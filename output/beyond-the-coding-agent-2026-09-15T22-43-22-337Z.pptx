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005b802b8a4939" /><Relationship Type="http://schemas.openxmlformats.org/officeDocument/2006/relationships/extended-properties" Target="/docProps/app.xml" Id="Rc146496dc3eb4e03" /><Relationship Type="http://schemas.openxmlformats.org/officeDocument/2006/relationships/officeDocument" Target="/ppt/presentation.xml" Id="Rb25ad92ed8634a19"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85c9c92bb5594a4a"/>
    <p:sldMasterId xmlns:r="http://schemas.openxmlformats.org/officeDocument/2006/relationships" id="2147483650" r:id="Rc0128b29ec3842a6"/>
  </p:sldMasterIdLst>
  <p:notesMasterIdLst>
    <p:notesMasterId xmlns:r="http://schemas.openxmlformats.org/officeDocument/2006/relationships" r:id="R133e5e0f0c9c45f3"/>
  </p:notesMasterIdLst>
  <p:sldIdLst>
    <p:sldId xmlns:r="http://schemas.openxmlformats.org/officeDocument/2006/relationships" id="256" r:id="R67d1da4197fa4669"/>
    <p:sldId xmlns:r="http://schemas.openxmlformats.org/officeDocument/2006/relationships" id="257" r:id="Reb4f11b9b92d4598"/>
    <p:sldId xmlns:r="http://schemas.openxmlformats.org/officeDocument/2006/relationships" id="258" r:id="R4de7fa3980384ef4"/>
    <p:sldId xmlns:r="http://schemas.openxmlformats.org/officeDocument/2006/relationships" id="259" r:id="R20d7740fd76d4c2c"/>
    <p:sldId xmlns:r="http://schemas.openxmlformats.org/officeDocument/2006/relationships" id="260" r:id="R7f4288f7a6e44df7"/>
    <p:sldId xmlns:r="http://schemas.openxmlformats.org/officeDocument/2006/relationships" id="261" r:id="R1b0f903551014e30"/>
    <p:sldId xmlns:r="http://schemas.openxmlformats.org/officeDocument/2006/relationships" id="262" r:id="Rae14a2c051dd48b8"/>
    <p:sldId xmlns:r="http://schemas.openxmlformats.org/officeDocument/2006/relationships" id="263" r:id="Rce49c4bd23594f4e"/>
    <p:sldId xmlns:r="http://schemas.openxmlformats.org/officeDocument/2006/relationships" id="264" r:id="R50a2933457a146ea"/>
    <p:sldId xmlns:r="http://schemas.openxmlformats.org/officeDocument/2006/relationships" id="265" r:id="R121b3994636c45bb"/>
    <p:sldId xmlns:r="http://schemas.openxmlformats.org/officeDocument/2006/relationships" id="266" r:id="R8c1de854bc0940c6"/>
    <p:sldId xmlns:r="http://schemas.openxmlformats.org/officeDocument/2006/relationships" id="267" r:id="Receea2958ca744be"/>
    <p:sldId xmlns:r="http://schemas.openxmlformats.org/officeDocument/2006/relationships" id="268" r:id="R6851b8d14a61421e"/>
    <p:sldId xmlns:r="http://schemas.openxmlformats.org/officeDocument/2006/relationships" id="269" r:id="Rabc76b0456f24051"/>
    <p:sldId xmlns:r="http://schemas.openxmlformats.org/officeDocument/2006/relationships" id="270" r:id="R2a7d81c9a52549b9"/>
    <p:sldId xmlns:r="http://schemas.openxmlformats.org/officeDocument/2006/relationships" id="271" r:id="R09180b35a4da42bf"/>
    <p:sldId xmlns:r="http://schemas.openxmlformats.org/officeDocument/2006/relationships" id="272" r:id="R205ab37d22724d9f"/>
    <p:sldId xmlns:r="http://schemas.openxmlformats.org/officeDocument/2006/relationships" id="273" r:id="R2e9a837012d9454d"/>
    <p:sldId xmlns:r="http://schemas.openxmlformats.org/officeDocument/2006/relationships" id="274" r:id="R41d9330e525c4400"/>
    <p:sldId xmlns:r="http://schemas.openxmlformats.org/officeDocument/2006/relationships" id="275" r:id="Rca11a65e7dd34d44"/>
    <p:sldId xmlns:r="http://schemas.openxmlformats.org/officeDocument/2006/relationships" id="276" r:id="R6031a345e0e947f8"/>
    <p:sldId xmlns:r="http://schemas.openxmlformats.org/officeDocument/2006/relationships" id="277" r:id="Rd4a2f70862874582"/>
    <p:sldId xmlns:r="http://schemas.openxmlformats.org/officeDocument/2006/relationships" id="278" r:id="R7a2e198c817448a4"/>
    <p:sldId xmlns:r="http://schemas.openxmlformats.org/officeDocument/2006/relationships" id="279" r:id="R33e99a431037422c"/>
    <p:sldId xmlns:r="http://schemas.openxmlformats.org/officeDocument/2006/relationships" id="280" r:id="Rf130b091834f4c4d"/>
    <p:sldId xmlns:r="http://schemas.openxmlformats.org/officeDocument/2006/relationships" id="281" r:id="R952330673525416e"/>
    <p:sldId xmlns:r="http://schemas.openxmlformats.org/officeDocument/2006/relationships" id="282" r:id="R965bf2a3485549c0"/>
    <p:sldId xmlns:r="http://schemas.openxmlformats.org/officeDocument/2006/relationships" id="283" r:id="R283ab5f01193471e"/>
    <p:sldId xmlns:r="http://schemas.openxmlformats.org/officeDocument/2006/relationships" id="284" r:id="Rfffb819593fb4dd4"/>
    <p:sldId xmlns:r="http://schemas.openxmlformats.org/officeDocument/2006/relationships" id="285" r:id="R02b247cc3fbb438c"/>
    <p:sldId xmlns:r="http://schemas.openxmlformats.org/officeDocument/2006/relationships" id="286" r:id="R54a2452b8f79432e"/>
    <p:sldId xmlns:r="http://schemas.openxmlformats.org/officeDocument/2006/relationships" id="287" r:id="R3c00ebcf4a38429b"/>
    <p:sldId xmlns:r="http://schemas.openxmlformats.org/officeDocument/2006/relationships" id="288" r:id="Re83616a52ba04bad"/>
    <p:sldId xmlns:r="http://schemas.openxmlformats.org/officeDocument/2006/relationships" id="289" r:id="Rbb28d644869e482c"/>
    <p:sldId xmlns:r="http://schemas.openxmlformats.org/officeDocument/2006/relationships" id="290" r:id="Rce3147b009924356"/>
    <p:sldId xmlns:r="http://schemas.openxmlformats.org/officeDocument/2006/relationships" id="291" r:id="R0baee364248b4132"/>
    <p:sldId xmlns:r="http://schemas.openxmlformats.org/officeDocument/2006/relationships" id="292" r:id="R2c34d9b10392460d"/>
    <p:sldId xmlns:r="http://schemas.openxmlformats.org/officeDocument/2006/relationships" id="293" r:id="R0ba1df2f23ed4b67"/>
    <p:sldId xmlns:r="http://schemas.openxmlformats.org/officeDocument/2006/relationships" id="294" r:id="R0626926ae9e24db8"/>
    <p:sldId xmlns:r="http://schemas.openxmlformats.org/officeDocument/2006/relationships" id="295" r:id="R670545fba7f744df"/>
    <p:sldId xmlns:r="http://schemas.openxmlformats.org/officeDocument/2006/relationships" id="296" r:id="R9d6862482f17435b"/>
    <p:sldId xmlns:r="http://schemas.openxmlformats.org/officeDocument/2006/relationships" id="297" r:id="Rc5e8071a1ab745d2"/>
    <p:sldId xmlns:r="http://schemas.openxmlformats.org/officeDocument/2006/relationships" id="298" r:id="R3756280e097c4dbd"/>
    <p:sldId xmlns:r="http://schemas.openxmlformats.org/officeDocument/2006/relationships" id="299" r:id="R992c69209e624a86"/>
    <p:sldId xmlns:r="http://schemas.openxmlformats.org/officeDocument/2006/relationships" id="300" r:id="Rc32fc90a9a3c4260"/>
    <p:sldId xmlns:r="http://schemas.openxmlformats.org/officeDocument/2006/relationships" id="301" r:id="R6292a61f68af424f"/>
    <p:sldId xmlns:r="http://schemas.openxmlformats.org/officeDocument/2006/relationships" id="302" r:id="R9d9eecf3acb94651"/>
    <p:sldId xmlns:r="http://schemas.openxmlformats.org/officeDocument/2006/relationships" id="303" r:id="R8982b1ed1f1a4e45"/>
    <p:sldId xmlns:r="http://schemas.openxmlformats.org/officeDocument/2006/relationships" id="304" r:id="R6e7de8d91741414e"/>
    <p:sldId xmlns:r="http://schemas.openxmlformats.org/officeDocument/2006/relationships" id="305" r:id="Raa01f8e2c15547ab"/>
    <p:sldId xmlns:r="http://schemas.openxmlformats.org/officeDocument/2006/relationships" id="306" r:id="R556ee5155dee478c"/>
    <p:sldId xmlns:r="http://schemas.openxmlformats.org/officeDocument/2006/relationships" id="307" r:id="R620c2245af274484"/>
    <p:sldId xmlns:r="http://schemas.openxmlformats.org/officeDocument/2006/relationships" id="308" r:id="Rff33614211934636"/>
    <p:sldId xmlns:r="http://schemas.openxmlformats.org/officeDocument/2006/relationships" id="309" r:id="Rde34a55e4e414578"/>
    <p:sldId xmlns:r="http://schemas.openxmlformats.org/officeDocument/2006/relationships" id="310" r:id="R755a7da261824785"/>
    <p:sldId xmlns:r="http://schemas.openxmlformats.org/officeDocument/2006/relationships" id="311" r:id="Rb6fbcac688a9485e"/>
    <p:sldId xmlns:r="http://schemas.openxmlformats.org/officeDocument/2006/relationships" id="312" r:id="Rb9b5508a4c604616"/>
    <p:sldId xmlns:r="http://schemas.openxmlformats.org/officeDocument/2006/relationships" id="313" r:id="R646091362bda4b0e"/>
    <p:sldId xmlns:r="http://schemas.openxmlformats.org/officeDocument/2006/relationships" id="314" r:id="R23a6b79064db4f55"/>
    <p:sldId xmlns:r="http://schemas.openxmlformats.org/officeDocument/2006/relationships" id="315" r:id="R05820652883c48f3"/>
    <p:sldId xmlns:r="http://schemas.openxmlformats.org/officeDocument/2006/relationships" id="316" r:id="Rc6c3bd6ec2d448a0"/>
    <p:sldId xmlns:r="http://schemas.openxmlformats.org/officeDocument/2006/relationships" id="317" r:id="Rd36cf6d4184549a7"/>
    <p:sldId xmlns:r="http://schemas.openxmlformats.org/officeDocument/2006/relationships" id="318" r:id="Rc26e75a7b7314a92"/>
    <p:sldId xmlns:r="http://schemas.openxmlformats.org/officeDocument/2006/relationships" id="319" r:id="Rd4e828154ab24fd9"/>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4f2c286deb4416" /><Relationship Type="http://schemas.openxmlformats.org/officeDocument/2006/relationships/slideMaster" Target="/ppt/slideMasters/slideMaster1.xml" Id="R85c9c92bb5594a4a" /><Relationship Type="http://schemas.openxmlformats.org/officeDocument/2006/relationships/slideMaster" Target="/ppt/slideMasters/slideMaster2.xml" Id="Rc0128b29ec3842a6" /><Relationship Type="http://schemas.openxmlformats.org/officeDocument/2006/relationships/notesMaster" Target="/ppt/notesMasters/notesMaster1.xml" Id="R133e5e0f0c9c45f3" /><Relationship Type="http://schemas.openxmlformats.org/officeDocument/2006/relationships/presProps" Target="/ppt/presProps.xml" Id="R75bdb0b240f341ce" /><Relationship Type="http://schemas.openxmlformats.org/officeDocument/2006/relationships/tableStyles" Target="/ppt/tableStyles.xml" Id="Rf70ce799cd904ea2" /><Relationship Type="http://schemas.openxmlformats.org/officeDocument/2006/relationships/slide" Target="/ppt/slides/slide1.xml" Id="R67d1da4197fa4669" /><Relationship Type="http://schemas.openxmlformats.org/officeDocument/2006/relationships/slide" Target="/ppt/slides/slide2.xml" Id="Reb4f11b9b92d4598" /><Relationship Type="http://schemas.openxmlformats.org/officeDocument/2006/relationships/slide" Target="/ppt/slides/slide3.xml" Id="R4de7fa3980384ef4" /><Relationship Type="http://schemas.openxmlformats.org/officeDocument/2006/relationships/slide" Target="/ppt/slides/slide4.xml" Id="R20d7740fd76d4c2c" /><Relationship Type="http://schemas.openxmlformats.org/officeDocument/2006/relationships/slide" Target="/ppt/slides/slide5.xml" Id="R7f4288f7a6e44df7" /><Relationship Type="http://schemas.openxmlformats.org/officeDocument/2006/relationships/slide" Target="/ppt/slides/slide6.xml" Id="R1b0f903551014e30" /><Relationship Type="http://schemas.openxmlformats.org/officeDocument/2006/relationships/slide" Target="/ppt/slides/slide7.xml" Id="Rae14a2c051dd48b8" /><Relationship Type="http://schemas.openxmlformats.org/officeDocument/2006/relationships/slide" Target="/ppt/slides/slide8.xml" Id="Rce49c4bd23594f4e" /><Relationship Type="http://schemas.openxmlformats.org/officeDocument/2006/relationships/slide" Target="/ppt/slides/slide9.xml" Id="R50a2933457a146ea" /><Relationship Type="http://schemas.openxmlformats.org/officeDocument/2006/relationships/slide" Target="/ppt/slides/slide10.xml" Id="R121b3994636c45bb" /><Relationship Type="http://schemas.openxmlformats.org/officeDocument/2006/relationships/slide" Target="/ppt/slides/slide11.xml" Id="R8c1de854bc0940c6" /><Relationship Type="http://schemas.openxmlformats.org/officeDocument/2006/relationships/slide" Target="/ppt/slides/slide12.xml" Id="Receea2958ca744be" /><Relationship Type="http://schemas.openxmlformats.org/officeDocument/2006/relationships/slide" Target="/ppt/slides/slide13.xml" Id="R6851b8d14a61421e" /><Relationship Type="http://schemas.openxmlformats.org/officeDocument/2006/relationships/slide" Target="/ppt/slides/slide14.xml" Id="Rabc76b0456f24051" /><Relationship Type="http://schemas.openxmlformats.org/officeDocument/2006/relationships/slide" Target="/ppt/slides/slide15.xml" Id="R2a7d81c9a52549b9" /><Relationship Type="http://schemas.openxmlformats.org/officeDocument/2006/relationships/slide" Target="/ppt/slides/slide16.xml" Id="R09180b35a4da42bf" /><Relationship Type="http://schemas.openxmlformats.org/officeDocument/2006/relationships/slide" Target="/ppt/slides/slide17.xml" Id="R205ab37d22724d9f" /><Relationship Type="http://schemas.openxmlformats.org/officeDocument/2006/relationships/slide" Target="/ppt/slides/slide18.xml" Id="R2e9a837012d9454d" /><Relationship Type="http://schemas.openxmlformats.org/officeDocument/2006/relationships/slide" Target="/ppt/slides/slide19.xml" Id="R41d9330e525c4400" /><Relationship Type="http://schemas.openxmlformats.org/officeDocument/2006/relationships/slide" Target="/ppt/slides/slide20.xml" Id="Rca11a65e7dd34d44" /><Relationship Type="http://schemas.openxmlformats.org/officeDocument/2006/relationships/slide" Target="/ppt/slides/slide21.xml" Id="R6031a345e0e947f8" /><Relationship Type="http://schemas.openxmlformats.org/officeDocument/2006/relationships/slide" Target="/ppt/slides/slide22.xml" Id="Rd4a2f70862874582" /><Relationship Type="http://schemas.openxmlformats.org/officeDocument/2006/relationships/slide" Target="/ppt/slides/slide23.xml" Id="R7a2e198c817448a4" /><Relationship Type="http://schemas.openxmlformats.org/officeDocument/2006/relationships/slide" Target="/ppt/slides/slide24.xml" Id="R33e99a431037422c" /><Relationship Type="http://schemas.openxmlformats.org/officeDocument/2006/relationships/slide" Target="/ppt/slides/slide25.xml" Id="Rf130b091834f4c4d" /><Relationship Type="http://schemas.openxmlformats.org/officeDocument/2006/relationships/slide" Target="/ppt/slides/slide26.xml" Id="R952330673525416e" /><Relationship Type="http://schemas.openxmlformats.org/officeDocument/2006/relationships/slide" Target="/ppt/slides/slide27.xml" Id="R965bf2a3485549c0" /><Relationship Type="http://schemas.openxmlformats.org/officeDocument/2006/relationships/slide" Target="/ppt/slides/slide28.xml" Id="R283ab5f01193471e" /><Relationship Type="http://schemas.openxmlformats.org/officeDocument/2006/relationships/slide" Target="/ppt/slides/slide29.xml" Id="Rfffb819593fb4dd4" /><Relationship Type="http://schemas.openxmlformats.org/officeDocument/2006/relationships/slide" Target="/ppt/slides/slide30.xml" Id="R02b247cc3fbb438c" /><Relationship Type="http://schemas.openxmlformats.org/officeDocument/2006/relationships/slide" Target="/ppt/slides/slide31.xml" Id="R54a2452b8f79432e" /><Relationship Type="http://schemas.openxmlformats.org/officeDocument/2006/relationships/slide" Target="/ppt/slides/slide32.xml" Id="R3c00ebcf4a38429b" /><Relationship Type="http://schemas.openxmlformats.org/officeDocument/2006/relationships/slide" Target="/ppt/slides/slide33.xml" Id="Re83616a52ba04bad" /><Relationship Type="http://schemas.openxmlformats.org/officeDocument/2006/relationships/slide" Target="/ppt/slides/slide34.xml" Id="Rbb28d644869e482c" /><Relationship Type="http://schemas.openxmlformats.org/officeDocument/2006/relationships/slide" Target="/ppt/slides/slide35.xml" Id="Rce3147b009924356" /><Relationship Type="http://schemas.openxmlformats.org/officeDocument/2006/relationships/slide" Target="/ppt/slides/slide36.xml" Id="R0baee364248b4132" /><Relationship Type="http://schemas.openxmlformats.org/officeDocument/2006/relationships/slide" Target="/ppt/slides/slide37.xml" Id="R2c34d9b10392460d" /><Relationship Type="http://schemas.openxmlformats.org/officeDocument/2006/relationships/slide" Target="/ppt/slides/slide38.xml" Id="R0ba1df2f23ed4b67" /><Relationship Type="http://schemas.openxmlformats.org/officeDocument/2006/relationships/slide" Target="/ppt/slides/slide39.xml" Id="R0626926ae9e24db8" /><Relationship Type="http://schemas.openxmlformats.org/officeDocument/2006/relationships/slide" Target="/ppt/slides/slide40.xml" Id="R670545fba7f744df" /><Relationship Type="http://schemas.openxmlformats.org/officeDocument/2006/relationships/slide" Target="/ppt/slides/slide41.xml" Id="R9d6862482f17435b" /><Relationship Type="http://schemas.openxmlformats.org/officeDocument/2006/relationships/slide" Target="/ppt/slides/slide42.xml" Id="Rc5e8071a1ab745d2" /><Relationship Type="http://schemas.openxmlformats.org/officeDocument/2006/relationships/slide" Target="/ppt/slides/slide43.xml" Id="R3756280e097c4dbd" /><Relationship Type="http://schemas.openxmlformats.org/officeDocument/2006/relationships/slide" Target="/ppt/slides/slide44.xml" Id="R992c69209e624a86" /><Relationship Type="http://schemas.openxmlformats.org/officeDocument/2006/relationships/slide" Target="/ppt/slides/slide45.xml" Id="Rc32fc90a9a3c4260" /><Relationship Type="http://schemas.openxmlformats.org/officeDocument/2006/relationships/slide" Target="/ppt/slides/slide46.xml" Id="R6292a61f68af424f" /><Relationship Type="http://schemas.openxmlformats.org/officeDocument/2006/relationships/slide" Target="/ppt/slides/slide47.xml" Id="R9d9eecf3acb94651" /><Relationship Type="http://schemas.openxmlformats.org/officeDocument/2006/relationships/slide" Target="/ppt/slides/slide48.xml" Id="R8982b1ed1f1a4e45" /><Relationship Type="http://schemas.openxmlformats.org/officeDocument/2006/relationships/slide" Target="/ppt/slides/slide49.xml" Id="R6e7de8d91741414e" /><Relationship Type="http://schemas.openxmlformats.org/officeDocument/2006/relationships/slide" Target="/ppt/slides/slide50.xml" Id="Raa01f8e2c15547ab" /><Relationship Type="http://schemas.openxmlformats.org/officeDocument/2006/relationships/slide" Target="/ppt/slides/slide51.xml" Id="R556ee5155dee478c" /><Relationship Type="http://schemas.openxmlformats.org/officeDocument/2006/relationships/slide" Target="/ppt/slides/slide52.xml" Id="R620c2245af274484" /><Relationship Type="http://schemas.openxmlformats.org/officeDocument/2006/relationships/slide" Target="/ppt/slides/slide53.xml" Id="Rff33614211934636" /><Relationship Type="http://schemas.openxmlformats.org/officeDocument/2006/relationships/slide" Target="/ppt/slides/slide54.xml" Id="Rde34a55e4e414578" /><Relationship Type="http://schemas.openxmlformats.org/officeDocument/2006/relationships/slide" Target="/ppt/slides/slide55.xml" Id="R755a7da261824785" /><Relationship Type="http://schemas.openxmlformats.org/officeDocument/2006/relationships/slide" Target="/ppt/slides/slide56.xml" Id="Rb6fbcac688a9485e" /><Relationship Type="http://schemas.openxmlformats.org/officeDocument/2006/relationships/slide" Target="/ppt/slides/slide57.xml" Id="Rb9b5508a4c604616" /><Relationship Type="http://schemas.openxmlformats.org/officeDocument/2006/relationships/slide" Target="/ppt/slides/slide58.xml" Id="R646091362bda4b0e" /><Relationship Type="http://schemas.openxmlformats.org/officeDocument/2006/relationships/slide" Target="/ppt/slides/slide59.xml" Id="R23a6b79064db4f55" /><Relationship Type="http://schemas.openxmlformats.org/officeDocument/2006/relationships/slide" Target="/ppt/slides/slide60.xml" Id="R05820652883c48f3" /><Relationship Type="http://schemas.openxmlformats.org/officeDocument/2006/relationships/slide" Target="/ppt/slides/slide61.xml" Id="Rc6c3bd6ec2d448a0" /><Relationship Type="http://schemas.openxmlformats.org/officeDocument/2006/relationships/slide" Target="/ppt/slides/slide62.xml" Id="Rd36cf6d4184549a7" /><Relationship Type="http://schemas.openxmlformats.org/officeDocument/2006/relationships/slide" Target="/ppt/slides/slide63.xml" Id="Rc26e75a7b7314a92" /><Relationship Type="http://schemas.openxmlformats.org/officeDocument/2006/relationships/slide" Target="/ppt/slides/slide64.xml" Id="Rd4e828154ab24f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f36617ad8a041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9ff33fb61e4ebd" /><Relationship Type="http://schemas.openxmlformats.org/officeDocument/2006/relationships/notesMaster" Target="/ppt/notesMasters/notesMaster1.xml" Id="Rde537e59afed4d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4a09e1910343c9" /><Relationship Type="http://schemas.openxmlformats.org/officeDocument/2006/relationships/notesMaster" Target="/ppt/notesMasters/notesMaster1.xml" Id="R205aac4d171f4e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6f899abe814962" /><Relationship Type="http://schemas.openxmlformats.org/officeDocument/2006/relationships/notesMaster" Target="/ppt/notesMasters/notesMaster1.xml" Id="Rb7cdd910b6db45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71ebc93d664fd1" /><Relationship Type="http://schemas.openxmlformats.org/officeDocument/2006/relationships/notesMaster" Target="/ppt/notesMasters/notesMaster1.xml" Id="Re4a56c6d6a5a4c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1deee5953e4334" /><Relationship Type="http://schemas.openxmlformats.org/officeDocument/2006/relationships/notesMaster" Target="/ppt/notesMasters/notesMaster1.xml" Id="R9ab1e80b668d47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9dfbb0337e4240" /><Relationship Type="http://schemas.openxmlformats.org/officeDocument/2006/relationships/notesMaster" Target="/ppt/notesMasters/notesMaster1.xml" Id="Rdfb43c24362f4d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6d9fe3f529450f" /><Relationship Type="http://schemas.openxmlformats.org/officeDocument/2006/relationships/notesMaster" Target="/ppt/notesMasters/notesMaster1.xml" Id="R7e8e05d0115e44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d33a1de8144fe3" /><Relationship Type="http://schemas.openxmlformats.org/officeDocument/2006/relationships/notesMaster" Target="/ppt/notesMasters/notesMaster1.xml" Id="Raa78aacf35a54d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02b9ab02424ca9" /><Relationship Type="http://schemas.openxmlformats.org/officeDocument/2006/relationships/notesMaster" Target="/ppt/notesMasters/notesMaster1.xml" Id="R7420e7a29e1646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0fb28c46e244c7" /><Relationship Type="http://schemas.openxmlformats.org/officeDocument/2006/relationships/notesMaster" Target="/ppt/notesMasters/notesMaster1.xml" Id="Raa138f65231245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4e8dd51e314435" /><Relationship Type="http://schemas.openxmlformats.org/officeDocument/2006/relationships/notesMaster" Target="/ppt/notesMasters/notesMaster1.xml" Id="R3de6b65b0ae544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117e25f6df4aaa" /><Relationship Type="http://schemas.openxmlformats.org/officeDocument/2006/relationships/notesMaster" Target="/ppt/notesMasters/notesMaster1.xml" Id="R556cbc589c8442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7910dc724b4c1e" /><Relationship Type="http://schemas.openxmlformats.org/officeDocument/2006/relationships/notesMaster" Target="/ppt/notesMasters/notesMaster1.xml" Id="Rd915e216d0cc47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410e1dd5d24a1b" /><Relationship Type="http://schemas.openxmlformats.org/officeDocument/2006/relationships/notesMaster" Target="/ppt/notesMasters/notesMaster1.xml" Id="Rcc49f0cd887946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69c645b7fc4c04" /><Relationship Type="http://schemas.openxmlformats.org/officeDocument/2006/relationships/notesMaster" Target="/ppt/notesMasters/notesMaster1.xml" Id="R4356c1dc7eb442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9fa7bbe5744113" /><Relationship Type="http://schemas.openxmlformats.org/officeDocument/2006/relationships/notesMaster" Target="/ppt/notesMasters/notesMaster1.xml" Id="R36dbd1cae9564b7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037db1e75564493" /><Relationship Type="http://schemas.openxmlformats.org/officeDocument/2006/relationships/notesMaster" Target="/ppt/notesMasters/notesMaster1.xml" Id="Rb45fb5bd8ae94d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5a19044938c4447" /><Relationship Type="http://schemas.openxmlformats.org/officeDocument/2006/relationships/notesMaster" Target="/ppt/notesMasters/notesMaster1.xml" Id="R07d4d9cf9aae47b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1630e804ada4b3d" /><Relationship Type="http://schemas.openxmlformats.org/officeDocument/2006/relationships/notesMaster" Target="/ppt/notesMasters/notesMaster1.xml" Id="Rf655daafb25840b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1b0a66f9684da7" /><Relationship Type="http://schemas.openxmlformats.org/officeDocument/2006/relationships/notesMaster" Target="/ppt/notesMasters/notesMaster1.xml" Id="Ra73ab9629a5c41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f43fdd774d34867" /><Relationship Type="http://schemas.openxmlformats.org/officeDocument/2006/relationships/notesMaster" Target="/ppt/notesMasters/notesMaster1.xml" Id="R4c2e854ad57549c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0bcf34101d14964" /><Relationship Type="http://schemas.openxmlformats.org/officeDocument/2006/relationships/notesMaster" Target="/ppt/notesMasters/notesMaster1.xml" Id="R32cb3eb8322f454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2ccebc6b48a4d73" /><Relationship Type="http://schemas.openxmlformats.org/officeDocument/2006/relationships/notesMaster" Target="/ppt/notesMasters/notesMaster1.xml" Id="Rb200a87d40b146c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8104e224ca8477d" /><Relationship Type="http://schemas.openxmlformats.org/officeDocument/2006/relationships/notesMaster" Target="/ppt/notesMasters/notesMaster1.xml" Id="R24faf3aef697455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c97421f818840cc" /><Relationship Type="http://schemas.openxmlformats.org/officeDocument/2006/relationships/notesMaster" Target="/ppt/notesMasters/notesMaster1.xml" Id="R1bb20555e939412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8e51358c4864ea6" /><Relationship Type="http://schemas.openxmlformats.org/officeDocument/2006/relationships/notesMaster" Target="/ppt/notesMasters/notesMaster1.xml" Id="Rb6eb0ea6ac74431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a8114dadec94d51" /><Relationship Type="http://schemas.openxmlformats.org/officeDocument/2006/relationships/notesMaster" Target="/ppt/notesMasters/notesMaster1.xml" Id="Re71d08ffa755484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3bde44392aa440c" /><Relationship Type="http://schemas.openxmlformats.org/officeDocument/2006/relationships/notesMaster" Target="/ppt/notesMasters/notesMaster1.xml" Id="R26b9d51725aa46d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04e8ad1bd5b43bc" /><Relationship Type="http://schemas.openxmlformats.org/officeDocument/2006/relationships/notesMaster" Target="/ppt/notesMasters/notesMaster1.xml" Id="Rf302326ebd18474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36ac7627f524df0" /><Relationship Type="http://schemas.openxmlformats.org/officeDocument/2006/relationships/notesMaster" Target="/ppt/notesMasters/notesMaster1.xml" Id="Rd5b628d687fb4ca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6214fb877a4434a" /><Relationship Type="http://schemas.openxmlformats.org/officeDocument/2006/relationships/notesMaster" Target="/ppt/notesMasters/notesMaster1.xml" Id="Ra049eee01d2942e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c7dd032c16e4f23" /><Relationship Type="http://schemas.openxmlformats.org/officeDocument/2006/relationships/notesMaster" Target="/ppt/notesMasters/notesMaster1.xml" Id="R631702d9c1304e2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82a699af6a64b50" /><Relationship Type="http://schemas.openxmlformats.org/officeDocument/2006/relationships/notesMaster" Target="/ppt/notesMasters/notesMaster1.xml" Id="R24739face9cd4a0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9c96b4489fb42b4" /><Relationship Type="http://schemas.openxmlformats.org/officeDocument/2006/relationships/notesMaster" Target="/ppt/notesMasters/notesMaster1.xml" Id="Rac53096b6ccf472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069d616f7fb42c7" /><Relationship Type="http://schemas.openxmlformats.org/officeDocument/2006/relationships/notesMaster" Target="/ppt/notesMasters/notesMaster1.xml" Id="R2197c60616e34c4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0028f9461d740d6" /><Relationship Type="http://schemas.openxmlformats.org/officeDocument/2006/relationships/notesMaster" Target="/ppt/notesMasters/notesMaster1.xml" Id="R9a92588cd98f421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61c5c791026441c" /><Relationship Type="http://schemas.openxmlformats.org/officeDocument/2006/relationships/notesMaster" Target="/ppt/notesMasters/notesMaster1.xml" Id="R0b8abfca2b77435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f90ec8d2ca949a4" /><Relationship Type="http://schemas.openxmlformats.org/officeDocument/2006/relationships/notesMaster" Target="/ppt/notesMasters/notesMaster1.xml" Id="Ra5d355a714bd414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570211f318d4669" /><Relationship Type="http://schemas.openxmlformats.org/officeDocument/2006/relationships/notesMaster" Target="/ppt/notesMasters/notesMaster1.xml" Id="R448edf546240470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c7c772001f44b1b" /><Relationship Type="http://schemas.openxmlformats.org/officeDocument/2006/relationships/notesMaster" Target="/ppt/notesMasters/notesMaster1.xml" Id="Rccfea9adfd3b411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e78828ed94a4f4a" /><Relationship Type="http://schemas.openxmlformats.org/officeDocument/2006/relationships/notesMaster" Target="/ppt/notesMasters/notesMaster1.xml" Id="Rb8495d3c988e403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7e4a40be2b14f25" /><Relationship Type="http://schemas.openxmlformats.org/officeDocument/2006/relationships/notesMaster" Target="/ppt/notesMasters/notesMaster1.xml" Id="R20dfa91571144f0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af284ff2da34bcf" /><Relationship Type="http://schemas.openxmlformats.org/officeDocument/2006/relationships/notesMaster" Target="/ppt/notesMasters/notesMaster1.xml" Id="Rd695b15c10b34f3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b22d11ecf67425b" /><Relationship Type="http://schemas.openxmlformats.org/officeDocument/2006/relationships/notesMaster" Target="/ppt/notesMasters/notesMaster1.xml" Id="R6f94073e3cb2418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171b1b40d5b483a" /><Relationship Type="http://schemas.openxmlformats.org/officeDocument/2006/relationships/notesMaster" Target="/ppt/notesMasters/notesMaster1.xml" Id="R4a99392c8390471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5def25927874b0a" /><Relationship Type="http://schemas.openxmlformats.org/officeDocument/2006/relationships/notesMaster" Target="/ppt/notesMasters/notesMaster1.xml" Id="R7c5c8ce1e1804db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f8034a175944081" /><Relationship Type="http://schemas.openxmlformats.org/officeDocument/2006/relationships/notesMaster" Target="/ppt/notesMasters/notesMaster1.xml" Id="Rb15025cad85c44c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b15c849925a4d19" /><Relationship Type="http://schemas.openxmlformats.org/officeDocument/2006/relationships/notesMaster" Target="/ppt/notesMasters/notesMaster1.xml" Id="R3d25264e479f487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98fc31e3575405b" /><Relationship Type="http://schemas.openxmlformats.org/officeDocument/2006/relationships/notesMaster" Target="/ppt/notesMasters/notesMaster1.xml" Id="Rb49f5b32640c43a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1a3c92bc3a3408d" /><Relationship Type="http://schemas.openxmlformats.org/officeDocument/2006/relationships/notesMaster" Target="/ppt/notesMasters/notesMaster1.xml" Id="R503152c3795e455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a9e58289cfd426a" /><Relationship Type="http://schemas.openxmlformats.org/officeDocument/2006/relationships/notesMaster" Target="/ppt/notesMasters/notesMaster1.xml" Id="R52f3efaf7f9d4d2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5a7030405664fe7" /><Relationship Type="http://schemas.openxmlformats.org/officeDocument/2006/relationships/notesMaster" Target="/ppt/notesMasters/notesMaster1.xml" Id="R95b1544b0d8540f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18009ac1a294e72" /><Relationship Type="http://schemas.openxmlformats.org/officeDocument/2006/relationships/notesMaster" Target="/ppt/notesMasters/notesMaster1.xml" Id="Rf8a0a6b5a787461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2fd39c416cc40bc" /><Relationship Type="http://schemas.openxmlformats.org/officeDocument/2006/relationships/notesMaster" Target="/ppt/notesMasters/notesMaster1.xml" Id="R201eb45433e0496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4752ae5d00243e4" /><Relationship Type="http://schemas.openxmlformats.org/officeDocument/2006/relationships/notesMaster" Target="/ppt/notesMasters/notesMaster1.xml" Id="R1e7de79b4031419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152132fd8b14c11" /><Relationship Type="http://schemas.openxmlformats.org/officeDocument/2006/relationships/notesMaster" Target="/ppt/notesMasters/notesMaster1.xml" Id="Rf64af92c4e844b9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439f01f60cc4bd5" /><Relationship Type="http://schemas.openxmlformats.org/officeDocument/2006/relationships/notesMaster" Target="/ppt/notesMasters/notesMaster1.xml" Id="Rbc6341ffd8e3435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462caa7d3bf4bab" /><Relationship Type="http://schemas.openxmlformats.org/officeDocument/2006/relationships/notesMaster" Target="/ppt/notesMasters/notesMaster1.xml" Id="Re741c4a83e414b8e"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d2cab631d224bfc" /><Relationship Type="http://schemas.openxmlformats.org/officeDocument/2006/relationships/notesMaster" Target="/ppt/notesMasters/notesMaster1.xml" Id="Rc7dfb5a8c189447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5a60774880a43f1" /><Relationship Type="http://schemas.openxmlformats.org/officeDocument/2006/relationships/notesMaster" Target="/ppt/notesMasters/notesMaster1.xml" Id="R48ea5ae93b874f1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b596c6fe394470c" /><Relationship Type="http://schemas.openxmlformats.org/officeDocument/2006/relationships/notesMaster" Target="/ppt/notesMasters/notesMaster1.xml" Id="R9199ff257c5f44e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05c4a21df574dfd" /><Relationship Type="http://schemas.openxmlformats.org/officeDocument/2006/relationships/notesMaster" Target="/ppt/notesMasters/notesMaster1.xml" Id="R960aa75479df4ac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97fc33f07f34c40" /><Relationship Type="http://schemas.openxmlformats.org/officeDocument/2006/relationships/notesMaster" Target="/ppt/notesMasters/notesMaster1.xml" Id="R5110bcc4ebbe4e20"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afbbb7738091420f" /><Relationship Type="http://schemas.openxmlformats.org/officeDocument/2006/relationships/notesMaster" Target="/ppt/notesMasters/notesMaster1.xml" Id="R196f087fbc5b42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When you are the user, including what someone engineered, then When you are the owner.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model picker exposes a choice. Devin Desktop shows reasoning effort; Codex's /model can set it too. </a:t>
            </a:r>
            <a:r>
              <a:rPr b="1"/>
              <a:t>Reasoning effort is a cost and latency dial.</a:t>
            </a:r>
            <a:r>
              <a:rPr b="0"/>
              <a:t> Codex can configure a different effort for planning and a different model for subagents.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provider manages defaults, model-specific tuning, failover, price changes, and retirement handling.</a:t>
            </a:r>
            <a:r>
              <a:rPr b="0"/>
              <a:t> These are responsibilities behind the picker.</a:t>
            </a:r>
          </a:p>
          <a:p xmlns:a="http://schemas.openxmlformats.org/drawingml/2006/main">
            <a:r>
              <a:t/>
            </a:r>
          </a:p>
          <a:p xmlns:a="http://schemas.openxmlformats.org/drawingml/2006/main">
            <a:r>
              <a:rPr b="0"/>
              <a:t>Callout. </a:t>
            </a:r>
            <a:r>
              <a:rPr b="1"/>
              <a:t>Model retirement creates migration work.</a:t>
            </a:r>
            <a:r>
              <a:rPr b="0"/>
              <a:t> A retirement record does not tell us how every coding-tool provider migrated every user or whether a change was silent.</a:t>
            </a:r>
          </a:p>
          <a:p xmlns:a="http://schemas.openxmlformats.org/drawingml/2006/main">
            <a:r>
              <a:t/>
            </a:r>
          </a:p>
          <a:p xmlns:a="http://schemas.openxmlformats.org/drawingml/2006/main">
            <a:r>
              <a:rPr b="0"/>
              <a:t>Advance to the owner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model picker exposes a choice. Devin Desktop shows reasoning effort; Codex's /model can set it too. </a:t>
            </a:r>
            <a:r>
              <a:rPr b="1"/>
              <a:t>Reasoning effort is a cost and latency dial.</a:t>
            </a:r>
            <a:r>
              <a:rPr b="0"/>
              <a:t> Codex can configure a different effort for planning and a different model for subagents.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provider manages defaults, model-specific tuning, failover, price changes, and retirement handling.</a:t>
            </a:r>
            <a:r>
              <a:rPr b="0"/>
              <a:t> These are responsibilities behind the picker.</a:t>
            </a:r>
          </a:p>
          <a:p xmlns:a="http://schemas.openxmlformats.org/drawingml/2006/main">
            <a:r>
              <a:t/>
            </a:r>
          </a:p>
          <a:p xmlns:a="http://schemas.openxmlformats.org/drawingml/2006/main">
            <a:r>
              <a:rPr b="0"/>
              <a:t>Callout. </a:t>
            </a:r>
            <a:r>
              <a:rPr b="1"/>
              <a:t>Model retirement creates migration work.</a:t>
            </a:r>
            <a:r>
              <a:rPr b="0"/>
              <a:t> A retirement record does not tell us how every coding-tool provider migrated every user or whether a change was silent.</a:t>
            </a:r>
          </a:p>
          <a:p xmlns:a="http://schemas.openxmlformats.org/drawingml/2006/main">
            <a:r>
              <a:t/>
            </a:r>
          </a:p>
          <a:p xmlns:a="http://schemas.openxmlformats.org/drawingml/2006/main">
            <a:r>
              <a:rPr b="0"/>
              <a:t>Advance to the owner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our illustrative request: review FRB-042's pump shutdown, summarize its discussion and decisions, compare the past year's similar FRBs, and export a cited brief. </a:t>
            </a:r>
            <a:r>
              <a:rPr b="1"/>
              <a:t>Keep possible causes distinct from established findings.</a:t>
            </a:r>
            <a:r>
              <a:rPr b="0"/>
              <a:t> Research stays within authorized internal records and attachments.</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evidence extraction, discussion summaries, and qualified synthesis. Consider context limits, tool reliability, data residency, cost per completed brief, and p95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FRB cases.</a:t>
            </a:r>
            <a:r>
              <a:rPr b="0"/>
              <a:t> A possible cause must remain a possible cause. Public benchmarks use another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retrieval, tools, and the environment still matter. Research workers need evidence fidelity and coverage. The main analyst needs faithful summaries, reconciliation, and warranted uncertainty. Evaluate those responsibilities separately.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This table is a comparison framework, with no results yet. Repeat it for candidate models and versions. </a:t>
            </a:r>
            <a:r>
              <a:rPr b="1"/>
              <a:t>Read quality, cost, and latency together.</a:t>
            </a:r>
            <a:r>
              <a:rPr b="0"/>
              <a:t> Measure extraction, discussion summaries, and qualified synthesis. Count workers, retries, and verification in cost per completed brief and end-to-end latency. Route only when measured task fit supports it. A worker is not automatically a job for the cheapest model. We will measure the simple workflow before adding workers.</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Which configuration meets your product's quality requirement?</a:t>
            </a:r>
            <a:r>
              <a:rPr b="0"/>
              <a:t> The pitfall: </a:t>
            </a:r>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our illustrative request: review FRB-042's pump shutdown, summarize its discussion and decisions, compare the past year's similar FRBs, and export a cited brief. </a:t>
            </a:r>
            <a:r>
              <a:rPr b="1"/>
              <a:t>Keep possible causes distinct from established findings.</a:t>
            </a:r>
            <a:r>
              <a:rPr b="0"/>
              <a:t> Research stays within authorized internal records and attachments.</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evidence extraction, discussion summaries, and qualified synthesis. Consider context limits, tool reliability, data residency, cost per completed brief, and p95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FRB cases.</a:t>
            </a:r>
            <a:r>
              <a:rPr b="0"/>
              <a:t> A possible cause must remain a possible cause. Public benchmarks use another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retrieval, tools, and the environment still matter. Research workers need evidence fidelity and coverage. The main analyst needs faithful summaries, reconciliation, and warranted uncertainty. Evaluate those responsibilities separately.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This table is a comparison framework, with no results yet. Repeat it for candidate models and versions. </a:t>
            </a:r>
            <a:r>
              <a:rPr b="1"/>
              <a:t>Read quality, cost, and latency together.</a:t>
            </a:r>
            <a:r>
              <a:rPr b="0"/>
              <a:t> Measure extraction, discussion summaries, and qualified synthesis. Count workers, retries, and verification in cost per completed brief and end-to-end latency. Route only when measured task fit supports it. A worker is not automatically a job for the cheapest model. We will measure the simple workflow before adding workers.</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Which configuration meets your product's quality requirement?</a:t>
            </a:r>
            <a:r>
              <a:rPr b="0"/>
              <a:t> The pitfall: </a:t>
            </a:r>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our illustrative request: review FRB-042's pump shutdown, summarize its discussion and decisions, compare the past year's similar FRBs, and export a cited brief. </a:t>
            </a:r>
            <a:r>
              <a:rPr b="1"/>
              <a:t>Keep possible causes distinct from established findings.</a:t>
            </a:r>
            <a:r>
              <a:rPr b="0"/>
              <a:t> Research stays within authorized internal records and attachments.</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evidence extraction, discussion summaries, and qualified synthesis. Consider context limits, tool reliability, data residency, cost per completed brief, and p95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FRB cases.</a:t>
            </a:r>
            <a:r>
              <a:rPr b="0"/>
              <a:t> A possible cause must remain a possible cause. Public benchmarks use another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retrieval, tools, and the environment still matter. Research workers need evidence fidelity and coverage. The main analyst needs faithful summaries, reconciliation, and warranted uncertainty. Evaluate those responsibilities separately.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This table is a comparison framework, with no results yet. Repeat it for candidate models and versions. </a:t>
            </a:r>
            <a:r>
              <a:rPr b="1"/>
              <a:t>Read quality, cost, and latency together.</a:t>
            </a:r>
            <a:r>
              <a:rPr b="0"/>
              <a:t> Measure extraction, discussion summaries, and qualified synthesis. Count workers, retries, and verification in cost per completed brief and end-to-end latency. Route only when measured task fit supports it. A worker is not automatically a job for the cheapest model. We will measure the simple workflow before adding workers.</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Which configuration meets your product's quality requirement?</a:t>
            </a:r>
            <a:r>
              <a:rPr b="0"/>
              <a:t> The pitfall: </a:t>
            </a:r>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our illustrative request: review FRB-042's pump shutdown, summarize its discussion and decisions, compare the past year's similar FRBs, and export a cited brief. </a:t>
            </a:r>
            <a:r>
              <a:rPr b="1"/>
              <a:t>Keep possible causes distinct from established findings.</a:t>
            </a:r>
            <a:r>
              <a:rPr b="0"/>
              <a:t> Research stays within authorized internal records and attachments.</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evidence extraction, discussion summaries, and qualified synthesis. Consider context limits, tool reliability, data residency, cost per completed brief, and p95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FRB cases.</a:t>
            </a:r>
            <a:r>
              <a:rPr b="0"/>
              <a:t> A possible cause must remain a possible cause. Public benchmarks use another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retrieval, tools, and the environment still matter. Research workers need evidence fidelity and coverage. The main analyst needs faithful summaries, reconciliation, and warranted uncertainty. Evaluate those responsibilities separately.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This table is a comparison framework, with no results yet. Repeat it for candidate models and versions. </a:t>
            </a:r>
            <a:r>
              <a:rPr b="1"/>
              <a:t>Read quality, cost, and latency together.</a:t>
            </a:r>
            <a:r>
              <a:rPr b="0"/>
              <a:t> Measure extraction, discussion summaries, and qualified synthesis. Count workers, retries, and verification in cost per completed brief and end-to-end latency. Route only when measured task fit supports it. A worker is not automatically a job for the cheapest model. We will measure the simple workflow before adding workers.</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Which configuration meets your product's quality requirement?</a:t>
            </a:r>
            <a:r>
              <a:rPr b="0"/>
              <a:t> The pitfall: </a:t>
            </a:r>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From the large authorized corpus, retrieve relevant passages. The preliminary briefing says bearing wear is possible. </a:t>
            </a:r>
            <a:r>
              <a:rPr b="1"/>
              <a:t>The later minutes leave the cause unresolved and call for inspection.</a:t>
            </a:r>
            <a:r>
              <a:rPr b="0"/>
              <a:t> Keep these documents distinct.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Preserve revision, source location, and decision status. Refresh retrieval when records arrive. </a:t>
            </a:r>
            <a:r>
              <a:rPr b="1"/>
              <a:t>You own relevance, freshness, provenance, and the context budget.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Compaction must preserve the unresolved cause, inspection constraint, and access scope.</a:t>
            </a:r>
            <a:r>
              <a:rPr b="0"/>
              <a:t> Compare the sensor fault in FRB-017 and bearing wear in FRB-031. Similar symptoms do not prove a common cause. Missing, unreadable, conflicting, or unauthorized evidence needs an explicit limitation.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Adding instead of curating.</a:t>
            </a:r>
            <a:r>
              <a:rPr b="0"/>
              <a:t> A bigger window does not solve selection.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From the large authorized corpus, retrieve relevant passages. The preliminary briefing says bearing wear is possible. </a:t>
            </a:r>
            <a:r>
              <a:rPr b="1"/>
              <a:t>The later minutes leave the cause unresolved and call for inspection.</a:t>
            </a:r>
            <a:r>
              <a:rPr b="0"/>
              <a:t> Keep these documents distinct.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Preserve revision, source location, and decision status. Refresh retrieval when records arrive. </a:t>
            </a:r>
            <a:r>
              <a:rPr b="1"/>
              <a:t>You own relevance, freshness, provenance, and the context budget.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Compaction must preserve the unresolved cause, inspection constraint, and access scope.</a:t>
            </a:r>
            <a:r>
              <a:rPr b="0"/>
              <a:t> Compare the sensor fault in FRB-017 and bearing wear in FRB-031. Similar symptoms do not prove a common cause. Missing, unreadable, conflicting, or unauthorized evidence needs an explicit limitation.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Adding instead of curating.</a:t>
            </a:r>
            <a:r>
              <a:rPr b="0"/>
              <a:t> A bigger window does not solve selection.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cbc8b71f944a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6d46c87ebe404f7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25c15d9c42974f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F86EC194-59E5-436D-BCD2-7A2E7C6A83DE}"/>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6087060ee04323" /><Relationship Type="http://schemas.openxmlformats.org/officeDocument/2006/relationships/slideLayout" Target="/ppt/slideLayouts/slideLayout1.xml" Id="R30da3c2c904d4d0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934e14eb8bee4139" /><Relationship Type="http://schemas.openxmlformats.org/officeDocument/2006/relationships/slideLayout" Target="/ppt/slideLayouts/slideLayout2.xml" Id="R2248815f3d584dc5" /><Relationship Type="http://schemas.openxmlformats.org/officeDocument/2006/relationships/slideLayout" Target="/ppt/slideLayouts/slideLayout3.xml" Id="Ra59c3443c82a42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da3c2c904d4d07"/>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2248815f3d584dc5"/>
    <p:sldLayoutId xmlns:r="http://schemas.openxmlformats.org/officeDocument/2006/relationships" id="2147483652" r:id="Ra59c3443c82a42c6"/>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b48c12e8b604bbb" /><Relationship Type="http://schemas.openxmlformats.org/officeDocument/2006/relationships/notesSlide" Target="/ppt/notesSlides/notesSlide1.xml" Id="R8001d6608a8b46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e5a37f9fb6b4b3b" /><Relationship Type="http://schemas.openxmlformats.org/officeDocument/2006/relationships/notesSlide" Target="/ppt/notesSlides/notesSlide2.xml" Id="Re7ca6b053bf940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e59bc7c3c4049e1" /><Relationship Type="http://schemas.openxmlformats.org/officeDocument/2006/relationships/image" Target="/ppt/media/image.png" Id="R2939f9f48f7f4d84" /><Relationship Type="http://schemas.openxmlformats.org/officeDocument/2006/relationships/notesSlide" Target="/ppt/notesSlides/notesSlide3.xml" Id="R31aca49b607145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cd0422822744d42" /><Relationship Type="http://schemas.openxmlformats.org/officeDocument/2006/relationships/notesSlide" Target="/ppt/notesSlides/notesSlide4.xml" Id="R9680784f13b54b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f8a2d3f7e50462b" /><Relationship Type="http://schemas.openxmlformats.org/officeDocument/2006/relationships/notesSlide" Target="/ppt/notesSlides/notesSlide5.xml" Id="R33dcda7552d444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6b774bc55624134" /><Relationship Type="http://schemas.openxmlformats.org/officeDocument/2006/relationships/notesSlide" Target="/ppt/notesSlides/notesSlide6.xml" Id="Re9a6adf1f70640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2f7a0e707254261" /><Relationship Type="http://schemas.openxmlformats.org/officeDocument/2006/relationships/notesSlide" Target="/ppt/notesSlides/notesSlide7.xml" Id="Rf6bb910c64c140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5e8e194b7604cc0" /><Relationship Type="http://schemas.openxmlformats.org/officeDocument/2006/relationships/notesSlide" Target="/ppt/notesSlides/notesSlide8.xml" Id="Rf0480b947cc244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0670ccc4eb340e8" /><Relationship Type="http://schemas.openxmlformats.org/officeDocument/2006/relationships/image" Target="/ppt/media/image2.png" Id="R61581e0619b846d2" /><Relationship Type="http://schemas.openxmlformats.org/officeDocument/2006/relationships/notesSlide" Target="/ppt/notesSlides/notesSlide9.xml" Id="R823d49c36d014f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69ad1ac034d4b91" /><Relationship Type="http://schemas.openxmlformats.org/officeDocument/2006/relationships/image" Target="/ppt/media/image3.png" Id="Rd9e1d5f1d4ff487c" /><Relationship Type="http://schemas.openxmlformats.org/officeDocument/2006/relationships/notesSlide" Target="/ppt/notesSlides/notesSlide10.xml" Id="Rc7f175434b564f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8776c009a8440c1" /><Relationship Type="http://schemas.openxmlformats.org/officeDocument/2006/relationships/image" Target="/ppt/media/image4.png" Id="Radd99dffa034425f" /><Relationship Type="http://schemas.openxmlformats.org/officeDocument/2006/relationships/notesSlide" Target="/ppt/notesSlides/notesSlide11.xml" Id="R22e53bb4222f4e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41a87a1a9454a1f" /><Relationship Type="http://schemas.openxmlformats.org/officeDocument/2006/relationships/image" Target="/ppt/media/image5.png" Id="Rd509e80da00c438d" /><Relationship Type="http://schemas.openxmlformats.org/officeDocument/2006/relationships/notesSlide" Target="/ppt/notesSlides/notesSlide12.xml" Id="R139dff2bacaa47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6576774c9f54840" /><Relationship Type="http://schemas.openxmlformats.org/officeDocument/2006/relationships/image" Target="/ppt/media/image6.png" Id="R16addd9d5b254ea3" /><Relationship Type="http://schemas.openxmlformats.org/officeDocument/2006/relationships/notesSlide" Target="/ppt/notesSlides/notesSlide13.xml" Id="Rd46418c1076449c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5a7183210afa416b" /><Relationship Type="http://schemas.openxmlformats.org/officeDocument/2006/relationships/image" Target="/ppt/media/image7.png" Id="Rc32317fccc0a48d1" /><Relationship Type="http://schemas.openxmlformats.org/officeDocument/2006/relationships/notesSlide" Target="/ppt/notesSlides/notesSlide14.xml" Id="Rb10e77b9d96d41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410cea7a54204450" /><Relationship Type="http://schemas.openxmlformats.org/officeDocument/2006/relationships/notesSlide" Target="/ppt/notesSlides/notesSlide15.xml" Id="R2fc7077d55ef400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95035d0ac5f45cc" /><Relationship Type="http://schemas.openxmlformats.org/officeDocument/2006/relationships/image" Target="/ppt/media/image8.png" Id="R7b595fa942fe4968" /><Relationship Type="http://schemas.openxmlformats.org/officeDocument/2006/relationships/notesSlide" Target="/ppt/notesSlides/notesSlide16.xml" Id="R07daf618d4e44a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ec166dd30be44fe" /><Relationship Type="http://schemas.openxmlformats.org/officeDocument/2006/relationships/image" Target="/ppt/media/image9.png" Id="R5890696abd144ab7" /><Relationship Type="http://schemas.openxmlformats.org/officeDocument/2006/relationships/notesSlide" Target="/ppt/notesSlides/notesSlide17.xml" Id="R50bce3a3f34f4a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12f7017f7c844051" /><Relationship Type="http://schemas.openxmlformats.org/officeDocument/2006/relationships/image" Target="/ppt/media/image9.png" Id="R8543459beabf468f" /><Relationship Type="http://schemas.openxmlformats.org/officeDocument/2006/relationships/notesSlide" Target="/ppt/notesSlides/notesSlide18.xml" Id="Re0dd5aae24254e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58338a09bad141ed" /><Relationship Type="http://schemas.openxmlformats.org/officeDocument/2006/relationships/image" Target="/ppt/media/image9.png" Id="R65c1721995ff4b56" /><Relationship Type="http://schemas.openxmlformats.org/officeDocument/2006/relationships/notesSlide" Target="/ppt/notesSlides/notesSlide19.xml" Id="Rfe6af8eaea2c41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b4df64717bb4143" /><Relationship Type="http://schemas.openxmlformats.org/officeDocument/2006/relationships/image" Target="/ppt/media/image9.png" Id="Rc22b180d18b64f17" /><Relationship Type="http://schemas.openxmlformats.org/officeDocument/2006/relationships/notesSlide" Target="/ppt/notesSlides/notesSlide20.xml" Id="Ra2b8eef9b2ac4dc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9e63e1eeac264682" /><Relationship Type="http://schemas.openxmlformats.org/officeDocument/2006/relationships/notesSlide" Target="/ppt/notesSlides/notesSlide21.xml" Id="R3d1e63a3c1be48b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ee157b3384140bf" /><Relationship Type="http://schemas.openxmlformats.org/officeDocument/2006/relationships/image" Target="/ppt/media/image10.png" Id="Rcda886dd48434845" /><Relationship Type="http://schemas.openxmlformats.org/officeDocument/2006/relationships/notesSlide" Target="/ppt/notesSlides/notesSlide22.xml" Id="R6058e5df81894ae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37ee3802038f4901" /><Relationship Type="http://schemas.openxmlformats.org/officeDocument/2006/relationships/image" Target="/ppt/media/image10.png" Id="R74719e69c5d04601" /><Relationship Type="http://schemas.openxmlformats.org/officeDocument/2006/relationships/notesSlide" Target="/ppt/notesSlides/notesSlide23.xml" Id="Rc9a9b81c359a4b0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cf7fc77c3e174934" /><Relationship Type="http://schemas.openxmlformats.org/officeDocument/2006/relationships/image" Target="/ppt/media/image10.png" Id="R87b66c4fa49a48eb" /><Relationship Type="http://schemas.openxmlformats.org/officeDocument/2006/relationships/notesSlide" Target="/ppt/notesSlides/notesSlide24.xml" Id="R4fae9374fc9b4ab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db832edd0b7849c7" /><Relationship Type="http://schemas.openxmlformats.org/officeDocument/2006/relationships/image" Target="/ppt/media/image11.png" Id="R62160ba9c27349af" /><Relationship Type="http://schemas.openxmlformats.org/officeDocument/2006/relationships/notesSlide" Target="/ppt/notesSlides/notesSlide25.xml" Id="Rbf906aff17144b2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1e70bb8c59dd4a2a" /><Relationship Type="http://schemas.openxmlformats.org/officeDocument/2006/relationships/image" Target="/ppt/media/image11.png" Id="R5f8993f6914a4aa5" /><Relationship Type="http://schemas.openxmlformats.org/officeDocument/2006/relationships/notesSlide" Target="/ppt/notesSlides/notesSlide26.xml" Id="R8d8ddd9155cd42d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903aed02188e433a" /><Relationship Type="http://schemas.openxmlformats.org/officeDocument/2006/relationships/notesSlide" Target="/ppt/notesSlides/notesSlide27.xml" Id="Ra7b40421f47f460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e0eebc18e5474e4f" /><Relationship Type="http://schemas.openxmlformats.org/officeDocument/2006/relationships/image" Target="/ppt/media/image12.png" Id="R2129016fb52949d7" /><Relationship Type="http://schemas.openxmlformats.org/officeDocument/2006/relationships/notesSlide" Target="/ppt/notesSlides/notesSlide28.xml" Id="R3ca34a919b76484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6a982eefdc224d5c" /><Relationship Type="http://schemas.openxmlformats.org/officeDocument/2006/relationships/image" Target="/ppt/media/image12.png" Id="Rb49c0b28372644c0" /><Relationship Type="http://schemas.openxmlformats.org/officeDocument/2006/relationships/notesSlide" Target="/ppt/notesSlides/notesSlide29.xml" Id="R9f539f1726a9469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fd54db85d20e455b" /><Relationship Type="http://schemas.openxmlformats.org/officeDocument/2006/relationships/image" Target="/ppt/media/image13.png" Id="R46e441fae0e84cc3" /><Relationship Type="http://schemas.openxmlformats.org/officeDocument/2006/relationships/notesSlide" Target="/ppt/notesSlides/notesSlide30.xml" Id="Rb5acd07d2bf44b4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94024fe977a143f7" /><Relationship Type="http://schemas.openxmlformats.org/officeDocument/2006/relationships/image" Target="/ppt/media/image13.png" Id="R5f7ed0b8a49c4456" /><Relationship Type="http://schemas.openxmlformats.org/officeDocument/2006/relationships/notesSlide" Target="/ppt/notesSlides/notesSlide31.xml" Id="R011cb29e789349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663195694db84b10" /><Relationship Type="http://schemas.openxmlformats.org/officeDocument/2006/relationships/notesSlide" Target="/ppt/notesSlides/notesSlide32.xml" Id="R9091b95e81734c4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5aa9d1e81850405c" /><Relationship Type="http://schemas.openxmlformats.org/officeDocument/2006/relationships/image" Target="/ppt/media/image14.png" Id="R73de7cee32f44e5a" /><Relationship Type="http://schemas.openxmlformats.org/officeDocument/2006/relationships/notesSlide" Target="/ppt/notesSlides/notesSlide33.xml" Id="R3e937d6da7254e1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ceac6f20fca347ca" /><Relationship Type="http://schemas.openxmlformats.org/officeDocument/2006/relationships/image" Target="/ppt/media/image14.png" Id="R1ab22e89d0984d90" /><Relationship Type="http://schemas.openxmlformats.org/officeDocument/2006/relationships/notesSlide" Target="/ppt/notesSlides/notesSlide34.xml" Id="R5fcfabcbaed244d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cc64c2f7ee7c4f21" /><Relationship Type="http://schemas.openxmlformats.org/officeDocument/2006/relationships/image" Target="/ppt/media/image14.png" Id="R7d7b8072c9474628" /><Relationship Type="http://schemas.openxmlformats.org/officeDocument/2006/relationships/notesSlide" Target="/ppt/notesSlides/notesSlide35.xml" Id="R5c0d5c35354e4e6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cfd5371c2a7c407b" /><Relationship Type="http://schemas.openxmlformats.org/officeDocument/2006/relationships/image" Target="/ppt/media/image14.png" Id="Rd2f271d16d014bc4" /><Relationship Type="http://schemas.openxmlformats.org/officeDocument/2006/relationships/notesSlide" Target="/ppt/notesSlides/notesSlide36.xml" Id="Rbae5528b0f17494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c73141123b4c4541" /><Relationship Type="http://schemas.openxmlformats.org/officeDocument/2006/relationships/image" Target="/ppt/media/image15.png" Id="R6459513bbaef452a" /><Relationship Type="http://schemas.openxmlformats.org/officeDocument/2006/relationships/notesSlide" Target="/ppt/notesSlides/notesSlide37.xml" Id="R8aaf25a6e2b9408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021ecb45f24444f7" /><Relationship Type="http://schemas.openxmlformats.org/officeDocument/2006/relationships/image" Target="/ppt/media/image15.png" Id="R5492c40a9ed8415b" /><Relationship Type="http://schemas.openxmlformats.org/officeDocument/2006/relationships/notesSlide" Target="/ppt/notesSlides/notesSlide38.xml" Id="R25b0d0b9c2134e9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cd00fc6b790b4932" /><Relationship Type="http://schemas.openxmlformats.org/officeDocument/2006/relationships/image" Target="/ppt/media/image15.png" Id="R51302ab769d44a07" /><Relationship Type="http://schemas.openxmlformats.org/officeDocument/2006/relationships/notesSlide" Target="/ppt/notesSlides/notesSlide39.xml" Id="R12e59b7c994246a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6aedb2d6165f41d1" /><Relationship Type="http://schemas.openxmlformats.org/officeDocument/2006/relationships/notesSlide" Target="/ppt/notesSlides/notesSlide40.xml" Id="Raac969a4933a4b0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ff177a07f2e1472b" /><Relationship Type="http://schemas.openxmlformats.org/officeDocument/2006/relationships/image" Target="/ppt/media/image16.png" Id="Rc34e9270c4a24e69" /><Relationship Type="http://schemas.openxmlformats.org/officeDocument/2006/relationships/notesSlide" Target="/ppt/notesSlides/notesSlide41.xml" Id="R5c965ddf92ba417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67fbf9c0396c4511" /><Relationship Type="http://schemas.openxmlformats.org/officeDocument/2006/relationships/image" Target="/ppt/media/image16.png" Id="R8625592c4415468e" /><Relationship Type="http://schemas.openxmlformats.org/officeDocument/2006/relationships/notesSlide" Target="/ppt/notesSlides/notesSlide42.xml" Id="Rcc4c94f50e25414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972e381df7304e8d" /><Relationship Type="http://schemas.openxmlformats.org/officeDocument/2006/relationships/image" Target="/ppt/media/image16.png" Id="R353ba24637d74b25" /><Relationship Type="http://schemas.openxmlformats.org/officeDocument/2006/relationships/notesSlide" Target="/ppt/notesSlides/notesSlide43.xml" Id="R4c0c1025013746e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a5ddb681dbc2447c" /><Relationship Type="http://schemas.openxmlformats.org/officeDocument/2006/relationships/image" Target="/ppt/media/image16.png" Id="R548021e209c24284" /><Relationship Type="http://schemas.openxmlformats.org/officeDocument/2006/relationships/notesSlide" Target="/ppt/notesSlides/notesSlide44.xml" Id="R215416c40dda4a1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2fe9ca11d2b3412b" /><Relationship Type="http://schemas.openxmlformats.org/officeDocument/2006/relationships/image" Target="/ppt/media/image17.png" Id="Rf35cd20e32d54259" /><Relationship Type="http://schemas.openxmlformats.org/officeDocument/2006/relationships/notesSlide" Target="/ppt/notesSlides/notesSlide45.xml" Id="R4dd68ffacaf84e3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d92778e8d1ef4388" /><Relationship Type="http://schemas.openxmlformats.org/officeDocument/2006/relationships/image" Target="/ppt/media/image17.png" Id="Re80b26f917bb4ab9" /><Relationship Type="http://schemas.openxmlformats.org/officeDocument/2006/relationships/notesSlide" Target="/ppt/notesSlides/notesSlide46.xml" Id="Rc8c693e5fd944fb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3c713b2f6cea4d28" /><Relationship Type="http://schemas.openxmlformats.org/officeDocument/2006/relationships/notesSlide" Target="/ppt/notesSlides/notesSlide47.xml" Id="R7f5cc382045849e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39f848efaab94717" /><Relationship Type="http://schemas.openxmlformats.org/officeDocument/2006/relationships/image" Target="/ppt/media/image18.png" Id="R7dcc836623674930" /><Relationship Type="http://schemas.openxmlformats.org/officeDocument/2006/relationships/notesSlide" Target="/ppt/notesSlides/notesSlide48.xml" Id="Rf08a605b14c8431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d7e196fd6d3d48c0" /><Relationship Type="http://schemas.openxmlformats.org/officeDocument/2006/relationships/image" Target="/ppt/media/image18.png" Id="Ra8c94286d8ac4651" /><Relationship Type="http://schemas.openxmlformats.org/officeDocument/2006/relationships/notesSlide" Target="/ppt/notesSlides/notesSlide49.xml" Id="R3241763c0cd54bf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88b6424b681e48d5" /><Relationship Type="http://schemas.openxmlformats.org/officeDocument/2006/relationships/image" Target="/ppt/media/image18.png" Id="R5add902812e448ac" /><Relationship Type="http://schemas.openxmlformats.org/officeDocument/2006/relationships/notesSlide" Target="/ppt/notesSlides/notesSlide50.xml" Id="R49ee5aa6b8fc4c3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c242e7a1ee1e440c" /><Relationship Type="http://schemas.openxmlformats.org/officeDocument/2006/relationships/image" Target="/ppt/media/image18.png" Id="R2a0be3faef184393" /><Relationship Type="http://schemas.openxmlformats.org/officeDocument/2006/relationships/notesSlide" Target="/ppt/notesSlides/notesSlide51.xml" Id="R9dee243c1aea495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35aa7e37eb2b48bd" /><Relationship Type="http://schemas.openxmlformats.org/officeDocument/2006/relationships/image" Target="/ppt/media/image19.png" Id="R7ac89a8025554a8f" /><Relationship Type="http://schemas.openxmlformats.org/officeDocument/2006/relationships/notesSlide" Target="/ppt/notesSlides/notesSlide52.xml" Id="Re90e57c908c3456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39be128c25d0430d" /><Relationship Type="http://schemas.openxmlformats.org/officeDocument/2006/relationships/image" Target="/ppt/media/image20.png" Id="Rde15ad43121743a5" /><Relationship Type="http://schemas.openxmlformats.org/officeDocument/2006/relationships/notesSlide" Target="/ppt/notesSlides/notesSlide53.xml" Id="R96bfd42f47084a3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ddc8b5e73e5a4bca" /><Relationship Type="http://schemas.openxmlformats.org/officeDocument/2006/relationships/notesSlide" Target="/ppt/notesSlides/notesSlide54.xml" Id="Rcf0a7a2c264040b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1fe704822d224ebd" /><Relationship Type="http://schemas.openxmlformats.org/officeDocument/2006/relationships/image" Target="/ppt/media/image21.png" Id="Reeab57a32eaa4c70" /><Relationship Type="http://schemas.openxmlformats.org/officeDocument/2006/relationships/notesSlide" Target="/ppt/notesSlides/notesSlide55.xml" Id="R8fb6ab0892994cf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c7b80aa51e42409f" /><Relationship Type="http://schemas.openxmlformats.org/officeDocument/2006/relationships/image" Target="/ppt/media/image21.png" Id="Re160b5cf6cc14d1b" /><Relationship Type="http://schemas.openxmlformats.org/officeDocument/2006/relationships/notesSlide" Target="/ppt/notesSlides/notesSlide56.xml" Id="R30f6deb031ba468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4f8f02b73edc4a7a" /><Relationship Type="http://schemas.openxmlformats.org/officeDocument/2006/relationships/image" Target="/ppt/media/image22.png" Id="R40301b9135ac4555" /><Relationship Type="http://schemas.openxmlformats.org/officeDocument/2006/relationships/notesSlide" Target="/ppt/notesSlides/notesSlide57.xml" Id="R15a23c91a7994ee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efb43d4e97324470" /><Relationship Type="http://schemas.openxmlformats.org/officeDocument/2006/relationships/image" Target="/ppt/media/image23.png" Id="R9c89a65e56e346b0" /><Relationship Type="http://schemas.openxmlformats.org/officeDocument/2006/relationships/notesSlide" Target="/ppt/notesSlides/notesSlide58.xml" Id="R26c108ff2fb7498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dee34a741a8142b0" /><Relationship Type="http://schemas.openxmlformats.org/officeDocument/2006/relationships/image" Target="/ppt/media/image23.png" Id="R1fb2decfaac94a15" /><Relationship Type="http://schemas.openxmlformats.org/officeDocument/2006/relationships/notesSlide" Target="/ppt/notesSlides/notesSlide59.xml" Id="R63c974d9264240b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2.xml" Id="Re9f4f87b6997421e" /><Relationship Type="http://schemas.openxmlformats.org/officeDocument/2006/relationships/notesSlide" Target="/ppt/notesSlides/notesSlide60.xml" Id="Rb7142594791d467c" /></Relationships>
</file>

<file path=ppt/slides/_rels/slide61.xml.rels>&#65279;<?xml version="1.0" encoding="utf-8"?><Relationships xmlns="http://schemas.openxmlformats.org/package/2006/relationships"><Relationship Type="http://schemas.openxmlformats.org/officeDocument/2006/relationships/slideLayout" Target="/ppt/slideLayouts/slideLayout2.xml" Id="R07976b0ed8ae4be6" /><Relationship Type="http://schemas.openxmlformats.org/officeDocument/2006/relationships/image" Target="/ppt/media/image24.png" Id="R73eaac7cefc24076" /><Relationship Type="http://schemas.openxmlformats.org/officeDocument/2006/relationships/notesSlide" Target="/ppt/notesSlides/notesSlide61.xml" Id="R221b3e2e483844d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36ddec16b83246c6" /><Relationship Type="http://schemas.openxmlformats.org/officeDocument/2006/relationships/image" Target="/ppt/media/image24.png" Id="Rb07b55f2e34e4194" /><Relationship Type="http://schemas.openxmlformats.org/officeDocument/2006/relationships/notesSlide" Target="/ppt/notesSlides/notesSlide62.xml" Id="R0a758da4315946b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2.xml" Id="R0602c25d12154dc6" /><Relationship Type="http://schemas.openxmlformats.org/officeDocument/2006/relationships/notesSlide" Target="/ppt/notesSlides/notesSlide63.xml" Id="R3d86d6081f684789" /></Relationships>
</file>

<file path=ppt/slides/_rels/slide64.xml.rels>&#65279;<?xml version="1.0" encoding="utf-8"?><Relationships xmlns="http://schemas.openxmlformats.org/package/2006/relationships"><Relationship Type="http://schemas.openxmlformats.org/officeDocument/2006/relationships/slideLayout" Target="/ppt/slideLayouts/slideLayout2.xml" Id="R95078fd40f5f4109" /><Relationship Type="http://schemas.openxmlformats.org/officeDocument/2006/relationships/notesSlide" Target="/ppt/notesSlides/notesSlide64.xml" Id="Rc9b71bf3ca4d4b02"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BC589FAC-268A-4240-A764-8E072C0AE17E}"/>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306D5665-E0D1-4582-B6BC-B09CBDD50067}"/>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CD023679-953A-404A-B12C-CA6231E98A70}"/>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38220510-84F1-4E06-A666-FA008A66E1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4156713180"/>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E36F5709-E241-4951-81A5-18344C19F338}"/>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F4F6967F-E275-4452-AF28-021FBAB90703}"/>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853EB89C-3CEA-4A59-BB53-2336CDB9DF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557310051"/>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2939f9f48f7f4d84"/>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6AAFC51A-20D3-42EC-B47F-16985FB8970E}"/>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D0FCA1E5-38B8-4EF0-A036-D8DDAF434D7E}"/>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D361C3E3-7254-4823-8D38-B60A1F197B7E}"/>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159B01EE-B295-4EB8-9F83-F7F9470A4FD3}"/>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66837CD7-3BE8-4CDD-8AE8-325DE55C0631}"/>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9D79F457-E495-4E7A-BADF-644ED02031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1254800552"/>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36EFD53D-4D60-4D1B-B7D0-AE9AEFB9E0E3}"/>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F313BCB6-0B14-42EE-AAF6-1B852FDE1655}"/>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338DF947-7AAD-43D4-BF9B-05F1ACEE6E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764039466"/>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73171C93-3F5D-44BC-8EC0-ACC9EB69C7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837003864"/>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E3D7466C-417C-42DF-B292-9126DF330495}"/>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D993A73D-9C27-41B8-B6BE-B9FA4F60A801}"/>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4948B2A1-F347-4D01-AE02-DABD6994CB93}"/>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93D389D0-B021-48D1-A268-2BFAA29A762C}"/>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7D5142E2-9B2E-410C-81B7-E5A3A5B5C3AD}"/>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8E30D971-24D9-487D-BCC4-DDF562C77292}"/>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5E50986E-2CFB-433F-ABBD-48800F1EFC72}"/>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109BD9DD-DE19-422E-9E4B-6041D41498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466958469"/>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E4CC9C0F-4CB0-4324-A1A0-FE3060AABD42}"/>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B45F91B2-EDE7-4618-B002-316778804135}"/>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5D73D492-E649-4EDC-A317-4ABAB1012B22}"/>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B35F40B6-B73C-4C94-81F4-5BB57E544E67}"/>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527C5DA4-CB08-4766-A895-706580980C73}"/>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2F840BF7-07A8-4B41-9C48-91A25384DF7C}"/>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387FAF08-AECC-43CC-BC34-46CE920151F0}"/>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D57D3926-9BB0-4B91-B5AA-6E48ECAB3BBF}"/>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8C25CAFC-F482-4CB6-837C-2C932CE74A01}"/>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14C98006-A908-4CB2-B632-59DD3C9A0BD6}"/>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736D8A7C-33BC-4B1C-B9DF-DD0B748FE8E5}"/>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8F15C56B-D760-4A2D-AA85-54A8E953E5C7}"/>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7E997B8A-7311-4B27-B5CD-82BF87434305}"/>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2A9C4D07-A1B8-4A28-9E84-667BBB799693}"/>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97CD7394-7A1B-4D6D-B4CD-4D3326D8BAFF}"/>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904C0F63-1609-4AFE-AE8D-D00835869586}"/>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0946ED3A-E2A6-4BE6-889E-E45E4268DAAA}"/>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E03036B3-DCC8-4AAC-9FE7-EBA5BC064470}"/>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57C956A5-76F3-4CDE-9FD1-24F50FFDC0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81997780"/>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071FE4CD-FF6E-4B5E-A916-7C41E9DFDA37}"/>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0D696811-EDC8-4A01-96B9-33AE9D7FCE3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F02BD911-E5CB-4738-A7EF-A706E247D1D4}"/>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9357C8BB-FF50-424E-BFFF-AB21D7B0CF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6570802"/>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61581e0619b846d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A455CC74-B3C8-4E8F-A08F-D3EC5F594D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237280976"/>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d9e1d5f1d4ff487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96F1D7B8-047D-498B-97F6-34BCDC54A4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753689595"/>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add99dffa034425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D6780689-51FA-44AB-BD53-49BE9CD4F9A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092823675"/>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d509e80da00c438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C402E2AC-820F-45AF-BAE8-487463210E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252234389"/>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16addd9d5b254ea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9ACAD011-9B70-4FCD-8DFA-69C631B2967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813248961"/>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c32317fccc0a48d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8DFB6566-C0A7-4C3E-8D4B-AF7F28312F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12847296"/>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2A40F139-1EC6-4362-BDCE-183CF76BDDF3}"/>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1B5F6A23-7E4B-4A0D-A8F8-5F17861BCFE3}"/>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0AD1C910-64D6-48A2-AC29-05ACB0B4518E}"/>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FE9AECE0-B251-4EC8-A376-01D3FD03BCF1}"/>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C2E8993A-C4E1-416E-82B4-1D11060CB64E}"/>
              </a:ext>
            </a:extLst>
          </p:cNvPr>
          <p:cNvSpPr>
            <a:spLocks xmlns:a="http://schemas.openxmlformats.org/drawingml/2006/main"/>
          </p:cNvSpPr>
          <p:nvPr/>
        </p:nvSpPr>
        <p:spPr>
          <a:xfrm xmlns:a="http://schemas.openxmlformats.org/drawingml/2006/main">
            <a:off x="609600" y="2082800"/>
            <a:ext cx="72136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41CF50FB-871F-436E-BC9E-CFB9EB552FBF}"/>
              </a:ext>
            </a:extLst>
          </p:cNvPr>
          <p:cNvSpPr>
            <a:spLocks xmlns:a="http://schemas.openxmlformats.org/drawingml/2006/main"/>
          </p:cNvSpPr>
          <p:nvPr/>
        </p:nvSpPr>
        <p:spPr>
          <a:xfrm xmlns:a="http://schemas.openxmlformats.org/drawingml/2006/main">
            <a:off x="812800" y="2781300"/>
            <a:ext cx="6807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CBB2C66B-607F-4A57-95BD-8F013AC97CB1}"/>
              </a:ext>
            </a:extLst>
          </p:cNvPr>
          <p:cNvSpPr>
            <a:spLocks xmlns:a="http://schemas.openxmlformats.org/drawingml/2006/main"/>
          </p:cNvSpPr>
          <p:nvPr/>
        </p:nvSpPr>
        <p:spPr>
          <a:xfrm xmlns:a="http://schemas.openxmlformats.org/drawingml/2006/main">
            <a:off x="812800" y="3302000"/>
            <a:ext cx="68072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screenshot-Codex CLI">
            <a:extLst xmlns:a="http://schemas.openxmlformats.org/drawingml/2006/main">
              <a:ext uri="{FF2B5EF4-FFF2-40B4-BE49-F238E27FC236}">
                <a16:creationId xmlns:a16="http://schemas.microsoft.com/office/drawing/2014/main" id="{E73F8EFB-1D32-4DF8-90C2-C9B7EDC9F97A}"/>
              </a:ext>
            </a:extLst>
          </p:cNvPr>
          <p:cNvSpPr>
            <a:spLocks xmlns:a="http://schemas.openxmlformats.org/drawingml/2006/main"/>
          </p:cNvSpPr>
          <p:nvPr/>
        </p:nvSpPr>
        <p:spPr>
          <a:xfrm xmlns:a="http://schemas.openxmlformats.org/drawingml/2006/main">
            <a:off x="8128000" y="2082800"/>
            <a:ext cx="34544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71" name="08-text-3">
            <a:extLst xmlns:a="http://schemas.openxmlformats.org/drawingml/2006/main">
              <a:ext uri="{FF2B5EF4-FFF2-40B4-BE49-F238E27FC236}">
                <a16:creationId xmlns:a16="http://schemas.microsoft.com/office/drawing/2014/main" id="{3A781501-FD91-453B-BBDA-8CAA4EE9A3A1}"/>
              </a:ext>
            </a:extLst>
          </p:cNvPr>
          <p:cNvSpPr>
            <a:spLocks xmlns:a="http://schemas.openxmlformats.org/drawingml/2006/main"/>
          </p:cNvSpPr>
          <p:nvPr/>
        </p:nvSpPr>
        <p:spPr>
          <a:xfrm xmlns:a="http://schemas.openxmlformats.org/drawingml/2006/main">
            <a:off x="8331200" y="2781300"/>
            <a:ext cx="3048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2" name="08-text-4">
            <a:extLst xmlns:a="http://schemas.openxmlformats.org/drawingml/2006/main">
              <a:ext uri="{FF2B5EF4-FFF2-40B4-BE49-F238E27FC236}">
                <a16:creationId xmlns:a16="http://schemas.microsoft.com/office/drawing/2014/main" id="{DED603B9-F020-4ADF-9C83-DFBDBE6FFF4D}"/>
              </a:ext>
            </a:extLst>
          </p:cNvPr>
          <p:cNvSpPr>
            <a:spLocks xmlns:a="http://schemas.openxmlformats.org/drawingml/2006/main"/>
          </p:cNvSpPr>
          <p:nvPr/>
        </p:nvSpPr>
        <p:spPr>
          <a:xfrm xmlns:a="http://schemas.openxmlformats.org/drawingml/2006/main">
            <a:off x="8331200" y="3302000"/>
            <a:ext cx="30480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 effort choices</a:t>
            </a:r>
          </a:p>
        </p:txBody>
      </p:sp>
      <p:sp>
        <p:nvSpPr>
          <p:cNvPr id="73" name="08-text-5">
            <a:extLst xmlns:a="http://schemas.openxmlformats.org/drawingml/2006/main">
              <a:ext uri="{FF2B5EF4-FFF2-40B4-BE49-F238E27FC236}">
                <a16:creationId xmlns:a16="http://schemas.microsoft.com/office/drawing/2014/main" id="{C1DD7D71-5D1E-4D2B-BF41-D4EFA699051C}"/>
              </a:ext>
            </a:extLst>
          </p:cNvPr>
          <p:cNvSpPr>
            <a:spLocks xmlns:a="http://schemas.openxmlformats.org/drawingml/2006/main"/>
          </p:cNvSpPr>
          <p:nvPr/>
        </p:nvSpPr>
        <p:spPr>
          <a:xfrm xmlns:a="http://schemas.openxmlformats.org/drawingml/2006/main">
            <a:off x="609600" y="55880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Desktop, the model picker</a:t>
            </a:r>
          </a:p>
        </p:txBody>
      </p:sp>
      <p:sp>
        <p:nvSpPr>
          <p:cNvPr id="74" name="08-text-6">
            <a:extLst xmlns:a="http://schemas.openxmlformats.org/drawingml/2006/main">
              <a:ext uri="{FF2B5EF4-FFF2-40B4-BE49-F238E27FC236}">
                <a16:creationId xmlns:a16="http://schemas.microsoft.com/office/drawing/2014/main" id="{5CE472EE-BF98-4B54-8A1F-28D6DD816032}"/>
              </a:ext>
            </a:extLst>
          </p:cNvPr>
          <p:cNvSpPr>
            <a:spLocks xmlns:a="http://schemas.openxmlformats.org/drawingml/2006/main"/>
          </p:cNvSpPr>
          <p:nvPr/>
        </p:nvSpPr>
        <p:spPr>
          <a:xfrm xmlns:a="http://schemas.openxmlformats.org/drawingml/2006/main">
            <a:off x="8128000" y="55880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/model</a:t>
            </a:r>
          </a:p>
        </p:txBody>
      </p:sp>
      <p:sp>
        <p:nvSpPr>
          <p:cNvPr id="75" name="narrative-number">
            <a:extLst xmlns:a="http://schemas.openxmlformats.org/drawingml/2006/main">
              <a:ext uri="{FF2B5EF4-FFF2-40B4-BE49-F238E27FC236}">
                <a16:creationId xmlns:a16="http://schemas.microsoft.com/office/drawing/2014/main" id="{C8A2F852-56A8-4AA9-A235-B35CCD722B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900881356"/>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E3373BB0-18E8-4F5D-B7EB-EA62992155B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user</a:t>
            </a:r>
          </a:p>
        </p:txBody>
      </p:sp>
      <p:pic>
        <p:nvPicPr>
          <p:cNvPr id="94" name="mini-map"/>
          <p:cNvPicPr>
            <a:picLocks xmlns:a="http://schemas.openxmlformats.org/drawingml/2006/main" noChangeAspect="1"/>
          </p:cNvPicPr>
          <p:nvPr/>
        </p:nvPicPr>
        <p:blipFill>
          <a:blip xmlns:r="http://schemas.openxmlformats.org/officeDocument/2006/relationships" xmlns:a="http://schemas.openxmlformats.org/drawingml/2006/main" r:embed="R7b595fa942fe496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header-divider">
            <a:extLst xmlns:a="http://schemas.openxmlformats.org/drawingml/2006/main">
              <a:ext uri="{FF2B5EF4-FFF2-40B4-BE49-F238E27FC236}">
                <a16:creationId xmlns:a16="http://schemas.microsoft.com/office/drawing/2014/main" id="{F2396AF9-6E85-4BE3-87B6-34790C6478C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9" name="!!screenshot-Devin Desktop">
            <a:extLst xmlns:a="http://schemas.openxmlformats.org/drawingml/2006/main">
              <a:ext uri="{FF2B5EF4-FFF2-40B4-BE49-F238E27FC236}">
                <a16:creationId xmlns:a16="http://schemas.microsoft.com/office/drawing/2014/main" id="{1AF90A3B-6D0C-4CE5-A0D7-D14064015838}"/>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0" name="08b-text-1">
            <a:extLst xmlns:a="http://schemas.openxmlformats.org/drawingml/2006/main">
              <a:ext uri="{FF2B5EF4-FFF2-40B4-BE49-F238E27FC236}">
                <a16:creationId xmlns:a16="http://schemas.microsoft.com/office/drawing/2014/main" id="{873420D7-8671-4C45-88F2-33CB20480B09}"/>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1" name="08b-text-2">
            <a:extLst xmlns:a="http://schemas.openxmlformats.org/drawingml/2006/main">
              <a:ext uri="{FF2B5EF4-FFF2-40B4-BE49-F238E27FC236}">
                <a16:creationId xmlns:a16="http://schemas.microsoft.com/office/drawing/2014/main" id="{2079A3D2-7164-45F0-B661-DB3C38794C41}"/>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Devin Desktop</a:t>
            </a:r>
          </a:p>
        </p:txBody>
      </p:sp>
      <p:sp>
        <p:nvSpPr>
          <p:cNvPr id="82" name="!!screenshot-Codex CLI">
            <a:extLst xmlns:a="http://schemas.openxmlformats.org/drawingml/2006/main">
              <a:ext uri="{FF2B5EF4-FFF2-40B4-BE49-F238E27FC236}">
                <a16:creationId xmlns:a16="http://schemas.microsoft.com/office/drawing/2014/main" id="{BA73E5BD-28F8-49BA-A0F0-512ABC43398C}"/>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3" name="08b-text-3">
            <a:extLst xmlns:a="http://schemas.openxmlformats.org/drawingml/2006/main">
              <a:ext uri="{FF2B5EF4-FFF2-40B4-BE49-F238E27FC236}">
                <a16:creationId xmlns:a16="http://schemas.microsoft.com/office/drawing/2014/main" id="{F5F7B248-489A-401C-8F16-2A6526B319E8}"/>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4" name="08b-text-4">
            <a:extLst xmlns:a="http://schemas.openxmlformats.org/drawingml/2006/main">
              <a:ext uri="{FF2B5EF4-FFF2-40B4-BE49-F238E27FC236}">
                <a16:creationId xmlns:a16="http://schemas.microsoft.com/office/drawing/2014/main" id="{BB92122D-343D-4ECC-A88D-D3393817A659}"/>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Codex CLI</a:t>
            </a:r>
          </a:p>
        </p:txBody>
      </p:sp>
      <p:sp>
        <p:nvSpPr>
          <p:cNvPr id="85" name="08b-text-5">
            <a:extLst xmlns:a="http://schemas.openxmlformats.org/drawingml/2006/main">
              <a:ext uri="{FF2B5EF4-FFF2-40B4-BE49-F238E27FC236}">
                <a16:creationId xmlns:a16="http://schemas.microsoft.com/office/drawing/2014/main" id="{A3358364-408B-406C-ACAA-0146D03065F7}"/>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Provider responsibilities behind the picker:</a:t>
            </a:r>
          </a:p>
        </p:txBody>
      </p:sp>
      <p:sp>
        <p:nvSpPr>
          <p:cNvPr id="86" name="08b-text-6">
            <a:extLst xmlns:a="http://schemas.openxmlformats.org/drawingml/2006/main">
              <a:ext uri="{FF2B5EF4-FFF2-40B4-BE49-F238E27FC236}">
                <a16:creationId xmlns:a16="http://schemas.microsoft.com/office/drawing/2014/main" id="{37861DD6-8BE1-4F6E-A4A6-464FB484498D}"/>
              </a:ext>
            </a:extLst>
          </p:cNvPr>
          <p:cNvSpPr>
            <a:spLocks xmlns:a="http://schemas.openxmlformats.org/drawingml/2006/main"/>
          </p:cNvSpPr>
          <p:nvPr/>
        </p:nvSpPr>
        <p:spPr>
          <a:xfrm xmlns:a="http://schemas.openxmlformats.org/drawingml/2006/main">
            <a:off x="609600" y="29845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Defaults.</a:t>
            </a:r>
          </a:p>
        </p:txBody>
      </p:sp>
      <p:sp>
        <p:nvSpPr>
          <p:cNvPr id="87" name="08b-text-7">
            <a:extLst xmlns:a="http://schemas.openxmlformats.org/drawingml/2006/main">
              <a:ext uri="{FF2B5EF4-FFF2-40B4-BE49-F238E27FC236}">
                <a16:creationId xmlns:a16="http://schemas.microsoft.com/office/drawing/2014/main" id="{B9BC5B3B-90A0-4947-838A-9B5345F4BC9C}"/>
              </a:ext>
            </a:extLst>
          </p:cNvPr>
          <p:cNvSpPr>
            <a:spLocks xmlns:a="http://schemas.openxmlformats.org/drawingml/2006/main"/>
          </p:cNvSpPr>
          <p:nvPr/>
        </p:nvSpPr>
        <p:spPr>
          <a:xfrm xmlns:a="http://schemas.openxmlformats.org/drawingml/2006/main">
            <a:off x="609600" y="34544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Model-specific prompt and tool tuning.</a:t>
            </a:r>
          </a:p>
        </p:txBody>
      </p:sp>
      <p:sp>
        <p:nvSpPr>
          <p:cNvPr id="88" name="08b-text-8">
            <a:extLst xmlns:a="http://schemas.openxmlformats.org/drawingml/2006/main">
              <a:ext uri="{FF2B5EF4-FFF2-40B4-BE49-F238E27FC236}">
                <a16:creationId xmlns:a16="http://schemas.microsoft.com/office/drawing/2014/main" id="{F16179EF-1499-4463-93A5-BB319B19F0CD}"/>
              </a:ext>
            </a:extLst>
          </p:cNvPr>
          <p:cNvSpPr>
            <a:spLocks xmlns:a="http://schemas.openxmlformats.org/drawingml/2006/main"/>
          </p:cNvSpPr>
          <p:nvPr/>
        </p:nvSpPr>
        <p:spPr>
          <a:xfrm xmlns:a="http://schemas.openxmlformats.org/drawingml/2006/main">
            <a:off x="609600" y="39243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Failover.</a:t>
            </a:r>
          </a:p>
        </p:txBody>
      </p:sp>
      <p:sp>
        <p:nvSpPr>
          <p:cNvPr id="89" name="08b-text-9">
            <a:extLst xmlns:a="http://schemas.openxmlformats.org/drawingml/2006/main">
              <a:ext uri="{FF2B5EF4-FFF2-40B4-BE49-F238E27FC236}">
                <a16:creationId xmlns:a16="http://schemas.microsoft.com/office/drawing/2014/main" id="{CDBBDBE1-0813-4AF5-971D-34A896C84DB2}"/>
              </a:ext>
            </a:extLst>
          </p:cNvPr>
          <p:cNvSpPr>
            <a:spLocks xmlns:a="http://schemas.openxmlformats.org/drawingml/2006/main"/>
          </p:cNvSpPr>
          <p:nvPr/>
        </p:nvSpPr>
        <p:spPr>
          <a:xfrm xmlns:a="http://schemas.openxmlformats.org/drawingml/2006/main">
            <a:off x="609600" y="43942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Price-change handling.</a:t>
            </a:r>
          </a:p>
        </p:txBody>
      </p:sp>
      <p:sp>
        <p:nvSpPr>
          <p:cNvPr id="90" name="08b-text-10">
            <a:extLst xmlns:a="http://schemas.openxmlformats.org/drawingml/2006/main">
              <a:ext uri="{FF2B5EF4-FFF2-40B4-BE49-F238E27FC236}">
                <a16:creationId xmlns:a16="http://schemas.microsoft.com/office/drawing/2014/main" id="{2F7A36D5-B32D-4E67-AC99-E971C01307A6}"/>
              </a:ext>
            </a:extLst>
          </p:cNvPr>
          <p:cNvSpPr>
            <a:spLocks xmlns:a="http://schemas.openxmlformats.org/drawingml/2006/main"/>
          </p:cNvSpPr>
          <p:nvPr/>
        </p:nvSpPr>
        <p:spPr>
          <a:xfrm xmlns:a="http://schemas.openxmlformats.org/drawingml/2006/main">
            <a:off x="609600" y="48641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Retirement handling.</a:t>
            </a:r>
          </a:p>
        </p:txBody>
      </p:sp>
      <p:sp>
        <p:nvSpPr>
          <p:cNvPr id="91" name="08b-text-11">
            <a:extLst xmlns:a="http://schemas.openxmlformats.org/drawingml/2006/main">
              <a:ext uri="{FF2B5EF4-FFF2-40B4-BE49-F238E27FC236}">
                <a16:creationId xmlns:a16="http://schemas.microsoft.com/office/drawing/2014/main" id="{D9D848E3-25DB-4228-B080-5BD6A200D7E3}"/>
              </a:ext>
            </a:extLst>
          </p:cNvPr>
          <p:cNvSpPr>
            <a:spLocks xmlns:a="http://schemas.openxmlformats.org/drawingml/2006/main"/>
          </p:cNvSpPr>
          <p:nvPr/>
        </p:nvSpPr>
        <p:spPr>
          <a:xfrm xmlns:a="http://schemas.openxmlformats.org/drawingml/2006/main">
            <a:off x="609600" y="5715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 retirement creates migration work.</a:t>
            </a:r>
          </a:p>
        </p:txBody>
      </p:sp>
      <p:sp>
        <p:nvSpPr>
          <p:cNvPr id="92" name="narrative-number">
            <a:extLst xmlns:a="http://schemas.openxmlformats.org/drawingml/2006/main">
              <a:ext uri="{FF2B5EF4-FFF2-40B4-BE49-F238E27FC236}">
                <a16:creationId xmlns:a16="http://schemas.microsoft.com/office/drawing/2014/main" id="{2384B860-457E-41BA-9934-DAA88C04EE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730099049"/>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3" name="!!area-name">
            <a:extLst xmlns:a="http://schemas.openxmlformats.org/drawingml/2006/main">
              <a:ext uri="{FF2B5EF4-FFF2-40B4-BE49-F238E27FC236}">
                <a16:creationId xmlns:a16="http://schemas.microsoft.com/office/drawing/2014/main" id="{5F56D67D-C844-47CC-B564-F6D3B359806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5890696abd144ab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5" name="slide-title">
            <a:extLst xmlns:a="http://schemas.openxmlformats.org/drawingml/2006/main">
              <a:ext uri="{FF2B5EF4-FFF2-40B4-BE49-F238E27FC236}">
                <a16:creationId xmlns:a16="http://schemas.microsoft.com/office/drawing/2014/main" id="{C4BD8AAC-6F8A-4EF3-A27D-2233A9C1F31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96" name="header-divider">
            <a:extLst xmlns:a="http://schemas.openxmlformats.org/drawingml/2006/main">
              <a:ext uri="{FF2B5EF4-FFF2-40B4-BE49-F238E27FC236}">
                <a16:creationId xmlns:a16="http://schemas.microsoft.com/office/drawing/2014/main" id="{DED1CC5F-CE64-4E0F-B90D-4D140F1B43E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09-text-1">
            <a:extLst xmlns:a="http://schemas.openxmlformats.org/drawingml/2006/main">
              <a:ext uri="{FF2B5EF4-FFF2-40B4-BE49-F238E27FC236}">
                <a16:creationId xmlns:a16="http://schemas.microsoft.com/office/drawing/2014/main" id="{5DF7FE6B-31FE-486C-A2FD-169D7FA6FEF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request</a:t>
            </a:r>
          </a:p>
        </p:txBody>
      </p:sp>
      <p:sp>
        <p:nvSpPr>
          <p:cNvPr id="98" name="09-text-2">
            <a:extLst xmlns:a="http://schemas.openxmlformats.org/drawingml/2006/main">
              <a:ext uri="{FF2B5EF4-FFF2-40B4-BE49-F238E27FC236}">
                <a16:creationId xmlns:a16="http://schemas.microsoft.com/office/drawing/2014/main" id="{E8A7C504-3525-430A-961C-D3E7EDB2C0D3}"/>
              </a:ext>
            </a:extLst>
          </p:cNvPr>
          <p:cNvSpPr>
            <a:spLocks xmlns:a="http://schemas.openxmlformats.org/drawingml/2006/main"/>
          </p:cNvSpPr>
          <p:nvPr/>
        </p:nvSpPr>
        <p:spPr>
          <a:xfrm xmlns:a="http://schemas.openxmlformats.org/drawingml/2006/main">
            <a:off x="609600" y="27940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FRB-042 about a pump shutdown. Summarize its discussion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decisions, compare similar FRBs from the past year,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 distinguishing possible causes from established findings.”</a:t>
            </a:r>
          </a:p>
        </p:txBody>
      </p:sp>
      <p:sp>
        <p:nvSpPr>
          <p:cNvPr id="99" name="09-text-3">
            <a:extLst xmlns:a="http://schemas.openxmlformats.org/drawingml/2006/main">
              <a:ext uri="{FF2B5EF4-FFF2-40B4-BE49-F238E27FC236}">
                <a16:creationId xmlns:a16="http://schemas.microsoft.com/office/drawing/2014/main" id="{1D96366B-19B9-4BA5-AF54-0BF3EB1F8DB3}"/>
              </a:ext>
            </a:extLst>
          </p:cNvPr>
          <p:cNvSpPr>
            <a:spLocks xmlns:a="http://schemas.openxmlformats.org/drawingml/2006/main"/>
          </p:cNvSpPr>
          <p:nvPr/>
        </p:nvSpPr>
        <p:spPr>
          <a:xfrm xmlns:a="http://schemas.openxmlformats.org/drawingml/2006/main">
            <a:off x="609600" y="42418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a:t>
            </a:r>
          </a:p>
        </p:txBody>
      </p:sp>
      <p:sp>
        <p:nvSpPr>
          <p:cNvPr id="100" name="09-text-4">
            <a:extLst xmlns:a="http://schemas.openxmlformats.org/drawingml/2006/main">
              <a:ext uri="{FF2B5EF4-FFF2-40B4-BE49-F238E27FC236}">
                <a16:creationId xmlns:a16="http://schemas.microsoft.com/office/drawing/2014/main" id="{16B67F49-BF48-4BF6-80D2-08E93F48B6C4}"/>
              </a:ext>
            </a:extLst>
          </p:cNvPr>
          <p:cNvSpPr>
            <a:spLocks xmlns:a="http://schemas.openxmlformats.org/drawingml/2006/main"/>
          </p:cNvSpPr>
          <p:nvPr/>
        </p:nvSpPr>
        <p:spPr>
          <a:xfrm xmlns:a="http://schemas.openxmlformats.org/drawingml/2006/main">
            <a:off x="2489200" y="42418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extraction · Discussion summaries · Qualified synthesis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 p95 latency</a:t>
            </a:r>
          </a:p>
        </p:txBody>
      </p:sp>
      <p:sp>
        <p:nvSpPr>
          <p:cNvPr id="101" name="09-text-5">
            <a:extLst xmlns:a="http://schemas.openxmlformats.org/drawingml/2006/main">
              <a:ext uri="{FF2B5EF4-FFF2-40B4-BE49-F238E27FC236}">
                <a16:creationId xmlns:a16="http://schemas.microsoft.com/office/drawing/2014/main" id="{E1DD69EC-18C6-4EBE-B9B3-EA34DC45572B}"/>
              </a:ext>
            </a:extLst>
          </p:cNvPr>
          <p:cNvSpPr>
            <a:spLocks xmlns:a="http://schemas.openxmlformats.org/drawingml/2006/main"/>
          </p:cNvSpPr>
          <p:nvPr/>
        </p:nvSpPr>
        <p:spPr>
          <a:xfrm xmlns:a="http://schemas.openxmlformats.org/drawingml/2006/main">
            <a:off x="609600" y="5207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Measure</a:t>
            </a:r>
          </a:p>
        </p:txBody>
      </p:sp>
      <p:sp>
        <p:nvSpPr>
          <p:cNvPr id="102" name="09-text-6">
            <a:extLst xmlns:a="http://schemas.openxmlformats.org/drawingml/2006/main">
              <a:ext uri="{FF2B5EF4-FFF2-40B4-BE49-F238E27FC236}">
                <a16:creationId xmlns:a16="http://schemas.microsoft.com/office/drawing/2014/main" id="{F3FEB312-CE04-42C7-9D86-4FBE56B25C2B}"/>
              </a:ext>
            </a:extLst>
          </p:cNvPr>
          <p:cNvSpPr>
            <a:spLocks xmlns:a="http://schemas.openxmlformats.org/drawingml/2006/main"/>
          </p:cNvSpPr>
          <p:nvPr/>
        </p:nvSpPr>
        <p:spPr>
          <a:xfrm xmlns:a="http://schemas.openxmlformats.org/drawingml/2006/main">
            <a:off x="2489200" y="52070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FRB cases. Preserve the distinction between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causes and established findings.</a:t>
            </a:r>
          </a:p>
        </p:txBody>
      </p:sp>
      <p:sp>
        <p:nvSpPr>
          <p:cNvPr id="103" name="narrative-number">
            <a:extLst xmlns:a="http://schemas.openxmlformats.org/drawingml/2006/main">
              <a:ext uri="{FF2B5EF4-FFF2-40B4-BE49-F238E27FC236}">
                <a16:creationId xmlns:a16="http://schemas.microsoft.com/office/drawing/2014/main" id="{BD1EE310-3CC4-4188-9608-EB882D565F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75339523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966F2406-4CE2-42DC-B4E4-A602CAD0D4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9" name="mini-map"/>
          <p:cNvPicPr>
            <a:picLocks xmlns:a="http://schemas.openxmlformats.org/drawingml/2006/main" noChangeAspect="1"/>
          </p:cNvPicPr>
          <p:nvPr/>
        </p:nvPicPr>
        <p:blipFill>
          <a:blip xmlns:r="http://schemas.openxmlformats.org/officeDocument/2006/relationships" xmlns:a="http://schemas.openxmlformats.org/drawingml/2006/main" r:embed="R8543459beabf468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6F9464F8-3CBE-4867-8947-602C5772F41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07" name="header-divider">
            <a:extLst xmlns:a="http://schemas.openxmlformats.org/drawingml/2006/main">
              <a:ext uri="{FF2B5EF4-FFF2-40B4-BE49-F238E27FC236}">
                <a16:creationId xmlns:a16="http://schemas.microsoft.com/office/drawing/2014/main" id="{5C3E0F11-3899-4121-91C8-9308D3B434A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09-text-7">
            <a:extLst xmlns:a="http://schemas.openxmlformats.org/drawingml/2006/main">
              <a:ext uri="{FF2B5EF4-FFF2-40B4-BE49-F238E27FC236}">
                <a16:creationId xmlns:a16="http://schemas.microsoft.com/office/drawing/2014/main" id="{E92EF99E-2189-4C3C-AFC7-5E3E4BBA8CE0}"/>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Replace</a:t>
            </a:r>
          </a:p>
        </p:txBody>
      </p:sp>
      <p:sp>
        <p:nvSpPr>
          <p:cNvPr id="109" name="09-shape-8">
            <a:extLst xmlns:a="http://schemas.openxmlformats.org/drawingml/2006/main">
              <a:ext uri="{FF2B5EF4-FFF2-40B4-BE49-F238E27FC236}">
                <a16:creationId xmlns:a16="http://schemas.microsoft.com/office/drawing/2014/main" id="{0EFF810E-97D8-4EC8-8A9A-AF3C3106CCE0}"/>
              </a:ext>
            </a:extLst>
          </p:cNvPr>
          <p:cNvSpPr>
            <a:spLocks xmlns:a="http://schemas.openxmlformats.org/drawingml/2006/main"/>
          </p:cNvSpPr>
          <p:nvPr/>
        </p:nvSpPr>
        <p:spPr>
          <a:xfrm xmlns:a="http://schemas.openxmlformats.org/drawingml/2006/main">
            <a:off x="6096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110" name="09-text-9">
            <a:extLst xmlns:a="http://schemas.openxmlformats.org/drawingml/2006/main">
              <a:ext uri="{FF2B5EF4-FFF2-40B4-BE49-F238E27FC236}">
                <a16:creationId xmlns:a16="http://schemas.microsoft.com/office/drawing/2014/main" id="{A7270541-0252-471F-82B7-516BDA1AF2CC}"/>
              </a:ext>
            </a:extLst>
          </p:cNvPr>
          <p:cNvSpPr>
            <a:spLocks xmlns:a="http://schemas.openxmlformats.org/drawingml/2006/main"/>
          </p:cNvSpPr>
          <p:nvPr/>
        </p:nvSpPr>
        <p:spPr>
          <a:xfrm xmlns:a="http://schemas.openxmlformats.org/drawingml/2006/main">
            <a:off x="8128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Pinned version</a:t>
            </a:r>
          </a:p>
        </p:txBody>
      </p:sp>
      <p:sp>
        <p:nvSpPr>
          <p:cNvPr id="111" name="09-text-10">
            <a:extLst xmlns:a="http://schemas.openxmlformats.org/drawingml/2006/main">
              <a:ext uri="{FF2B5EF4-FFF2-40B4-BE49-F238E27FC236}">
                <a16:creationId xmlns:a16="http://schemas.microsoft.com/office/drawing/2014/main" id="{4887C2B0-47AA-42B3-928D-766000474DAC}"/>
              </a:ext>
            </a:extLst>
          </p:cNvPr>
          <p:cNvSpPr>
            <a:spLocks xmlns:a="http://schemas.openxmlformats.org/drawingml/2006/main"/>
          </p:cNvSpPr>
          <p:nvPr/>
        </p:nvSpPr>
        <p:spPr>
          <a:xfrm xmlns:a="http://schemas.openxmlformats.org/drawingml/2006/main">
            <a:off x="8128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Controlled migration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lifecycle management.</a:t>
            </a:r>
          </a:p>
        </p:txBody>
      </p:sp>
      <p:sp>
        <p:nvSpPr>
          <p:cNvPr id="112" name="09-shape-11">
            <a:extLst xmlns:a="http://schemas.openxmlformats.org/drawingml/2006/main">
              <a:ext uri="{FF2B5EF4-FFF2-40B4-BE49-F238E27FC236}">
                <a16:creationId xmlns:a16="http://schemas.microsoft.com/office/drawing/2014/main" id="{1DB88A60-7868-4F0E-93DF-AF86BE60EC42}"/>
              </a:ext>
            </a:extLst>
          </p:cNvPr>
          <p:cNvSpPr>
            <a:spLocks xmlns:a="http://schemas.openxmlformats.org/drawingml/2006/main"/>
          </p:cNvSpPr>
          <p:nvPr/>
        </p:nvSpPr>
        <p:spPr>
          <a:xfrm xmlns:a="http://schemas.openxmlformats.org/drawingml/2006/main">
            <a:off x="62484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113" name="09-text-12">
            <a:extLst xmlns:a="http://schemas.openxmlformats.org/drawingml/2006/main">
              <a:ext uri="{FF2B5EF4-FFF2-40B4-BE49-F238E27FC236}">
                <a16:creationId xmlns:a16="http://schemas.microsoft.com/office/drawing/2014/main" id="{45EC0EC9-1A0C-4A0A-8161-EBE457E1A49B}"/>
              </a:ext>
            </a:extLst>
          </p:cNvPr>
          <p:cNvSpPr>
            <a:spLocks xmlns:a="http://schemas.openxmlformats.org/drawingml/2006/main"/>
          </p:cNvSpPr>
          <p:nvPr/>
        </p:nvSpPr>
        <p:spPr>
          <a:xfrm xmlns:a="http://schemas.openxmlformats.org/drawingml/2006/main">
            <a:off x="64516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Moving alias</a:t>
            </a:r>
          </a:p>
        </p:txBody>
      </p:sp>
      <p:sp>
        <p:nvSpPr>
          <p:cNvPr id="114" name="09-text-13">
            <a:extLst xmlns:a="http://schemas.openxmlformats.org/drawingml/2006/main">
              <a:ext uri="{FF2B5EF4-FFF2-40B4-BE49-F238E27FC236}">
                <a16:creationId xmlns:a16="http://schemas.microsoft.com/office/drawing/2014/main" id="{96E0ECCC-FCD6-4ADF-87B6-8D186C4739E3}"/>
              </a:ext>
            </a:extLst>
          </p:cNvPr>
          <p:cNvSpPr>
            <a:spLocks xmlns:a="http://schemas.openxmlformats.org/drawingml/2006/main"/>
          </p:cNvSpPr>
          <p:nvPr/>
        </p:nvSpPr>
        <p:spPr>
          <a:xfrm xmlns:a="http://schemas.openxmlformats.org/drawingml/2006/main">
            <a:off x="64516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Automatic updates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regression monitoring.</a:t>
            </a:r>
          </a:p>
        </p:txBody>
      </p:sp>
      <p:sp>
        <p:nvSpPr>
          <p:cNvPr id="115" name="09-text-14">
            <a:extLst xmlns:a="http://schemas.openxmlformats.org/drawingml/2006/main">
              <a:ext uri="{FF2B5EF4-FFF2-40B4-BE49-F238E27FC236}">
                <a16:creationId xmlns:a16="http://schemas.microsoft.com/office/drawing/2014/main" id="{C77F5D41-1C22-4178-9E97-7C175F47F273}"/>
              </a:ext>
            </a:extLst>
          </p:cNvPr>
          <p:cNvSpPr>
            <a:spLocks xmlns:a="http://schemas.openxmlformats.org/drawingml/2006/main"/>
          </p:cNvSpPr>
          <p:nvPr/>
        </p:nvSpPr>
        <p:spPr>
          <a:xfrm xmlns:a="http://schemas.openxmlformats.org/drawingml/2006/main">
            <a:off x="609600" y="45212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 workers: evidence fidelity and coverage.</a:t>
            </a:r>
          </a:p>
        </p:txBody>
      </p:sp>
      <p:sp>
        <p:nvSpPr>
          <p:cNvPr id="116" name="09-text-15">
            <a:extLst xmlns:a="http://schemas.openxmlformats.org/drawingml/2006/main">
              <a:ext uri="{FF2B5EF4-FFF2-40B4-BE49-F238E27FC236}">
                <a16:creationId xmlns:a16="http://schemas.microsoft.com/office/drawing/2014/main" id="{623305A6-5199-491F-BA86-590EB2E39F26}"/>
              </a:ext>
            </a:extLst>
          </p:cNvPr>
          <p:cNvSpPr>
            <a:spLocks xmlns:a="http://schemas.openxmlformats.org/drawingml/2006/main"/>
          </p:cNvSpPr>
          <p:nvPr/>
        </p:nvSpPr>
        <p:spPr>
          <a:xfrm xmlns:a="http://schemas.openxmlformats.org/drawingml/2006/main">
            <a:off x="609600" y="51816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 analyst: faithful summaries, reconciliation, warranted uncertainty.</a:t>
            </a:r>
          </a:p>
        </p:txBody>
      </p:sp>
      <p:sp>
        <p:nvSpPr>
          <p:cNvPr id="117" name="narrative-number">
            <a:extLst xmlns:a="http://schemas.openxmlformats.org/drawingml/2006/main">
              <a:ext uri="{FF2B5EF4-FFF2-40B4-BE49-F238E27FC236}">
                <a16:creationId xmlns:a16="http://schemas.microsoft.com/office/drawing/2014/main" id="{093D4860-0E2A-40E1-A8D1-2C68843744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591578804"/>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8" name="!!area-name">
            <a:extLst xmlns:a="http://schemas.openxmlformats.org/drawingml/2006/main">
              <a:ext uri="{FF2B5EF4-FFF2-40B4-BE49-F238E27FC236}">
                <a16:creationId xmlns:a16="http://schemas.microsoft.com/office/drawing/2014/main" id="{E62CD03B-5DF5-42D1-B6EB-5ABA4112E31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28" name="mini-map"/>
          <p:cNvPicPr>
            <a:picLocks xmlns:a="http://schemas.openxmlformats.org/drawingml/2006/main" noChangeAspect="1"/>
          </p:cNvPicPr>
          <p:nvPr/>
        </p:nvPicPr>
        <p:blipFill>
          <a:blip xmlns:r="http://schemas.openxmlformats.org/officeDocument/2006/relationships" xmlns:a="http://schemas.openxmlformats.org/drawingml/2006/main" r:embed="R65c1721995ff4b5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0" name="slide-title">
            <a:extLst xmlns:a="http://schemas.openxmlformats.org/drawingml/2006/main">
              <a:ext uri="{FF2B5EF4-FFF2-40B4-BE49-F238E27FC236}">
                <a16:creationId xmlns:a16="http://schemas.microsoft.com/office/drawing/2014/main" id="{AD910807-ECB5-4A98-9EFB-D8F82F9F2BE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21" name="header-divider">
            <a:extLst xmlns:a="http://schemas.openxmlformats.org/drawingml/2006/main">
              <a:ext uri="{FF2B5EF4-FFF2-40B4-BE49-F238E27FC236}">
                <a16:creationId xmlns:a16="http://schemas.microsoft.com/office/drawing/2014/main" id="{A8A74B50-755C-49D9-8747-B3931A5F04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2" name="09-text-16">
            <a:extLst xmlns:a="http://schemas.openxmlformats.org/drawingml/2006/main">
              <a:ext uri="{FF2B5EF4-FFF2-40B4-BE49-F238E27FC236}">
                <a16:creationId xmlns:a16="http://schemas.microsoft.com/office/drawing/2014/main" id="{887F0343-AFD0-424F-A9B9-0EA4D32480F0}"/>
              </a:ext>
            </a:extLst>
          </p:cNvPr>
          <p:cNvSpPr>
            <a:spLocks xmlns:a="http://schemas.openxmlformats.org/drawingml/2006/main"/>
          </p:cNvSpPr>
          <p:nvPr/>
        </p:nvSpPr>
        <p:spPr>
          <a:xfrm xmlns:a="http://schemas.openxmlformats.org/drawingml/2006/main">
            <a:off x="609600" y="24384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Route</a:t>
            </a:r>
          </a:p>
        </p:txBody>
      </p:sp>
      <p:sp>
        <p:nvSpPr>
          <p:cNvPr id="123" name="09-text-17">
            <a:extLst xmlns:a="http://schemas.openxmlformats.org/drawingml/2006/main">
              <a:ext uri="{FF2B5EF4-FFF2-40B4-BE49-F238E27FC236}">
                <a16:creationId xmlns:a16="http://schemas.microsoft.com/office/drawing/2014/main" id="{B86C5A2D-C593-4A3B-B057-B2A8F132A8C6}"/>
              </a:ext>
            </a:extLst>
          </p:cNvPr>
          <p:cNvSpPr>
            <a:spLocks xmlns:a="http://schemas.openxmlformats.org/drawingml/2006/main"/>
          </p:cNvSpPr>
          <p:nvPr/>
        </p:nvSpPr>
        <p:spPr>
          <a:xfrm xmlns:a="http://schemas.openxmlformats.org/drawingml/2006/main">
            <a:off x="2489200" y="2565400"/>
            <a:ext cx="9093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Each candidate model and version. Illustrative framework, no results yet.</a:t>
            </a:r>
          </a:p>
        </p:txBody>
      </p:sp>
      <p:graphicFrame>
        <p:nvGraphicFramePr>
          <p:cNvPr id="133" name="09-table-18"/>
          <p:cNvGraphicFramePr/>
          <p:nvPr/>
        </p:nvGraphicFramePr>
        <p:xfrm>
          <a:off xmlns:a="http://schemas.openxmlformats.org/drawingml/2006/main" x="609600" y="3048000"/>
          <a:ext xmlns:a="http://schemas.openxmlformats.org/drawingml/2006/main" cx="10972800" cy="2641600"/>
        </p:xfrm>
        <a:graphic xmlns:a="http://schemas.openxmlformats.org/drawingml/2006/main">
          <a:graphicData uri="http://schemas.openxmlformats.org/drawingml/2006/table">
            <a:tbl>
              <a:tblPr firstRow="0" firstCol="0" lastCol="0" bandRow="0" bandCol="0"/>
              <a:tblGrid>
                <a:gridCol w="2997200"/>
                <a:gridCol w="4114800"/>
                <a:gridCol w="1828800"/>
                <a:gridCol w="2032000"/>
              </a:tblGrid>
              <a:tr h="508000">
                <a:tc>
                  <a:txBody>
                    <a:bodyPr>
                      <a:noAutofit/>
                    </a:bodyPr>
                    <a:lstStyle/>
                    <a:p>
                      <a:pPr>
                        <a:lnSpc>
                          <a:spcPct val="125000"/>
                        </a:lnSpc>
                        <a:buNone/>
                      </a:pPr>
                      <a:r>
                        <a:rPr sz="2000" b="1">
                          <a:solidFill>
                            <a:srgbClr val="1064F8"/>
                          </a:solidFill>
                          <a:latin typeface="Helvetica"/>
                          <a:ea typeface="Helvetica"/>
                          <a:cs typeface="Helvetica"/>
                        </a:rPr>
                        <a:t>Task and 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Quality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p95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Evidence extraction</a:t>
                      </a:r>
                    </a:p>
                    <a:p>
                      <a:pPr>
                        <a:lnSpc>
                          <a:spcPct val="125000"/>
                        </a:lnSpc>
                        <a:buNone/>
                      </a:pPr>
                      <a:r>
                        <a:rPr sz="2000" b="0">
                          <a:solidFill>
                            <a:srgbClr val="FFFCF5"/>
                          </a:solidFill>
                          <a:latin typeface="Helvetica"/>
                          <a:ea typeface="Helvetica"/>
                          <a:cs typeface="Helvetica"/>
                        </a:rPr>
                        <a:t>(research workers)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 passages</a:t>
                      </a:r>
                    </a:p>
                    <a:p>
                      <a:pPr>
                        <a:lnSpc>
                          <a:spcPct val="125000"/>
                        </a:lnSpc>
                        <a:buNone/>
                      </a:pPr>
                      <a:r>
                        <a:rPr sz="2000" b="0">
                          <a:solidFill>
                            <a:srgbClr val="FFFCF5"/>
                          </a:solidFill>
                          <a:latin typeface="Helvetica"/>
                          <a:ea typeface="Helvetica"/>
                          <a:cs typeface="Helvetica"/>
                        </a:rPr>
                        <a:t>with exact citations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Discussion summary</a:t>
                      </a:r>
                    </a:p>
                    <a:p>
                      <a:pPr>
                        <a:lnSpc>
                          <a:spcPct val="125000"/>
                        </a:lnSpc>
                        <a:buNone/>
                      </a:pPr>
                      <a:r>
                        <a:rPr sz="2000" b="0">
                          <a:solidFill>
                            <a:srgbClr val="FFFCF5"/>
                          </a:solidFill>
                          <a:latin typeface="Helvetica"/>
                          <a:ea typeface="Helvetica"/>
                          <a:cs typeface="Helvetica"/>
                        </a:rPr>
                        <a:t>(main analyst)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 discussion</a:t>
                      </a:r>
                    </a:p>
                    <a:p>
                      <a:pPr>
                        <a:lnSpc>
                          <a:spcPct val="125000"/>
                        </a:lnSpc>
                        <a:buNone/>
                      </a:pPr>
                      <a:r>
                        <a:rPr sz="2000" b="0">
                          <a:solidFill>
                            <a:srgbClr val="FFFCF5"/>
                          </a:solidFill>
                          <a:latin typeface="Helvetica"/>
                          <a:ea typeface="Helvetica"/>
                          <a:cs typeface="Helvetica"/>
                        </a:rPr>
                        <a:t>and decisions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Qualified synthesis</a:t>
                      </a:r>
                    </a:p>
                    <a:p>
                      <a:pPr>
                        <a:lnSpc>
                          <a:spcPct val="125000"/>
                        </a:lnSpc>
                        <a:buNone/>
                      </a:pPr>
                      <a:r>
                        <a:rPr sz="2000" b="0">
                          <a:solidFill>
                            <a:srgbClr val="FFFCF5"/>
                          </a:solidFill>
                          <a:latin typeface="Helvetica"/>
                          <a:ea typeface="Helvetica"/>
                          <a:cs typeface="Helvetica"/>
                        </a:rPr>
                        <a:t>(main analyst)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and uncertainty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25" name="09-text-19">
            <a:extLst xmlns:a="http://schemas.openxmlformats.org/drawingml/2006/main">
              <a:ext uri="{FF2B5EF4-FFF2-40B4-BE49-F238E27FC236}">
                <a16:creationId xmlns:a16="http://schemas.microsoft.com/office/drawing/2014/main" id="{C1CD04A6-936D-4BF4-90C9-E736AAF577B5}"/>
              </a:ext>
            </a:extLst>
          </p:cNvPr>
          <p:cNvSpPr>
            <a:spLocks xmlns:a="http://schemas.openxmlformats.org/drawingml/2006/main"/>
          </p:cNvSpPr>
          <p:nvPr/>
        </p:nvSpPr>
        <p:spPr>
          <a:xfrm xmlns:a="http://schemas.openxmlformats.org/drawingml/2006/main">
            <a:off x="609600" y="58674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Route by measured task fit. Include workers, retries, and verification.</a:t>
            </a:r>
          </a:p>
        </p:txBody>
      </p:sp>
      <p:sp>
        <p:nvSpPr>
          <p:cNvPr id="126" name="narrative-number">
            <a:extLst xmlns:a="http://schemas.openxmlformats.org/drawingml/2006/main">
              <a:ext uri="{FF2B5EF4-FFF2-40B4-BE49-F238E27FC236}">
                <a16:creationId xmlns:a16="http://schemas.microsoft.com/office/drawing/2014/main" id="{64F8183F-707A-4FF4-BA83-21DB7B3A4B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368799002"/>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7" name="!!area-name">
            <a:extLst xmlns:a="http://schemas.openxmlformats.org/drawingml/2006/main">
              <a:ext uri="{FF2B5EF4-FFF2-40B4-BE49-F238E27FC236}">
                <a16:creationId xmlns:a16="http://schemas.microsoft.com/office/drawing/2014/main" id="{DF209C4D-1671-47BD-9776-ACAD69DF9E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38" name="mini-map"/>
          <p:cNvPicPr>
            <a:picLocks xmlns:a="http://schemas.openxmlformats.org/drawingml/2006/main" noChangeAspect="1"/>
          </p:cNvPicPr>
          <p:nvPr/>
        </p:nvPicPr>
        <p:blipFill>
          <a:blip xmlns:r="http://schemas.openxmlformats.org/officeDocument/2006/relationships" xmlns:a="http://schemas.openxmlformats.org/drawingml/2006/main" r:embed="Rc22b180d18b64f1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9" name="slide-title">
            <a:extLst xmlns:a="http://schemas.openxmlformats.org/drawingml/2006/main">
              <a:ext uri="{FF2B5EF4-FFF2-40B4-BE49-F238E27FC236}">
                <a16:creationId xmlns:a16="http://schemas.microsoft.com/office/drawing/2014/main" id="{168851C1-0FF0-4A2E-80C0-5719034EB6E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30" name="header-divider">
            <a:extLst xmlns:a="http://schemas.openxmlformats.org/drawingml/2006/main">
              <a:ext uri="{FF2B5EF4-FFF2-40B4-BE49-F238E27FC236}">
                <a16:creationId xmlns:a16="http://schemas.microsoft.com/office/drawing/2014/main" id="{2EFBD8EF-631A-4FCE-B9E3-CFBC65F770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1" name="09-text-20">
            <a:extLst xmlns:a="http://schemas.openxmlformats.org/drawingml/2006/main">
              <a:ext uri="{FF2B5EF4-FFF2-40B4-BE49-F238E27FC236}">
                <a16:creationId xmlns:a16="http://schemas.microsoft.com/office/drawing/2014/main" id="{32E0CDA3-91CD-4846-BAE4-BC4288E5F9F0}"/>
              </a:ext>
            </a:extLst>
          </p:cNvPr>
          <p:cNvSpPr>
            <a:spLocks xmlns:a="http://schemas.openxmlformats.org/drawingml/2006/main"/>
          </p:cNvSpPr>
          <p:nvPr/>
        </p:nvSpPr>
        <p:spPr>
          <a:xfrm xmlns:a="http://schemas.openxmlformats.org/drawingml/2006/main">
            <a:off x="609600" y="2438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Which configuration meets your product's quality requirement?</a:t>
            </a:r>
          </a:p>
        </p:txBody>
      </p:sp>
      <p:sp>
        <p:nvSpPr>
          <p:cNvPr id="132" name="09-shape-21">
            <a:extLst xmlns:a="http://schemas.openxmlformats.org/drawingml/2006/main">
              <a:ext uri="{FF2B5EF4-FFF2-40B4-BE49-F238E27FC236}">
                <a16:creationId xmlns:a16="http://schemas.microsoft.com/office/drawing/2014/main" id="{023433BE-FCA3-49E2-B2A9-F51585BEA69C}"/>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33" name="09-shape-22">
            <a:extLst xmlns:a="http://schemas.openxmlformats.org/drawingml/2006/main">
              <a:ext uri="{FF2B5EF4-FFF2-40B4-BE49-F238E27FC236}">
                <a16:creationId xmlns:a16="http://schemas.microsoft.com/office/drawing/2014/main" id="{6EE268A7-E590-4E79-9BAD-29CDC3FEFFAD}"/>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134" name="09-text-23">
            <a:extLst xmlns:a="http://schemas.openxmlformats.org/drawingml/2006/main">
              <a:ext uri="{FF2B5EF4-FFF2-40B4-BE49-F238E27FC236}">
                <a16:creationId xmlns:a16="http://schemas.microsoft.com/office/drawing/2014/main" id="{6F05BB83-9EBC-4E9C-A39C-0E22D6C88BEB}"/>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Pitfall</a:t>
            </a:r>
          </a:p>
        </p:txBody>
      </p:sp>
      <p:sp>
        <p:nvSpPr>
          <p:cNvPr id="135" name="09-text-24">
            <a:extLst xmlns:a="http://schemas.openxmlformats.org/drawingml/2006/main">
              <a:ext uri="{FF2B5EF4-FFF2-40B4-BE49-F238E27FC236}">
                <a16:creationId xmlns:a16="http://schemas.microsoft.com/office/drawing/2014/main" id="{C305950C-B8DF-4C87-86A7-E3E3FF410AFD}"/>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136" name="narrative-number">
            <a:extLst xmlns:a="http://schemas.openxmlformats.org/drawingml/2006/main">
              <a:ext uri="{FF2B5EF4-FFF2-40B4-BE49-F238E27FC236}">
                <a16:creationId xmlns:a16="http://schemas.microsoft.com/office/drawing/2014/main" id="{516FEB18-34B0-4063-8BC0-4C1147ABC71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747052506"/>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7" name="!!area-header">
            <a:extLst xmlns:a="http://schemas.openxmlformats.org/drawingml/2006/main">
              <a:ext uri="{FF2B5EF4-FFF2-40B4-BE49-F238E27FC236}">
                <a16:creationId xmlns:a16="http://schemas.microsoft.com/office/drawing/2014/main" id="{88E9E644-454F-4008-AD3D-1193C0C450BD}"/>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38" name="!!area-name">
            <a:extLst xmlns:a="http://schemas.openxmlformats.org/drawingml/2006/main">
              <a:ext uri="{FF2B5EF4-FFF2-40B4-BE49-F238E27FC236}">
                <a16:creationId xmlns:a16="http://schemas.microsoft.com/office/drawing/2014/main" id="{7A7BCFBD-8EAD-41EF-9FBB-FCCEC77EEA20}"/>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39" name="!!area-beat">
            <a:extLst xmlns:a="http://schemas.openxmlformats.org/drawingml/2006/main">
              <a:ext uri="{FF2B5EF4-FFF2-40B4-BE49-F238E27FC236}">
                <a16:creationId xmlns:a16="http://schemas.microsoft.com/office/drawing/2014/main" id="{216DB617-A3E1-4B7A-BF3C-9C7E06220F7E}"/>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40" name="header-divider">
            <a:extLst xmlns:a="http://schemas.openxmlformats.org/drawingml/2006/main">
              <a:ext uri="{FF2B5EF4-FFF2-40B4-BE49-F238E27FC236}">
                <a16:creationId xmlns:a16="http://schemas.microsoft.com/office/drawing/2014/main" id="{DADF7CA2-AF4B-4545-AD9E-D06D3A162534}"/>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1" name="!!screenshot-AGENTS.md">
            <a:extLst xmlns:a="http://schemas.openxmlformats.org/drawingml/2006/main">
              <a:ext uri="{FF2B5EF4-FFF2-40B4-BE49-F238E27FC236}">
                <a16:creationId xmlns:a16="http://schemas.microsoft.com/office/drawing/2014/main" id="{649BA425-73C7-41A5-80DD-BB967AF4BE9D}"/>
              </a:ext>
            </a:extLst>
          </p:cNvPr>
          <p:cNvSpPr>
            <a:spLocks xmlns:a="http://schemas.openxmlformats.org/drawingml/2006/main"/>
          </p:cNvSpPr>
          <p:nvPr/>
        </p:nvSpPr>
        <p:spPr>
          <a:xfrm xmlns:a="http://schemas.openxmlformats.org/drawingml/2006/main">
            <a:off x="6096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42" name="10-text-1">
            <a:extLst xmlns:a="http://schemas.openxmlformats.org/drawingml/2006/main">
              <a:ext uri="{FF2B5EF4-FFF2-40B4-BE49-F238E27FC236}">
                <a16:creationId xmlns:a16="http://schemas.microsoft.com/office/drawing/2014/main" id="{79BA4D76-06C7-48C0-B288-12CA1463936E}"/>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43" name="10-text-2">
            <a:extLst xmlns:a="http://schemas.openxmlformats.org/drawingml/2006/main">
              <a:ext uri="{FF2B5EF4-FFF2-40B4-BE49-F238E27FC236}">
                <a16:creationId xmlns:a16="http://schemas.microsoft.com/office/drawing/2014/main" id="{2965317A-67CB-4A87-925F-E57308230187}"/>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144" name="!!screenshot-Codex CLI">
            <a:extLst xmlns:a="http://schemas.openxmlformats.org/drawingml/2006/main">
              <a:ext uri="{FF2B5EF4-FFF2-40B4-BE49-F238E27FC236}">
                <a16:creationId xmlns:a16="http://schemas.microsoft.com/office/drawing/2014/main" id="{E5239CD8-EEDB-426F-8847-77E98A09BA3D}"/>
              </a:ext>
            </a:extLst>
          </p:cNvPr>
          <p:cNvSpPr>
            <a:spLocks xmlns:a="http://schemas.openxmlformats.org/drawingml/2006/main"/>
          </p:cNvSpPr>
          <p:nvPr/>
        </p:nvSpPr>
        <p:spPr>
          <a:xfrm xmlns:a="http://schemas.openxmlformats.org/drawingml/2006/main">
            <a:off x="62484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45" name="10-text-3">
            <a:extLst xmlns:a="http://schemas.openxmlformats.org/drawingml/2006/main">
              <a:ext uri="{FF2B5EF4-FFF2-40B4-BE49-F238E27FC236}">
                <a16:creationId xmlns:a16="http://schemas.microsoft.com/office/drawing/2014/main" id="{26643832-9A50-4DD6-BD62-FCAE087219A8}"/>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46" name="10-text-4">
            <a:extLst xmlns:a="http://schemas.openxmlformats.org/drawingml/2006/main">
              <a:ext uri="{FF2B5EF4-FFF2-40B4-BE49-F238E27FC236}">
                <a16:creationId xmlns:a16="http://schemas.microsoft.com/office/drawing/2014/main" id="{6C552C46-024B-4873-9327-220CC5839C7F}"/>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47" name="10-text-5">
            <a:extLst xmlns:a="http://schemas.openxmlformats.org/drawingml/2006/main">
              <a:ext uri="{FF2B5EF4-FFF2-40B4-BE49-F238E27FC236}">
                <a16:creationId xmlns:a16="http://schemas.microsoft.com/office/drawing/2014/main" id="{36F4AB72-506E-47CE-94E8-584983BF699B}"/>
              </a:ext>
            </a:extLst>
          </p:cNvPr>
          <p:cNvSpPr>
            <a:spLocks xmlns:a="http://schemas.openxmlformats.org/drawingml/2006/main"/>
          </p:cNvSpPr>
          <p:nvPr/>
        </p:nvSpPr>
        <p:spPr>
          <a:xfrm xmlns:a="http://schemas.openxmlformats.org/drawingml/2006/main">
            <a:off x="6096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AGENTS.md</a:t>
            </a:r>
          </a:p>
        </p:txBody>
      </p:sp>
      <p:sp>
        <p:nvSpPr>
          <p:cNvPr id="148" name="10-text-6">
            <a:extLst xmlns:a="http://schemas.openxmlformats.org/drawingml/2006/main">
              <a:ext uri="{FF2B5EF4-FFF2-40B4-BE49-F238E27FC236}">
                <a16:creationId xmlns:a16="http://schemas.microsoft.com/office/drawing/2014/main" id="{16B7C86B-5E70-4889-A413-2FABA6F3C8B8}"/>
              </a:ext>
            </a:extLst>
          </p:cNvPr>
          <p:cNvSpPr>
            <a:spLocks xmlns:a="http://schemas.openxmlformats.org/drawingml/2006/main"/>
          </p:cNvSpPr>
          <p:nvPr/>
        </p:nvSpPr>
        <p:spPr>
          <a:xfrm xmlns:a="http://schemas.openxmlformats.org/drawingml/2006/main">
            <a:off x="62484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/compact</a:t>
            </a:r>
          </a:p>
        </p:txBody>
      </p:sp>
      <p:sp>
        <p:nvSpPr>
          <p:cNvPr id="149" name="narrative-number">
            <a:extLst xmlns:a="http://schemas.openxmlformats.org/drawingml/2006/main">
              <a:ext uri="{FF2B5EF4-FFF2-40B4-BE49-F238E27FC236}">
                <a16:creationId xmlns:a16="http://schemas.microsoft.com/office/drawing/2014/main" id="{FFAD2FE8-AF21-4934-AB2A-EE8F2CF3A9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725681191"/>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0" name="!!area-name">
            <a:extLst xmlns:a="http://schemas.openxmlformats.org/drawingml/2006/main">
              <a:ext uri="{FF2B5EF4-FFF2-40B4-BE49-F238E27FC236}">
                <a16:creationId xmlns:a16="http://schemas.microsoft.com/office/drawing/2014/main" id="{9A3B17AB-57BA-473F-9103-DD0E17C9351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64" name="mini-map"/>
          <p:cNvPicPr>
            <a:picLocks xmlns:a="http://schemas.openxmlformats.org/drawingml/2006/main" noChangeAspect="1"/>
          </p:cNvPicPr>
          <p:nvPr/>
        </p:nvPicPr>
        <p:blipFill>
          <a:blip xmlns:r="http://schemas.openxmlformats.org/officeDocument/2006/relationships" xmlns:a="http://schemas.openxmlformats.org/drawingml/2006/main" r:embed="Rcda886dd484348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2" name="header-divider">
            <a:extLst xmlns:a="http://schemas.openxmlformats.org/drawingml/2006/main">
              <a:ext uri="{FF2B5EF4-FFF2-40B4-BE49-F238E27FC236}">
                <a16:creationId xmlns:a16="http://schemas.microsoft.com/office/drawing/2014/main" id="{1B65A241-FAB6-4D62-8C87-F08124BAF5A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3" name="!!screenshot-AGENTS.md">
            <a:extLst xmlns:a="http://schemas.openxmlformats.org/drawingml/2006/main">
              <a:ext uri="{FF2B5EF4-FFF2-40B4-BE49-F238E27FC236}">
                <a16:creationId xmlns:a16="http://schemas.microsoft.com/office/drawing/2014/main" id="{FC3F560F-0964-4497-9599-BFA6F03C3EF7}"/>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54" name="10b-text-1">
            <a:extLst xmlns:a="http://schemas.openxmlformats.org/drawingml/2006/main">
              <a:ext uri="{FF2B5EF4-FFF2-40B4-BE49-F238E27FC236}">
                <a16:creationId xmlns:a16="http://schemas.microsoft.com/office/drawing/2014/main" id="{D7F522B3-A68E-4532-ABBD-D23B6EFE8ACA}"/>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55" name="10b-text-2">
            <a:extLst xmlns:a="http://schemas.openxmlformats.org/drawingml/2006/main">
              <a:ext uri="{FF2B5EF4-FFF2-40B4-BE49-F238E27FC236}">
                <a16:creationId xmlns:a16="http://schemas.microsoft.com/office/drawing/2014/main" id="{80C75A55-E4F2-4842-ACCE-85ABA635A449}"/>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56" name="!!screenshot-Codex CLI">
            <a:extLst xmlns:a="http://schemas.openxmlformats.org/drawingml/2006/main">
              <a:ext uri="{FF2B5EF4-FFF2-40B4-BE49-F238E27FC236}">
                <a16:creationId xmlns:a16="http://schemas.microsoft.com/office/drawing/2014/main" id="{D1991FA8-18EF-4B99-A274-073CEEA6DA2F}"/>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57" name="10b-text-3">
            <a:extLst xmlns:a="http://schemas.openxmlformats.org/drawingml/2006/main">
              <a:ext uri="{FF2B5EF4-FFF2-40B4-BE49-F238E27FC236}">
                <a16:creationId xmlns:a16="http://schemas.microsoft.com/office/drawing/2014/main" id="{595B22C9-E57C-4D95-8338-50F1691969D7}"/>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58" name="10b-text-4">
            <a:extLst xmlns:a="http://schemas.openxmlformats.org/drawingml/2006/main">
              <a:ext uri="{FF2B5EF4-FFF2-40B4-BE49-F238E27FC236}">
                <a16:creationId xmlns:a16="http://schemas.microsoft.com/office/drawing/2014/main" id="{0BB20E5D-F037-4E27-965B-2B2FEA338B64}"/>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59" name="10b-text-5">
            <a:extLst xmlns:a="http://schemas.openxmlformats.org/drawingml/2006/main">
              <a:ext uri="{FF2B5EF4-FFF2-40B4-BE49-F238E27FC236}">
                <a16:creationId xmlns:a16="http://schemas.microsoft.com/office/drawing/2014/main" id="{C2E10CAA-557B-4253-9427-3609AB391434}"/>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60" name="10b-text-6">
            <a:extLst xmlns:a="http://schemas.openxmlformats.org/drawingml/2006/main">
              <a:ext uri="{FF2B5EF4-FFF2-40B4-BE49-F238E27FC236}">
                <a16:creationId xmlns:a16="http://schemas.microsoft.com/office/drawing/2014/main" id="{E633DA4B-126A-41E3-AD86-61AF5FF53938}"/>
              </a:ext>
            </a:extLst>
          </p:cNvPr>
          <p:cNvSpPr>
            <a:spLocks xmlns:a="http://schemas.openxmlformats.org/drawingml/2006/main"/>
          </p:cNvSpPr>
          <p:nvPr/>
        </p:nvSpPr>
        <p:spPr>
          <a:xfrm xmlns:a="http://schemas.openxmlformats.org/drawingml/2006/main">
            <a:off x="609600" y="292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61" name="10b-text-7">
            <a:extLst xmlns:a="http://schemas.openxmlformats.org/drawingml/2006/main">
              <a:ext uri="{FF2B5EF4-FFF2-40B4-BE49-F238E27FC236}">
                <a16:creationId xmlns:a16="http://schemas.microsoft.com/office/drawing/2014/main" id="{E04E733C-4183-48E3-B85D-FE5D628EF2B0}"/>
              </a:ext>
            </a:extLst>
          </p:cNvPr>
          <p:cNvSpPr>
            <a:spLocks xmlns:a="http://schemas.openxmlformats.org/drawingml/2006/main"/>
          </p:cNvSpPr>
          <p:nvPr/>
        </p:nvSpPr>
        <p:spPr>
          <a:xfrm xmlns:a="http://schemas.openxmlformats.org/drawingml/2006/main">
            <a:off x="609600" y="370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62" name="narrative-number">
            <a:extLst xmlns:a="http://schemas.openxmlformats.org/drawingml/2006/main">
              <a:ext uri="{FF2B5EF4-FFF2-40B4-BE49-F238E27FC236}">
                <a16:creationId xmlns:a16="http://schemas.microsoft.com/office/drawing/2014/main" id="{5A7D9142-34BC-4012-8097-BA5C81DAED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176288005"/>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3" name="!!area-name">
            <a:extLst xmlns:a="http://schemas.openxmlformats.org/drawingml/2006/main">
              <a:ext uri="{FF2B5EF4-FFF2-40B4-BE49-F238E27FC236}">
                <a16:creationId xmlns:a16="http://schemas.microsoft.com/office/drawing/2014/main" id="{2D8AB0E4-E441-4C91-9B67-F6E79D4F413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74719e69c5d046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5" name="header-divider">
            <a:extLst xmlns:a="http://schemas.openxmlformats.org/drawingml/2006/main">
              <a:ext uri="{FF2B5EF4-FFF2-40B4-BE49-F238E27FC236}">
                <a16:creationId xmlns:a16="http://schemas.microsoft.com/office/drawing/2014/main" id="{178790D0-1BD3-4A51-AA03-3790A1A5784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6" name="!!screenshot-AGENTS.md">
            <a:extLst xmlns:a="http://schemas.openxmlformats.org/drawingml/2006/main">
              <a:ext uri="{FF2B5EF4-FFF2-40B4-BE49-F238E27FC236}">
                <a16:creationId xmlns:a16="http://schemas.microsoft.com/office/drawing/2014/main" id="{2D5E4950-7268-477E-B6FE-A362C1275EF7}"/>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67" name="10b-text-1">
            <a:extLst xmlns:a="http://schemas.openxmlformats.org/drawingml/2006/main">
              <a:ext uri="{FF2B5EF4-FFF2-40B4-BE49-F238E27FC236}">
                <a16:creationId xmlns:a16="http://schemas.microsoft.com/office/drawing/2014/main" id="{8A59DB76-BD59-4A9D-B16D-4B28DDA274F0}"/>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68" name="10b-text-2">
            <a:extLst xmlns:a="http://schemas.openxmlformats.org/drawingml/2006/main">
              <a:ext uri="{FF2B5EF4-FFF2-40B4-BE49-F238E27FC236}">
                <a16:creationId xmlns:a16="http://schemas.microsoft.com/office/drawing/2014/main" id="{C7B2A4DF-D184-488D-82C6-E10E85AC7E03}"/>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69" name="!!screenshot-Codex CLI">
            <a:extLst xmlns:a="http://schemas.openxmlformats.org/drawingml/2006/main">
              <a:ext uri="{FF2B5EF4-FFF2-40B4-BE49-F238E27FC236}">
                <a16:creationId xmlns:a16="http://schemas.microsoft.com/office/drawing/2014/main" id="{3B383822-D5EE-4A94-840D-AC2F31C39AB0}"/>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70" name="10b-text-3">
            <a:extLst xmlns:a="http://schemas.openxmlformats.org/drawingml/2006/main">
              <a:ext uri="{FF2B5EF4-FFF2-40B4-BE49-F238E27FC236}">
                <a16:creationId xmlns:a16="http://schemas.microsoft.com/office/drawing/2014/main" id="{684D0A15-EC72-4F4C-A362-C8136DD73501}"/>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71" name="10b-text-4">
            <a:extLst xmlns:a="http://schemas.openxmlformats.org/drawingml/2006/main">
              <a:ext uri="{FF2B5EF4-FFF2-40B4-BE49-F238E27FC236}">
                <a16:creationId xmlns:a16="http://schemas.microsoft.com/office/drawing/2014/main" id="{7448AD93-6ED8-48B6-8072-B5363E58CDB4}"/>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72" name="10b-text-8">
            <a:extLst xmlns:a="http://schemas.openxmlformats.org/drawingml/2006/main">
              <a:ext uri="{FF2B5EF4-FFF2-40B4-BE49-F238E27FC236}">
                <a16:creationId xmlns:a16="http://schemas.microsoft.com/office/drawing/2014/main" id="{0D307D82-FB04-48B0-9366-2155E1C9A5AD}"/>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73" name="10b-text-9">
            <a:extLst xmlns:a="http://schemas.openxmlformats.org/drawingml/2006/main">
              <a:ext uri="{FF2B5EF4-FFF2-40B4-BE49-F238E27FC236}">
                <a16:creationId xmlns:a16="http://schemas.microsoft.com/office/drawing/2014/main" id="{F4D455B5-CEAF-4733-B8FB-A11BC27C8CD2}"/>
              </a:ext>
            </a:extLst>
          </p:cNvPr>
          <p:cNvSpPr>
            <a:spLocks xmlns:a="http://schemas.openxmlformats.org/drawingml/2006/main"/>
          </p:cNvSpPr>
          <p:nvPr/>
        </p:nvSpPr>
        <p:spPr>
          <a:xfrm xmlns:a="http://schemas.openxmlformats.org/drawingml/2006/main">
            <a:off x="609600" y="29972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 A compaction policy · A memory convention</a:t>
            </a:r>
          </a:p>
        </p:txBody>
      </p:sp>
      <p:sp>
        <p:nvSpPr>
          <p:cNvPr id="174" name="10b-text-10">
            <a:extLst xmlns:a="http://schemas.openxmlformats.org/drawingml/2006/main">
              <a:ext uri="{FF2B5EF4-FFF2-40B4-BE49-F238E27FC236}">
                <a16:creationId xmlns:a16="http://schemas.microsoft.com/office/drawing/2014/main" id="{F3D2D86A-48D8-40E8-B4C3-502150E177C3}"/>
              </a:ext>
            </a:extLst>
          </p:cNvPr>
          <p:cNvSpPr>
            <a:spLocks xmlns:a="http://schemas.openxmlformats.org/drawingml/2006/main"/>
          </p:cNvSpPr>
          <p:nvPr/>
        </p:nvSpPr>
        <p:spPr>
          <a:xfrm xmlns:a="http://schemas.openxmlformats.org/drawingml/2006/main">
            <a:off x="609600" y="36322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RAG retrieves relevant external information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supplies it to the model.</a:t>
            </a:r>
          </a:p>
        </p:txBody>
      </p:sp>
      <p:sp>
        <p:nvSpPr>
          <p:cNvPr id="175" name="10b-text-11">
            <a:extLst xmlns:a="http://schemas.openxmlformats.org/drawingml/2006/main">
              <a:ext uri="{FF2B5EF4-FFF2-40B4-BE49-F238E27FC236}">
                <a16:creationId xmlns:a16="http://schemas.microsoft.com/office/drawing/2014/main" id="{F5BDB646-D03C-4CF9-8921-94FFCEC828DA}"/>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Grep · File reads · Embeddings · Hybrid retrieval</a:t>
            </a:r>
          </a:p>
        </p:txBody>
      </p:sp>
      <p:sp>
        <p:nvSpPr>
          <p:cNvPr id="176" name="narrative-number">
            <a:extLst xmlns:a="http://schemas.openxmlformats.org/drawingml/2006/main">
              <a:ext uri="{FF2B5EF4-FFF2-40B4-BE49-F238E27FC236}">
                <a16:creationId xmlns:a16="http://schemas.microsoft.com/office/drawing/2014/main" id="{B42C14FB-C0FC-4E70-914C-1DB6C1FA02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517404027"/>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name">
            <a:extLst xmlns:a="http://schemas.openxmlformats.org/drawingml/2006/main">
              <a:ext uri="{FF2B5EF4-FFF2-40B4-BE49-F238E27FC236}">
                <a16:creationId xmlns:a16="http://schemas.microsoft.com/office/drawing/2014/main" id="{AC14ED39-72A1-47FD-8E67-3721336431D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91" name="mini-map"/>
          <p:cNvPicPr>
            <a:picLocks xmlns:a="http://schemas.openxmlformats.org/drawingml/2006/main" noChangeAspect="1"/>
          </p:cNvPicPr>
          <p:nvPr/>
        </p:nvPicPr>
        <p:blipFill>
          <a:blip xmlns:r="http://schemas.openxmlformats.org/officeDocument/2006/relationships" xmlns:a="http://schemas.openxmlformats.org/drawingml/2006/main" r:embed="R87b66c4fa49a48e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9" name="header-divider">
            <a:extLst xmlns:a="http://schemas.openxmlformats.org/drawingml/2006/main">
              <a:ext uri="{FF2B5EF4-FFF2-40B4-BE49-F238E27FC236}">
                <a16:creationId xmlns:a16="http://schemas.microsoft.com/office/drawing/2014/main" id="{15782C7D-F66F-4EB6-B464-A6ABF02BC5F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0" name="!!screenshot-AGENTS.md">
            <a:extLst xmlns:a="http://schemas.openxmlformats.org/drawingml/2006/main">
              <a:ext uri="{FF2B5EF4-FFF2-40B4-BE49-F238E27FC236}">
                <a16:creationId xmlns:a16="http://schemas.microsoft.com/office/drawing/2014/main" id="{F6660857-5F5F-459B-91BA-192FF9178F00}"/>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81" name="10b-text-1">
            <a:extLst xmlns:a="http://schemas.openxmlformats.org/drawingml/2006/main">
              <a:ext uri="{FF2B5EF4-FFF2-40B4-BE49-F238E27FC236}">
                <a16:creationId xmlns:a16="http://schemas.microsoft.com/office/drawing/2014/main" id="{A2EFFB80-720B-4633-A199-7883347D2ECE}"/>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82" name="10b-text-2">
            <a:extLst xmlns:a="http://schemas.openxmlformats.org/drawingml/2006/main">
              <a:ext uri="{FF2B5EF4-FFF2-40B4-BE49-F238E27FC236}">
                <a16:creationId xmlns:a16="http://schemas.microsoft.com/office/drawing/2014/main" id="{D4243192-C357-492B-9496-3F23A99EEDE4}"/>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83" name="!!screenshot-Codex CLI">
            <a:extLst xmlns:a="http://schemas.openxmlformats.org/drawingml/2006/main">
              <a:ext uri="{FF2B5EF4-FFF2-40B4-BE49-F238E27FC236}">
                <a16:creationId xmlns:a16="http://schemas.microsoft.com/office/drawing/2014/main" id="{3B81FCE4-3FB8-4957-A0CC-E4B7D27F8682}"/>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84" name="10b-text-3">
            <a:extLst xmlns:a="http://schemas.openxmlformats.org/drawingml/2006/main">
              <a:ext uri="{FF2B5EF4-FFF2-40B4-BE49-F238E27FC236}">
                <a16:creationId xmlns:a16="http://schemas.microsoft.com/office/drawing/2014/main" id="{181F8247-CC3A-4C26-A15D-E7510EDF1076}"/>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85" name="10b-text-4">
            <a:extLst xmlns:a="http://schemas.openxmlformats.org/drawingml/2006/main">
              <a:ext uri="{FF2B5EF4-FFF2-40B4-BE49-F238E27FC236}">
                <a16:creationId xmlns:a16="http://schemas.microsoft.com/office/drawing/2014/main" id="{2B812EAB-422D-475E-83B1-459B044136C0}"/>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86" name="10b-text-12">
            <a:extLst xmlns:a="http://schemas.openxmlformats.org/drawingml/2006/main">
              <a:ext uri="{FF2B5EF4-FFF2-40B4-BE49-F238E27FC236}">
                <a16:creationId xmlns:a16="http://schemas.microsoft.com/office/drawing/2014/main" id="{6D2EB4E1-0D3F-410F-B835-0543E7DAECB1}"/>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Preserve useful stable prefixes.</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cache savings.</a:t>
            </a:r>
          </a:p>
        </p:txBody>
      </p:sp>
      <p:sp>
        <p:nvSpPr>
          <p:cNvPr id="187" name="10b-text-13">
            <a:extLst xmlns:a="http://schemas.openxmlformats.org/drawingml/2006/main">
              <a:ext uri="{FF2B5EF4-FFF2-40B4-BE49-F238E27FC236}">
                <a16:creationId xmlns:a16="http://schemas.microsoft.com/office/drawing/2014/main" id="{52B527C3-3E12-447F-96A5-DDFE97D4814F}"/>
              </a:ext>
            </a:extLst>
          </p:cNvPr>
          <p:cNvSpPr>
            <a:spLocks xmlns:a="http://schemas.openxmlformats.org/drawingml/2006/main"/>
          </p:cNvSpPr>
          <p:nvPr/>
        </p:nvSpPr>
        <p:spPr>
          <a:xfrm xmlns:a="http://schemas.openxmlformats.org/drawingml/2006/main">
            <a:off x="609600" y="3886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Update context and tool access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correctness and authorization.</a:t>
            </a:r>
          </a:p>
        </p:txBody>
      </p:sp>
      <p:sp>
        <p:nvSpPr>
          <p:cNvPr id="188" name="10b-text-14">
            <a:extLst xmlns:a="http://schemas.openxmlformats.org/drawingml/2006/main">
              <a:ext uri="{FF2B5EF4-FFF2-40B4-BE49-F238E27FC236}">
                <a16:creationId xmlns:a16="http://schemas.microsoft.com/office/drawing/2014/main" id="{4B745406-231E-4238-940D-88AE646A6DDF}"/>
              </a:ext>
            </a:extLst>
          </p:cNvPr>
          <p:cNvSpPr>
            <a:spLocks xmlns:a="http://schemas.openxmlformats.org/drawingml/2006/main"/>
          </p:cNvSpPr>
          <p:nvPr/>
        </p:nvSpPr>
        <p:spPr>
          <a:xfrm xmlns:a="http://schemas.openxmlformats.org/drawingml/2006/main">
            <a:off x="609600" y="5334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Manus, July 2025: reported 100:1 input/output; $0.30 cached vs $3 uncached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per million input tokens in its pricing example.</a:t>
            </a:r>
          </a:p>
        </p:txBody>
      </p:sp>
      <p:sp>
        <p:nvSpPr>
          <p:cNvPr id="189" name="narrative-number">
            <a:extLst xmlns:a="http://schemas.openxmlformats.org/drawingml/2006/main">
              <a:ext uri="{FF2B5EF4-FFF2-40B4-BE49-F238E27FC236}">
                <a16:creationId xmlns:a16="http://schemas.microsoft.com/office/drawing/2014/main" id="{3342CE93-E11F-42D4-BEC6-430B7EE53A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568076994"/>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0" name="!!area-name">
            <a:extLst xmlns:a="http://schemas.openxmlformats.org/drawingml/2006/main">
              <a:ext uri="{FF2B5EF4-FFF2-40B4-BE49-F238E27FC236}">
                <a16:creationId xmlns:a16="http://schemas.microsoft.com/office/drawing/2014/main" id="{D2E9C75E-9F57-4851-8D75-78DA794388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202" name="mini-map"/>
          <p:cNvPicPr>
            <a:picLocks xmlns:a="http://schemas.openxmlformats.org/drawingml/2006/main" noChangeAspect="1"/>
          </p:cNvPicPr>
          <p:nvPr/>
        </p:nvPicPr>
        <p:blipFill>
          <a:blip xmlns:r="http://schemas.openxmlformats.org/officeDocument/2006/relationships" xmlns:a="http://schemas.openxmlformats.org/drawingml/2006/main" r:embed="R62160ba9c27349a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2" name="slide-title">
            <a:extLst xmlns:a="http://schemas.openxmlformats.org/drawingml/2006/main">
              <a:ext uri="{FF2B5EF4-FFF2-40B4-BE49-F238E27FC236}">
                <a16:creationId xmlns:a16="http://schemas.microsoft.com/office/drawing/2014/main" id="{DFA6494B-5180-4439-89E5-F85C270861C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193" name="header-divider">
            <a:extLst xmlns:a="http://schemas.openxmlformats.org/drawingml/2006/main">
              <a:ext uri="{FF2B5EF4-FFF2-40B4-BE49-F238E27FC236}">
                <a16:creationId xmlns:a16="http://schemas.microsoft.com/office/drawing/2014/main" id="{5EA40190-6D1F-4F43-B6A1-1C4DC45CA88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4" name="11-text-1">
            <a:extLst xmlns:a="http://schemas.openxmlformats.org/drawingml/2006/main">
              <a:ext uri="{FF2B5EF4-FFF2-40B4-BE49-F238E27FC236}">
                <a16:creationId xmlns:a16="http://schemas.microsoft.com/office/drawing/2014/main" id="{D31CBEE4-8D5A-4029-B438-0E18E5E6679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evidence</a:t>
            </a:r>
          </a:p>
        </p:txBody>
      </p:sp>
      <p:sp>
        <p:nvSpPr>
          <p:cNvPr id="195" name="11-text-2">
            <a:extLst xmlns:a="http://schemas.openxmlformats.org/drawingml/2006/main">
              <a:ext uri="{FF2B5EF4-FFF2-40B4-BE49-F238E27FC236}">
                <a16:creationId xmlns:a16="http://schemas.microsoft.com/office/drawing/2014/main" id="{6C72F082-6922-422B-995B-F5079C69D1FF}"/>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 · preliminary</a:t>
            </a:r>
          </a:p>
        </p:txBody>
      </p:sp>
      <p:sp>
        <p:nvSpPr>
          <p:cNvPr id="196" name="11-text-3">
            <a:extLst xmlns:a="http://schemas.openxmlformats.org/drawingml/2006/main">
              <a:ext uri="{FF2B5EF4-FFF2-40B4-BE49-F238E27FC236}">
                <a16:creationId xmlns:a16="http://schemas.microsoft.com/office/drawing/2014/main" id="{163DB1FE-C327-49D6-BCBD-68AE31424768}"/>
              </a:ext>
            </a:extLst>
          </p:cNvPr>
          <p:cNvSpPr>
            <a:spLocks xmlns:a="http://schemas.openxmlformats.org/drawingml/2006/main"/>
          </p:cNvSpPr>
          <p:nvPr/>
        </p:nvSpPr>
        <p:spPr>
          <a:xfrm xmlns:a="http://schemas.openxmlformats.org/drawingml/2006/main">
            <a:off x="62484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 · later</a:t>
            </a:r>
          </a:p>
        </p:txBody>
      </p:sp>
      <p:sp>
        <p:nvSpPr>
          <p:cNvPr id="197" name="11-text-4">
            <a:extLst xmlns:a="http://schemas.openxmlformats.org/drawingml/2006/main">
              <a:ext uri="{FF2B5EF4-FFF2-40B4-BE49-F238E27FC236}">
                <a16:creationId xmlns:a16="http://schemas.microsoft.com/office/drawing/2014/main" id="{07BCE772-6B7E-48FE-BED6-ACA7E821DD68}"/>
              </a:ext>
            </a:extLst>
          </p:cNvPr>
          <p:cNvSpPr>
            <a:spLocks xmlns:a="http://schemas.openxmlformats.org/drawingml/2006/main"/>
          </p:cNvSpPr>
          <p:nvPr/>
        </p:nvSpPr>
        <p:spPr>
          <a:xfrm xmlns:a="http://schemas.openxmlformats.org/drawingml/2006/main">
            <a:off x="609600" y="3251200"/>
            <a:ext cx="5334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198" name="11-text-5">
            <a:extLst xmlns:a="http://schemas.openxmlformats.org/drawingml/2006/main">
              <a:ext uri="{FF2B5EF4-FFF2-40B4-BE49-F238E27FC236}">
                <a16:creationId xmlns:a16="http://schemas.microsoft.com/office/drawing/2014/main" id="{453E269B-6239-4F93-A890-E1B6B97931AE}"/>
              </a:ext>
            </a:extLst>
          </p:cNvPr>
          <p:cNvSpPr>
            <a:spLocks xmlns:a="http://schemas.openxmlformats.org/drawingml/2006/main"/>
          </p:cNvSpPr>
          <p:nvPr/>
        </p:nvSpPr>
        <p:spPr>
          <a:xfrm xmlns:a="http://schemas.openxmlformats.org/drawingml/2006/main">
            <a:off x="6248400" y="3251200"/>
            <a:ext cx="5334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99" name="11-text-6">
            <a:extLst xmlns:a="http://schemas.openxmlformats.org/drawingml/2006/main">
              <a:ext uri="{FF2B5EF4-FFF2-40B4-BE49-F238E27FC236}">
                <a16:creationId xmlns:a16="http://schemas.microsoft.com/office/drawing/2014/main" id="{0D9FB07C-FAE2-451A-A37D-6D2669F402C9}"/>
              </a:ext>
            </a:extLst>
          </p:cNvPr>
          <p:cNvSpPr>
            <a:spLocks xmlns:a="http://schemas.openxmlformats.org/drawingml/2006/main"/>
          </p:cNvSpPr>
          <p:nvPr/>
        </p:nvSpPr>
        <p:spPr>
          <a:xfrm xmlns:a="http://schemas.openxmlformats.org/drawingml/2006/main">
            <a:off x="609600" y="50038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excerpts with revision, source location,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decision status. Refresh as records arrive.</a:t>
            </a:r>
          </a:p>
        </p:txBody>
      </p:sp>
      <p:sp>
        <p:nvSpPr>
          <p:cNvPr id="200" name="narrative-number">
            <a:extLst xmlns:a="http://schemas.openxmlformats.org/drawingml/2006/main">
              <a:ext uri="{FF2B5EF4-FFF2-40B4-BE49-F238E27FC236}">
                <a16:creationId xmlns:a16="http://schemas.microsoft.com/office/drawing/2014/main" id="{2E7DCED2-8763-45B9-B6C6-2C430C36DC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407726506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1" name="!!area-name">
            <a:extLst xmlns:a="http://schemas.openxmlformats.org/drawingml/2006/main">
              <a:ext uri="{FF2B5EF4-FFF2-40B4-BE49-F238E27FC236}">
                <a16:creationId xmlns:a16="http://schemas.microsoft.com/office/drawing/2014/main" id="{9D80C510-717B-4FAD-AB6B-33057841984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215" name="mini-map"/>
          <p:cNvPicPr>
            <a:picLocks xmlns:a="http://schemas.openxmlformats.org/drawingml/2006/main" noChangeAspect="1"/>
          </p:cNvPicPr>
          <p:nvPr/>
        </p:nvPicPr>
        <p:blipFill>
          <a:blip xmlns:r="http://schemas.openxmlformats.org/officeDocument/2006/relationships" xmlns:a="http://schemas.openxmlformats.org/drawingml/2006/main" r:embed="R5f8993f6914a4aa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3" name="slide-title">
            <a:extLst xmlns:a="http://schemas.openxmlformats.org/drawingml/2006/main">
              <a:ext uri="{FF2B5EF4-FFF2-40B4-BE49-F238E27FC236}">
                <a16:creationId xmlns:a16="http://schemas.microsoft.com/office/drawing/2014/main" id="{2B233E3A-C1A1-4833-8B52-322E314A379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204" name="header-divider">
            <a:extLst xmlns:a="http://schemas.openxmlformats.org/drawingml/2006/main">
              <a:ext uri="{FF2B5EF4-FFF2-40B4-BE49-F238E27FC236}">
                <a16:creationId xmlns:a16="http://schemas.microsoft.com/office/drawing/2014/main" id="{9642EF21-6C50-4F88-9ADA-8152CA34108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5" name="11-text-7">
            <a:extLst xmlns:a="http://schemas.openxmlformats.org/drawingml/2006/main">
              <a:ext uri="{FF2B5EF4-FFF2-40B4-BE49-F238E27FC236}">
                <a16:creationId xmlns:a16="http://schemas.microsoft.com/office/drawing/2014/main" id="{9989824D-E14B-4F2F-A095-F9AEF5C7F71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context</a:t>
            </a:r>
          </a:p>
        </p:txBody>
      </p:sp>
      <p:sp>
        <p:nvSpPr>
          <p:cNvPr id="206" name="11-text-8">
            <a:extLst xmlns:a="http://schemas.openxmlformats.org/drawingml/2006/main">
              <a:ext uri="{FF2B5EF4-FFF2-40B4-BE49-F238E27FC236}">
                <a16:creationId xmlns:a16="http://schemas.microsoft.com/office/drawing/2014/main" id="{A0139E67-714F-4F6B-B381-2CF1B2BCA120}"/>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Compaction must preserve: unresolved cause,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 authorized scope.</a:t>
            </a:r>
          </a:p>
        </p:txBody>
      </p:sp>
      <p:sp>
        <p:nvSpPr>
          <p:cNvPr id="207" name="11-text-9">
            <a:extLst xmlns:a="http://schemas.openxmlformats.org/drawingml/2006/main">
              <a:ext uri="{FF2B5EF4-FFF2-40B4-BE49-F238E27FC236}">
                <a16:creationId xmlns:a16="http://schemas.microsoft.com/office/drawing/2014/main" id="{2F6B6E41-2D55-4FB4-A038-0218552E4D8C}"/>
              </a:ext>
            </a:extLst>
          </p:cNvPr>
          <p:cNvSpPr>
            <a:spLocks xmlns:a="http://schemas.openxmlformats.org/drawingml/2006/main"/>
          </p:cNvSpPr>
          <p:nvPr/>
        </p:nvSpPr>
        <p:spPr>
          <a:xfrm xmlns:a="http://schemas.openxmlformats.org/drawingml/2006/main">
            <a:off x="609600" y="3860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FRB-017’s sensor fault and FRB-031’s bearing wear.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Similar symptoms do not prove a common cause.</a:t>
            </a:r>
          </a:p>
        </p:txBody>
      </p:sp>
      <p:sp>
        <p:nvSpPr>
          <p:cNvPr id="208" name="11-text-10">
            <a:extLst xmlns:a="http://schemas.openxmlformats.org/drawingml/2006/main">
              <a:ext uri="{FF2B5EF4-FFF2-40B4-BE49-F238E27FC236}">
                <a16:creationId xmlns:a16="http://schemas.microsoft.com/office/drawing/2014/main" id="{87C9B384-9D00-4467-BD5E-5C6B24E06E81}"/>
              </a:ext>
            </a:extLst>
          </p:cNvPr>
          <p:cNvSpPr>
            <a:spLocks xmlns:a="http://schemas.openxmlformats.org/drawingml/2006/main"/>
          </p:cNvSpPr>
          <p:nvPr/>
        </p:nvSpPr>
        <p:spPr>
          <a:xfrm xmlns:a="http://schemas.openxmlformats.org/drawingml/2006/main">
            <a:off x="609600" y="4876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Missing or inaccessible evidence must stay an explicit limitation.</a:t>
            </a:r>
          </a:p>
        </p:txBody>
      </p:sp>
      <p:sp>
        <p:nvSpPr>
          <p:cNvPr id="209" name="11-shape-11">
            <a:extLst xmlns:a="http://schemas.openxmlformats.org/drawingml/2006/main">
              <a:ext uri="{FF2B5EF4-FFF2-40B4-BE49-F238E27FC236}">
                <a16:creationId xmlns:a16="http://schemas.microsoft.com/office/drawing/2014/main" id="{A9CB6497-8F4F-463C-9403-00F7DDDE1456}"/>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10" name="11-shape-12">
            <a:extLst xmlns:a="http://schemas.openxmlformats.org/drawingml/2006/main">
              <a:ext uri="{FF2B5EF4-FFF2-40B4-BE49-F238E27FC236}">
                <a16:creationId xmlns:a16="http://schemas.microsoft.com/office/drawing/2014/main" id="{63A6CECF-F2C6-4816-964D-FBBC51E82611}"/>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11" name="11-text-13">
            <a:extLst xmlns:a="http://schemas.openxmlformats.org/drawingml/2006/main">
              <a:ext uri="{FF2B5EF4-FFF2-40B4-BE49-F238E27FC236}">
                <a16:creationId xmlns:a16="http://schemas.microsoft.com/office/drawing/2014/main" id="{BE9947DE-E1BC-4545-A4E8-E643B327E0AD}"/>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12" name="11-text-14">
            <a:extLst xmlns:a="http://schemas.openxmlformats.org/drawingml/2006/main">
              <a:ext uri="{FF2B5EF4-FFF2-40B4-BE49-F238E27FC236}">
                <a16:creationId xmlns:a16="http://schemas.microsoft.com/office/drawing/2014/main" id="{9EF28356-DDF8-40F4-8E5D-1DE4F8484878}"/>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213" name="narrative-number">
            <a:extLst xmlns:a="http://schemas.openxmlformats.org/drawingml/2006/main">
              <a:ext uri="{FF2B5EF4-FFF2-40B4-BE49-F238E27FC236}">
                <a16:creationId xmlns:a16="http://schemas.microsoft.com/office/drawing/2014/main" id="{5F6F9D19-855E-454C-8232-63F19F51B3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49122186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9"/>
                                        </p:tgtEl>
                                        <p:attrNameLst>
                                          <p:attrName>style.visibility</p:attrName>
                                        </p:attrNameLst>
                                      </p:cBhvr>
                                      <p:to>
                                        <p:strVal val="visible"/>
                                      </p:to>
                                    </p:set>
                                    <p:animEffect transition="in" filter="fade">
                                      <p:cBhvr>
                                        <p:cTn id="7" dur="300" fill="hold"/>
                                        <p:tgtEl>
                                          <p:spTgt spid="209"/>
                                        </p:tgtEl>
                                      </p:cBhvr>
                                    </p:animEffect>
                                  </p:childTnLst>
                                </p:cTn>
                              </p:par>
                              <p:par>
                                <p:cTn id="8" presetID="10" presetClass="entr" presetSubtype="0" fill="hold" nodeType="withEffect">
                                  <p:stCondLst>
                                    <p:cond delay="0"/>
                                  </p:stCondLst>
                                  <p:childTnLst>
                                    <p:set>
                                      <p:cBhvr>
                                        <p:cTn id="9" dur="1" fill="hold">
                                          <p:stCondLst>
                                            <p:cond delay="0"/>
                                          </p:stCondLst>
                                        </p:cTn>
                                        <p:tgtEl>
                                          <p:spTgt spid="210"/>
                                        </p:tgtEl>
                                        <p:attrNameLst>
                                          <p:attrName>style.visibility</p:attrName>
                                        </p:attrNameLst>
                                      </p:cBhvr>
                                      <p:to>
                                        <p:strVal val="visible"/>
                                      </p:to>
                                    </p:set>
                                    <p:animEffect transition="in" filter="fade">
                                      <p:cBhvr>
                                        <p:cTn id="10" dur="300" fill="hold"/>
                                        <p:tgtEl>
                                          <p:spTgt spid="210"/>
                                        </p:tgtEl>
                                      </p:cBhvr>
                                    </p:animEffect>
                                  </p:childTnLst>
                                </p:cTn>
                              </p:par>
                              <p:par>
                                <p:cTn id="11" presetID="10" presetClass="entr" presetSubtype="0" fill="hold" nodeType="withEffect">
                                  <p:stCondLst>
                                    <p:cond delay="0"/>
                                  </p:stCondLst>
                                  <p:childTnLst>
                                    <p:set>
                                      <p:cBhvr>
                                        <p:cTn id="12" dur="1" fill="hold">
                                          <p:stCondLst>
                                            <p:cond delay="0"/>
                                          </p:stCondLst>
                                        </p:cTn>
                                        <p:tgtEl>
                                          <p:spTgt spid="211"/>
                                        </p:tgtEl>
                                        <p:attrNameLst>
                                          <p:attrName>style.visibility</p:attrName>
                                        </p:attrNameLst>
                                      </p:cBhvr>
                                      <p:to>
                                        <p:strVal val="visible"/>
                                      </p:to>
                                    </p:set>
                                    <p:animEffect transition="in" filter="fade">
                                      <p:cBhvr>
                                        <p:cTn id="13" dur="300" fill="hold"/>
                                        <p:tgtEl>
                                          <p:spTgt spid="211"/>
                                        </p:tgtEl>
                                      </p:cBhvr>
                                    </p:animEffect>
                                  </p:childTnLst>
                                </p:cTn>
                              </p:par>
                              <p:par>
                                <p:cTn id="14" presetID="10" presetClass="entr" presetSubtype="0" fill="hold" nodeType="withEffect">
                                  <p:stCondLst>
                                    <p:cond delay="0"/>
                                  </p:stCondLst>
                                  <p:childTnLst>
                                    <p:set>
                                      <p:cBhvr>
                                        <p:cTn id="15" dur="1" fill="hold">
                                          <p:stCondLst>
                                            <p:cond delay="0"/>
                                          </p:stCondLst>
                                        </p:cTn>
                                        <p:tgtEl>
                                          <p:spTgt spid="212"/>
                                        </p:tgtEl>
                                        <p:attrNameLst>
                                          <p:attrName>style.visibility</p:attrName>
                                        </p:attrNameLst>
                                      </p:cBhvr>
                                      <p:to>
                                        <p:strVal val="visible"/>
                                      </p:to>
                                    </p:set>
                                    <p:animEffect transition="in" filter="fade">
                                      <p:cBhvr>
                                        <p:cTn id="16" dur="300" fill="hold"/>
                                        <p:tgtEl>
                                          <p:spTgt spid="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4" name="!!area-header">
            <a:extLst xmlns:a="http://schemas.openxmlformats.org/drawingml/2006/main">
              <a:ext uri="{FF2B5EF4-FFF2-40B4-BE49-F238E27FC236}">
                <a16:creationId xmlns:a16="http://schemas.microsoft.com/office/drawing/2014/main" id="{58E6CA45-9AFF-48E3-B2FA-242178B4C1D3}"/>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15" name="!!area-name">
            <a:extLst xmlns:a="http://schemas.openxmlformats.org/drawingml/2006/main">
              <a:ext uri="{FF2B5EF4-FFF2-40B4-BE49-F238E27FC236}">
                <a16:creationId xmlns:a16="http://schemas.microsoft.com/office/drawing/2014/main" id="{C0150AD0-7876-4CC2-AEFB-7259E4008F39}"/>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216" name="!!area-beat">
            <a:extLst xmlns:a="http://schemas.openxmlformats.org/drawingml/2006/main">
              <a:ext uri="{FF2B5EF4-FFF2-40B4-BE49-F238E27FC236}">
                <a16:creationId xmlns:a16="http://schemas.microsoft.com/office/drawing/2014/main" id="{E293E7E1-6449-447E-A2E8-4B259E542793}"/>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17" name="header-divider">
            <a:extLst xmlns:a="http://schemas.openxmlformats.org/drawingml/2006/main">
              <a:ext uri="{FF2B5EF4-FFF2-40B4-BE49-F238E27FC236}">
                <a16:creationId xmlns:a16="http://schemas.microsoft.com/office/drawing/2014/main" id="{1380B6F4-7E4A-4FD8-86AF-016BC17F809D}"/>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screenshot-MCP configuration">
            <a:extLst xmlns:a="http://schemas.openxmlformats.org/drawingml/2006/main">
              <a:ext uri="{FF2B5EF4-FFF2-40B4-BE49-F238E27FC236}">
                <a16:creationId xmlns:a16="http://schemas.microsoft.com/office/drawing/2014/main" id="{3965CA7A-9215-412D-94D7-7673EA2DBDB2}"/>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219" name="12-text-1">
            <a:extLst xmlns:a="http://schemas.openxmlformats.org/drawingml/2006/main">
              <a:ext uri="{FF2B5EF4-FFF2-40B4-BE49-F238E27FC236}">
                <a16:creationId xmlns:a16="http://schemas.microsoft.com/office/drawing/2014/main" id="{AA781259-A0B6-4550-BD85-3FDBD5951FFF}"/>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20" name="12-text-2">
            <a:extLst xmlns:a="http://schemas.openxmlformats.org/drawingml/2006/main">
              <a:ext uri="{FF2B5EF4-FFF2-40B4-BE49-F238E27FC236}">
                <a16:creationId xmlns:a16="http://schemas.microsoft.com/office/drawing/2014/main" id="{081F4F89-01D5-4576-9397-89061150B495}"/>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221" name="!!screenshot-The permission prompt">
            <a:extLst xmlns:a="http://schemas.openxmlformats.org/drawingml/2006/main">
              <a:ext uri="{FF2B5EF4-FFF2-40B4-BE49-F238E27FC236}">
                <a16:creationId xmlns:a16="http://schemas.microsoft.com/office/drawing/2014/main" id="{3CCAE2F1-6C1C-4918-BF6D-DF0C9C57CBC2}"/>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222" name="12-text-3">
            <a:extLst xmlns:a="http://schemas.openxmlformats.org/drawingml/2006/main">
              <a:ext uri="{FF2B5EF4-FFF2-40B4-BE49-F238E27FC236}">
                <a16:creationId xmlns:a16="http://schemas.microsoft.com/office/drawing/2014/main" id="{8058D8EE-3BA5-48C3-8CB1-5657F695C100}"/>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23" name="12-text-4">
            <a:extLst xmlns:a="http://schemas.openxmlformats.org/drawingml/2006/main">
              <a:ext uri="{FF2B5EF4-FFF2-40B4-BE49-F238E27FC236}">
                <a16:creationId xmlns:a16="http://schemas.microsoft.com/office/drawing/2014/main" id="{61608F46-CA07-483D-B04B-5D0A7FC8B84F}"/>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224" name="12-text-5">
            <a:extLst xmlns:a="http://schemas.openxmlformats.org/drawingml/2006/main">
              <a:ext uri="{FF2B5EF4-FFF2-40B4-BE49-F238E27FC236}">
                <a16:creationId xmlns:a16="http://schemas.microsoft.com/office/drawing/2014/main" id="{E009DE54-7ADF-482A-9E8A-2942AF62FFAC}"/>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225" name="12-text-6">
            <a:extLst xmlns:a="http://schemas.openxmlformats.org/drawingml/2006/main">
              <a:ext uri="{FF2B5EF4-FFF2-40B4-BE49-F238E27FC236}">
                <a16:creationId xmlns:a16="http://schemas.microsoft.com/office/drawing/2014/main" id="{76A21429-3B92-45A9-BAA9-E24BCEB5A70E}"/>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226" name="12-text-7">
            <a:extLst xmlns:a="http://schemas.openxmlformats.org/drawingml/2006/main">
              <a:ext uri="{FF2B5EF4-FFF2-40B4-BE49-F238E27FC236}">
                <a16:creationId xmlns:a16="http://schemas.microsoft.com/office/drawing/2014/main" id="{FB8EF786-3065-4D97-A648-9DC185AED952}"/>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227" name="12-text-8">
            <a:extLst xmlns:a="http://schemas.openxmlformats.org/drawingml/2006/main">
              <a:ext uri="{FF2B5EF4-FFF2-40B4-BE49-F238E27FC236}">
                <a16:creationId xmlns:a16="http://schemas.microsoft.com/office/drawing/2014/main" id="{08154B35-E2A6-4AE9-B15B-850F980AAF08}"/>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
        <p:nvSpPr>
          <p:cNvPr id="228" name="narrative-number">
            <a:extLst xmlns:a="http://schemas.openxmlformats.org/drawingml/2006/main">
              <a:ext uri="{FF2B5EF4-FFF2-40B4-BE49-F238E27FC236}">
                <a16:creationId xmlns:a16="http://schemas.microsoft.com/office/drawing/2014/main" id="{5B946BD9-DAB8-43DD-BDE8-EED4147AA7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821860369"/>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9" name="!!area-name">
            <a:extLst xmlns:a="http://schemas.openxmlformats.org/drawingml/2006/main">
              <a:ext uri="{FF2B5EF4-FFF2-40B4-BE49-F238E27FC236}">
                <a16:creationId xmlns:a16="http://schemas.microsoft.com/office/drawing/2014/main" id="{B005CAAA-B5D6-4575-B7EB-BA537B1EDF9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45" name="mini-map"/>
          <p:cNvPicPr>
            <a:picLocks xmlns:a="http://schemas.openxmlformats.org/drawingml/2006/main" noChangeAspect="1"/>
          </p:cNvPicPr>
          <p:nvPr/>
        </p:nvPicPr>
        <p:blipFill>
          <a:blip xmlns:r="http://schemas.openxmlformats.org/officeDocument/2006/relationships" xmlns:a="http://schemas.openxmlformats.org/drawingml/2006/main" r:embed="R2129016fb52949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1" name="header-divider">
            <a:extLst xmlns:a="http://schemas.openxmlformats.org/drawingml/2006/main">
              <a:ext uri="{FF2B5EF4-FFF2-40B4-BE49-F238E27FC236}">
                <a16:creationId xmlns:a16="http://schemas.microsoft.com/office/drawing/2014/main" id="{0DD77732-E2C5-48D7-9906-A164C044BD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2" name="!!screenshot-MCP configuration">
            <a:extLst xmlns:a="http://schemas.openxmlformats.org/drawingml/2006/main">
              <a:ext uri="{FF2B5EF4-FFF2-40B4-BE49-F238E27FC236}">
                <a16:creationId xmlns:a16="http://schemas.microsoft.com/office/drawing/2014/main" id="{4C361CB4-E41E-47D0-9240-12B972512F25}"/>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33" name="12b-text-1">
            <a:extLst xmlns:a="http://schemas.openxmlformats.org/drawingml/2006/main">
              <a:ext uri="{FF2B5EF4-FFF2-40B4-BE49-F238E27FC236}">
                <a16:creationId xmlns:a16="http://schemas.microsoft.com/office/drawing/2014/main" id="{A2F68175-4270-4EFD-8285-8DBF2247449B}"/>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34" name="12b-text-2">
            <a:extLst xmlns:a="http://schemas.openxmlformats.org/drawingml/2006/main">
              <a:ext uri="{FF2B5EF4-FFF2-40B4-BE49-F238E27FC236}">
                <a16:creationId xmlns:a16="http://schemas.microsoft.com/office/drawing/2014/main" id="{D326A845-1BD9-4CD4-95AF-EFA5DA00D6F5}"/>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35" name="!!screenshot-The permission prompt">
            <a:extLst xmlns:a="http://schemas.openxmlformats.org/drawingml/2006/main">
              <a:ext uri="{FF2B5EF4-FFF2-40B4-BE49-F238E27FC236}">
                <a16:creationId xmlns:a16="http://schemas.microsoft.com/office/drawing/2014/main" id="{1F8C05F8-E29F-4955-9172-998FD8CC0E14}"/>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36" name="12b-text-3">
            <a:extLst xmlns:a="http://schemas.openxmlformats.org/drawingml/2006/main">
              <a:ext uri="{FF2B5EF4-FFF2-40B4-BE49-F238E27FC236}">
                <a16:creationId xmlns:a16="http://schemas.microsoft.com/office/drawing/2014/main" id="{86FEA91B-F96D-4433-BFD5-0F715BA92B1D}"/>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37" name="12b-text-4">
            <a:extLst xmlns:a="http://schemas.openxmlformats.org/drawingml/2006/main">
              <a:ext uri="{FF2B5EF4-FFF2-40B4-BE49-F238E27FC236}">
                <a16:creationId xmlns:a16="http://schemas.microsoft.com/office/drawing/2014/main" id="{73EEB058-20A6-4CA2-8DEE-1CAF03E54FC4}"/>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38" name="12b-text-5">
            <a:extLst xmlns:a="http://schemas.openxmlformats.org/drawingml/2006/main">
              <a:ext uri="{FF2B5EF4-FFF2-40B4-BE49-F238E27FC236}">
                <a16:creationId xmlns:a16="http://schemas.microsoft.com/office/drawing/2014/main" id="{C4659514-4097-4253-8BD9-1BC9E53D0473}"/>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239" name="12b-text-6">
            <a:extLst xmlns:a="http://schemas.openxmlformats.org/drawingml/2006/main">
              <a:ext uri="{FF2B5EF4-FFF2-40B4-BE49-F238E27FC236}">
                <a16:creationId xmlns:a16="http://schemas.microsoft.com/office/drawing/2014/main" id="{DDB8A17E-8FB4-4E80-A5B4-E0841DAFA2A3}"/>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240" name="12b-text-7">
            <a:extLst xmlns:a="http://schemas.openxmlformats.org/drawingml/2006/main">
              <a:ext uri="{FF2B5EF4-FFF2-40B4-BE49-F238E27FC236}">
                <a16:creationId xmlns:a16="http://schemas.microsoft.com/office/drawing/2014/main" id="{2F833ACB-56FC-431A-A711-C2A4D92A4B95}"/>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241" name="12b-text-8">
            <a:extLst xmlns:a="http://schemas.openxmlformats.org/drawingml/2006/main">
              <a:ext uri="{FF2B5EF4-FFF2-40B4-BE49-F238E27FC236}">
                <a16:creationId xmlns:a16="http://schemas.microsoft.com/office/drawing/2014/main" id="{D763BA10-93A3-47EB-9DA4-73B2D9D553CB}"/>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242" name="12b-text-9">
            <a:extLst xmlns:a="http://schemas.openxmlformats.org/drawingml/2006/main">
              <a:ext uri="{FF2B5EF4-FFF2-40B4-BE49-F238E27FC236}">
                <a16:creationId xmlns:a16="http://schemas.microsoft.com/office/drawing/2014/main" id="{3C8BDF07-B3CC-4AEF-8D49-5912D6120561}"/>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243" name="narrative-number">
            <a:extLst xmlns:a="http://schemas.openxmlformats.org/drawingml/2006/main">
              <a:ext uri="{FF2B5EF4-FFF2-40B4-BE49-F238E27FC236}">
                <a16:creationId xmlns:a16="http://schemas.microsoft.com/office/drawing/2014/main" id="{597D0930-7495-4C84-ACCF-7A5F522D06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56526821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4" name="!!area-name">
            <a:extLst xmlns:a="http://schemas.openxmlformats.org/drawingml/2006/main">
              <a:ext uri="{FF2B5EF4-FFF2-40B4-BE49-F238E27FC236}">
                <a16:creationId xmlns:a16="http://schemas.microsoft.com/office/drawing/2014/main" id="{11AF15A3-5073-4DB5-911F-FBCAE781201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58" name="mini-map"/>
          <p:cNvPicPr>
            <a:picLocks xmlns:a="http://schemas.openxmlformats.org/drawingml/2006/main" noChangeAspect="1"/>
          </p:cNvPicPr>
          <p:nvPr/>
        </p:nvPicPr>
        <p:blipFill>
          <a:blip xmlns:r="http://schemas.openxmlformats.org/officeDocument/2006/relationships" xmlns:a="http://schemas.openxmlformats.org/drawingml/2006/main" r:embed="Rb49c0b28372644c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6" name="header-divider">
            <a:extLst xmlns:a="http://schemas.openxmlformats.org/drawingml/2006/main">
              <a:ext uri="{FF2B5EF4-FFF2-40B4-BE49-F238E27FC236}">
                <a16:creationId xmlns:a16="http://schemas.microsoft.com/office/drawing/2014/main" id="{59EBE82D-FD48-474D-B86B-42C9F4D9FAB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7" name="!!screenshot-MCP configuration">
            <a:extLst xmlns:a="http://schemas.openxmlformats.org/drawingml/2006/main">
              <a:ext uri="{FF2B5EF4-FFF2-40B4-BE49-F238E27FC236}">
                <a16:creationId xmlns:a16="http://schemas.microsoft.com/office/drawing/2014/main" id="{B6095756-CFA6-45C3-B989-34734584C8CB}"/>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48" name="12b-text-1">
            <a:extLst xmlns:a="http://schemas.openxmlformats.org/drawingml/2006/main">
              <a:ext uri="{FF2B5EF4-FFF2-40B4-BE49-F238E27FC236}">
                <a16:creationId xmlns:a16="http://schemas.microsoft.com/office/drawing/2014/main" id="{A020000E-5050-4DE7-B2FC-AB8205E595DB}"/>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49" name="12b-text-2">
            <a:extLst xmlns:a="http://schemas.openxmlformats.org/drawingml/2006/main">
              <a:ext uri="{FF2B5EF4-FFF2-40B4-BE49-F238E27FC236}">
                <a16:creationId xmlns:a16="http://schemas.microsoft.com/office/drawing/2014/main" id="{025B7DB6-1349-4BC7-9789-C3FD523E0534}"/>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50" name="!!screenshot-The permission prompt">
            <a:extLst xmlns:a="http://schemas.openxmlformats.org/drawingml/2006/main">
              <a:ext uri="{FF2B5EF4-FFF2-40B4-BE49-F238E27FC236}">
                <a16:creationId xmlns:a16="http://schemas.microsoft.com/office/drawing/2014/main" id="{F96DCBF8-7FDA-45E5-8A13-70CBA18C7D96}"/>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51" name="12b-text-3">
            <a:extLst xmlns:a="http://schemas.openxmlformats.org/drawingml/2006/main">
              <a:ext uri="{FF2B5EF4-FFF2-40B4-BE49-F238E27FC236}">
                <a16:creationId xmlns:a16="http://schemas.microsoft.com/office/drawing/2014/main" id="{4782B731-53B4-4011-8D50-D9AD685FA26F}"/>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52" name="12b-text-4">
            <a:extLst xmlns:a="http://schemas.openxmlformats.org/drawingml/2006/main">
              <a:ext uri="{FF2B5EF4-FFF2-40B4-BE49-F238E27FC236}">
                <a16:creationId xmlns:a16="http://schemas.microsoft.com/office/drawing/2014/main" id="{1E877054-9A17-44A2-AD24-0A2FAADB21A3}"/>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53" name="12b-text-10">
            <a:extLst xmlns:a="http://schemas.openxmlformats.org/drawingml/2006/main">
              <a:ext uri="{FF2B5EF4-FFF2-40B4-BE49-F238E27FC236}">
                <a16:creationId xmlns:a16="http://schemas.microsoft.com/office/drawing/2014/main" id="{EEB901DE-6557-4F76-94A1-FE34CC4721C3}"/>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254" name="12b-text-11">
            <a:extLst xmlns:a="http://schemas.openxmlformats.org/drawingml/2006/main">
              <a:ext uri="{FF2B5EF4-FFF2-40B4-BE49-F238E27FC236}">
                <a16:creationId xmlns:a16="http://schemas.microsoft.com/office/drawing/2014/main" id="{3B328E6B-C994-4CF8-8367-D322A1FC1F79}"/>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255" name="12b-text-12">
            <a:extLst xmlns:a="http://schemas.openxmlformats.org/drawingml/2006/main">
              <a:ext uri="{FF2B5EF4-FFF2-40B4-BE49-F238E27FC236}">
                <a16:creationId xmlns:a16="http://schemas.microsoft.com/office/drawing/2014/main" id="{03F489FA-0758-42AE-8026-7C82B00052A4}"/>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
        <p:nvSpPr>
          <p:cNvPr id="256" name="narrative-number">
            <a:extLst xmlns:a="http://schemas.openxmlformats.org/drawingml/2006/main">
              <a:ext uri="{FF2B5EF4-FFF2-40B4-BE49-F238E27FC236}">
                <a16:creationId xmlns:a16="http://schemas.microsoft.com/office/drawing/2014/main" id="{B890A9A1-657F-4616-933E-7C5134A087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36006629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7" name="!!area-name">
            <a:extLst xmlns:a="http://schemas.openxmlformats.org/drawingml/2006/main">
              <a:ext uri="{FF2B5EF4-FFF2-40B4-BE49-F238E27FC236}">
                <a16:creationId xmlns:a16="http://schemas.microsoft.com/office/drawing/2014/main" id="{7C4800B8-C9AF-494E-B86D-0D47DFD906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66" name="mini-map"/>
          <p:cNvPicPr>
            <a:picLocks xmlns:a="http://schemas.openxmlformats.org/drawingml/2006/main" noChangeAspect="1"/>
          </p:cNvPicPr>
          <p:nvPr/>
        </p:nvPicPr>
        <p:blipFill>
          <a:blip xmlns:r="http://schemas.openxmlformats.org/officeDocument/2006/relationships" xmlns:a="http://schemas.openxmlformats.org/drawingml/2006/main" r:embed="R46e441fae0e84cc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9" name="slide-title">
            <a:extLst xmlns:a="http://schemas.openxmlformats.org/drawingml/2006/main">
              <a:ext uri="{FF2B5EF4-FFF2-40B4-BE49-F238E27FC236}">
                <a16:creationId xmlns:a16="http://schemas.microsoft.com/office/drawing/2014/main" id="{86DE252D-F507-4E54-A774-F8CDB70AB95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60" name="header-divider">
            <a:extLst xmlns:a="http://schemas.openxmlformats.org/drawingml/2006/main">
              <a:ext uri="{FF2B5EF4-FFF2-40B4-BE49-F238E27FC236}">
                <a16:creationId xmlns:a16="http://schemas.microsoft.com/office/drawing/2014/main" id="{512ADFD1-5495-472E-9CFE-A00D527A639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1" name="13-text-1">
            <a:extLst xmlns:a="http://schemas.openxmlformats.org/drawingml/2006/main">
              <a:ext uri="{FF2B5EF4-FFF2-40B4-BE49-F238E27FC236}">
                <a16:creationId xmlns:a16="http://schemas.microsoft.com/office/drawing/2014/main" id="{4B737F40-49E8-4C2C-871F-D9952D519AB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tool contract</a:t>
            </a:r>
          </a:p>
        </p:txBody>
      </p:sp>
      <p:sp>
        <p:nvSpPr>
          <p:cNvPr id="262" name="13-text-2">
            <a:extLst xmlns:a="http://schemas.openxmlformats.org/drawingml/2006/main">
              <a:ext uri="{FF2B5EF4-FFF2-40B4-BE49-F238E27FC236}">
                <a16:creationId xmlns:a16="http://schemas.microsoft.com/office/drawing/2014/main" id="{9C45CBAE-FDC9-494B-BC7B-B3CC541ACAB1}"/>
              </a:ext>
            </a:extLst>
          </p:cNvPr>
          <p:cNvSpPr>
            <a:spLocks xmlns:a="http://schemas.openxmlformats.org/drawingml/2006/main"/>
          </p:cNvSpPr>
          <p:nvPr/>
        </p:nvSpPr>
        <p:spPr>
          <a:xfrm xmlns:a="http://schemas.openxmlformats.org/drawingml/2006/main">
            <a:off x="609600" y="2794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Background: parse and index PDF reports, Word minutes,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PowerPoint briefings.</a:t>
            </a:r>
          </a:p>
        </p:txBody>
      </p:sp>
      <p:graphicFrame>
        <p:nvGraphicFramePr>
          <p:cNvPr id="271" name="13-table-3"/>
          <p:cNvGraphicFramePr/>
          <p:nvPr/>
        </p:nvGraphicFramePr>
        <p:xfrm>
          <a:off xmlns:a="http://schemas.openxmlformats.org/drawingml/2006/main" x="609600" y="36068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2743200"/>
                <a:gridCol w="3606800"/>
                <a:gridCol w="4622800"/>
              </a:tblGrid>
              <a:tr h="406400">
                <a:tc>
                  <a:txBody>
                    <a:bodyPr>
                      <a:noAutofit/>
                    </a:bodyPr>
                    <a:lstStyle/>
                    <a:p>
                      <a:pPr>
                        <a:lnSpc>
                          <a:spcPct val="125000"/>
                        </a:lnSpc>
                        <a:buNone/>
                      </a:pPr>
                      <a:r>
                        <a:rPr sz="2000" b="1">
                          <a:solidFill>
                            <a:srgbClr val="F948BE"/>
                          </a:solidFill>
                          <a:latin typeface="Helvetica"/>
                          <a:ea typeface="Helvetica"/>
                          <a:cs typeface="Helvetica"/>
                        </a:rPr>
                        <a:t>Agent tool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Returns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Search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date, category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Authorized record IDs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Retrieve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revision, 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source passages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Export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Selected IDs + revisions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 manifest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85800">
                <a:tc>
                  <a:txBody>
                    <a:bodyPr>
                      <a:noAutofit/>
                    </a:bodyPr>
                    <a:lstStyle/>
                    <a:p>
                      <a:pPr>
                        <a:lnSpc>
                          <a:spcPct val="125000"/>
                        </a:lnSpc>
                        <a:buNone/>
                      </a:pPr>
                      <a:r>
                        <a:rPr sz="2000" b="0">
                          <a:solidFill>
                            <a:srgbClr val="FFFCF5"/>
                          </a:solidFill>
                          <a:latin typeface="Helvetica"/>
                          <a:ea typeface="Helvetica"/>
                          <a:cs typeface="Helvetica"/>
                        </a:rPr>
                        <a:t>Export cited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 citations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Brief + 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4" name="narrative-number">
            <a:extLst xmlns:a="http://schemas.openxmlformats.org/drawingml/2006/main">
              <a:ext uri="{FF2B5EF4-FFF2-40B4-BE49-F238E27FC236}">
                <a16:creationId xmlns:a16="http://schemas.microsoft.com/office/drawing/2014/main" id="{02165E0E-9A65-46FC-9731-D9E8E923D7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70313823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5" name="!!area-name">
            <a:extLst xmlns:a="http://schemas.openxmlformats.org/drawingml/2006/main">
              <a:ext uri="{FF2B5EF4-FFF2-40B4-BE49-F238E27FC236}">
                <a16:creationId xmlns:a16="http://schemas.microsoft.com/office/drawing/2014/main" id="{076835E0-E502-4B5A-8831-5EF23EED09A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82" name="mini-map"/>
          <p:cNvPicPr>
            <a:picLocks xmlns:a="http://schemas.openxmlformats.org/drawingml/2006/main" noChangeAspect="1"/>
          </p:cNvPicPr>
          <p:nvPr/>
        </p:nvPicPr>
        <p:blipFill>
          <a:blip xmlns:r="http://schemas.openxmlformats.org/officeDocument/2006/relationships" xmlns:a="http://schemas.openxmlformats.org/drawingml/2006/main" r:embed="R5f7ed0b8a49c445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7" name="slide-title">
            <a:extLst xmlns:a="http://schemas.openxmlformats.org/drawingml/2006/main">
              <a:ext uri="{FF2B5EF4-FFF2-40B4-BE49-F238E27FC236}">
                <a16:creationId xmlns:a16="http://schemas.microsoft.com/office/drawing/2014/main" id="{BECA25AB-0E7F-48DC-B541-EFD41B1FBC5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68" name="header-divider">
            <a:extLst xmlns:a="http://schemas.openxmlformats.org/drawingml/2006/main">
              <a:ext uri="{FF2B5EF4-FFF2-40B4-BE49-F238E27FC236}">
                <a16:creationId xmlns:a16="http://schemas.microsoft.com/office/drawing/2014/main" id="{A405EAB4-3D5C-40BF-B438-6A7B862A724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9" name="13-text-4">
            <a:extLst xmlns:a="http://schemas.openxmlformats.org/drawingml/2006/main">
              <a:ext uri="{FF2B5EF4-FFF2-40B4-BE49-F238E27FC236}">
                <a16:creationId xmlns:a16="http://schemas.microsoft.com/office/drawing/2014/main" id="{3EA6932E-B81B-44FE-851B-26C5BE581EF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result contract</a:t>
            </a:r>
          </a:p>
        </p:txBody>
      </p:sp>
      <p:sp>
        <p:nvSpPr>
          <p:cNvPr id="270" name="13-text-5">
            <a:extLst xmlns:a="http://schemas.openxmlformats.org/drawingml/2006/main">
              <a:ext uri="{FF2B5EF4-FFF2-40B4-BE49-F238E27FC236}">
                <a16:creationId xmlns:a16="http://schemas.microsoft.com/office/drawing/2014/main" id="{2FEBDAC9-FD31-4BEB-A4BC-F5BBFC199824}"/>
              </a:ext>
            </a:extLst>
          </p:cNvPr>
          <p:cNvSpPr>
            <a:spLocks xmlns:a="http://schemas.openxmlformats.org/drawingml/2006/main"/>
          </p:cNvSpPr>
          <p:nvPr/>
        </p:nvSpPr>
        <p:spPr>
          <a:xfrm xmlns:a="http://schemas.openxmlformats.org/drawingml/2006/main">
            <a:off x="609600" y="28956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p:txBody>
      </p:sp>
      <p:sp>
        <p:nvSpPr>
          <p:cNvPr id="271" name="13-text-6">
            <a:extLst xmlns:a="http://schemas.openxmlformats.org/drawingml/2006/main">
              <a:ext uri="{FF2B5EF4-FFF2-40B4-BE49-F238E27FC236}">
                <a16:creationId xmlns:a16="http://schemas.microsoft.com/office/drawing/2014/main" id="{2B29CF3D-9B9C-4266-B466-70D4FD1269A7}"/>
              </a:ext>
            </a:extLst>
          </p:cNvPr>
          <p:cNvSpPr>
            <a:spLocks xmlns:a="http://schemas.openxmlformats.org/drawingml/2006/main"/>
          </p:cNvSpPr>
          <p:nvPr/>
        </p:nvSpPr>
        <p:spPr>
          <a:xfrm xmlns:a="http://schemas.openxmlformats.org/drawingml/2006/main">
            <a:off x="2489200" y="28956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IDs, revisions, source locations.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Parsing failures and incomplete results are explicit.</a:t>
            </a:r>
          </a:p>
        </p:txBody>
      </p:sp>
      <p:sp>
        <p:nvSpPr>
          <p:cNvPr id="272" name="13-text-7">
            <a:extLst xmlns:a="http://schemas.openxmlformats.org/drawingml/2006/main">
              <a:ext uri="{FF2B5EF4-FFF2-40B4-BE49-F238E27FC236}">
                <a16:creationId xmlns:a16="http://schemas.microsoft.com/office/drawing/2014/main" id="{8DDB9CEE-B9D4-4254-89CB-51C74E4C3D79}"/>
              </a:ext>
            </a:extLst>
          </p:cNvPr>
          <p:cNvSpPr>
            <a:spLocks xmlns:a="http://schemas.openxmlformats.org/drawingml/2006/main"/>
          </p:cNvSpPr>
          <p:nvPr/>
        </p:nvSpPr>
        <p:spPr>
          <a:xfrm xmlns:a="http://schemas.openxmlformats.org/drawingml/2006/main">
            <a:off x="609600" y="38608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a:t>
            </a:r>
          </a:p>
        </p:txBody>
      </p:sp>
      <p:sp>
        <p:nvSpPr>
          <p:cNvPr id="273" name="13-text-8">
            <a:extLst xmlns:a="http://schemas.openxmlformats.org/drawingml/2006/main">
              <a:ext uri="{FF2B5EF4-FFF2-40B4-BE49-F238E27FC236}">
                <a16:creationId xmlns:a16="http://schemas.microsoft.com/office/drawing/2014/main" id="{F53EC25F-4A54-4747-B89D-0DDF967FE717}"/>
              </a:ext>
            </a:extLst>
          </p:cNvPr>
          <p:cNvSpPr>
            <a:spLocks xmlns:a="http://schemas.openxmlformats.org/drawingml/2006/main"/>
          </p:cNvSpPr>
          <p:nvPr/>
        </p:nvSpPr>
        <p:spPr>
          <a:xfrm xmlns:a="http://schemas.openxmlformats.org/drawingml/2006/main">
            <a:off x="2489200" y="38608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records or the checked brief,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citations and uncertainty intact.</a:t>
            </a:r>
          </a:p>
        </p:txBody>
      </p:sp>
      <p:sp>
        <p:nvSpPr>
          <p:cNvPr id="274" name="13-text-9">
            <a:extLst xmlns:a="http://schemas.openxmlformats.org/drawingml/2006/main">
              <a:ext uri="{FF2B5EF4-FFF2-40B4-BE49-F238E27FC236}">
                <a16:creationId xmlns:a16="http://schemas.microsoft.com/office/drawing/2014/main" id="{B3BA1CF4-E01C-43D1-B764-5C29243909BC}"/>
              </a:ext>
            </a:extLst>
          </p:cNvPr>
          <p:cNvSpPr>
            <a:spLocks xmlns:a="http://schemas.openxmlformats.org/drawingml/2006/main"/>
          </p:cNvSpPr>
          <p:nvPr/>
        </p:nvSpPr>
        <p:spPr>
          <a:xfrm xmlns:a="http://schemas.openxmlformats.org/drawingml/2006/main">
            <a:off x="609600" y="4826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a:t>
            </a:r>
          </a:p>
        </p:txBody>
      </p:sp>
      <p:sp>
        <p:nvSpPr>
          <p:cNvPr id="275" name="13-text-10">
            <a:extLst xmlns:a="http://schemas.openxmlformats.org/drawingml/2006/main">
              <a:ext uri="{FF2B5EF4-FFF2-40B4-BE49-F238E27FC236}">
                <a16:creationId xmlns:a16="http://schemas.microsoft.com/office/drawing/2014/main" id="{E64804A6-31EF-4015-A0AB-96D959E49A55}"/>
              </a:ext>
            </a:extLst>
          </p:cNvPr>
          <p:cNvSpPr>
            <a:spLocks xmlns:a="http://schemas.openxmlformats.org/drawingml/2006/main"/>
          </p:cNvSpPr>
          <p:nvPr/>
        </p:nvSpPr>
        <p:spPr>
          <a:xfrm xmlns:a="http://schemas.openxmlformats.org/drawingml/2006/main">
            <a:off x="2489200" y="48260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and allowed destinations outside the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reads and exports.</a:t>
            </a:r>
          </a:p>
        </p:txBody>
      </p:sp>
      <p:sp>
        <p:nvSpPr>
          <p:cNvPr id="276" name="13-shape-11">
            <a:extLst xmlns:a="http://schemas.openxmlformats.org/drawingml/2006/main">
              <a:ext uri="{FF2B5EF4-FFF2-40B4-BE49-F238E27FC236}">
                <a16:creationId xmlns:a16="http://schemas.microsoft.com/office/drawing/2014/main" id="{755CCCFC-D65B-4CD9-B12A-ABAA1FAA9E23}"/>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77" name="13-shape-12">
            <a:extLst xmlns:a="http://schemas.openxmlformats.org/drawingml/2006/main">
              <a:ext uri="{FF2B5EF4-FFF2-40B4-BE49-F238E27FC236}">
                <a16:creationId xmlns:a16="http://schemas.microsoft.com/office/drawing/2014/main" id="{791091EC-43C3-41AB-BB87-945DC5AC7818}"/>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78" name="13-text-13">
            <a:extLst xmlns:a="http://schemas.openxmlformats.org/drawingml/2006/main">
              <a:ext uri="{FF2B5EF4-FFF2-40B4-BE49-F238E27FC236}">
                <a16:creationId xmlns:a16="http://schemas.microsoft.com/office/drawing/2014/main" id="{CC7302BF-1678-4E14-9760-2C61403D104A}"/>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79" name="13-text-14">
            <a:extLst xmlns:a="http://schemas.openxmlformats.org/drawingml/2006/main">
              <a:ext uri="{FF2B5EF4-FFF2-40B4-BE49-F238E27FC236}">
                <a16:creationId xmlns:a16="http://schemas.microsoft.com/office/drawing/2014/main" id="{6C39564C-6496-4632-95E8-C8ED123B1627}"/>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280" name="narrative-number">
            <a:extLst xmlns:a="http://schemas.openxmlformats.org/drawingml/2006/main">
              <a:ext uri="{FF2B5EF4-FFF2-40B4-BE49-F238E27FC236}">
                <a16:creationId xmlns:a16="http://schemas.microsoft.com/office/drawing/2014/main" id="{3A5A2BF2-22E4-4CC3-A21F-FC5CC30E633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60680351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animEffect transition="in" filter="fade">
                                      <p:cBhvr>
                                        <p:cTn id="7" dur="300" fill="hold"/>
                                        <p:tgtEl>
                                          <p:spTgt spid="276"/>
                                        </p:tgtEl>
                                      </p:cBhvr>
                                    </p:animEffect>
                                  </p:childTnLst>
                                </p:cTn>
                              </p:par>
                              <p:par>
                                <p:cTn id="8" presetID="10" presetClass="entr" presetSubtype="0" fill="hold" nodeType="withEffect">
                                  <p:stCondLst>
                                    <p:cond delay="0"/>
                                  </p:stCondLst>
                                  <p:childTnLst>
                                    <p:set>
                                      <p:cBhvr>
                                        <p:cTn id="9" dur="1" fill="hold">
                                          <p:stCondLst>
                                            <p:cond delay="0"/>
                                          </p:stCondLst>
                                        </p:cTn>
                                        <p:tgtEl>
                                          <p:spTgt spid="277"/>
                                        </p:tgtEl>
                                        <p:attrNameLst>
                                          <p:attrName>style.visibility</p:attrName>
                                        </p:attrNameLst>
                                      </p:cBhvr>
                                      <p:to>
                                        <p:strVal val="visible"/>
                                      </p:to>
                                    </p:set>
                                    <p:animEffect transition="in" filter="fade">
                                      <p:cBhvr>
                                        <p:cTn id="10" dur="300" fill="hold"/>
                                        <p:tgtEl>
                                          <p:spTgt spid="277"/>
                                        </p:tgtEl>
                                      </p:cBhvr>
                                    </p:animEffect>
                                  </p:childTnLst>
                                </p:cTn>
                              </p:par>
                              <p:par>
                                <p:cTn id="11" presetID="10" presetClass="entr" presetSubtype="0" fill="hold" nodeType="withEffect">
                                  <p:stCondLst>
                                    <p:cond delay="0"/>
                                  </p:stCondLst>
                                  <p:childTnLst>
                                    <p:set>
                                      <p:cBhvr>
                                        <p:cTn id="12" dur="1" fill="hold">
                                          <p:stCondLst>
                                            <p:cond delay="0"/>
                                          </p:stCondLst>
                                        </p:cTn>
                                        <p:tgtEl>
                                          <p:spTgt spid="278"/>
                                        </p:tgtEl>
                                        <p:attrNameLst>
                                          <p:attrName>style.visibility</p:attrName>
                                        </p:attrNameLst>
                                      </p:cBhvr>
                                      <p:to>
                                        <p:strVal val="visible"/>
                                      </p:to>
                                    </p:set>
                                    <p:animEffect transition="in" filter="fade">
                                      <p:cBhvr>
                                        <p:cTn id="13" dur="300" fill="hold"/>
                                        <p:tgtEl>
                                          <p:spTgt spid="278"/>
                                        </p:tgtEl>
                                      </p:cBhvr>
                                    </p:animEffect>
                                  </p:childTnLst>
                                </p:cTn>
                              </p:par>
                              <p:par>
                                <p:cTn id="14" presetID="10" presetClass="entr" presetSubtype="0" fill="hold" nodeType="withEffect">
                                  <p:stCondLst>
                                    <p:cond delay="0"/>
                                  </p:stCondLst>
                                  <p:childTnLst>
                                    <p:set>
                                      <p:cBhvr>
                                        <p:cTn id="15" dur="1" fill="hold">
                                          <p:stCondLst>
                                            <p:cond delay="0"/>
                                          </p:stCondLst>
                                        </p:cTn>
                                        <p:tgtEl>
                                          <p:spTgt spid="279"/>
                                        </p:tgtEl>
                                        <p:attrNameLst>
                                          <p:attrName>style.visibility</p:attrName>
                                        </p:attrNameLst>
                                      </p:cBhvr>
                                      <p:to>
                                        <p:strVal val="visible"/>
                                      </p:to>
                                    </p:set>
                                    <p:animEffect transition="in" filter="fade">
                                      <p:cBhvr>
                                        <p:cTn id="16" dur="300" fill="hold"/>
                                        <p:tgtEl>
                                          <p:spTgt spid="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1" name="!!area-header">
            <a:extLst xmlns:a="http://schemas.openxmlformats.org/drawingml/2006/main">
              <a:ext uri="{FF2B5EF4-FFF2-40B4-BE49-F238E27FC236}">
                <a16:creationId xmlns:a16="http://schemas.microsoft.com/office/drawing/2014/main" id="{DBDFF962-A572-4D8A-96AE-8FE29DB59AB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82" name="!!area-name">
            <a:extLst xmlns:a="http://schemas.openxmlformats.org/drawingml/2006/main">
              <a:ext uri="{FF2B5EF4-FFF2-40B4-BE49-F238E27FC236}">
                <a16:creationId xmlns:a16="http://schemas.microsoft.com/office/drawing/2014/main" id="{9C8B4BEB-ED3C-44AF-B548-D8BE7B9B9C0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283" name="!!area-beat">
            <a:extLst xmlns:a="http://schemas.openxmlformats.org/drawingml/2006/main">
              <a:ext uri="{FF2B5EF4-FFF2-40B4-BE49-F238E27FC236}">
                <a16:creationId xmlns:a16="http://schemas.microsoft.com/office/drawing/2014/main" id="{2B1A9179-9C83-4665-BF27-C62F553BD7B4}"/>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84" name="header-divider">
            <a:extLst xmlns:a="http://schemas.openxmlformats.org/drawingml/2006/main">
              <a:ext uri="{FF2B5EF4-FFF2-40B4-BE49-F238E27FC236}">
                <a16:creationId xmlns:a16="http://schemas.microsoft.com/office/drawing/2014/main" id="{EDCE2E77-A2F3-4847-9B57-DAA9AFE986A9}"/>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14-shape-1">
            <a:extLst xmlns:a="http://schemas.openxmlformats.org/drawingml/2006/main">
              <a:ext uri="{FF2B5EF4-FFF2-40B4-BE49-F238E27FC236}">
                <a16:creationId xmlns:a16="http://schemas.microsoft.com/office/drawing/2014/main" id="{6813CCAC-C682-4307-8DD6-F72AEF03AB39}"/>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86" name="14-text-2">
            <a:extLst xmlns:a="http://schemas.openxmlformats.org/drawingml/2006/main">
              <a:ext uri="{FF2B5EF4-FFF2-40B4-BE49-F238E27FC236}">
                <a16:creationId xmlns:a16="http://schemas.microsoft.com/office/drawing/2014/main" id="{9A025AE6-580B-42DB-83C2-F31BDDBB7063}"/>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287" name="14-shape-3">
            <a:extLst xmlns:a="http://schemas.openxmlformats.org/drawingml/2006/main">
              <a:ext uri="{FF2B5EF4-FFF2-40B4-BE49-F238E27FC236}">
                <a16:creationId xmlns:a16="http://schemas.microsoft.com/office/drawing/2014/main" id="{675F0800-9DC7-46E3-B7F3-6164F579EE57}"/>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88" name="14-text-4">
            <a:extLst xmlns:a="http://schemas.openxmlformats.org/drawingml/2006/main">
              <a:ext uri="{FF2B5EF4-FFF2-40B4-BE49-F238E27FC236}">
                <a16:creationId xmlns:a16="http://schemas.microsoft.com/office/drawing/2014/main" id="{185A31B4-B3CE-4343-995F-A4135BFB177B}"/>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289" name="14-shape-5">
            <a:extLst xmlns:a="http://schemas.openxmlformats.org/drawingml/2006/main">
              <a:ext uri="{FF2B5EF4-FFF2-40B4-BE49-F238E27FC236}">
                <a16:creationId xmlns:a16="http://schemas.microsoft.com/office/drawing/2014/main" id="{B908D3E2-54ED-49C8-AD72-A674E98115A9}"/>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90" name="14-text-6">
            <a:extLst xmlns:a="http://schemas.openxmlformats.org/drawingml/2006/main">
              <a:ext uri="{FF2B5EF4-FFF2-40B4-BE49-F238E27FC236}">
                <a16:creationId xmlns:a16="http://schemas.microsoft.com/office/drawing/2014/main" id="{72EB62E3-A71A-490E-8D69-93E6F2406EE5}"/>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291" name="14-shape-7">
            <a:extLst xmlns:a="http://schemas.openxmlformats.org/drawingml/2006/main">
              <a:ext uri="{FF2B5EF4-FFF2-40B4-BE49-F238E27FC236}">
                <a16:creationId xmlns:a16="http://schemas.microsoft.com/office/drawing/2014/main" id="{A43A129F-FEC0-43AD-BA5B-CE80E6DF72A5}"/>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92" name="14-text-8">
            <a:extLst xmlns:a="http://schemas.openxmlformats.org/drawingml/2006/main">
              <a:ext uri="{FF2B5EF4-FFF2-40B4-BE49-F238E27FC236}">
                <a16:creationId xmlns:a16="http://schemas.microsoft.com/office/drawing/2014/main" id="{AC334F31-0965-4D12-8E3F-16547C7B75A8}"/>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293" name="14-shape-9">
            <a:extLst xmlns:a="http://schemas.openxmlformats.org/drawingml/2006/main">
              <a:ext uri="{FF2B5EF4-FFF2-40B4-BE49-F238E27FC236}">
                <a16:creationId xmlns:a16="http://schemas.microsoft.com/office/drawing/2014/main" id="{29150B43-884E-4370-9403-25BB3F98EB39}"/>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94" name="14-text-10">
            <a:extLst xmlns:a="http://schemas.openxmlformats.org/drawingml/2006/main">
              <a:ext uri="{FF2B5EF4-FFF2-40B4-BE49-F238E27FC236}">
                <a16:creationId xmlns:a16="http://schemas.microsoft.com/office/drawing/2014/main" id="{39B6F0C0-2EA9-4411-9B2F-3C1A047CBF10}"/>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295" name="14-shape-11">
            <a:extLst xmlns:a="http://schemas.openxmlformats.org/drawingml/2006/main">
              <a:ext uri="{FF2B5EF4-FFF2-40B4-BE49-F238E27FC236}">
                <a16:creationId xmlns:a16="http://schemas.microsoft.com/office/drawing/2014/main" id="{5C44C06F-1269-4043-B0D2-B338A7093CAF}"/>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96" name="14-text-12">
            <a:extLst xmlns:a="http://schemas.openxmlformats.org/drawingml/2006/main">
              <a:ext uri="{FF2B5EF4-FFF2-40B4-BE49-F238E27FC236}">
                <a16:creationId xmlns:a16="http://schemas.microsoft.com/office/drawing/2014/main" id="{EA2BA786-C8CE-4924-B4D5-FA6B63F8FC7B}"/>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297" name="14-text-13">
            <a:extLst xmlns:a="http://schemas.openxmlformats.org/drawingml/2006/main">
              <a:ext uri="{FF2B5EF4-FFF2-40B4-BE49-F238E27FC236}">
                <a16:creationId xmlns:a16="http://schemas.microsoft.com/office/drawing/2014/main" id="{83798864-2032-48B1-8435-D88E27CFF2C1}"/>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298" name="14-text-14">
            <a:extLst xmlns:a="http://schemas.openxmlformats.org/drawingml/2006/main">
              <a:ext uri="{FF2B5EF4-FFF2-40B4-BE49-F238E27FC236}">
                <a16:creationId xmlns:a16="http://schemas.microsoft.com/office/drawing/2014/main" id="{1FECCE27-A812-4563-93B5-A58143AB8C51}"/>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299" name="14-text-15">
            <a:extLst xmlns:a="http://schemas.openxmlformats.org/drawingml/2006/main">
              <a:ext uri="{FF2B5EF4-FFF2-40B4-BE49-F238E27FC236}">
                <a16:creationId xmlns:a16="http://schemas.microsoft.com/office/drawing/2014/main" id="{D9361443-26A6-4D73-ADE0-E9599344A6B8}"/>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300" name="14-line-17">
            <a:extLst xmlns:a="http://schemas.openxmlformats.org/drawingml/2006/main">
              <a:ext uri="{FF2B5EF4-FFF2-40B4-BE49-F238E27FC236}">
                <a16:creationId xmlns:a16="http://schemas.microsoft.com/office/drawing/2014/main" id="{16C064DF-B404-4564-9695-EDD746E3C895}"/>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1" name="14-line-19">
            <a:extLst xmlns:a="http://schemas.openxmlformats.org/drawingml/2006/main">
              <a:ext uri="{FF2B5EF4-FFF2-40B4-BE49-F238E27FC236}">
                <a16:creationId xmlns:a16="http://schemas.microsoft.com/office/drawing/2014/main" id="{A2CA56D8-4AAC-407A-8735-0E2B428ECA0C}"/>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2" name="14-line-21">
            <a:extLst xmlns:a="http://schemas.openxmlformats.org/drawingml/2006/main">
              <a:ext uri="{FF2B5EF4-FFF2-40B4-BE49-F238E27FC236}">
                <a16:creationId xmlns:a16="http://schemas.microsoft.com/office/drawing/2014/main" id="{1C0AB197-42FE-4306-A555-29658177C1CA}"/>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3" name="narrative-number">
            <a:extLst xmlns:a="http://schemas.openxmlformats.org/drawingml/2006/main">
              <a:ext uri="{FF2B5EF4-FFF2-40B4-BE49-F238E27FC236}">
                <a16:creationId xmlns:a16="http://schemas.microsoft.com/office/drawing/2014/main" id="{740271F2-A798-4D0D-A575-2A8C1AFFB0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747660338"/>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4" name="!!area-name">
            <a:extLst xmlns:a="http://schemas.openxmlformats.org/drawingml/2006/main">
              <a:ext uri="{FF2B5EF4-FFF2-40B4-BE49-F238E27FC236}">
                <a16:creationId xmlns:a16="http://schemas.microsoft.com/office/drawing/2014/main" id="{E02480F5-A825-4AB1-88BE-68C2EF80F49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16" name="mini-map"/>
          <p:cNvPicPr>
            <a:picLocks xmlns:a="http://schemas.openxmlformats.org/drawingml/2006/main" noChangeAspect="1"/>
          </p:cNvPicPr>
          <p:nvPr/>
        </p:nvPicPr>
        <p:blipFill>
          <a:blip xmlns:r="http://schemas.openxmlformats.org/officeDocument/2006/relationships" xmlns:a="http://schemas.openxmlformats.org/drawingml/2006/main" r:embed="R73de7cee32f44e5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6" name="header-divider">
            <a:extLst xmlns:a="http://schemas.openxmlformats.org/drawingml/2006/main">
              <a:ext uri="{FF2B5EF4-FFF2-40B4-BE49-F238E27FC236}">
                <a16:creationId xmlns:a16="http://schemas.microsoft.com/office/drawing/2014/main" id="{1054A742-6DE7-4F58-97E6-AB23882690C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7" name="14b-text-1">
            <a:extLst xmlns:a="http://schemas.openxmlformats.org/drawingml/2006/main">
              <a:ext uri="{FF2B5EF4-FFF2-40B4-BE49-F238E27FC236}">
                <a16:creationId xmlns:a16="http://schemas.microsoft.com/office/drawing/2014/main" id="{FB48911C-1390-4B6B-BBCC-CC2B02D9B84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08" name="14b-text-2">
            <a:extLst xmlns:a="http://schemas.openxmlformats.org/drawingml/2006/main">
              <a:ext uri="{FF2B5EF4-FFF2-40B4-BE49-F238E27FC236}">
                <a16:creationId xmlns:a16="http://schemas.microsoft.com/office/drawing/2014/main" id="{0BEAAF65-B60C-4D9F-9897-5F7250C505B0}"/>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309" name="14b-text-3">
            <a:extLst xmlns:a="http://schemas.openxmlformats.org/drawingml/2006/main">
              <a:ext uri="{FF2B5EF4-FFF2-40B4-BE49-F238E27FC236}">
                <a16:creationId xmlns:a16="http://schemas.microsoft.com/office/drawing/2014/main" id="{D16128ED-BADD-4CBC-874D-619CC29C67D6}"/>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310" name="14b-text-4">
            <a:extLst xmlns:a="http://schemas.openxmlformats.org/drawingml/2006/main">
              <a:ext uri="{FF2B5EF4-FFF2-40B4-BE49-F238E27FC236}">
                <a16:creationId xmlns:a16="http://schemas.microsoft.com/office/drawing/2014/main" id="{582436C4-966E-4598-8F90-85CFCA8E6770}"/>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311" name="14b-text-5">
            <a:extLst xmlns:a="http://schemas.openxmlformats.org/drawingml/2006/main">
              <a:ext uri="{FF2B5EF4-FFF2-40B4-BE49-F238E27FC236}">
                <a16:creationId xmlns:a16="http://schemas.microsoft.com/office/drawing/2014/main" id="{56623FBC-5436-4EF6-9A33-E3E1F4B72925}"/>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312" name="14b-text-6">
            <a:extLst xmlns:a="http://schemas.openxmlformats.org/drawingml/2006/main">
              <a:ext uri="{FF2B5EF4-FFF2-40B4-BE49-F238E27FC236}">
                <a16:creationId xmlns:a16="http://schemas.microsoft.com/office/drawing/2014/main" id="{287F4D7F-239A-44F0-8FAF-3F369D5F2272}"/>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313" name="14b-text-7">
            <a:extLst xmlns:a="http://schemas.openxmlformats.org/drawingml/2006/main">
              <a:ext uri="{FF2B5EF4-FFF2-40B4-BE49-F238E27FC236}">
                <a16:creationId xmlns:a16="http://schemas.microsoft.com/office/drawing/2014/main" id="{B3A29166-B1DA-4423-88CD-153BEF3D6FEB}"/>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314" name="narrative-number">
            <a:extLst xmlns:a="http://schemas.openxmlformats.org/drawingml/2006/main">
              <a:ext uri="{FF2B5EF4-FFF2-40B4-BE49-F238E27FC236}">
                <a16:creationId xmlns:a16="http://schemas.microsoft.com/office/drawing/2014/main" id="{16ABA486-A791-425E-96CE-EE599DA352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03735284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5" name="!!area-name">
            <a:extLst xmlns:a="http://schemas.openxmlformats.org/drawingml/2006/main">
              <a:ext uri="{FF2B5EF4-FFF2-40B4-BE49-F238E27FC236}">
                <a16:creationId xmlns:a16="http://schemas.microsoft.com/office/drawing/2014/main" id="{D01E9DB6-5D7B-438D-A452-CFC3AF9EA4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24" name="mini-map"/>
          <p:cNvPicPr>
            <a:picLocks xmlns:a="http://schemas.openxmlformats.org/drawingml/2006/main" noChangeAspect="1"/>
          </p:cNvPicPr>
          <p:nvPr/>
        </p:nvPicPr>
        <p:blipFill>
          <a:blip xmlns:r="http://schemas.openxmlformats.org/officeDocument/2006/relationships" xmlns:a="http://schemas.openxmlformats.org/drawingml/2006/main" r:embed="R1ab22e89d0984d9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7" name="header-divider">
            <a:extLst xmlns:a="http://schemas.openxmlformats.org/drawingml/2006/main">
              <a:ext uri="{FF2B5EF4-FFF2-40B4-BE49-F238E27FC236}">
                <a16:creationId xmlns:a16="http://schemas.microsoft.com/office/drawing/2014/main" id="{9A845CFA-6DC3-4629-85CF-8E14BD555CC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8" name="14b-text-1">
            <a:extLst xmlns:a="http://schemas.openxmlformats.org/drawingml/2006/main">
              <a:ext uri="{FF2B5EF4-FFF2-40B4-BE49-F238E27FC236}">
                <a16:creationId xmlns:a16="http://schemas.microsoft.com/office/drawing/2014/main" id="{1E636694-7863-466D-8068-4FE1E1ECE95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19" name="14b-text-8">
            <a:extLst xmlns:a="http://schemas.openxmlformats.org/drawingml/2006/main">
              <a:ext uri="{FF2B5EF4-FFF2-40B4-BE49-F238E27FC236}">
                <a16:creationId xmlns:a16="http://schemas.microsoft.com/office/drawing/2014/main" id="{3E922003-E2B8-4941-8F20-F740BD951EA1}"/>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320" name="14b-text-9">
            <a:extLst xmlns:a="http://schemas.openxmlformats.org/drawingml/2006/main">
              <a:ext uri="{FF2B5EF4-FFF2-40B4-BE49-F238E27FC236}">
                <a16:creationId xmlns:a16="http://schemas.microsoft.com/office/drawing/2014/main" id="{F3FA9FB8-9528-43CD-AB2D-A88104B7C68D}"/>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321" name="14b-text-10">
            <a:extLst xmlns:a="http://schemas.openxmlformats.org/drawingml/2006/main">
              <a:ext uri="{FF2B5EF4-FFF2-40B4-BE49-F238E27FC236}">
                <a16:creationId xmlns:a16="http://schemas.microsoft.com/office/drawing/2014/main" id="{410E1479-7A24-482F-9F0A-F569631F97C9}"/>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322" name="narrative-number">
            <a:extLst xmlns:a="http://schemas.openxmlformats.org/drawingml/2006/main">
              <a:ext uri="{FF2B5EF4-FFF2-40B4-BE49-F238E27FC236}">
                <a16:creationId xmlns:a16="http://schemas.microsoft.com/office/drawing/2014/main" id="{868DBAD9-5C74-4472-A40C-2DDFA4064B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775708202"/>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3" name="!!area-name">
            <a:extLst xmlns:a="http://schemas.openxmlformats.org/drawingml/2006/main">
              <a:ext uri="{FF2B5EF4-FFF2-40B4-BE49-F238E27FC236}">
                <a16:creationId xmlns:a16="http://schemas.microsoft.com/office/drawing/2014/main" id="{9DC1084C-2339-4B65-8147-472775C7DE0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31" name="mini-map"/>
          <p:cNvPicPr>
            <a:picLocks xmlns:a="http://schemas.openxmlformats.org/drawingml/2006/main" noChangeAspect="1"/>
          </p:cNvPicPr>
          <p:nvPr/>
        </p:nvPicPr>
        <p:blipFill>
          <a:blip xmlns:r="http://schemas.openxmlformats.org/officeDocument/2006/relationships" xmlns:a="http://schemas.openxmlformats.org/drawingml/2006/main" r:embed="R7d7b8072c947462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5" name="header-divider">
            <a:extLst xmlns:a="http://schemas.openxmlformats.org/drawingml/2006/main">
              <a:ext uri="{FF2B5EF4-FFF2-40B4-BE49-F238E27FC236}">
                <a16:creationId xmlns:a16="http://schemas.microsoft.com/office/drawing/2014/main" id="{8474C783-1969-4DA7-B8D2-66C1CD490D9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6" name="14b-text-1">
            <a:extLst xmlns:a="http://schemas.openxmlformats.org/drawingml/2006/main">
              <a:ext uri="{FF2B5EF4-FFF2-40B4-BE49-F238E27FC236}">
                <a16:creationId xmlns:a16="http://schemas.microsoft.com/office/drawing/2014/main" id="{C03DFB39-77A6-4207-A061-43DD8DB0BD7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27" name="14b-text-11">
            <a:extLst xmlns:a="http://schemas.openxmlformats.org/drawingml/2006/main">
              <a:ext uri="{FF2B5EF4-FFF2-40B4-BE49-F238E27FC236}">
                <a16:creationId xmlns:a16="http://schemas.microsoft.com/office/drawing/2014/main" id="{69EE4950-732B-4CAF-A940-4DA7B162147F}"/>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328" name="14b-text-12">
            <a:extLst xmlns:a="http://schemas.openxmlformats.org/drawingml/2006/main">
              <a:ext uri="{FF2B5EF4-FFF2-40B4-BE49-F238E27FC236}">
                <a16:creationId xmlns:a16="http://schemas.microsoft.com/office/drawing/2014/main" id="{9871C52B-B2B5-4872-AB64-46BC1BF6FBD9}"/>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329" name="narrative-number">
            <a:extLst xmlns:a="http://schemas.openxmlformats.org/drawingml/2006/main">
              <a:ext uri="{FF2B5EF4-FFF2-40B4-BE49-F238E27FC236}">
                <a16:creationId xmlns:a16="http://schemas.microsoft.com/office/drawing/2014/main" id="{37F89247-BCE9-4D65-9E31-15ED44A7AA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680744443"/>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0" name="!!area-name">
            <a:extLst xmlns:a="http://schemas.openxmlformats.org/drawingml/2006/main">
              <a:ext uri="{FF2B5EF4-FFF2-40B4-BE49-F238E27FC236}">
                <a16:creationId xmlns:a16="http://schemas.microsoft.com/office/drawing/2014/main" id="{FF1A65C3-2E30-4F90-B8E1-860856F1BD4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40" name="mini-map"/>
          <p:cNvPicPr>
            <a:picLocks xmlns:a="http://schemas.openxmlformats.org/drawingml/2006/main" noChangeAspect="1"/>
          </p:cNvPicPr>
          <p:nvPr/>
        </p:nvPicPr>
        <p:blipFill>
          <a:blip xmlns:r="http://schemas.openxmlformats.org/officeDocument/2006/relationships" xmlns:a="http://schemas.openxmlformats.org/drawingml/2006/main" r:embed="Rd2f271d16d014bc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2" name="header-divider">
            <a:extLst xmlns:a="http://schemas.openxmlformats.org/drawingml/2006/main">
              <a:ext uri="{FF2B5EF4-FFF2-40B4-BE49-F238E27FC236}">
                <a16:creationId xmlns:a16="http://schemas.microsoft.com/office/drawing/2014/main" id="{6F0B80FB-EE63-4234-A596-A24C41035A8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3" name="14b-text-1">
            <a:extLst xmlns:a="http://schemas.openxmlformats.org/drawingml/2006/main">
              <a:ext uri="{FF2B5EF4-FFF2-40B4-BE49-F238E27FC236}">
                <a16:creationId xmlns:a16="http://schemas.microsoft.com/office/drawing/2014/main" id="{F9E926F6-89BC-429B-8600-5F1A1BFC4D89}"/>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34" name="14b-text-13">
            <a:extLst xmlns:a="http://schemas.openxmlformats.org/drawingml/2006/main">
              <a:ext uri="{FF2B5EF4-FFF2-40B4-BE49-F238E27FC236}">
                <a16:creationId xmlns:a16="http://schemas.microsoft.com/office/drawing/2014/main" id="{77DF5EF8-C436-4411-BB85-8CA182FE6A18}"/>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335" name="14b-text-14">
            <a:extLst xmlns:a="http://schemas.openxmlformats.org/drawingml/2006/main">
              <a:ext uri="{FF2B5EF4-FFF2-40B4-BE49-F238E27FC236}">
                <a16:creationId xmlns:a16="http://schemas.microsoft.com/office/drawing/2014/main" id="{2A241D84-1467-495C-8A99-364AD81815AC}"/>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336" name="14b-text-15">
            <a:extLst xmlns:a="http://schemas.openxmlformats.org/drawingml/2006/main">
              <a:ext uri="{FF2B5EF4-FFF2-40B4-BE49-F238E27FC236}">
                <a16:creationId xmlns:a16="http://schemas.microsoft.com/office/drawing/2014/main" id="{D0E669B5-0442-4E1F-B7AB-53133CE8DA95}"/>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337" name="14b-text-16">
            <a:extLst xmlns:a="http://schemas.openxmlformats.org/drawingml/2006/main">
              <a:ext uri="{FF2B5EF4-FFF2-40B4-BE49-F238E27FC236}">
                <a16:creationId xmlns:a16="http://schemas.microsoft.com/office/drawing/2014/main" id="{6A5E3311-C9ED-42D9-A933-7139DBA7C3C6}"/>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
        <p:nvSpPr>
          <p:cNvPr id="338" name="narrative-number">
            <a:extLst xmlns:a="http://schemas.openxmlformats.org/drawingml/2006/main">
              <a:ext uri="{FF2B5EF4-FFF2-40B4-BE49-F238E27FC236}">
                <a16:creationId xmlns:a16="http://schemas.microsoft.com/office/drawing/2014/main" id="{54C0345C-EAB6-4EB5-B6E2-BF968AEBD3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717643450"/>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9" name="!!area-name">
            <a:extLst xmlns:a="http://schemas.openxmlformats.org/drawingml/2006/main">
              <a:ext uri="{FF2B5EF4-FFF2-40B4-BE49-F238E27FC236}">
                <a16:creationId xmlns:a16="http://schemas.microsoft.com/office/drawing/2014/main" id="{A180D268-6F6C-4F80-B78C-6B935CDC702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58" name="mini-map"/>
          <p:cNvPicPr>
            <a:picLocks xmlns:a="http://schemas.openxmlformats.org/drawingml/2006/main" noChangeAspect="1"/>
          </p:cNvPicPr>
          <p:nvPr/>
        </p:nvPicPr>
        <p:blipFill>
          <a:blip xmlns:r="http://schemas.openxmlformats.org/officeDocument/2006/relationships" xmlns:a="http://schemas.openxmlformats.org/drawingml/2006/main" r:embed="R6459513bbaef452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1" name="slide-title">
            <a:extLst xmlns:a="http://schemas.openxmlformats.org/drawingml/2006/main">
              <a:ext uri="{FF2B5EF4-FFF2-40B4-BE49-F238E27FC236}">
                <a16:creationId xmlns:a16="http://schemas.microsoft.com/office/drawing/2014/main" id="{D695C352-3B12-4FD3-BE74-9C171464C4F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42" name="header-divider">
            <a:extLst xmlns:a="http://schemas.openxmlformats.org/drawingml/2006/main">
              <a:ext uri="{FF2B5EF4-FFF2-40B4-BE49-F238E27FC236}">
                <a16:creationId xmlns:a16="http://schemas.microsoft.com/office/drawing/2014/main" id="{DE12EF19-C41A-4B48-93A7-572C7BE5BEF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3" name="15-text-1">
            <a:extLst xmlns:a="http://schemas.openxmlformats.org/drawingml/2006/main">
              <a:ext uri="{FF2B5EF4-FFF2-40B4-BE49-F238E27FC236}">
                <a16:creationId xmlns:a16="http://schemas.microsoft.com/office/drawing/2014/main" id="{84ED236B-82AC-4A5B-A5AF-7AD9BA4DEA6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44" name="15-text-2">
            <a:extLst xmlns:a="http://schemas.openxmlformats.org/drawingml/2006/main">
              <a:ext uri="{FF2B5EF4-FFF2-40B4-BE49-F238E27FC236}">
                <a16:creationId xmlns:a16="http://schemas.microsoft.com/office/drawing/2014/main" id="{4E630C41-F562-48C8-B6B8-11CC136795D9}"/>
              </a:ext>
            </a:extLst>
          </p:cNvPr>
          <p:cNvSpPr>
            <a:spLocks xmlns:a="http://schemas.openxmlformats.org/drawingml/2006/main"/>
          </p:cNvSpPr>
          <p:nvPr/>
        </p:nvSpPr>
        <p:spPr>
          <a:xfrm xmlns:a="http://schemas.openxmlformats.org/drawingml/2006/main">
            <a:off x="6096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45" name="15-text-3">
            <a:extLst xmlns:a="http://schemas.openxmlformats.org/drawingml/2006/main">
              <a:ext uri="{FF2B5EF4-FFF2-40B4-BE49-F238E27FC236}">
                <a16:creationId xmlns:a16="http://schemas.microsoft.com/office/drawing/2014/main" id="{4FBCDAE7-58BF-46F9-8CC7-4A1489AC50A8}"/>
              </a:ext>
            </a:extLst>
          </p:cNvPr>
          <p:cNvSpPr>
            <a:spLocks xmlns:a="http://schemas.openxmlformats.org/drawingml/2006/main"/>
          </p:cNvSpPr>
          <p:nvPr/>
        </p:nvSpPr>
        <p:spPr>
          <a:xfrm xmlns:a="http://schemas.openxmlformats.org/drawingml/2006/main">
            <a:off x="12192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target packet.</a:t>
            </a:r>
          </a:p>
        </p:txBody>
      </p:sp>
      <p:sp>
        <p:nvSpPr>
          <p:cNvPr id="346" name="15-text-4">
            <a:extLst xmlns:a="http://schemas.openxmlformats.org/drawingml/2006/main">
              <a:ext uri="{FF2B5EF4-FFF2-40B4-BE49-F238E27FC236}">
                <a16:creationId xmlns:a16="http://schemas.microsoft.com/office/drawing/2014/main" id="{48CD200A-9DCC-4C74-929D-E60E72A5A8BF}"/>
              </a:ext>
            </a:extLst>
          </p:cNvPr>
          <p:cNvSpPr>
            <a:spLocks xmlns:a="http://schemas.openxmlformats.org/drawingml/2006/main"/>
          </p:cNvSpPr>
          <p:nvPr/>
        </p:nvSpPr>
        <p:spPr>
          <a:xfrm xmlns:a="http://schemas.openxmlformats.org/drawingml/2006/main">
            <a:off x="6096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47" name="15-text-5">
            <a:extLst xmlns:a="http://schemas.openxmlformats.org/drawingml/2006/main">
              <a:ext uri="{FF2B5EF4-FFF2-40B4-BE49-F238E27FC236}">
                <a16:creationId xmlns:a16="http://schemas.microsoft.com/office/drawing/2014/main" id="{6BDBAF26-E5AE-4C0F-ADB0-851737081B3E}"/>
              </a:ext>
            </a:extLst>
          </p:cNvPr>
          <p:cNvSpPr>
            <a:spLocks xmlns:a="http://schemas.openxmlformats.org/drawingml/2006/main"/>
          </p:cNvSpPr>
          <p:nvPr/>
        </p:nvSpPr>
        <p:spPr>
          <a:xfrm xmlns:a="http://schemas.openxmlformats.org/drawingml/2006/main">
            <a:off x="12192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348" name="15-text-6">
            <a:extLst xmlns:a="http://schemas.openxmlformats.org/drawingml/2006/main">
              <a:ext uri="{FF2B5EF4-FFF2-40B4-BE49-F238E27FC236}">
                <a16:creationId xmlns:a16="http://schemas.microsoft.com/office/drawing/2014/main" id="{5A720F32-92CC-4F72-A623-0B0492C6488A}"/>
              </a:ext>
            </a:extLst>
          </p:cNvPr>
          <p:cNvSpPr>
            <a:spLocks xmlns:a="http://schemas.openxmlformats.org/drawingml/2006/main"/>
          </p:cNvSpPr>
          <p:nvPr/>
        </p:nvSpPr>
        <p:spPr>
          <a:xfrm xmlns:a="http://schemas.openxmlformats.org/drawingml/2006/main">
            <a:off x="6096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49" name="15-text-7">
            <a:extLst xmlns:a="http://schemas.openxmlformats.org/drawingml/2006/main">
              <a:ext uri="{FF2B5EF4-FFF2-40B4-BE49-F238E27FC236}">
                <a16:creationId xmlns:a16="http://schemas.microsoft.com/office/drawing/2014/main" id="{02360C8C-02F4-4991-9FC8-568929C38E0E}"/>
              </a:ext>
            </a:extLst>
          </p:cNvPr>
          <p:cNvSpPr>
            <a:spLocks xmlns:a="http://schemas.openxmlformats.org/drawingml/2006/main"/>
          </p:cNvSpPr>
          <p:nvPr/>
        </p:nvSpPr>
        <p:spPr>
          <a:xfrm xmlns:a="http://schemas.openxmlformats.org/drawingml/2006/main">
            <a:off x="12192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350" name="15-text-8">
            <a:extLst xmlns:a="http://schemas.openxmlformats.org/drawingml/2006/main">
              <a:ext uri="{FF2B5EF4-FFF2-40B4-BE49-F238E27FC236}">
                <a16:creationId xmlns:a16="http://schemas.microsoft.com/office/drawing/2014/main" id="{A6A32E3A-5E5C-4024-A55F-D1E3AD01400C}"/>
              </a:ext>
            </a:extLst>
          </p:cNvPr>
          <p:cNvSpPr>
            <a:spLocks xmlns:a="http://schemas.openxmlformats.org/drawingml/2006/main"/>
          </p:cNvSpPr>
          <p:nvPr/>
        </p:nvSpPr>
        <p:spPr>
          <a:xfrm xmlns:a="http://schemas.openxmlformats.org/drawingml/2006/main">
            <a:off x="62484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351" name="15-text-9">
            <a:extLst xmlns:a="http://schemas.openxmlformats.org/drawingml/2006/main">
              <a:ext uri="{FF2B5EF4-FFF2-40B4-BE49-F238E27FC236}">
                <a16:creationId xmlns:a16="http://schemas.microsoft.com/office/drawing/2014/main" id="{CEF251B6-FA71-4FB5-8F76-E07A16B1FBAB}"/>
              </a:ext>
            </a:extLst>
          </p:cNvPr>
          <p:cNvSpPr>
            <a:spLocks xmlns:a="http://schemas.openxmlformats.org/drawingml/2006/main"/>
          </p:cNvSpPr>
          <p:nvPr/>
        </p:nvSpPr>
        <p:spPr>
          <a:xfrm xmlns:a="http://schemas.openxmlformats.org/drawingml/2006/main">
            <a:off x="68580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52" name="15-text-10">
            <a:extLst xmlns:a="http://schemas.openxmlformats.org/drawingml/2006/main">
              <a:ext uri="{FF2B5EF4-FFF2-40B4-BE49-F238E27FC236}">
                <a16:creationId xmlns:a16="http://schemas.microsoft.com/office/drawing/2014/main" id="{128E5984-5CBF-40A3-A1B9-06FD1A71047E}"/>
              </a:ext>
            </a:extLst>
          </p:cNvPr>
          <p:cNvSpPr>
            <a:spLocks xmlns:a="http://schemas.openxmlformats.org/drawingml/2006/main"/>
          </p:cNvSpPr>
          <p:nvPr/>
        </p:nvSpPr>
        <p:spPr>
          <a:xfrm xmlns:a="http://schemas.openxmlformats.org/drawingml/2006/main">
            <a:off x="62484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53" name="15-text-11">
            <a:extLst xmlns:a="http://schemas.openxmlformats.org/drawingml/2006/main">
              <a:ext uri="{FF2B5EF4-FFF2-40B4-BE49-F238E27FC236}">
                <a16:creationId xmlns:a16="http://schemas.microsoft.com/office/drawing/2014/main" id="{74041CE4-EA44-42AA-88AC-13B097605215}"/>
              </a:ext>
            </a:extLst>
          </p:cNvPr>
          <p:cNvSpPr>
            <a:spLocks xmlns:a="http://schemas.openxmlformats.org/drawingml/2006/main"/>
          </p:cNvSpPr>
          <p:nvPr/>
        </p:nvSpPr>
        <p:spPr>
          <a:xfrm xmlns:a="http://schemas.openxmlformats.org/drawingml/2006/main">
            <a:off x="68580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54" name="15-text-12">
            <a:extLst xmlns:a="http://schemas.openxmlformats.org/drawingml/2006/main">
              <a:ext uri="{FF2B5EF4-FFF2-40B4-BE49-F238E27FC236}">
                <a16:creationId xmlns:a16="http://schemas.microsoft.com/office/drawing/2014/main" id="{62350CEA-7FF6-4526-8FB1-11F520142EAD}"/>
              </a:ext>
            </a:extLst>
          </p:cNvPr>
          <p:cNvSpPr>
            <a:spLocks xmlns:a="http://schemas.openxmlformats.org/drawingml/2006/main"/>
          </p:cNvSpPr>
          <p:nvPr/>
        </p:nvSpPr>
        <p:spPr>
          <a:xfrm xmlns:a="http://schemas.openxmlformats.org/drawingml/2006/main">
            <a:off x="62484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55" name="15-text-13">
            <a:extLst xmlns:a="http://schemas.openxmlformats.org/drawingml/2006/main">
              <a:ext uri="{FF2B5EF4-FFF2-40B4-BE49-F238E27FC236}">
                <a16:creationId xmlns:a16="http://schemas.microsoft.com/office/drawing/2014/main" id="{CDDDF35F-2823-46F8-9BB9-B5ABB6E6252C}"/>
              </a:ext>
            </a:extLst>
          </p:cNvPr>
          <p:cNvSpPr>
            <a:spLocks xmlns:a="http://schemas.openxmlformats.org/drawingml/2006/main"/>
          </p:cNvSpPr>
          <p:nvPr/>
        </p:nvSpPr>
        <p:spPr>
          <a:xfrm xmlns:a="http://schemas.openxmlformats.org/drawingml/2006/main">
            <a:off x="68580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56" name="narrative-number">
            <a:extLst xmlns:a="http://schemas.openxmlformats.org/drawingml/2006/main">
              <a:ext uri="{FF2B5EF4-FFF2-40B4-BE49-F238E27FC236}">
                <a16:creationId xmlns:a16="http://schemas.microsoft.com/office/drawing/2014/main" id="{95E774AF-80D2-48AC-97F1-B83AD0D2407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78963216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5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5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4CEBD67D-B68A-413F-A698-B07865D5AE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67" name="mini-map"/>
          <p:cNvPicPr>
            <a:picLocks xmlns:a="http://schemas.openxmlformats.org/drawingml/2006/main" noChangeAspect="1"/>
          </p:cNvPicPr>
          <p:nvPr/>
        </p:nvPicPr>
        <p:blipFill>
          <a:blip xmlns:r="http://schemas.openxmlformats.org/officeDocument/2006/relationships" xmlns:a="http://schemas.openxmlformats.org/drawingml/2006/main" r:embed="R5492c40a9ed8415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slide-title">
            <a:extLst xmlns:a="http://schemas.openxmlformats.org/drawingml/2006/main">
              <a:ext uri="{FF2B5EF4-FFF2-40B4-BE49-F238E27FC236}">
                <a16:creationId xmlns:a16="http://schemas.microsoft.com/office/drawing/2014/main" id="{D3AC794D-9403-4C6E-B085-C222EB72867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60" name="header-divider">
            <a:extLst xmlns:a="http://schemas.openxmlformats.org/drawingml/2006/main">
              <a:ext uri="{FF2B5EF4-FFF2-40B4-BE49-F238E27FC236}">
                <a16:creationId xmlns:a16="http://schemas.microsoft.com/office/drawing/2014/main" id="{D4D55477-B419-494A-8AF0-18DD2A626BF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1" name="15-text-14">
            <a:extLst xmlns:a="http://schemas.openxmlformats.org/drawingml/2006/main">
              <a:ext uri="{FF2B5EF4-FFF2-40B4-BE49-F238E27FC236}">
                <a16:creationId xmlns:a16="http://schemas.microsoft.com/office/drawing/2014/main" id="{51ABAAFC-6AB8-4F88-992D-A06D4BFA264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extension after measuring the workflow</a:t>
            </a:r>
          </a:p>
        </p:txBody>
      </p:sp>
      <p:sp>
        <p:nvSpPr>
          <p:cNvPr id="362" name="15-text-15">
            <a:extLst xmlns:a="http://schemas.openxmlformats.org/drawingml/2006/main">
              <a:ext uri="{FF2B5EF4-FFF2-40B4-BE49-F238E27FC236}">
                <a16:creationId xmlns:a16="http://schemas.microsoft.com/office/drawing/2014/main" id="{EF37D7B7-0362-491E-BDAB-AD2F0C0070D2}"/>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Optional workers: compare FRB-017 and FRB-031 independently.</a:t>
            </a:r>
          </a:p>
        </p:txBody>
      </p:sp>
      <p:sp>
        <p:nvSpPr>
          <p:cNvPr id="363" name="15-text-16">
            <a:extLst xmlns:a="http://schemas.openxmlformats.org/drawingml/2006/main">
              <a:ext uri="{FF2B5EF4-FFF2-40B4-BE49-F238E27FC236}">
                <a16:creationId xmlns:a16="http://schemas.microsoft.com/office/drawing/2014/main" id="{B43EEE9B-F49D-4D81-9526-B87475E10060}"/>
              </a:ext>
            </a:extLst>
          </p:cNvPr>
          <p:cNvSpPr>
            <a:spLocks xmlns:a="http://schemas.openxmlformats.org/drawingml/2006/main"/>
          </p:cNvSpPr>
          <p:nvPr/>
        </p:nvSpPr>
        <p:spPr>
          <a:xfrm xmlns:a="http://schemas.openxmlformats.org/drawingml/2006/main">
            <a:off x="609600" y="35814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evidence and uncertainty to the main analyst.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Authorized internal FRB corpus and attachments only.</a:t>
            </a:r>
          </a:p>
        </p:txBody>
      </p:sp>
      <p:sp>
        <p:nvSpPr>
          <p:cNvPr id="364" name="15-text-17">
            <a:extLst xmlns:a="http://schemas.openxmlformats.org/drawingml/2006/main">
              <a:ext uri="{FF2B5EF4-FFF2-40B4-BE49-F238E27FC236}">
                <a16:creationId xmlns:a16="http://schemas.microsoft.com/office/drawing/2014/main" id="{7ED90516-7650-421F-984B-5FA125E01BFD}"/>
              </a:ext>
            </a:extLst>
          </p:cNvPr>
          <p:cNvSpPr>
            <a:spLocks xmlns:a="http://schemas.openxmlformats.org/drawingml/2006/main"/>
          </p:cNvSpPr>
          <p:nvPr/>
        </p:nvSpPr>
        <p:spPr>
          <a:xfrm xmlns:a="http://schemas.openxmlformats.org/drawingml/2006/main">
            <a:off x="609600" y="4699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retries. Save steps and revisions for resume.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freshness, access, and export receipts.</a:t>
            </a:r>
          </a:p>
        </p:txBody>
      </p:sp>
      <p:sp>
        <p:nvSpPr>
          <p:cNvPr id="365" name="narrative-number">
            <a:extLst xmlns:a="http://schemas.openxmlformats.org/drawingml/2006/main">
              <a:ext uri="{FF2B5EF4-FFF2-40B4-BE49-F238E27FC236}">
                <a16:creationId xmlns:a16="http://schemas.microsoft.com/office/drawing/2014/main" id="{EA616396-E2A8-4B07-9193-C2F88D59254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150758768"/>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6" name="!!area-name">
            <a:extLst xmlns:a="http://schemas.openxmlformats.org/drawingml/2006/main">
              <a:ext uri="{FF2B5EF4-FFF2-40B4-BE49-F238E27FC236}">
                <a16:creationId xmlns:a16="http://schemas.microsoft.com/office/drawing/2014/main" id="{03F7FBFC-7523-46D0-9DB7-B66C5207BB2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51302ab769d44a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8" name="slide-title">
            <a:extLst xmlns:a="http://schemas.openxmlformats.org/drawingml/2006/main">
              <a:ext uri="{FF2B5EF4-FFF2-40B4-BE49-F238E27FC236}">
                <a16:creationId xmlns:a16="http://schemas.microsoft.com/office/drawing/2014/main" id="{CE28092C-37D9-43C8-9C21-B5833D0F18D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69" name="header-divider">
            <a:extLst xmlns:a="http://schemas.openxmlformats.org/drawingml/2006/main">
              <a:ext uri="{FF2B5EF4-FFF2-40B4-BE49-F238E27FC236}">
                <a16:creationId xmlns:a16="http://schemas.microsoft.com/office/drawing/2014/main" id="{4D64CE64-605D-42AD-9370-BF21BAF2D1C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0" name="15-text-18">
            <a:extLst xmlns:a="http://schemas.openxmlformats.org/drawingml/2006/main">
              <a:ext uri="{FF2B5EF4-FFF2-40B4-BE49-F238E27FC236}">
                <a16:creationId xmlns:a16="http://schemas.microsoft.com/office/drawing/2014/main" id="{D6D94A3B-D028-493B-B54D-EB8074C8340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operating limits</a:t>
            </a:r>
          </a:p>
        </p:txBody>
      </p:sp>
      <p:sp>
        <p:nvSpPr>
          <p:cNvPr id="371" name="15-text-19">
            <a:extLst xmlns:a="http://schemas.openxmlformats.org/drawingml/2006/main">
              <a:ext uri="{FF2B5EF4-FFF2-40B4-BE49-F238E27FC236}">
                <a16:creationId xmlns:a16="http://schemas.microsoft.com/office/drawing/2014/main" id="{4764E57B-A403-46F5-8852-06B9516D47F4}"/>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Conflicting findings: inspect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leave the result unresolved.</a:t>
            </a:r>
          </a:p>
        </p:txBody>
      </p:sp>
      <p:sp>
        <p:nvSpPr>
          <p:cNvPr id="372" name="15-text-20">
            <a:extLst xmlns:a="http://schemas.openxmlformats.org/drawingml/2006/main">
              <a:ext uri="{FF2B5EF4-FFF2-40B4-BE49-F238E27FC236}">
                <a16:creationId xmlns:a16="http://schemas.microsoft.com/office/drawing/2014/main" id="{C574D286-A4D2-4A81-A01F-C58F9E8D8331}"/>
              </a:ext>
            </a:extLst>
          </p:cNvPr>
          <p:cNvSpPr>
            <a:spLocks xmlns:a="http://schemas.openxmlformats.org/drawingml/2006/main"/>
          </p:cNvSpPr>
          <p:nvPr/>
        </p:nvSpPr>
        <p:spPr>
          <a:xfrm xmlns:a="http://schemas.openxmlformats.org/drawingml/2006/main">
            <a:off x="609600" y="3860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Incomplete indexing must be explicit.</a:t>
            </a:r>
          </a:p>
        </p:txBody>
      </p:sp>
      <p:sp>
        <p:nvSpPr>
          <p:cNvPr id="373" name="15-text-21">
            <a:extLst xmlns:a="http://schemas.openxmlformats.org/drawingml/2006/main">
              <a:ext uri="{FF2B5EF4-FFF2-40B4-BE49-F238E27FC236}">
                <a16:creationId xmlns:a16="http://schemas.microsoft.com/office/drawing/2014/main" id="{BC632F18-F1D1-4419-9CB8-6185983BFC95}"/>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actions, tokens, and end-to-end latency.</a:t>
            </a:r>
          </a:p>
        </p:txBody>
      </p:sp>
      <p:sp>
        <p:nvSpPr>
          <p:cNvPr id="374" name="15-shape-22">
            <a:extLst xmlns:a="http://schemas.openxmlformats.org/drawingml/2006/main">
              <a:ext uri="{FF2B5EF4-FFF2-40B4-BE49-F238E27FC236}">
                <a16:creationId xmlns:a16="http://schemas.microsoft.com/office/drawing/2014/main" id="{8904706E-B984-48BD-B2FF-B531CF397B58}"/>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75" name="15-shape-23">
            <a:extLst xmlns:a="http://schemas.openxmlformats.org/drawingml/2006/main">
              <a:ext uri="{FF2B5EF4-FFF2-40B4-BE49-F238E27FC236}">
                <a16:creationId xmlns:a16="http://schemas.microsoft.com/office/drawing/2014/main" id="{69C97C82-900C-4D85-8CDE-A96E92F6EC62}"/>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76" name="15-text-24">
            <a:extLst xmlns:a="http://schemas.openxmlformats.org/drawingml/2006/main">
              <a:ext uri="{FF2B5EF4-FFF2-40B4-BE49-F238E27FC236}">
                <a16:creationId xmlns:a16="http://schemas.microsoft.com/office/drawing/2014/main" id="{13DFD470-D1A9-427A-AA11-12D1B5CF7A16}"/>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77" name="15-text-25">
            <a:extLst xmlns:a="http://schemas.openxmlformats.org/drawingml/2006/main">
              <a:ext uri="{FF2B5EF4-FFF2-40B4-BE49-F238E27FC236}">
                <a16:creationId xmlns:a16="http://schemas.microsoft.com/office/drawing/2014/main" id="{5290A9CB-FF8A-43CC-AB2E-9969BE78E846}"/>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378" name="15-text-26">
            <a:extLst xmlns:a="http://schemas.openxmlformats.org/drawingml/2006/main">
              <a:ext uri="{FF2B5EF4-FFF2-40B4-BE49-F238E27FC236}">
                <a16:creationId xmlns:a16="http://schemas.microsoft.com/office/drawing/2014/main" id="{42FCF6C8-98EC-4A65-9CD5-A100463C8FE9}"/>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bounded result can be an explicit limitation or a human handoff.</a:t>
            </a:r>
          </a:p>
        </p:txBody>
      </p:sp>
      <p:sp>
        <p:nvSpPr>
          <p:cNvPr id="379" name="narrative-number">
            <a:extLst xmlns:a="http://schemas.openxmlformats.org/drawingml/2006/main">
              <a:ext uri="{FF2B5EF4-FFF2-40B4-BE49-F238E27FC236}">
                <a16:creationId xmlns:a16="http://schemas.microsoft.com/office/drawing/2014/main" id="{B311758D-9D4C-4692-888F-435D1C09C5F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50524795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4"/>
                                        </p:tgtEl>
                                        <p:attrNameLst>
                                          <p:attrName>style.visibility</p:attrName>
                                        </p:attrNameLst>
                                      </p:cBhvr>
                                      <p:to>
                                        <p:strVal val="visible"/>
                                      </p:to>
                                    </p:set>
                                    <p:animEffect transition="in" filter="fade">
                                      <p:cBhvr>
                                        <p:cTn id="7" dur="300" fill="hold"/>
                                        <p:tgtEl>
                                          <p:spTgt spid="374"/>
                                        </p:tgtEl>
                                      </p:cBhvr>
                                    </p:animEffect>
                                  </p:childTnLst>
                                </p:cTn>
                              </p:par>
                              <p:par>
                                <p:cTn id="8" presetID="10" presetClass="entr" presetSubtype="0" fill="hold" nodeType="withEffect">
                                  <p:stCondLst>
                                    <p:cond delay="0"/>
                                  </p:stCondLst>
                                  <p:childTnLst>
                                    <p:set>
                                      <p:cBhvr>
                                        <p:cTn id="9" dur="1" fill="hold">
                                          <p:stCondLst>
                                            <p:cond delay="0"/>
                                          </p:stCondLst>
                                        </p:cTn>
                                        <p:tgtEl>
                                          <p:spTgt spid="375"/>
                                        </p:tgtEl>
                                        <p:attrNameLst>
                                          <p:attrName>style.visibility</p:attrName>
                                        </p:attrNameLst>
                                      </p:cBhvr>
                                      <p:to>
                                        <p:strVal val="visible"/>
                                      </p:to>
                                    </p:set>
                                    <p:animEffect transition="in" filter="fade">
                                      <p:cBhvr>
                                        <p:cTn id="10" dur="300" fill="hold"/>
                                        <p:tgtEl>
                                          <p:spTgt spid="375"/>
                                        </p:tgtEl>
                                      </p:cBhvr>
                                    </p:animEffect>
                                  </p:childTnLst>
                                </p:cTn>
                              </p:par>
                              <p:par>
                                <p:cTn id="11" presetID="10" presetClass="entr" presetSubtype="0" fill="hold" nodeType="withEffect">
                                  <p:stCondLst>
                                    <p:cond delay="0"/>
                                  </p:stCondLst>
                                  <p:childTnLst>
                                    <p:set>
                                      <p:cBhvr>
                                        <p:cTn id="12" dur="1" fill="hold">
                                          <p:stCondLst>
                                            <p:cond delay="0"/>
                                          </p:stCondLst>
                                        </p:cTn>
                                        <p:tgtEl>
                                          <p:spTgt spid="376"/>
                                        </p:tgtEl>
                                        <p:attrNameLst>
                                          <p:attrName>style.visibility</p:attrName>
                                        </p:attrNameLst>
                                      </p:cBhvr>
                                      <p:to>
                                        <p:strVal val="visible"/>
                                      </p:to>
                                    </p:set>
                                    <p:animEffect transition="in" filter="fade">
                                      <p:cBhvr>
                                        <p:cTn id="13" dur="300" fill="hold"/>
                                        <p:tgtEl>
                                          <p:spTgt spid="376"/>
                                        </p:tgtEl>
                                      </p:cBhvr>
                                    </p:animEffect>
                                  </p:childTnLst>
                                </p:cTn>
                              </p:par>
                              <p:par>
                                <p:cTn id="14" presetID="10" presetClass="entr" presetSubtype="0" fill="hold" nodeType="withEffect">
                                  <p:stCondLst>
                                    <p:cond delay="0"/>
                                  </p:stCondLst>
                                  <p:childTnLst>
                                    <p:set>
                                      <p:cBhvr>
                                        <p:cTn id="15" dur="1" fill="hold">
                                          <p:stCondLst>
                                            <p:cond delay="0"/>
                                          </p:stCondLst>
                                        </p:cTn>
                                        <p:tgtEl>
                                          <p:spTgt spid="377"/>
                                        </p:tgtEl>
                                        <p:attrNameLst>
                                          <p:attrName>style.visibility</p:attrName>
                                        </p:attrNameLst>
                                      </p:cBhvr>
                                      <p:to>
                                        <p:strVal val="visible"/>
                                      </p:to>
                                    </p:set>
                                    <p:animEffect transition="in" filter="fade">
                                      <p:cBhvr>
                                        <p:cTn id="16" dur="300" fill="hold"/>
                                        <p:tgtEl>
                                          <p:spTgt spid="377"/>
                                        </p:tgtEl>
                                      </p:cBhvr>
                                    </p:animEffect>
                                  </p:childTnLst>
                                </p:cTn>
                              </p:par>
                              <p:par>
                                <p:cTn id="17" presetID="1" presetClass="entr" presetSubtype="0" fill="hold" nodeType="withEffect">
                                  <p:stCondLst>
                                    <p:cond delay="0"/>
                                  </p:stCondLst>
                                  <p:childTnLst>
                                    <p:set>
                                      <p:cBhvr>
                                        <p:cTn id="18" dur="1" fill="hold">
                                          <p:stCondLst>
                                            <p:cond delay="0"/>
                                          </p:stCondLst>
                                        </p:cTn>
                                        <p:tgtEl>
                                          <p:spTgt spid="3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header">
            <a:extLst xmlns:a="http://schemas.openxmlformats.org/drawingml/2006/main">
              <a:ext uri="{FF2B5EF4-FFF2-40B4-BE49-F238E27FC236}">
                <a16:creationId xmlns:a16="http://schemas.microsoft.com/office/drawing/2014/main" id="{0C7D8180-6E81-4629-835A-F2B34FC55B3E}"/>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381" name="!!area-name">
            <a:extLst xmlns:a="http://schemas.openxmlformats.org/drawingml/2006/main">
              <a:ext uri="{FF2B5EF4-FFF2-40B4-BE49-F238E27FC236}">
                <a16:creationId xmlns:a16="http://schemas.microsoft.com/office/drawing/2014/main" id="{F44D9CFF-6399-4A45-8CBB-76C3B9957BC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82" name="!!area-beat">
            <a:extLst xmlns:a="http://schemas.openxmlformats.org/drawingml/2006/main">
              <a:ext uri="{FF2B5EF4-FFF2-40B4-BE49-F238E27FC236}">
                <a16:creationId xmlns:a16="http://schemas.microsoft.com/office/drawing/2014/main" id="{1726EFF2-C9B1-4F81-A5B5-07C60814A3BE}"/>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83" name="header-divider">
            <a:extLst xmlns:a="http://schemas.openxmlformats.org/drawingml/2006/main">
              <a:ext uri="{FF2B5EF4-FFF2-40B4-BE49-F238E27FC236}">
                <a16:creationId xmlns:a16="http://schemas.microsoft.com/office/drawing/2014/main" id="{FBB9B9F5-0497-4CD3-8C7A-ECE78EA3CEA3}"/>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4" name="16-text-1">
            <a:extLst xmlns:a="http://schemas.openxmlformats.org/drawingml/2006/main">
              <a:ext uri="{FF2B5EF4-FFF2-40B4-BE49-F238E27FC236}">
                <a16:creationId xmlns:a16="http://schemas.microsoft.com/office/drawing/2014/main" id="{307C7AA6-0D57-42A0-8459-0E01F7CFC07A}"/>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385" name="16-text-2">
            <a:extLst xmlns:a="http://schemas.openxmlformats.org/drawingml/2006/main">
              <a:ext uri="{FF2B5EF4-FFF2-40B4-BE49-F238E27FC236}">
                <a16:creationId xmlns:a16="http://schemas.microsoft.com/office/drawing/2014/main" id="{EA5804E6-3806-40AA-9DF2-71919844C1FC}"/>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386" name="16-text-3">
            <a:extLst xmlns:a="http://schemas.openxmlformats.org/drawingml/2006/main">
              <a:ext uri="{FF2B5EF4-FFF2-40B4-BE49-F238E27FC236}">
                <a16:creationId xmlns:a16="http://schemas.microsoft.com/office/drawing/2014/main" id="{C455C1E1-28E3-4FB3-A8CF-B5D0BC1BE9CD}"/>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387" name="16-text-4">
            <a:extLst xmlns:a="http://schemas.openxmlformats.org/drawingml/2006/main">
              <a:ext uri="{FF2B5EF4-FFF2-40B4-BE49-F238E27FC236}">
                <a16:creationId xmlns:a16="http://schemas.microsoft.com/office/drawing/2014/main" id="{51EB90F3-45C4-49ED-8228-897E64C28B16}"/>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388" name="16-line-6">
            <a:extLst xmlns:a="http://schemas.openxmlformats.org/drawingml/2006/main">
              <a:ext uri="{FF2B5EF4-FFF2-40B4-BE49-F238E27FC236}">
                <a16:creationId xmlns:a16="http://schemas.microsoft.com/office/drawing/2014/main" id="{870D68EE-8240-419D-9300-4B96CBE6C6F6}"/>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9" name="16-line-8">
            <a:extLst xmlns:a="http://schemas.openxmlformats.org/drawingml/2006/main">
              <a:ext uri="{FF2B5EF4-FFF2-40B4-BE49-F238E27FC236}">
                <a16:creationId xmlns:a16="http://schemas.microsoft.com/office/drawing/2014/main" id="{8514315B-1D1C-4D8F-A138-249E7E65F050}"/>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90" name="16-line-10">
            <a:extLst xmlns:a="http://schemas.openxmlformats.org/drawingml/2006/main">
              <a:ext uri="{FF2B5EF4-FFF2-40B4-BE49-F238E27FC236}">
                <a16:creationId xmlns:a16="http://schemas.microsoft.com/office/drawing/2014/main" id="{7ABD0105-D1E3-41FB-9A96-5C729DEF3FC1}"/>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91" name="16-text-11">
            <a:extLst xmlns:a="http://schemas.openxmlformats.org/drawingml/2006/main">
              <a:ext uri="{FF2B5EF4-FFF2-40B4-BE49-F238E27FC236}">
                <a16:creationId xmlns:a16="http://schemas.microsoft.com/office/drawing/2014/main" id="{D0F3A8CC-36AA-4DD0-B75D-2868C1A5E0CB}"/>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392" name="16-text-12">
            <a:extLst xmlns:a="http://schemas.openxmlformats.org/drawingml/2006/main">
              <a:ext uri="{FF2B5EF4-FFF2-40B4-BE49-F238E27FC236}">
                <a16:creationId xmlns:a16="http://schemas.microsoft.com/office/drawing/2014/main" id="{E1AF8612-B949-48F3-97D8-97BF0F57B775}"/>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
        <p:nvSpPr>
          <p:cNvPr id="393" name="narrative-number">
            <a:extLst xmlns:a="http://schemas.openxmlformats.org/drawingml/2006/main">
              <a:ext uri="{FF2B5EF4-FFF2-40B4-BE49-F238E27FC236}">
                <a16:creationId xmlns:a16="http://schemas.microsoft.com/office/drawing/2014/main" id="{4E5A2E63-D0F2-4070-93E1-4B30E8CD5D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902760069"/>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4" name="!!area-name">
            <a:extLst xmlns:a="http://schemas.openxmlformats.org/drawingml/2006/main">
              <a:ext uri="{FF2B5EF4-FFF2-40B4-BE49-F238E27FC236}">
                <a16:creationId xmlns:a16="http://schemas.microsoft.com/office/drawing/2014/main" id="{EE240650-FE6E-48E8-9FEE-5302AFB13F8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03" name="mini-map"/>
          <p:cNvPicPr>
            <a:picLocks xmlns:a="http://schemas.openxmlformats.org/drawingml/2006/main" noChangeAspect="1"/>
          </p:cNvPicPr>
          <p:nvPr/>
        </p:nvPicPr>
        <p:blipFill>
          <a:blip xmlns:r="http://schemas.openxmlformats.org/officeDocument/2006/relationships" xmlns:a="http://schemas.openxmlformats.org/drawingml/2006/main" r:embed="Rc34e9270c4a24e6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6" name="header-divider">
            <a:extLst xmlns:a="http://schemas.openxmlformats.org/drawingml/2006/main">
              <a:ext uri="{FF2B5EF4-FFF2-40B4-BE49-F238E27FC236}">
                <a16:creationId xmlns:a16="http://schemas.microsoft.com/office/drawing/2014/main" id="{C64F27B4-55F6-4AA9-9B1E-00ABD723AA6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16b-text-1">
            <a:extLst xmlns:a="http://schemas.openxmlformats.org/drawingml/2006/main">
              <a:ext uri="{FF2B5EF4-FFF2-40B4-BE49-F238E27FC236}">
                <a16:creationId xmlns:a16="http://schemas.microsoft.com/office/drawing/2014/main" id="{61D3F1AD-C37D-47E7-81E4-BAE406F55B5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98" name="16b-text-2">
            <a:extLst xmlns:a="http://schemas.openxmlformats.org/drawingml/2006/main">
              <a:ext uri="{FF2B5EF4-FFF2-40B4-BE49-F238E27FC236}">
                <a16:creationId xmlns:a16="http://schemas.microsoft.com/office/drawing/2014/main" id="{4099F357-0016-4C60-B535-A3E00C7B5F20}"/>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407"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0" name="16b-text-4">
            <a:extLst xmlns:a="http://schemas.openxmlformats.org/drawingml/2006/main">
              <a:ext uri="{FF2B5EF4-FFF2-40B4-BE49-F238E27FC236}">
                <a16:creationId xmlns:a16="http://schemas.microsoft.com/office/drawing/2014/main" id="{B384D8C3-1B03-46F6-9A0B-0CE1E19D9CDE}"/>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401" name="narrative-number">
            <a:extLst xmlns:a="http://schemas.openxmlformats.org/drawingml/2006/main">
              <a:ext uri="{FF2B5EF4-FFF2-40B4-BE49-F238E27FC236}">
                <a16:creationId xmlns:a16="http://schemas.microsoft.com/office/drawing/2014/main" id="{3D658BF0-E6CA-41D2-8E70-87CCE9444D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819525589"/>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2" name="!!area-name">
            <a:extLst xmlns:a="http://schemas.openxmlformats.org/drawingml/2006/main">
              <a:ext uri="{FF2B5EF4-FFF2-40B4-BE49-F238E27FC236}">
                <a16:creationId xmlns:a16="http://schemas.microsoft.com/office/drawing/2014/main" id="{45752596-823B-4050-AFD9-44FF324B9C4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18" name="mini-map"/>
          <p:cNvPicPr>
            <a:picLocks xmlns:a="http://schemas.openxmlformats.org/drawingml/2006/main" noChangeAspect="1"/>
          </p:cNvPicPr>
          <p:nvPr/>
        </p:nvPicPr>
        <p:blipFill>
          <a:blip xmlns:r="http://schemas.openxmlformats.org/officeDocument/2006/relationships" xmlns:a="http://schemas.openxmlformats.org/drawingml/2006/main" r:embed="R8625592c441546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4" name="header-divider">
            <a:extLst xmlns:a="http://schemas.openxmlformats.org/drawingml/2006/main">
              <a:ext uri="{FF2B5EF4-FFF2-40B4-BE49-F238E27FC236}">
                <a16:creationId xmlns:a16="http://schemas.microsoft.com/office/drawing/2014/main" id="{DF7E9FC9-8669-460A-AD23-CBEC454BE5F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5" name="16b-text-1">
            <a:extLst xmlns:a="http://schemas.openxmlformats.org/drawingml/2006/main">
              <a:ext uri="{FF2B5EF4-FFF2-40B4-BE49-F238E27FC236}">
                <a16:creationId xmlns:a16="http://schemas.microsoft.com/office/drawing/2014/main" id="{04E3EC9B-728D-4120-8754-A29AB5C3493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06" name="16b-text-5">
            <a:extLst xmlns:a="http://schemas.openxmlformats.org/drawingml/2006/main">
              <a:ext uri="{FF2B5EF4-FFF2-40B4-BE49-F238E27FC236}">
                <a16:creationId xmlns:a16="http://schemas.microsoft.com/office/drawing/2014/main" id="{D3861008-5548-4ADE-B303-7E14F06683EB}"/>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407" name="16b-text-6">
            <a:extLst xmlns:a="http://schemas.openxmlformats.org/drawingml/2006/main">
              <a:ext uri="{FF2B5EF4-FFF2-40B4-BE49-F238E27FC236}">
                <a16:creationId xmlns:a16="http://schemas.microsoft.com/office/drawing/2014/main" id="{BE74AA92-5758-4870-B5ED-F004BA00F466}"/>
              </a:ext>
            </a:extLst>
          </p:cNvPr>
          <p:cNvSpPr>
            <a:spLocks xmlns:a="http://schemas.openxmlformats.org/drawingml/2006/main"/>
          </p:cNvSpPr>
          <p:nvPr/>
        </p:nvSpPr>
        <p:spPr>
          <a:xfrm xmlns:a="http://schemas.openxmlformats.org/drawingml/2006/main">
            <a:off x="609600" y="3098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grader</a:t>
            </a:r>
          </a:p>
        </p:txBody>
      </p:sp>
      <p:sp>
        <p:nvSpPr>
          <p:cNvPr id="408" name="16b-text-7">
            <a:extLst xmlns:a="http://schemas.openxmlformats.org/drawingml/2006/main">
              <a:ext uri="{FF2B5EF4-FFF2-40B4-BE49-F238E27FC236}">
                <a16:creationId xmlns:a16="http://schemas.microsoft.com/office/drawing/2014/main" id="{F50FED36-DE3F-4D75-8CCA-CC046A288FA7}"/>
              </a:ext>
            </a:extLst>
          </p:cNvPr>
          <p:cNvSpPr>
            <a:spLocks xmlns:a="http://schemas.openxmlformats.org/drawingml/2006/main"/>
          </p:cNvSpPr>
          <p:nvPr/>
        </p:nvSpPr>
        <p:spPr>
          <a:xfrm xmlns:a="http://schemas.openxmlformats.org/drawingml/2006/main">
            <a:off x="609600" y="3530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a:t>
            </a:r>
          </a:p>
        </p:txBody>
      </p:sp>
      <p:sp>
        <p:nvSpPr>
          <p:cNvPr id="409" name="16b-text-8">
            <a:extLst xmlns:a="http://schemas.openxmlformats.org/drawingml/2006/main">
              <a:ext uri="{FF2B5EF4-FFF2-40B4-BE49-F238E27FC236}">
                <a16:creationId xmlns:a16="http://schemas.microsoft.com/office/drawing/2014/main" id="{C82627EF-604A-4719-BA75-C903DEDE1F4D}"/>
              </a:ext>
            </a:extLst>
          </p:cNvPr>
          <p:cNvSpPr>
            <a:spLocks xmlns:a="http://schemas.openxmlformats.org/drawingml/2006/main"/>
          </p:cNvSpPr>
          <p:nvPr/>
        </p:nvSpPr>
        <p:spPr>
          <a:xfrm xmlns:a="http://schemas.openxmlformats.org/drawingml/2006/main">
            <a:off x="609600" y="3886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410" name="16b-text-9">
            <a:extLst xmlns:a="http://schemas.openxmlformats.org/drawingml/2006/main">
              <a:ext uri="{FF2B5EF4-FFF2-40B4-BE49-F238E27FC236}">
                <a16:creationId xmlns:a16="http://schemas.microsoft.com/office/drawing/2014/main" id="{4EDB8861-AC21-4C4F-A164-85A9C755EFEB}"/>
              </a:ext>
            </a:extLst>
          </p:cNvPr>
          <p:cNvSpPr>
            <a:spLocks xmlns:a="http://schemas.openxmlformats.org/drawingml/2006/main"/>
          </p:cNvSpPr>
          <p:nvPr/>
        </p:nvSpPr>
        <p:spPr>
          <a:xfrm xmlns:a="http://schemas.openxmlformats.org/drawingml/2006/main">
            <a:off x="609600" y="4673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11" name="16b-text-10">
            <a:extLst xmlns:a="http://schemas.openxmlformats.org/drawingml/2006/main">
              <a:ext uri="{FF2B5EF4-FFF2-40B4-BE49-F238E27FC236}">
                <a16:creationId xmlns:a16="http://schemas.microsoft.com/office/drawing/2014/main" id="{B4930C4D-653C-44B4-B16D-AE401BFE1484}"/>
              </a:ext>
            </a:extLst>
          </p:cNvPr>
          <p:cNvSpPr>
            <a:spLocks xmlns:a="http://schemas.openxmlformats.org/drawingml/2006/main"/>
          </p:cNvSpPr>
          <p:nvPr/>
        </p:nvSpPr>
        <p:spPr>
          <a:xfrm xmlns:a="http://schemas.openxmlformats.org/drawingml/2006/main">
            <a:off x="609600" y="50292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12" name="16b-text-11">
            <a:extLst xmlns:a="http://schemas.openxmlformats.org/drawingml/2006/main">
              <a:ext uri="{FF2B5EF4-FFF2-40B4-BE49-F238E27FC236}">
                <a16:creationId xmlns:a16="http://schemas.microsoft.com/office/drawing/2014/main" id="{29D26778-12C9-4AC6-9E30-30A12F51A195}"/>
              </a:ext>
            </a:extLst>
          </p:cNvPr>
          <p:cNvSpPr>
            <a:spLocks xmlns:a="http://schemas.openxmlformats.org/drawingml/2006/main"/>
          </p:cNvSpPr>
          <p:nvPr/>
        </p:nvSpPr>
        <p:spPr>
          <a:xfrm xmlns:a="http://schemas.openxmlformats.org/drawingml/2006/main">
            <a:off x="6248400" y="3530600"/>
            <a:ext cx="533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Observed answer</a:t>
            </a:r>
          </a:p>
        </p:txBody>
      </p:sp>
      <p:sp>
        <p:nvSpPr>
          <p:cNvPr id="413" name="16b-text-12">
            <a:extLst xmlns:a="http://schemas.openxmlformats.org/drawingml/2006/main">
              <a:ext uri="{FF2B5EF4-FFF2-40B4-BE49-F238E27FC236}">
                <a16:creationId xmlns:a16="http://schemas.microsoft.com/office/drawing/2014/main" id="{0271B552-F927-4AB9-9CDE-BC7F122A9AC5}"/>
              </a:ext>
            </a:extLst>
          </p:cNvPr>
          <p:cNvSpPr>
            <a:spLocks xmlns:a="http://schemas.openxmlformats.org/drawingml/2006/main"/>
          </p:cNvSpPr>
          <p:nvPr/>
        </p:nvSpPr>
        <p:spPr>
          <a:xfrm xmlns:a="http://schemas.openxmlformats.org/drawingml/2006/main">
            <a:off x="6248400" y="3937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14" name="16b-text-13">
            <a:extLst xmlns:a="http://schemas.openxmlformats.org/drawingml/2006/main">
              <a:ext uri="{FF2B5EF4-FFF2-40B4-BE49-F238E27FC236}">
                <a16:creationId xmlns:a16="http://schemas.microsoft.com/office/drawing/2014/main" id="{F8D1AF06-6773-4CBD-89E2-83F5FDABFB15}"/>
              </a:ext>
            </a:extLst>
          </p:cNvPr>
          <p:cNvSpPr>
            <a:spLocks xmlns:a="http://schemas.openxmlformats.org/drawingml/2006/main"/>
          </p:cNvSpPr>
          <p:nvPr/>
        </p:nvSpPr>
        <p:spPr>
          <a:xfrm xmlns:a="http://schemas.openxmlformats.org/drawingml/2006/main">
            <a:off x="6248400" y="4876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 hypothesis reported</a:t>
            </a:r>
          </a:p>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as a finding.</a:t>
            </a:r>
          </a:p>
        </p:txBody>
      </p:sp>
      <p:sp>
        <p:nvSpPr>
          <p:cNvPr id="415" name="16b-text-14">
            <a:extLst xmlns:a="http://schemas.openxmlformats.org/drawingml/2006/main">
              <a:ext uri="{FF2B5EF4-FFF2-40B4-BE49-F238E27FC236}">
                <a16:creationId xmlns:a16="http://schemas.microsoft.com/office/drawing/2014/main" id="{E534BC4D-CD2B-4D0A-B3DC-9FE898C7C6EF}"/>
              </a:ext>
            </a:extLst>
          </p:cNvPr>
          <p:cNvSpPr>
            <a:spLocks xmlns:a="http://schemas.openxmlformats.org/drawingml/2006/main"/>
          </p:cNvSpPr>
          <p:nvPr/>
        </p:nvSpPr>
        <p:spPr>
          <a:xfrm xmlns:a="http://schemas.openxmlformats.org/drawingml/2006/main">
            <a:off x="62484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before assigning a cause.</a:t>
            </a:r>
          </a:p>
        </p:txBody>
      </p:sp>
      <p:sp>
        <p:nvSpPr>
          <p:cNvPr id="416" name="narrative-number">
            <a:extLst xmlns:a="http://schemas.openxmlformats.org/drawingml/2006/main">
              <a:ext uri="{FF2B5EF4-FFF2-40B4-BE49-F238E27FC236}">
                <a16:creationId xmlns:a16="http://schemas.microsoft.com/office/drawing/2014/main" id="{DAA65CB1-AD35-4B60-A330-8063B52A58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852221536"/>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7" name="!!area-name">
            <a:extLst xmlns:a="http://schemas.openxmlformats.org/drawingml/2006/main">
              <a:ext uri="{FF2B5EF4-FFF2-40B4-BE49-F238E27FC236}">
                <a16:creationId xmlns:a16="http://schemas.microsoft.com/office/drawing/2014/main" id="{C06626F0-39D7-49B0-B83B-C2BE732303E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28" name="mini-map"/>
          <p:cNvPicPr>
            <a:picLocks xmlns:a="http://schemas.openxmlformats.org/drawingml/2006/main" noChangeAspect="1"/>
          </p:cNvPicPr>
          <p:nvPr/>
        </p:nvPicPr>
        <p:blipFill>
          <a:blip xmlns:r="http://schemas.openxmlformats.org/officeDocument/2006/relationships" xmlns:a="http://schemas.openxmlformats.org/drawingml/2006/main" r:embed="R353ba24637d74b2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9" name="header-divider">
            <a:extLst xmlns:a="http://schemas.openxmlformats.org/drawingml/2006/main">
              <a:ext uri="{FF2B5EF4-FFF2-40B4-BE49-F238E27FC236}">
                <a16:creationId xmlns:a16="http://schemas.microsoft.com/office/drawing/2014/main" id="{A386E4E2-4030-42E3-A57B-DAD6A0EBA89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0" name="16b-text-1">
            <a:extLst xmlns:a="http://schemas.openxmlformats.org/drawingml/2006/main">
              <a:ext uri="{FF2B5EF4-FFF2-40B4-BE49-F238E27FC236}">
                <a16:creationId xmlns:a16="http://schemas.microsoft.com/office/drawing/2014/main" id="{F6F60818-6E27-4E28-9D9B-A8F7C0AC778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21" name="16b-text-15">
            <a:extLst xmlns:a="http://schemas.openxmlformats.org/drawingml/2006/main">
              <a:ext uri="{FF2B5EF4-FFF2-40B4-BE49-F238E27FC236}">
                <a16:creationId xmlns:a16="http://schemas.microsoft.com/office/drawing/2014/main" id="{F074F003-E078-4CB4-BC74-575CB2202343}"/>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22" name="16b-text-16">
            <a:extLst xmlns:a="http://schemas.openxmlformats.org/drawingml/2006/main">
              <a:ext uri="{FF2B5EF4-FFF2-40B4-BE49-F238E27FC236}">
                <a16:creationId xmlns:a16="http://schemas.microsoft.com/office/drawing/2014/main" id="{B9511951-4F28-4618-A076-05F2425CD502}"/>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423" name="16b-text-17">
            <a:extLst xmlns:a="http://schemas.openxmlformats.org/drawingml/2006/main">
              <a:ext uri="{FF2B5EF4-FFF2-40B4-BE49-F238E27FC236}">
                <a16:creationId xmlns:a16="http://schemas.microsoft.com/office/drawing/2014/main" id="{8EE8FE07-37B0-46D7-B9B4-58E64FE1B1B1}"/>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24" name="16b-text-18">
            <a:extLst xmlns:a="http://schemas.openxmlformats.org/drawingml/2006/main">
              <a:ext uri="{FF2B5EF4-FFF2-40B4-BE49-F238E27FC236}">
                <a16:creationId xmlns:a16="http://schemas.microsoft.com/office/drawing/2014/main" id="{2978A36D-8671-49B9-89CB-0E2D87D7DE96}"/>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425" name="16b-text-19">
            <a:extLst xmlns:a="http://schemas.openxmlformats.org/drawingml/2006/main">
              <a:ext uri="{FF2B5EF4-FFF2-40B4-BE49-F238E27FC236}">
                <a16:creationId xmlns:a16="http://schemas.microsoft.com/office/drawing/2014/main" id="{2C2EE139-7203-4D62-8D30-4AD647808FD5}"/>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426" name="narrative-number">
            <a:extLst xmlns:a="http://schemas.openxmlformats.org/drawingml/2006/main">
              <a:ext uri="{FF2B5EF4-FFF2-40B4-BE49-F238E27FC236}">
                <a16:creationId xmlns:a16="http://schemas.microsoft.com/office/drawing/2014/main" id="{3DA72E0C-98E4-4610-B423-29054441FC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625028091"/>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7" name="!!area-name">
            <a:extLst xmlns:a="http://schemas.openxmlformats.org/drawingml/2006/main">
              <a:ext uri="{FF2B5EF4-FFF2-40B4-BE49-F238E27FC236}">
                <a16:creationId xmlns:a16="http://schemas.microsoft.com/office/drawing/2014/main" id="{42C621F9-4F39-4A6A-9CC4-5E40297392D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36" name="mini-map"/>
          <p:cNvPicPr>
            <a:picLocks xmlns:a="http://schemas.openxmlformats.org/drawingml/2006/main" noChangeAspect="1"/>
          </p:cNvPicPr>
          <p:nvPr/>
        </p:nvPicPr>
        <p:blipFill>
          <a:blip xmlns:r="http://schemas.openxmlformats.org/officeDocument/2006/relationships" xmlns:a="http://schemas.openxmlformats.org/drawingml/2006/main" r:embed="R548021e209c242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9" name="header-divider">
            <a:extLst xmlns:a="http://schemas.openxmlformats.org/drawingml/2006/main">
              <a:ext uri="{FF2B5EF4-FFF2-40B4-BE49-F238E27FC236}">
                <a16:creationId xmlns:a16="http://schemas.microsoft.com/office/drawing/2014/main" id="{42F5A699-82D8-454F-A88D-748346BAA0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0" name="16b-text-1">
            <a:extLst xmlns:a="http://schemas.openxmlformats.org/drawingml/2006/main">
              <a:ext uri="{FF2B5EF4-FFF2-40B4-BE49-F238E27FC236}">
                <a16:creationId xmlns:a16="http://schemas.microsoft.com/office/drawing/2014/main" id="{45924E62-1A54-4C4A-B300-0EE7FB730ABF}"/>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31" name="16b-text-20">
            <a:extLst xmlns:a="http://schemas.openxmlformats.org/drawingml/2006/main">
              <a:ext uri="{FF2B5EF4-FFF2-40B4-BE49-F238E27FC236}">
                <a16:creationId xmlns:a16="http://schemas.microsoft.com/office/drawing/2014/main" id="{BC2C212C-1970-4224-9546-ED3881C2D2B9}"/>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432" name="16b-text-21">
            <a:extLst xmlns:a="http://schemas.openxmlformats.org/drawingml/2006/main">
              <a:ext uri="{FF2B5EF4-FFF2-40B4-BE49-F238E27FC236}">
                <a16:creationId xmlns:a16="http://schemas.microsoft.com/office/drawing/2014/main" id="{236BFED2-36DF-405E-A4BA-C2F6B5A1F952}"/>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433" name="16b-text-22">
            <a:extLst xmlns:a="http://schemas.openxmlformats.org/drawingml/2006/main">
              <a:ext uri="{FF2B5EF4-FFF2-40B4-BE49-F238E27FC236}">
                <a16:creationId xmlns:a16="http://schemas.microsoft.com/office/drawing/2014/main" id="{0FB87701-DD53-4AB2-8F9B-87EDA4E60FD9}"/>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
        <p:nvSpPr>
          <p:cNvPr id="434" name="narrative-number">
            <a:extLst xmlns:a="http://schemas.openxmlformats.org/drawingml/2006/main">
              <a:ext uri="{FF2B5EF4-FFF2-40B4-BE49-F238E27FC236}">
                <a16:creationId xmlns:a16="http://schemas.microsoft.com/office/drawing/2014/main" id="{B5283EE3-55DB-4D9C-BCF3-12BFD0687BD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589624656"/>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5" name="!!area-name">
            <a:extLst xmlns:a="http://schemas.openxmlformats.org/drawingml/2006/main">
              <a:ext uri="{FF2B5EF4-FFF2-40B4-BE49-F238E27FC236}">
                <a16:creationId xmlns:a16="http://schemas.microsoft.com/office/drawing/2014/main" id="{CBE719E5-37BA-4B8C-9C7F-CF6D498FC02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43" name="mini-map"/>
          <p:cNvPicPr>
            <a:picLocks xmlns:a="http://schemas.openxmlformats.org/drawingml/2006/main" noChangeAspect="1"/>
          </p:cNvPicPr>
          <p:nvPr/>
        </p:nvPicPr>
        <p:blipFill>
          <a:blip xmlns:r="http://schemas.openxmlformats.org/officeDocument/2006/relationships" xmlns:a="http://schemas.openxmlformats.org/drawingml/2006/main" r:embed="Rf35cd20e32d5425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7" name="slide-title">
            <a:extLst xmlns:a="http://schemas.openxmlformats.org/drawingml/2006/main">
              <a:ext uri="{FF2B5EF4-FFF2-40B4-BE49-F238E27FC236}">
                <a16:creationId xmlns:a16="http://schemas.microsoft.com/office/drawing/2014/main" id="{5C6154E5-DCE7-4900-AADF-ABBBD027527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38" name="header-divider">
            <a:extLst xmlns:a="http://schemas.openxmlformats.org/drawingml/2006/main">
              <a:ext uri="{FF2B5EF4-FFF2-40B4-BE49-F238E27FC236}">
                <a16:creationId xmlns:a16="http://schemas.microsoft.com/office/drawing/2014/main" id="{4063B232-37E4-4A53-B952-87AC0F29AEE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9" name="17-text-1">
            <a:extLst xmlns:a="http://schemas.openxmlformats.org/drawingml/2006/main">
              <a:ext uri="{FF2B5EF4-FFF2-40B4-BE49-F238E27FC236}">
                <a16:creationId xmlns:a16="http://schemas.microsoft.com/office/drawing/2014/main" id="{498388C0-065C-44EA-9C12-56B6C0A98CA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checks</a:t>
            </a:r>
          </a:p>
        </p:txBody>
      </p:sp>
      <p:graphicFrame>
        <p:nvGraphicFramePr>
          <p:cNvPr id="447" name="17-table-2"/>
          <p:cNvGraphicFramePr/>
          <p:nvPr/>
        </p:nvGraphicFramePr>
        <p:xfrm>
          <a:off xmlns:a="http://schemas.openxmlformats.org/drawingml/2006/main" x="609600" y="29210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Direct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Expert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IDs and revisions match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Faithfulness to the evidence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Permissions and locations valid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Useful synthesis across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Exports match selected content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Warranted uncertainty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Citation exists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Citation supports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41" name="narrative-number">
            <a:extLst xmlns:a="http://schemas.openxmlformats.org/drawingml/2006/main">
              <a:ext uri="{FF2B5EF4-FFF2-40B4-BE49-F238E27FC236}">
                <a16:creationId xmlns:a16="http://schemas.microsoft.com/office/drawing/2014/main" id="{EA27F4C8-5C25-46FC-AB1E-DD8F67C7B5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52330036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53BFBA01-13EE-443F-AA06-EDA1B2E7F70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63" name="mini-map"/>
          <p:cNvPicPr>
            <a:picLocks xmlns:a="http://schemas.openxmlformats.org/drawingml/2006/main" noChangeAspect="1"/>
          </p:cNvPicPr>
          <p:nvPr/>
        </p:nvPicPr>
        <p:blipFill>
          <a:blip xmlns:r="http://schemas.openxmlformats.org/officeDocument/2006/relationships" xmlns:a="http://schemas.openxmlformats.org/drawingml/2006/main" r:embed="Re80b26f917bb4ab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slide-title">
            <a:extLst xmlns:a="http://schemas.openxmlformats.org/drawingml/2006/main">
              <a:ext uri="{FF2B5EF4-FFF2-40B4-BE49-F238E27FC236}">
                <a16:creationId xmlns:a16="http://schemas.microsoft.com/office/drawing/2014/main" id="{A16B2DCB-50A0-4257-98E3-895B343857A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45" name="header-divider">
            <a:extLst xmlns:a="http://schemas.openxmlformats.org/drawingml/2006/main">
              <a:ext uri="{FF2B5EF4-FFF2-40B4-BE49-F238E27FC236}">
                <a16:creationId xmlns:a16="http://schemas.microsoft.com/office/drawing/2014/main" id="{EE07F896-A66B-4025-8D90-BC10C789C0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6" name="17-text-3">
            <a:extLst xmlns:a="http://schemas.openxmlformats.org/drawingml/2006/main">
              <a:ext uri="{FF2B5EF4-FFF2-40B4-BE49-F238E27FC236}">
                <a16:creationId xmlns:a16="http://schemas.microsoft.com/office/drawing/2014/main" id="{2DCDEAAD-BB2A-4859-AC99-35909E219DB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failure</a:t>
            </a:r>
          </a:p>
        </p:txBody>
      </p:sp>
      <p:sp>
        <p:nvSpPr>
          <p:cNvPr id="447" name="17-text-4">
            <a:extLst xmlns:a="http://schemas.openxmlformats.org/drawingml/2006/main">
              <a:ext uri="{FF2B5EF4-FFF2-40B4-BE49-F238E27FC236}">
                <a16:creationId xmlns:a16="http://schemas.microsoft.com/office/drawing/2014/main" id="{60DF8B9D-F3F3-4E7E-8E51-768E313DDAE3}"/>
              </a:ext>
            </a:extLst>
          </p:cNvPr>
          <p:cNvSpPr>
            <a:spLocks xmlns:a="http://schemas.openxmlformats.org/drawingml/2006/main"/>
          </p:cNvSpPr>
          <p:nvPr/>
        </p:nvSpPr>
        <p:spPr>
          <a:xfrm xmlns:a="http://schemas.openxmlformats.org/drawingml/2006/main">
            <a:off x="609600" y="28448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48" name="17-text-5">
            <a:extLst xmlns:a="http://schemas.openxmlformats.org/drawingml/2006/main">
              <a:ext uri="{FF2B5EF4-FFF2-40B4-BE49-F238E27FC236}">
                <a16:creationId xmlns:a16="http://schemas.microsoft.com/office/drawing/2014/main" id="{3F2CE2B1-5212-42E1-A66B-E088B825E672}"/>
              </a:ext>
            </a:extLst>
          </p:cNvPr>
          <p:cNvSpPr>
            <a:spLocks xmlns:a="http://schemas.openxmlformats.org/drawingml/2006/main"/>
          </p:cNvSpPr>
          <p:nvPr/>
        </p:nvSpPr>
        <p:spPr>
          <a:xfrm xmlns:a="http://schemas.openxmlformats.org/drawingml/2006/main">
            <a:off x="1219200" y="28448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Inspect the failure and trace.</a:t>
            </a:r>
          </a:p>
        </p:txBody>
      </p:sp>
      <p:sp>
        <p:nvSpPr>
          <p:cNvPr id="449" name="17-text-6">
            <a:extLst xmlns:a="http://schemas.openxmlformats.org/drawingml/2006/main">
              <a:ext uri="{FF2B5EF4-FFF2-40B4-BE49-F238E27FC236}">
                <a16:creationId xmlns:a16="http://schemas.microsoft.com/office/drawing/2014/main" id="{5D874A5A-90AF-4E68-8089-A387F67D3481}"/>
              </a:ext>
            </a:extLst>
          </p:cNvPr>
          <p:cNvSpPr>
            <a:spLocks xmlns:a="http://schemas.openxmlformats.org/drawingml/2006/main"/>
          </p:cNvSpPr>
          <p:nvPr/>
        </p:nvSpPr>
        <p:spPr>
          <a:xfrm xmlns:a="http://schemas.openxmlformats.org/drawingml/2006/main">
            <a:off x="1219200" y="32258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Find the responsible component.</a:t>
            </a:r>
          </a:p>
        </p:txBody>
      </p:sp>
      <p:sp>
        <p:nvSpPr>
          <p:cNvPr id="450" name="17-text-7">
            <a:extLst xmlns:a="http://schemas.openxmlformats.org/drawingml/2006/main">
              <a:ext uri="{FF2B5EF4-FFF2-40B4-BE49-F238E27FC236}">
                <a16:creationId xmlns:a16="http://schemas.microsoft.com/office/drawing/2014/main" id="{4CF3BF44-34B7-42BB-BA65-961686091C60}"/>
              </a:ext>
            </a:extLst>
          </p:cNvPr>
          <p:cNvSpPr>
            <a:spLocks xmlns:a="http://schemas.openxmlformats.org/drawingml/2006/main"/>
          </p:cNvSpPr>
          <p:nvPr/>
        </p:nvSpPr>
        <p:spPr>
          <a:xfrm xmlns:a="http://schemas.openxmlformats.org/drawingml/2006/main">
            <a:off x="609600" y="38100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51" name="17-text-8">
            <a:extLst xmlns:a="http://schemas.openxmlformats.org/drawingml/2006/main">
              <a:ext uri="{FF2B5EF4-FFF2-40B4-BE49-F238E27FC236}">
                <a16:creationId xmlns:a16="http://schemas.microsoft.com/office/drawing/2014/main" id="{9C0B9F8F-E469-4FAF-B9E9-7ED8474FFAF4}"/>
              </a:ext>
            </a:extLst>
          </p:cNvPr>
          <p:cNvSpPr>
            <a:spLocks xmlns:a="http://schemas.openxmlformats.org/drawingml/2006/main"/>
          </p:cNvSpPr>
          <p:nvPr/>
        </p:nvSpPr>
        <p:spPr>
          <a:xfrm xmlns:a="http://schemas.openxmlformats.org/drawingml/2006/main">
            <a:off x="1219200" y="38100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 that component.</a:t>
            </a:r>
          </a:p>
        </p:txBody>
      </p:sp>
      <p:sp>
        <p:nvSpPr>
          <p:cNvPr id="452" name="17-text-9">
            <a:extLst xmlns:a="http://schemas.openxmlformats.org/drawingml/2006/main">
              <a:ext uri="{FF2B5EF4-FFF2-40B4-BE49-F238E27FC236}">
                <a16:creationId xmlns:a16="http://schemas.microsoft.com/office/drawing/2014/main" id="{25A298C9-627F-4FE1-9701-9628CCF96855}"/>
              </a:ext>
            </a:extLst>
          </p:cNvPr>
          <p:cNvSpPr>
            <a:spLocks xmlns:a="http://schemas.openxmlformats.org/drawingml/2006/main"/>
          </p:cNvSpPr>
          <p:nvPr/>
        </p:nvSpPr>
        <p:spPr>
          <a:xfrm xmlns:a="http://schemas.openxmlformats.org/drawingml/2006/main">
            <a:off x="1219200" y="41910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suite with repeated trials.</a:t>
            </a:r>
          </a:p>
        </p:txBody>
      </p:sp>
      <p:sp>
        <p:nvSpPr>
          <p:cNvPr id="453" name="17-text-10">
            <a:extLst xmlns:a="http://schemas.openxmlformats.org/drawingml/2006/main">
              <a:ext uri="{FF2B5EF4-FFF2-40B4-BE49-F238E27FC236}">
                <a16:creationId xmlns:a16="http://schemas.microsoft.com/office/drawing/2014/main" id="{5943C01F-E9B2-48EA-9C6A-107C3AA0841B}"/>
              </a:ext>
            </a:extLst>
          </p:cNvPr>
          <p:cNvSpPr>
            <a:spLocks xmlns:a="http://schemas.openxmlformats.org/drawingml/2006/main"/>
          </p:cNvSpPr>
          <p:nvPr/>
        </p:nvSpPr>
        <p:spPr>
          <a:xfrm xmlns:a="http://schemas.openxmlformats.org/drawingml/2006/main">
            <a:off x="609600" y="47752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54" name="17-text-11">
            <a:extLst xmlns:a="http://schemas.openxmlformats.org/drawingml/2006/main">
              <a:ext uri="{FF2B5EF4-FFF2-40B4-BE49-F238E27FC236}">
                <a16:creationId xmlns:a16="http://schemas.microsoft.com/office/drawing/2014/main" id="{D4F7849C-AB07-4156-BBF1-14B9F4AEFEA6}"/>
              </a:ext>
            </a:extLst>
          </p:cNvPr>
          <p:cNvSpPr>
            <a:spLocks xmlns:a="http://schemas.openxmlformats.org/drawingml/2006/main"/>
          </p:cNvSpPr>
          <p:nvPr/>
        </p:nvSpPr>
        <p:spPr>
          <a:xfrm xmlns:a="http://schemas.openxmlformats.org/drawingml/2006/main">
            <a:off x="1219200" y="47752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Monitor production samples.</a:t>
            </a:r>
          </a:p>
        </p:txBody>
      </p:sp>
      <p:sp>
        <p:nvSpPr>
          <p:cNvPr id="455" name="17-text-12">
            <a:extLst xmlns:a="http://schemas.openxmlformats.org/drawingml/2006/main">
              <a:ext uri="{FF2B5EF4-FFF2-40B4-BE49-F238E27FC236}">
                <a16:creationId xmlns:a16="http://schemas.microsoft.com/office/drawing/2014/main" id="{EEE9256D-2B51-41E5-A9C8-39073B503CEF}"/>
              </a:ext>
            </a:extLst>
          </p:cNvPr>
          <p:cNvSpPr>
            <a:spLocks xmlns:a="http://schemas.openxmlformats.org/drawingml/2006/main"/>
          </p:cNvSpPr>
          <p:nvPr/>
        </p:nvSpPr>
        <p:spPr>
          <a:xfrm xmlns:a="http://schemas.openxmlformats.org/drawingml/2006/main">
            <a:off x="1219200" y="51562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new failures to regression cases.</a:t>
            </a:r>
          </a:p>
        </p:txBody>
      </p:sp>
      <p:sp>
        <p:nvSpPr>
          <p:cNvPr id="456" name="17-text-13">
            <a:extLst xmlns:a="http://schemas.openxmlformats.org/drawingml/2006/main">
              <a:ext uri="{FF2B5EF4-FFF2-40B4-BE49-F238E27FC236}">
                <a16:creationId xmlns:a16="http://schemas.microsoft.com/office/drawing/2014/main" id="{A77ED87C-106D-4847-924E-23D626FF32BB}"/>
              </a:ext>
            </a:extLst>
          </p:cNvPr>
          <p:cNvSpPr>
            <a:spLocks xmlns:a="http://schemas.openxmlformats.org/drawingml/2006/main"/>
          </p:cNvSpPr>
          <p:nvPr/>
        </p:nvSpPr>
        <p:spPr>
          <a:xfrm xmlns:a="http://schemas.openxmlformats.org/drawingml/2006/main">
            <a:off x="609600" y="56134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457" name="17-shape-14">
            <a:extLst xmlns:a="http://schemas.openxmlformats.org/drawingml/2006/main">
              <a:ext uri="{FF2B5EF4-FFF2-40B4-BE49-F238E27FC236}">
                <a16:creationId xmlns:a16="http://schemas.microsoft.com/office/drawing/2014/main" id="{E47580C0-57DC-4235-94E9-08DA914CDCE0}"/>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8" name="17-shape-15">
            <a:extLst xmlns:a="http://schemas.openxmlformats.org/drawingml/2006/main">
              <a:ext uri="{FF2B5EF4-FFF2-40B4-BE49-F238E27FC236}">
                <a16:creationId xmlns:a16="http://schemas.microsoft.com/office/drawing/2014/main" id="{0D08311B-324E-4492-A002-F256D154955C}"/>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59" name="17-text-16">
            <a:extLst xmlns:a="http://schemas.openxmlformats.org/drawingml/2006/main">
              <a:ext uri="{FF2B5EF4-FFF2-40B4-BE49-F238E27FC236}">
                <a16:creationId xmlns:a16="http://schemas.microsoft.com/office/drawing/2014/main" id="{289FCBFA-0C4C-432D-A184-F043DF0595DE}"/>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60" name="17-text-17">
            <a:extLst xmlns:a="http://schemas.openxmlformats.org/drawingml/2006/main">
              <a:ext uri="{FF2B5EF4-FFF2-40B4-BE49-F238E27FC236}">
                <a16:creationId xmlns:a16="http://schemas.microsoft.com/office/drawing/2014/main" id="{58072711-6C17-453B-B319-F71E612F876F}"/>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61" name="narrative-number">
            <a:extLst xmlns:a="http://schemas.openxmlformats.org/drawingml/2006/main">
              <a:ext uri="{FF2B5EF4-FFF2-40B4-BE49-F238E27FC236}">
                <a16:creationId xmlns:a16="http://schemas.microsoft.com/office/drawing/2014/main" id="{244108DA-0EB3-43D5-8AAC-5B6EA0E8D5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41872033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57"/>
                                        </p:tgtEl>
                                        <p:attrNameLst>
                                          <p:attrName>style.visibility</p:attrName>
                                        </p:attrNameLst>
                                      </p:cBhvr>
                                      <p:to>
                                        <p:strVal val="visible"/>
                                      </p:to>
                                    </p:set>
                                    <p:animEffect transition="in" filter="fade">
                                      <p:cBhvr>
                                        <p:cTn id="11" dur="300" fill="hold"/>
                                        <p:tgtEl>
                                          <p:spTgt spid="457"/>
                                        </p:tgtEl>
                                      </p:cBhvr>
                                    </p:animEffect>
                                  </p:childTnLst>
                                </p:cTn>
                              </p:par>
                              <p:par>
                                <p:cTn id="12" presetID="10" presetClass="entr" presetSubtype="0" fill="hold" nodeType="withEffect">
                                  <p:stCondLst>
                                    <p:cond delay="0"/>
                                  </p:stCondLst>
                                  <p:childTnLst>
                                    <p:set>
                                      <p:cBhvr>
                                        <p:cTn id="13" dur="1" fill="hold">
                                          <p:stCondLst>
                                            <p:cond delay="0"/>
                                          </p:stCondLst>
                                        </p:cTn>
                                        <p:tgtEl>
                                          <p:spTgt spid="458"/>
                                        </p:tgtEl>
                                        <p:attrNameLst>
                                          <p:attrName>style.visibility</p:attrName>
                                        </p:attrNameLst>
                                      </p:cBhvr>
                                      <p:to>
                                        <p:strVal val="visible"/>
                                      </p:to>
                                    </p:set>
                                    <p:animEffect transition="in" filter="fade">
                                      <p:cBhvr>
                                        <p:cTn id="14" dur="300" fill="hold"/>
                                        <p:tgtEl>
                                          <p:spTgt spid="458"/>
                                        </p:tgtEl>
                                      </p:cBhvr>
                                    </p:animEffect>
                                  </p:childTnLst>
                                </p:cTn>
                              </p:par>
                              <p:par>
                                <p:cTn id="15" presetID="10" presetClass="entr" presetSubtype="0" fill="hold" nodeType="withEffect">
                                  <p:stCondLst>
                                    <p:cond delay="0"/>
                                  </p:stCondLst>
                                  <p:childTnLst>
                                    <p:set>
                                      <p:cBhvr>
                                        <p:cTn id="16" dur="1" fill="hold">
                                          <p:stCondLst>
                                            <p:cond delay="0"/>
                                          </p:stCondLst>
                                        </p:cTn>
                                        <p:tgtEl>
                                          <p:spTgt spid="459"/>
                                        </p:tgtEl>
                                        <p:attrNameLst>
                                          <p:attrName>style.visibility</p:attrName>
                                        </p:attrNameLst>
                                      </p:cBhvr>
                                      <p:to>
                                        <p:strVal val="visible"/>
                                      </p:to>
                                    </p:set>
                                    <p:animEffect transition="in" filter="fade">
                                      <p:cBhvr>
                                        <p:cTn id="17" dur="300" fill="hold"/>
                                        <p:tgtEl>
                                          <p:spTgt spid="459"/>
                                        </p:tgtEl>
                                      </p:cBhvr>
                                    </p:animEffect>
                                  </p:childTnLst>
                                </p:cTn>
                              </p:par>
                              <p:par>
                                <p:cTn id="18" presetID="10" presetClass="entr" presetSubtype="0" fill="hold" nodeType="withEffect">
                                  <p:stCondLst>
                                    <p:cond delay="0"/>
                                  </p:stCondLst>
                                  <p:childTnLst>
                                    <p:set>
                                      <p:cBhvr>
                                        <p:cTn id="19" dur="1" fill="hold">
                                          <p:stCondLst>
                                            <p:cond delay="0"/>
                                          </p:stCondLst>
                                        </p:cTn>
                                        <p:tgtEl>
                                          <p:spTgt spid="460"/>
                                        </p:tgtEl>
                                        <p:attrNameLst>
                                          <p:attrName>style.visibility</p:attrName>
                                        </p:attrNameLst>
                                      </p:cBhvr>
                                      <p:to>
                                        <p:strVal val="visible"/>
                                      </p:to>
                                    </p:set>
                                    <p:animEffect transition="in" filter="fade">
                                      <p:cBhvr>
                                        <p:cTn id="20" dur="300" fill="hold"/>
                                        <p:tgtEl>
                                          <p:spTgt spid="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2" name="!!area-header">
            <a:extLst xmlns:a="http://schemas.openxmlformats.org/drawingml/2006/main">
              <a:ext uri="{FF2B5EF4-FFF2-40B4-BE49-F238E27FC236}">
                <a16:creationId xmlns:a16="http://schemas.microsoft.com/office/drawing/2014/main" id="{8BBBCBF5-9EF1-4EAB-AAE3-48A337834A07}"/>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3" name="!!area-name">
            <a:extLst xmlns:a="http://schemas.openxmlformats.org/drawingml/2006/main">
              <a:ext uri="{FF2B5EF4-FFF2-40B4-BE49-F238E27FC236}">
                <a16:creationId xmlns:a16="http://schemas.microsoft.com/office/drawing/2014/main" id="{B6557918-53E1-4B11-99C3-1B5C37CACF7F}"/>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464" name="!!area-beat">
            <a:extLst xmlns:a="http://schemas.openxmlformats.org/drawingml/2006/main">
              <a:ext uri="{FF2B5EF4-FFF2-40B4-BE49-F238E27FC236}">
                <a16:creationId xmlns:a16="http://schemas.microsoft.com/office/drawing/2014/main" id="{212DF11F-6ADD-4ED4-A7B9-442C70D18E2F}"/>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65" name="header-divider">
            <a:extLst xmlns:a="http://schemas.openxmlformats.org/drawingml/2006/main">
              <a:ext uri="{FF2B5EF4-FFF2-40B4-BE49-F238E27FC236}">
                <a16:creationId xmlns:a16="http://schemas.microsoft.com/office/drawing/2014/main" id="{06B79A73-3BD6-4288-897E-93AD20C7AB76}"/>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6" name="18-shape-1">
            <a:extLst xmlns:a="http://schemas.openxmlformats.org/drawingml/2006/main">
              <a:ext uri="{FF2B5EF4-FFF2-40B4-BE49-F238E27FC236}">
                <a16:creationId xmlns:a16="http://schemas.microsoft.com/office/drawing/2014/main" id="{8A367E6A-94A8-4950-A83A-8B79039B937D}"/>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467" name="18-text-2">
            <a:extLst xmlns:a="http://schemas.openxmlformats.org/drawingml/2006/main">
              <a:ext uri="{FF2B5EF4-FFF2-40B4-BE49-F238E27FC236}">
                <a16:creationId xmlns:a16="http://schemas.microsoft.com/office/drawing/2014/main" id="{80FA0C87-1ED0-4795-8271-9F6D0911AE69}"/>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468" name="18-shape-3">
            <a:extLst xmlns:a="http://schemas.openxmlformats.org/drawingml/2006/main">
              <a:ext uri="{FF2B5EF4-FFF2-40B4-BE49-F238E27FC236}">
                <a16:creationId xmlns:a16="http://schemas.microsoft.com/office/drawing/2014/main" id="{24FA784D-8DF8-450A-AD3E-10531D05FEA5}"/>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69" name="18-text-4">
            <a:extLst xmlns:a="http://schemas.openxmlformats.org/drawingml/2006/main">
              <a:ext uri="{FF2B5EF4-FFF2-40B4-BE49-F238E27FC236}">
                <a16:creationId xmlns:a16="http://schemas.microsoft.com/office/drawing/2014/main" id="{2A196090-D7ED-4D31-B6EF-564D4A56336A}"/>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470" name="18-shape-5">
            <a:extLst xmlns:a="http://schemas.openxmlformats.org/drawingml/2006/main">
              <a:ext uri="{FF2B5EF4-FFF2-40B4-BE49-F238E27FC236}">
                <a16:creationId xmlns:a16="http://schemas.microsoft.com/office/drawing/2014/main" id="{FAFFAF01-AFD2-4E53-B557-63F0A040E9EE}"/>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71" name="18-text-6">
            <a:extLst xmlns:a="http://schemas.openxmlformats.org/drawingml/2006/main">
              <a:ext uri="{FF2B5EF4-FFF2-40B4-BE49-F238E27FC236}">
                <a16:creationId xmlns:a16="http://schemas.microsoft.com/office/drawing/2014/main" id="{27760550-9A10-4591-898E-E423F7739B63}"/>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472" name="18-shape-7">
            <a:extLst xmlns:a="http://schemas.openxmlformats.org/drawingml/2006/main">
              <a:ext uri="{FF2B5EF4-FFF2-40B4-BE49-F238E27FC236}">
                <a16:creationId xmlns:a16="http://schemas.microsoft.com/office/drawing/2014/main" id="{A975DAAA-5832-4C4B-9848-1A6996B39DA1}"/>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73" name="18-text-8">
            <a:extLst xmlns:a="http://schemas.openxmlformats.org/drawingml/2006/main">
              <a:ext uri="{FF2B5EF4-FFF2-40B4-BE49-F238E27FC236}">
                <a16:creationId xmlns:a16="http://schemas.microsoft.com/office/drawing/2014/main" id="{523F4477-677C-4433-8696-D6246173C2E3}"/>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474" name="18-text-9">
            <a:extLst xmlns:a="http://schemas.openxmlformats.org/drawingml/2006/main">
              <a:ext uri="{FF2B5EF4-FFF2-40B4-BE49-F238E27FC236}">
                <a16:creationId xmlns:a16="http://schemas.microsoft.com/office/drawing/2014/main" id="{D54AA7D1-B322-4DD9-9665-25B59F8A39D9}"/>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475" name="narrative-number">
            <a:extLst xmlns:a="http://schemas.openxmlformats.org/drawingml/2006/main">
              <a:ext uri="{FF2B5EF4-FFF2-40B4-BE49-F238E27FC236}">
                <a16:creationId xmlns:a16="http://schemas.microsoft.com/office/drawing/2014/main" id="{0D087345-DDC8-435C-8F86-34D86192DCF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960876218"/>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6" name="!!area-name">
            <a:extLst xmlns:a="http://schemas.openxmlformats.org/drawingml/2006/main">
              <a:ext uri="{FF2B5EF4-FFF2-40B4-BE49-F238E27FC236}">
                <a16:creationId xmlns:a16="http://schemas.microsoft.com/office/drawing/2014/main" id="{A8E44101-0BD3-464E-9C8E-0028D99439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86" name="mini-map"/>
          <p:cNvPicPr>
            <a:picLocks xmlns:a="http://schemas.openxmlformats.org/drawingml/2006/main" noChangeAspect="1"/>
          </p:cNvPicPr>
          <p:nvPr/>
        </p:nvPicPr>
        <p:blipFill>
          <a:blip xmlns:r="http://schemas.openxmlformats.org/officeDocument/2006/relationships" xmlns:a="http://schemas.openxmlformats.org/drawingml/2006/main" r:embed="R7dcc83662367493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8" name="header-divider">
            <a:extLst xmlns:a="http://schemas.openxmlformats.org/drawingml/2006/main">
              <a:ext uri="{FF2B5EF4-FFF2-40B4-BE49-F238E27FC236}">
                <a16:creationId xmlns:a16="http://schemas.microsoft.com/office/drawing/2014/main" id="{A4D155DC-161B-4BC0-8746-9612DE5C5C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9" name="18b-text-1">
            <a:extLst xmlns:a="http://schemas.openxmlformats.org/drawingml/2006/main">
              <a:ext uri="{FF2B5EF4-FFF2-40B4-BE49-F238E27FC236}">
                <a16:creationId xmlns:a16="http://schemas.microsoft.com/office/drawing/2014/main" id="{9358903B-CBEE-4509-A5CD-7208606FE768}"/>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80" name="18b-text-2">
            <a:extLst xmlns:a="http://schemas.openxmlformats.org/drawingml/2006/main">
              <a:ext uri="{FF2B5EF4-FFF2-40B4-BE49-F238E27FC236}">
                <a16:creationId xmlns:a16="http://schemas.microsoft.com/office/drawing/2014/main" id="{6364D68F-F3DA-4C01-9B25-6CB6C1073467}"/>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481" name="18b-text-3">
            <a:extLst xmlns:a="http://schemas.openxmlformats.org/drawingml/2006/main">
              <a:ext uri="{FF2B5EF4-FFF2-40B4-BE49-F238E27FC236}">
                <a16:creationId xmlns:a16="http://schemas.microsoft.com/office/drawing/2014/main" id="{938B952C-98BB-4CD6-A214-E0DD598B3CBB}"/>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482" name="18b-text-4">
            <a:extLst xmlns:a="http://schemas.openxmlformats.org/drawingml/2006/main">
              <a:ext uri="{FF2B5EF4-FFF2-40B4-BE49-F238E27FC236}">
                <a16:creationId xmlns:a16="http://schemas.microsoft.com/office/drawing/2014/main" id="{419DAFB4-0692-4461-9B21-14CBC56D7BF1}"/>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483" name="18b-text-5">
            <a:extLst xmlns:a="http://schemas.openxmlformats.org/drawingml/2006/main">
              <a:ext uri="{FF2B5EF4-FFF2-40B4-BE49-F238E27FC236}">
                <a16:creationId xmlns:a16="http://schemas.microsoft.com/office/drawing/2014/main" id="{BCF3A11A-BDE6-475D-A583-DBF9AB454390}"/>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484" name="narrative-number">
            <a:extLst xmlns:a="http://schemas.openxmlformats.org/drawingml/2006/main">
              <a:ext uri="{FF2B5EF4-FFF2-40B4-BE49-F238E27FC236}">
                <a16:creationId xmlns:a16="http://schemas.microsoft.com/office/drawing/2014/main" id="{4A4CB8EA-D65B-4BC6-8528-BEC567AEFD6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74167618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5" name="!!area-name">
            <a:extLst xmlns:a="http://schemas.openxmlformats.org/drawingml/2006/main">
              <a:ext uri="{FF2B5EF4-FFF2-40B4-BE49-F238E27FC236}">
                <a16:creationId xmlns:a16="http://schemas.microsoft.com/office/drawing/2014/main" id="{30F7B643-2D0C-4AC7-AA8A-3AA03ADAE00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00" name="mini-map"/>
          <p:cNvPicPr>
            <a:picLocks xmlns:a="http://schemas.openxmlformats.org/drawingml/2006/main" noChangeAspect="1"/>
          </p:cNvPicPr>
          <p:nvPr/>
        </p:nvPicPr>
        <p:blipFill>
          <a:blip xmlns:r="http://schemas.openxmlformats.org/officeDocument/2006/relationships" xmlns:a="http://schemas.openxmlformats.org/drawingml/2006/main" r:embed="Ra8c94286d8ac465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7" name="header-divider">
            <a:extLst xmlns:a="http://schemas.openxmlformats.org/drawingml/2006/main">
              <a:ext uri="{FF2B5EF4-FFF2-40B4-BE49-F238E27FC236}">
                <a16:creationId xmlns:a16="http://schemas.microsoft.com/office/drawing/2014/main" id="{D7D59AE9-86C7-4B8B-ADD9-37D5C5959D6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8" name="18b-text-1">
            <a:extLst xmlns:a="http://schemas.openxmlformats.org/drawingml/2006/main">
              <a:ext uri="{FF2B5EF4-FFF2-40B4-BE49-F238E27FC236}">
                <a16:creationId xmlns:a16="http://schemas.microsoft.com/office/drawing/2014/main" id="{F0F33CBE-C944-4CF0-A8F9-8921B4A237F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89" name="18b-text-10">
            <a:extLst xmlns:a="http://schemas.openxmlformats.org/drawingml/2006/main">
              <a:ext uri="{FF2B5EF4-FFF2-40B4-BE49-F238E27FC236}">
                <a16:creationId xmlns:a16="http://schemas.microsoft.com/office/drawing/2014/main" id="{401C5240-AA54-4B5E-A007-C22E079E728D}"/>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490" name="18b-line-12">
            <a:extLst xmlns:a="http://schemas.openxmlformats.org/drawingml/2006/main">
              <a:ext uri="{FF2B5EF4-FFF2-40B4-BE49-F238E27FC236}">
                <a16:creationId xmlns:a16="http://schemas.microsoft.com/office/drawing/2014/main" id="{0EF41955-1FE5-41D1-A671-0CBEB6DA7043}"/>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1" name="18b-line-14">
            <a:extLst xmlns:a="http://schemas.openxmlformats.org/drawingml/2006/main">
              <a:ext uri="{FF2B5EF4-FFF2-40B4-BE49-F238E27FC236}">
                <a16:creationId xmlns:a16="http://schemas.microsoft.com/office/drawing/2014/main" id="{E5A8E8B0-4E93-4201-B206-48963BD23AC0}"/>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2" name="18b-line-16">
            <a:extLst xmlns:a="http://schemas.openxmlformats.org/drawingml/2006/main">
              <a:ext uri="{FF2B5EF4-FFF2-40B4-BE49-F238E27FC236}">
                <a16:creationId xmlns:a16="http://schemas.microsoft.com/office/drawing/2014/main" id="{13E9745A-B7B2-487D-A0A9-F5D20D82C84C}"/>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3" name="18b-text-17">
            <a:extLst xmlns:a="http://schemas.openxmlformats.org/drawingml/2006/main">
              <a:ext uri="{FF2B5EF4-FFF2-40B4-BE49-F238E27FC236}">
                <a16:creationId xmlns:a16="http://schemas.microsoft.com/office/drawing/2014/main" id="{D84D58B2-2EBC-4430-9312-E320A73C3598}"/>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94" name="18b-text-18">
            <a:extLst xmlns:a="http://schemas.openxmlformats.org/drawingml/2006/main">
              <a:ext uri="{FF2B5EF4-FFF2-40B4-BE49-F238E27FC236}">
                <a16:creationId xmlns:a16="http://schemas.microsoft.com/office/drawing/2014/main" id="{72243FD8-9757-4C49-BB83-BE4F3C28332E}"/>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95" name="18b-text-19">
            <a:extLst xmlns:a="http://schemas.openxmlformats.org/drawingml/2006/main">
              <a:ext uri="{FF2B5EF4-FFF2-40B4-BE49-F238E27FC236}">
                <a16:creationId xmlns:a16="http://schemas.microsoft.com/office/drawing/2014/main" id="{5800D8DF-B9E6-4C85-99C0-57D64C0AF1B0}"/>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96" name="18b-text-20">
            <a:extLst xmlns:a="http://schemas.openxmlformats.org/drawingml/2006/main">
              <a:ext uri="{FF2B5EF4-FFF2-40B4-BE49-F238E27FC236}">
                <a16:creationId xmlns:a16="http://schemas.microsoft.com/office/drawing/2014/main" id="{35095527-8E60-490A-AB41-FE574B30864B}"/>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497" name="18b-text-21">
            <a:extLst xmlns:a="http://schemas.openxmlformats.org/drawingml/2006/main">
              <a:ext uri="{FF2B5EF4-FFF2-40B4-BE49-F238E27FC236}">
                <a16:creationId xmlns:a16="http://schemas.microsoft.com/office/drawing/2014/main" id="{F128A209-6A38-4CB1-92B0-DD5033E786DA}"/>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498" name="narrative-number">
            <a:extLst xmlns:a="http://schemas.openxmlformats.org/drawingml/2006/main">
              <a:ext uri="{FF2B5EF4-FFF2-40B4-BE49-F238E27FC236}">
                <a16:creationId xmlns:a16="http://schemas.microsoft.com/office/drawing/2014/main" id="{F336AFB1-B54A-4A7A-8140-5D9D7F36D3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484009178"/>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9" name="!!area-name">
            <a:extLst xmlns:a="http://schemas.openxmlformats.org/drawingml/2006/main">
              <a:ext uri="{FF2B5EF4-FFF2-40B4-BE49-F238E27FC236}">
                <a16:creationId xmlns:a16="http://schemas.microsoft.com/office/drawing/2014/main" id="{8ED19534-6BCB-4632-AF9F-8B713694FF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09" name="mini-map"/>
          <p:cNvPicPr>
            <a:picLocks xmlns:a="http://schemas.openxmlformats.org/drawingml/2006/main" noChangeAspect="1"/>
          </p:cNvPicPr>
          <p:nvPr/>
        </p:nvPicPr>
        <p:blipFill>
          <a:blip xmlns:r="http://schemas.openxmlformats.org/officeDocument/2006/relationships" xmlns:a="http://schemas.openxmlformats.org/drawingml/2006/main" r:embed="R5add902812e448a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1" name="header-divider">
            <a:extLst xmlns:a="http://schemas.openxmlformats.org/drawingml/2006/main">
              <a:ext uri="{FF2B5EF4-FFF2-40B4-BE49-F238E27FC236}">
                <a16:creationId xmlns:a16="http://schemas.microsoft.com/office/drawing/2014/main" id="{CC6022D4-48E2-4901-A659-AAC2D7236A8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2" name="18b-text-1">
            <a:extLst xmlns:a="http://schemas.openxmlformats.org/drawingml/2006/main">
              <a:ext uri="{FF2B5EF4-FFF2-40B4-BE49-F238E27FC236}">
                <a16:creationId xmlns:a16="http://schemas.microsoft.com/office/drawing/2014/main" id="{4CB35A40-FB89-4619-B667-9FEE5D3999E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03" name="18b-text-6">
            <a:extLst xmlns:a="http://schemas.openxmlformats.org/drawingml/2006/main">
              <a:ext uri="{FF2B5EF4-FFF2-40B4-BE49-F238E27FC236}">
                <a16:creationId xmlns:a16="http://schemas.microsoft.com/office/drawing/2014/main" id="{B5286DBC-DCBD-47E2-9FA9-E1729737C2EB}"/>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504" name="18b-text-7">
            <a:extLst xmlns:a="http://schemas.openxmlformats.org/drawingml/2006/main">
              <a:ext uri="{FF2B5EF4-FFF2-40B4-BE49-F238E27FC236}">
                <a16:creationId xmlns:a16="http://schemas.microsoft.com/office/drawing/2014/main" id="{3A60D28D-CE87-486B-AC53-E6140EA9D501}"/>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505" name="18b-text-8">
            <a:extLst xmlns:a="http://schemas.openxmlformats.org/drawingml/2006/main">
              <a:ext uri="{FF2B5EF4-FFF2-40B4-BE49-F238E27FC236}">
                <a16:creationId xmlns:a16="http://schemas.microsoft.com/office/drawing/2014/main" id="{9CACB055-C03C-4D27-BA8A-3B77BDEB37A0}"/>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506" name="18b-text-9">
            <a:extLst xmlns:a="http://schemas.openxmlformats.org/drawingml/2006/main">
              <a:ext uri="{FF2B5EF4-FFF2-40B4-BE49-F238E27FC236}">
                <a16:creationId xmlns:a16="http://schemas.microsoft.com/office/drawing/2014/main" id="{66B3E44F-0BB9-4F78-AFFC-44FB1D5EBC58}"/>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507" name="narrative-number">
            <a:extLst xmlns:a="http://schemas.openxmlformats.org/drawingml/2006/main">
              <a:ext uri="{FF2B5EF4-FFF2-40B4-BE49-F238E27FC236}">
                <a16:creationId xmlns:a16="http://schemas.microsoft.com/office/drawing/2014/main" id="{70BDCF4D-247B-4DE5-A403-FD1CC2CEE7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60606214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8" name="!!area-name">
            <a:extLst xmlns:a="http://schemas.openxmlformats.org/drawingml/2006/main">
              <a:ext uri="{FF2B5EF4-FFF2-40B4-BE49-F238E27FC236}">
                <a16:creationId xmlns:a16="http://schemas.microsoft.com/office/drawing/2014/main" id="{B6FAEFF4-C7BB-49CA-8D49-71E11A89033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17" name="mini-map"/>
          <p:cNvPicPr>
            <a:picLocks xmlns:a="http://schemas.openxmlformats.org/drawingml/2006/main" noChangeAspect="1"/>
          </p:cNvPicPr>
          <p:nvPr/>
        </p:nvPicPr>
        <p:blipFill>
          <a:blip xmlns:r="http://schemas.openxmlformats.org/officeDocument/2006/relationships" xmlns:a="http://schemas.openxmlformats.org/drawingml/2006/main" r:embed="R2a0be3faef18439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0" name="header-divider">
            <a:extLst xmlns:a="http://schemas.openxmlformats.org/drawingml/2006/main">
              <a:ext uri="{FF2B5EF4-FFF2-40B4-BE49-F238E27FC236}">
                <a16:creationId xmlns:a16="http://schemas.microsoft.com/office/drawing/2014/main" id="{05537EBB-FE31-4C29-8AB0-63F352BAD14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1" name="18b-text-1">
            <a:extLst xmlns:a="http://schemas.openxmlformats.org/drawingml/2006/main">
              <a:ext uri="{FF2B5EF4-FFF2-40B4-BE49-F238E27FC236}">
                <a16:creationId xmlns:a16="http://schemas.microsoft.com/office/drawing/2014/main" id="{A01228CB-CE10-4456-B674-340F3E5A397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12" name="18b-text-22">
            <a:extLst xmlns:a="http://schemas.openxmlformats.org/drawingml/2006/main">
              <a:ext uri="{FF2B5EF4-FFF2-40B4-BE49-F238E27FC236}">
                <a16:creationId xmlns:a16="http://schemas.microsoft.com/office/drawing/2014/main" id="{70B0F979-7299-4007-AF12-AAF35BE751F8}"/>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513" name="18b-text-23">
            <a:extLst xmlns:a="http://schemas.openxmlformats.org/drawingml/2006/main">
              <a:ext uri="{FF2B5EF4-FFF2-40B4-BE49-F238E27FC236}">
                <a16:creationId xmlns:a16="http://schemas.microsoft.com/office/drawing/2014/main" id="{8F67DE19-5CFB-4E3E-B105-F6E028B34713}"/>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514" name="18b-text-24">
            <a:extLst xmlns:a="http://schemas.openxmlformats.org/drawingml/2006/main">
              <a:ext uri="{FF2B5EF4-FFF2-40B4-BE49-F238E27FC236}">
                <a16:creationId xmlns:a16="http://schemas.microsoft.com/office/drawing/2014/main" id="{A2BEA814-8A03-4CA5-94D8-27AD0DD40A42}"/>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515" name="narrative-number">
            <a:extLst xmlns:a="http://schemas.openxmlformats.org/drawingml/2006/main">
              <a:ext uri="{FF2B5EF4-FFF2-40B4-BE49-F238E27FC236}">
                <a16:creationId xmlns:a16="http://schemas.microsoft.com/office/drawing/2014/main" id="{82D9105A-29F6-464D-B291-43C1CFCAA3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957029779"/>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6" name="!!area-name">
            <a:extLst xmlns:a="http://schemas.openxmlformats.org/drawingml/2006/main">
              <a:ext uri="{FF2B5EF4-FFF2-40B4-BE49-F238E27FC236}">
                <a16:creationId xmlns:a16="http://schemas.microsoft.com/office/drawing/2014/main" id="{5508A758-BF44-4AC1-80E2-3AE5FEBBD28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535" name="mini-map"/>
          <p:cNvPicPr>
            <a:picLocks xmlns:a="http://schemas.openxmlformats.org/drawingml/2006/main" noChangeAspect="1"/>
          </p:cNvPicPr>
          <p:nvPr/>
        </p:nvPicPr>
        <p:blipFill>
          <a:blip xmlns:r="http://schemas.openxmlformats.org/officeDocument/2006/relationships" xmlns:a="http://schemas.openxmlformats.org/drawingml/2006/main" r:embed="R7ac89a8025554a8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8" name="slide-title">
            <a:extLst xmlns:a="http://schemas.openxmlformats.org/drawingml/2006/main">
              <a:ext uri="{FF2B5EF4-FFF2-40B4-BE49-F238E27FC236}">
                <a16:creationId xmlns:a16="http://schemas.microsoft.com/office/drawing/2014/main" id="{A363BEB2-2032-4AAB-BB36-57A180DC86C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519" name="header-divider">
            <a:extLst xmlns:a="http://schemas.openxmlformats.org/drawingml/2006/main">
              <a:ext uri="{FF2B5EF4-FFF2-40B4-BE49-F238E27FC236}">
                <a16:creationId xmlns:a16="http://schemas.microsoft.com/office/drawing/2014/main" id="{AC99ED2A-08DC-4357-A9E5-5A13D157B03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8" name="19-table-1"/>
          <p:cNvGraphicFramePr/>
          <p:nvPr/>
        </p:nvGraphicFramePr>
        <p:xfrm>
          <a:off xmlns:a="http://schemas.openxmlformats.org/drawingml/2006/main" x="609600" y="2438400"/>
          <a:ext xmlns:a="http://schemas.openxmlformats.org/drawingml/2006/main" cx="10972800" cy="182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Coding-agent control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Illustrative FRB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Sandbox and login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FRB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Allowed exports. Human conclusions.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accountable FRB trace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1" name="19-text-2">
            <a:extLst xmlns:a="http://schemas.openxmlformats.org/drawingml/2006/main">
              <a:ext uri="{FF2B5EF4-FFF2-40B4-BE49-F238E27FC236}">
                <a16:creationId xmlns:a16="http://schemas.microsoft.com/office/drawing/2014/main" id="{C029B6FF-FCF6-4C8C-A781-A5FC2649A98C}"/>
              </a:ext>
            </a:extLst>
          </p:cNvPr>
          <p:cNvSpPr>
            <a:spLocks xmlns:a="http://schemas.openxmlformats.org/drawingml/2006/main"/>
          </p:cNvSpPr>
          <p:nvPr/>
        </p:nvSpPr>
        <p:spPr>
          <a:xfrm xmlns:a="http://schemas.openxmlformats.org/drawingml/2006/main">
            <a:off x="609600" y="4343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request · FRB-042-MIN r2 · workers · synthesis · export</a:t>
            </a:r>
          </a:p>
        </p:txBody>
      </p:sp>
      <p:sp>
        <p:nvSpPr>
          <p:cNvPr id="522" name="19-text-3">
            <a:extLst xmlns:a="http://schemas.openxmlformats.org/drawingml/2006/main">
              <a:ext uri="{FF2B5EF4-FFF2-40B4-BE49-F238E27FC236}">
                <a16:creationId xmlns:a16="http://schemas.microsoft.com/office/drawing/2014/main" id="{0180A629-FE23-42F0-BBD8-0EBD999C306E}"/>
              </a:ext>
            </a:extLst>
          </p:cNvPr>
          <p:cNvSpPr>
            <a:spLocks xmlns:a="http://schemas.openxmlformats.org/drawingml/2006/main"/>
          </p:cNvSpPr>
          <p:nvPr/>
        </p:nvSpPr>
        <p:spPr>
          <a:xfrm xmlns:a="http://schemas.openxmlformats.org/drawingml/2006/main">
            <a:off x="609600" y="4826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freshness, parsing/tool and quality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End-to-end latency.</a:t>
            </a:r>
          </a:p>
        </p:txBody>
      </p:sp>
      <p:sp>
        <p:nvSpPr>
          <p:cNvPr id="523" name="19-shape-4">
            <a:extLst xmlns:a="http://schemas.openxmlformats.org/drawingml/2006/main">
              <a:ext uri="{FF2B5EF4-FFF2-40B4-BE49-F238E27FC236}">
                <a16:creationId xmlns:a16="http://schemas.microsoft.com/office/drawing/2014/main" id="{D99A0BD5-5B1D-4CE2-9391-C20ED0CE1F77}"/>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4" name="19-shape-5">
            <a:extLst xmlns:a="http://schemas.openxmlformats.org/drawingml/2006/main">
              <a:ext uri="{FF2B5EF4-FFF2-40B4-BE49-F238E27FC236}">
                <a16:creationId xmlns:a16="http://schemas.microsoft.com/office/drawing/2014/main" id="{F58AD1AA-10FB-46D7-99C5-FEF4471A4823}"/>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25" name="19-text-6">
            <a:extLst xmlns:a="http://schemas.openxmlformats.org/drawingml/2006/main">
              <a:ext uri="{FF2B5EF4-FFF2-40B4-BE49-F238E27FC236}">
                <a16:creationId xmlns:a16="http://schemas.microsoft.com/office/drawing/2014/main" id="{A392D97C-664F-435E-B778-3435038E0492}"/>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526" name="19-text-7">
            <a:extLst xmlns:a="http://schemas.openxmlformats.org/drawingml/2006/main">
              <a:ext uri="{FF2B5EF4-FFF2-40B4-BE49-F238E27FC236}">
                <a16:creationId xmlns:a16="http://schemas.microsoft.com/office/drawing/2014/main" id="{30D2378F-0763-4AF4-A29B-7DAE9EFB1B58}"/>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27" name="19-line-9">
            <a:extLst xmlns:a="http://schemas.openxmlformats.org/drawingml/2006/main">
              <a:ext uri="{FF2B5EF4-FFF2-40B4-BE49-F238E27FC236}">
                <a16:creationId xmlns:a16="http://schemas.microsoft.com/office/drawing/2014/main" id="{09D295A3-6403-4D9B-AB25-3FCC49A23E7C}"/>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8" name="19-line-11">
            <a:extLst xmlns:a="http://schemas.openxmlformats.org/drawingml/2006/main">
              <a:ext uri="{FF2B5EF4-FFF2-40B4-BE49-F238E27FC236}">
                <a16:creationId xmlns:a16="http://schemas.microsoft.com/office/drawing/2014/main" id="{01A8435D-B28B-467F-BCCB-4A281CB14624}"/>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9" name="19-line-13">
            <a:extLst xmlns:a="http://schemas.openxmlformats.org/drawingml/2006/main">
              <a:ext uri="{FF2B5EF4-FFF2-40B4-BE49-F238E27FC236}">
                <a16:creationId xmlns:a16="http://schemas.microsoft.com/office/drawing/2014/main" id="{9ADAAD03-9509-4D22-8D87-57AD1C9108D5}"/>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30" name="19-text-14">
            <a:extLst xmlns:a="http://schemas.openxmlformats.org/drawingml/2006/main">
              <a:ext uri="{FF2B5EF4-FFF2-40B4-BE49-F238E27FC236}">
                <a16:creationId xmlns:a16="http://schemas.microsoft.com/office/drawing/2014/main" id="{4B862D03-9997-4A4D-8458-3F284A449FCB}"/>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531" name="19-text-15">
            <a:extLst xmlns:a="http://schemas.openxmlformats.org/drawingml/2006/main">
              <a:ext uri="{FF2B5EF4-FFF2-40B4-BE49-F238E27FC236}">
                <a16:creationId xmlns:a16="http://schemas.microsoft.com/office/drawing/2014/main" id="{976699C1-09CF-4F45-B6FD-90D467C7596E}"/>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532" name="19-text-16">
            <a:extLst xmlns:a="http://schemas.openxmlformats.org/drawingml/2006/main">
              <a:ext uri="{FF2B5EF4-FFF2-40B4-BE49-F238E27FC236}">
                <a16:creationId xmlns:a16="http://schemas.microsoft.com/office/drawing/2014/main" id="{FA7333AA-8C6B-4BF9-9A63-FA54B8F7ABAD}"/>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533" name="narrative-number">
            <a:extLst xmlns:a="http://schemas.openxmlformats.org/drawingml/2006/main">
              <a:ext uri="{FF2B5EF4-FFF2-40B4-BE49-F238E27FC236}">
                <a16:creationId xmlns:a16="http://schemas.microsoft.com/office/drawing/2014/main" id="{587C244F-AEFD-4FE6-9807-665721C5F0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37916945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3"/>
                                        </p:tgtEl>
                                        <p:attrNameLst>
                                          <p:attrName>style.visibility</p:attrName>
                                        </p:attrNameLst>
                                      </p:cBhvr>
                                      <p:to>
                                        <p:strVal val="visible"/>
                                      </p:to>
                                    </p:set>
                                    <p:animEffect transition="in" filter="fade">
                                      <p:cBhvr>
                                        <p:cTn id="7" dur="300" fill="hold"/>
                                        <p:tgtEl>
                                          <p:spTgt spid="523"/>
                                        </p:tgtEl>
                                      </p:cBhvr>
                                    </p:animEffect>
                                  </p:childTnLst>
                                </p:cTn>
                              </p:par>
                              <p:par>
                                <p:cTn id="8" presetID="10" presetClass="entr" presetSubtype="0" fill="hold" nodeType="withEffect">
                                  <p:stCondLst>
                                    <p:cond delay="0"/>
                                  </p:stCondLst>
                                  <p:childTnLst>
                                    <p:set>
                                      <p:cBhvr>
                                        <p:cTn id="9" dur="1" fill="hold">
                                          <p:stCondLst>
                                            <p:cond delay="0"/>
                                          </p:stCondLst>
                                        </p:cTn>
                                        <p:tgtEl>
                                          <p:spTgt spid="524"/>
                                        </p:tgtEl>
                                        <p:attrNameLst>
                                          <p:attrName>style.visibility</p:attrName>
                                        </p:attrNameLst>
                                      </p:cBhvr>
                                      <p:to>
                                        <p:strVal val="visible"/>
                                      </p:to>
                                    </p:set>
                                    <p:animEffect transition="in" filter="fade">
                                      <p:cBhvr>
                                        <p:cTn id="10" dur="300" fill="hold"/>
                                        <p:tgtEl>
                                          <p:spTgt spid="524"/>
                                        </p:tgtEl>
                                      </p:cBhvr>
                                    </p:animEffect>
                                  </p:childTnLst>
                                </p:cTn>
                              </p:par>
                              <p:par>
                                <p:cTn id="11" presetID="10" presetClass="entr" presetSubtype="0" fill="hold" nodeType="withEffect">
                                  <p:stCondLst>
                                    <p:cond delay="0"/>
                                  </p:stCondLst>
                                  <p:childTnLst>
                                    <p:set>
                                      <p:cBhvr>
                                        <p:cTn id="12" dur="1" fill="hold">
                                          <p:stCondLst>
                                            <p:cond delay="0"/>
                                          </p:stCondLst>
                                        </p:cTn>
                                        <p:tgtEl>
                                          <p:spTgt spid="525"/>
                                        </p:tgtEl>
                                        <p:attrNameLst>
                                          <p:attrName>style.visibility</p:attrName>
                                        </p:attrNameLst>
                                      </p:cBhvr>
                                      <p:to>
                                        <p:strVal val="visible"/>
                                      </p:to>
                                    </p:set>
                                    <p:animEffect transition="in" filter="fade">
                                      <p:cBhvr>
                                        <p:cTn id="13" dur="300" fill="hold"/>
                                        <p:tgtEl>
                                          <p:spTgt spid="525"/>
                                        </p:tgtEl>
                                      </p:cBhvr>
                                    </p:animEffect>
                                  </p:childTnLst>
                                </p:cTn>
                              </p:par>
                              <p:par>
                                <p:cTn id="14" presetID="10" presetClass="entr" presetSubtype="0" fill="hold" nodeType="withEffect">
                                  <p:stCondLst>
                                    <p:cond delay="0"/>
                                  </p:stCondLst>
                                  <p:childTnLst>
                                    <p:set>
                                      <p:cBhvr>
                                        <p:cTn id="15" dur="1" fill="hold">
                                          <p:stCondLst>
                                            <p:cond delay="0"/>
                                          </p:stCondLst>
                                        </p:cTn>
                                        <p:tgtEl>
                                          <p:spTgt spid="526"/>
                                        </p:tgtEl>
                                        <p:attrNameLst>
                                          <p:attrName>style.visibility</p:attrName>
                                        </p:attrNameLst>
                                      </p:cBhvr>
                                      <p:to>
                                        <p:strVal val="visible"/>
                                      </p:to>
                                    </p:set>
                                    <p:animEffect transition="in" filter="fade">
                                      <p:cBhvr>
                                        <p:cTn id="16" dur="300" fill="hold"/>
                                        <p:tgtEl>
                                          <p:spTgt spid="526"/>
                                        </p:tgtEl>
                                      </p:cBhvr>
                                    </p:animEffect>
                                  </p:childTnLst>
                                </p:cTn>
                              </p:par>
                              <p:par>
                                <p:cTn id="17" presetID="1" presetClass="entr" presetSubtype="0" fill="hold" nodeType="withEffect">
                                  <p:stCondLst>
                                    <p:cond delay="0"/>
                                  </p:stCondLst>
                                  <p:childTnLst>
                                    <p:set>
                                      <p:cBhvr>
                                        <p:cTn id="18" dur="1" fill="hold">
                                          <p:stCondLst>
                                            <p:cond delay="0"/>
                                          </p:stCondLst>
                                        </p:cTn>
                                        <p:tgtEl>
                                          <p:spTgt spid="5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6" name="19b-image-1"/>
          <p:cNvPicPr>
            <a:picLocks xmlns:a="http://schemas.openxmlformats.org/drawingml/2006/main" noChangeAspect="1"/>
          </p:cNvPicPr>
          <p:nvPr/>
        </p:nvPicPr>
        <p:blipFill>
          <a:blip xmlns:r="http://schemas.openxmlformats.org/officeDocument/2006/relationships" xmlns:a="http://schemas.openxmlformats.org/drawingml/2006/main" r:embed="Rde15ad43121743a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35" name="narrative-number">
            <a:extLst xmlns:a="http://schemas.openxmlformats.org/drawingml/2006/main">
              <a:ext uri="{FF2B5EF4-FFF2-40B4-BE49-F238E27FC236}">
                <a16:creationId xmlns:a16="http://schemas.microsoft.com/office/drawing/2014/main" id="{FBB2E710-A207-45A5-AC18-5660606A00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778902654"/>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6" name="section-label">
            <a:extLst xmlns:a="http://schemas.openxmlformats.org/drawingml/2006/main">
              <a:ext uri="{FF2B5EF4-FFF2-40B4-BE49-F238E27FC236}">
                <a16:creationId xmlns:a16="http://schemas.microsoft.com/office/drawing/2014/main" id="{EA250370-BCAA-40F0-9B94-7B9F632A83D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37" name="section-rule">
            <a:extLst xmlns:a="http://schemas.openxmlformats.org/drawingml/2006/main">
              <a:ext uri="{FF2B5EF4-FFF2-40B4-BE49-F238E27FC236}">
                <a16:creationId xmlns:a16="http://schemas.microsoft.com/office/drawing/2014/main" id="{9ED94B3F-96A8-44F9-B2EA-2A1D85B5380B}"/>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8" name="section-title">
            <a:extLst xmlns:a="http://schemas.openxmlformats.org/drawingml/2006/main">
              <a:ext uri="{FF2B5EF4-FFF2-40B4-BE49-F238E27FC236}">
                <a16:creationId xmlns:a16="http://schemas.microsoft.com/office/drawing/2014/main" id="{75F0FF42-F92F-4FE9-813D-A690BE64306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39" name="narrative-number">
            <a:extLst xmlns:a="http://schemas.openxmlformats.org/drawingml/2006/main">
              <a:ext uri="{FF2B5EF4-FFF2-40B4-BE49-F238E27FC236}">
                <a16:creationId xmlns:a16="http://schemas.microsoft.com/office/drawing/2014/main" id="{0486402C-7CD8-424F-808E-F35E08B6EA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724210584"/>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0" name="!!area-name">
            <a:extLst xmlns:a="http://schemas.openxmlformats.org/drawingml/2006/main">
              <a:ext uri="{FF2B5EF4-FFF2-40B4-BE49-F238E27FC236}">
                <a16:creationId xmlns:a16="http://schemas.microsoft.com/office/drawing/2014/main" id="{41F1C437-B9AF-4366-A676-9047FAFB7D7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47" name="mini-map"/>
          <p:cNvPicPr>
            <a:picLocks xmlns:a="http://schemas.openxmlformats.org/drawingml/2006/main" noChangeAspect="1"/>
          </p:cNvPicPr>
          <p:nvPr/>
        </p:nvPicPr>
        <p:blipFill>
          <a:blip xmlns:r="http://schemas.openxmlformats.org/officeDocument/2006/relationships" xmlns:a="http://schemas.openxmlformats.org/drawingml/2006/main" r:embed="Reeab57a32eaa4c7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42" name="slide-title">
            <a:extLst xmlns:a="http://schemas.openxmlformats.org/drawingml/2006/main">
              <a:ext uri="{FF2B5EF4-FFF2-40B4-BE49-F238E27FC236}">
                <a16:creationId xmlns:a16="http://schemas.microsoft.com/office/drawing/2014/main" id="{F186356A-2E91-4482-9153-B6FD3E5F6EB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43" name="header-divider">
            <a:extLst xmlns:a="http://schemas.openxmlformats.org/drawingml/2006/main">
              <a:ext uri="{FF2B5EF4-FFF2-40B4-BE49-F238E27FC236}">
                <a16:creationId xmlns:a16="http://schemas.microsoft.com/office/drawing/2014/main" id="{70FFA8CC-BD38-4142-B2DC-C706BC459D5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50"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45" name="narrative-number">
            <a:extLst xmlns:a="http://schemas.openxmlformats.org/drawingml/2006/main">
              <a:ext uri="{FF2B5EF4-FFF2-40B4-BE49-F238E27FC236}">
                <a16:creationId xmlns:a16="http://schemas.microsoft.com/office/drawing/2014/main" id="{13CED306-B8EA-4B34-A187-31FDCA575B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714427839"/>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6" name="!!area-name">
            <a:extLst xmlns:a="http://schemas.openxmlformats.org/drawingml/2006/main">
              <a:ext uri="{FF2B5EF4-FFF2-40B4-BE49-F238E27FC236}">
                <a16:creationId xmlns:a16="http://schemas.microsoft.com/office/drawing/2014/main" id="{81997914-FFEE-4F86-8F3E-866E9BC6256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55" name="mini-map"/>
          <p:cNvPicPr>
            <a:picLocks xmlns:a="http://schemas.openxmlformats.org/drawingml/2006/main" noChangeAspect="1"/>
          </p:cNvPicPr>
          <p:nvPr/>
        </p:nvPicPr>
        <p:blipFill>
          <a:blip xmlns:r="http://schemas.openxmlformats.org/officeDocument/2006/relationships" xmlns:a="http://schemas.openxmlformats.org/drawingml/2006/main" r:embed="Re160b5cf6cc14d1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48" name="slide-title">
            <a:extLst xmlns:a="http://schemas.openxmlformats.org/drawingml/2006/main">
              <a:ext uri="{FF2B5EF4-FFF2-40B4-BE49-F238E27FC236}">
                <a16:creationId xmlns:a16="http://schemas.microsoft.com/office/drawing/2014/main" id="{16BA12A8-0534-4749-A192-0FDE21ACC68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49" name="header-divider">
            <a:extLst xmlns:a="http://schemas.openxmlformats.org/drawingml/2006/main">
              <a:ext uri="{FF2B5EF4-FFF2-40B4-BE49-F238E27FC236}">
                <a16:creationId xmlns:a16="http://schemas.microsoft.com/office/drawing/2014/main" id="{8B568B9D-8FAE-42EF-8F7C-B318FDAD99F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0" name="21-text-2">
            <a:extLst xmlns:a="http://schemas.openxmlformats.org/drawingml/2006/main">
              <a:ext uri="{FF2B5EF4-FFF2-40B4-BE49-F238E27FC236}">
                <a16:creationId xmlns:a16="http://schemas.microsoft.com/office/drawing/2014/main" id="{42070563-10ED-4FC6-84B8-362154FE9CCC}"/>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551" name="21-text-3">
            <a:extLst xmlns:a="http://schemas.openxmlformats.org/drawingml/2006/main">
              <a:ext uri="{FF2B5EF4-FFF2-40B4-BE49-F238E27FC236}">
                <a16:creationId xmlns:a16="http://schemas.microsoft.com/office/drawing/2014/main" id="{019714CC-2045-436D-8B39-715EFB01B219}"/>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552" name="21-text-4">
            <a:extLst xmlns:a="http://schemas.openxmlformats.org/drawingml/2006/main">
              <a:ext uri="{FF2B5EF4-FFF2-40B4-BE49-F238E27FC236}">
                <a16:creationId xmlns:a16="http://schemas.microsoft.com/office/drawing/2014/main" id="{41AD9C95-33F4-43F9-B1AB-2AC93548D631}"/>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553" name="narrative-number">
            <a:extLst xmlns:a="http://schemas.openxmlformats.org/drawingml/2006/main">
              <a:ext uri="{FF2B5EF4-FFF2-40B4-BE49-F238E27FC236}">
                <a16:creationId xmlns:a16="http://schemas.microsoft.com/office/drawing/2014/main" id="{78B1BAA6-928F-4E67-A4E5-6284466976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009559093"/>
      </p:ext>
    </p:extLst>
  </p:cSld>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4" name="!!area-name">
            <a:extLst xmlns:a="http://schemas.openxmlformats.org/drawingml/2006/main">
              <a:ext uri="{FF2B5EF4-FFF2-40B4-BE49-F238E27FC236}">
                <a16:creationId xmlns:a16="http://schemas.microsoft.com/office/drawing/2014/main" id="{1EE7EAEC-93E3-4A1F-9DEB-1B0D01670CE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70" name="mini-map"/>
          <p:cNvPicPr>
            <a:picLocks xmlns:a="http://schemas.openxmlformats.org/drawingml/2006/main" noChangeAspect="1"/>
          </p:cNvPicPr>
          <p:nvPr/>
        </p:nvPicPr>
        <p:blipFill>
          <a:blip xmlns:r="http://schemas.openxmlformats.org/officeDocument/2006/relationships" xmlns:a="http://schemas.openxmlformats.org/drawingml/2006/main" r:embed="R40301b9135ac455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6" name="slide-title">
            <a:extLst xmlns:a="http://schemas.openxmlformats.org/drawingml/2006/main">
              <a:ext uri="{FF2B5EF4-FFF2-40B4-BE49-F238E27FC236}">
                <a16:creationId xmlns:a16="http://schemas.microsoft.com/office/drawing/2014/main" id="{6A1C607F-4490-4BF8-BC2D-9D04CEE5358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557" name="header-divider">
            <a:extLst xmlns:a="http://schemas.openxmlformats.org/drawingml/2006/main">
              <a:ext uri="{FF2B5EF4-FFF2-40B4-BE49-F238E27FC236}">
                <a16:creationId xmlns:a16="http://schemas.microsoft.com/office/drawing/2014/main" id="{D4599D95-646E-4E7D-B3F1-D97FB4EFB70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8" name="22-text-1">
            <a:extLst xmlns:a="http://schemas.openxmlformats.org/drawingml/2006/main">
              <a:ext uri="{FF2B5EF4-FFF2-40B4-BE49-F238E27FC236}">
                <a16:creationId xmlns:a16="http://schemas.microsoft.com/office/drawing/2014/main" id="{A394D27C-EA56-4D13-B2BE-CC8A789EDFD4}"/>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59" name="22-line-3">
            <a:extLst xmlns:a="http://schemas.openxmlformats.org/drawingml/2006/main">
              <a:ext uri="{FF2B5EF4-FFF2-40B4-BE49-F238E27FC236}">
                <a16:creationId xmlns:a16="http://schemas.microsoft.com/office/drawing/2014/main" id="{83C4E5D5-1DEB-4EFE-8B55-2EB492EC0CF9}"/>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60" name="22-text-4">
            <a:extLst xmlns:a="http://schemas.openxmlformats.org/drawingml/2006/main">
              <a:ext uri="{FF2B5EF4-FFF2-40B4-BE49-F238E27FC236}">
                <a16:creationId xmlns:a16="http://schemas.microsoft.com/office/drawing/2014/main" id="{9A3E62BE-399E-44F5-81C4-2308FC5B79C3}"/>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561" name="22-text-5">
            <a:extLst xmlns:a="http://schemas.openxmlformats.org/drawingml/2006/main">
              <a:ext uri="{FF2B5EF4-FFF2-40B4-BE49-F238E27FC236}">
                <a16:creationId xmlns:a16="http://schemas.microsoft.com/office/drawing/2014/main" id="{F3AC94FA-796C-4870-A4B6-6A535D7DBE32}"/>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62" name="22-line-7">
            <a:extLst xmlns:a="http://schemas.openxmlformats.org/drawingml/2006/main">
              <a:ext uri="{FF2B5EF4-FFF2-40B4-BE49-F238E27FC236}">
                <a16:creationId xmlns:a16="http://schemas.microsoft.com/office/drawing/2014/main" id="{0A3A4A5B-1070-4C53-8963-92708E798381}"/>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63" name="22-text-8">
            <a:extLst xmlns:a="http://schemas.openxmlformats.org/drawingml/2006/main">
              <a:ext uri="{FF2B5EF4-FFF2-40B4-BE49-F238E27FC236}">
                <a16:creationId xmlns:a16="http://schemas.microsoft.com/office/drawing/2014/main" id="{046CF116-EDD3-421C-B6EB-A85956C0BD97}"/>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564" name="22-text-9">
            <a:extLst xmlns:a="http://schemas.openxmlformats.org/drawingml/2006/main">
              <a:ext uri="{FF2B5EF4-FFF2-40B4-BE49-F238E27FC236}">
                <a16:creationId xmlns:a16="http://schemas.microsoft.com/office/drawing/2014/main" id="{0DA4585F-5BD5-4B21-A376-F1AEF8EFD859}"/>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565" name="22-line-11">
            <a:extLst xmlns:a="http://schemas.openxmlformats.org/drawingml/2006/main">
              <a:ext uri="{FF2B5EF4-FFF2-40B4-BE49-F238E27FC236}">
                <a16:creationId xmlns:a16="http://schemas.microsoft.com/office/drawing/2014/main" id="{C75373ED-437D-4B01-90E8-AABCC35DE2BF}"/>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66" name="22-text-12">
            <a:extLst xmlns:a="http://schemas.openxmlformats.org/drawingml/2006/main">
              <a:ext uri="{FF2B5EF4-FFF2-40B4-BE49-F238E27FC236}">
                <a16:creationId xmlns:a16="http://schemas.microsoft.com/office/drawing/2014/main" id="{EBC215C5-19CD-493D-A6D4-1F9317D2ED23}"/>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567" name="22-text-13">
            <a:extLst xmlns:a="http://schemas.openxmlformats.org/drawingml/2006/main">
              <a:ext uri="{FF2B5EF4-FFF2-40B4-BE49-F238E27FC236}">
                <a16:creationId xmlns:a16="http://schemas.microsoft.com/office/drawing/2014/main" id="{F4F3E353-198C-4373-8AFA-FA090D71D2FB}"/>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568" name="narrative-number">
            <a:extLst xmlns:a="http://schemas.openxmlformats.org/drawingml/2006/main">
              <a:ext uri="{FF2B5EF4-FFF2-40B4-BE49-F238E27FC236}">
                <a16:creationId xmlns:a16="http://schemas.microsoft.com/office/drawing/2014/main" id="{8043B107-21EF-4623-8543-BAF119F455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69728253"/>
      </p:ext>
    </p:extLst>
  </p:cSld>
</p:sld>
</file>

<file path=ppt/slides/slide5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9" name="!!area-name">
            <a:extLst xmlns:a="http://schemas.openxmlformats.org/drawingml/2006/main">
              <a:ext uri="{FF2B5EF4-FFF2-40B4-BE49-F238E27FC236}">
                <a16:creationId xmlns:a16="http://schemas.microsoft.com/office/drawing/2014/main" id="{5E65FB0D-CE69-4005-B3B1-FB488304CD6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82" name="mini-map"/>
          <p:cNvPicPr>
            <a:picLocks xmlns:a="http://schemas.openxmlformats.org/drawingml/2006/main" noChangeAspect="1"/>
          </p:cNvPicPr>
          <p:nvPr/>
        </p:nvPicPr>
        <p:blipFill>
          <a:blip xmlns:r="http://schemas.openxmlformats.org/officeDocument/2006/relationships" xmlns:a="http://schemas.openxmlformats.org/drawingml/2006/main" r:embed="R9c89a65e56e346b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71" name="header-divider">
            <a:extLst xmlns:a="http://schemas.openxmlformats.org/drawingml/2006/main">
              <a:ext uri="{FF2B5EF4-FFF2-40B4-BE49-F238E27FC236}">
                <a16:creationId xmlns:a16="http://schemas.microsoft.com/office/drawing/2014/main" id="{A24BE8A6-8498-402E-8B5D-17BB2C5E6FD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2" name="22b-text-1">
            <a:extLst xmlns:a="http://schemas.openxmlformats.org/drawingml/2006/main">
              <a:ext uri="{FF2B5EF4-FFF2-40B4-BE49-F238E27FC236}">
                <a16:creationId xmlns:a16="http://schemas.microsoft.com/office/drawing/2014/main" id="{8EB01492-D392-44DD-B992-FAE9A06FD10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73" name="22b-text-2">
            <a:extLst xmlns:a="http://schemas.openxmlformats.org/drawingml/2006/main">
              <a:ext uri="{FF2B5EF4-FFF2-40B4-BE49-F238E27FC236}">
                <a16:creationId xmlns:a16="http://schemas.microsoft.com/office/drawing/2014/main" id="{C0B50E21-39CA-4671-8171-CC0F0457D92F}"/>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574" name="22b-text-3">
            <a:extLst xmlns:a="http://schemas.openxmlformats.org/drawingml/2006/main">
              <a:ext uri="{FF2B5EF4-FFF2-40B4-BE49-F238E27FC236}">
                <a16:creationId xmlns:a16="http://schemas.microsoft.com/office/drawing/2014/main" id="{88A7663D-3DEF-4531-86CD-C661BFF823E6}"/>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75" name="22b-text-4">
            <a:extLst xmlns:a="http://schemas.openxmlformats.org/drawingml/2006/main">
              <a:ext uri="{FF2B5EF4-FFF2-40B4-BE49-F238E27FC236}">
                <a16:creationId xmlns:a16="http://schemas.microsoft.com/office/drawing/2014/main" id="{9BD9E079-DCB1-4375-A4E9-3A39DEEDBB22}"/>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576" name="22b-text-5">
            <a:extLst xmlns:a="http://schemas.openxmlformats.org/drawingml/2006/main">
              <a:ext uri="{FF2B5EF4-FFF2-40B4-BE49-F238E27FC236}">
                <a16:creationId xmlns:a16="http://schemas.microsoft.com/office/drawing/2014/main" id="{778EB17E-0545-4B5E-9F70-4430A4FCF0C9}"/>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577" name="22b-text-6">
            <a:extLst xmlns:a="http://schemas.openxmlformats.org/drawingml/2006/main">
              <a:ext uri="{FF2B5EF4-FFF2-40B4-BE49-F238E27FC236}">
                <a16:creationId xmlns:a16="http://schemas.microsoft.com/office/drawing/2014/main" id="{FA09FD2F-620A-40DE-AE9E-DBDC4F0C96D9}"/>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578" name="22b-text-7">
            <a:extLst xmlns:a="http://schemas.openxmlformats.org/drawingml/2006/main">
              <a:ext uri="{FF2B5EF4-FFF2-40B4-BE49-F238E27FC236}">
                <a16:creationId xmlns:a16="http://schemas.microsoft.com/office/drawing/2014/main" id="{F93EA1D6-2ADC-48BB-A77C-D5D0273D5BC8}"/>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579" name="22b-text-8">
            <a:extLst xmlns:a="http://schemas.openxmlformats.org/drawingml/2006/main">
              <a:ext uri="{FF2B5EF4-FFF2-40B4-BE49-F238E27FC236}">
                <a16:creationId xmlns:a16="http://schemas.microsoft.com/office/drawing/2014/main" id="{CCDA5FCF-1137-455D-8498-02A8DC47F7AB}"/>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580" name="narrative-number">
            <a:extLst xmlns:a="http://schemas.openxmlformats.org/drawingml/2006/main">
              <a:ext uri="{FF2B5EF4-FFF2-40B4-BE49-F238E27FC236}">
                <a16:creationId xmlns:a16="http://schemas.microsoft.com/office/drawing/2014/main" id="{E2DA0314-85B6-4896-B880-F3914515FB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51189604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1" name="!!area-name">
            <a:extLst xmlns:a="http://schemas.openxmlformats.org/drawingml/2006/main">
              <a:ext uri="{FF2B5EF4-FFF2-40B4-BE49-F238E27FC236}">
                <a16:creationId xmlns:a16="http://schemas.microsoft.com/office/drawing/2014/main" id="{2FF55C58-8A66-4A4A-BFA9-6874C44949E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89" name="mini-map"/>
          <p:cNvPicPr>
            <a:picLocks xmlns:a="http://schemas.openxmlformats.org/drawingml/2006/main" noChangeAspect="1"/>
          </p:cNvPicPr>
          <p:nvPr/>
        </p:nvPicPr>
        <p:blipFill>
          <a:blip xmlns:r="http://schemas.openxmlformats.org/officeDocument/2006/relationships" xmlns:a="http://schemas.openxmlformats.org/drawingml/2006/main" r:embed="R1fb2decfaac94a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83" name="header-divider">
            <a:extLst xmlns:a="http://schemas.openxmlformats.org/drawingml/2006/main">
              <a:ext uri="{FF2B5EF4-FFF2-40B4-BE49-F238E27FC236}">
                <a16:creationId xmlns:a16="http://schemas.microsoft.com/office/drawing/2014/main" id="{55FA30BF-FC7B-483E-A39B-E110BDA89D0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4" name="22b-text-1">
            <a:extLst xmlns:a="http://schemas.openxmlformats.org/drawingml/2006/main">
              <a:ext uri="{FF2B5EF4-FFF2-40B4-BE49-F238E27FC236}">
                <a16:creationId xmlns:a16="http://schemas.microsoft.com/office/drawing/2014/main" id="{67B1B592-75CA-4566-8A03-11DB1C1E2F1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85" name="22b-text-9">
            <a:extLst xmlns:a="http://schemas.openxmlformats.org/drawingml/2006/main">
              <a:ext uri="{FF2B5EF4-FFF2-40B4-BE49-F238E27FC236}">
                <a16:creationId xmlns:a16="http://schemas.microsoft.com/office/drawing/2014/main" id="{DA7912F7-7A5E-4D09-A796-5FB61B848CAE}"/>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586" name="22b-text-10">
            <a:extLst xmlns:a="http://schemas.openxmlformats.org/drawingml/2006/main">
              <a:ext uri="{FF2B5EF4-FFF2-40B4-BE49-F238E27FC236}">
                <a16:creationId xmlns:a16="http://schemas.microsoft.com/office/drawing/2014/main" id="{94098794-EDAE-4408-9890-770D069BDF93}"/>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587" name="narrative-number">
            <a:extLst xmlns:a="http://schemas.openxmlformats.org/drawingml/2006/main">
              <a:ext uri="{FF2B5EF4-FFF2-40B4-BE49-F238E27FC236}">
                <a16:creationId xmlns:a16="http://schemas.microsoft.com/office/drawing/2014/main" id="{3D10AE97-569D-4AD5-A951-F576F4150CB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661931502"/>
      </p:ext>
    </p:extLst>
  </p:cSld>
</p:sld>
</file>

<file path=ppt/slides/slide6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8" name="!!area-name">
            <a:extLst xmlns:a="http://schemas.openxmlformats.org/drawingml/2006/main">
              <a:ext uri="{FF2B5EF4-FFF2-40B4-BE49-F238E27FC236}">
                <a16:creationId xmlns:a16="http://schemas.microsoft.com/office/drawing/2014/main" id="{C6DBC79F-D212-4297-8290-882471C51C41}"/>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89" name="header-divider">
            <a:extLst xmlns:a="http://schemas.openxmlformats.org/drawingml/2006/main">
              <a:ext uri="{FF2B5EF4-FFF2-40B4-BE49-F238E27FC236}">
                <a16:creationId xmlns:a16="http://schemas.microsoft.com/office/drawing/2014/main" id="{77BEE424-41B4-411A-8568-01A69FA31815}"/>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90" name="23-shape-1">
            <a:extLst xmlns:a="http://schemas.openxmlformats.org/drawingml/2006/main">
              <a:ext uri="{FF2B5EF4-FFF2-40B4-BE49-F238E27FC236}">
                <a16:creationId xmlns:a16="http://schemas.microsoft.com/office/drawing/2014/main" id="{22491D9D-6617-4E10-8641-A83D1E1D5D6E}"/>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91" name="23-shape-2">
            <a:extLst xmlns:a="http://schemas.openxmlformats.org/drawingml/2006/main">
              <a:ext uri="{FF2B5EF4-FFF2-40B4-BE49-F238E27FC236}">
                <a16:creationId xmlns:a16="http://schemas.microsoft.com/office/drawing/2014/main" id="{0C0F94BE-93A4-4B1F-BD67-6011EAFF030E}"/>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92" name="23-text-3">
            <a:extLst xmlns:a="http://schemas.openxmlformats.org/drawingml/2006/main">
              <a:ext uri="{FF2B5EF4-FFF2-40B4-BE49-F238E27FC236}">
                <a16:creationId xmlns:a16="http://schemas.microsoft.com/office/drawing/2014/main" id="{21DC2495-878A-4BFC-9F3F-4196EEA5FE16}"/>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593" name="23-text-4">
            <a:extLst xmlns:a="http://schemas.openxmlformats.org/drawingml/2006/main">
              <a:ext uri="{FF2B5EF4-FFF2-40B4-BE49-F238E27FC236}">
                <a16:creationId xmlns:a16="http://schemas.microsoft.com/office/drawing/2014/main" id="{F30C5F68-90E5-4EBB-B319-0F7BCBB63A8D}"/>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594" name="23-shape-5">
            <a:extLst xmlns:a="http://schemas.openxmlformats.org/drawingml/2006/main">
              <a:ext uri="{FF2B5EF4-FFF2-40B4-BE49-F238E27FC236}">
                <a16:creationId xmlns:a16="http://schemas.microsoft.com/office/drawing/2014/main" id="{2E0FA4C8-D428-4D86-8466-503E72126C7E}"/>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95" name="23-shape-6">
            <a:extLst xmlns:a="http://schemas.openxmlformats.org/drawingml/2006/main">
              <a:ext uri="{FF2B5EF4-FFF2-40B4-BE49-F238E27FC236}">
                <a16:creationId xmlns:a16="http://schemas.microsoft.com/office/drawing/2014/main" id="{44250CF4-0EB9-434A-9635-25FF5BAF7E55}"/>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96" name="23-text-7">
            <a:extLst xmlns:a="http://schemas.openxmlformats.org/drawingml/2006/main">
              <a:ext uri="{FF2B5EF4-FFF2-40B4-BE49-F238E27FC236}">
                <a16:creationId xmlns:a16="http://schemas.microsoft.com/office/drawing/2014/main" id="{5100CC15-E749-4362-80EB-47B72329885C}"/>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597" name="23-text-8">
            <a:extLst xmlns:a="http://schemas.openxmlformats.org/drawingml/2006/main">
              <a:ext uri="{FF2B5EF4-FFF2-40B4-BE49-F238E27FC236}">
                <a16:creationId xmlns:a16="http://schemas.microsoft.com/office/drawing/2014/main" id="{16626C45-D863-40F4-A0AB-116CDAB9C96A}"/>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598" name="23-shape-9">
            <a:extLst xmlns:a="http://schemas.openxmlformats.org/drawingml/2006/main">
              <a:ext uri="{FF2B5EF4-FFF2-40B4-BE49-F238E27FC236}">
                <a16:creationId xmlns:a16="http://schemas.microsoft.com/office/drawing/2014/main" id="{B576CA6A-4352-4DA4-84BB-2979112A0336}"/>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99" name="23-shape-10">
            <a:extLst xmlns:a="http://schemas.openxmlformats.org/drawingml/2006/main">
              <a:ext uri="{FF2B5EF4-FFF2-40B4-BE49-F238E27FC236}">
                <a16:creationId xmlns:a16="http://schemas.microsoft.com/office/drawing/2014/main" id="{F4BBE4EE-08D8-45D0-A432-A726514E0F4B}"/>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600" name="23-text-11">
            <a:extLst xmlns:a="http://schemas.openxmlformats.org/drawingml/2006/main">
              <a:ext uri="{FF2B5EF4-FFF2-40B4-BE49-F238E27FC236}">
                <a16:creationId xmlns:a16="http://schemas.microsoft.com/office/drawing/2014/main" id="{A7F82DB8-458C-4926-A1F9-C6A0AC191838}"/>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601" name="23-text-12">
            <a:extLst xmlns:a="http://schemas.openxmlformats.org/drawingml/2006/main">
              <a:ext uri="{FF2B5EF4-FFF2-40B4-BE49-F238E27FC236}">
                <a16:creationId xmlns:a16="http://schemas.microsoft.com/office/drawing/2014/main" id="{2C07FDA9-A247-4F77-A648-EE20C22A1D7C}"/>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602" name="23-shape-13">
            <a:extLst xmlns:a="http://schemas.openxmlformats.org/drawingml/2006/main">
              <a:ext uri="{FF2B5EF4-FFF2-40B4-BE49-F238E27FC236}">
                <a16:creationId xmlns:a16="http://schemas.microsoft.com/office/drawing/2014/main" id="{F86CAEE6-2B25-4F9C-B7EA-15BC545310CF}"/>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03" name="23-shape-14">
            <a:extLst xmlns:a="http://schemas.openxmlformats.org/drawingml/2006/main">
              <a:ext uri="{FF2B5EF4-FFF2-40B4-BE49-F238E27FC236}">
                <a16:creationId xmlns:a16="http://schemas.microsoft.com/office/drawing/2014/main" id="{72D17659-B09A-495B-B23E-39FA130169DB}"/>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604" name="23-text-15">
            <a:extLst xmlns:a="http://schemas.openxmlformats.org/drawingml/2006/main">
              <a:ext uri="{FF2B5EF4-FFF2-40B4-BE49-F238E27FC236}">
                <a16:creationId xmlns:a16="http://schemas.microsoft.com/office/drawing/2014/main" id="{D0103FFF-4A38-4A7F-A0A5-AA645B3932AA}"/>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605" name="23-text-16">
            <a:extLst xmlns:a="http://schemas.openxmlformats.org/drawingml/2006/main">
              <a:ext uri="{FF2B5EF4-FFF2-40B4-BE49-F238E27FC236}">
                <a16:creationId xmlns:a16="http://schemas.microsoft.com/office/drawing/2014/main" id="{C3C70079-2AEF-478E-8751-4EBC09586A4D}"/>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606" name="23-shape-17">
            <a:extLst xmlns:a="http://schemas.openxmlformats.org/drawingml/2006/main">
              <a:ext uri="{FF2B5EF4-FFF2-40B4-BE49-F238E27FC236}">
                <a16:creationId xmlns:a16="http://schemas.microsoft.com/office/drawing/2014/main" id="{9C348064-B150-4FE7-AF19-5C4288063439}"/>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07" name="23-shape-18">
            <a:extLst xmlns:a="http://schemas.openxmlformats.org/drawingml/2006/main">
              <a:ext uri="{FF2B5EF4-FFF2-40B4-BE49-F238E27FC236}">
                <a16:creationId xmlns:a16="http://schemas.microsoft.com/office/drawing/2014/main" id="{2F849517-6F53-496E-B86B-F88C6F04817A}"/>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608" name="23-text-19">
            <a:extLst xmlns:a="http://schemas.openxmlformats.org/drawingml/2006/main">
              <a:ext uri="{FF2B5EF4-FFF2-40B4-BE49-F238E27FC236}">
                <a16:creationId xmlns:a16="http://schemas.microsoft.com/office/drawing/2014/main" id="{B6AE938F-9071-4469-AE01-8355196446B3}"/>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609" name="23-text-20">
            <a:extLst xmlns:a="http://schemas.openxmlformats.org/drawingml/2006/main">
              <a:ext uri="{FF2B5EF4-FFF2-40B4-BE49-F238E27FC236}">
                <a16:creationId xmlns:a16="http://schemas.microsoft.com/office/drawing/2014/main" id="{15CF5C12-9C75-4CA6-B8F2-794FC9B48AA1}"/>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610" name="23-shape-21">
            <a:extLst xmlns:a="http://schemas.openxmlformats.org/drawingml/2006/main">
              <a:ext uri="{FF2B5EF4-FFF2-40B4-BE49-F238E27FC236}">
                <a16:creationId xmlns:a16="http://schemas.microsoft.com/office/drawing/2014/main" id="{9E7D9F9D-E749-457F-B0F8-12F4788F2F8F}"/>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11" name="23-shape-22">
            <a:extLst xmlns:a="http://schemas.openxmlformats.org/drawingml/2006/main">
              <a:ext uri="{FF2B5EF4-FFF2-40B4-BE49-F238E27FC236}">
                <a16:creationId xmlns:a16="http://schemas.microsoft.com/office/drawing/2014/main" id="{0F5C2EEF-401B-4D1B-9EBE-FF081A954BEF}"/>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612" name="23-text-23">
            <a:extLst xmlns:a="http://schemas.openxmlformats.org/drawingml/2006/main">
              <a:ext uri="{FF2B5EF4-FFF2-40B4-BE49-F238E27FC236}">
                <a16:creationId xmlns:a16="http://schemas.microsoft.com/office/drawing/2014/main" id="{646CBB2E-BDF8-4ACE-B101-F228A26205E8}"/>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613" name="23-text-24">
            <a:extLst xmlns:a="http://schemas.openxmlformats.org/drawingml/2006/main">
              <a:ext uri="{FF2B5EF4-FFF2-40B4-BE49-F238E27FC236}">
                <a16:creationId xmlns:a16="http://schemas.microsoft.com/office/drawing/2014/main" id="{C92699FE-DF88-4C7F-84E0-25B3D8BF89D9}"/>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614" name="narrative-number">
            <a:extLst xmlns:a="http://schemas.openxmlformats.org/drawingml/2006/main">
              <a:ext uri="{FF2B5EF4-FFF2-40B4-BE49-F238E27FC236}">
                <a16:creationId xmlns:a16="http://schemas.microsoft.com/office/drawing/2014/main" id="{56A27579-736A-474A-8986-64E6AD3D2E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829407791"/>
      </p:ext>
    </p:extLst>
  </p:cSld>
</p:sld>
</file>

<file path=ppt/slides/slide6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15" name="!!area-name">
            <a:extLst xmlns:a="http://schemas.openxmlformats.org/drawingml/2006/main">
              <a:ext uri="{FF2B5EF4-FFF2-40B4-BE49-F238E27FC236}">
                <a16:creationId xmlns:a16="http://schemas.microsoft.com/office/drawing/2014/main" id="{8DAD0E77-BD78-494E-B650-5F4A44F1A3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33" name="mini-map"/>
          <p:cNvPicPr>
            <a:picLocks xmlns:a="http://schemas.openxmlformats.org/drawingml/2006/main" noChangeAspect="1"/>
          </p:cNvPicPr>
          <p:nvPr/>
        </p:nvPicPr>
        <p:blipFill>
          <a:blip xmlns:r="http://schemas.openxmlformats.org/officeDocument/2006/relationships" xmlns:a="http://schemas.openxmlformats.org/drawingml/2006/main" r:embed="R73eaac7cefc2407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17" name="slide-title">
            <a:extLst xmlns:a="http://schemas.openxmlformats.org/drawingml/2006/main">
              <a:ext uri="{FF2B5EF4-FFF2-40B4-BE49-F238E27FC236}">
                <a16:creationId xmlns:a16="http://schemas.microsoft.com/office/drawing/2014/main" id="{4FE4AD60-003A-4FCC-B8C2-A96ABD76517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618" name="header-divider">
            <a:extLst xmlns:a="http://schemas.openxmlformats.org/drawingml/2006/main">
              <a:ext uri="{FF2B5EF4-FFF2-40B4-BE49-F238E27FC236}">
                <a16:creationId xmlns:a16="http://schemas.microsoft.com/office/drawing/2014/main" id="{FBC921F9-EB5A-4775-A0B5-47B07995D9B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19" name="24-shape-1">
            <a:extLst xmlns:a="http://schemas.openxmlformats.org/drawingml/2006/main">
              <a:ext uri="{FF2B5EF4-FFF2-40B4-BE49-F238E27FC236}">
                <a16:creationId xmlns:a16="http://schemas.microsoft.com/office/drawing/2014/main" id="{2F93421C-143E-49ED-9E71-3CA9B300410C}"/>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20" name="24-text-2">
            <a:extLst xmlns:a="http://schemas.openxmlformats.org/drawingml/2006/main">
              <a:ext uri="{FF2B5EF4-FFF2-40B4-BE49-F238E27FC236}">
                <a16:creationId xmlns:a16="http://schemas.microsoft.com/office/drawing/2014/main" id="{992CA059-7AE3-441E-A859-CC8D0BB6FB6C}"/>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621" name="24-text-3">
            <a:extLst xmlns:a="http://schemas.openxmlformats.org/drawingml/2006/main">
              <a:ext uri="{FF2B5EF4-FFF2-40B4-BE49-F238E27FC236}">
                <a16:creationId xmlns:a16="http://schemas.microsoft.com/office/drawing/2014/main" id="{FCE3F295-FE66-4E0A-9B57-DF01832B7B24}"/>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622" name="24-shape-4">
            <a:extLst xmlns:a="http://schemas.openxmlformats.org/drawingml/2006/main">
              <a:ext uri="{FF2B5EF4-FFF2-40B4-BE49-F238E27FC236}">
                <a16:creationId xmlns:a16="http://schemas.microsoft.com/office/drawing/2014/main" id="{B3388E0A-8B1B-4B55-AF06-676DF7C15EDA}"/>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23" name="24-text-5">
            <a:extLst xmlns:a="http://schemas.openxmlformats.org/drawingml/2006/main">
              <a:ext uri="{FF2B5EF4-FFF2-40B4-BE49-F238E27FC236}">
                <a16:creationId xmlns:a16="http://schemas.microsoft.com/office/drawing/2014/main" id="{70528DFB-834F-49FA-AF0F-1EC49312A80E}"/>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624" name="24-text-6">
            <a:extLst xmlns:a="http://schemas.openxmlformats.org/drawingml/2006/main">
              <a:ext uri="{FF2B5EF4-FFF2-40B4-BE49-F238E27FC236}">
                <a16:creationId xmlns:a16="http://schemas.microsoft.com/office/drawing/2014/main" id="{280170EA-EDB5-4ACF-90D2-0C799F0418A2}"/>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625" name="24-shape-7">
            <a:extLst xmlns:a="http://schemas.openxmlformats.org/drawingml/2006/main">
              <a:ext uri="{FF2B5EF4-FFF2-40B4-BE49-F238E27FC236}">
                <a16:creationId xmlns:a16="http://schemas.microsoft.com/office/drawing/2014/main" id="{ADA1B43D-F18D-43B7-A0D4-438242D0512C}"/>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26" name="24-text-8">
            <a:extLst xmlns:a="http://schemas.openxmlformats.org/drawingml/2006/main">
              <a:ext uri="{FF2B5EF4-FFF2-40B4-BE49-F238E27FC236}">
                <a16:creationId xmlns:a16="http://schemas.microsoft.com/office/drawing/2014/main" id="{3DCD781A-3179-4887-8F5F-D0F29238BAD9}"/>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627" name="24-text-9">
            <a:extLst xmlns:a="http://schemas.openxmlformats.org/drawingml/2006/main">
              <a:ext uri="{FF2B5EF4-FFF2-40B4-BE49-F238E27FC236}">
                <a16:creationId xmlns:a16="http://schemas.microsoft.com/office/drawing/2014/main" id="{5BBB6FAA-7EB1-4344-BF6F-D30F5616EBC9}"/>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628" name="24-shape-10">
            <a:extLst xmlns:a="http://schemas.openxmlformats.org/drawingml/2006/main">
              <a:ext uri="{FF2B5EF4-FFF2-40B4-BE49-F238E27FC236}">
                <a16:creationId xmlns:a16="http://schemas.microsoft.com/office/drawing/2014/main" id="{96ED92E0-C83D-4BC6-858D-CF136490F557}"/>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29" name="24-text-11">
            <a:extLst xmlns:a="http://schemas.openxmlformats.org/drawingml/2006/main">
              <a:ext uri="{FF2B5EF4-FFF2-40B4-BE49-F238E27FC236}">
                <a16:creationId xmlns:a16="http://schemas.microsoft.com/office/drawing/2014/main" id="{8B54E0D0-65B7-4FD1-8839-84CAF511BB64}"/>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630" name="24-text-12">
            <a:extLst xmlns:a="http://schemas.openxmlformats.org/drawingml/2006/main">
              <a:ext uri="{FF2B5EF4-FFF2-40B4-BE49-F238E27FC236}">
                <a16:creationId xmlns:a16="http://schemas.microsoft.com/office/drawing/2014/main" id="{CD020DF1-4A6D-4B83-87E5-318983732998}"/>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631" name="narrative-number">
            <a:extLst xmlns:a="http://schemas.openxmlformats.org/drawingml/2006/main">
              <a:ext uri="{FF2B5EF4-FFF2-40B4-BE49-F238E27FC236}">
                <a16:creationId xmlns:a16="http://schemas.microsoft.com/office/drawing/2014/main" id="{99E72A0B-D274-4592-AA71-992E1F6B37C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987899973"/>
      </p:ext>
    </p:extLst>
  </p:cSld>
</p:sld>
</file>

<file path=ppt/slides/slide6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2" name="!!area-name">
            <a:extLst xmlns:a="http://schemas.openxmlformats.org/drawingml/2006/main">
              <a:ext uri="{FF2B5EF4-FFF2-40B4-BE49-F238E27FC236}">
                <a16:creationId xmlns:a16="http://schemas.microsoft.com/office/drawing/2014/main" id="{E8A89E56-5AEB-4111-911D-483B07D0724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42" name="mini-map"/>
          <p:cNvPicPr>
            <a:picLocks xmlns:a="http://schemas.openxmlformats.org/drawingml/2006/main" noChangeAspect="1"/>
          </p:cNvPicPr>
          <p:nvPr/>
        </p:nvPicPr>
        <p:blipFill>
          <a:blip xmlns:r="http://schemas.openxmlformats.org/officeDocument/2006/relationships" xmlns:a="http://schemas.openxmlformats.org/drawingml/2006/main" r:embed="Rb07b55f2e34e419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34" name="slide-title">
            <a:extLst xmlns:a="http://schemas.openxmlformats.org/drawingml/2006/main">
              <a:ext uri="{FF2B5EF4-FFF2-40B4-BE49-F238E27FC236}">
                <a16:creationId xmlns:a16="http://schemas.microsoft.com/office/drawing/2014/main" id="{066D9B7F-4099-4B6A-859E-8612BCE14CF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635" name="header-divider">
            <a:extLst xmlns:a="http://schemas.openxmlformats.org/drawingml/2006/main">
              <a:ext uri="{FF2B5EF4-FFF2-40B4-BE49-F238E27FC236}">
                <a16:creationId xmlns:a16="http://schemas.microsoft.com/office/drawing/2014/main" id="{78F4F7AB-88AC-42BF-B8DE-8A21B27A99C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36" name="24-text-13">
            <a:extLst xmlns:a="http://schemas.openxmlformats.org/drawingml/2006/main">
              <a:ext uri="{FF2B5EF4-FFF2-40B4-BE49-F238E27FC236}">
                <a16:creationId xmlns:a16="http://schemas.microsoft.com/office/drawing/2014/main" id="{12CD8F7C-2063-4A1E-8DF1-7D575870397E}"/>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637" name="24-text-14">
            <a:extLst xmlns:a="http://schemas.openxmlformats.org/drawingml/2006/main">
              <a:ext uri="{FF2B5EF4-FFF2-40B4-BE49-F238E27FC236}">
                <a16:creationId xmlns:a16="http://schemas.microsoft.com/office/drawing/2014/main" id="{40DFEEF9-CCE3-43BC-8A8C-7528407C77F1}"/>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638" name="24-text-15">
            <a:extLst xmlns:a="http://schemas.openxmlformats.org/drawingml/2006/main">
              <a:ext uri="{FF2B5EF4-FFF2-40B4-BE49-F238E27FC236}">
                <a16:creationId xmlns:a16="http://schemas.microsoft.com/office/drawing/2014/main" id="{385A1320-2160-42EE-8E37-B44EE7412B9B}"/>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648" name="24-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40" name="narrative-number">
            <a:extLst xmlns:a="http://schemas.openxmlformats.org/drawingml/2006/main">
              <a:ext uri="{FF2B5EF4-FFF2-40B4-BE49-F238E27FC236}">
                <a16:creationId xmlns:a16="http://schemas.microsoft.com/office/drawing/2014/main" id="{F84CA79D-3CB2-4DE5-AF61-9C98833492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414714560"/>
      </p:ext>
    </p:extLst>
  </p:cSld>
</p:sld>
</file>

<file path=ppt/slides/slide6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41" name="slide-title">
            <a:extLst xmlns:a="http://schemas.openxmlformats.org/drawingml/2006/main">
              <a:ext uri="{FF2B5EF4-FFF2-40B4-BE49-F238E27FC236}">
                <a16:creationId xmlns:a16="http://schemas.microsoft.com/office/drawing/2014/main" id="{0E9F0547-EB53-4BCA-B8D9-B0368CD3098E}"/>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642" name="header-divider">
            <a:extLst xmlns:a="http://schemas.openxmlformats.org/drawingml/2006/main">
              <a:ext uri="{FF2B5EF4-FFF2-40B4-BE49-F238E27FC236}">
                <a16:creationId xmlns:a16="http://schemas.microsoft.com/office/drawing/2014/main" id="{E7033A86-6DA7-41BA-8EC3-B38500E286C2}"/>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43" name="25-text-1">
            <a:extLst xmlns:a="http://schemas.openxmlformats.org/drawingml/2006/main">
              <a:ext uri="{FF2B5EF4-FFF2-40B4-BE49-F238E27FC236}">
                <a16:creationId xmlns:a16="http://schemas.microsoft.com/office/drawing/2014/main" id="{E8532BB6-596D-4DB5-91C1-60714BA42A03}"/>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644" name="25-text-2">
            <a:extLst xmlns:a="http://schemas.openxmlformats.org/drawingml/2006/main">
              <a:ext uri="{FF2B5EF4-FFF2-40B4-BE49-F238E27FC236}">
                <a16:creationId xmlns:a16="http://schemas.microsoft.com/office/drawing/2014/main" id="{AE60955C-D378-44C8-8742-ACC9AC8E9825}"/>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645" name="25-text-3">
            <a:extLst xmlns:a="http://schemas.openxmlformats.org/drawingml/2006/main">
              <a:ext uri="{FF2B5EF4-FFF2-40B4-BE49-F238E27FC236}">
                <a16:creationId xmlns:a16="http://schemas.microsoft.com/office/drawing/2014/main" id="{3517FDF6-5A82-4577-BB1C-F0BF373EF597}"/>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46" name="25-text-4">
            <a:extLst xmlns:a="http://schemas.openxmlformats.org/drawingml/2006/main">
              <a:ext uri="{FF2B5EF4-FFF2-40B4-BE49-F238E27FC236}">
                <a16:creationId xmlns:a16="http://schemas.microsoft.com/office/drawing/2014/main" id="{15BECF0E-D5F7-4A46-83C6-651D35B5686F}"/>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647" name="25-text-5">
            <a:extLst xmlns:a="http://schemas.openxmlformats.org/drawingml/2006/main">
              <a:ext uri="{FF2B5EF4-FFF2-40B4-BE49-F238E27FC236}">
                <a16:creationId xmlns:a16="http://schemas.microsoft.com/office/drawing/2014/main" id="{BFAC4468-F81F-46EE-A720-FA74FADF73B6}"/>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648" name="25-text-6">
            <a:extLst xmlns:a="http://schemas.openxmlformats.org/drawingml/2006/main">
              <a:ext uri="{FF2B5EF4-FFF2-40B4-BE49-F238E27FC236}">
                <a16:creationId xmlns:a16="http://schemas.microsoft.com/office/drawing/2014/main" id="{EDC09435-7128-43E4-BD4A-66BB2572B0D0}"/>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649" name="25-text-7">
            <a:extLst xmlns:a="http://schemas.openxmlformats.org/drawingml/2006/main">
              <a:ext uri="{FF2B5EF4-FFF2-40B4-BE49-F238E27FC236}">
                <a16:creationId xmlns:a16="http://schemas.microsoft.com/office/drawing/2014/main" id="{019E2274-1A72-4244-AE78-E830FAC9C714}"/>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650" name="25-text-8">
            <a:extLst xmlns:a="http://schemas.openxmlformats.org/drawingml/2006/main">
              <a:ext uri="{FF2B5EF4-FFF2-40B4-BE49-F238E27FC236}">
                <a16:creationId xmlns:a16="http://schemas.microsoft.com/office/drawing/2014/main" id="{13CD46C1-5D07-47F2-8B41-A6FB502BD3E4}"/>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651" name="25-text-9">
            <a:extLst xmlns:a="http://schemas.openxmlformats.org/drawingml/2006/main">
              <a:ext uri="{FF2B5EF4-FFF2-40B4-BE49-F238E27FC236}">
                <a16:creationId xmlns:a16="http://schemas.microsoft.com/office/drawing/2014/main" id="{C0E36E58-4B03-4023-BD1E-9AB9311DD210}"/>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52" name="25-text-10">
            <a:extLst xmlns:a="http://schemas.openxmlformats.org/drawingml/2006/main">
              <a:ext uri="{FF2B5EF4-FFF2-40B4-BE49-F238E27FC236}">
                <a16:creationId xmlns:a16="http://schemas.microsoft.com/office/drawing/2014/main" id="{235815B3-F20C-41B4-A224-813CC26B7F15}"/>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53" name="25-text-11">
            <a:extLst xmlns:a="http://schemas.openxmlformats.org/drawingml/2006/main">
              <a:ext uri="{FF2B5EF4-FFF2-40B4-BE49-F238E27FC236}">
                <a16:creationId xmlns:a16="http://schemas.microsoft.com/office/drawing/2014/main" id="{98B1C83E-E89F-4BA0-BDB9-2FF93913CD7E}"/>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54" name="25-text-12">
            <a:extLst xmlns:a="http://schemas.openxmlformats.org/drawingml/2006/main">
              <a:ext uri="{FF2B5EF4-FFF2-40B4-BE49-F238E27FC236}">
                <a16:creationId xmlns:a16="http://schemas.microsoft.com/office/drawing/2014/main" id="{02E94EB5-9B72-401C-9011-5DEB5D761256}"/>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55" name="narrative-number">
            <a:extLst xmlns:a="http://schemas.openxmlformats.org/drawingml/2006/main">
              <a:ext uri="{FF2B5EF4-FFF2-40B4-BE49-F238E27FC236}">
                <a16:creationId xmlns:a16="http://schemas.microsoft.com/office/drawing/2014/main" id="{14F2E9B9-B26F-4E0C-810E-DC4F1AF666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926084681"/>
      </p:ext>
    </p:extLst>
  </p:cSld>
</p:sld>
</file>

<file path=ppt/slides/slide6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56" name="26-text-1">
            <a:extLst xmlns:a="http://schemas.openxmlformats.org/drawingml/2006/main">
              <a:ext uri="{FF2B5EF4-FFF2-40B4-BE49-F238E27FC236}">
                <a16:creationId xmlns:a16="http://schemas.microsoft.com/office/drawing/2014/main" id="{BFD54D92-4CF8-4744-A0B5-15CA29C1A52A}"/>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657" name="26-text-2">
            <a:extLst xmlns:a="http://schemas.openxmlformats.org/drawingml/2006/main">
              <a:ext uri="{FF2B5EF4-FFF2-40B4-BE49-F238E27FC236}">
                <a16:creationId xmlns:a16="http://schemas.microsoft.com/office/drawing/2014/main" id="{85DA3BA5-15A3-44D1-A2AA-6710BA72897A}"/>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658" name="26-text-3">
            <a:extLst xmlns:a="http://schemas.openxmlformats.org/drawingml/2006/main">
              <a:ext uri="{FF2B5EF4-FFF2-40B4-BE49-F238E27FC236}">
                <a16:creationId xmlns:a16="http://schemas.microsoft.com/office/drawing/2014/main" id="{0E937EB4-911A-4CB4-B9F1-03AC038EB715}"/>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59" name="narrative-number">
            <a:extLst xmlns:a="http://schemas.openxmlformats.org/drawingml/2006/main">
              <a:ext uri="{FF2B5EF4-FFF2-40B4-BE49-F238E27FC236}">
                <a16:creationId xmlns:a16="http://schemas.microsoft.com/office/drawing/2014/main" id="{C704C485-D259-4933-92B6-A81FBE8CC4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00590214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2026-09-15T22:43:23.3740000Z</dcterms:created>
  <dcterms:modified xsi:type="dcterms:W3CDTF">2026-09-15T22:43:23.3750000Z</dcterms:modified>
</coreProperties>
</file>