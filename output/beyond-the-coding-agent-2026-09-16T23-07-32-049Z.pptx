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fdbe18c1934e7d" /><Relationship Type="http://schemas.openxmlformats.org/officeDocument/2006/relationships/extended-properties" Target="/docProps/app.xml" Id="R1884cc49cb9e417c" /><Relationship Type="http://schemas.openxmlformats.org/officeDocument/2006/relationships/officeDocument" Target="/ppt/presentation.xml" Id="R3b53c98d80434c9d"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94bb23808dc8452e"/>
    <p:sldMasterId xmlns:r="http://schemas.openxmlformats.org/officeDocument/2006/relationships" id="2147483650" r:id="R918d57612c37401f"/>
  </p:sldMasterIdLst>
  <p:notesMasterIdLst>
    <p:notesMasterId xmlns:r="http://schemas.openxmlformats.org/officeDocument/2006/relationships" r:id="R5a35e3e5d63d4c1a"/>
  </p:notesMasterIdLst>
  <p:sldIdLst>
    <p:sldId xmlns:r="http://schemas.openxmlformats.org/officeDocument/2006/relationships" id="256" r:id="R766acda5a899421d"/>
    <p:sldId xmlns:r="http://schemas.openxmlformats.org/officeDocument/2006/relationships" id="257" r:id="R34c430a963584753"/>
    <p:sldId xmlns:r="http://schemas.openxmlformats.org/officeDocument/2006/relationships" id="258" r:id="Rf9b69ff3d41b44e1"/>
    <p:sldId xmlns:r="http://schemas.openxmlformats.org/officeDocument/2006/relationships" id="259" r:id="Ra593ee3f6e944434"/>
    <p:sldId xmlns:r="http://schemas.openxmlformats.org/officeDocument/2006/relationships" id="260" r:id="R2aa8d16565fd47f9"/>
    <p:sldId xmlns:r="http://schemas.openxmlformats.org/officeDocument/2006/relationships" id="261" r:id="R45992611af4149eb"/>
    <p:sldId xmlns:r="http://schemas.openxmlformats.org/officeDocument/2006/relationships" id="262" r:id="R2890f9f79f6e4394"/>
    <p:sldId xmlns:r="http://schemas.openxmlformats.org/officeDocument/2006/relationships" id="263" r:id="R85d3a25b17f2462d"/>
    <p:sldId xmlns:r="http://schemas.openxmlformats.org/officeDocument/2006/relationships" id="264" r:id="R22b8519d31384e98"/>
    <p:sldId xmlns:r="http://schemas.openxmlformats.org/officeDocument/2006/relationships" id="265" r:id="R5d5a99ab97164ccc"/>
    <p:sldId xmlns:r="http://schemas.openxmlformats.org/officeDocument/2006/relationships" id="266" r:id="R8fdb26fb8dac4e9b"/>
    <p:sldId xmlns:r="http://schemas.openxmlformats.org/officeDocument/2006/relationships" id="267" r:id="R2a5bfaae8b0446f7"/>
    <p:sldId xmlns:r="http://schemas.openxmlformats.org/officeDocument/2006/relationships" id="268" r:id="R2be8823cf39a4ed9"/>
    <p:sldId xmlns:r="http://schemas.openxmlformats.org/officeDocument/2006/relationships" id="269" r:id="R295e8d429a454b30"/>
    <p:sldId xmlns:r="http://schemas.openxmlformats.org/officeDocument/2006/relationships" id="270" r:id="Rc3142a2421fa4987"/>
    <p:sldId xmlns:r="http://schemas.openxmlformats.org/officeDocument/2006/relationships" id="271" r:id="R37f8eeb5f7054235"/>
    <p:sldId xmlns:r="http://schemas.openxmlformats.org/officeDocument/2006/relationships" id="272" r:id="Rfef9355fd4614b97"/>
    <p:sldId xmlns:r="http://schemas.openxmlformats.org/officeDocument/2006/relationships" id="273" r:id="R2b38678f141042e7"/>
    <p:sldId xmlns:r="http://schemas.openxmlformats.org/officeDocument/2006/relationships" id="274" r:id="Rfeb7d8aee8094f30"/>
    <p:sldId xmlns:r="http://schemas.openxmlformats.org/officeDocument/2006/relationships" id="275" r:id="R5bd8f985e4874d5e"/>
    <p:sldId xmlns:r="http://schemas.openxmlformats.org/officeDocument/2006/relationships" id="276" r:id="R6be622fde2904dd5"/>
    <p:sldId xmlns:r="http://schemas.openxmlformats.org/officeDocument/2006/relationships" id="277" r:id="Rccc759cfbeb64b80"/>
    <p:sldId xmlns:r="http://schemas.openxmlformats.org/officeDocument/2006/relationships" id="278" r:id="R84917d3c2e2149cd"/>
    <p:sldId xmlns:r="http://schemas.openxmlformats.org/officeDocument/2006/relationships" id="279" r:id="R6c5495428f3943cc"/>
    <p:sldId xmlns:r="http://schemas.openxmlformats.org/officeDocument/2006/relationships" id="280" r:id="Re233b5dcf6aa4451"/>
    <p:sldId xmlns:r="http://schemas.openxmlformats.org/officeDocument/2006/relationships" id="281" r:id="Rde864b7b44454548"/>
    <p:sldId xmlns:r="http://schemas.openxmlformats.org/officeDocument/2006/relationships" id="282" r:id="R70efa898fa1b4690"/>
    <p:sldId xmlns:r="http://schemas.openxmlformats.org/officeDocument/2006/relationships" id="283" r:id="Rce5eeafd5c7145d7"/>
    <p:sldId xmlns:r="http://schemas.openxmlformats.org/officeDocument/2006/relationships" id="284" r:id="Ra5412194c41f443f"/>
    <p:sldId xmlns:r="http://schemas.openxmlformats.org/officeDocument/2006/relationships" id="285" r:id="Rf86ad271464f42b0"/>
    <p:sldId xmlns:r="http://schemas.openxmlformats.org/officeDocument/2006/relationships" id="286" r:id="R1b8579b764254d0e"/>
    <p:sldId xmlns:r="http://schemas.openxmlformats.org/officeDocument/2006/relationships" id="287" r:id="R9b93b02509bf48d3"/>
    <p:sldId xmlns:r="http://schemas.openxmlformats.org/officeDocument/2006/relationships" id="288" r:id="R624525b756594b7f"/>
    <p:sldId xmlns:r="http://schemas.openxmlformats.org/officeDocument/2006/relationships" id="289" r:id="Rb02a0662eb90409f"/>
    <p:sldId xmlns:r="http://schemas.openxmlformats.org/officeDocument/2006/relationships" id="290" r:id="R6e6561f23c7849c2"/>
    <p:sldId xmlns:r="http://schemas.openxmlformats.org/officeDocument/2006/relationships" id="291" r:id="Reecd9a62b1cf4c85"/>
    <p:sldId xmlns:r="http://schemas.openxmlformats.org/officeDocument/2006/relationships" id="292" r:id="Rb9eb21ccfcf34d40"/>
    <p:sldId xmlns:r="http://schemas.openxmlformats.org/officeDocument/2006/relationships" id="293" r:id="R0a998ad9670e4127"/>
    <p:sldId xmlns:r="http://schemas.openxmlformats.org/officeDocument/2006/relationships" id="294" r:id="R68f7d458de8b4e8a"/>
    <p:sldId xmlns:r="http://schemas.openxmlformats.org/officeDocument/2006/relationships" id="295" r:id="R80c841fa6fb5481f"/>
    <p:sldId xmlns:r="http://schemas.openxmlformats.org/officeDocument/2006/relationships" id="296" r:id="R23ac68c3b012483d"/>
    <p:sldId xmlns:r="http://schemas.openxmlformats.org/officeDocument/2006/relationships" id="297" r:id="R7981990902d0417e"/>
    <p:sldId xmlns:r="http://schemas.openxmlformats.org/officeDocument/2006/relationships" id="298" r:id="R84ba6698c0f345f3"/>
    <p:sldId xmlns:r="http://schemas.openxmlformats.org/officeDocument/2006/relationships" id="299" r:id="R766c97b6a95d4209"/>
    <p:sldId xmlns:r="http://schemas.openxmlformats.org/officeDocument/2006/relationships" id="300" r:id="R4bc35f4cf40b45d8"/>
    <p:sldId xmlns:r="http://schemas.openxmlformats.org/officeDocument/2006/relationships" id="301" r:id="Ra1952fd25c8e4fa8"/>
    <p:sldId xmlns:r="http://schemas.openxmlformats.org/officeDocument/2006/relationships" id="302" r:id="R1cef106461574ff9"/>
    <p:sldId xmlns:r="http://schemas.openxmlformats.org/officeDocument/2006/relationships" id="303" r:id="Rae56a83b890440f2"/>
    <p:sldId xmlns:r="http://schemas.openxmlformats.org/officeDocument/2006/relationships" id="304" r:id="R1e56a2eb6a2c48ce"/>
    <p:sldId xmlns:r="http://schemas.openxmlformats.org/officeDocument/2006/relationships" id="305" r:id="R95ad0eb566554d85"/>
    <p:sldId xmlns:r="http://schemas.openxmlformats.org/officeDocument/2006/relationships" id="306" r:id="Ra2dcb4b997e74c25"/>
    <p:sldId xmlns:r="http://schemas.openxmlformats.org/officeDocument/2006/relationships" id="307" r:id="Rf697f65154084e91"/>
    <p:sldId xmlns:r="http://schemas.openxmlformats.org/officeDocument/2006/relationships" id="308" r:id="R2c2bb509dd144b57"/>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2bd5800160479f" /><Relationship Type="http://schemas.openxmlformats.org/officeDocument/2006/relationships/slideMaster" Target="/ppt/slideMasters/slideMaster1.xml" Id="R94bb23808dc8452e" /><Relationship Type="http://schemas.openxmlformats.org/officeDocument/2006/relationships/slideMaster" Target="/ppt/slideMasters/slideMaster2.xml" Id="R918d57612c37401f" /><Relationship Type="http://schemas.openxmlformats.org/officeDocument/2006/relationships/notesMaster" Target="/ppt/notesMasters/notesMaster1.xml" Id="R5a35e3e5d63d4c1a" /><Relationship Type="http://schemas.openxmlformats.org/officeDocument/2006/relationships/presProps" Target="/ppt/presProps.xml" Id="Red20d5de79d7407b" /><Relationship Type="http://schemas.openxmlformats.org/officeDocument/2006/relationships/tableStyles" Target="/ppt/tableStyles.xml" Id="R01dc88dc559840fc" /><Relationship Type="http://schemas.openxmlformats.org/officeDocument/2006/relationships/slide" Target="/ppt/slides/slide1.xml" Id="R766acda5a899421d" /><Relationship Type="http://schemas.openxmlformats.org/officeDocument/2006/relationships/slide" Target="/ppt/slides/slide2.xml" Id="R34c430a963584753" /><Relationship Type="http://schemas.openxmlformats.org/officeDocument/2006/relationships/slide" Target="/ppt/slides/slide3.xml" Id="Rf9b69ff3d41b44e1" /><Relationship Type="http://schemas.openxmlformats.org/officeDocument/2006/relationships/slide" Target="/ppt/slides/slide4.xml" Id="Ra593ee3f6e944434" /><Relationship Type="http://schemas.openxmlformats.org/officeDocument/2006/relationships/slide" Target="/ppt/slides/slide5.xml" Id="R2aa8d16565fd47f9" /><Relationship Type="http://schemas.openxmlformats.org/officeDocument/2006/relationships/slide" Target="/ppt/slides/slide6.xml" Id="R45992611af4149eb" /><Relationship Type="http://schemas.openxmlformats.org/officeDocument/2006/relationships/slide" Target="/ppt/slides/slide7.xml" Id="R2890f9f79f6e4394" /><Relationship Type="http://schemas.openxmlformats.org/officeDocument/2006/relationships/slide" Target="/ppt/slides/slide8.xml" Id="R85d3a25b17f2462d" /><Relationship Type="http://schemas.openxmlformats.org/officeDocument/2006/relationships/slide" Target="/ppt/slides/slide9.xml" Id="R22b8519d31384e98" /><Relationship Type="http://schemas.openxmlformats.org/officeDocument/2006/relationships/slide" Target="/ppt/slides/slide10.xml" Id="R5d5a99ab97164ccc" /><Relationship Type="http://schemas.openxmlformats.org/officeDocument/2006/relationships/slide" Target="/ppt/slides/slide11.xml" Id="R8fdb26fb8dac4e9b" /><Relationship Type="http://schemas.openxmlformats.org/officeDocument/2006/relationships/slide" Target="/ppt/slides/slide12.xml" Id="R2a5bfaae8b0446f7" /><Relationship Type="http://schemas.openxmlformats.org/officeDocument/2006/relationships/slide" Target="/ppt/slides/slide13.xml" Id="R2be8823cf39a4ed9" /><Relationship Type="http://schemas.openxmlformats.org/officeDocument/2006/relationships/slide" Target="/ppt/slides/slide14.xml" Id="R295e8d429a454b30" /><Relationship Type="http://schemas.openxmlformats.org/officeDocument/2006/relationships/slide" Target="/ppt/slides/slide15.xml" Id="Rc3142a2421fa4987" /><Relationship Type="http://schemas.openxmlformats.org/officeDocument/2006/relationships/slide" Target="/ppt/slides/slide16.xml" Id="R37f8eeb5f7054235" /><Relationship Type="http://schemas.openxmlformats.org/officeDocument/2006/relationships/slide" Target="/ppt/slides/slide17.xml" Id="Rfef9355fd4614b97" /><Relationship Type="http://schemas.openxmlformats.org/officeDocument/2006/relationships/slide" Target="/ppt/slides/slide18.xml" Id="R2b38678f141042e7" /><Relationship Type="http://schemas.openxmlformats.org/officeDocument/2006/relationships/slide" Target="/ppt/slides/slide19.xml" Id="Rfeb7d8aee8094f30" /><Relationship Type="http://schemas.openxmlformats.org/officeDocument/2006/relationships/slide" Target="/ppt/slides/slide20.xml" Id="R5bd8f985e4874d5e" /><Relationship Type="http://schemas.openxmlformats.org/officeDocument/2006/relationships/slide" Target="/ppt/slides/slide21.xml" Id="R6be622fde2904dd5" /><Relationship Type="http://schemas.openxmlformats.org/officeDocument/2006/relationships/slide" Target="/ppt/slides/slide22.xml" Id="Rccc759cfbeb64b80" /><Relationship Type="http://schemas.openxmlformats.org/officeDocument/2006/relationships/slide" Target="/ppt/slides/slide23.xml" Id="R84917d3c2e2149cd" /><Relationship Type="http://schemas.openxmlformats.org/officeDocument/2006/relationships/slide" Target="/ppt/slides/slide24.xml" Id="R6c5495428f3943cc" /><Relationship Type="http://schemas.openxmlformats.org/officeDocument/2006/relationships/slide" Target="/ppt/slides/slide25.xml" Id="Re233b5dcf6aa4451" /><Relationship Type="http://schemas.openxmlformats.org/officeDocument/2006/relationships/slide" Target="/ppt/slides/slide26.xml" Id="Rde864b7b44454548" /><Relationship Type="http://schemas.openxmlformats.org/officeDocument/2006/relationships/slide" Target="/ppt/slides/slide27.xml" Id="R70efa898fa1b4690" /><Relationship Type="http://schemas.openxmlformats.org/officeDocument/2006/relationships/slide" Target="/ppt/slides/slide28.xml" Id="Rce5eeafd5c7145d7" /><Relationship Type="http://schemas.openxmlformats.org/officeDocument/2006/relationships/slide" Target="/ppt/slides/slide29.xml" Id="Ra5412194c41f443f" /><Relationship Type="http://schemas.openxmlformats.org/officeDocument/2006/relationships/slide" Target="/ppt/slides/slide30.xml" Id="Rf86ad271464f42b0" /><Relationship Type="http://schemas.openxmlformats.org/officeDocument/2006/relationships/slide" Target="/ppt/slides/slide31.xml" Id="R1b8579b764254d0e" /><Relationship Type="http://schemas.openxmlformats.org/officeDocument/2006/relationships/slide" Target="/ppt/slides/slide32.xml" Id="R9b93b02509bf48d3" /><Relationship Type="http://schemas.openxmlformats.org/officeDocument/2006/relationships/slide" Target="/ppt/slides/slide33.xml" Id="R624525b756594b7f" /><Relationship Type="http://schemas.openxmlformats.org/officeDocument/2006/relationships/slide" Target="/ppt/slides/slide34.xml" Id="Rb02a0662eb90409f" /><Relationship Type="http://schemas.openxmlformats.org/officeDocument/2006/relationships/slide" Target="/ppt/slides/slide35.xml" Id="R6e6561f23c7849c2" /><Relationship Type="http://schemas.openxmlformats.org/officeDocument/2006/relationships/slide" Target="/ppt/slides/slide36.xml" Id="Reecd9a62b1cf4c85" /><Relationship Type="http://schemas.openxmlformats.org/officeDocument/2006/relationships/slide" Target="/ppt/slides/slide37.xml" Id="Rb9eb21ccfcf34d40" /><Relationship Type="http://schemas.openxmlformats.org/officeDocument/2006/relationships/slide" Target="/ppt/slides/slide38.xml" Id="R0a998ad9670e4127" /><Relationship Type="http://schemas.openxmlformats.org/officeDocument/2006/relationships/slide" Target="/ppt/slides/slide39.xml" Id="R68f7d458de8b4e8a" /><Relationship Type="http://schemas.openxmlformats.org/officeDocument/2006/relationships/slide" Target="/ppt/slides/slide40.xml" Id="R80c841fa6fb5481f" /><Relationship Type="http://schemas.openxmlformats.org/officeDocument/2006/relationships/slide" Target="/ppt/slides/slide41.xml" Id="R23ac68c3b012483d" /><Relationship Type="http://schemas.openxmlformats.org/officeDocument/2006/relationships/slide" Target="/ppt/slides/slide42.xml" Id="R7981990902d0417e" /><Relationship Type="http://schemas.openxmlformats.org/officeDocument/2006/relationships/slide" Target="/ppt/slides/slide43.xml" Id="R84ba6698c0f345f3" /><Relationship Type="http://schemas.openxmlformats.org/officeDocument/2006/relationships/slide" Target="/ppt/slides/slide44.xml" Id="R766c97b6a95d4209" /><Relationship Type="http://schemas.openxmlformats.org/officeDocument/2006/relationships/slide" Target="/ppt/slides/slide45.xml" Id="R4bc35f4cf40b45d8" /><Relationship Type="http://schemas.openxmlformats.org/officeDocument/2006/relationships/slide" Target="/ppt/slides/slide46.xml" Id="Ra1952fd25c8e4fa8" /><Relationship Type="http://schemas.openxmlformats.org/officeDocument/2006/relationships/slide" Target="/ppt/slides/slide47.xml" Id="R1cef106461574ff9" /><Relationship Type="http://schemas.openxmlformats.org/officeDocument/2006/relationships/slide" Target="/ppt/slides/slide48.xml" Id="Rae56a83b890440f2" /><Relationship Type="http://schemas.openxmlformats.org/officeDocument/2006/relationships/slide" Target="/ppt/slides/slide49.xml" Id="R1e56a2eb6a2c48ce" /><Relationship Type="http://schemas.openxmlformats.org/officeDocument/2006/relationships/slide" Target="/ppt/slides/slide50.xml" Id="R95ad0eb566554d85" /><Relationship Type="http://schemas.openxmlformats.org/officeDocument/2006/relationships/slide" Target="/ppt/slides/slide51.xml" Id="Ra2dcb4b997e74c25" /><Relationship Type="http://schemas.openxmlformats.org/officeDocument/2006/relationships/slide" Target="/ppt/slides/slide52.xml" Id="Rf697f65154084e91" /><Relationship Type="http://schemas.openxmlformats.org/officeDocument/2006/relationships/slide" Target="/ppt/slides/slide53.xml" Id="R2c2bb509dd144b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61c44f5b2c543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f69e8ef9b44e40" /><Relationship Type="http://schemas.openxmlformats.org/officeDocument/2006/relationships/notesMaster" Target="/ppt/notesMasters/notesMaster1.xml" Id="R1819449ae1a042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08b9f6bbdc4a06" /><Relationship Type="http://schemas.openxmlformats.org/officeDocument/2006/relationships/notesMaster" Target="/ppt/notesMasters/notesMaster1.xml" Id="Re19ae638fae94e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9f360eac654e4c" /><Relationship Type="http://schemas.openxmlformats.org/officeDocument/2006/relationships/notesMaster" Target="/ppt/notesMasters/notesMaster1.xml" Id="Rbf1a826dfcd541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c360966d62490d" /><Relationship Type="http://schemas.openxmlformats.org/officeDocument/2006/relationships/notesMaster" Target="/ppt/notesMasters/notesMaster1.xml" Id="Ra2e8fc50e74c44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3f5e32b1434ae7" /><Relationship Type="http://schemas.openxmlformats.org/officeDocument/2006/relationships/notesMaster" Target="/ppt/notesMasters/notesMaster1.xml" Id="R0badee3c55364a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40e088a6c844c8" /><Relationship Type="http://schemas.openxmlformats.org/officeDocument/2006/relationships/notesMaster" Target="/ppt/notesMasters/notesMaster1.xml" Id="Rb6bfdfd6d7d443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c7222a60544206" /><Relationship Type="http://schemas.openxmlformats.org/officeDocument/2006/relationships/notesMaster" Target="/ppt/notesMasters/notesMaster1.xml" Id="R31728a11fd3c4a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bcb328d3bd490f" /><Relationship Type="http://schemas.openxmlformats.org/officeDocument/2006/relationships/notesMaster" Target="/ppt/notesMasters/notesMaster1.xml" Id="R07c79c5fc8834d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999a03a78d43af" /><Relationship Type="http://schemas.openxmlformats.org/officeDocument/2006/relationships/notesMaster" Target="/ppt/notesMasters/notesMaster1.xml" Id="R71cbed3fe1a74c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1923d412ef4908" /><Relationship Type="http://schemas.openxmlformats.org/officeDocument/2006/relationships/notesMaster" Target="/ppt/notesMasters/notesMaster1.xml" Id="R14993456133441d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0974a782724016" /><Relationship Type="http://schemas.openxmlformats.org/officeDocument/2006/relationships/notesMaster" Target="/ppt/notesMasters/notesMaster1.xml" Id="Rd16d30545d814a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2b4411ed994156" /><Relationship Type="http://schemas.openxmlformats.org/officeDocument/2006/relationships/notesMaster" Target="/ppt/notesMasters/notesMaster1.xml" Id="R92dfcb0a54ad42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66c8f362f64cdd" /><Relationship Type="http://schemas.openxmlformats.org/officeDocument/2006/relationships/notesMaster" Target="/ppt/notesMasters/notesMaster1.xml" Id="R5bf7286e623b4b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5c1160b92ae4ae3" /><Relationship Type="http://schemas.openxmlformats.org/officeDocument/2006/relationships/notesMaster" Target="/ppt/notesMasters/notesMaster1.xml" Id="Rc55391ff9094446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9cf6ec924a41cb" /><Relationship Type="http://schemas.openxmlformats.org/officeDocument/2006/relationships/notesMaster" Target="/ppt/notesMasters/notesMaster1.xml" Id="R3ba1ea841185463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90c6f6b0be449e" /><Relationship Type="http://schemas.openxmlformats.org/officeDocument/2006/relationships/notesMaster" Target="/ppt/notesMasters/notesMaster1.xml" Id="R00a48df74eb0495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3e8b27737ff4120" /><Relationship Type="http://schemas.openxmlformats.org/officeDocument/2006/relationships/notesMaster" Target="/ppt/notesMasters/notesMaster1.xml" Id="Raa8a009176d547c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3ecbebcaf154fc4" /><Relationship Type="http://schemas.openxmlformats.org/officeDocument/2006/relationships/notesMaster" Target="/ppt/notesMasters/notesMaster1.xml" Id="R76f8fd20f1ea4b2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7fc7e844e244993" /><Relationship Type="http://schemas.openxmlformats.org/officeDocument/2006/relationships/notesMaster" Target="/ppt/notesMasters/notesMaster1.xml" Id="Rc3cac797224e4e2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4813109c07e43a5" /><Relationship Type="http://schemas.openxmlformats.org/officeDocument/2006/relationships/notesMaster" Target="/ppt/notesMasters/notesMaster1.xml" Id="Rf2a337ab01b74b1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65c1659170249b6" /><Relationship Type="http://schemas.openxmlformats.org/officeDocument/2006/relationships/notesMaster" Target="/ppt/notesMasters/notesMaster1.xml" Id="Rde92a59bd92b4c6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d2339e1debd428b" /><Relationship Type="http://schemas.openxmlformats.org/officeDocument/2006/relationships/notesMaster" Target="/ppt/notesMasters/notesMaster1.xml" Id="Ref080722155547d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6e36602f45c4710" /><Relationship Type="http://schemas.openxmlformats.org/officeDocument/2006/relationships/notesMaster" Target="/ppt/notesMasters/notesMaster1.xml" Id="R30c58d48633845a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9505705b4d24733" /><Relationship Type="http://schemas.openxmlformats.org/officeDocument/2006/relationships/notesMaster" Target="/ppt/notesMasters/notesMaster1.xml" Id="R60ce23209503468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e57785d905c4b27" /><Relationship Type="http://schemas.openxmlformats.org/officeDocument/2006/relationships/notesMaster" Target="/ppt/notesMasters/notesMaster1.xml" Id="Rb25bdb27beeb4c5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6a7403c2b7b458e" /><Relationship Type="http://schemas.openxmlformats.org/officeDocument/2006/relationships/notesMaster" Target="/ppt/notesMasters/notesMaster1.xml" Id="R9cd34a5951d04a6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dc8b335db3b4757" /><Relationship Type="http://schemas.openxmlformats.org/officeDocument/2006/relationships/notesMaster" Target="/ppt/notesMasters/notesMaster1.xml" Id="R2c1a85ab3a4f4db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1ab1dfe97ef445f" /><Relationship Type="http://schemas.openxmlformats.org/officeDocument/2006/relationships/notesMaster" Target="/ppt/notesMasters/notesMaster1.xml" Id="Rd7bd4512579448e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2ec0a81db0e47f4" /><Relationship Type="http://schemas.openxmlformats.org/officeDocument/2006/relationships/notesMaster" Target="/ppt/notesMasters/notesMaster1.xml" Id="R1a045f1f5a0e466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e3c95e3d7b241f6" /><Relationship Type="http://schemas.openxmlformats.org/officeDocument/2006/relationships/notesMaster" Target="/ppt/notesMasters/notesMaster1.xml" Id="Rd35e4187304048d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26e830ab8cd4b6f" /><Relationship Type="http://schemas.openxmlformats.org/officeDocument/2006/relationships/notesMaster" Target="/ppt/notesMasters/notesMaster1.xml" Id="Rffc019fa1dd9452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6d56125aece4f0e" /><Relationship Type="http://schemas.openxmlformats.org/officeDocument/2006/relationships/notesMaster" Target="/ppt/notesMasters/notesMaster1.xml" Id="R106d8458e6244bc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227b81bc2a84608" /><Relationship Type="http://schemas.openxmlformats.org/officeDocument/2006/relationships/notesMaster" Target="/ppt/notesMasters/notesMaster1.xml" Id="R6ab252539431485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cb92bc667924902" /><Relationship Type="http://schemas.openxmlformats.org/officeDocument/2006/relationships/notesMaster" Target="/ppt/notesMasters/notesMaster1.xml" Id="R6cbff1fa9a01409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b0bb75db365491f" /><Relationship Type="http://schemas.openxmlformats.org/officeDocument/2006/relationships/notesMaster" Target="/ppt/notesMasters/notesMaster1.xml" Id="R048692b1729f4c8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780e861601d47a0" /><Relationship Type="http://schemas.openxmlformats.org/officeDocument/2006/relationships/notesMaster" Target="/ppt/notesMasters/notesMaster1.xml" Id="R3dd87f05ee78496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5358a4606df4069" /><Relationship Type="http://schemas.openxmlformats.org/officeDocument/2006/relationships/notesMaster" Target="/ppt/notesMasters/notesMaster1.xml" Id="R80120f77e1dd492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d03ca0948834a84" /><Relationship Type="http://schemas.openxmlformats.org/officeDocument/2006/relationships/notesMaster" Target="/ppt/notesMasters/notesMaster1.xml" Id="R856f3b1a8b0d43c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9987144f9be49c5" /><Relationship Type="http://schemas.openxmlformats.org/officeDocument/2006/relationships/notesMaster" Target="/ppt/notesMasters/notesMaster1.xml" Id="Rf172ebd4dfcc4cd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a9fa0f78f554bc1" /><Relationship Type="http://schemas.openxmlformats.org/officeDocument/2006/relationships/notesMaster" Target="/ppt/notesMasters/notesMaster1.xml" Id="Re9ab414eec5249e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628311434314321" /><Relationship Type="http://schemas.openxmlformats.org/officeDocument/2006/relationships/notesMaster" Target="/ppt/notesMasters/notesMaster1.xml" Id="R4294e59dd6eb404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fbe38f46b8d4ade" /><Relationship Type="http://schemas.openxmlformats.org/officeDocument/2006/relationships/notesMaster" Target="/ppt/notesMasters/notesMaster1.xml" Id="Rba4a159c5261450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77f88a3a0a94536" /><Relationship Type="http://schemas.openxmlformats.org/officeDocument/2006/relationships/notesMaster" Target="/ppt/notesMasters/notesMaster1.xml" Id="R915f8e7290214d3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23e27a44d4446fa" /><Relationship Type="http://schemas.openxmlformats.org/officeDocument/2006/relationships/notesMaster" Target="/ppt/notesMasters/notesMaster1.xml" Id="R26044ac7ac72430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3e152a7e24a4476" /><Relationship Type="http://schemas.openxmlformats.org/officeDocument/2006/relationships/notesMaster" Target="/ppt/notesMasters/notesMaster1.xml" Id="Rf8848710a2fa49e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1658e9075594799" /><Relationship Type="http://schemas.openxmlformats.org/officeDocument/2006/relationships/notesMaster" Target="/ppt/notesMasters/notesMaster1.xml" Id="Rf7e15a688f734be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fb17b8ec72a42f8" /><Relationship Type="http://schemas.openxmlformats.org/officeDocument/2006/relationships/notesMaster" Target="/ppt/notesMasters/notesMaster1.xml" Id="Rc8c0235e8e98456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45c8f70b1524579" /><Relationship Type="http://schemas.openxmlformats.org/officeDocument/2006/relationships/notesMaster" Target="/ppt/notesMasters/notesMaster1.xml" Id="R6679964ed36f452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b437a96525d4b8f" /><Relationship Type="http://schemas.openxmlformats.org/officeDocument/2006/relationships/notesMaster" Target="/ppt/notesMasters/notesMaster1.xml" Id="R3fa3427a61be463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96489701c4f4729" /><Relationship Type="http://schemas.openxmlformats.org/officeDocument/2006/relationships/notesMaster" Target="/ppt/notesMasters/notesMaster1.xml" Id="R818d098e276c408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4c57c67bf474139" /><Relationship Type="http://schemas.openxmlformats.org/officeDocument/2006/relationships/notesMaster" Target="/ppt/notesMasters/notesMaster1.xml" Id="Reae417930b4a454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d866c24e8cb4f62" /><Relationship Type="http://schemas.openxmlformats.org/officeDocument/2006/relationships/notesMaster" Target="/ppt/notesMasters/notesMaster1.xml" Id="R5f5df05aad6e47a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e9113d4809d4b4d" /><Relationship Type="http://schemas.openxmlformats.org/officeDocument/2006/relationships/notesMaster" Target="/ppt/notesMasters/notesMaster1.xml" Id="R0c9382cd0e644f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CONTEXT DECISIONS</a:t>
            </a:r>
          </a:p>
          <a:p xmlns:a="http://schemas.openxmlformats.org/drawingml/2006/main">
            <a:r>
              <a:t/>
            </a:r>
          </a:p>
          <a:p xmlns:a="http://schemas.openxmlformats.org/drawingml/2006/main">
            <a:r>
              <a:rPr b="1"/>
              <a:t>Before each call, decide what this step needs.</a:t>
            </a:r>
            <a:r>
              <a:rPr b="0"/>
              <a:t> Preload essentials and retrieve additional evidence when needed.</a:t>
            </a:r>
          </a:p>
          <a:p xmlns:a="http://schemas.openxmlformats.org/drawingml/2006/main">
            <a:r>
              <a:t/>
            </a:r>
          </a:p>
          <a:p xmlns:a="http://schemas.openxmlformats.org/drawingml/2006/main">
            <a:r>
              <a:rPr b="0"/>
              <a:t>RAG retrieves information and supplies it as evidence for generation. Keyword search matches terms and identifiers. Semantic search compares numerical representations called embeddings. Hybrid combines both.</a:t>
            </a:r>
          </a:p>
          <a:p xmlns:a="http://schemas.openxmlformats.org/drawingml/2006/main">
            <a:r>
              <a:t/>
            </a:r>
          </a:p>
          <a:p xmlns:a="http://schemas.openxmlformats.org/drawingml/2006/main">
            <a:r>
              <a:rPr b="0"/>
              <a:t>Select which results enter the input, keeping their source references. Enforce access before inclusion. Separate instructions from evidence, and </a:t>
            </a:r>
            <a:r>
              <a:rPr b="1"/>
              <a:t>test where key information works best.</a:t>
            </a:r>
          </a:p>
          <a:p xmlns:a="http://schemas.openxmlformats.org/drawingml/2006/main">
            <a:r>
              <a:t/>
            </a:r>
          </a:p>
          <a:p xmlns:a="http://schemas.openxmlformats.org/drawingml/2006/main">
            <a:r>
              <a:rPr b="0"/>
              <a:t>As work progresses, refresh stale information and remove irrelevant material. Compaction summarizes history to make room. Check that constraints and unresolved work survive.</a:t>
            </a:r>
          </a:p>
          <a:p xmlns:a="http://schemas.openxmlformats.org/drawingml/2006/main">
            <a:r>
              <a:t/>
            </a:r>
          </a:p>
          <a:p xmlns:a="http://schemas.openxmlformats.org/drawingml/2006/main">
            <a:r>
              <a:rPr b="1"/>
              <a:t>Subagents can handle focused tasks in separate contexts.</a:t>
            </a:r>
            <a:r>
              <a:rPr b="0"/>
              <a:t> Choose what each receives, and have it return findings with sources. Its detailed exploration can stay in its own context.</a:t>
            </a:r>
          </a:p>
          <a:p xmlns:a="http://schemas.openxmlformats.org/drawingml/2006/main">
            <a:r>
              <a:t/>
            </a:r>
          </a:p>
          <a:p xmlns:a="http://schemas.openxmlformats.org/drawingml/2006/main">
            <a:r>
              <a:rPr b="0"/>
              <a:t>More detail consumes context. Summaries and handoffs can lose information. Next, let's look at those failure modes.</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That is the headline pitfall.</a:t>
            </a:r>
          </a:p>
          <a:p xmlns:a="http://schemas.openxmlformats.org/drawingml/2006/main">
            <a:r>
              <a:t/>
            </a:r>
          </a:p>
          <a:p xmlns:a="http://schemas.openxmlformats.org/drawingml/2006/main">
            <a:r>
              <a:rPr b="0"/>
              <a:t>Irrelevant material can distract from the task. Relevant evidence can also be overlooked depending on where it appears.</a:t>
            </a:r>
          </a:p>
          <a:p xmlns:a="http://schemas.openxmlformats.org/drawingml/2006/main">
            <a:r>
              <a:t/>
            </a:r>
          </a:p>
          <a:p xmlns:a="http://schemas.openxmlformats.org/drawingml/2006/main">
            <a:r>
              <a:rPr b="1"/>
              <a:t>Context rot means reliability can decline as the input grows, even before the window is full.</a:t>
            </a:r>
            <a:r>
              <a:rPr b="0"/>
              <a:t> That is different from information becoming outdated.</a:t>
            </a:r>
          </a:p>
          <a:p xmlns:a="http://schemas.openxmlformats.org/drawingml/2006/main">
            <a:r>
              <a:t/>
            </a:r>
          </a:p>
          <a:p xmlns:a="http://schemas.openxmlformats.org/drawingml/2006/main">
            <a:r>
              <a:rPr b="0"/>
              <a:t>Retrieval can miss evidence. Summaries and subagent handoffs can drop constraints or uncertainty. Retained information also needs freshness checks.</a:t>
            </a:r>
          </a:p>
          <a:p xmlns:a="http://schemas.openxmlformats.org/drawingml/2006/main">
            <a:r>
              <a:t/>
            </a:r>
          </a:p>
          <a:p xmlns:a="http://schemas.openxmlformats.org/drawingml/2006/main">
            <a:r>
              <a:rPr b="1"/>
              <a:t>Check the actual input for this call, including what is missing and what no longer belongs.</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TOOLS AND AGENT CAPABILITIES</a:t>
            </a:r>
          </a:p>
          <a:p xmlns:a="http://schemas.openxmlformats.org/drawingml/2006/main">
            <a:r>
              <a:t/>
            </a:r>
          </a:p>
          <a:p xmlns:a="http://schemas.openxmlformats.org/drawingml/2006/main">
            <a:r>
              <a:rPr b="1"/>
              <a:t>Tools are the primary way we give an agent capabilities beyond generating a response.</a:t>
            </a:r>
            <a:r>
              <a:rPr b="0"/>
              <a:t> They let it retrieve current information, run computations, and act on external systems.</a:t>
            </a:r>
          </a:p>
          <a:p xmlns:a="http://schemas.openxmlformats.org/drawingml/2006/main">
            <a:r>
              <a:t/>
            </a:r>
          </a:p>
          <a:p xmlns:a="http://schemas.openxmlformats.org/drawingml/2006/main">
            <a:r>
              <a:rPr b="0"/>
              <a:t>The model receives descriptions of available tools and their inputs. It selects a tool and supplies arguments. </a:t>
            </a:r>
            <a:r>
              <a:rPr b="1"/>
              <a:t>Software checks the request and executes the permitted operation.</a:t>
            </a:r>
            <a:r>
              <a:rPr b="0"/>
              <a:t> The result becomes information the model can use next.</a:t>
            </a:r>
          </a:p>
          <a:p xmlns:a="http://schemas.openxmlformats.org/drawingml/2006/main">
            <a:r>
              <a:t/>
            </a:r>
          </a:p>
          <a:p xmlns:a="http://schemas.openxmlformats.org/drawingml/2006/main">
            <a:r>
              <a:rPr b="0"/>
              <a:t>MCP, the Model Context Protocol, provides a standard interface for connecting AI applications to external tools and context. An MCP server exposes capabilities. The application discovers and calls them through an MCP client.</a:t>
            </a:r>
          </a:p>
          <a:p xmlns:a="http://schemas.openxmlformats.org/drawingml/2006/main">
            <a:r>
              <a:t/>
            </a:r>
          </a:p>
          <a:p xmlns:a="http://schemas.openxmlformats.org/drawingml/2006/main">
            <a:r>
              <a:rPr b="0"/>
              <a:t>For example, an issue-tracker server could expose tools to search issues and create a ticket. Connecting those tools extends what the agent can do. Software still controls what it may do.</a:t>
            </a:r>
          </a:p>
          <a:p xmlns:a="http://schemas.openxmlformats.org/drawingml/2006/main">
            <a:r>
              <a:t/>
            </a:r>
          </a:p>
          <a:p xmlns:a="http://schemas.openxmlformats.org/drawingml/2006/main">
            <a:r>
              <a:rPr b="0"/>
              <a:t>Next, we choose which capabilities to expose and how the agent will use them.</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AND EXPOSING CAPABILITIES</a:t>
            </a:r>
          </a:p>
          <a:p xmlns:a="http://schemas.openxmlformats.org/drawingml/2006/main">
            <a:r>
              <a:t/>
            </a:r>
          </a:p>
          <a:p xmlns:a="http://schemas.openxmlformats.org/drawingml/2006/main">
            <a:r>
              <a:rPr b="1"/>
              <a:t>Start with the task the agent needs to perform.</a:t>
            </a:r>
            <a:r>
              <a:rPr b="0"/>
              <a:t> Small tools give it flexible building blocks, but require more calls to coordinate. A task-oriented tool handles more work internally, while embedding more assumptions.</a:t>
            </a:r>
          </a:p>
          <a:p xmlns:a="http://schemas.openxmlformats.org/drawingml/2006/main">
            <a:r>
              <a:t/>
            </a:r>
          </a:p>
          <a:p xmlns:a="http://schemas.openxmlformats.org/drawingml/2006/main">
            <a:r>
              <a:rPr b="0"/>
              <a:t>Then choose how to connect. MCP provides a standard way to discover and call tools. An existing CLI can also expose useful capabilities through a shell or execution tool. Consider its available commands and how reliably the agent can interpret their output.</a:t>
            </a:r>
          </a:p>
          <a:p xmlns:a="http://schemas.openxmlformats.org/drawingml/2006/main">
            <a:r>
              <a:t/>
            </a:r>
          </a:p>
          <a:p xmlns:a="http://schemas.openxmlformats.org/drawingml/2006/main">
            <a:r>
              <a:rPr b="1"/>
              <a:t>Code mode means the agent writes code that calls tools.</a:t>
            </a:r>
            <a:r>
              <a:rPr b="0"/>
              <a:t> That code can call MCP tools, loop over results, and filter data before returning selected information to the model.</a:t>
            </a:r>
          </a:p>
          <a:p xmlns:a="http://schemas.openxmlformats.org/drawingml/2006/main">
            <a:r>
              <a:t/>
            </a:r>
          </a:p>
          <a:p xmlns:a="http://schemas.openxmlformats.org/drawingml/2006/main">
            <a:r>
              <a:rPr b="0"/>
              <a:t>This can reduce repeated model round trips and intermediate data in context. It also requires a controlled execution environment. Whichever approach you choose, enforce permissions and validate inputs in software.</a:t>
            </a:r>
          </a:p>
          <a:p xmlns:a="http://schemas.openxmlformats.org/drawingml/2006/main">
            <a:r>
              <a:t/>
            </a:r>
          </a:p>
          <a:p xmlns:a="http://schemas.openxmlformats.org/drawingml/2006/main">
            <a:r>
              <a:rPr b="0"/>
              <a:t>Evaluate these choices on real tasks. The next slide covers common failures.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An operation can work correctly and still be difficult for an agent to use.</a:t>
            </a:r>
          </a:p>
          <a:p xmlns:a="http://schemas.openxmlformats.org/drawingml/2006/main">
            <a:r>
              <a:t/>
            </a:r>
          </a:p>
          <a:p xmlns:a="http://schemas.openxmlformats.org/drawingml/2006/main">
            <a:r>
              <a:rPr b="0"/>
              <a:t>Similar tools can confuse selection. Descriptions that drift from actual behavior can lead to incorrect calls. Test whether the agent chooses and uses the right operation.</a:t>
            </a:r>
          </a:p>
          <a:p xmlns:a="http://schemas.openxmlformats.org/drawingml/2006/main">
            <a:r>
              <a:t/>
            </a:r>
          </a:p>
          <a:p xmlns:a="http://schemas.openxmlformats.org/drawingml/2006/main">
            <a:r>
              <a:rPr b="0"/>
              <a:t>MCP, CLI access, and code mode all need explicit permission boundaries. </a:t>
            </a:r>
            <a:r>
              <a:rPr b="1"/>
              <a:t>Give the agent only the authority its task requires.</a:t>
            </a:r>
          </a:p>
          <a:p xmlns:a="http://schemas.openxmlformats.org/drawingml/2006/main">
            <a:r>
              <a:t/>
            </a:r>
          </a:p>
          <a:p xmlns:a="http://schemas.openxmlformats.org/drawingml/2006/main">
            <a:r>
              <a:rPr b="0"/>
              <a:t>Results must distinguish confirmed completion, known failure, and uncertainty. A timeout may leave completion unknown. </a:t>
            </a:r>
            <a:r>
              <a:rPr b="1"/>
              <a:t>The result should make that uncertainty explicit.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d4d5ceb6fd412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feef9394a6124d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16a6da0a5ce043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A6169531-D390-496A-8755-F33E80500AB3}"/>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b210e9ea0141ba" /><Relationship Type="http://schemas.openxmlformats.org/officeDocument/2006/relationships/slideLayout" Target="/ppt/slideLayouts/slideLayout1.xml" Id="R277f82f5cfa44a61"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f57f4c29fbd543a3" /><Relationship Type="http://schemas.openxmlformats.org/officeDocument/2006/relationships/slideLayout" Target="/ppt/slideLayouts/slideLayout2.xml" Id="R21afd9c456164d5e" /><Relationship Type="http://schemas.openxmlformats.org/officeDocument/2006/relationships/slideLayout" Target="/ppt/slideLayouts/slideLayout3.xml" Id="Rb964bab7b88a40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7f82f5cfa44a61"/>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21afd9c456164d5e"/>
    <p:sldLayoutId xmlns:r="http://schemas.openxmlformats.org/officeDocument/2006/relationships" id="2147483652" r:id="Rb964bab7b88a40e2"/>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1e22be964d34c37" /><Relationship Type="http://schemas.openxmlformats.org/officeDocument/2006/relationships/notesSlide" Target="/ppt/notesSlides/notesSlide1.xml" Id="R969e55bcd96d4a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f42ca5d86be470f" /><Relationship Type="http://schemas.openxmlformats.org/officeDocument/2006/relationships/image" Target="/ppt/media/image.png" Id="R35f142d244914d95" /><Relationship Type="http://schemas.openxmlformats.org/officeDocument/2006/relationships/notesSlide" Target="/ppt/notesSlides/notesSlide2.xml" Id="R708eabf2ee8e47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42b192c91674d1e" /><Relationship Type="http://schemas.openxmlformats.org/officeDocument/2006/relationships/notesSlide" Target="/ppt/notesSlides/notesSlide3.xml" Id="R1ae789c370db4e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a1b3b55480444ae" /><Relationship Type="http://schemas.openxmlformats.org/officeDocument/2006/relationships/notesSlide" Target="/ppt/notesSlides/notesSlide4.xml" Id="R65e19dadda9a47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f64180518484cb8" /><Relationship Type="http://schemas.openxmlformats.org/officeDocument/2006/relationships/notesSlide" Target="/ppt/notesSlides/notesSlide5.xml" Id="Re79acd07208744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8a9264434e445b5" /><Relationship Type="http://schemas.openxmlformats.org/officeDocument/2006/relationships/notesSlide" Target="/ppt/notesSlides/notesSlide6.xml" Id="R939a5ef10c9f42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d168c3c63d3426c" /><Relationship Type="http://schemas.openxmlformats.org/officeDocument/2006/relationships/notesSlide" Target="/ppt/notesSlides/notesSlide7.xml" Id="Rab2d5096cde04d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4186f43834c4854" /><Relationship Type="http://schemas.openxmlformats.org/officeDocument/2006/relationships/notesSlide" Target="/ppt/notesSlides/notesSlide8.xml" Id="R52fb9052e75c49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123dc379b724cfb" /><Relationship Type="http://schemas.openxmlformats.org/officeDocument/2006/relationships/image" Target="/ppt/media/image2.png" Id="R733ea14a0cab42e9" /><Relationship Type="http://schemas.openxmlformats.org/officeDocument/2006/relationships/notesSlide" Target="/ppt/notesSlides/notesSlide9.xml" Id="R412da65403b646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d48d72725d845c2" /><Relationship Type="http://schemas.openxmlformats.org/officeDocument/2006/relationships/image" Target="/ppt/media/image3.png" Id="R583079f185584127" /><Relationship Type="http://schemas.openxmlformats.org/officeDocument/2006/relationships/notesSlide" Target="/ppt/notesSlides/notesSlide10.xml" Id="Ra7658c8977204c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4c580347fe94dd1" /><Relationship Type="http://schemas.openxmlformats.org/officeDocument/2006/relationships/image" Target="/ppt/media/image4.png" Id="Rfabb1720f9c14180" /><Relationship Type="http://schemas.openxmlformats.org/officeDocument/2006/relationships/notesSlide" Target="/ppt/notesSlides/notesSlide11.xml" Id="Rc462ae18410f4a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f89dbc3b9aa34fb1" /><Relationship Type="http://schemas.openxmlformats.org/officeDocument/2006/relationships/image" Target="/ppt/media/image5.png" Id="Rd6b050fb339e4c02" /><Relationship Type="http://schemas.openxmlformats.org/officeDocument/2006/relationships/notesSlide" Target="/ppt/notesSlides/notesSlide12.xml" Id="R65943ad5451741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beae961c3e24e84" /><Relationship Type="http://schemas.openxmlformats.org/officeDocument/2006/relationships/image" Target="/ppt/media/image6.png" Id="Rea01f465e3dc4e52" /><Relationship Type="http://schemas.openxmlformats.org/officeDocument/2006/relationships/notesSlide" Target="/ppt/notesSlides/notesSlide13.xml" Id="Rf3e50e985e2d478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346ec41a35074c2f" /><Relationship Type="http://schemas.openxmlformats.org/officeDocument/2006/relationships/image" Target="/ppt/media/image7.png" Id="Re8ad2cac0f4a444a" /><Relationship Type="http://schemas.openxmlformats.org/officeDocument/2006/relationships/notesSlide" Target="/ppt/notesSlides/notesSlide14.xml" Id="R44f07023ac5a4b0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f567473f95f4ad1" /><Relationship Type="http://schemas.openxmlformats.org/officeDocument/2006/relationships/image" Target="/ppt/media/image8.png" Id="R61abac3d49bf432f" /><Relationship Type="http://schemas.openxmlformats.org/officeDocument/2006/relationships/notesSlide" Target="/ppt/notesSlides/notesSlide15.xml" Id="Ra3d74d40a4d94f9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66227584dc074259" /><Relationship Type="http://schemas.openxmlformats.org/officeDocument/2006/relationships/image" Target="/ppt/media/image9.png" Id="R2a7306fd9f494ac9" /><Relationship Type="http://schemas.openxmlformats.org/officeDocument/2006/relationships/image" Target="/ppt/media/image10.png" Id="R9fea7206fa354a65" /><Relationship Type="http://schemas.openxmlformats.org/officeDocument/2006/relationships/notesSlide" Target="/ppt/notesSlides/notesSlide16.xml" Id="Rd4ad89948f6140c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158fdd52bfe64f66" /><Relationship Type="http://schemas.openxmlformats.org/officeDocument/2006/relationships/image" Target="/ppt/media/image11.png" Id="Rc3423e5930c149a0" /><Relationship Type="http://schemas.openxmlformats.org/officeDocument/2006/relationships/notesSlide" Target="/ppt/notesSlides/notesSlide17.xml" Id="R9565bc7b8a684f3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778d96172761431b" /><Relationship Type="http://schemas.openxmlformats.org/officeDocument/2006/relationships/image" Target="/ppt/media/image12.png" Id="R99764958dd8541ae" /><Relationship Type="http://schemas.openxmlformats.org/officeDocument/2006/relationships/notesSlide" Target="/ppt/notesSlides/notesSlide18.xml" Id="Rfb6072121218495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39ed527e74b4ec8" /><Relationship Type="http://schemas.openxmlformats.org/officeDocument/2006/relationships/image" Target="/ppt/media/image13.png" Id="Rb58e6796d5364bc6" /><Relationship Type="http://schemas.openxmlformats.org/officeDocument/2006/relationships/notesSlide" Target="/ppt/notesSlides/notesSlide19.xml" Id="R2abfe0d4ee3a4d6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b29741853107456e" /><Relationship Type="http://schemas.openxmlformats.org/officeDocument/2006/relationships/image" Target="/ppt/media/image14.png" Id="Rc587bc963b5748f0" /><Relationship Type="http://schemas.openxmlformats.org/officeDocument/2006/relationships/notesSlide" Target="/ppt/notesSlides/notesSlide20.xml" Id="R7dba09ccdc56426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c82115ab2ca141b9" /><Relationship Type="http://schemas.openxmlformats.org/officeDocument/2006/relationships/image" Target="/ppt/media/image15.png" Id="Rfa96247157934b0d" /><Relationship Type="http://schemas.openxmlformats.org/officeDocument/2006/relationships/image" Target="/ppt/media/image16.png" Id="R1c263d693cc5428f" /><Relationship Type="http://schemas.openxmlformats.org/officeDocument/2006/relationships/notesSlide" Target="/ppt/notesSlides/notesSlide21.xml" Id="R0e50ed3e1db1439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cb3adacd9d4e43b0" /><Relationship Type="http://schemas.openxmlformats.org/officeDocument/2006/relationships/image" Target="/ppt/media/image17.png" Id="R3e491c625297499a" /><Relationship Type="http://schemas.openxmlformats.org/officeDocument/2006/relationships/notesSlide" Target="/ppt/notesSlides/notesSlide22.xml" Id="R1b588a9f467e49b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9c59756d310e4a2f" /><Relationship Type="http://schemas.openxmlformats.org/officeDocument/2006/relationships/image" Target="/ppt/media/image18.png" Id="R0b702e4b9e65463a" /><Relationship Type="http://schemas.openxmlformats.org/officeDocument/2006/relationships/notesSlide" Target="/ppt/notesSlides/notesSlide23.xml" Id="R52517ab264f640b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77f0b24567574c31" /><Relationship Type="http://schemas.openxmlformats.org/officeDocument/2006/relationships/image" Target="/ppt/media/image19.png" Id="Rbe060cc8f0864e54" /><Relationship Type="http://schemas.openxmlformats.org/officeDocument/2006/relationships/notesSlide" Target="/ppt/notesSlides/notesSlide24.xml" Id="R178ead4c4bad49f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199a5f11187d4d8e" /><Relationship Type="http://schemas.openxmlformats.org/officeDocument/2006/relationships/image" Target="/ppt/media/image20.png" Id="R02ea8423bcae47d3" /><Relationship Type="http://schemas.openxmlformats.org/officeDocument/2006/relationships/notesSlide" Target="/ppt/notesSlides/notesSlide25.xml" Id="R8932e12256c2407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79d91eea08944345" /><Relationship Type="http://schemas.openxmlformats.org/officeDocument/2006/relationships/image" Target="/ppt/media/image21.png" Id="Re4aee0c87da849e0" /><Relationship Type="http://schemas.openxmlformats.org/officeDocument/2006/relationships/image" Target="/ppt/media/image22.png" Id="R54d894238cac46cf" /><Relationship Type="http://schemas.openxmlformats.org/officeDocument/2006/relationships/notesSlide" Target="/ppt/notesSlides/notesSlide26.xml" Id="R72e9401eccb14dc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b70ffc21b0fc4694" /><Relationship Type="http://schemas.openxmlformats.org/officeDocument/2006/relationships/image" Target="/ppt/media/image23.png" Id="Re487e60d0ef449c1" /><Relationship Type="http://schemas.openxmlformats.org/officeDocument/2006/relationships/notesSlide" Target="/ppt/notesSlides/notesSlide27.xml" Id="R1fd07d06d7f04e1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7a93aac13bea44a6" /><Relationship Type="http://schemas.openxmlformats.org/officeDocument/2006/relationships/image" Target="/ppt/media/image24.png" Id="R1abf5f799f434bb3" /><Relationship Type="http://schemas.openxmlformats.org/officeDocument/2006/relationships/notesSlide" Target="/ppt/notesSlides/notesSlide28.xml" Id="R04f8b2b587eb496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6d055b768b764b42" /><Relationship Type="http://schemas.openxmlformats.org/officeDocument/2006/relationships/image" Target="/ppt/media/image25.png" Id="R17300da2be484d66" /><Relationship Type="http://schemas.openxmlformats.org/officeDocument/2006/relationships/notesSlide" Target="/ppt/notesSlides/notesSlide29.xml" Id="R9695b76b73fd4db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23ec5d9add7c40f8" /><Relationship Type="http://schemas.openxmlformats.org/officeDocument/2006/relationships/image" Target="/ppt/media/image26.png" Id="R6204f21f758d4aa7" /><Relationship Type="http://schemas.openxmlformats.org/officeDocument/2006/relationships/notesSlide" Target="/ppt/notesSlides/notesSlide30.xml" Id="R8f56d90d0103443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ee7812c7e1a04047" /><Relationship Type="http://schemas.openxmlformats.org/officeDocument/2006/relationships/image" Target="/ppt/media/image27.png" Id="Ra17c3e9b6d0e484e" /><Relationship Type="http://schemas.openxmlformats.org/officeDocument/2006/relationships/image" Target="/ppt/media/image28.png" Id="R721898698c5348d0" /><Relationship Type="http://schemas.openxmlformats.org/officeDocument/2006/relationships/notesSlide" Target="/ppt/notesSlides/notesSlide31.xml" Id="R4e9269cbd344427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fee6ff97ec4043e0" /><Relationship Type="http://schemas.openxmlformats.org/officeDocument/2006/relationships/image" Target="/ppt/media/image29.png" Id="R0ef49e110b4f470e" /><Relationship Type="http://schemas.openxmlformats.org/officeDocument/2006/relationships/notesSlide" Target="/ppt/notesSlides/notesSlide32.xml" Id="Ra02c1d283cfc45c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8a42525256484cae" /><Relationship Type="http://schemas.openxmlformats.org/officeDocument/2006/relationships/image" Target="/ppt/media/image30.png" Id="R8d8adbc280d14e8c" /><Relationship Type="http://schemas.openxmlformats.org/officeDocument/2006/relationships/notesSlide" Target="/ppt/notesSlides/notesSlide33.xml" Id="R30145bc4f9be4ac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b7de974ea65b49c3" /><Relationship Type="http://schemas.openxmlformats.org/officeDocument/2006/relationships/image" Target="/ppt/media/image31.png" Id="Rf6e361a38bb14015" /><Relationship Type="http://schemas.openxmlformats.org/officeDocument/2006/relationships/notesSlide" Target="/ppt/notesSlides/notesSlide34.xml" Id="Rb900939263b540c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614a4eaefe254118" /><Relationship Type="http://schemas.openxmlformats.org/officeDocument/2006/relationships/image" Target="/ppt/media/image32.png" Id="R6c62129646714ad8" /><Relationship Type="http://schemas.openxmlformats.org/officeDocument/2006/relationships/notesSlide" Target="/ppt/notesSlides/notesSlide35.xml" Id="R940c5ed298b64a6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68a122d51c61422c" /><Relationship Type="http://schemas.openxmlformats.org/officeDocument/2006/relationships/image" Target="/ppt/media/image33.png" Id="Rebfd1dd074e14d30" /><Relationship Type="http://schemas.openxmlformats.org/officeDocument/2006/relationships/image" Target="/ppt/media/image34.png" Id="R0e83fa8dbb984610" /><Relationship Type="http://schemas.openxmlformats.org/officeDocument/2006/relationships/notesSlide" Target="/ppt/notesSlides/notesSlide36.xml" Id="R1a79feb63ed84a8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cd1771be62c44878" /><Relationship Type="http://schemas.openxmlformats.org/officeDocument/2006/relationships/image" Target="/ppt/media/image35.png" Id="R846ed939b8c64aac" /><Relationship Type="http://schemas.openxmlformats.org/officeDocument/2006/relationships/notesSlide" Target="/ppt/notesSlides/notesSlide37.xml" Id="Rb3e50d10b4ed4d6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9999749326574ed7" /><Relationship Type="http://schemas.openxmlformats.org/officeDocument/2006/relationships/image" Target="/ppt/media/image36.png" Id="Rea3c734018434e8d" /><Relationship Type="http://schemas.openxmlformats.org/officeDocument/2006/relationships/notesSlide" Target="/ppt/notesSlides/notesSlide38.xml" Id="R92f6175e6f62423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f90a8df17aa54ea3" /><Relationship Type="http://schemas.openxmlformats.org/officeDocument/2006/relationships/image" Target="/ppt/media/image37.png" Id="R84ef62d684db494b" /><Relationship Type="http://schemas.openxmlformats.org/officeDocument/2006/relationships/notesSlide" Target="/ppt/notesSlides/notesSlide39.xml" Id="R309eb36679a94b5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4429db84708a48d6" /><Relationship Type="http://schemas.openxmlformats.org/officeDocument/2006/relationships/image" Target="/ppt/media/image38.png" Id="R75b7287517bf4c0d" /><Relationship Type="http://schemas.openxmlformats.org/officeDocument/2006/relationships/notesSlide" Target="/ppt/notesSlides/notesSlide40.xml" Id="R1b41a55c6474499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33efe5c925524683" /><Relationship Type="http://schemas.openxmlformats.org/officeDocument/2006/relationships/image" Target="/ppt/media/image39.png" Id="Rd4befd33cd8f4aa0" /><Relationship Type="http://schemas.openxmlformats.org/officeDocument/2006/relationships/image" Target="/ppt/media/image40.png" Id="Rbc7f69da794c4fa8" /><Relationship Type="http://schemas.openxmlformats.org/officeDocument/2006/relationships/notesSlide" Target="/ppt/notesSlides/notesSlide41.xml" Id="Rc9218d4e67414c8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d9b89597eb3d4b0a" /><Relationship Type="http://schemas.openxmlformats.org/officeDocument/2006/relationships/image" Target="/ppt/media/image41.png" Id="Ra1fe05cf6e244bd9" /><Relationship Type="http://schemas.openxmlformats.org/officeDocument/2006/relationships/notesSlide" Target="/ppt/notesSlides/notesSlide42.xml" Id="R4a0b74eadfc94de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1e34cb5a40b4472e" /><Relationship Type="http://schemas.openxmlformats.org/officeDocument/2006/relationships/image" Target="/ppt/media/image42.png" Id="R27a397405bf34a79" /><Relationship Type="http://schemas.openxmlformats.org/officeDocument/2006/relationships/notesSlide" Target="/ppt/notesSlides/notesSlide43.xml" Id="R6b1c45fcf5e54c3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07e86a77324a4f3a" /><Relationship Type="http://schemas.openxmlformats.org/officeDocument/2006/relationships/image" Target="/ppt/media/image43.png" Id="Rbc4180e870d14017" /><Relationship Type="http://schemas.openxmlformats.org/officeDocument/2006/relationships/notesSlide" Target="/ppt/notesSlides/notesSlide44.xml" Id="R72fe105236f5438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a9e62f68821944c7" /><Relationship Type="http://schemas.openxmlformats.org/officeDocument/2006/relationships/image" Target="/ppt/media/image44.png" Id="R51908fc2cce64f84" /><Relationship Type="http://schemas.openxmlformats.org/officeDocument/2006/relationships/notesSlide" Target="/ppt/notesSlides/notesSlide45.xml" Id="R3450338e51e4497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170d8af88314410e" /><Relationship Type="http://schemas.openxmlformats.org/officeDocument/2006/relationships/image" Target="/ppt/media/image45.png" Id="Rca77a66b3976457f" /><Relationship Type="http://schemas.openxmlformats.org/officeDocument/2006/relationships/notesSlide" Target="/ppt/notesSlides/notesSlide46.xml" Id="R04b19799b785432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af619aa7a9d04441" /><Relationship Type="http://schemas.openxmlformats.org/officeDocument/2006/relationships/notesSlide" Target="/ppt/notesSlides/notesSlide47.xml" Id="R03f86992df8d499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22fc0c5deff84354" /><Relationship Type="http://schemas.openxmlformats.org/officeDocument/2006/relationships/image" Target="/ppt/media/image46.png" Id="R622d7d9748254828" /><Relationship Type="http://schemas.openxmlformats.org/officeDocument/2006/relationships/notesSlide" Target="/ppt/notesSlides/notesSlide48.xml" Id="Rf9eb19178d3d477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eb2965fe07be4746" /><Relationship Type="http://schemas.openxmlformats.org/officeDocument/2006/relationships/image" Target="/ppt/media/image47.png" Id="Rac402ac9ff95418c" /><Relationship Type="http://schemas.openxmlformats.org/officeDocument/2006/relationships/notesSlide" Target="/ppt/notesSlides/notesSlide49.xml" Id="R5ef823ed3c5e48f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a419b37b39134d94" /><Relationship Type="http://schemas.openxmlformats.org/officeDocument/2006/relationships/notesSlide" Target="/ppt/notesSlides/notesSlide50.xml" Id="R1fe88a53c0ab423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7f11b20c78454dbc" /><Relationship Type="http://schemas.openxmlformats.org/officeDocument/2006/relationships/image" Target="/ppt/media/image48.png" Id="R0f4e303b93c140f6" /><Relationship Type="http://schemas.openxmlformats.org/officeDocument/2006/relationships/notesSlide" Target="/ppt/notesSlides/notesSlide51.xml" Id="Rb95a3b043ecb4b5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0cefd0a06ae44181" /><Relationship Type="http://schemas.openxmlformats.org/officeDocument/2006/relationships/notesSlide" Target="/ppt/notesSlides/notesSlide52.xml" Id="R6ed8f4d2019e403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5ae90e6107f44137" /><Relationship Type="http://schemas.openxmlformats.org/officeDocument/2006/relationships/notesSlide" Target="/ppt/notesSlides/notesSlide53.xml" Id="R0ed3ea6ebac64a1c"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0FB075D1-79F3-4D69-BF3D-3FB52A91F7F4}"/>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E90D3EE5-4A09-48A8-B03B-4ED3CC791449}"/>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A7661CDC-F659-4F63-902D-6E91B4C0BB1A}"/>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64F2DEE9-62A7-4091-8310-4A997E37931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103858899"/>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35f142d244914d95"/>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6AC2C74A-43AC-4968-B233-F860985B53EB}"/>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8C661FF1-D5CE-44D2-9690-6B3375D26EA5}"/>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FDEFBABC-7376-42BB-AADB-6211E2D183A9}"/>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21433EF9-51E4-437A-B69C-39FA876456ED}"/>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23EFEFDB-F579-404F-80E5-94F897963122}"/>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3A96642B-4395-4FF4-82B5-838CB0D4B67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880632632"/>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4E3CAD7F-0F35-4D44-911D-7F3D6B6E4815}"/>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BFE2AF3B-9B85-49F3-8C1B-A7E8443F41A2}"/>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240693A7-52CE-4A98-9CDC-F2CFB66F98CD}"/>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3FD9C75B-260C-4163-AA33-FBDC897D3ABA}"/>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2449DE96-B96D-44C1-9BE0-63BA84EBB077}"/>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065D52E4-80CA-4BA6-985F-A10BA3559BF3}"/>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A1905850-56AB-4655-8B67-849EBFEED288}"/>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300F71CC-D2FC-494A-BFE6-E26313A28CDC}"/>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AE879B06-CBD8-4E59-B223-BB5BB9DA7402}"/>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78460BA5-5F3A-4560-ABC7-E9E0A4E4851C}"/>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B597DDDB-4CED-4775-9798-281CFE4482ED}"/>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850A4C11-B37A-4C38-843C-3774756F13B7}"/>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21BFC25E-6AD6-4C6B-82C3-167CFCE7022E}"/>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CA4C3D49-8668-4D1F-8971-6485D334AF1F}"/>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072FA51F-9CA2-4911-BC51-91B3DAE9970E}"/>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F8596429-BF48-491A-9B64-992B3E526880}"/>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5FF3580A-104F-49BA-B356-1C8D2A6CCD28}"/>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0AEF56D0-DB18-4A18-B96C-FDB297C012B4}"/>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50AF1760-3658-40AC-AA55-45979306C169}"/>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60F99115-D121-489C-B0A4-EF2D495D25FC}"/>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B05013E8-BF0B-4C03-914E-FB7180B9785D}"/>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F2D3FEF0-A493-4BD1-A78F-F31C25E6E3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2840622973"/>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2B953385-4EF9-43C1-8219-206B859203F6}"/>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584A4D7B-F86D-4007-9345-1BE2EE75FF30}"/>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EE0F6EE1-5AD7-49A1-95D9-959CD467BC96}"/>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CBB14642-A4E8-4592-8E8F-808F45D78D1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4133742091"/>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2B4AA92D-2A36-4FAC-B4DC-397363CB75B4}"/>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E8AD2EE2-73F3-4BC8-BE0A-90128DEE64C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FCCF026F-7F00-4151-ACB5-79DAF3271AF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2404695793"/>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F87C6021-3A97-47DD-9A4C-4F92E2C2F04C}"/>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A401D91F-AA35-4CB2-BF06-F511F1F1864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1156E370-D749-4A9C-B3D9-3EC4FEE0A9AB}"/>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52944739-E7B7-4D57-9D1C-3818022FC429}"/>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8620F6A1-B9EA-408D-B825-4CBD277490DC}"/>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C360075E-26DD-4C20-BAA4-88148BC48BAA}"/>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39318810-CD02-4106-83F7-6D57BC9E42FC}"/>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578BEABA-8190-4671-A6EF-3304F7971547}"/>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F90D9BBA-F548-44DF-B327-DAACF88B6FB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178316253"/>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9AEBE53D-C542-4898-B795-FB41A2E65272}"/>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5EF4C23B-FF0F-45D0-B783-C5F63DC8F95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86F5F0A4-A3C7-4E8D-AB79-6BE497F3E252}"/>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409C73D9-4CD0-4036-A154-5F278004A952}"/>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FB6DC4DB-3E27-4934-B1C1-182508287873}"/>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973DCE5D-241D-46D5-9F1F-42D1018EF24F}"/>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AACDD886-D5BE-4B9F-ACAE-9AECE507DB11}"/>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C15D4153-D954-48AC-9293-271655DD77E4}"/>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E3B5EF0E-809B-4218-9C85-0BD4286D245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695961417"/>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A01DD9CE-309C-4041-84D2-FCAEE1EE3C0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B4573E20-0619-4470-957D-D13C9E81A458}"/>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4DDB9C49-8AC1-4825-9856-6CA4EC74ABFA}"/>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DFE3B381-4326-4DF9-8ADF-F7C3F8A2493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017981993"/>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733ea14a0cab42e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C9473D4A-E5E5-4D33-9815-81D19CF46B3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694526249"/>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583079f18558412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0BD076D8-EF56-4B49-9287-660273D028E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792917419"/>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fabb1720f9c1418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169B766F-8A24-4939-88A2-93A484B33BF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645075623"/>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d6b050fb339e4c0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13853B25-98DE-406F-9DC5-4143AD1D45C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836947525"/>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ea01f465e3dc4e5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1B8257CA-4DA5-4F82-A9A3-353C71DB008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907386620"/>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e8ad2cac0f4a444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5D6E3693-8619-47E1-9619-593854AFD4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709063912"/>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56C51A26-F4EC-4D10-9B28-4BFACBC20D2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7" name="mini-map"/>
          <p:cNvPicPr>
            <a:picLocks xmlns:a="http://schemas.openxmlformats.org/drawingml/2006/main" noChangeAspect="1"/>
          </p:cNvPicPr>
          <p:nvPr/>
        </p:nvPicPr>
        <p:blipFill>
          <a:blip xmlns:r="http://schemas.openxmlformats.org/officeDocument/2006/relationships" xmlns:a="http://schemas.openxmlformats.org/drawingml/2006/main" r:embed="R61abac3d49bf432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41D020AB-D432-427A-B670-FBF45C76299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7AB0458C-B739-40BB-8B40-0C2EB26CC30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FE8AFDC6-F34F-4F95-B939-7C57BF1CB129}"/>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4B3B85AE-7DDC-46C4-AA1F-A2B0039DFB8D}"/>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82" name="10-text-3">
            <a:extLst xmlns:a="http://schemas.openxmlformats.org/drawingml/2006/main">
              <a:ext uri="{FF2B5EF4-FFF2-40B4-BE49-F238E27FC236}">
                <a16:creationId xmlns:a16="http://schemas.microsoft.com/office/drawing/2014/main" id="{91BA34AF-54E9-4881-9968-0C6699E40061}"/>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51A3E02D-2062-4BE0-B689-C34D93BB86A9}"/>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BE3C1D95-7048-4F39-88B9-02E0CC4CE66A}"/>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CF62BE54-5E31-46F3-B333-E567A2A18B88}"/>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5852EAB9-2B1F-47EB-8567-33591048673C}"/>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3EDB9B87-CE93-40F8-8DE6-D73FDA0D4334}"/>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E5F78D58-2B9C-4003-AF8E-206BE5E17D5F}"/>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1A15C0DD-8597-4A3B-8E11-3DAF59F3E967}"/>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2ED60EB0-5F5A-4338-88F7-B8375A31876E}"/>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30459499-279A-46D9-873A-F3A757E47834}"/>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92" name="10-text-13">
            <a:extLst xmlns:a="http://schemas.openxmlformats.org/drawingml/2006/main">
              <a:ext uri="{FF2B5EF4-FFF2-40B4-BE49-F238E27FC236}">
                <a16:creationId xmlns:a16="http://schemas.microsoft.com/office/drawing/2014/main" id="{60B76D23-FC62-4FEC-9676-0D1457DB522D}"/>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93" name="10-text-14">
            <a:extLst xmlns:a="http://schemas.openxmlformats.org/drawingml/2006/main">
              <a:ext uri="{FF2B5EF4-FFF2-40B4-BE49-F238E27FC236}">
                <a16:creationId xmlns:a16="http://schemas.microsoft.com/office/drawing/2014/main" id="{7D699656-829D-45BD-B52C-6D525597C500}"/>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94" name="10-text-15">
            <a:extLst xmlns:a="http://schemas.openxmlformats.org/drawingml/2006/main">
              <a:ext uri="{FF2B5EF4-FFF2-40B4-BE49-F238E27FC236}">
                <a16:creationId xmlns:a16="http://schemas.microsoft.com/office/drawing/2014/main" id="{B8880FBD-9744-4013-A54B-463A70CD20BE}"/>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5" name="narrative-number">
            <a:extLst xmlns:a="http://schemas.openxmlformats.org/drawingml/2006/main">
              <a:ext uri="{FF2B5EF4-FFF2-40B4-BE49-F238E27FC236}">
                <a16:creationId xmlns:a16="http://schemas.microsoft.com/office/drawing/2014/main" id="{4E9C5CB6-16BE-472E-9C72-7E31C6DDAE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894582148"/>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6" name="!!area-name">
            <a:extLst xmlns:a="http://schemas.openxmlformats.org/drawingml/2006/main">
              <a:ext uri="{FF2B5EF4-FFF2-40B4-BE49-F238E27FC236}">
                <a16:creationId xmlns:a16="http://schemas.microsoft.com/office/drawing/2014/main" id="{C4F52F6C-0BB3-4E09-A23A-F03E5E73410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2a7306fd9f494ac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8" name="header-divider">
            <a:extLst xmlns:a="http://schemas.openxmlformats.org/drawingml/2006/main">
              <a:ext uri="{FF2B5EF4-FFF2-40B4-BE49-F238E27FC236}">
                <a16:creationId xmlns:a16="http://schemas.microsoft.com/office/drawing/2014/main" id="{67BB34F3-DE68-4B61-97B4-61C843BC213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9" name="11-text-1">
            <a:extLst xmlns:a="http://schemas.openxmlformats.org/drawingml/2006/main">
              <a:ext uri="{FF2B5EF4-FFF2-40B4-BE49-F238E27FC236}">
                <a16:creationId xmlns:a16="http://schemas.microsoft.com/office/drawing/2014/main" id="{CF82EE4A-5AE8-450C-B915-8D0BA81E9133}"/>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100" name="11-text-2">
            <a:extLst xmlns:a="http://schemas.openxmlformats.org/drawingml/2006/main">
              <a:ext uri="{FF2B5EF4-FFF2-40B4-BE49-F238E27FC236}">
                <a16:creationId xmlns:a16="http://schemas.microsoft.com/office/drawing/2014/main" id="{4069561E-FC8C-47F8-8CBB-32E06DA436E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101" name="11-text-3">
            <a:extLst xmlns:a="http://schemas.openxmlformats.org/drawingml/2006/main">
              <a:ext uri="{FF2B5EF4-FFF2-40B4-BE49-F238E27FC236}">
                <a16:creationId xmlns:a16="http://schemas.microsoft.com/office/drawing/2014/main" id="{42D8C348-DE2C-48DC-92D6-2A7CF806785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110" name="11-image-4"/>
          <p:cNvPicPr>
            <a:picLocks xmlns:a="http://schemas.openxmlformats.org/drawingml/2006/main" noChangeAspect="1"/>
          </p:cNvPicPr>
          <p:nvPr/>
        </p:nvPicPr>
        <p:blipFill>
          <a:blip xmlns:r="http://schemas.openxmlformats.org/officeDocument/2006/relationships" xmlns:a="http://schemas.openxmlformats.org/drawingml/2006/main" r:embed="R9fea7206fa354a6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3" name="narrative-number">
            <a:extLst xmlns:a="http://schemas.openxmlformats.org/drawingml/2006/main">
              <a:ext uri="{FF2B5EF4-FFF2-40B4-BE49-F238E27FC236}">
                <a16:creationId xmlns:a16="http://schemas.microsoft.com/office/drawing/2014/main" id="{01C14B1F-8B5F-432F-B285-C213C37F9C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945070510"/>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E2279F05-DA79-487E-92FE-4940C1503BE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5" name="mini-map"/>
          <p:cNvPicPr>
            <a:picLocks xmlns:a="http://schemas.openxmlformats.org/drawingml/2006/main" noChangeAspect="1"/>
          </p:cNvPicPr>
          <p:nvPr/>
        </p:nvPicPr>
        <p:blipFill>
          <a:blip xmlns:r="http://schemas.openxmlformats.org/officeDocument/2006/relationships" xmlns:a="http://schemas.openxmlformats.org/drawingml/2006/main" r:embed="Rc3423e5930c149a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D8F8F1E1-6630-4BB6-B024-B4738F678A6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7" name="header-divider">
            <a:extLst xmlns:a="http://schemas.openxmlformats.org/drawingml/2006/main">
              <a:ext uri="{FF2B5EF4-FFF2-40B4-BE49-F238E27FC236}">
                <a16:creationId xmlns:a16="http://schemas.microsoft.com/office/drawing/2014/main" id="{794D8420-9B12-4883-863B-8E56B584C43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12-text-1">
            <a:extLst xmlns:a="http://schemas.openxmlformats.org/drawingml/2006/main">
              <a:ext uri="{FF2B5EF4-FFF2-40B4-BE49-F238E27FC236}">
                <a16:creationId xmlns:a16="http://schemas.microsoft.com/office/drawing/2014/main" id="{1C775173-47A7-4B53-8381-EBBACEA2E698}"/>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9" name="12-text-2">
            <a:extLst xmlns:a="http://schemas.openxmlformats.org/drawingml/2006/main">
              <a:ext uri="{FF2B5EF4-FFF2-40B4-BE49-F238E27FC236}">
                <a16:creationId xmlns:a16="http://schemas.microsoft.com/office/drawing/2014/main" id="{C5601672-1D67-4997-9BD6-7C1F84C09A24}"/>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10" name="12-text-3">
            <a:extLst xmlns:a="http://schemas.openxmlformats.org/drawingml/2006/main">
              <a:ext uri="{FF2B5EF4-FFF2-40B4-BE49-F238E27FC236}">
                <a16:creationId xmlns:a16="http://schemas.microsoft.com/office/drawing/2014/main" id="{81A547C1-3547-44D8-A0E8-3DA838ADFECB}"/>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11" name="12-text-4">
            <a:extLst xmlns:a="http://schemas.openxmlformats.org/drawingml/2006/main">
              <a:ext uri="{FF2B5EF4-FFF2-40B4-BE49-F238E27FC236}">
                <a16:creationId xmlns:a16="http://schemas.microsoft.com/office/drawing/2014/main" id="{E8E0498F-09D7-4270-8EC5-652995E880BC}"/>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12" name="12-text-5">
            <a:extLst xmlns:a="http://schemas.openxmlformats.org/drawingml/2006/main">
              <a:ext uri="{FF2B5EF4-FFF2-40B4-BE49-F238E27FC236}">
                <a16:creationId xmlns:a16="http://schemas.microsoft.com/office/drawing/2014/main" id="{F17340AE-FF11-4CE3-9E45-6C3BF61BB2F4}"/>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3" name="12-text-6">
            <a:extLst xmlns:a="http://schemas.openxmlformats.org/drawingml/2006/main">
              <a:ext uri="{FF2B5EF4-FFF2-40B4-BE49-F238E27FC236}">
                <a16:creationId xmlns:a16="http://schemas.microsoft.com/office/drawing/2014/main" id="{0E5528D1-42D9-4C56-AF58-17BABE5B86B4}"/>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4" name="12-line-8">
            <a:extLst xmlns:a="http://schemas.openxmlformats.org/drawingml/2006/main">
              <a:ext uri="{FF2B5EF4-FFF2-40B4-BE49-F238E27FC236}">
                <a16:creationId xmlns:a16="http://schemas.microsoft.com/office/drawing/2014/main" id="{C163EC76-398A-4014-9970-3DD38A0B4B6B}"/>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5" name="12-line-10">
            <a:extLst xmlns:a="http://schemas.openxmlformats.org/drawingml/2006/main">
              <a:ext uri="{FF2B5EF4-FFF2-40B4-BE49-F238E27FC236}">
                <a16:creationId xmlns:a16="http://schemas.microsoft.com/office/drawing/2014/main" id="{3101D2EF-DE1A-4A0E-85FF-8484EDC3461E}"/>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6" name="12-text-11">
            <a:extLst xmlns:a="http://schemas.openxmlformats.org/drawingml/2006/main">
              <a:ext uri="{FF2B5EF4-FFF2-40B4-BE49-F238E27FC236}">
                <a16:creationId xmlns:a16="http://schemas.microsoft.com/office/drawing/2014/main" id="{75146F39-D5E1-47E2-8850-AD34AA9F73E0}"/>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7" name="12-text-12">
            <a:extLst xmlns:a="http://schemas.openxmlformats.org/drawingml/2006/main">
              <a:ext uri="{FF2B5EF4-FFF2-40B4-BE49-F238E27FC236}">
                <a16:creationId xmlns:a16="http://schemas.microsoft.com/office/drawing/2014/main" id="{4BBAB5E2-AAE5-4991-86BB-E6A8CDAF38AD}"/>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8" name="12-text-13">
            <a:extLst xmlns:a="http://schemas.openxmlformats.org/drawingml/2006/main">
              <a:ext uri="{FF2B5EF4-FFF2-40B4-BE49-F238E27FC236}">
                <a16:creationId xmlns:a16="http://schemas.microsoft.com/office/drawing/2014/main" id="{ABECE477-2312-4B00-A956-8645BF78BB52}"/>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9" name="12-text-14">
            <a:extLst xmlns:a="http://schemas.openxmlformats.org/drawingml/2006/main">
              <a:ext uri="{FF2B5EF4-FFF2-40B4-BE49-F238E27FC236}">
                <a16:creationId xmlns:a16="http://schemas.microsoft.com/office/drawing/2014/main" id="{15FB2140-74A6-4DE7-8517-A0C728722A22}"/>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20" name="12-text-15">
            <a:extLst xmlns:a="http://schemas.openxmlformats.org/drawingml/2006/main">
              <a:ext uri="{FF2B5EF4-FFF2-40B4-BE49-F238E27FC236}">
                <a16:creationId xmlns:a16="http://schemas.microsoft.com/office/drawing/2014/main" id="{4651D43E-E2B0-482C-B6FC-97F224B84B26}"/>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21" name="12-text-16">
            <a:extLst xmlns:a="http://schemas.openxmlformats.org/drawingml/2006/main">
              <a:ext uri="{FF2B5EF4-FFF2-40B4-BE49-F238E27FC236}">
                <a16:creationId xmlns:a16="http://schemas.microsoft.com/office/drawing/2014/main" id="{3CF88F78-00EA-4760-B492-2209452BEF01}"/>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22" name="12-text-17">
            <a:extLst xmlns:a="http://schemas.openxmlformats.org/drawingml/2006/main">
              <a:ext uri="{FF2B5EF4-FFF2-40B4-BE49-F238E27FC236}">
                <a16:creationId xmlns:a16="http://schemas.microsoft.com/office/drawing/2014/main" id="{1D91DCB8-251E-41AE-91C9-FF0150E4EC52}"/>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3" name="narrative-number">
            <a:extLst xmlns:a="http://schemas.openxmlformats.org/drawingml/2006/main">
              <a:ext uri="{FF2B5EF4-FFF2-40B4-BE49-F238E27FC236}">
                <a16:creationId xmlns:a16="http://schemas.microsoft.com/office/drawing/2014/main" id="{39927DAF-799B-46D9-A22B-94A6414B22A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179904641"/>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4" name="!!area-name">
            <a:extLst xmlns:a="http://schemas.openxmlformats.org/drawingml/2006/main">
              <a:ext uri="{FF2B5EF4-FFF2-40B4-BE49-F238E27FC236}">
                <a16:creationId xmlns:a16="http://schemas.microsoft.com/office/drawing/2014/main" id="{95422344-91F4-474D-945B-24D3BD93ECC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6" name="mini-map"/>
          <p:cNvPicPr>
            <a:picLocks xmlns:a="http://schemas.openxmlformats.org/drawingml/2006/main" noChangeAspect="1"/>
          </p:cNvPicPr>
          <p:nvPr/>
        </p:nvPicPr>
        <p:blipFill>
          <a:blip xmlns:r="http://schemas.openxmlformats.org/officeDocument/2006/relationships" xmlns:a="http://schemas.openxmlformats.org/drawingml/2006/main" r:embed="R99764958dd8541a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6" name="slide-title">
            <a:extLst xmlns:a="http://schemas.openxmlformats.org/drawingml/2006/main">
              <a:ext uri="{FF2B5EF4-FFF2-40B4-BE49-F238E27FC236}">
                <a16:creationId xmlns:a16="http://schemas.microsoft.com/office/drawing/2014/main" id="{35246D67-2FD4-4641-AA8A-53FD957DC53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7" name="header-divider">
            <a:extLst xmlns:a="http://schemas.openxmlformats.org/drawingml/2006/main">
              <a:ext uri="{FF2B5EF4-FFF2-40B4-BE49-F238E27FC236}">
                <a16:creationId xmlns:a16="http://schemas.microsoft.com/office/drawing/2014/main" id="{42086D97-C73B-4DF5-9DE9-8E45B59DD55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8" name="13-text-1">
            <a:extLst xmlns:a="http://schemas.openxmlformats.org/drawingml/2006/main">
              <a:ext uri="{FF2B5EF4-FFF2-40B4-BE49-F238E27FC236}">
                <a16:creationId xmlns:a16="http://schemas.microsoft.com/office/drawing/2014/main" id="{2DEAA263-FD4A-4A12-AB81-2C7D7D4416F9}"/>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9" name="13-text-2">
            <a:extLst xmlns:a="http://schemas.openxmlformats.org/drawingml/2006/main">
              <a:ext uri="{FF2B5EF4-FFF2-40B4-BE49-F238E27FC236}">
                <a16:creationId xmlns:a16="http://schemas.microsoft.com/office/drawing/2014/main" id="{6185C7FE-C70B-4B50-9B64-EAEB1C5ABC6E}"/>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30" name="13-text-3">
            <a:extLst xmlns:a="http://schemas.openxmlformats.org/drawingml/2006/main">
              <a:ext uri="{FF2B5EF4-FFF2-40B4-BE49-F238E27FC236}">
                <a16:creationId xmlns:a16="http://schemas.microsoft.com/office/drawing/2014/main" id="{C092DE28-E046-418E-BCE3-A79665D468C3}"/>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31" name="13-text-4">
            <a:extLst xmlns:a="http://schemas.openxmlformats.org/drawingml/2006/main">
              <a:ext uri="{FF2B5EF4-FFF2-40B4-BE49-F238E27FC236}">
                <a16:creationId xmlns:a16="http://schemas.microsoft.com/office/drawing/2014/main" id="{A31A4C1F-9200-4041-8292-7DEFAAAE2F9E}"/>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32" name="13-text-5">
            <a:extLst xmlns:a="http://schemas.openxmlformats.org/drawingml/2006/main">
              <a:ext uri="{FF2B5EF4-FFF2-40B4-BE49-F238E27FC236}">
                <a16:creationId xmlns:a16="http://schemas.microsoft.com/office/drawing/2014/main" id="{E87D31D7-E25D-48D7-BE8E-0828AE878E8A}"/>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3" name="13-text-6">
            <a:extLst xmlns:a="http://schemas.openxmlformats.org/drawingml/2006/main">
              <a:ext uri="{FF2B5EF4-FFF2-40B4-BE49-F238E27FC236}">
                <a16:creationId xmlns:a16="http://schemas.microsoft.com/office/drawing/2014/main" id="{33347154-C4FB-46DF-B665-84EAA8469E89}"/>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4" name="narrative-number">
            <a:extLst xmlns:a="http://schemas.openxmlformats.org/drawingml/2006/main">
              <a:ext uri="{FF2B5EF4-FFF2-40B4-BE49-F238E27FC236}">
                <a16:creationId xmlns:a16="http://schemas.microsoft.com/office/drawing/2014/main" id="{69D841B3-C659-42CD-B77C-1743EFFC6D5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128110984"/>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5" name="!!area-name">
            <a:extLst xmlns:a="http://schemas.openxmlformats.org/drawingml/2006/main">
              <a:ext uri="{FF2B5EF4-FFF2-40B4-BE49-F238E27FC236}">
                <a16:creationId xmlns:a16="http://schemas.microsoft.com/office/drawing/2014/main" id="{29C4AA76-B1D1-491E-83BD-D7350E13D42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b58e6796d5364bc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7" name="slide-title">
            <a:extLst xmlns:a="http://schemas.openxmlformats.org/drawingml/2006/main">
              <a:ext uri="{FF2B5EF4-FFF2-40B4-BE49-F238E27FC236}">
                <a16:creationId xmlns:a16="http://schemas.microsoft.com/office/drawing/2014/main" id="{71B59CB6-155A-47E7-A241-A4953589ED3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8" name="header-divider">
            <a:extLst xmlns:a="http://schemas.openxmlformats.org/drawingml/2006/main">
              <a:ext uri="{FF2B5EF4-FFF2-40B4-BE49-F238E27FC236}">
                <a16:creationId xmlns:a16="http://schemas.microsoft.com/office/drawing/2014/main" id="{AC502983-9D89-43D4-B366-381305DE789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4-text-1">
            <a:extLst xmlns:a="http://schemas.openxmlformats.org/drawingml/2006/main">
              <a:ext uri="{FF2B5EF4-FFF2-40B4-BE49-F238E27FC236}">
                <a16:creationId xmlns:a16="http://schemas.microsoft.com/office/drawing/2014/main" id="{5A2A5339-D6FB-4CAC-A770-E228A44CAA9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40" name="14-text-2">
            <a:extLst xmlns:a="http://schemas.openxmlformats.org/drawingml/2006/main">
              <a:ext uri="{FF2B5EF4-FFF2-40B4-BE49-F238E27FC236}">
                <a16:creationId xmlns:a16="http://schemas.microsoft.com/office/drawing/2014/main" id="{D12089AB-50C3-460C-BCA8-C785FE927EC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41" name="14-text-3">
            <a:extLst xmlns:a="http://schemas.openxmlformats.org/drawingml/2006/main">
              <a:ext uri="{FF2B5EF4-FFF2-40B4-BE49-F238E27FC236}">
                <a16:creationId xmlns:a16="http://schemas.microsoft.com/office/drawing/2014/main" id="{3BA46FBB-830C-427B-81FA-8D85DFC308A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42" name="14-text-4">
            <a:extLst xmlns:a="http://schemas.openxmlformats.org/drawingml/2006/main">
              <a:ext uri="{FF2B5EF4-FFF2-40B4-BE49-F238E27FC236}">
                <a16:creationId xmlns:a16="http://schemas.microsoft.com/office/drawing/2014/main" id="{7C16E9ED-0A4B-497A-B5A2-8F9A16048B8D}"/>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3" name="14-text-5">
            <a:extLst xmlns:a="http://schemas.openxmlformats.org/drawingml/2006/main">
              <a:ext uri="{FF2B5EF4-FFF2-40B4-BE49-F238E27FC236}">
                <a16:creationId xmlns:a16="http://schemas.microsoft.com/office/drawing/2014/main" id="{9AB6734C-F21C-47D7-9C83-447C8F23212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4" name="14-text-6">
            <a:extLst xmlns:a="http://schemas.openxmlformats.org/drawingml/2006/main">
              <a:ext uri="{FF2B5EF4-FFF2-40B4-BE49-F238E27FC236}">
                <a16:creationId xmlns:a16="http://schemas.microsoft.com/office/drawing/2014/main" id="{12B62507-31A8-4EB9-99F0-04B53E4BE82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5" name="14-text-7">
            <a:extLst xmlns:a="http://schemas.openxmlformats.org/drawingml/2006/main">
              <a:ext uri="{FF2B5EF4-FFF2-40B4-BE49-F238E27FC236}">
                <a16:creationId xmlns:a16="http://schemas.microsoft.com/office/drawing/2014/main" id="{F15255CD-945A-4234-89C6-FE2A4FED24C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6" name="14-text-8">
            <a:extLst xmlns:a="http://schemas.openxmlformats.org/drawingml/2006/main">
              <a:ext uri="{FF2B5EF4-FFF2-40B4-BE49-F238E27FC236}">
                <a16:creationId xmlns:a16="http://schemas.microsoft.com/office/drawing/2014/main" id="{708E5B6D-20EB-4FD3-9BD4-D2D00CEBA1F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7" name="narrative-number">
            <a:extLst xmlns:a="http://schemas.openxmlformats.org/drawingml/2006/main">
              <a:ext uri="{FF2B5EF4-FFF2-40B4-BE49-F238E27FC236}">
                <a16:creationId xmlns:a16="http://schemas.microsoft.com/office/drawing/2014/main" id="{9E5F0C9F-9414-4895-B82D-86ABAECD9C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214764622"/>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name">
            <a:extLst xmlns:a="http://schemas.openxmlformats.org/drawingml/2006/main">
              <a:ext uri="{FF2B5EF4-FFF2-40B4-BE49-F238E27FC236}">
                <a16:creationId xmlns:a16="http://schemas.microsoft.com/office/drawing/2014/main" id="{FDB7ECF8-2158-411C-897E-F9809FDA43D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c587bc963b5748f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0" name="slide-title">
            <a:extLst xmlns:a="http://schemas.openxmlformats.org/drawingml/2006/main">
              <a:ext uri="{FF2B5EF4-FFF2-40B4-BE49-F238E27FC236}">
                <a16:creationId xmlns:a16="http://schemas.microsoft.com/office/drawing/2014/main" id="{A6E43422-9753-4564-9C62-ECFC2EB0518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51" name="header-divider">
            <a:extLst xmlns:a="http://schemas.openxmlformats.org/drawingml/2006/main">
              <a:ext uri="{FF2B5EF4-FFF2-40B4-BE49-F238E27FC236}">
                <a16:creationId xmlns:a16="http://schemas.microsoft.com/office/drawing/2014/main" id="{1ED46EB8-D695-4BAB-B26F-BBD32056B62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15-text-1">
            <a:extLst xmlns:a="http://schemas.openxmlformats.org/drawingml/2006/main">
              <a:ext uri="{FF2B5EF4-FFF2-40B4-BE49-F238E27FC236}">
                <a16:creationId xmlns:a16="http://schemas.microsoft.com/office/drawing/2014/main" id="{AA74C371-89D0-42B8-80B1-13D585F79ED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53" name="15-text-2">
            <a:extLst xmlns:a="http://schemas.openxmlformats.org/drawingml/2006/main">
              <a:ext uri="{FF2B5EF4-FFF2-40B4-BE49-F238E27FC236}">
                <a16:creationId xmlns:a16="http://schemas.microsoft.com/office/drawing/2014/main" id="{F575893C-D762-4694-A05B-EBB8EF99BAF1}"/>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54" name="15-text-3">
            <a:extLst xmlns:a="http://schemas.openxmlformats.org/drawingml/2006/main">
              <a:ext uri="{FF2B5EF4-FFF2-40B4-BE49-F238E27FC236}">
                <a16:creationId xmlns:a16="http://schemas.microsoft.com/office/drawing/2014/main" id="{C1BC82DF-17DC-4C90-A066-7281F04FEAA7}"/>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5" name="15-text-4">
            <a:extLst xmlns:a="http://schemas.openxmlformats.org/drawingml/2006/main">
              <a:ext uri="{FF2B5EF4-FFF2-40B4-BE49-F238E27FC236}">
                <a16:creationId xmlns:a16="http://schemas.microsoft.com/office/drawing/2014/main" id="{4C88555B-9EEC-4027-ABD6-973ADCECD825}"/>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6" name="15-text-5">
            <a:extLst xmlns:a="http://schemas.openxmlformats.org/drawingml/2006/main">
              <a:ext uri="{FF2B5EF4-FFF2-40B4-BE49-F238E27FC236}">
                <a16:creationId xmlns:a16="http://schemas.microsoft.com/office/drawing/2014/main" id="{696238FA-12B8-4A2C-9584-9EB4CD74BFD9}"/>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7" name="15-text-6">
            <a:extLst xmlns:a="http://schemas.openxmlformats.org/drawingml/2006/main">
              <a:ext uri="{FF2B5EF4-FFF2-40B4-BE49-F238E27FC236}">
                <a16:creationId xmlns:a16="http://schemas.microsoft.com/office/drawing/2014/main" id="{5CDD365E-4A17-447E-B511-BF3310642F43}"/>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8" name="15-text-7">
            <a:extLst xmlns:a="http://schemas.openxmlformats.org/drawingml/2006/main">
              <a:ext uri="{FF2B5EF4-FFF2-40B4-BE49-F238E27FC236}">
                <a16:creationId xmlns:a16="http://schemas.microsoft.com/office/drawing/2014/main" id="{9CEA495F-942E-4FA9-B341-7CCFE703502A}"/>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72"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60" name="narrative-number">
            <a:extLst xmlns:a="http://schemas.openxmlformats.org/drawingml/2006/main">
              <a:ext uri="{FF2B5EF4-FFF2-40B4-BE49-F238E27FC236}">
                <a16:creationId xmlns:a16="http://schemas.microsoft.com/office/drawing/2014/main" id="{104DF5EB-0F2E-405A-8A66-7AA1883ECE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4155113581"/>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B4B8D039-EDFA-4F0B-8D89-1C6620E0927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fa96247157934b0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1DE4FDA9-C2ED-445D-A976-BFCB0A347FB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16-text-1">
            <a:extLst xmlns:a="http://schemas.openxmlformats.org/drawingml/2006/main">
              <a:ext uri="{FF2B5EF4-FFF2-40B4-BE49-F238E27FC236}">
                <a16:creationId xmlns:a16="http://schemas.microsoft.com/office/drawing/2014/main" id="{025E7085-FA4A-4A8A-85D2-9E8D5FFA7309}"/>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5" name="16-text-2">
            <a:extLst xmlns:a="http://schemas.openxmlformats.org/drawingml/2006/main">
              <a:ext uri="{FF2B5EF4-FFF2-40B4-BE49-F238E27FC236}">
                <a16:creationId xmlns:a16="http://schemas.microsoft.com/office/drawing/2014/main" id="{EED5E19A-1B6E-4047-BA99-CF287AD8419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6" name="16-text-3">
            <a:extLst xmlns:a="http://schemas.openxmlformats.org/drawingml/2006/main">
              <a:ext uri="{FF2B5EF4-FFF2-40B4-BE49-F238E27FC236}">
                <a16:creationId xmlns:a16="http://schemas.microsoft.com/office/drawing/2014/main" id="{6A4ADA3A-F25E-41C8-8071-8F991CEDEA2A}"/>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5" name="16-image-4"/>
          <p:cNvPicPr>
            <a:picLocks xmlns:a="http://schemas.openxmlformats.org/drawingml/2006/main" noChangeAspect="1"/>
          </p:cNvPicPr>
          <p:nvPr/>
        </p:nvPicPr>
        <p:blipFill>
          <a:blip xmlns:r="http://schemas.openxmlformats.org/officeDocument/2006/relationships" xmlns:a="http://schemas.openxmlformats.org/drawingml/2006/main" r:embed="R1c263d693cc5428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8" name="narrative-number">
            <a:extLst xmlns:a="http://schemas.openxmlformats.org/drawingml/2006/main">
              <a:ext uri="{FF2B5EF4-FFF2-40B4-BE49-F238E27FC236}">
                <a16:creationId xmlns:a16="http://schemas.microsoft.com/office/drawing/2014/main" id="{FE267D1F-B2AC-47ED-BE7E-6F40DB18FB8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041920522"/>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BD614030-25F2-4F5F-B9FF-E35DED728F1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93" name="mini-map"/>
          <p:cNvPicPr>
            <a:picLocks xmlns:a="http://schemas.openxmlformats.org/drawingml/2006/main" noChangeAspect="1"/>
          </p:cNvPicPr>
          <p:nvPr/>
        </p:nvPicPr>
        <p:blipFill>
          <a:blip xmlns:r="http://schemas.openxmlformats.org/officeDocument/2006/relationships" xmlns:a="http://schemas.openxmlformats.org/drawingml/2006/main" r:embed="R3e491c625297499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E500F9E8-4608-4296-AE73-368996B4A61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72" name="header-divider">
            <a:extLst xmlns:a="http://schemas.openxmlformats.org/drawingml/2006/main">
              <a:ext uri="{FF2B5EF4-FFF2-40B4-BE49-F238E27FC236}">
                <a16:creationId xmlns:a16="http://schemas.microsoft.com/office/drawing/2014/main" id="{B81DCD0A-C76C-45BC-B977-A9085B2DB95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working-context-boundary">
            <a:extLst xmlns:a="http://schemas.openxmlformats.org/drawingml/2006/main">
              <a:ext uri="{FF2B5EF4-FFF2-40B4-BE49-F238E27FC236}">
                <a16:creationId xmlns:a16="http://schemas.microsoft.com/office/drawing/2014/main" id="{96A8F104-74CD-4BB6-99FC-E8F48718BAF2}"/>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4" name="17-text-1">
            <a:extLst xmlns:a="http://schemas.openxmlformats.org/drawingml/2006/main">
              <a:ext uri="{FF2B5EF4-FFF2-40B4-BE49-F238E27FC236}">
                <a16:creationId xmlns:a16="http://schemas.microsoft.com/office/drawing/2014/main" id="{0F06EF8C-0A2F-4DC5-8645-6FCD49568CB9}"/>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75" name="17-text-2">
            <a:extLst xmlns:a="http://schemas.openxmlformats.org/drawingml/2006/main">
              <a:ext uri="{FF2B5EF4-FFF2-40B4-BE49-F238E27FC236}">
                <a16:creationId xmlns:a16="http://schemas.microsoft.com/office/drawing/2014/main" id="{68019991-2C10-46A7-A04A-91D589E361ED}"/>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76" name="17-text-3">
            <a:extLst xmlns:a="http://schemas.openxmlformats.org/drawingml/2006/main">
              <a:ext uri="{FF2B5EF4-FFF2-40B4-BE49-F238E27FC236}">
                <a16:creationId xmlns:a16="http://schemas.microsoft.com/office/drawing/2014/main" id="{9D706B5F-4B83-44D1-AA55-5C437E8F613A}"/>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77" name="17-text-4">
            <a:extLst xmlns:a="http://schemas.openxmlformats.org/drawingml/2006/main">
              <a:ext uri="{FF2B5EF4-FFF2-40B4-BE49-F238E27FC236}">
                <a16:creationId xmlns:a16="http://schemas.microsoft.com/office/drawing/2014/main" id="{1A5273E1-C563-47A8-9A23-327C1D1ADFCB}"/>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78" name="17-text-5">
            <a:extLst xmlns:a="http://schemas.openxmlformats.org/drawingml/2006/main">
              <a:ext uri="{FF2B5EF4-FFF2-40B4-BE49-F238E27FC236}">
                <a16:creationId xmlns:a16="http://schemas.microsoft.com/office/drawing/2014/main" id="{AA32B653-48E1-42E7-8E0D-6EF35D1133E5}"/>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79" name="17-text-6">
            <a:extLst xmlns:a="http://schemas.openxmlformats.org/drawingml/2006/main">
              <a:ext uri="{FF2B5EF4-FFF2-40B4-BE49-F238E27FC236}">
                <a16:creationId xmlns:a16="http://schemas.microsoft.com/office/drawing/2014/main" id="{63B0034F-7218-494B-86FF-192FF6FB7AE9}"/>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80" name="17-text-7">
            <a:extLst xmlns:a="http://schemas.openxmlformats.org/drawingml/2006/main">
              <a:ext uri="{FF2B5EF4-FFF2-40B4-BE49-F238E27FC236}">
                <a16:creationId xmlns:a16="http://schemas.microsoft.com/office/drawing/2014/main" id="{2D79498A-94F2-40BC-AA84-7E0AF128C901}"/>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81" name="17-text-8">
            <a:extLst xmlns:a="http://schemas.openxmlformats.org/drawingml/2006/main">
              <a:ext uri="{FF2B5EF4-FFF2-40B4-BE49-F238E27FC236}">
                <a16:creationId xmlns:a16="http://schemas.microsoft.com/office/drawing/2014/main" id="{F8B8F5D0-CFC6-4D33-9C26-D22B27A2186A}"/>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82" name="17-text-9">
            <a:extLst xmlns:a="http://schemas.openxmlformats.org/drawingml/2006/main">
              <a:ext uri="{FF2B5EF4-FFF2-40B4-BE49-F238E27FC236}">
                <a16:creationId xmlns:a16="http://schemas.microsoft.com/office/drawing/2014/main" id="{29B785A4-D1AB-4EE2-86E5-30178A56A7AC}"/>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83" name="17-text-10">
            <a:extLst xmlns:a="http://schemas.openxmlformats.org/drawingml/2006/main">
              <a:ext uri="{FF2B5EF4-FFF2-40B4-BE49-F238E27FC236}">
                <a16:creationId xmlns:a16="http://schemas.microsoft.com/office/drawing/2014/main" id="{014B6B45-6DDF-465A-B89B-7600638665CA}"/>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84" name="17-text-11">
            <a:extLst xmlns:a="http://schemas.openxmlformats.org/drawingml/2006/main">
              <a:ext uri="{FF2B5EF4-FFF2-40B4-BE49-F238E27FC236}">
                <a16:creationId xmlns:a16="http://schemas.microsoft.com/office/drawing/2014/main" id="{5CBB43BB-85FE-4F42-8C92-B7E8DC998C93}"/>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85" name="17-text-12">
            <a:extLst xmlns:a="http://schemas.openxmlformats.org/drawingml/2006/main">
              <a:ext uri="{FF2B5EF4-FFF2-40B4-BE49-F238E27FC236}">
                <a16:creationId xmlns:a16="http://schemas.microsoft.com/office/drawing/2014/main" id="{5F926BA7-1BB3-4640-A1FC-4E10777141A7}"/>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86" name="17-text-13">
            <a:extLst xmlns:a="http://schemas.openxmlformats.org/drawingml/2006/main">
              <a:ext uri="{FF2B5EF4-FFF2-40B4-BE49-F238E27FC236}">
                <a16:creationId xmlns:a16="http://schemas.microsoft.com/office/drawing/2014/main" id="{760DD41F-8714-4CDA-BB2C-BB1E2E530D68}"/>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87" name="17-text-14">
            <a:extLst xmlns:a="http://schemas.openxmlformats.org/drawingml/2006/main">
              <a:ext uri="{FF2B5EF4-FFF2-40B4-BE49-F238E27FC236}">
                <a16:creationId xmlns:a16="http://schemas.microsoft.com/office/drawing/2014/main" id="{D6F12D27-39A2-4667-870F-3EBD1C9AF857}"/>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88" name="17-text-15">
            <a:extLst xmlns:a="http://schemas.openxmlformats.org/drawingml/2006/main">
              <a:ext uri="{FF2B5EF4-FFF2-40B4-BE49-F238E27FC236}">
                <a16:creationId xmlns:a16="http://schemas.microsoft.com/office/drawing/2014/main" id="{EB34E374-ECAB-44C7-B275-32EDE66F3027}"/>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89" name="17-text-16">
            <a:extLst xmlns:a="http://schemas.openxmlformats.org/drawingml/2006/main">
              <a:ext uri="{FF2B5EF4-FFF2-40B4-BE49-F238E27FC236}">
                <a16:creationId xmlns:a16="http://schemas.microsoft.com/office/drawing/2014/main" id="{7DBD02AD-5BF7-47DB-9706-0CD267839C56}"/>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90" name="17-text-17">
            <a:extLst xmlns:a="http://schemas.openxmlformats.org/drawingml/2006/main">
              <a:ext uri="{FF2B5EF4-FFF2-40B4-BE49-F238E27FC236}">
                <a16:creationId xmlns:a16="http://schemas.microsoft.com/office/drawing/2014/main" id="{6704D01D-0DAF-4A24-B883-934DEDF68DFC}"/>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91" name="narrative-number">
            <a:extLst xmlns:a="http://schemas.openxmlformats.org/drawingml/2006/main">
              <a:ext uri="{FF2B5EF4-FFF2-40B4-BE49-F238E27FC236}">
                <a16:creationId xmlns:a16="http://schemas.microsoft.com/office/drawing/2014/main" id="{E9C0B832-AC35-4C4E-B1BB-C742B5427CF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431973888"/>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2" name="!!area-name">
            <a:extLst xmlns:a="http://schemas.openxmlformats.org/drawingml/2006/main">
              <a:ext uri="{FF2B5EF4-FFF2-40B4-BE49-F238E27FC236}">
                <a16:creationId xmlns:a16="http://schemas.microsoft.com/office/drawing/2014/main" id="{208DD065-2337-44A0-9BA3-1A7C0913EDD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0b702e4b9e65463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4" name="slide-title">
            <a:extLst xmlns:a="http://schemas.openxmlformats.org/drawingml/2006/main">
              <a:ext uri="{FF2B5EF4-FFF2-40B4-BE49-F238E27FC236}">
                <a16:creationId xmlns:a16="http://schemas.microsoft.com/office/drawing/2014/main" id="{63139628-E19D-4D78-9D27-2C4A5FB0111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and organizing context</a:t>
            </a:r>
          </a:p>
        </p:txBody>
      </p:sp>
      <p:sp>
        <p:nvSpPr>
          <p:cNvPr id="195" name="header-divider">
            <a:extLst xmlns:a="http://schemas.openxmlformats.org/drawingml/2006/main">
              <a:ext uri="{FF2B5EF4-FFF2-40B4-BE49-F238E27FC236}">
                <a16:creationId xmlns:a16="http://schemas.microsoft.com/office/drawing/2014/main" id="{5657DA58-1DBE-40A7-BC32-6EEC7CBD3A6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6" name="18-text-1">
            <a:extLst xmlns:a="http://schemas.openxmlformats.org/drawingml/2006/main">
              <a:ext uri="{FF2B5EF4-FFF2-40B4-BE49-F238E27FC236}">
                <a16:creationId xmlns:a16="http://schemas.microsoft.com/office/drawing/2014/main" id="{F479C623-9CD0-4F21-8041-3119C418330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97" name="18-text-2">
            <a:extLst xmlns:a="http://schemas.openxmlformats.org/drawingml/2006/main">
              <a:ext uri="{FF2B5EF4-FFF2-40B4-BE49-F238E27FC236}">
                <a16:creationId xmlns:a16="http://schemas.microsoft.com/office/drawing/2014/main" id="{ADC1BFF4-5FFE-4F66-99B5-ACDCAE0677C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evidence when needed.</a:t>
            </a:r>
          </a:p>
        </p:txBody>
      </p:sp>
      <p:sp>
        <p:nvSpPr>
          <p:cNvPr id="198" name="18-text-3">
            <a:extLst xmlns:a="http://schemas.openxmlformats.org/drawingml/2006/main">
              <a:ext uri="{FF2B5EF4-FFF2-40B4-BE49-F238E27FC236}">
                <a16:creationId xmlns:a16="http://schemas.microsoft.com/office/drawing/2014/main" id="{F5473831-3FD4-490E-A771-B1E65CF81B01}"/>
              </a:ext>
            </a:extLst>
          </p:cNvPr>
          <p:cNvSpPr>
            <a:spLocks xmlns:a="http://schemas.openxmlformats.org/drawingml/2006/main"/>
          </p:cNvSpPr>
          <p:nvPr/>
        </p:nvSpPr>
        <p:spPr>
          <a:xfrm xmlns:a="http://schemas.openxmlformats.org/drawingml/2006/main">
            <a:off x="609600" y="3276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199" name="18-text-4">
            <a:extLst xmlns:a="http://schemas.openxmlformats.org/drawingml/2006/main">
              <a:ext uri="{FF2B5EF4-FFF2-40B4-BE49-F238E27FC236}">
                <a16:creationId xmlns:a16="http://schemas.microsoft.com/office/drawing/2014/main" id="{6BB1D5FF-8AC1-4F2C-84E3-B136FB78C3F3}"/>
              </a:ext>
            </a:extLst>
          </p:cNvPr>
          <p:cNvSpPr>
            <a:spLocks xmlns:a="http://schemas.openxmlformats.org/drawingml/2006/main"/>
          </p:cNvSpPr>
          <p:nvPr/>
        </p:nvSpPr>
        <p:spPr>
          <a:xfrm xmlns:a="http://schemas.openxmlformats.org/drawingml/2006/main">
            <a:off x="3708400" y="3276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Distinguish instructions from evidence.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placement of key information.</a:t>
            </a:r>
          </a:p>
        </p:txBody>
      </p:sp>
      <p:sp>
        <p:nvSpPr>
          <p:cNvPr id="200" name="18-text-5">
            <a:extLst xmlns:a="http://schemas.openxmlformats.org/drawingml/2006/main">
              <a:ext uri="{FF2B5EF4-FFF2-40B4-BE49-F238E27FC236}">
                <a16:creationId xmlns:a16="http://schemas.microsoft.com/office/drawing/2014/main" id="{11F473AF-B113-46F3-BB19-C0B510C12C1C}"/>
              </a:ext>
            </a:extLst>
          </p:cNvPr>
          <p:cNvSpPr>
            <a:spLocks xmlns:a="http://schemas.openxmlformats.org/drawingml/2006/main"/>
          </p:cNvSpPr>
          <p:nvPr/>
        </p:nvSpPr>
        <p:spPr>
          <a:xfrm xmlns:a="http://schemas.openxmlformats.org/drawingml/2006/main">
            <a:off x="609600" y="4114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Maintain</a:t>
            </a:r>
          </a:p>
        </p:txBody>
      </p:sp>
      <p:sp>
        <p:nvSpPr>
          <p:cNvPr id="201" name="18-text-6">
            <a:extLst xmlns:a="http://schemas.openxmlformats.org/drawingml/2006/main">
              <a:ext uri="{FF2B5EF4-FFF2-40B4-BE49-F238E27FC236}">
                <a16:creationId xmlns:a16="http://schemas.microsoft.com/office/drawing/2014/main" id="{A695D3F5-0D6C-4DD2-A80C-D8570C246637}"/>
              </a:ext>
            </a:extLst>
          </p:cNvPr>
          <p:cNvSpPr>
            <a:spLocks xmlns:a="http://schemas.openxmlformats.org/drawingml/2006/main"/>
          </p:cNvSpPr>
          <p:nvPr/>
        </p:nvSpPr>
        <p:spPr>
          <a:xfrm xmlns:a="http://schemas.openxmlformats.org/drawingml/2006/main">
            <a:off x="3708400" y="4114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stale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 history while preserving constraints.</a:t>
            </a:r>
          </a:p>
        </p:txBody>
      </p:sp>
      <p:sp>
        <p:nvSpPr>
          <p:cNvPr id="202" name="18-text-7">
            <a:extLst xmlns:a="http://schemas.openxmlformats.org/drawingml/2006/main">
              <a:ext uri="{FF2B5EF4-FFF2-40B4-BE49-F238E27FC236}">
                <a16:creationId xmlns:a16="http://schemas.microsoft.com/office/drawing/2014/main" id="{DCAF3C8E-48D7-4EE2-8496-664C4BE59468}"/>
              </a:ext>
            </a:extLst>
          </p:cNvPr>
          <p:cNvSpPr>
            <a:spLocks xmlns:a="http://schemas.openxmlformats.org/drawingml/2006/main"/>
          </p:cNvSpPr>
          <p:nvPr/>
        </p:nvSpPr>
        <p:spPr>
          <a:xfrm xmlns:a="http://schemas.openxmlformats.org/drawingml/2006/main">
            <a:off x="609600" y="4953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Delegate</a:t>
            </a:r>
          </a:p>
        </p:txBody>
      </p:sp>
      <p:sp>
        <p:nvSpPr>
          <p:cNvPr id="203" name="18-text-8">
            <a:extLst xmlns:a="http://schemas.openxmlformats.org/drawingml/2006/main">
              <a:ext uri="{FF2B5EF4-FFF2-40B4-BE49-F238E27FC236}">
                <a16:creationId xmlns:a16="http://schemas.microsoft.com/office/drawing/2014/main" id="{204B09CD-A835-4DB1-82EE-D561D33C3BCC}"/>
              </a:ext>
            </a:extLst>
          </p:cNvPr>
          <p:cNvSpPr>
            <a:spLocks xmlns:a="http://schemas.openxmlformats.org/drawingml/2006/main"/>
          </p:cNvSpPr>
          <p:nvPr/>
        </p:nvSpPr>
        <p:spPr>
          <a:xfrm xmlns:a="http://schemas.openxmlformats.org/drawingml/2006/main">
            <a:off x="3708400" y="4953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Give focused tasks separate contexts.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findings with sources.</a:t>
            </a:r>
          </a:p>
        </p:txBody>
      </p:sp>
      <p:sp>
        <p:nvSpPr>
          <p:cNvPr id="204" name="18-text-9">
            <a:extLst xmlns:a="http://schemas.openxmlformats.org/drawingml/2006/main">
              <a:ext uri="{FF2B5EF4-FFF2-40B4-BE49-F238E27FC236}">
                <a16:creationId xmlns:a16="http://schemas.microsoft.com/office/drawing/2014/main" id="{13F01F09-E1C8-439F-828A-539D408474F2}"/>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Preserve source identity and enforce access before inclusion.</a:t>
            </a:r>
          </a:p>
        </p:txBody>
      </p:sp>
      <p:sp>
        <p:nvSpPr>
          <p:cNvPr id="205" name="narrative-number">
            <a:extLst xmlns:a="http://schemas.openxmlformats.org/drawingml/2006/main">
              <a:ext uri="{FF2B5EF4-FFF2-40B4-BE49-F238E27FC236}">
                <a16:creationId xmlns:a16="http://schemas.microsoft.com/office/drawing/2014/main" id="{005AF286-6B5A-480B-A980-907F7C1CF9C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711695391"/>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075ECABC-E7C2-4285-A153-D12F5DA77D3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be060cc8f0864e5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slide-title">
            <a:extLst xmlns:a="http://schemas.openxmlformats.org/drawingml/2006/main">
              <a:ext uri="{FF2B5EF4-FFF2-40B4-BE49-F238E27FC236}">
                <a16:creationId xmlns:a16="http://schemas.microsoft.com/office/drawing/2014/main" id="{05835146-3211-46AF-93D7-BEB1282B08D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9" name="header-divider">
            <a:extLst xmlns:a="http://schemas.openxmlformats.org/drawingml/2006/main">
              <a:ext uri="{FF2B5EF4-FFF2-40B4-BE49-F238E27FC236}">
                <a16:creationId xmlns:a16="http://schemas.microsoft.com/office/drawing/2014/main" id="{A9CAF27D-4FA5-4C54-84F6-5AC8D8136FD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0" name="19-text-1">
            <a:extLst xmlns:a="http://schemas.openxmlformats.org/drawingml/2006/main">
              <a:ext uri="{FF2B5EF4-FFF2-40B4-BE49-F238E27FC236}">
                <a16:creationId xmlns:a16="http://schemas.microsoft.com/office/drawing/2014/main" id="{8ECFBA72-82D4-4AD7-8AFE-CEE061A2144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Distraction</a:t>
            </a:r>
          </a:p>
        </p:txBody>
      </p:sp>
      <p:sp>
        <p:nvSpPr>
          <p:cNvPr id="211" name="19-text-2">
            <a:extLst xmlns:a="http://schemas.openxmlformats.org/drawingml/2006/main">
              <a:ext uri="{FF2B5EF4-FFF2-40B4-BE49-F238E27FC236}">
                <a16:creationId xmlns:a16="http://schemas.microsoft.com/office/drawing/2014/main" id="{66DD9F16-896A-4017-B1BD-E7257E395D4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Irrelevant content can steer the answer away from the task.</a:t>
            </a:r>
          </a:p>
        </p:txBody>
      </p:sp>
      <p:sp>
        <p:nvSpPr>
          <p:cNvPr id="212" name="19-text-3">
            <a:extLst xmlns:a="http://schemas.openxmlformats.org/drawingml/2006/main">
              <a:ext uri="{FF2B5EF4-FFF2-40B4-BE49-F238E27FC236}">
                <a16:creationId xmlns:a16="http://schemas.microsoft.com/office/drawing/2014/main" id="{51D9A87E-7617-4E39-A106-4B00D2C514E9}"/>
              </a:ext>
            </a:extLst>
          </p:cNvPr>
          <p:cNvSpPr>
            <a:spLocks xmlns:a="http://schemas.openxmlformats.org/drawingml/2006/main"/>
          </p:cNvSpPr>
          <p:nvPr/>
        </p:nvSpPr>
        <p:spPr>
          <a:xfrm xmlns:a="http://schemas.openxmlformats.org/drawingml/2006/main">
            <a:off x="609600" y="3124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213" name="19-text-4">
            <a:extLst xmlns:a="http://schemas.openxmlformats.org/drawingml/2006/main">
              <a:ext uri="{FF2B5EF4-FFF2-40B4-BE49-F238E27FC236}">
                <a16:creationId xmlns:a16="http://schemas.microsoft.com/office/drawing/2014/main" id="{240CE659-ABF8-432A-82B7-BF35913AAC39}"/>
              </a:ext>
            </a:extLst>
          </p:cNvPr>
          <p:cNvSpPr>
            <a:spLocks xmlns:a="http://schemas.openxmlformats.org/drawingml/2006/main"/>
          </p:cNvSpPr>
          <p:nvPr/>
        </p:nvSpPr>
        <p:spPr>
          <a:xfrm xmlns:a="http://schemas.openxmlformats.org/drawingml/2006/main">
            <a:off x="3708400" y="3124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evidence can be overlooked depending on placement.</a:t>
            </a:r>
          </a:p>
        </p:txBody>
      </p:sp>
      <p:sp>
        <p:nvSpPr>
          <p:cNvPr id="214" name="19-text-5">
            <a:extLst xmlns:a="http://schemas.openxmlformats.org/drawingml/2006/main">
              <a:ext uri="{FF2B5EF4-FFF2-40B4-BE49-F238E27FC236}">
                <a16:creationId xmlns:a16="http://schemas.microsoft.com/office/drawing/2014/main" id="{544545D4-D1C5-44FF-9D07-1D2182432E44}"/>
              </a:ext>
            </a:extLst>
          </p:cNvPr>
          <p:cNvSpPr>
            <a:spLocks xmlns:a="http://schemas.openxmlformats.org/drawingml/2006/main"/>
          </p:cNvSpPr>
          <p:nvPr/>
        </p:nvSpPr>
        <p:spPr>
          <a:xfrm xmlns:a="http://schemas.openxmlformats.org/drawingml/2006/main">
            <a:off x="609600" y="381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rot</a:t>
            </a:r>
          </a:p>
        </p:txBody>
      </p:sp>
      <p:sp>
        <p:nvSpPr>
          <p:cNvPr id="215" name="19-text-6">
            <a:extLst xmlns:a="http://schemas.openxmlformats.org/drawingml/2006/main">
              <a:ext uri="{FF2B5EF4-FFF2-40B4-BE49-F238E27FC236}">
                <a16:creationId xmlns:a16="http://schemas.microsoft.com/office/drawing/2014/main" id="{F4F75E93-C2DA-4BE3-A620-9644E721B938}"/>
              </a:ext>
            </a:extLst>
          </p:cNvPr>
          <p:cNvSpPr>
            <a:spLocks xmlns:a="http://schemas.openxmlformats.org/drawingml/2006/main"/>
          </p:cNvSpPr>
          <p:nvPr/>
        </p:nvSpPr>
        <p:spPr>
          <a:xfrm xmlns:a="http://schemas.openxmlformats.org/drawingml/2006/main">
            <a:off x="3708400" y="3810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Reliability can decline as the input grows.</a:t>
            </a:r>
          </a:p>
        </p:txBody>
      </p:sp>
      <p:sp>
        <p:nvSpPr>
          <p:cNvPr id="216" name="19-text-7">
            <a:extLst xmlns:a="http://schemas.openxmlformats.org/drawingml/2006/main">
              <a:ext uri="{FF2B5EF4-FFF2-40B4-BE49-F238E27FC236}">
                <a16:creationId xmlns:a16="http://schemas.microsoft.com/office/drawing/2014/main" id="{918DA7A5-297B-4940-BE7F-5BBB2675E856}"/>
              </a:ext>
            </a:extLst>
          </p:cNvPr>
          <p:cNvSpPr>
            <a:spLocks xmlns:a="http://schemas.openxmlformats.org/drawingml/2006/main"/>
          </p:cNvSpPr>
          <p:nvPr/>
        </p:nvSpPr>
        <p:spPr>
          <a:xfrm xmlns:a="http://schemas.openxmlformats.org/drawingml/2006/main">
            <a:off x="609600" y="449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Information loss</a:t>
            </a:r>
          </a:p>
        </p:txBody>
      </p:sp>
      <p:sp>
        <p:nvSpPr>
          <p:cNvPr id="217" name="19-text-8">
            <a:extLst xmlns:a="http://schemas.openxmlformats.org/drawingml/2006/main">
              <a:ext uri="{FF2B5EF4-FFF2-40B4-BE49-F238E27FC236}">
                <a16:creationId xmlns:a16="http://schemas.microsoft.com/office/drawing/2014/main" id="{D41B4EBE-8946-4966-9481-70A1918B5A1E}"/>
              </a:ext>
            </a:extLst>
          </p:cNvPr>
          <p:cNvSpPr>
            <a:spLocks xmlns:a="http://schemas.openxmlformats.org/drawingml/2006/main"/>
          </p:cNvSpPr>
          <p:nvPr/>
        </p:nvSpPr>
        <p:spPr>
          <a:xfrm xmlns:a="http://schemas.openxmlformats.org/drawingml/2006/main">
            <a:off x="3708400" y="449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summaries, and handoffs can omit critical details.</a:t>
            </a:r>
          </a:p>
        </p:txBody>
      </p:sp>
      <p:sp>
        <p:nvSpPr>
          <p:cNvPr id="218" name="19-text-9">
            <a:extLst xmlns:a="http://schemas.openxmlformats.org/drawingml/2006/main">
              <a:ext uri="{FF2B5EF4-FFF2-40B4-BE49-F238E27FC236}">
                <a16:creationId xmlns:a16="http://schemas.microsoft.com/office/drawing/2014/main" id="{DDF91D3D-0B2E-48C8-A89C-34632C0AFB7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19-text-10">
            <a:extLst xmlns:a="http://schemas.openxmlformats.org/drawingml/2006/main">
              <a:ext uri="{FF2B5EF4-FFF2-40B4-BE49-F238E27FC236}">
                <a16:creationId xmlns:a16="http://schemas.microsoft.com/office/drawing/2014/main" id="{C6EA8E54-C602-4F39-88FC-61388D3B856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20" name="narrative-number">
            <a:extLst xmlns:a="http://schemas.openxmlformats.org/drawingml/2006/main">
              <a:ext uri="{FF2B5EF4-FFF2-40B4-BE49-F238E27FC236}">
                <a16:creationId xmlns:a16="http://schemas.microsoft.com/office/drawing/2014/main" id="{DCD35CCC-8AB1-4489-BCB5-222587EAEC2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76638701"/>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AA0AD654-B7B7-4E06-90A4-9B1DA9666F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38" name="mini-map"/>
          <p:cNvPicPr>
            <a:picLocks xmlns:a="http://schemas.openxmlformats.org/drawingml/2006/main" noChangeAspect="1"/>
          </p:cNvPicPr>
          <p:nvPr/>
        </p:nvPicPr>
        <p:blipFill>
          <a:blip xmlns:r="http://schemas.openxmlformats.org/officeDocument/2006/relationships" xmlns:a="http://schemas.openxmlformats.org/drawingml/2006/main" r:embed="R02ea8423bcae47d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22F064FD-537B-4BBE-A1C0-A0CB07E948D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24" name="header-divider">
            <a:extLst xmlns:a="http://schemas.openxmlformats.org/drawingml/2006/main">
              <a:ext uri="{FF2B5EF4-FFF2-40B4-BE49-F238E27FC236}">
                <a16:creationId xmlns:a16="http://schemas.microsoft.com/office/drawing/2014/main" id="{6DA1C2F4-D94F-4318-A28F-727C2A571AD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0-text-1">
            <a:extLst xmlns:a="http://schemas.openxmlformats.org/drawingml/2006/main">
              <a:ext uri="{FF2B5EF4-FFF2-40B4-BE49-F238E27FC236}">
                <a16:creationId xmlns:a16="http://schemas.microsoft.com/office/drawing/2014/main" id="{5F08A5F3-559E-42FF-9710-9E03D7D2E3F0}"/>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26" name="20-text-2">
            <a:extLst xmlns:a="http://schemas.openxmlformats.org/drawingml/2006/main">
              <a:ext uri="{FF2B5EF4-FFF2-40B4-BE49-F238E27FC236}">
                <a16:creationId xmlns:a16="http://schemas.microsoft.com/office/drawing/2014/main" id="{A0F6017C-E4EA-4D0E-A283-550BC5757593}"/>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27" name="20-text-3">
            <a:extLst xmlns:a="http://schemas.openxmlformats.org/drawingml/2006/main">
              <a:ext uri="{FF2B5EF4-FFF2-40B4-BE49-F238E27FC236}">
                <a16:creationId xmlns:a16="http://schemas.microsoft.com/office/drawing/2014/main" id="{690A02B9-4497-4E40-95B0-BF682DC39683}"/>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28" name="20-text-4">
            <a:extLst xmlns:a="http://schemas.openxmlformats.org/drawingml/2006/main">
              <a:ext uri="{FF2B5EF4-FFF2-40B4-BE49-F238E27FC236}">
                <a16:creationId xmlns:a16="http://schemas.microsoft.com/office/drawing/2014/main" id="{D81B801E-891F-4A95-A74B-0D729B3F068F}"/>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29" name="20-text-5">
            <a:extLst xmlns:a="http://schemas.openxmlformats.org/drawingml/2006/main">
              <a:ext uri="{FF2B5EF4-FFF2-40B4-BE49-F238E27FC236}">
                <a16:creationId xmlns:a16="http://schemas.microsoft.com/office/drawing/2014/main" id="{62F7B562-4ACA-48D8-A67E-3B84A4EA1A03}"/>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30" name="20-text-6">
            <a:extLst xmlns:a="http://schemas.openxmlformats.org/drawingml/2006/main">
              <a:ext uri="{FF2B5EF4-FFF2-40B4-BE49-F238E27FC236}">
                <a16:creationId xmlns:a16="http://schemas.microsoft.com/office/drawing/2014/main" id="{3F0C7781-42FF-4991-B311-3C127FE2A700}"/>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31" name="20-text-7">
            <a:extLst xmlns:a="http://schemas.openxmlformats.org/drawingml/2006/main">
              <a:ext uri="{FF2B5EF4-FFF2-40B4-BE49-F238E27FC236}">
                <a16:creationId xmlns:a16="http://schemas.microsoft.com/office/drawing/2014/main" id="{A377DDBD-0574-4A7D-A644-49D09DFBAE49}"/>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32" name="20-text-8">
            <a:extLst xmlns:a="http://schemas.openxmlformats.org/drawingml/2006/main">
              <a:ext uri="{FF2B5EF4-FFF2-40B4-BE49-F238E27FC236}">
                <a16:creationId xmlns:a16="http://schemas.microsoft.com/office/drawing/2014/main" id="{C28F8E40-975B-4F77-9965-6E6AB4561830}"/>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33" name="20-text-9">
            <a:extLst xmlns:a="http://schemas.openxmlformats.org/drawingml/2006/main">
              <a:ext uri="{FF2B5EF4-FFF2-40B4-BE49-F238E27FC236}">
                <a16:creationId xmlns:a16="http://schemas.microsoft.com/office/drawing/2014/main" id="{D5587848-1EB1-4323-ADDD-2B8F39AD4BFF}"/>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34" name="20-text-10">
            <a:extLst xmlns:a="http://schemas.openxmlformats.org/drawingml/2006/main">
              <a:ext uri="{FF2B5EF4-FFF2-40B4-BE49-F238E27FC236}">
                <a16:creationId xmlns:a16="http://schemas.microsoft.com/office/drawing/2014/main" id="{EBAC0C04-7954-43C8-AB8D-5300E94E12FF}"/>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35" name="20-text-11">
            <a:extLst xmlns:a="http://schemas.openxmlformats.org/drawingml/2006/main">
              <a:ext uri="{FF2B5EF4-FFF2-40B4-BE49-F238E27FC236}">
                <a16:creationId xmlns:a16="http://schemas.microsoft.com/office/drawing/2014/main" id="{6BB1C36A-314A-46C4-B750-1BEC0EAA262F}"/>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36" name="narrative-number">
            <a:extLst xmlns:a="http://schemas.openxmlformats.org/drawingml/2006/main">
              <a:ext uri="{FF2B5EF4-FFF2-40B4-BE49-F238E27FC236}">
                <a16:creationId xmlns:a16="http://schemas.microsoft.com/office/drawing/2014/main" id="{EECA47E2-FB0D-4CB9-9799-F35FB1FA7A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261760915"/>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7" name="!!area-name">
            <a:extLst xmlns:a="http://schemas.openxmlformats.org/drawingml/2006/main">
              <a:ext uri="{FF2B5EF4-FFF2-40B4-BE49-F238E27FC236}">
                <a16:creationId xmlns:a16="http://schemas.microsoft.com/office/drawing/2014/main" id="{A6F47153-72FF-4C02-9498-200410EC14C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e4aee0c87da849e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9" name="header-divider">
            <a:extLst xmlns:a="http://schemas.openxmlformats.org/drawingml/2006/main">
              <a:ext uri="{FF2B5EF4-FFF2-40B4-BE49-F238E27FC236}">
                <a16:creationId xmlns:a16="http://schemas.microsoft.com/office/drawing/2014/main" id="{915F146E-DD38-4DB4-927D-956E922A036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1-text-1">
            <a:extLst xmlns:a="http://schemas.openxmlformats.org/drawingml/2006/main">
              <a:ext uri="{FF2B5EF4-FFF2-40B4-BE49-F238E27FC236}">
                <a16:creationId xmlns:a16="http://schemas.microsoft.com/office/drawing/2014/main" id="{D813201D-2631-48AA-AE2E-A7DE7EEBDEE5}"/>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41" name="21-text-2">
            <a:extLst xmlns:a="http://schemas.openxmlformats.org/drawingml/2006/main">
              <a:ext uri="{FF2B5EF4-FFF2-40B4-BE49-F238E27FC236}">
                <a16:creationId xmlns:a16="http://schemas.microsoft.com/office/drawing/2014/main" id="{A72C6A07-D042-4933-A87A-E0FCA49714B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2" name="21-text-3">
            <a:extLst xmlns:a="http://schemas.openxmlformats.org/drawingml/2006/main">
              <a:ext uri="{FF2B5EF4-FFF2-40B4-BE49-F238E27FC236}">
                <a16:creationId xmlns:a16="http://schemas.microsoft.com/office/drawing/2014/main" id="{A9FE3491-76C8-427F-B6AE-EC6FBC55B6B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51" name="21-image-4"/>
          <p:cNvPicPr>
            <a:picLocks xmlns:a="http://schemas.openxmlformats.org/drawingml/2006/main" noChangeAspect="1"/>
          </p:cNvPicPr>
          <p:nvPr/>
        </p:nvPicPr>
        <p:blipFill>
          <a:blip xmlns:r="http://schemas.openxmlformats.org/officeDocument/2006/relationships" xmlns:a="http://schemas.openxmlformats.org/drawingml/2006/main" r:embed="R54d894238cac46c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44" name="narrative-number">
            <a:extLst xmlns:a="http://schemas.openxmlformats.org/drawingml/2006/main">
              <a:ext uri="{FF2B5EF4-FFF2-40B4-BE49-F238E27FC236}">
                <a16:creationId xmlns:a16="http://schemas.microsoft.com/office/drawing/2014/main" id="{3CCA41BF-B2A8-41E1-95D2-A9465BA5247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4046942373"/>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694D5CEA-7428-49D0-9B7D-A8F07687CB0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62" name="mini-map"/>
          <p:cNvPicPr>
            <a:picLocks xmlns:a="http://schemas.openxmlformats.org/drawingml/2006/main" noChangeAspect="1"/>
          </p:cNvPicPr>
          <p:nvPr/>
        </p:nvPicPr>
        <p:blipFill>
          <a:blip xmlns:r="http://schemas.openxmlformats.org/officeDocument/2006/relationships" xmlns:a="http://schemas.openxmlformats.org/drawingml/2006/main" r:embed="Re487e60d0ef449c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4B623324-FC8D-441E-B579-C738AA6058B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agent capabilities</a:t>
            </a:r>
          </a:p>
        </p:txBody>
      </p:sp>
      <p:sp>
        <p:nvSpPr>
          <p:cNvPr id="248" name="header-divider">
            <a:extLst xmlns:a="http://schemas.openxmlformats.org/drawingml/2006/main">
              <a:ext uri="{FF2B5EF4-FFF2-40B4-BE49-F238E27FC236}">
                <a16:creationId xmlns:a16="http://schemas.microsoft.com/office/drawing/2014/main" id="{4A933A74-95C4-4695-A788-1B3853A1180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2-text-1">
            <a:extLst xmlns:a="http://schemas.openxmlformats.org/drawingml/2006/main">
              <a:ext uri="{FF2B5EF4-FFF2-40B4-BE49-F238E27FC236}">
                <a16:creationId xmlns:a16="http://schemas.microsoft.com/office/drawing/2014/main" id="{05AFC4BF-55D3-4D42-9495-986D1CD053F7}"/>
              </a:ext>
            </a:extLst>
          </p:cNvPr>
          <p:cNvSpPr>
            <a:spLocks xmlns:a="http://schemas.openxmlformats.org/drawingml/2006/main"/>
          </p:cNvSpPr>
          <p:nvPr/>
        </p:nvSpPr>
        <p:spPr>
          <a:xfrm xmlns:a="http://schemas.openxmlformats.org/drawingml/2006/main">
            <a:off x="609600" y="24384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expose operations for retrieving information, running computations,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acting on systems.</a:t>
            </a:r>
          </a:p>
        </p:txBody>
      </p:sp>
      <p:sp>
        <p:nvSpPr>
          <p:cNvPr id="250" name="22-text-2">
            <a:extLst xmlns:a="http://schemas.openxmlformats.org/drawingml/2006/main">
              <a:ext uri="{FF2B5EF4-FFF2-40B4-BE49-F238E27FC236}">
                <a16:creationId xmlns:a16="http://schemas.microsoft.com/office/drawing/2014/main" id="{B387C0DC-2CDC-48D0-87A1-AFC2DCFD8918}"/>
              </a:ext>
            </a:extLst>
          </p:cNvPr>
          <p:cNvSpPr>
            <a:spLocks xmlns:a="http://schemas.openxmlformats.org/drawingml/2006/main"/>
          </p:cNvSpPr>
          <p:nvPr/>
        </p:nvSpPr>
        <p:spPr>
          <a:xfrm xmlns:a="http://schemas.openxmlformats.org/drawingml/2006/main">
            <a:off x="6096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Request</a:t>
            </a:r>
          </a:p>
        </p:txBody>
      </p:sp>
      <p:sp>
        <p:nvSpPr>
          <p:cNvPr id="251" name="22-text-3">
            <a:extLst xmlns:a="http://schemas.openxmlformats.org/drawingml/2006/main">
              <a:ext uri="{FF2B5EF4-FFF2-40B4-BE49-F238E27FC236}">
                <a16:creationId xmlns:a16="http://schemas.microsoft.com/office/drawing/2014/main" id="{062987A0-BF45-47A0-A2E5-4E96CD176A47}"/>
              </a:ext>
            </a:extLst>
          </p:cNvPr>
          <p:cNvSpPr>
            <a:spLocks xmlns:a="http://schemas.openxmlformats.org/drawingml/2006/main"/>
          </p:cNvSpPr>
          <p:nvPr/>
        </p:nvSpPr>
        <p:spPr>
          <a:xfrm xmlns:a="http://schemas.openxmlformats.org/drawingml/2006/main">
            <a:off x="6096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 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supplies arguments.</a:t>
            </a:r>
          </a:p>
        </p:txBody>
      </p:sp>
      <p:sp>
        <p:nvSpPr>
          <p:cNvPr id="252" name="22-text-4">
            <a:extLst xmlns:a="http://schemas.openxmlformats.org/drawingml/2006/main">
              <a:ext uri="{FF2B5EF4-FFF2-40B4-BE49-F238E27FC236}">
                <a16:creationId xmlns:a16="http://schemas.microsoft.com/office/drawing/2014/main" id="{DA3BC9A8-D437-4D05-8D1E-4D46034CC49C}"/>
              </a:ext>
            </a:extLst>
          </p:cNvPr>
          <p:cNvSpPr>
            <a:spLocks xmlns:a="http://schemas.openxmlformats.org/drawingml/2006/main"/>
          </p:cNvSpPr>
          <p:nvPr/>
        </p:nvSpPr>
        <p:spPr>
          <a:xfrm xmlns:a="http://schemas.openxmlformats.org/drawingml/2006/main">
            <a:off x="45212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53" name="22-text-5">
            <a:extLst xmlns:a="http://schemas.openxmlformats.org/drawingml/2006/main">
              <a:ext uri="{FF2B5EF4-FFF2-40B4-BE49-F238E27FC236}">
                <a16:creationId xmlns:a16="http://schemas.microsoft.com/office/drawing/2014/main" id="{B1DE050C-6B29-44DD-A87A-346FBD0BF3FC}"/>
              </a:ext>
            </a:extLst>
          </p:cNvPr>
          <p:cNvSpPr>
            <a:spLocks xmlns:a="http://schemas.openxmlformats.org/drawingml/2006/main"/>
          </p:cNvSpPr>
          <p:nvPr/>
        </p:nvSpPr>
        <p:spPr>
          <a:xfrm xmlns:a="http://schemas.openxmlformats.org/drawingml/2006/main">
            <a:off x="45212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Software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and inputs,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then performs the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operation.</a:t>
            </a:r>
          </a:p>
        </p:txBody>
      </p:sp>
      <p:sp>
        <p:nvSpPr>
          <p:cNvPr id="254" name="22-text-6">
            <a:extLst xmlns:a="http://schemas.openxmlformats.org/drawingml/2006/main">
              <a:ext uri="{FF2B5EF4-FFF2-40B4-BE49-F238E27FC236}">
                <a16:creationId xmlns:a16="http://schemas.microsoft.com/office/drawing/2014/main" id="{BBBB4B1E-B496-4CCC-99B6-A4C8754957B3}"/>
              </a:ext>
            </a:extLst>
          </p:cNvPr>
          <p:cNvSpPr>
            <a:spLocks xmlns:a="http://schemas.openxmlformats.org/drawingml/2006/main"/>
          </p:cNvSpPr>
          <p:nvPr/>
        </p:nvSpPr>
        <p:spPr>
          <a:xfrm xmlns:a="http://schemas.openxmlformats.org/drawingml/2006/main">
            <a:off x="84328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Result</a:t>
            </a:r>
          </a:p>
        </p:txBody>
      </p:sp>
      <p:sp>
        <p:nvSpPr>
          <p:cNvPr id="255" name="22-text-7">
            <a:extLst xmlns:a="http://schemas.openxmlformats.org/drawingml/2006/main">
              <a:ext uri="{FF2B5EF4-FFF2-40B4-BE49-F238E27FC236}">
                <a16:creationId xmlns:a16="http://schemas.microsoft.com/office/drawing/2014/main" id="{4672FF35-988A-4B95-960F-7B74D30FA794}"/>
              </a:ext>
            </a:extLst>
          </p:cNvPr>
          <p:cNvSpPr>
            <a:spLocks xmlns:a="http://schemas.openxmlformats.org/drawingml/2006/main"/>
          </p:cNvSpPr>
          <p:nvPr/>
        </p:nvSpPr>
        <p:spPr>
          <a:xfrm xmlns:a="http://schemas.openxmlformats.org/drawingml/2006/main">
            <a:off x="84328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tool returns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that informs the next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step.</a:t>
            </a:r>
          </a:p>
        </p:txBody>
      </p:sp>
      <p:sp>
        <p:nvSpPr>
          <p:cNvPr id="256" name="22-line-9">
            <a:extLst xmlns:a="http://schemas.openxmlformats.org/drawingml/2006/main">
              <a:ext uri="{FF2B5EF4-FFF2-40B4-BE49-F238E27FC236}">
                <a16:creationId xmlns:a16="http://schemas.microsoft.com/office/drawing/2014/main" id="{5B2092A1-FA77-47AD-BE7E-BE68CCC5DB0F}"/>
              </a:ext>
            </a:extLst>
          </p:cNvPr>
          <p:cNvSpPr>
            <a:spLocks xmlns:a="http://schemas.openxmlformats.org/drawingml/2006/main"/>
          </p:cNvSpPr>
          <p:nvPr/>
        </p:nvSpPr>
        <p:spPr>
          <a:xfrm xmlns:a="http://schemas.openxmlformats.org/drawingml/2006/main" flipH="0" flipV="0">
            <a:off x="39116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7" name="22-line-11">
            <a:extLst xmlns:a="http://schemas.openxmlformats.org/drawingml/2006/main">
              <a:ext uri="{FF2B5EF4-FFF2-40B4-BE49-F238E27FC236}">
                <a16:creationId xmlns:a16="http://schemas.microsoft.com/office/drawing/2014/main" id="{049AD1F7-CBD9-46FD-A0D4-D5766BB9D09D}"/>
              </a:ext>
            </a:extLst>
          </p:cNvPr>
          <p:cNvSpPr>
            <a:spLocks xmlns:a="http://schemas.openxmlformats.org/drawingml/2006/main"/>
          </p:cNvSpPr>
          <p:nvPr/>
        </p:nvSpPr>
        <p:spPr>
          <a:xfrm xmlns:a="http://schemas.openxmlformats.org/drawingml/2006/main" flipH="0" flipV="0">
            <a:off x="78232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8" name="22-text-12">
            <a:extLst xmlns:a="http://schemas.openxmlformats.org/drawingml/2006/main">
              <a:ext uri="{FF2B5EF4-FFF2-40B4-BE49-F238E27FC236}">
                <a16:creationId xmlns:a16="http://schemas.microsoft.com/office/drawing/2014/main" id="{6B743019-085E-4CDE-955D-E1A329F8656C}"/>
              </a:ext>
            </a:extLst>
          </p:cNvPr>
          <p:cNvSpPr>
            <a:spLocks xmlns:a="http://schemas.openxmlformats.org/drawingml/2006/main"/>
          </p:cNvSpPr>
          <p:nvPr/>
        </p:nvSpPr>
        <p:spPr>
          <a:xfrm xmlns:a="http://schemas.openxmlformats.org/drawingml/2006/main">
            <a:off x="609600" y="551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Model Context Protocol (MCP)</a:t>
            </a:r>
          </a:p>
        </p:txBody>
      </p:sp>
      <p:sp>
        <p:nvSpPr>
          <p:cNvPr id="259" name="22-text-13">
            <a:extLst xmlns:a="http://schemas.openxmlformats.org/drawingml/2006/main">
              <a:ext uri="{FF2B5EF4-FFF2-40B4-BE49-F238E27FC236}">
                <a16:creationId xmlns:a16="http://schemas.microsoft.com/office/drawing/2014/main" id="{584CD08F-4145-416C-A0DB-3EDDD5CB1B47}"/>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standard interface for connecting AI applications to external tools and context.</a:t>
            </a:r>
          </a:p>
        </p:txBody>
      </p:sp>
      <p:sp>
        <p:nvSpPr>
          <p:cNvPr id="260" name="narrative-number">
            <a:extLst xmlns:a="http://schemas.openxmlformats.org/drawingml/2006/main">
              <a:ext uri="{FF2B5EF4-FFF2-40B4-BE49-F238E27FC236}">
                <a16:creationId xmlns:a16="http://schemas.microsoft.com/office/drawing/2014/main" id="{0AC36E7B-8340-4FB3-BF22-BA9214D3C62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82495192"/>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1" name="!!area-name">
            <a:extLst xmlns:a="http://schemas.openxmlformats.org/drawingml/2006/main">
              <a:ext uri="{FF2B5EF4-FFF2-40B4-BE49-F238E27FC236}">
                <a16:creationId xmlns:a16="http://schemas.microsoft.com/office/drawing/2014/main" id="{0BFE3935-BFA0-4AE6-904A-8ED341418AA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69" name="mini-map"/>
          <p:cNvPicPr>
            <a:picLocks xmlns:a="http://schemas.openxmlformats.org/drawingml/2006/main" noChangeAspect="1"/>
          </p:cNvPicPr>
          <p:nvPr/>
        </p:nvPicPr>
        <p:blipFill>
          <a:blip xmlns:r="http://schemas.openxmlformats.org/officeDocument/2006/relationships" xmlns:a="http://schemas.openxmlformats.org/drawingml/2006/main" r:embed="R1abf5f799f434bb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3" name="slide-title">
            <a:extLst xmlns:a="http://schemas.openxmlformats.org/drawingml/2006/main">
              <a:ext uri="{FF2B5EF4-FFF2-40B4-BE49-F238E27FC236}">
                <a16:creationId xmlns:a16="http://schemas.microsoft.com/office/drawing/2014/main" id="{6B263F29-2EBE-4585-AB4F-8E534FC97D2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and exposing capabilities</a:t>
            </a:r>
          </a:p>
        </p:txBody>
      </p:sp>
      <p:sp>
        <p:nvSpPr>
          <p:cNvPr id="264" name="header-divider">
            <a:extLst xmlns:a="http://schemas.openxmlformats.org/drawingml/2006/main">
              <a:ext uri="{FF2B5EF4-FFF2-40B4-BE49-F238E27FC236}">
                <a16:creationId xmlns:a16="http://schemas.microsoft.com/office/drawing/2014/main" id="{17811825-66C6-473C-82C1-5DC2964036C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72" name="23-table-1"/>
          <p:cNvGraphicFramePr/>
          <p:nvPr/>
        </p:nvGraphicFramePr>
        <p:xfrm>
          <a:off xmlns:a="http://schemas.openxmlformats.org/drawingml/2006/main" x="609600" y="24384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3098800"/>
                <a:gridCol w="7874000"/>
              </a:tblGrid>
              <a:tr h="457200">
                <a:tc>
                  <a:txBody>
                    <a:bodyPr>
                      <a:noAutofit/>
                    </a:bodyPr>
                    <a:lstStyle/>
                    <a:p>
                      <a:pPr>
                        <a:lnSpc>
                          <a:spcPct val="125000"/>
                        </a:lnSpc>
                        <a:buNone/>
                      </a:pPr>
                      <a:r>
                        <a:rPr sz="2000" b="1">
                          <a:solidFill>
                            <a:srgbClr val="F948BE"/>
                          </a:solidFill>
                          <a:latin typeface="Helvetica"/>
                          <a:ea typeface="Helvetica"/>
                          <a:cs typeface="Helvetica"/>
                        </a:rPr>
                        <a:t>Decision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Options and trade-offs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Capability size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Small operations offer flexibility.</a:t>
                      </a:r>
                    </a:p>
                    <a:p>
                      <a:pPr>
                        <a:lnSpc>
                          <a:spcPct val="125000"/>
                        </a:lnSpc>
                        <a:buNone/>
                      </a:pPr>
                      <a:r>
                        <a:rPr sz="2000" b="0">
                          <a:solidFill>
                            <a:srgbClr val="FFFCF5"/>
                          </a:solidFill>
                          <a:latin typeface="Helvetica"/>
                          <a:ea typeface="Helvetica"/>
                          <a:cs typeface="Helvetica"/>
                        </a:rPr>
                        <a:t>Task-oriented tools handle more work internally.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System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MCP provides standard tool discovery and calls.</a:t>
                      </a:r>
                    </a:p>
                    <a:p>
                      <a:pPr>
                        <a:lnSpc>
                          <a:spcPct val="125000"/>
                        </a:lnSpc>
                        <a:buNone/>
                      </a:pPr>
                      <a:r>
                        <a:rPr sz="2000" b="0">
                          <a:solidFill>
                            <a:srgbClr val="FFFCF5"/>
                          </a:solidFill>
                          <a:latin typeface="Helvetica"/>
                          <a:ea typeface="Helvetica"/>
                          <a:cs typeface="Helvetica"/>
                        </a:rPr>
                        <a:t>CLIs provide access through existing commands.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Tool composition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Individual calls return results step by step.</a:t>
                      </a:r>
                    </a:p>
                    <a:p>
                      <a:pPr>
                        <a:lnSpc>
                          <a:spcPct val="125000"/>
                        </a:lnSpc>
                        <a:buNone/>
                      </a:pPr>
                      <a:r>
                        <a:rPr sz="2000" b="0">
                          <a:solidFill>
                            <a:srgbClr val="FFFCF5"/>
                          </a:solidFill>
                          <a:latin typeface="Helvetica"/>
                          <a:ea typeface="Helvetica"/>
                          <a:cs typeface="Helvetica"/>
                        </a:rPr>
                        <a:t>Code mode combines calls and processes results 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6" name="23-text-2">
            <a:extLst xmlns:a="http://schemas.openxmlformats.org/drawingml/2006/main">
              <a:ext uri="{FF2B5EF4-FFF2-40B4-BE49-F238E27FC236}">
                <a16:creationId xmlns:a16="http://schemas.microsoft.com/office/drawing/2014/main" id="{8C660724-516B-48DC-8F69-9F031D68287A}"/>
              </a:ext>
            </a:extLst>
          </p:cNvPr>
          <p:cNvSpPr>
            <a:spLocks xmlns:a="http://schemas.openxmlformats.org/drawingml/2006/main"/>
          </p:cNvSpPr>
          <p:nvPr/>
        </p:nvSpPr>
        <p:spPr>
          <a:xfrm xmlns:a="http://schemas.openxmlformats.org/drawingml/2006/main">
            <a:off x="609600" y="5715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 apply to every approach: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input checks, and limits on execution.</a:t>
            </a:r>
          </a:p>
        </p:txBody>
      </p:sp>
      <p:sp>
        <p:nvSpPr>
          <p:cNvPr id="267" name="narrative-number">
            <a:extLst xmlns:a="http://schemas.openxmlformats.org/drawingml/2006/main">
              <a:ext uri="{FF2B5EF4-FFF2-40B4-BE49-F238E27FC236}">
                <a16:creationId xmlns:a16="http://schemas.microsoft.com/office/drawing/2014/main" id="{68DF5869-BEC1-48A7-8063-C013E73B844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699798424"/>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8" name="!!area-name">
            <a:extLst xmlns:a="http://schemas.openxmlformats.org/drawingml/2006/main">
              <a:ext uri="{FF2B5EF4-FFF2-40B4-BE49-F238E27FC236}">
                <a16:creationId xmlns:a16="http://schemas.microsoft.com/office/drawing/2014/main" id="{6125DDE6-5BF4-43BB-8AA9-4C05604DC48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82" name="mini-map"/>
          <p:cNvPicPr>
            <a:picLocks xmlns:a="http://schemas.openxmlformats.org/drawingml/2006/main" noChangeAspect="1"/>
          </p:cNvPicPr>
          <p:nvPr/>
        </p:nvPicPr>
        <p:blipFill>
          <a:blip xmlns:r="http://schemas.openxmlformats.org/officeDocument/2006/relationships" xmlns:a="http://schemas.openxmlformats.org/drawingml/2006/main" r:embed="R17300da2be484d6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0" name="slide-title">
            <a:extLst xmlns:a="http://schemas.openxmlformats.org/drawingml/2006/main">
              <a:ext uri="{FF2B5EF4-FFF2-40B4-BE49-F238E27FC236}">
                <a16:creationId xmlns:a16="http://schemas.microsoft.com/office/drawing/2014/main" id="{6BB6D8D1-E34C-4737-AF72-24B66A0D114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71" name="header-divider">
            <a:extLst xmlns:a="http://schemas.openxmlformats.org/drawingml/2006/main">
              <a:ext uri="{FF2B5EF4-FFF2-40B4-BE49-F238E27FC236}">
                <a16:creationId xmlns:a16="http://schemas.microsoft.com/office/drawing/2014/main" id="{F4B11C3F-FF42-49F6-9EC5-427D5F9B7BB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2" name="24-text-1">
            <a:extLst xmlns:a="http://schemas.openxmlformats.org/drawingml/2006/main">
              <a:ext uri="{FF2B5EF4-FFF2-40B4-BE49-F238E27FC236}">
                <a16:creationId xmlns:a16="http://schemas.microsoft.com/office/drawing/2014/main" id="{5650E4AE-66C8-4CD9-B9EA-AE271B76320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selection</a:t>
            </a:r>
          </a:p>
        </p:txBody>
      </p:sp>
      <p:sp>
        <p:nvSpPr>
          <p:cNvPr id="273" name="24-text-2">
            <a:extLst xmlns:a="http://schemas.openxmlformats.org/drawingml/2006/main">
              <a:ext uri="{FF2B5EF4-FFF2-40B4-BE49-F238E27FC236}">
                <a16:creationId xmlns:a16="http://schemas.microsoft.com/office/drawing/2014/main" id="{DE7C34F5-2935-40B9-9A71-BEAF2B62A5B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and unclear descriptions make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right operation harder to choose.</a:t>
            </a:r>
          </a:p>
        </p:txBody>
      </p:sp>
      <p:sp>
        <p:nvSpPr>
          <p:cNvPr id="274" name="24-text-3">
            <a:extLst xmlns:a="http://schemas.openxmlformats.org/drawingml/2006/main">
              <a:ext uri="{FF2B5EF4-FFF2-40B4-BE49-F238E27FC236}">
                <a16:creationId xmlns:a16="http://schemas.microsoft.com/office/drawing/2014/main" id="{C3C7580C-758F-45C5-9903-272F5A81E4DE}"/>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75" name="24-text-4">
            <a:extLst xmlns:a="http://schemas.openxmlformats.org/drawingml/2006/main">
              <a:ext uri="{FF2B5EF4-FFF2-40B4-BE49-F238E27FC236}">
                <a16:creationId xmlns:a16="http://schemas.microsoft.com/office/drawing/2014/main" id="{697E91BA-369E-4F99-90D8-DF3AF6124A7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Broad shell or code access can grant more power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than the task requires.</a:t>
            </a:r>
          </a:p>
        </p:txBody>
      </p:sp>
      <p:sp>
        <p:nvSpPr>
          <p:cNvPr id="276" name="24-text-5">
            <a:extLst xmlns:a="http://schemas.openxmlformats.org/drawingml/2006/main">
              <a:ext uri="{FF2B5EF4-FFF2-40B4-BE49-F238E27FC236}">
                <a16:creationId xmlns:a16="http://schemas.microsoft.com/office/drawing/2014/main" id="{1F099ACE-A516-4095-89FD-A8CB1B34E012}"/>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7" name="24-text-6">
            <a:extLst xmlns:a="http://schemas.openxmlformats.org/drawingml/2006/main">
              <a:ext uri="{FF2B5EF4-FFF2-40B4-BE49-F238E27FC236}">
                <a16:creationId xmlns:a16="http://schemas.microsoft.com/office/drawing/2014/main" id="{487F0538-C4CC-40C3-800D-83CCF39B45D9}"/>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unclear result leaves the agent unsure whether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action completed.</a:t>
            </a:r>
          </a:p>
        </p:txBody>
      </p:sp>
      <p:sp>
        <p:nvSpPr>
          <p:cNvPr id="278" name="24-text-7">
            <a:extLst xmlns:a="http://schemas.openxmlformats.org/drawingml/2006/main">
              <a:ext uri="{FF2B5EF4-FFF2-40B4-BE49-F238E27FC236}">
                <a16:creationId xmlns:a16="http://schemas.microsoft.com/office/drawing/2014/main" id="{10373EC8-76DF-4532-B66E-1568BF6D031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9" name="24-text-8">
            <a:extLst xmlns:a="http://schemas.openxmlformats.org/drawingml/2006/main">
              <a:ext uri="{FF2B5EF4-FFF2-40B4-BE49-F238E27FC236}">
                <a16:creationId xmlns:a16="http://schemas.microsoft.com/office/drawing/2014/main" id="{C36A4F1D-941E-4A9E-9F93-DAB43580E8F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80" name="narrative-number">
            <a:extLst xmlns:a="http://schemas.openxmlformats.org/drawingml/2006/main">
              <a:ext uri="{FF2B5EF4-FFF2-40B4-BE49-F238E27FC236}">
                <a16:creationId xmlns:a16="http://schemas.microsoft.com/office/drawing/2014/main" id="{6763B6E3-3F1D-4762-8506-92B5D151827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460757865"/>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1" name="!!area-name">
            <a:extLst xmlns:a="http://schemas.openxmlformats.org/drawingml/2006/main">
              <a:ext uri="{FF2B5EF4-FFF2-40B4-BE49-F238E27FC236}">
                <a16:creationId xmlns:a16="http://schemas.microsoft.com/office/drawing/2014/main" id="{292654AC-64D3-4634-B1C2-3160C6A2DFD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95" name="mini-map"/>
          <p:cNvPicPr>
            <a:picLocks xmlns:a="http://schemas.openxmlformats.org/drawingml/2006/main" noChangeAspect="1"/>
          </p:cNvPicPr>
          <p:nvPr/>
        </p:nvPicPr>
        <p:blipFill>
          <a:blip xmlns:r="http://schemas.openxmlformats.org/officeDocument/2006/relationships" xmlns:a="http://schemas.openxmlformats.org/drawingml/2006/main" r:embed="R6204f21f758d4aa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3" name="slide-title">
            <a:extLst xmlns:a="http://schemas.openxmlformats.org/drawingml/2006/main">
              <a:ext uri="{FF2B5EF4-FFF2-40B4-BE49-F238E27FC236}">
                <a16:creationId xmlns:a16="http://schemas.microsoft.com/office/drawing/2014/main" id="{40FCFF1B-2380-405A-A9BD-37325C7EBDC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84" name="header-divider">
            <a:extLst xmlns:a="http://schemas.openxmlformats.org/drawingml/2006/main">
              <a:ext uri="{FF2B5EF4-FFF2-40B4-BE49-F238E27FC236}">
                <a16:creationId xmlns:a16="http://schemas.microsoft.com/office/drawing/2014/main" id="{FC708702-09D1-49BE-8013-B425808B13D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5" name="25-text-1">
            <a:extLst xmlns:a="http://schemas.openxmlformats.org/drawingml/2006/main">
              <a:ext uri="{FF2B5EF4-FFF2-40B4-BE49-F238E27FC236}">
                <a16:creationId xmlns:a16="http://schemas.microsoft.com/office/drawing/2014/main" id="{04FF2A0F-626D-4F86-8840-E0AA86B6745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86" name="25-text-2">
            <a:extLst xmlns:a="http://schemas.openxmlformats.org/drawingml/2006/main">
              <a:ext uri="{FF2B5EF4-FFF2-40B4-BE49-F238E27FC236}">
                <a16:creationId xmlns:a16="http://schemas.microsoft.com/office/drawing/2014/main" id="{59DA8584-F08F-442C-A0CF-2A0A9BB0D20D}"/>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7" name="25-text-3">
            <a:extLst xmlns:a="http://schemas.openxmlformats.org/drawingml/2006/main">
              <a:ext uri="{FF2B5EF4-FFF2-40B4-BE49-F238E27FC236}">
                <a16:creationId xmlns:a16="http://schemas.microsoft.com/office/drawing/2014/main" id="{E9AAB6D2-7813-4DBD-9CD4-1BC86E6217EE}"/>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301"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89" name="25-text-5">
            <a:extLst xmlns:a="http://schemas.openxmlformats.org/drawingml/2006/main">
              <a:ext uri="{FF2B5EF4-FFF2-40B4-BE49-F238E27FC236}">
                <a16:creationId xmlns:a16="http://schemas.microsoft.com/office/drawing/2014/main" id="{C769559E-68BB-45B2-BCBD-F50E63A10ED9}"/>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90" name="25-text-6">
            <a:extLst xmlns:a="http://schemas.openxmlformats.org/drawingml/2006/main">
              <a:ext uri="{FF2B5EF4-FFF2-40B4-BE49-F238E27FC236}">
                <a16:creationId xmlns:a16="http://schemas.microsoft.com/office/drawing/2014/main" id="{15BDF45D-515E-46D2-BA7F-2060FB875B74}"/>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91" name="25-text-7">
            <a:extLst xmlns:a="http://schemas.openxmlformats.org/drawingml/2006/main">
              <a:ext uri="{FF2B5EF4-FFF2-40B4-BE49-F238E27FC236}">
                <a16:creationId xmlns:a16="http://schemas.microsoft.com/office/drawing/2014/main" id="{9EFC5F8F-F7EF-4A21-8241-9434BE62B42A}"/>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92" name="25-text-8">
            <a:extLst xmlns:a="http://schemas.openxmlformats.org/drawingml/2006/main">
              <a:ext uri="{FF2B5EF4-FFF2-40B4-BE49-F238E27FC236}">
                <a16:creationId xmlns:a16="http://schemas.microsoft.com/office/drawing/2014/main" id="{51916958-5C18-4DEA-B71D-98C6784E9342}"/>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93" name="narrative-number">
            <a:extLst xmlns:a="http://schemas.openxmlformats.org/drawingml/2006/main">
              <a:ext uri="{FF2B5EF4-FFF2-40B4-BE49-F238E27FC236}">
                <a16:creationId xmlns:a16="http://schemas.microsoft.com/office/drawing/2014/main" id="{AB18489E-8D8B-4BD4-B172-F228C76D3C8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3765786904"/>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4" name="!!area-name">
            <a:extLst xmlns:a="http://schemas.openxmlformats.org/drawingml/2006/main">
              <a:ext uri="{FF2B5EF4-FFF2-40B4-BE49-F238E27FC236}">
                <a16:creationId xmlns:a16="http://schemas.microsoft.com/office/drawing/2014/main" id="{728536F7-88B0-4BC9-A298-757746609BE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303" name="mini-map"/>
          <p:cNvPicPr>
            <a:picLocks xmlns:a="http://schemas.openxmlformats.org/drawingml/2006/main" noChangeAspect="1"/>
          </p:cNvPicPr>
          <p:nvPr/>
        </p:nvPicPr>
        <p:blipFill>
          <a:blip xmlns:r="http://schemas.openxmlformats.org/officeDocument/2006/relationships" xmlns:a="http://schemas.openxmlformats.org/drawingml/2006/main" r:embed="Ra17c3e9b6d0e484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6" name="header-divider">
            <a:extLst xmlns:a="http://schemas.openxmlformats.org/drawingml/2006/main">
              <a:ext uri="{FF2B5EF4-FFF2-40B4-BE49-F238E27FC236}">
                <a16:creationId xmlns:a16="http://schemas.microsoft.com/office/drawing/2014/main" id="{79C2C98D-5662-46C6-B5D0-8612B4BC81E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7" name="26-text-1">
            <a:extLst xmlns:a="http://schemas.openxmlformats.org/drawingml/2006/main">
              <a:ext uri="{FF2B5EF4-FFF2-40B4-BE49-F238E27FC236}">
                <a16:creationId xmlns:a16="http://schemas.microsoft.com/office/drawing/2014/main" id="{795A3E49-7D28-4360-B12D-ED7F03C643AF}"/>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98" name="26-text-2">
            <a:extLst xmlns:a="http://schemas.openxmlformats.org/drawingml/2006/main">
              <a:ext uri="{FF2B5EF4-FFF2-40B4-BE49-F238E27FC236}">
                <a16:creationId xmlns:a16="http://schemas.microsoft.com/office/drawing/2014/main" id="{65CC23B4-BF5A-4E5E-B463-BA37F18739A9}"/>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99" name="26-text-3">
            <a:extLst xmlns:a="http://schemas.openxmlformats.org/drawingml/2006/main">
              <a:ext uri="{FF2B5EF4-FFF2-40B4-BE49-F238E27FC236}">
                <a16:creationId xmlns:a16="http://schemas.microsoft.com/office/drawing/2014/main" id="{239B3FE0-4244-4E17-91A3-DE203D42EF96}"/>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08" name="26-image-4"/>
          <p:cNvPicPr>
            <a:picLocks xmlns:a="http://schemas.openxmlformats.org/drawingml/2006/main" noChangeAspect="1"/>
          </p:cNvPicPr>
          <p:nvPr/>
        </p:nvPicPr>
        <p:blipFill>
          <a:blip xmlns:r="http://schemas.openxmlformats.org/officeDocument/2006/relationships" xmlns:a="http://schemas.openxmlformats.org/drawingml/2006/main" r:embed="R721898698c5348d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01" name="narrative-number">
            <a:extLst xmlns:a="http://schemas.openxmlformats.org/drawingml/2006/main">
              <a:ext uri="{FF2B5EF4-FFF2-40B4-BE49-F238E27FC236}">
                <a16:creationId xmlns:a16="http://schemas.microsoft.com/office/drawing/2014/main" id="{6F9F28D1-5C53-4B5D-BDB2-ECAC112728E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1990692324"/>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2" name="!!area-name">
            <a:extLst xmlns:a="http://schemas.openxmlformats.org/drawingml/2006/main">
              <a:ext uri="{FF2B5EF4-FFF2-40B4-BE49-F238E27FC236}">
                <a16:creationId xmlns:a16="http://schemas.microsoft.com/office/drawing/2014/main" id="{1FDBB97C-3E07-4A75-84CB-92066C71C69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39" name="mini-map"/>
          <p:cNvPicPr>
            <a:picLocks xmlns:a="http://schemas.openxmlformats.org/drawingml/2006/main" noChangeAspect="1"/>
          </p:cNvPicPr>
          <p:nvPr/>
        </p:nvPicPr>
        <p:blipFill>
          <a:blip xmlns:r="http://schemas.openxmlformats.org/officeDocument/2006/relationships" xmlns:a="http://schemas.openxmlformats.org/drawingml/2006/main" r:embed="R0ef49e110b4f470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4" name="slide-title">
            <a:extLst xmlns:a="http://schemas.openxmlformats.org/drawingml/2006/main">
              <a:ext uri="{FF2B5EF4-FFF2-40B4-BE49-F238E27FC236}">
                <a16:creationId xmlns:a16="http://schemas.microsoft.com/office/drawing/2014/main" id="{91751B94-5AD2-4E7F-B884-BC575FE3280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305" name="header-divider">
            <a:extLst xmlns:a="http://schemas.openxmlformats.org/drawingml/2006/main">
              <a:ext uri="{FF2B5EF4-FFF2-40B4-BE49-F238E27FC236}">
                <a16:creationId xmlns:a16="http://schemas.microsoft.com/office/drawing/2014/main" id="{10BDE071-D57D-447B-B2C8-C1A5EC05671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6" name="27-text-1">
            <a:extLst xmlns:a="http://schemas.openxmlformats.org/drawingml/2006/main">
              <a:ext uri="{FF2B5EF4-FFF2-40B4-BE49-F238E27FC236}">
                <a16:creationId xmlns:a16="http://schemas.microsoft.com/office/drawing/2014/main" id="{DA31E4DB-F514-4828-A6E0-0311468970A2}"/>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7" name="27-text-2">
            <a:extLst xmlns:a="http://schemas.openxmlformats.org/drawingml/2006/main">
              <a:ext uri="{FF2B5EF4-FFF2-40B4-BE49-F238E27FC236}">
                <a16:creationId xmlns:a16="http://schemas.microsoft.com/office/drawing/2014/main" id="{B50C56CD-2CC8-4A2B-BFE2-9BDA10F62125}"/>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308" name="27-text-3">
            <a:extLst xmlns:a="http://schemas.openxmlformats.org/drawingml/2006/main">
              <a:ext uri="{FF2B5EF4-FFF2-40B4-BE49-F238E27FC236}">
                <a16:creationId xmlns:a16="http://schemas.microsoft.com/office/drawing/2014/main" id="{9D1A6D5B-D540-4C2D-91D6-18654555160B}"/>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09" name="27-text-4">
            <a:extLst xmlns:a="http://schemas.openxmlformats.org/drawingml/2006/main">
              <a:ext uri="{FF2B5EF4-FFF2-40B4-BE49-F238E27FC236}">
                <a16:creationId xmlns:a16="http://schemas.microsoft.com/office/drawing/2014/main" id="{F308B201-30EF-4AC1-AF5E-D229D756EBF9}"/>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310" name="27-text-5">
            <a:extLst xmlns:a="http://schemas.openxmlformats.org/drawingml/2006/main">
              <a:ext uri="{FF2B5EF4-FFF2-40B4-BE49-F238E27FC236}">
                <a16:creationId xmlns:a16="http://schemas.microsoft.com/office/drawing/2014/main" id="{3F7CBC54-63ED-4359-AA7E-163D00B37BD3}"/>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311" name="27-text-6">
            <a:extLst xmlns:a="http://schemas.openxmlformats.org/drawingml/2006/main">
              <a:ext uri="{FF2B5EF4-FFF2-40B4-BE49-F238E27FC236}">
                <a16:creationId xmlns:a16="http://schemas.microsoft.com/office/drawing/2014/main" id="{04A38017-1D57-432C-962F-ACD6AB944065}"/>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312" name="27-text-7">
            <a:extLst xmlns:a="http://schemas.openxmlformats.org/drawingml/2006/main">
              <a:ext uri="{FF2B5EF4-FFF2-40B4-BE49-F238E27FC236}">
                <a16:creationId xmlns:a16="http://schemas.microsoft.com/office/drawing/2014/main" id="{5E65F84F-C106-4105-8680-CDF5D4C42C3F}"/>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313" name="27-text-8">
            <a:extLst xmlns:a="http://schemas.openxmlformats.org/drawingml/2006/main">
              <a:ext uri="{FF2B5EF4-FFF2-40B4-BE49-F238E27FC236}">
                <a16:creationId xmlns:a16="http://schemas.microsoft.com/office/drawing/2014/main" id="{E60EA448-944A-4299-86CD-8330B31F49B6}"/>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314" name="27-text-9">
            <a:extLst xmlns:a="http://schemas.openxmlformats.org/drawingml/2006/main">
              <a:ext uri="{FF2B5EF4-FFF2-40B4-BE49-F238E27FC236}">
                <a16:creationId xmlns:a16="http://schemas.microsoft.com/office/drawing/2014/main" id="{18C65240-79B9-462B-9623-F7C4CC35C986}"/>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315" name="27-line-11">
            <a:extLst xmlns:a="http://schemas.openxmlformats.org/drawingml/2006/main">
              <a:ext uri="{FF2B5EF4-FFF2-40B4-BE49-F238E27FC236}">
                <a16:creationId xmlns:a16="http://schemas.microsoft.com/office/drawing/2014/main" id="{658F8061-B362-4010-B074-3C45226B7719}"/>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6" name="27-line-13">
            <a:extLst xmlns:a="http://schemas.openxmlformats.org/drawingml/2006/main">
              <a:ext uri="{FF2B5EF4-FFF2-40B4-BE49-F238E27FC236}">
                <a16:creationId xmlns:a16="http://schemas.microsoft.com/office/drawing/2014/main" id="{FAEB934C-41EF-4DAD-A946-43EC96B77472}"/>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7" name="27-line-15">
            <a:extLst xmlns:a="http://schemas.openxmlformats.org/drawingml/2006/main">
              <a:ext uri="{FF2B5EF4-FFF2-40B4-BE49-F238E27FC236}">
                <a16:creationId xmlns:a16="http://schemas.microsoft.com/office/drawing/2014/main" id="{7512A5D3-A550-465F-9012-D481E9489575}"/>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8" name="27-line-17">
            <a:extLst xmlns:a="http://schemas.openxmlformats.org/drawingml/2006/main">
              <a:ext uri="{FF2B5EF4-FFF2-40B4-BE49-F238E27FC236}">
                <a16:creationId xmlns:a16="http://schemas.microsoft.com/office/drawing/2014/main" id="{D1352DDD-ACE0-4B35-B140-C73190CA2D23}"/>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9" name="27-line-19">
            <a:extLst xmlns:a="http://schemas.openxmlformats.org/drawingml/2006/main">
              <a:ext uri="{FF2B5EF4-FFF2-40B4-BE49-F238E27FC236}">
                <a16:creationId xmlns:a16="http://schemas.microsoft.com/office/drawing/2014/main" id="{81AD93A1-6660-45AA-B4E6-A3C890EE2B71}"/>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0" name="inspect-stage">
            <a:extLst xmlns:a="http://schemas.openxmlformats.org/drawingml/2006/main">
              <a:ext uri="{FF2B5EF4-FFF2-40B4-BE49-F238E27FC236}">
                <a16:creationId xmlns:a16="http://schemas.microsoft.com/office/drawing/2014/main" id="{A7E056D2-5CA3-4771-9767-1A416DFDB881}"/>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21" name="27-line-21">
            <a:extLst xmlns:a="http://schemas.openxmlformats.org/drawingml/2006/main">
              <a:ext uri="{FF2B5EF4-FFF2-40B4-BE49-F238E27FC236}">
                <a16:creationId xmlns:a16="http://schemas.microsoft.com/office/drawing/2014/main" id="{00382506-C0B0-437E-916F-58057AC2EA22}"/>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2" name="bounded-agent-loop">
            <a:extLst xmlns:a="http://schemas.openxmlformats.org/drawingml/2006/main">
              <a:ext uri="{FF2B5EF4-FFF2-40B4-BE49-F238E27FC236}">
                <a16:creationId xmlns:a16="http://schemas.microsoft.com/office/drawing/2014/main" id="{2BE22EA0-3D70-4BFC-80A5-1D443484FFBE}"/>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23" name="27-text-22">
            <a:extLst xmlns:a="http://schemas.openxmlformats.org/drawingml/2006/main">
              <a:ext uri="{FF2B5EF4-FFF2-40B4-BE49-F238E27FC236}">
                <a16:creationId xmlns:a16="http://schemas.microsoft.com/office/drawing/2014/main" id="{A024BC40-0FB0-4248-8F44-5B6F86CD68F5}"/>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24" name="27-text-23">
            <a:extLst xmlns:a="http://schemas.openxmlformats.org/drawingml/2006/main">
              <a:ext uri="{FF2B5EF4-FFF2-40B4-BE49-F238E27FC236}">
                <a16:creationId xmlns:a16="http://schemas.microsoft.com/office/drawing/2014/main" id="{3EA2831E-A988-4278-B3AC-6696143E9D2F}"/>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325" name="27-text-24">
            <a:extLst xmlns:a="http://schemas.openxmlformats.org/drawingml/2006/main">
              <a:ext uri="{FF2B5EF4-FFF2-40B4-BE49-F238E27FC236}">
                <a16:creationId xmlns:a16="http://schemas.microsoft.com/office/drawing/2014/main" id="{6894B25D-EEE4-44B4-A7E4-D86D966F55E0}"/>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26" name="27-text-25">
            <a:extLst xmlns:a="http://schemas.openxmlformats.org/drawingml/2006/main">
              <a:ext uri="{FF2B5EF4-FFF2-40B4-BE49-F238E27FC236}">
                <a16:creationId xmlns:a16="http://schemas.microsoft.com/office/drawing/2014/main" id="{8E91C453-83C8-4901-AFA7-2BDA070A0B8B}"/>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27" name="27-text-26">
            <a:extLst xmlns:a="http://schemas.openxmlformats.org/drawingml/2006/main">
              <a:ext uri="{FF2B5EF4-FFF2-40B4-BE49-F238E27FC236}">
                <a16:creationId xmlns:a16="http://schemas.microsoft.com/office/drawing/2014/main" id="{E5F420AF-6B30-488F-8614-A7914AA8C3EA}"/>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28" name="27-text-27">
            <a:extLst xmlns:a="http://schemas.openxmlformats.org/drawingml/2006/main">
              <a:ext uri="{FF2B5EF4-FFF2-40B4-BE49-F238E27FC236}">
                <a16:creationId xmlns:a16="http://schemas.microsoft.com/office/drawing/2014/main" id="{3C45C595-405F-44FA-8BEF-2C6338D1982B}"/>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29" name="27-line-29">
            <a:extLst xmlns:a="http://schemas.openxmlformats.org/drawingml/2006/main">
              <a:ext uri="{FF2B5EF4-FFF2-40B4-BE49-F238E27FC236}">
                <a16:creationId xmlns:a16="http://schemas.microsoft.com/office/drawing/2014/main" id="{8A3CE60E-E9FC-420B-9BB2-A9E1C43E798F}"/>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0" name="27-line-31">
            <a:extLst xmlns:a="http://schemas.openxmlformats.org/drawingml/2006/main">
              <a:ext uri="{FF2B5EF4-FFF2-40B4-BE49-F238E27FC236}">
                <a16:creationId xmlns:a16="http://schemas.microsoft.com/office/drawing/2014/main" id="{6497FF44-48D6-4C83-BF5B-94F927E86AED}"/>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1" name="27-line-33">
            <a:extLst xmlns:a="http://schemas.openxmlformats.org/drawingml/2006/main">
              <a:ext uri="{FF2B5EF4-FFF2-40B4-BE49-F238E27FC236}">
                <a16:creationId xmlns:a16="http://schemas.microsoft.com/office/drawing/2014/main" id="{CF31E3F1-DC47-4981-BF08-8930E44AE6F5}"/>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2" name="27-line-35">
            <a:extLst xmlns:a="http://schemas.openxmlformats.org/drawingml/2006/main">
              <a:ext uri="{FF2B5EF4-FFF2-40B4-BE49-F238E27FC236}">
                <a16:creationId xmlns:a16="http://schemas.microsoft.com/office/drawing/2014/main" id="{5FE8E932-1448-498C-9E89-013ACE698275}"/>
              </a:ext>
            </a:extLst>
          </p:cNvPr>
          <p:cNvSpPr>
            <a:spLocks xmlns:a="http://schemas.openxmlformats.org/drawingml/2006/main"/>
          </p:cNvSpPr>
          <p:nvPr/>
        </p:nvSpPr>
        <p:spPr>
          <a:xfrm xmlns:a="http://schemas.openxmlformats.org/drawingml/2006/main" flipH="0" flipV="0">
            <a:off x="103124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33" name="27-line-37">
            <a:extLst xmlns:a="http://schemas.openxmlformats.org/drawingml/2006/main">
              <a:ext uri="{FF2B5EF4-FFF2-40B4-BE49-F238E27FC236}">
                <a16:creationId xmlns:a16="http://schemas.microsoft.com/office/drawing/2014/main" id="{DBD62A3F-4AA9-4EFF-8D36-C6B5E98B099A}"/>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4" name="27-line-39">
            <a:extLst xmlns:a="http://schemas.openxmlformats.org/drawingml/2006/main">
              <a:ext uri="{FF2B5EF4-FFF2-40B4-BE49-F238E27FC236}">
                <a16:creationId xmlns:a16="http://schemas.microsoft.com/office/drawing/2014/main" id="{5CB5744F-DB14-4631-B031-950C75EB7399}"/>
              </a:ext>
            </a:extLst>
          </p:cNvPr>
          <p:cNvSpPr>
            <a:spLocks xmlns:a="http://schemas.openxmlformats.org/drawingml/2006/main"/>
          </p:cNvSpPr>
          <p:nvPr/>
        </p:nvSpPr>
        <p:spPr>
          <a:xfrm xmlns:a="http://schemas.openxmlformats.org/drawingml/2006/main" flipH="0" flipV="1">
            <a:off x="18542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35" name="27-text-40">
            <a:extLst xmlns:a="http://schemas.openxmlformats.org/drawingml/2006/main">
              <a:ext uri="{FF2B5EF4-FFF2-40B4-BE49-F238E27FC236}">
                <a16:creationId xmlns:a16="http://schemas.microsoft.com/office/drawing/2014/main" id="{3B9D984C-F3D9-41D2-AF21-31941E2E03E5}"/>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36" name="27-text-41">
            <a:extLst xmlns:a="http://schemas.openxmlformats.org/drawingml/2006/main">
              <a:ext uri="{FF2B5EF4-FFF2-40B4-BE49-F238E27FC236}">
                <a16:creationId xmlns:a16="http://schemas.microsoft.com/office/drawing/2014/main" id="{EB0C7762-508C-4D74-A9C4-4E62586E1535}"/>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37" name="narrative-number">
            <a:extLst xmlns:a="http://schemas.openxmlformats.org/drawingml/2006/main">
              <a:ext uri="{FF2B5EF4-FFF2-40B4-BE49-F238E27FC236}">
                <a16:creationId xmlns:a16="http://schemas.microsoft.com/office/drawing/2014/main" id="{9D84C066-3D8C-45F5-9040-73DFFD1892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3844054445"/>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8" name="!!area-name">
            <a:extLst xmlns:a="http://schemas.openxmlformats.org/drawingml/2006/main">
              <a:ext uri="{FF2B5EF4-FFF2-40B4-BE49-F238E27FC236}">
                <a16:creationId xmlns:a16="http://schemas.microsoft.com/office/drawing/2014/main" id="{B3E24EA9-F41E-40FB-8150-B7C043761E9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52" name="mini-map"/>
          <p:cNvPicPr>
            <a:picLocks xmlns:a="http://schemas.openxmlformats.org/drawingml/2006/main" noChangeAspect="1"/>
          </p:cNvPicPr>
          <p:nvPr/>
        </p:nvPicPr>
        <p:blipFill>
          <a:blip xmlns:r="http://schemas.openxmlformats.org/officeDocument/2006/relationships" xmlns:a="http://schemas.openxmlformats.org/drawingml/2006/main" r:embed="R8d8adbc280d14e8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0" name="slide-title">
            <a:extLst xmlns:a="http://schemas.openxmlformats.org/drawingml/2006/main">
              <a:ext uri="{FF2B5EF4-FFF2-40B4-BE49-F238E27FC236}">
                <a16:creationId xmlns:a16="http://schemas.microsoft.com/office/drawing/2014/main" id="{B5A936AE-6E8E-42A2-A128-114F49FA808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41" name="header-divider">
            <a:extLst xmlns:a="http://schemas.openxmlformats.org/drawingml/2006/main">
              <a:ext uri="{FF2B5EF4-FFF2-40B4-BE49-F238E27FC236}">
                <a16:creationId xmlns:a16="http://schemas.microsoft.com/office/drawing/2014/main" id="{3D03CB27-5940-466D-ACFB-27C93F9FCA0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2" name="28-text-1">
            <a:extLst xmlns:a="http://schemas.openxmlformats.org/drawingml/2006/main">
              <a:ext uri="{FF2B5EF4-FFF2-40B4-BE49-F238E27FC236}">
                <a16:creationId xmlns:a16="http://schemas.microsoft.com/office/drawing/2014/main" id="{26D14F91-4BE2-4463-B660-1D251035B3A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43" name="28-text-2">
            <a:extLst xmlns:a="http://schemas.openxmlformats.org/drawingml/2006/main">
              <a:ext uri="{FF2B5EF4-FFF2-40B4-BE49-F238E27FC236}">
                <a16:creationId xmlns:a16="http://schemas.microsoft.com/office/drawing/2014/main" id="{7C820B18-4AA6-4F98-9A20-2C5C5605103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44" name="28-text-3">
            <a:extLst xmlns:a="http://schemas.openxmlformats.org/drawingml/2006/main">
              <a:ext uri="{FF2B5EF4-FFF2-40B4-BE49-F238E27FC236}">
                <a16:creationId xmlns:a16="http://schemas.microsoft.com/office/drawing/2014/main" id="{E57D3984-75EF-4262-93C7-106666BE683F}"/>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45" name="28-text-4">
            <a:extLst xmlns:a="http://schemas.openxmlformats.org/drawingml/2006/main">
              <a:ext uri="{FF2B5EF4-FFF2-40B4-BE49-F238E27FC236}">
                <a16:creationId xmlns:a16="http://schemas.microsoft.com/office/drawing/2014/main" id="{60ACE3D1-343F-4B7F-B16E-07BAE0D06A13}"/>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46" name="28-text-5">
            <a:extLst xmlns:a="http://schemas.openxmlformats.org/drawingml/2006/main">
              <a:ext uri="{FF2B5EF4-FFF2-40B4-BE49-F238E27FC236}">
                <a16:creationId xmlns:a16="http://schemas.microsoft.com/office/drawing/2014/main" id="{0F78BBC7-EE0A-4FF9-B0C8-A7647507FF72}"/>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47" name="28-text-6">
            <a:extLst xmlns:a="http://schemas.openxmlformats.org/drawingml/2006/main">
              <a:ext uri="{FF2B5EF4-FFF2-40B4-BE49-F238E27FC236}">
                <a16:creationId xmlns:a16="http://schemas.microsoft.com/office/drawing/2014/main" id="{4330581B-632B-4FE2-BD00-F7A125A942D2}"/>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48" name="28-text-7">
            <a:extLst xmlns:a="http://schemas.openxmlformats.org/drawingml/2006/main">
              <a:ext uri="{FF2B5EF4-FFF2-40B4-BE49-F238E27FC236}">
                <a16:creationId xmlns:a16="http://schemas.microsoft.com/office/drawing/2014/main" id="{01B552D1-8075-4D20-BEA6-F12F61970851}"/>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49" name="28-text-8">
            <a:extLst xmlns:a="http://schemas.openxmlformats.org/drawingml/2006/main">
              <a:ext uri="{FF2B5EF4-FFF2-40B4-BE49-F238E27FC236}">
                <a16:creationId xmlns:a16="http://schemas.microsoft.com/office/drawing/2014/main" id="{33332682-B785-4D3D-8DA7-3ECA05B11721}"/>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50" name="narrative-number">
            <a:extLst xmlns:a="http://schemas.openxmlformats.org/drawingml/2006/main">
              <a:ext uri="{FF2B5EF4-FFF2-40B4-BE49-F238E27FC236}">
                <a16:creationId xmlns:a16="http://schemas.microsoft.com/office/drawing/2014/main" id="{87E7D385-A8C5-4CF8-9E02-72671959EFB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3758989290"/>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1" name="!!area-name">
            <a:extLst xmlns:a="http://schemas.openxmlformats.org/drawingml/2006/main">
              <a:ext uri="{FF2B5EF4-FFF2-40B4-BE49-F238E27FC236}">
                <a16:creationId xmlns:a16="http://schemas.microsoft.com/office/drawing/2014/main" id="{E2B734D8-6D50-46A3-A2BA-408042C3BCF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65" name="mini-map"/>
          <p:cNvPicPr>
            <a:picLocks xmlns:a="http://schemas.openxmlformats.org/drawingml/2006/main" noChangeAspect="1"/>
          </p:cNvPicPr>
          <p:nvPr/>
        </p:nvPicPr>
        <p:blipFill>
          <a:blip xmlns:r="http://schemas.openxmlformats.org/officeDocument/2006/relationships" xmlns:a="http://schemas.openxmlformats.org/drawingml/2006/main" r:embed="Rf6e361a38bb1401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3" name="slide-title">
            <a:extLst xmlns:a="http://schemas.openxmlformats.org/drawingml/2006/main">
              <a:ext uri="{FF2B5EF4-FFF2-40B4-BE49-F238E27FC236}">
                <a16:creationId xmlns:a16="http://schemas.microsoft.com/office/drawing/2014/main" id="{A85C57C1-9B99-472A-9CEC-906D0412DBD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54" name="header-divider">
            <a:extLst xmlns:a="http://schemas.openxmlformats.org/drawingml/2006/main">
              <a:ext uri="{FF2B5EF4-FFF2-40B4-BE49-F238E27FC236}">
                <a16:creationId xmlns:a16="http://schemas.microsoft.com/office/drawing/2014/main" id="{8039246F-A345-47B6-9C3D-924F5B40594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5" name="29-text-1">
            <a:extLst xmlns:a="http://schemas.openxmlformats.org/drawingml/2006/main">
              <a:ext uri="{FF2B5EF4-FFF2-40B4-BE49-F238E27FC236}">
                <a16:creationId xmlns:a16="http://schemas.microsoft.com/office/drawing/2014/main" id="{9B0EB7A1-DAA6-43D4-846F-FC263306D72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56" name="29-text-2">
            <a:extLst xmlns:a="http://schemas.openxmlformats.org/drawingml/2006/main">
              <a:ext uri="{FF2B5EF4-FFF2-40B4-BE49-F238E27FC236}">
                <a16:creationId xmlns:a16="http://schemas.microsoft.com/office/drawing/2014/main" id="{62654F5E-5619-4EC4-ACE4-ACA4BC45989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57" name="29-text-3">
            <a:extLst xmlns:a="http://schemas.openxmlformats.org/drawingml/2006/main">
              <a:ext uri="{FF2B5EF4-FFF2-40B4-BE49-F238E27FC236}">
                <a16:creationId xmlns:a16="http://schemas.microsoft.com/office/drawing/2014/main" id="{A59A675B-79BC-422C-A00C-10ED2B12BD4C}"/>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58" name="29-text-4">
            <a:extLst xmlns:a="http://schemas.openxmlformats.org/drawingml/2006/main">
              <a:ext uri="{FF2B5EF4-FFF2-40B4-BE49-F238E27FC236}">
                <a16:creationId xmlns:a16="http://schemas.microsoft.com/office/drawing/2014/main" id="{49D7120A-C3EF-4BE9-877C-85468A8BDB72}"/>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59" name="29-text-5">
            <a:extLst xmlns:a="http://schemas.openxmlformats.org/drawingml/2006/main">
              <a:ext uri="{FF2B5EF4-FFF2-40B4-BE49-F238E27FC236}">
                <a16:creationId xmlns:a16="http://schemas.microsoft.com/office/drawing/2014/main" id="{A391BA2C-F22D-4007-9696-3B27CBED1815}"/>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60" name="29-text-6">
            <a:extLst xmlns:a="http://schemas.openxmlformats.org/drawingml/2006/main">
              <a:ext uri="{FF2B5EF4-FFF2-40B4-BE49-F238E27FC236}">
                <a16:creationId xmlns:a16="http://schemas.microsoft.com/office/drawing/2014/main" id="{5DAC3750-5142-4452-9D80-FA070B3D4609}"/>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61" name="29-text-7">
            <a:extLst xmlns:a="http://schemas.openxmlformats.org/drawingml/2006/main">
              <a:ext uri="{FF2B5EF4-FFF2-40B4-BE49-F238E27FC236}">
                <a16:creationId xmlns:a16="http://schemas.microsoft.com/office/drawing/2014/main" id="{A965EBB2-C1F6-401E-A36E-7F77AA309ED4}"/>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62" name="29-text-8">
            <a:extLst xmlns:a="http://schemas.openxmlformats.org/drawingml/2006/main">
              <a:ext uri="{FF2B5EF4-FFF2-40B4-BE49-F238E27FC236}">
                <a16:creationId xmlns:a16="http://schemas.microsoft.com/office/drawing/2014/main" id="{8AC21521-D680-4457-9DCE-67C1D2F9FE1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63" name="narrative-number">
            <a:extLst xmlns:a="http://schemas.openxmlformats.org/drawingml/2006/main">
              <a:ext uri="{FF2B5EF4-FFF2-40B4-BE49-F238E27FC236}">
                <a16:creationId xmlns:a16="http://schemas.microsoft.com/office/drawing/2014/main" id="{8309B465-880B-4391-A812-6162956587E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3507137425"/>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4" name="!!area-name">
            <a:extLst xmlns:a="http://schemas.openxmlformats.org/drawingml/2006/main">
              <a:ext uri="{FF2B5EF4-FFF2-40B4-BE49-F238E27FC236}">
                <a16:creationId xmlns:a16="http://schemas.microsoft.com/office/drawing/2014/main" id="{13CBFA43-ED4F-4777-B3C7-9F51CB0F634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88" name="mini-map"/>
          <p:cNvPicPr>
            <a:picLocks xmlns:a="http://schemas.openxmlformats.org/drawingml/2006/main" noChangeAspect="1"/>
          </p:cNvPicPr>
          <p:nvPr/>
        </p:nvPicPr>
        <p:blipFill>
          <a:blip xmlns:r="http://schemas.openxmlformats.org/officeDocument/2006/relationships" xmlns:a="http://schemas.openxmlformats.org/drawingml/2006/main" r:embed="R6c62129646714ad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6" name="slide-title">
            <a:extLst xmlns:a="http://schemas.openxmlformats.org/drawingml/2006/main">
              <a:ext uri="{FF2B5EF4-FFF2-40B4-BE49-F238E27FC236}">
                <a16:creationId xmlns:a16="http://schemas.microsoft.com/office/drawing/2014/main" id="{38EC2A3A-CB86-4423-A8DE-96A729E7E88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67" name="header-divider">
            <a:extLst xmlns:a="http://schemas.openxmlformats.org/drawingml/2006/main">
              <a:ext uri="{FF2B5EF4-FFF2-40B4-BE49-F238E27FC236}">
                <a16:creationId xmlns:a16="http://schemas.microsoft.com/office/drawing/2014/main" id="{E8145F35-31CF-410D-95E8-6BA03CA3BAA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8" name="30-text-1">
            <a:extLst xmlns:a="http://schemas.openxmlformats.org/drawingml/2006/main">
              <a:ext uri="{FF2B5EF4-FFF2-40B4-BE49-F238E27FC236}">
                <a16:creationId xmlns:a16="http://schemas.microsoft.com/office/drawing/2014/main" id="{514D891D-EB24-4B5F-9EB2-D4720454D8F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69" name="30-text-2">
            <a:extLst xmlns:a="http://schemas.openxmlformats.org/drawingml/2006/main">
              <a:ext uri="{FF2B5EF4-FFF2-40B4-BE49-F238E27FC236}">
                <a16:creationId xmlns:a16="http://schemas.microsoft.com/office/drawing/2014/main" id="{5DC1E3C0-7D9D-4822-B122-1D17A146D6E1}"/>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70" name="30-text-3">
            <a:extLst xmlns:a="http://schemas.openxmlformats.org/drawingml/2006/main">
              <a:ext uri="{FF2B5EF4-FFF2-40B4-BE49-F238E27FC236}">
                <a16:creationId xmlns:a16="http://schemas.microsoft.com/office/drawing/2014/main" id="{B93B5EF1-29A9-407A-A319-E01A589CA9E0}"/>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71" name="30-text-4">
            <a:extLst xmlns:a="http://schemas.openxmlformats.org/drawingml/2006/main">
              <a:ext uri="{FF2B5EF4-FFF2-40B4-BE49-F238E27FC236}">
                <a16:creationId xmlns:a16="http://schemas.microsoft.com/office/drawing/2014/main" id="{BF7CC182-BAC8-42D1-B344-1F69A20A5116}"/>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72" name="30-text-5">
            <a:extLst xmlns:a="http://schemas.openxmlformats.org/drawingml/2006/main">
              <a:ext uri="{FF2B5EF4-FFF2-40B4-BE49-F238E27FC236}">
                <a16:creationId xmlns:a16="http://schemas.microsoft.com/office/drawing/2014/main" id="{8F93C17C-3054-459B-9C2A-1B7EEBA7C6F3}"/>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73" name="30-line-7">
            <a:extLst xmlns:a="http://schemas.openxmlformats.org/drawingml/2006/main">
              <a:ext uri="{FF2B5EF4-FFF2-40B4-BE49-F238E27FC236}">
                <a16:creationId xmlns:a16="http://schemas.microsoft.com/office/drawing/2014/main" id="{63CC639A-B989-486A-BE87-6C64933855A1}"/>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4" name="30-text-8">
            <a:extLst xmlns:a="http://schemas.openxmlformats.org/drawingml/2006/main">
              <a:ext uri="{FF2B5EF4-FFF2-40B4-BE49-F238E27FC236}">
                <a16:creationId xmlns:a16="http://schemas.microsoft.com/office/drawing/2014/main" id="{0C3BA1C4-5EFA-4659-86F5-CE9694073AB1}"/>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75" name="30-text-9">
            <a:extLst xmlns:a="http://schemas.openxmlformats.org/drawingml/2006/main">
              <a:ext uri="{FF2B5EF4-FFF2-40B4-BE49-F238E27FC236}">
                <a16:creationId xmlns:a16="http://schemas.microsoft.com/office/drawing/2014/main" id="{39C5C5C3-9B7E-49ED-BAB6-101410813F19}"/>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76" name="30-line-11">
            <a:extLst xmlns:a="http://schemas.openxmlformats.org/drawingml/2006/main">
              <a:ext uri="{FF2B5EF4-FFF2-40B4-BE49-F238E27FC236}">
                <a16:creationId xmlns:a16="http://schemas.microsoft.com/office/drawing/2014/main" id="{3CC87283-10E9-442C-8B03-3974F29F0CD4}"/>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7" name="30-line-13">
            <a:extLst xmlns:a="http://schemas.openxmlformats.org/drawingml/2006/main">
              <a:ext uri="{FF2B5EF4-FFF2-40B4-BE49-F238E27FC236}">
                <a16:creationId xmlns:a16="http://schemas.microsoft.com/office/drawing/2014/main" id="{E603DBA4-504E-4E18-B152-C9A20B16EB90}"/>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8" name="30-line-15">
            <a:extLst xmlns:a="http://schemas.openxmlformats.org/drawingml/2006/main">
              <a:ext uri="{FF2B5EF4-FFF2-40B4-BE49-F238E27FC236}">
                <a16:creationId xmlns:a16="http://schemas.microsoft.com/office/drawing/2014/main" id="{55916665-CF38-4396-B550-1C507D9FE0F2}"/>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9" name="30-line-17">
            <a:extLst xmlns:a="http://schemas.openxmlformats.org/drawingml/2006/main">
              <a:ext uri="{FF2B5EF4-FFF2-40B4-BE49-F238E27FC236}">
                <a16:creationId xmlns:a16="http://schemas.microsoft.com/office/drawing/2014/main" id="{4FE67EC0-24E9-402B-8D08-247F8B683EDF}"/>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80" name="30-text-18">
            <a:extLst xmlns:a="http://schemas.openxmlformats.org/drawingml/2006/main">
              <a:ext uri="{FF2B5EF4-FFF2-40B4-BE49-F238E27FC236}">
                <a16:creationId xmlns:a16="http://schemas.microsoft.com/office/drawing/2014/main" id="{56793B95-F602-4FFA-A46C-D1643C8A9308}"/>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81" name="30-text-19">
            <a:extLst xmlns:a="http://schemas.openxmlformats.org/drawingml/2006/main">
              <a:ext uri="{FF2B5EF4-FFF2-40B4-BE49-F238E27FC236}">
                <a16:creationId xmlns:a16="http://schemas.microsoft.com/office/drawing/2014/main" id="{956541A6-5811-4DCA-9E59-B72F00CA0CAA}"/>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82" name="30-line-21">
            <a:extLst xmlns:a="http://schemas.openxmlformats.org/drawingml/2006/main">
              <a:ext uri="{FF2B5EF4-FFF2-40B4-BE49-F238E27FC236}">
                <a16:creationId xmlns:a16="http://schemas.microsoft.com/office/drawing/2014/main" id="{A2611E56-892B-4473-90E8-AF91842D6F9F}"/>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83" name="30-text-22">
            <a:extLst xmlns:a="http://schemas.openxmlformats.org/drawingml/2006/main">
              <a:ext uri="{FF2B5EF4-FFF2-40B4-BE49-F238E27FC236}">
                <a16:creationId xmlns:a16="http://schemas.microsoft.com/office/drawing/2014/main" id="{B5CC6C94-16CB-401E-976B-2230D52B6557}"/>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84" name="30-text-23">
            <a:extLst xmlns:a="http://schemas.openxmlformats.org/drawingml/2006/main">
              <a:ext uri="{FF2B5EF4-FFF2-40B4-BE49-F238E27FC236}">
                <a16:creationId xmlns:a16="http://schemas.microsoft.com/office/drawing/2014/main" id="{B75384D3-8E7B-4A05-B05F-87542E741E1D}"/>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85" name="30-text-24">
            <a:extLst xmlns:a="http://schemas.openxmlformats.org/drawingml/2006/main">
              <a:ext uri="{FF2B5EF4-FFF2-40B4-BE49-F238E27FC236}">
                <a16:creationId xmlns:a16="http://schemas.microsoft.com/office/drawing/2014/main" id="{60DF387A-B4CA-4BF0-8AF2-0CAD146B792A}"/>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86" name="narrative-number">
            <a:extLst xmlns:a="http://schemas.openxmlformats.org/drawingml/2006/main">
              <a:ext uri="{FF2B5EF4-FFF2-40B4-BE49-F238E27FC236}">
                <a16:creationId xmlns:a16="http://schemas.microsoft.com/office/drawing/2014/main" id="{2F017500-D0B5-4836-99A1-5810A3DE1B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38708320"/>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7" name="!!area-name">
            <a:extLst xmlns:a="http://schemas.openxmlformats.org/drawingml/2006/main">
              <a:ext uri="{FF2B5EF4-FFF2-40B4-BE49-F238E27FC236}">
                <a16:creationId xmlns:a16="http://schemas.microsoft.com/office/drawing/2014/main" id="{FC775590-5FB2-4178-B7A6-5A8EEA5E1FE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96" name="mini-map"/>
          <p:cNvPicPr>
            <a:picLocks xmlns:a="http://schemas.openxmlformats.org/drawingml/2006/main" noChangeAspect="1"/>
          </p:cNvPicPr>
          <p:nvPr/>
        </p:nvPicPr>
        <p:blipFill>
          <a:blip xmlns:r="http://schemas.openxmlformats.org/officeDocument/2006/relationships" xmlns:a="http://schemas.openxmlformats.org/drawingml/2006/main" r:embed="Rebfd1dd074e14d3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9" name="header-divider">
            <a:extLst xmlns:a="http://schemas.openxmlformats.org/drawingml/2006/main">
              <a:ext uri="{FF2B5EF4-FFF2-40B4-BE49-F238E27FC236}">
                <a16:creationId xmlns:a16="http://schemas.microsoft.com/office/drawing/2014/main" id="{614426BF-2862-40D9-B987-FE28B82A1CD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0" name="31-text-1">
            <a:extLst xmlns:a="http://schemas.openxmlformats.org/drawingml/2006/main">
              <a:ext uri="{FF2B5EF4-FFF2-40B4-BE49-F238E27FC236}">
                <a16:creationId xmlns:a16="http://schemas.microsoft.com/office/drawing/2014/main" id="{BDF70924-FB22-4F62-8491-EF3D7F46B26B}"/>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91" name="31-text-2">
            <a:extLst xmlns:a="http://schemas.openxmlformats.org/drawingml/2006/main">
              <a:ext uri="{FF2B5EF4-FFF2-40B4-BE49-F238E27FC236}">
                <a16:creationId xmlns:a16="http://schemas.microsoft.com/office/drawing/2014/main" id="{0102C9AE-695A-4E99-96C3-B13E61FBE4D1}"/>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92" name="31-text-3">
            <a:extLst xmlns:a="http://schemas.openxmlformats.org/drawingml/2006/main">
              <a:ext uri="{FF2B5EF4-FFF2-40B4-BE49-F238E27FC236}">
                <a16:creationId xmlns:a16="http://schemas.microsoft.com/office/drawing/2014/main" id="{9FE4B388-3BB6-40B6-B878-69BBF48DD5C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401" name="31-image-4"/>
          <p:cNvPicPr>
            <a:picLocks xmlns:a="http://schemas.openxmlformats.org/drawingml/2006/main" noChangeAspect="1"/>
          </p:cNvPicPr>
          <p:nvPr/>
        </p:nvPicPr>
        <p:blipFill>
          <a:blip xmlns:r="http://schemas.openxmlformats.org/officeDocument/2006/relationships" xmlns:a="http://schemas.openxmlformats.org/drawingml/2006/main" r:embed="R0e83fa8dbb98461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94" name="narrative-number">
            <a:extLst xmlns:a="http://schemas.openxmlformats.org/drawingml/2006/main">
              <a:ext uri="{FF2B5EF4-FFF2-40B4-BE49-F238E27FC236}">
                <a16:creationId xmlns:a16="http://schemas.microsoft.com/office/drawing/2014/main" id="{2B035043-2DAB-456B-ADFC-88DAE355D10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4054335996"/>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5" name="!!area-name">
            <a:extLst xmlns:a="http://schemas.openxmlformats.org/drawingml/2006/main">
              <a:ext uri="{FF2B5EF4-FFF2-40B4-BE49-F238E27FC236}">
                <a16:creationId xmlns:a16="http://schemas.microsoft.com/office/drawing/2014/main" id="{2528F577-5E4C-49AA-A6CC-FC912AFEE59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412" name="mini-map"/>
          <p:cNvPicPr>
            <a:picLocks xmlns:a="http://schemas.openxmlformats.org/drawingml/2006/main" noChangeAspect="1"/>
          </p:cNvPicPr>
          <p:nvPr/>
        </p:nvPicPr>
        <p:blipFill>
          <a:blip xmlns:r="http://schemas.openxmlformats.org/officeDocument/2006/relationships" xmlns:a="http://schemas.openxmlformats.org/drawingml/2006/main" r:embed="R846ed939b8c64aa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7" name="slide-title">
            <a:extLst xmlns:a="http://schemas.openxmlformats.org/drawingml/2006/main">
              <a:ext uri="{FF2B5EF4-FFF2-40B4-BE49-F238E27FC236}">
                <a16:creationId xmlns:a16="http://schemas.microsoft.com/office/drawing/2014/main" id="{4B100CEC-379A-4B7F-BA33-B9D4B298858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98" name="header-divider">
            <a:extLst xmlns:a="http://schemas.openxmlformats.org/drawingml/2006/main">
              <a:ext uri="{FF2B5EF4-FFF2-40B4-BE49-F238E27FC236}">
                <a16:creationId xmlns:a16="http://schemas.microsoft.com/office/drawing/2014/main" id="{F3EB80B7-129B-4AB0-B8D8-DDBE07E8831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9" name="32-text-1">
            <a:extLst xmlns:a="http://schemas.openxmlformats.org/drawingml/2006/main">
              <a:ext uri="{FF2B5EF4-FFF2-40B4-BE49-F238E27FC236}">
                <a16:creationId xmlns:a16="http://schemas.microsoft.com/office/drawing/2014/main" id="{322D0772-AF25-48FC-8854-23AEDB32D980}"/>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400" name="32-text-2">
            <a:extLst xmlns:a="http://schemas.openxmlformats.org/drawingml/2006/main">
              <a:ext uri="{FF2B5EF4-FFF2-40B4-BE49-F238E27FC236}">
                <a16:creationId xmlns:a16="http://schemas.microsoft.com/office/drawing/2014/main" id="{16147CD9-36E7-492C-8A44-FBCC2BAD613C}"/>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401" name="32-text-3">
            <a:extLst xmlns:a="http://schemas.openxmlformats.org/drawingml/2006/main">
              <a:ext uri="{FF2B5EF4-FFF2-40B4-BE49-F238E27FC236}">
                <a16:creationId xmlns:a16="http://schemas.microsoft.com/office/drawing/2014/main" id="{BA1DEA2D-3620-4D99-89DF-1967B7A5F8CA}"/>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402" name="32-text-4">
            <a:extLst xmlns:a="http://schemas.openxmlformats.org/drawingml/2006/main">
              <a:ext uri="{FF2B5EF4-FFF2-40B4-BE49-F238E27FC236}">
                <a16:creationId xmlns:a16="http://schemas.microsoft.com/office/drawing/2014/main" id="{3BBBDC6E-4D67-492E-BEB4-F90BB08E137C}"/>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403" name="32-shape-5">
            <a:extLst xmlns:a="http://schemas.openxmlformats.org/drawingml/2006/main">
              <a:ext uri="{FF2B5EF4-FFF2-40B4-BE49-F238E27FC236}">
                <a16:creationId xmlns:a16="http://schemas.microsoft.com/office/drawing/2014/main" id="{1C339F19-57E8-42F6-994C-5C4A8D562F5E}"/>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4" name="32-text-6">
            <a:extLst xmlns:a="http://schemas.openxmlformats.org/drawingml/2006/main">
              <a:ext uri="{FF2B5EF4-FFF2-40B4-BE49-F238E27FC236}">
                <a16:creationId xmlns:a16="http://schemas.microsoft.com/office/drawing/2014/main" id="{CDA8DE3E-8FA1-4949-B0DC-3BCA72AABF32}"/>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405" name="32-text-7">
            <a:extLst xmlns:a="http://schemas.openxmlformats.org/drawingml/2006/main">
              <a:ext uri="{FF2B5EF4-FFF2-40B4-BE49-F238E27FC236}">
                <a16:creationId xmlns:a16="http://schemas.microsoft.com/office/drawing/2014/main" id="{B151D16D-64A5-416D-9E60-BF19A82947E4}"/>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406" name="32-text-8">
            <a:extLst xmlns:a="http://schemas.openxmlformats.org/drawingml/2006/main">
              <a:ext uri="{FF2B5EF4-FFF2-40B4-BE49-F238E27FC236}">
                <a16:creationId xmlns:a16="http://schemas.microsoft.com/office/drawing/2014/main" id="{B14A62A4-0CE5-42FD-B071-CF3A0B8E247A}"/>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407" name="32-text-9">
            <a:extLst xmlns:a="http://schemas.openxmlformats.org/drawingml/2006/main">
              <a:ext uri="{FF2B5EF4-FFF2-40B4-BE49-F238E27FC236}">
                <a16:creationId xmlns:a16="http://schemas.microsoft.com/office/drawing/2014/main" id="{D1063D58-D007-4967-A298-3DC76C462F35}"/>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408" name="32-text-10">
            <a:extLst xmlns:a="http://schemas.openxmlformats.org/drawingml/2006/main">
              <a:ext uri="{FF2B5EF4-FFF2-40B4-BE49-F238E27FC236}">
                <a16:creationId xmlns:a16="http://schemas.microsoft.com/office/drawing/2014/main" id="{380D9CB3-C029-4BDE-8D88-32DF6525EE63}"/>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09" name="32-text-11">
            <a:extLst xmlns:a="http://schemas.openxmlformats.org/drawingml/2006/main">
              <a:ext uri="{FF2B5EF4-FFF2-40B4-BE49-F238E27FC236}">
                <a16:creationId xmlns:a16="http://schemas.microsoft.com/office/drawing/2014/main" id="{210DC6EE-6FB3-4D87-A3CA-C4D1041F2C17}"/>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410" name="narrative-number">
            <a:extLst xmlns:a="http://schemas.openxmlformats.org/drawingml/2006/main">
              <a:ext uri="{FF2B5EF4-FFF2-40B4-BE49-F238E27FC236}">
                <a16:creationId xmlns:a16="http://schemas.microsoft.com/office/drawing/2014/main" id="{74D95EDA-3BB8-429C-92BA-8E2E0FA5ACD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1869667017"/>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1" name="!!area-name">
            <a:extLst xmlns:a="http://schemas.openxmlformats.org/drawingml/2006/main">
              <a:ext uri="{FF2B5EF4-FFF2-40B4-BE49-F238E27FC236}">
                <a16:creationId xmlns:a16="http://schemas.microsoft.com/office/drawing/2014/main" id="{5C21A358-463A-47E1-9BAC-EA924000A22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21" name="mini-map"/>
          <p:cNvPicPr>
            <a:picLocks xmlns:a="http://schemas.openxmlformats.org/drawingml/2006/main" noChangeAspect="1"/>
          </p:cNvPicPr>
          <p:nvPr/>
        </p:nvPicPr>
        <p:blipFill>
          <a:blip xmlns:r="http://schemas.openxmlformats.org/officeDocument/2006/relationships" xmlns:a="http://schemas.openxmlformats.org/drawingml/2006/main" r:embed="Rea3c734018434e8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3" name="slide-title">
            <a:extLst xmlns:a="http://schemas.openxmlformats.org/drawingml/2006/main">
              <a:ext uri="{FF2B5EF4-FFF2-40B4-BE49-F238E27FC236}">
                <a16:creationId xmlns:a16="http://schemas.microsoft.com/office/drawing/2014/main" id="{C918E9C0-65BB-4CEE-A7F8-D6954CDBC0B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14" name="header-divider">
            <a:extLst xmlns:a="http://schemas.openxmlformats.org/drawingml/2006/main">
              <a:ext uri="{FF2B5EF4-FFF2-40B4-BE49-F238E27FC236}">
                <a16:creationId xmlns:a16="http://schemas.microsoft.com/office/drawing/2014/main" id="{2CF0775A-8336-4B83-BBB6-B90A8544696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5" name="33-text-1">
            <a:extLst xmlns:a="http://schemas.openxmlformats.org/drawingml/2006/main">
              <a:ext uri="{FF2B5EF4-FFF2-40B4-BE49-F238E27FC236}">
                <a16:creationId xmlns:a16="http://schemas.microsoft.com/office/drawing/2014/main" id="{7CCB6C0B-C2A5-4910-A867-69633F3D055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25"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7" name="33-text-3">
            <a:extLst xmlns:a="http://schemas.openxmlformats.org/drawingml/2006/main">
              <a:ext uri="{FF2B5EF4-FFF2-40B4-BE49-F238E27FC236}">
                <a16:creationId xmlns:a16="http://schemas.microsoft.com/office/drawing/2014/main" id="{60F322BF-CE0E-4D56-A27C-F17650C96F48}"/>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18" name="33-text-4">
            <a:extLst xmlns:a="http://schemas.openxmlformats.org/drawingml/2006/main">
              <a:ext uri="{FF2B5EF4-FFF2-40B4-BE49-F238E27FC236}">
                <a16:creationId xmlns:a16="http://schemas.microsoft.com/office/drawing/2014/main" id="{07459F8F-560A-4D42-B943-65DCF59B64C9}"/>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19" name="narrative-number">
            <a:extLst xmlns:a="http://schemas.openxmlformats.org/drawingml/2006/main">
              <a:ext uri="{FF2B5EF4-FFF2-40B4-BE49-F238E27FC236}">
                <a16:creationId xmlns:a16="http://schemas.microsoft.com/office/drawing/2014/main" id="{26E7D6A6-0B3F-4392-8EA6-129FC9E41EB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1526699085"/>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0" name="!!area-name">
            <a:extLst xmlns:a="http://schemas.openxmlformats.org/drawingml/2006/main">
              <a:ext uri="{FF2B5EF4-FFF2-40B4-BE49-F238E27FC236}">
                <a16:creationId xmlns:a16="http://schemas.microsoft.com/office/drawing/2014/main" id="{58C86DB2-86BE-4C79-9808-74548484186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35" name="mini-map"/>
          <p:cNvPicPr>
            <a:picLocks xmlns:a="http://schemas.openxmlformats.org/drawingml/2006/main" noChangeAspect="1"/>
          </p:cNvPicPr>
          <p:nvPr/>
        </p:nvPicPr>
        <p:blipFill>
          <a:blip xmlns:r="http://schemas.openxmlformats.org/officeDocument/2006/relationships" xmlns:a="http://schemas.openxmlformats.org/drawingml/2006/main" r:embed="R84ef62d684db494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2" name="slide-title">
            <a:extLst xmlns:a="http://schemas.openxmlformats.org/drawingml/2006/main">
              <a:ext uri="{FF2B5EF4-FFF2-40B4-BE49-F238E27FC236}">
                <a16:creationId xmlns:a16="http://schemas.microsoft.com/office/drawing/2014/main" id="{B8208C24-675B-4F89-AC5E-6F618FEBCE4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23" name="header-divider">
            <a:extLst xmlns:a="http://schemas.openxmlformats.org/drawingml/2006/main">
              <a:ext uri="{FF2B5EF4-FFF2-40B4-BE49-F238E27FC236}">
                <a16:creationId xmlns:a16="http://schemas.microsoft.com/office/drawing/2014/main" id="{FBB0EF7F-D05A-46ED-9D29-52DF0401F9B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4" name="34-text-1">
            <a:extLst xmlns:a="http://schemas.openxmlformats.org/drawingml/2006/main">
              <a:ext uri="{FF2B5EF4-FFF2-40B4-BE49-F238E27FC236}">
                <a16:creationId xmlns:a16="http://schemas.microsoft.com/office/drawing/2014/main" id="{892D4D55-3E6B-4710-BA1D-08375FCC4FD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25" name="34-text-2">
            <a:extLst xmlns:a="http://schemas.openxmlformats.org/drawingml/2006/main">
              <a:ext uri="{FF2B5EF4-FFF2-40B4-BE49-F238E27FC236}">
                <a16:creationId xmlns:a16="http://schemas.microsoft.com/office/drawing/2014/main" id="{0B292B94-FEAA-4B4C-BA1B-1CECFB2AF59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26" name="34-text-3">
            <a:extLst xmlns:a="http://schemas.openxmlformats.org/drawingml/2006/main">
              <a:ext uri="{FF2B5EF4-FFF2-40B4-BE49-F238E27FC236}">
                <a16:creationId xmlns:a16="http://schemas.microsoft.com/office/drawing/2014/main" id="{6ED9521F-9FF9-4CA8-9DB9-4C957861D01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27" name="34-text-4">
            <a:extLst xmlns:a="http://schemas.openxmlformats.org/drawingml/2006/main">
              <a:ext uri="{FF2B5EF4-FFF2-40B4-BE49-F238E27FC236}">
                <a16:creationId xmlns:a16="http://schemas.microsoft.com/office/drawing/2014/main" id="{CCB00BBA-7383-47BA-AB82-E352FD37D8B1}"/>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28" name="34-text-5">
            <a:extLst xmlns:a="http://schemas.openxmlformats.org/drawingml/2006/main">
              <a:ext uri="{FF2B5EF4-FFF2-40B4-BE49-F238E27FC236}">
                <a16:creationId xmlns:a16="http://schemas.microsoft.com/office/drawing/2014/main" id="{642707A8-03C8-4770-8F39-82FDD93F01BD}"/>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29" name="34-text-6">
            <a:extLst xmlns:a="http://schemas.openxmlformats.org/drawingml/2006/main">
              <a:ext uri="{FF2B5EF4-FFF2-40B4-BE49-F238E27FC236}">
                <a16:creationId xmlns:a16="http://schemas.microsoft.com/office/drawing/2014/main" id="{1AADFDD4-7F01-4795-B2CE-96DC2A0F261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30" name="34-text-7">
            <a:extLst xmlns:a="http://schemas.openxmlformats.org/drawingml/2006/main">
              <a:ext uri="{FF2B5EF4-FFF2-40B4-BE49-F238E27FC236}">
                <a16:creationId xmlns:a16="http://schemas.microsoft.com/office/drawing/2014/main" id="{031C4EC3-BD3D-4008-A9BB-FF3D326510C2}"/>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31" name="34-text-8">
            <a:extLst xmlns:a="http://schemas.openxmlformats.org/drawingml/2006/main">
              <a:ext uri="{FF2B5EF4-FFF2-40B4-BE49-F238E27FC236}">
                <a16:creationId xmlns:a16="http://schemas.microsoft.com/office/drawing/2014/main" id="{5937CD8E-87D3-4592-91DC-918969485594}"/>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32" name="34-text-9">
            <a:extLst xmlns:a="http://schemas.openxmlformats.org/drawingml/2006/main">
              <a:ext uri="{FF2B5EF4-FFF2-40B4-BE49-F238E27FC236}">
                <a16:creationId xmlns:a16="http://schemas.microsoft.com/office/drawing/2014/main" id="{55E92E00-367D-4BAB-83E0-1288FC79064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33" name="narrative-number">
            <a:extLst xmlns:a="http://schemas.openxmlformats.org/drawingml/2006/main">
              <a:ext uri="{FF2B5EF4-FFF2-40B4-BE49-F238E27FC236}">
                <a16:creationId xmlns:a16="http://schemas.microsoft.com/office/drawing/2014/main" id="{BFD044AC-C281-4194-9C10-B5169751982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2545862238"/>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4" name="!!area-name">
            <a:extLst xmlns:a="http://schemas.openxmlformats.org/drawingml/2006/main">
              <a:ext uri="{FF2B5EF4-FFF2-40B4-BE49-F238E27FC236}">
                <a16:creationId xmlns:a16="http://schemas.microsoft.com/office/drawing/2014/main" id="{B22F9C88-B43C-44D2-A9E7-452CC137AF0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50" name="mini-map"/>
          <p:cNvPicPr>
            <a:picLocks xmlns:a="http://schemas.openxmlformats.org/drawingml/2006/main" noChangeAspect="1"/>
          </p:cNvPicPr>
          <p:nvPr/>
        </p:nvPicPr>
        <p:blipFill>
          <a:blip xmlns:r="http://schemas.openxmlformats.org/officeDocument/2006/relationships" xmlns:a="http://schemas.openxmlformats.org/drawingml/2006/main" r:embed="R75b7287517bf4c0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6" name="slide-title">
            <a:extLst xmlns:a="http://schemas.openxmlformats.org/drawingml/2006/main">
              <a:ext uri="{FF2B5EF4-FFF2-40B4-BE49-F238E27FC236}">
                <a16:creationId xmlns:a16="http://schemas.microsoft.com/office/drawing/2014/main" id="{40ED3B08-5DD5-459C-999D-DAA17DB1250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37" name="header-divider">
            <a:extLst xmlns:a="http://schemas.openxmlformats.org/drawingml/2006/main">
              <a:ext uri="{FF2B5EF4-FFF2-40B4-BE49-F238E27FC236}">
                <a16:creationId xmlns:a16="http://schemas.microsoft.com/office/drawing/2014/main" id="{13FACCAC-A32D-4D7D-8F1E-48ACF378309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8" name="35-text-1">
            <a:extLst xmlns:a="http://schemas.openxmlformats.org/drawingml/2006/main">
              <a:ext uri="{FF2B5EF4-FFF2-40B4-BE49-F238E27FC236}">
                <a16:creationId xmlns:a16="http://schemas.microsoft.com/office/drawing/2014/main" id="{82C4348E-B2D0-46D0-8B9C-181F4F631E3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39" name="35-text-2">
            <a:extLst xmlns:a="http://schemas.openxmlformats.org/drawingml/2006/main">
              <a:ext uri="{FF2B5EF4-FFF2-40B4-BE49-F238E27FC236}">
                <a16:creationId xmlns:a16="http://schemas.microsoft.com/office/drawing/2014/main" id="{9A5CA576-3DBD-4005-9E6A-6EDC7F721A0A}"/>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40" name="35-text-3">
            <a:extLst xmlns:a="http://schemas.openxmlformats.org/drawingml/2006/main">
              <a:ext uri="{FF2B5EF4-FFF2-40B4-BE49-F238E27FC236}">
                <a16:creationId xmlns:a16="http://schemas.microsoft.com/office/drawing/2014/main" id="{98F24C60-4FFE-4BA6-A19B-C119CD7C8FEA}"/>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41" name="35-text-4">
            <a:extLst xmlns:a="http://schemas.openxmlformats.org/drawingml/2006/main">
              <a:ext uri="{FF2B5EF4-FFF2-40B4-BE49-F238E27FC236}">
                <a16:creationId xmlns:a16="http://schemas.microsoft.com/office/drawing/2014/main" id="{B8AE195D-8D9B-4166-B703-3747BF2104DB}"/>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42" name="35-text-5">
            <a:extLst xmlns:a="http://schemas.openxmlformats.org/drawingml/2006/main">
              <a:ext uri="{FF2B5EF4-FFF2-40B4-BE49-F238E27FC236}">
                <a16:creationId xmlns:a16="http://schemas.microsoft.com/office/drawing/2014/main" id="{D8F3781D-C17D-4332-A511-2E28885836C9}"/>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43" name="35-text-6">
            <a:extLst xmlns:a="http://schemas.openxmlformats.org/drawingml/2006/main">
              <a:ext uri="{FF2B5EF4-FFF2-40B4-BE49-F238E27FC236}">
                <a16:creationId xmlns:a16="http://schemas.microsoft.com/office/drawing/2014/main" id="{1AE950D9-D5AA-44A8-9E7E-E6A9AE39D58D}"/>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44" name="35-text-7">
            <a:extLst xmlns:a="http://schemas.openxmlformats.org/drawingml/2006/main">
              <a:ext uri="{FF2B5EF4-FFF2-40B4-BE49-F238E27FC236}">
                <a16:creationId xmlns:a16="http://schemas.microsoft.com/office/drawing/2014/main" id="{16481A51-E962-46B0-8693-A5973948A83A}"/>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45" name="35-text-8">
            <a:extLst xmlns:a="http://schemas.openxmlformats.org/drawingml/2006/main">
              <a:ext uri="{FF2B5EF4-FFF2-40B4-BE49-F238E27FC236}">
                <a16:creationId xmlns:a16="http://schemas.microsoft.com/office/drawing/2014/main" id="{048CAD10-5F45-4000-8ADB-9ECB96CC4FD6}"/>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46" name="35-text-9">
            <a:extLst xmlns:a="http://schemas.openxmlformats.org/drawingml/2006/main">
              <a:ext uri="{FF2B5EF4-FFF2-40B4-BE49-F238E27FC236}">
                <a16:creationId xmlns:a16="http://schemas.microsoft.com/office/drawing/2014/main" id="{AEF5ECF6-53F4-4A40-801D-0EF421B1FDEA}"/>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47" name="35-text-10">
            <a:extLst xmlns:a="http://schemas.openxmlformats.org/drawingml/2006/main">
              <a:ext uri="{FF2B5EF4-FFF2-40B4-BE49-F238E27FC236}">
                <a16:creationId xmlns:a16="http://schemas.microsoft.com/office/drawing/2014/main" id="{DA324DFC-6C9E-4663-B2A8-576E37FFF75E}"/>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48" name="narrative-number">
            <a:extLst xmlns:a="http://schemas.openxmlformats.org/drawingml/2006/main">
              <a:ext uri="{FF2B5EF4-FFF2-40B4-BE49-F238E27FC236}">
                <a16:creationId xmlns:a16="http://schemas.microsoft.com/office/drawing/2014/main" id="{301BA7A9-3610-49C1-A46D-BCC098E5D21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2746583079"/>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9" name="!!area-name">
            <a:extLst xmlns:a="http://schemas.openxmlformats.org/drawingml/2006/main">
              <a:ext uri="{FF2B5EF4-FFF2-40B4-BE49-F238E27FC236}">
                <a16:creationId xmlns:a16="http://schemas.microsoft.com/office/drawing/2014/main" id="{367E7065-2803-4D9E-A2D1-C5D97D7AC0B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58" name="mini-map"/>
          <p:cNvPicPr>
            <a:picLocks xmlns:a="http://schemas.openxmlformats.org/drawingml/2006/main" noChangeAspect="1"/>
          </p:cNvPicPr>
          <p:nvPr/>
        </p:nvPicPr>
        <p:blipFill>
          <a:blip xmlns:r="http://schemas.openxmlformats.org/officeDocument/2006/relationships" xmlns:a="http://schemas.openxmlformats.org/drawingml/2006/main" r:embed="Rd4befd33cd8f4aa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1" name="header-divider">
            <a:extLst xmlns:a="http://schemas.openxmlformats.org/drawingml/2006/main">
              <a:ext uri="{FF2B5EF4-FFF2-40B4-BE49-F238E27FC236}">
                <a16:creationId xmlns:a16="http://schemas.microsoft.com/office/drawing/2014/main" id="{A586D3DF-D666-4815-9942-8A903BDA053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2" name="36-text-1">
            <a:extLst xmlns:a="http://schemas.openxmlformats.org/drawingml/2006/main">
              <a:ext uri="{FF2B5EF4-FFF2-40B4-BE49-F238E27FC236}">
                <a16:creationId xmlns:a16="http://schemas.microsoft.com/office/drawing/2014/main" id="{16323015-A776-4F5B-8FAC-DA58B9C977BC}"/>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61" name="36-image-2"/>
          <p:cNvPicPr>
            <a:picLocks xmlns:a="http://schemas.openxmlformats.org/drawingml/2006/main" noChangeAspect="1"/>
          </p:cNvPicPr>
          <p:nvPr/>
        </p:nvPicPr>
        <p:blipFill>
          <a:blip xmlns:r="http://schemas.openxmlformats.org/officeDocument/2006/relationships" xmlns:a="http://schemas.openxmlformats.org/drawingml/2006/main" r:embed="Rbc7f69da794c4fa8"/>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54" name="36-text-3">
            <a:extLst xmlns:a="http://schemas.openxmlformats.org/drawingml/2006/main">
              <a:ext uri="{FF2B5EF4-FFF2-40B4-BE49-F238E27FC236}">
                <a16:creationId xmlns:a16="http://schemas.microsoft.com/office/drawing/2014/main" id="{D7C86A54-C1C5-4A02-BFF1-470240A635C5}"/>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55" name="36-text-4">
            <a:extLst xmlns:a="http://schemas.openxmlformats.org/drawingml/2006/main">
              <a:ext uri="{FF2B5EF4-FFF2-40B4-BE49-F238E27FC236}">
                <a16:creationId xmlns:a16="http://schemas.microsoft.com/office/drawing/2014/main" id="{0256E914-AA6D-4D36-A502-04531FEB55A8}"/>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56" name="narrative-number">
            <a:extLst xmlns:a="http://schemas.openxmlformats.org/drawingml/2006/main">
              <a:ext uri="{FF2B5EF4-FFF2-40B4-BE49-F238E27FC236}">
                <a16:creationId xmlns:a16="http://schemas.microsoft.com/office/drawing/2014/main" id="{57050FB5-A216-4D50-9A66-0071D289398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4212247313"/>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7" name="!!area-name">
            <a:extLst xmlns:a="http://schemas.openxmlformats.org/drawingml/2006/main">
              <a:ext uri="{FF2B5EF4-FFF2-40B4-BE49-F238E27FC236}">
                <a16:creationId xmlns:a16="http://schemas.microsoft.com/office/drawing/2014/main" id="{AF4CB3C3-C750-4515-AB82-07B8B0E6255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79" name="mini-map"/>
          <p:cNvPicPr>
            <a:picLocks xmlns:a="http://schemas.openxmlformats.org/drawingml/2006/main" noChangeAspect="1"/>
          </p:cNvPicPr>
          <p:nvPr/>
        </p:nvPicPr>
        <p:blipFill>
          <a:blip xmlns:r="http://schemas.openxmlformats.org/officeDocument/2006/relationships" xmlns:a="http://schemas.openxmlformats.org/drawingml/2006/main" r:embed="Ra1fe05cf6e244bd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9" name="slide-title">
            <a:extLst xmlns:a="http://schemas.openxmlformats.org/drawingml/2006/main">
              <a:ext uri="{FF2B5EF4-FFF2-40B4-BE49-F238E27FC236}">
                <a16:creationId xmlns:a16="http://schemas.microsoft.com/office/drawing/2014/main" id="{072ECDAB-F9B7-400D-A749-41635A9D9F2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60" name="header-divider">
            <a:extLst xmlns:a="http://schemas.openxmlformats.org/drawingml/2006/main">
              <a:ext uri="{FF2B5EF4-FFF2-40B4-BE49-F238E27FC236}">
                <a16:creationId xmlns:a16="http://schemas.microsoft.com/office/drawing/2014/main" id="{5B38B9AB-732B-4E5F-928E-563E0E4654D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1" name="37-text-1">
            <a:extLst xmlns:a="http://schemas.openxmlformats.org/drawingml/2006/main">
              <a:ext uri="{FF2B5EF4-FFF2-40B4-BE49-F238E27FC236}">
                <a16:creationId xmlns:a16="http://schemas.microsoft.com/office/drawing/2014/main" id="{FE638B76-42BF-46E6-A68B-B7426A96DF71}"/>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62" name="37-text-2">
            <a:extLst xmlns:a="http://schemas.openxmlformats.org/drawingml/2006/main">
              <a:ext uri="{FF2B5EF4-FFF2-40B4-BE49-F238E27FC236}">
                <a16:creationId xmlns:a16="http://schemas.microsoft.com/office/drawing/2014/main" id="{71A8B839-10D0-46DB-9A03-6F72D895403A}"/>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63" name="37-text-3">
            <a:extLst xmlns:a="http://schemas.openxmlformats.org/drawingml/2006/main">
              <a:ext uri="{FF2B5EF4-FFF2-40B4-BE49-F238E27FC236}">
                <a16:creationId xmlns:a16="http://schemas.microsoft.com/office/drawing/2014/main" id="{849779DB-BADA-4F97-91B1-557934D12CA2}"/>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64" name="37-text-4">
            <a:extLst xmlns:a="http://schemas.openxmlformats.org/drawingml/2006/main">
              <a:ext uri="{FF2B5EF4-FFF2-40B4-BE49-F238E27FC236}">
                <a16:creationId xmlns:a16="http://schemas.microsoft.com/office/drawing/2014/main" id="{CCC95F15-D5B6-42B3-8623-399CF31E7F00}"/>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65" name="37-text-5">
            <a:extLst xmlns:a="http://schemas.openxmlformats.org/drawingml/2006/main">
              <a:ext uri="{FF2B5EF4-FFF2-40B4-BE49-F238E27FC236}">
                <a16:creationId xmlns:a16="http://schemas.microsoft.com/office/drawing/2014/main" id="{11ED662D-9905-4CB4-9370-BA6CA827BBD8}"/>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66" name="37-text-6">
            <a:extLst xmlns:a="http://schemas.openxmlformats.org/drawingml/2006/main">
              <a:ext uri="{FF2B5EF4-FFF2-40B4-BE49-F238E27FC236}">
                <a16:creationId xmlns:a16="http://schemas.microsoft.com/office/drawing/2014/main" id="{E3A0BBC0-F381-4EC2-A0CA-84731FBC80B2}"/>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67" name="37-text-7">
            <a:extLst xmlns:a="http://schemas.openxmlformats.org/drawingml/2006/main">
              <a:ext uri="{FF2B5EF4-FFF2-40B4-BE49-F238E27FC236}">
                <a16:creationId xmlns:a16="http://schemas.microsoft.com/office/drawing/2014/main" id="{AABAE70F-6F69-440A-8E83-4CC07603CD4A}"/>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68" name="37-text-8">
            <a:extLst xmlns:a="http://schemas.openxmlformats.org/drawingml/2006/main">
              <a:ext uri="{FF2B5EF4-FFF2-40B4-BE49-F238E27FC236}">
                <a16:creationId xmlns:a16="http://schemas.microsoft.com/office/drawing/2014/main" id="{F8146028-6986-4129-A378-B766622218CD}"/>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69" name="37-text-9">
            <a:extLst xmlns:a="http://schemas.openxmlformats.org/drawingml/2006/main">
              <a:ext uri="{FF2B5EF4-FFF2-40B4-BE49-F238E27FC236}">
                <a16:creationId xmlns:a16="http://schemas.microsoft.com/office/drawing/2014/main" id="{040E2A75-8B65-4655-808E-1384F9A63080}"/>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70" name="37-text-10">
            <a:extLst xmlns:a="http://schemas.openxmlformats.org/drawingml/2006/main">
              <a:ext uri="{FF2B5EF4-FFF2-40B4-BE49-F238E27FC236}">
                <a16:creationId xmlns:a16="http://schemas.microsoft.com/office/drawing/2014/main" id="{97040D4C-DFDF-4D3E-9A90-0EA00EC15F43}"/>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71" name="37-text-11">
            <a:extLst xmlns:a="http://schemas.openxmlformats.org/drawingml/2006/main">
              <a:ext uri="{FF2B5EF4-FFF2-40B4-BE49-F238E27FC236}">
                <a16:creationId xmlns:a16="http://schemas.microsoft.com/office/drawing/2014/main" id="{8201415F-86E7-4106-ADE0-292550D18684}"/>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72" name="37-line-13">
            <a:extLst xmlns:a="http://schemas.openxmlformats.org/drawingml/2006/main">
              <a:ext uri="{FF2B5EF4-FFF2-40B4-BE49-F238E27FC236}">
                <a16:creationId xmlns:a16="http://schemas.microsoft.com/office/drawing/2014/main" id="{9AF022B3-4E6C-49F5-948F-7293DA7D6700}"/>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73" name="37-line-15">
            <a:extLst xmlns:a="http://schemas.openxmlformats.org/drawingml/2006/main">
              <a:ext uri="{FF2B5EF4-FFF2-40B4-BE49-F238E27FC236}">
                <a16:creationId xmlns:a16="http://schemas.microsoft.com/office/drawing/2014/main" id="{823CC96F-6D2B-4867-BE38-F84EB4CC8EDD}"/>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74" name="37-line-17">
            <a:extLst xmlns:a="http://schemas.openxmlformats.org/drawingml/2006/main">
              <a:ext uri="{FF2B5EF4-FFF2-40B4-BE49-F238E27FC236}">
                <a16:creationId xmlns:a16="http://schemas.microsoft.com/office/drawing/2014/main" id="{2A28EED5-6E0A-4966-9A76-8EF14DB6BEA6}"/>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75" name="37-shape-18">
            <a:extLst xmlns:a="http://schemas.openxmlformats.org/drawingml/2006/main">
              <a:ext uri="{FF2B5EF4-FFF2-40B4-BE49-F238E27FC236}">
                <a16:creationId xmlns:a16="http://schemas.microsoft.com/office/drawing/2014/main" id="{DC6F7594-A427-41F1-947B-D84346D66287}"/>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76" name="37-text-19">
            <a:extLst xmlns:a="http://schemas.openxmlformats.org/drawingml/2006/main">
              <a:ext uri="{FF2B5EF4-FFF2-40B4-BE49-F238E27FC236}">
                <a16:creationId xmlns:a16="http://schemas.microsoft.com/office/drawing/2014/main" id="{20AC1B78-08F0-4A3B-A5A5-12055E23EA7C}"/>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77" name="narrative-number">
            <a:extLst xmlns:a="http://schemas.openxmlformats.org/drawingml/2006/main">
              <a:ext uri="{FF2B5EF4-FFF2-40B4-BE49-F238E27FC236}">
                <a16:creationId xmlns:a16="http://schemas.microsoft.com/office/drawing/2014/main" id="{2BB81F1D-70C5-4126-9C00-B517CA2342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3577907363"/>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8" name="!!area-name">
            <a:extLst xmlns:a="http://schemas.openxmlformats.org/drawingml/2006/main">
              <a:ext uri="{FF2B5EF4-FFF2-40B4-BE49-F238E27FC236}">
                <a16:creationId xmlns:a16="http://schemas.microsoft.com/office/drawing/2014/main" id="{A1238C51-B6B8-465A-8281-3B46F255DAE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90" name="mini-map"/>
          <p:cNvPicPr>
            <a:picLocks xmlns:a="http://schemas.openxmlformats.org/drawingml/2006/main" noChangeAspect="1"/>
          </p:cNvPicPr>
          <p:nvPr/>
        </p:nvPicPr>
        <p:blipFill>
          <a:blip xmlns:r="http://schemas.openxmlformats.org/officeDocument/2006/relationships" xmlns:a="http://schemas.openxmlformats.org/drawingml/2006/main" r:embed="R27a397405bf34a7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0" name="slide-title">
            <a:extLst xmlns:a="http://schemas.openxmlformats.org/drawingml/2006/main">
              <a:ext uri="{FF2B5EF4-FFF2-40B4-BE49-F238E27FC236}">
                <a16:creationId xmlns:a16="http://schemas.microsoft.com/office/drawing/2014/main" id="{5B9CDD14-AEA4-4547-BC71-24E17616126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81" name="header-divider">
            <a:extLst xmlns:a="http://schemas.openxmlformats.org/drawingml/2006/main">
              <a:ext uri="{FF2B5EF4-FFF2-40B4-BE49-F238E27FC236}">
                <a16:creationId xmlns:a16="http://schemas.microsoft.com/office/drawing/2014/main" id="{A8F293BA-0705-43A0-815F-F6A2B4F9FC3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2" name="38-text-1">
            <a:extLst xmlns:a="http://schemas.openxmlformats.org/drawingml/2006/main">
              <a:ext uri="{FF2B5EF4-FFF2-40B4-BE49-F238E27FC236}">
                <a16:creationId xmlns:a16="http://schemas.microsoft.com/office/drawing/2014/main" id="{A88951E3-69B4-4B11-A40C-E8028DF13AE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83" name="38-text-2">
            <a:extLst xmlns:a="http://schemas.openxmlformats.org/drawingml/2006/main">
              <a:ext uri="{FF2B5EF4-FFF2-40B4-BE49-F238E27FC236}">
                <a16:creationId xmlns:a16="http://schemas.microsoft.com/office/drawing/2014/main" id="{54275D07-9BE9-47D3-A348-2B3E797AA11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84" name="38-text-3">
            <a:extLst xmlns:a="http://schemas.openxmlformats.org/drawingml/2006/main">
              <a:ext uri="{FF2B5EF4-FFF2-40B4-BE49-F238E27FC236}">
                <a16:creationId xmlns:a16="http://schemas.microsoft.com/office/drawing/2014/main" id="{EC9C7BA0-68E8-4FA8-B697-6A9E27F15B29}"/>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85" name="38-text-4">
            <a:extLst xmlns:a="http://schemas.openxmlformats.org/drawingml/2006/main">
              <a:ext uri="{FF2B5EF4-FFF2-40B4-BE49-F238E27FC236}">
                <a16:creationId xmlns:a16="http://schemas.microsoft.com/office/drawing/2014/main" id="{F856BD18-7600-430E-BF70-75EA9965471B}"/>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86" name="38-text-5">
            <a:extLst xmlns:a="http://schemas.openxmlformats.org/drawingml/2006/main">
              <a:ext uri="{FF2B5EF4-FFF2-40B4-BE49-F238E27FC236}">
                <a16:creationId xmlns:a16="http://schemas.microsoft.com/office/drawing/2014/main" id="{F026D374-B910-4110-AD1A-1932F670808D}"/>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87" name="38-text-6">
            <a:extLst xmlns:a="http://schemas.openxmlformats.org/drawingml/2006/main">
              <a:ext uri="{FF2B5EF4-FFF2-40B4-BE49-F238E27FC236}">
                <a16:creationId xmlns:a16="http://schemas.microsoft.com/office/drawing/2014/main" id="{AAAEAAB7-CB0E-48E9-8C49-BFF1B854E35D}"/>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88" name="narrative-number">
            <a:extLst xmlns:a="http://schemas.openxmlformats.org/drawingml/2006/main">
              <a:ext uri="{FF2B5EF4-FFF2-40B4-BE49-F238E27FC236}">
                <a16:creationId xmlns:a16="http://schemas.microsoft.com/office/drawing/2014/main" id="{F79488B0-C32A-4F97-A568-23190E7EC5C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423007839"/>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9" name="!!area-name">
            <a:extLst xmlns:a="http://schemas.openxmlformats.org/drawingml/2006/main">
              <a:ext uri="{FF2B5EF4-FFF2-40B4-BE49-F238E27FC236}">
                <a16:creationId xmlns:a16="http://schemas.microsoft.com/office/drawing/2014/main" id="{214E66F4-E486-40F8-8589-9E9FEADFCC8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504" name="mini-map"/>
          <p:cNvPicPr>
            <a:picLocks xmlns:a="http://schemas.openxmlformats.org/drawingml/2006/main" noChangeAspect="1"/>
          </p:cNvPicPr>
          <p:nvPr/>
        </p:nvPicPr>
        <p:blipFill>
          <a:blip xmlns:r="http://schemas.openxmlformats.org/officeDocument/2006/relationships" xmlns:a="http://schemas.openxmlformats.org/drawingml/2006/main" r:embed="Rbc4180e870d1401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1" name="slide-title">
            <a:extLst xmlns:a="http://schemas.openxmlformats.org/drawingml/2006/main">
              <a:ext uri="{FF2B5EF4-FFF2-40B4-BE49-F238E27FC236}">
                <a16:creationId xmlns:a16="http://schemas.microsoft.com/office/drawing/2014/main" id="{7BAC324B-7626-4ECA-B39F-E4EF94DDD34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92" name="header-divider">
            <a:extLst xmlns:a="http://schemas.openxmlformats.org/drawingml/2006/main">
              <a:ext uri="{FF2B5EF4-FFF2-40B4-BE49-F238E27FC236}">
                <a16:creationId xmlns:a16="http://schemas.microsoft.com/office/drawing/2014/main" id="{B1C3D504-AED1-47B8-A4B7-8F56EAC86F1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3" name="39-text-1">
            <a:extLst xmlns:a="http://schemas.openxmlformats.org/drawingml/2006/main">
              <a:ext uri="{FF2B5EF4-FFF2-40B4-BE49-F238E27FC236}">
                <a16:creationId xmlns:a16="http://schemas.microsoft.com/office/drawing/2014/main" id="{7A3A3F5D-E284-48CD-BD74-D5BBA90A97F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94" name="39-text-2">
            <a:extLst xmlns:a="http://schemas.openxmlformats.org/drawingml/2006/main">
              <a:ext uri="{FF2B5EF4-FFF2-40B4-BE49-F238E27FC236}">
                <a16:creationId xmlns:a16="http://schemas.microsoft.com/office/drawing/2014/main" id="{CA12862E-5AE3-4482-9F20-968BECF16FA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95" name="39-text-3">
            <a:extLst xmlns:a="http://schemas.openxmlformats.org/drawingml/2006/main">
              <a:ext uri="{FF2B5EF4-FFF2-40B4-BE49-F238E27FC236}">
                <a16:creationId xmlns:a16="http://schemas.microsoft.com/office/drawing/2014/main" id="{0D7CF7BF-5901-42F2-A3DD-33EF0FC9BD0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96" name="39-text-4">
            <a:extLst xmlns:a="http://schemas.openxmlformats.org/drawingml/2006/main">
              <a:ext uri="{FF2B5EF4-FFF2-40B4-BE49-F238E27FC236}">
                <a16:creationId xmlns:a16="http://schemas.microsoft.com/office/drawing/2014/main" id="{992A4129-939A-42BA-BE6C-798F04F4D4D8}"/>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97" name="39-text-5">
            <a:extLst xmlns:a="http://schemas.openxmlformats.org/drawingml/2006/main">
              <a:ext uri="{FF2B5EF4-FFF2-40B4-BE49-F238E27FC236}">
                <a16:creationId xmlns:a16="http://schemas.microsoft.com/office/drawing/2014/main" id="{96C17928-B33C-40B6-9033-7A07AC02634B}"/>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98" name="39-text-6">
            <a:extLst xmlns:a="http://schemas.openxmlformats.org/drawingml/2006/main">
              <a:ext uri="{FF2B5EF4-FFF2-40B4-BE49-F238E27FC236}">
                <a16:creationId xmlns:a16="http://schemas.microsoft.com/office/drawing/2014/main" id="{B4B2B0FD-1A3E-439F-9B88-1665F74129EB}"/>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99" name="39-text-7">
            <a:extLst xmlns:a="http://schemas.openxmlformats.org/drawingml/2006/main">
              <a:ext uri="{FF2B5EF4-FFF2-40B4-BE49-F238E27FC236}">
                <a16:creationId xmlns:a16="http://schemas.microsoft.com/office/drawing/2014/main" id="{62EB6FB2-2862-48CC-8A8C-597308016095}"/>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500" name="39-text-8">
            <a:extLst xmlns:a="http://schemas.openxmlformats.org/drawingml/2006/main">
              <a:ext uri="{FF2B5EF4-FFF2-40B4-BE49-F238E27FC236}">
                <a16:creationId xmlns:a16="http://schemas.microsoft.com/office/drawing/2014/main" id="{111F1D88-0E95-4A44-BEFF-825C65696F8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501" name="39-text-9">
            <a:extLst xmlns:a="http://schemas.openxmlformats.org/drawingml/2006/main">
              <a:ext uri="{FF2B5EF4-FFF2-40B4-BE49-F238E27FC236}">
                <a16:creationId xmlns:a16="http://schemas.microsoft.com/office/drawing/2014/main" id="{30DD3AAA-B303-4BC2-8674-18EEECFE4C9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502" name="narrative-number">
            <a:extLst xmlns:a="http://schemas.openxmlformats.org/drawingml/2006/main">
              <a:ext uri="{FF2B5EF4-FFF2-40B4-BE49-F238E27FC236}">
                <a16:creationId xmlns:a16="http://schemas.microsoft.com/office/drawing/2014/main" id="{DA83B6B8-ED5D-49C7-8FF5-50F525064CE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3426150789"/>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3" name="!!area-name">
            <a:extLst xmlns:a="http://schemas.openxmlformats.org/drawingml/2006/main">
              <a:ext uri="{FF2B5EF4-FFF2-40B4-BE49-F238E27FC236}">
                <a16:creationId xmlns:a16="http://schemas.microsoft.com/office/drawing/2014/main" id="{B656DACF-6C24-42D1-9310-77671636F1E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12" name="mini-map"/>
          <p:cNvPicPr>
            <a:picLocks xmlns:a="http://schemas.openxmlformats.org/drawingml/2006/main" noChangeAspect="1"/>
          </p:cNvPicPr>
          <p:nvPr/>
        </p:nvPicPr>
        <p:blipFill>
          <a:blip xmlns:r="http://schemas.openxmlformats.org/officeDocument/2006/relationships" xmlns:a="http://schemas.openxmlformats.org/drawingml/2006/main" r:embed="R51908fc2cce64f8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05" name="slide-title">
            <a:extLst xmlns:a="http://schemas.openxmlformats.org/drawingml/2006/main">
              <a:ext uri="{FF2B5EF4-FFF2-40B4-BE49-F238E27FC236}">
                <a16:creationId xmlns:a16="http://schemas.microsoft.com/office/drawing/2014/main" id="{01B9B41D-06D1-4A4C-80EE-57DCCB7120E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506" name="header-divider">
            <a:extLst xmlns:a="http://schemas.openxmlformats.org/drawingml/2006/main">
              <a:ext uri="{FF2B5EF4-FFF2-40B4-BE49-F238E27FC236}">
                <a16:creationId xmlns:a16="http://schemas.microsoft.com/office/drawing/2014/main" id="{D592DB48-E97C-4EA0-BBFC-550864B4130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7" name="40-text-1">
            <a:extLst xmlns:a="http://schemas.openxmlformats.org/drawingml/2006/main">
              <a:ext uri="{FF2B5EF4-FFF2-40B4-BE49-F238E27FC236}">
                <a16:creationId xmlns:a16="http://schemas.microsoft.com/office/drawing/2014/main" id="{C416EE97-351F-4920-A631-07158DB5761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16"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9" name="40-text-3">
            <a:extLst xmlns:a="http://schemas.openxmlformats.org/drawingml/2006/main">
              <a:ext uri="{FF2B5EF4-FFF2-40B4-BE49-F238E27FC236}">
                <a16:creationId xmlns:a16="http://schemas.microsoft.com/office/drawing/2014/main" id="{93CEACEA-E785-4334-928C-ECDD4815C807}"/>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510" name="narrative-number">
            <a:extLst xmlns:a="http://schemas.openxmlformats.org/drawingml/2006/main">
              <a:ext uri="{FF2B5EF4-FFF2-40B4-BE49-F238E27FC236}">
                <a16:creationId xmlns:a16="http://schemas.microsoft.com/office/drawing/2014/main" id="{ED4B22D5-95CE-417C-A347-124DC0361A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2595475151"/>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20" name="41-image-1"/>
          <p:cNvPicPr>
            <a:picLocks xmlns:a="http://schemas.openxmlformats.org/drawingml/2006/main" noChangeAspect="1"/>
          </p:cNvPicPr>
          <p:nvPr/>
        </p:nvPicPr>
        <p:blipFill>
          <a:blip xmlns:r="http://schemas.openxmlformats.org/officeDocument/2006/relationships" xmlns:a="http://schemas.openxmlformats.org/drawingml/2006/main" r:embed="Rca77a66b3976457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12" name="slide-title">
            <a:extLst xmlns:a="http://schemas.openxmlformats.org/drawingml/2006/main">
              <a:ext uri="{FF2B5EF4-FFF2-40B4-BE49-F238E27FC236}">
                <a16:creationId xmlns:a16="http://schemas.microsoft.com/office/drawing/2014/main" id="{5BA708B5-F6D9-4411-8A93-A122382C2981}"/>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513" name="area-key-1">
            <a:extLst xmlns:a="http://schemas.openxmlformats.org/drawingml/2006/main">
              <a:ext uri="{FF2B5EF4-FFF2-40B4-BE49-F238E27FC236}">
                <a16:creationId xmlns:a16="http://schemas.microsoft.com/office/drawing/2014/main" id="{85459448-6C69-45DF-BA53-69FA5004557D}"/>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14" name="area-key-2">
            <a:extLst xmlns:a="http://schemas.openxmlformats.org/drawingml/2006/main">
              <a:ext uri="{FF2B5EF4-FFF2-40B4-BE49-F238E27FC236}">
                <a16:creationId xmlns:a16="http://schemas.microsoft.com/office/drawing/2014/main" id="{56F8852F-F1FD-49FB-90FA-7527BAC34BFF}"/>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15" name="area-key-3">
            <a:extLst xmlns:a="http://schemas.openxmlformats.org/drawingml/2006/main">
              <a:ext uri="{FF2B5EF4-FFF2-40B4-BE49-F238E27FC236}">
                <a16:creationId xmlns:a16="http://schemas.microsoft.com/office/drawing/2014/main" id="{BD3C4012-FF59-4D5A-B011-73EEA5C539C7}"/>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16" name="area-key-4">
            <a:extLst xmlns:a="http://schemas.openxmlformats.org/drawingml/2006/main">
              <a:ext uri="{FF2B5EF4-FFF2-40B4-BE49-F238E27FC236}">
                <a16:creationId xmlns:a16="http://schemas.microsoft.com/office/drawing/2014/main" id="{337A11E1-5C24-4F87-9B14-CAAB42FA778A}"/>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17" name="area-key-5">
            <a:extLst xmlns:a="http://schemas.openxmlformats.org/drawingml/2006/main">
              <a:ext uri="{FF2B5EF4-FFF2-40B4-BE49-F238E27FC236}">
                <a16:creationId xmlns:a16="http://schemas.microsoft.com/office/drawing/2014/main" id="{A93E96A8-A81B-4142-9F33-9D6DEC82CAE8}"/>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18" name="area-key-6">
            <a:extLst xmlns:a="http://schemas.openxmlformats.org/drawingml/2006/main">
              <a:ext uri="{FF2B5EF4-FFF2-40B4-BE49-F238E27FC236}">
                <a16:creationId xmlns:a16="http://schemas.microsoft.com/office/drawing/2014/main" id="{D2DB9C79-D1EE-4C01-B7E4-8A6FDC4E0A2F}"/>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19" name="narrative-number">
            <a:extLst xmlns:a="http://schemas.openxmlformats.org/drawingml/2006/main">
              <a:ext uri="{FF2B5EF4-FFF2-40B4-BE49-F238E27FC236}">
                <a16:creationId xmlns:a16="http://schemas.microsoft.com/office/drawing/2014/main" id="{E3D53719-7B63-463B-840D-6E535FDF6D2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3181149351"/>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0" name="section-label">
            <a:extLst xmlns:a="http://schemas.openxmlformats.org/drawingml/2006/main">
              <a:ext uri="{FF2B5EF4-FFF2-40B4-BE49-F238E27FC236}">
                <a16:creationId xmlns:a16="http://schemas.microsoft.com/office/drawing/2014/main" id="{AC25D7E0-2AEC-4461-8614-8ABD587D0A63}"/>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21" name="section-rule">
            <a:extLst xmlns:a="http://schemas.openxmlformats.org/drawingml/2006/main">
              <a:ext uri="{FF2B5EF4-FFF2-40B4-BE49-F238E27FC236}">
                <a16:creationId xmlns:a16="http://schemas.microsoft.com/office/drawing/2014/main" id="{2FBEC02F-5686-4AA4-9E36-26039E297E17}"/>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2" name="section-title">
            <a:extLst xmlns:a="http://schemas.openxmlformats.org/drawingml/2006/main">
              <a:ext uri="{FF2B5EF4-FFF2-40B4-BE49-F238E27FC236}">
                <a16:creationId xmlns:a16="http://schemas.microsoft.com/office/drawing/2014/main" id="{67AD30D3-B639-4E96-8EDB-45ED155E2A91}"/>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23" name="narrative-number">
            <a:extLst xmlns:a="http://schemas.openxmlformats.org/drawingml/2006/main">
              <a:ext uri="{FF2B5EF4-FFF2-40B4-BE49-F238E27FC236}">
                <a16:creationId xmlns:a16="http://schemas.microsoft.com/office/drawing/2014/main" id="{27E0966C-2C22-4502-AAE4-68E09BC9762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3602544001"/>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4" name="!!area-name">
            <a:extLst xmlns:a="http://schemas.openxmlformats.org/drawingml/2006/main">
              <a:ext uri="{FF2B5EF4-FFF2-40B4-BE49-F238E27FC236}">
                <a16:creationId xmlns:a16="http://schemas.microsoft.com/office/drawing/2014/main" id="{C660C7E0-607D-4623-9653-96CBFA7C008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31" name="mini-map"/>
          <p:cNvPicPr>
            <a:picLocks xmlns:a="http://schemas.openxmlformats.org/drawingml/2006/main" noChangeAspect="1"/>
          </p:cNvPicPr>
          <p:nvPr/>
        </p:nvPicPr>
        <p:blipFill>
          <a:blip xmlns:r="http://schemas.openxmlformats.org/officeDocument/2006/relationships" xmlns:a="http://schemas.openxmlformats.org/drawingml/2006/main" r:embed="R622d7d974825482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6" name="slide-title">
            <a:extLst xmlns:a="http://schemas.openxmlformats.org/drawingml/2006/main">
              <a:ext uri="{FF2B5EF4-FFF2-40B4-BE49-F238E27FC236}">
                <a16:creationId xmlns:a16="http://schemas.microsoft.com/office/drawing/2014/main" id="{AC0FBADD-801B-4C26-8CF9-EE5378624B5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27" name="header-divider">
            <a:extLst xmlns:a="http://schemas.openxmlformats.org/drawingml/2006/main">
              <a:ext uri="{FF2B5EF4-FFF2-40B4-BE49-F238E27FC236}">
                <a16:creationId xmlns:a16="http://schemas.microsoft.com/office/drawing/2014/main" id="{1AC212F9-53EE-4CE0-9170-BB2D700F3C1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34"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9" name="narrative-number">
            <a:extLst xmlns:a="http://schemas.openxmlformats.org/drawingml/2006/main">
              <a:ext uri="{FF2B5EF4-FFF2-40B4-BE49-F238E27FC236}">
                <a16:creationId xmlns:a16="http://schemas.microsoft.com/office/drawing/2014/main" id="{6E1BB5FF-16DC-4BB8-BC9D-BD2FB182D20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925328082"/>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0" name="!!area-name">
            <a:extLst xmlns:a="http://schemas.openxmlformats.org/drawingml/2006/main">
              <a:ext uri="{FF2B5EF4-FFF2-40B4-BE49-F238E27FC236}">
                <a16:creationId xmlns:a16="http://schemas.microsoft.com/office/drawing/2014/main" id="{9C1B901C-8368-41F6-8A84-5420DDCA744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37" name="mini-map"/>
          <p:cNvPicPr>
            <a:picLocks xmlns:a="http://schemas.openxmlformats.org/drawingml/2006/main" noChangeAspect="1"/>
          </p:cNvPicPr>
          <p:nvPr/>
        </p:nvPicPr>
        <p:blipFill>
          <a:blip xmlns:r="http://schemas.openxmlformats.org/officeDocument/2006/relationships" xmlns:a="http://schemas.openxmlformats.org/drawingml/2006/main" r:embed="Rac402ac9ff95418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2" name="slide-title">
            <a:extLst xmlns:a="http://schemas.openxmlformats.org/drawingml/2006/main">
              <a:ext uri="{FF2B5EF4-FFF2-40B4-BE49-F238E27FC236}">
                <a16:creationId xmlns:a16="http://schemas.microsoft.com/office/drawing/2014/main" id="{80858AF5-1608-43BF-95E8-135214CAB49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33" name="header-divider">
            <a:extLst xmlns:a="http://schemas.openxmlformats.org/drawingml/2006/main">
              <a:ext uri="{FF2B5EF4-FFF2-40B4-BE49-F238E27FC236}">
                <a16:creationId xmlns:a16="http://schemas.microsoft.com/office/drawing/2014/main" id="{0FE0862E-E950-4EDA-A7E3-9BF4EF3142E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40"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35" name="narrative-number">
            <a:extLst xmlns:a="http://schemas.openxmlformats.org/drawingml/2006/main">
              <a:ext uri="{FF2B5EF4-FFF2-40B4-BE49-F238E27FC236}">
                <a16:creationId xmlns:a16="http://schemas.microsoft.com/office/drawing/2014/main" id="{9B1E7555-FC52-41FA-AB6F-638E967BD02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794366525"/>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6" name="!!area-name">
            <a:extLst xmlns:a="http://schemas.openxmlformats.org/drawingml/2006/main">
              <a:ext uri="{FF2B5EF4-FFF2-40B4-BE49-F238E27FC236}">
                <a16:creationId xmlns:a16="http://schemas.microsoft.com/office/drawing/2014/main" id="{6476A00B-3748-45FA-A92B-ED79A734C90C}"/>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37" name="header-divider">
            <a:extLst xmlns:a="http://schemas.openxmlformats.org/drawingml/2006/main">
              <a:ext uri="{FF2B5EF4-FFF2-40B4-BE49-F238E27FC236}">
                <a16:creationId xmlns:a16="http://schemas.microsoft.com/office/drawing/2014/main" id="{ED24E153-293B-43A9-8C25-290FE5B6F228}"/>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8" name="45-shape-1">
            <a:extLst xmlns:a="http://schemas.openxmlformats.org/drawingml/2006/main">
              <a:ext uri="{FF2B5EF4-FFF2-40B4-BE49-F238E27FC236}">
                <a16:creationId xmlns:a16="http://schemas.microsoft.com/office/drawing/2014/main" id="{B812A447-6CDE-4E0D-A62A-D6DE49B52113}"/>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9" name="45-shape-2">
            <a:extLst xmlns:a="http://schemas.openxmlformats.org/drawingml/2006/main">
              <a:ext uri="{FF2B5EF4-FFF2-40B4-BE49-F238E27FC236}">
                <a16:creationId xmlns:a16="http://schemas.microsoft.com/office/drawing/2014/main" id="{AC95C465-EB90-44A2-B9D7-D64A358F2670}"/>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40" name="45-text-3">
            <a:extLst xmlns:a="http://schemas.openxmlformats.org/drawingml/2006/main">
              <a:ext uri="{FF2B5EF4-FFF2-40B4-BE49-F238E27FC236}">
                <a16:creationId xmlns:a16="http://schemas.microsoft.com/office/drawing/2014/main" id="{ED6D3A38-6813-4286-9733-7AE3BF293110}"/>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41" name="45-text-4">
            <a:extLst xmlns:a="http://schemas.openxmlformats.org/drawingml/2006/main">
              <a:ext uri="{FF2B5EF4-FFF2-40B4-BE49-F238E27FC236}">
                <a16:creationId xmlns:a16="http://schemas.microsoft.com/office/drawing/2014/main" id="{471AE74E-C646-431C-AD45-D83E9FD461F7}"/>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42" name="45-shape-5">
            <a:extLst xmlns:a="http://schemas.openxmlformats.org/drawingml/2006/main">
              <a:ext uri="{FF2B5EF4-FFF2-40B4-BE49-F238E27FC236}">
                <a16:creationId xmlns:a16="http://schemas.microsoft.com/office/drawing/2014/main" id="{607816C7-5647-478F-97FD-364365A2CA6E}"/>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3" name="45-shape-6">
            <a:extLst xmlns:a="http://schemas.openxmlformats.org/drawingml/2006/main">
              <a:ext uri="{FF2B5EF4-FFF2-40B4-BE49-F238E27FC236}">
                <a16:creationId xmlns:a16="http://schemas.microsoft.com/office/drawing/2014/main" id="{C298D195-23BC-43D6-8EC5-B020D891F05A}"/>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4" name="45-text-7">
            <a:extLst xmlns:a="http://schemas.openxmlformats.org/drawingml/2006/main">
              <a:ext uri="{FF2B5EF4-FFF2-40B4-BE49-F238E27FC236}">
                <a16:creationId xmlns:a16="http://schemas.microsoft.com/office/drawing/2014/main" id="{21722376-D373-45EF-BEA8-FFDB1A0EA4F2}"/>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45" name="45-text-8">
            <a:extLst xmlns:a="http://schemas.openxmlformats.org/drawingml/2006/main">
              <a:ext uri="{FF2B5EF4-FFF2-40B4-BE49-F238E27FC236}">
                <a16:creationId xmlns:a16="http://schemas.microsoft.com/office/drawing/2014/main" id="{9F7305B8-E8E4-4257-96CE-4EC70D2FF909}"/>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46" name="45-shape-9">
            <a:extLst xmlns:a="http://schemas.openxmlformats.org/drawingml/2006/main">
              <a:ext uri="{FF2B5EF4-FFF2-40B4-BE49-F238E27FC236}">
                <a16:creationId xmlns:a16="http://schemas.microsoft.com/office/drawing/2014/main" id="{182B1666-3CC2-47B2-B789-111C292A90F0}"/>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7" name="45-shape-10">
            <a:extLst xmlns:a="http://schemas.openxmlformats.org/drawingml/2006/main">
              <a:ext uri="{FF2B5EF4-FFF2-40B4-BE49-F238E27FC236}">
                <a16:creationId xmlns:a16="http://schemas.microsoft.com/office/drawing/2014/main" id="{FDC514CB-8436-4733-AF9C-75F4BB5057DA}"/>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8" name="45-text-11">
            <a:extLst xmlns:a="http://schemas.openxmlformats.org/drawingml/2006/main">
              <a:ext uri="{FF2B5EF4-FFF2-40B4-BE49-F238E27FC236}">
                <a16:creationId xmlns:a16="http://schemas.microsoft.com/office/drawing/2014/main" id="{A364DE7D-B8E8-4184-9586-C08DE2D32FBB}"/>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49" name="45-text-12">
            <a:extLst xmlns:a="http://schemas.openxmlformats.org/drawingml/2006/main">
              <a:ext uri="{FF2B5EF4-FFF2-40B4-BE49-F238E27FC236}">
                <a16:creationId xmlns:a16="http://schemas.microsoft.com/office/drawing/2014/main" id="{60536F26-A539-49FD-89FB-7C6728E4F79A}"/>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50" name="45-shape-13">
            <a:extLst xmlns:a="http://schemas.openxmlformats.org/drawingml/2006/main">
              <a:ext uri="{FF2B5EF4-FFF2-40B4-BE49-F238E27FC236}">
                <a16:creationId xmlns:a16="http://schemas.microsoft.com/office/drawing/2014/main" id="{37424DF5-9624-4690-BA0D-09C35B4D54B4}"/>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1" name="45-shape-14">
            <a:extLst xmlns:a="http://schemas.openxmlformats.org/drawingml/2006/main">
              <a:ext uri="{FF2B5EF4-FFF2-40B4-BE49-F238E27FC236}">
                <a16:creationId xmlns:a16="http://schemas.microsoft.com/office/drawing/2014/main" id="{21923AC4-B085-4D21-8415-C021AE8D869E}"/>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52" name="45-text-15">
            <a:extLst xmlns:a="http://schemas.openxmlformats.org/drawingml/2006/main">
              <a:ext uri="{FF2B5EF4-FFF2-40B4-BE49-F238E27FC236}">
                <a16:creationId xmlns:a16="http://schemas.microsoft.com/office/drawing/2014/main" id="{0F93A386-5559-49D0-8A4F-7DB9A09D3A08}"/>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53" name="45-text-16">
            <a:extLst xmlns:a="http://schemas.openxmlformats.org/drawingml/2006/main">
              <a:ext uri="{FF2B5EF4-FFF2-40B4-BE49-F238E27FC236}">
                <a16:creationId xmlns:a16="http://schemas.microsoft.com/office/drawing/2014/main" id="{75677E07-9CEF-4B38-872D-FFA108658FE5}"/>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54" name="45-shape-17">
            <a:extLst xmlns:a="http://schemas.openxmlformats.org/drawingml/2006/main">
              <a:ext uri="{FF2B5EF4-FFF2-40B4-BE49-F238E27FC236}">
                <a16:creationId xmlns:a16="http://schemas.microsoft.com/office/drawing/2014/main" id="{A0055FB6-3DB1-4E8E-BD92-45688BB27BEE}"/>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5" name="45-shape-18">
            <a:extLst xmlns:a="http://schemas.openxmlformats.org/drawingml/2006/main">
              <a:ext uri="{FF2B5EF4-FFF2-40B4-BE49-F238E27FC236}">
                <a16:creationId xmlns:a16="http://schemas.microsoft.com/office/drawing/2014/main" id="{40CBF958-4B59-48E3-9302-8310BA573DE8}"/>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56" name="45-text-19">
            <a:extLst xmlns:a="http://schemas.openxmlformats.org/drawingml/2006/main">
              <a:ext uri="{FF2B5EF4-FFF2-40B4-BE49-F238E27FC236}">
                <a16:creationId xmlns:a16="http://schemas.microsoft.com/office/drawing/2014/main" id="{3EDBA869-789C-4CC2-8AEF-8F90560E1519}"/>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57" name="45-text-20">
            <a:extLst xmlns:a="http://schemas.openxmlformats.org/drawingml/2006/main">
              <a:ext uri="{FF2B5EF4-FFF2-40B4-BE49-F238E27FC236}">
                <a16:creationId xmlns:a16="http://schemas.microsoft.com/office/drawing/2014/main" id="{E9442A24-E756-4DC8-AB2F-E1B6A2F49D9F}"/>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58" name="45-shape-21">
            <a:extLst xmlns:a="http://schemas.openxmlformats.org/drawingml/2006/main">
              <a:ext uri="{FF2B5EF4-FFF2-40B4-BE49-F238E27FC236}">
                <a16:creationId xmlns:a16="http://schemas.microsoft.com/office/drawing/2014/main" id="{1E8A3DCB-ADD6-492C-95DB-C00DB2BA4AEB}"/>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9" name="45-shape-22">
            <a:extLst xmlns:a="http://schemas.openxmlformats.org/drawingml/2006/main">
              <a:ext uri="{FF2B5EF4-FFF2-40B4-BE49-F238E27FC236}">
                <a16:creationId xmlns:a16="http://schemas.microsoft.com/office/drawing/2014/main" id="{86EF7A20-52B8-4574-A4D4-682536A6A5B3}"/>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60" name="45-text-23">
            <a:extLst xmlns:a="http://schemas.openxmlformats.org/drawingml/2006/main">
              <a:ext uri="{FF2B5EF4-FFF2-40B4-BE49-F238E27FC236}">
                <a16:creationId xmlns:a16="http://schemas.microsoft.com/office/drawing/2014/main" id="{F4E804D6-92D7-4055-BAE8-14DDD008A27F}"/>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61" name="45-text-24">
            <a:extLst xmlns:a="http://schemas.openxmlformats.org/drawingml/2006/main">
              <a:ext uri="{FF2B5EF4-FFF2-40B4-BE49-F238E27FC236}">
                <a16:creationId xmlns:a16="http://schemas.microsoft.com/office/drawing/2014/main" id="{8F59E527-3C39-4CF3-BD82-5265DC869E49}"/>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62" name="narrative-number">
            <a:extLst xmlns:a="http://schemas.openxmlformats.org/drawingml/2006/main">
              <a:ext uri="{FF2B5EF4-FFF2-40B4-BE49-F238E27FC236}">
                <a16:creationId xmlns:a16="http://schemas.microsoft.com/office/drawing/2014/main" id="{711219CC-8035-4A77-9EFF-EE85DEDD03E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323989261"/>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3" name="!!area-name">
            <a:extLst xmlns:a="http://schemas.openxmlformats.org/drawingml/2006/main">
              <a:ext uri="{FF2B5EF4-FFF2-40B4-BE49-F238E27FC236}">
                <a16:creationId xmlns:a16="http://schemas.microsoft.com/office/drawing/2014/main" id="{FB39B927-1B30-4A89-9047-AE7BDD6C22B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81" name="mini-map"/>
          <p:cNvPicPr>
            <a:picLocks xmlns:a="http://schemas.openxmlformats.org/drawingml/2006/main" noChangeAspect="1"/>
          </p:cNvPicPr>
          <p:nvPr/>
        </p:nvPicPr>
        <p:blipFill>
          <a:blip xmlns:r="http://schemas.openxmlformats.org/officeDocument/2006/relationships" xmlns:a="http://schemas.openxmlformats.org/drawingml/2006/main" r:embed="R0f4e303b93c140f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65" name="slide-title">
            <a:extLst xmlns:a="http://schemas.openxmlformats.org/drawingml/2006/main">
              <a:ext uri="{FF2B5EF4-FFF2-40B4-BE49-F238E27FC236}">
                <a16:creationId xmlns:a16="http://schemas.microsoft.com/office/drawing/2014/main" id="{1FEB7294-ED37-4E4B-8ABE-A0979418CFB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66" name="header-divider">
            <a:extLst xmlns:a="http://schemas.openxmlformats.org/drawingml/2006/main">
              <a:ext uri="{FF2B5EF4-FFF2-40B4-BE49-F238E27FC236}">
                <a16:creationId xmlns:a16="http://schemas.microsoft.com/office/drawing/2014/main" id="{EDACA83F-B04E-412B-8F10-0ECCFE54B09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7" name="46-shape-1">
            <a:extLst xmlns:a="http://schemas.openxmlformats.org/drawingml/2006/main">
              <a:ext uri="{FF2B5EF4-FFF2-40B4-BE49-F238E27FC236}">
                <a16:creationId xmlns:a16="http://schemas.microsoft.com/office/drawing/2014/main" id="{FFEAE362-4B05-4354-94FE-3950B05AE641}"/>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8" name="46-text-2">
            <a:extLst xmlns:a="http://schemas.openxmlformats.org/drawingml/2006/main">
              <a:ext uri="{FF2B5EF4-FFF2-40B4-BE49-F238E27FC236}">
                <a16:creationId xmlns:a16="http://schemas.microsoft.com/office/drawing/2014/main" id="{CF904D7B-2B9B-4956-9A94-CCA642ED08CB}"/>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69" name="46-text-3">
            <a:extLst xmlns:a="http://schemas.openxmlformats.org/drawingml/2006/main">
              <a:ext uri="{FF2B5EF4-FFF2-40B4-BE49-F238E27FC236}">
                <a16:creationId xmlns:a16="http://schemas.microsoft.com/office/drawing/2014/main" id="{0654BD98-175C-47D5-BBFF-F38DEA877223}"/>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70" name="46-shape-4">
            <a:extLst xmlns:a="http://schemas.openxmlformats.org/drawingml/2006/main">
              <a:ext uri="{FF2B5EF4-FFF2-40B4-BE49-F238E27FC236}">
                <a16:creationId xmlns:a16="http://schemas.microsoft.com/office/drawing/2014/main" id="{4EDDFFD4-874A-436B-B4A4-BBA3C0946803}"/>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1" name="46-text-5">
            <a:extLst xmlns:a="http://schemas.openxmlformats.org/drawingml/2006/main">
              <a:ext uri="{FF2B5EF4-FFF2-40B4-BE49-F238E27FC236}">
                <a16:creationId xmlns:a16="http://schemas.microsoft.com/office/drawing/2014/main" id="{36AE2BB2-1E98-4E9D-ADE9-EE00032FBB86}"/>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72" name="46-text-6">
            <a:extLst xmlns:a="http://schemas.openxmlformats.org/drawingml/2006/main">
              <a:ext uri="{FF2B5EF4-FFF2-40B4-BE49-F238E27FC236}">
                <a16:creationId xmlns:a16="http://schemas.microsoft.com/office/drawing/2014/main" id="{574F606B-0F10-4E39-91C6-5A00D2D4E3DE}"/>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73" name="46-shape-7">
            <a:extLst xmlns:a="http://schemas.openxmlformats.org/drawingml/2006/main">
              <a:ext uri="{FF2B5EF4-FFF2-40B4-BE49-F238E27FC236}">
                <a16:creationId xmlns:a16="http://schemas.microsoft.com/office/drawing/2014/main" id="{D47FB12C-8850-4FAD-A418-7F7F5F97E110}"/>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4" name="46-text-8">
            <a:extLst xmlns:a="http://schemas.openxmlformats.org/drawingml/2006/main">
              <a:ext uri="{FF2B5EF4-FFF2-40B4-BE49-F238E27FC236}">
                <a16:creationId xmlns:a16="http://schemas.microsoft.com/office/drawing/2014/main" id="{3CC5344C-537E-4321-836D-2151209DE7EE}"/>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75" name="46-text-9">
            <a:extLst xmlns:a="http://schemas.openxmlformats.org/drawingml/2006/main">
              <a:ext uri="{FF2B5EF4-FFF2-40B4-BE49-F238E27FC236}">
                <a16:creationId xmlns:a16="http://schemas.microsoft.com/office/drawing/2014/main" id="{9F260348-16F4-4ED8-94EB-BAC2DDDB246C}"/>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76" name="46-shape-10">
            <a:extLst xmlns:a="http://schemas.openxmlformats.org/drawingml/2006/main">
              <a:ext uri="{FF2B5EF4-FFF2-40B4-BE49-F238E27FC236}">
                <a16:creationId xmlns:a16="http://schemas.microsoft.com/office/drawing/2014/main" id="{9ED15A64-43B9-4532-AE46-A39842C24D97}"/>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7" name="46-text-11">
            <a:extLst xmlns:a="http://schemas.openxmlformats.org/drawingml/2006/main">
              <a:ext uri="{FF2B5EF4-FFF2-40B4-BE49-F238E27FC236}">
                <a16:creationId xmlns:a16="http://schemas.microsoft.com/office/drawing/2014/main" id="{1BEA1528-5949-4E88-B03D-1CC0115572A7}"/>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78" name="46-text-12">
            <a:extLst xmlns:a="http://schemas.openxmlformats.org/drawingml/2006/main">
              <a:ext uri="{FF2B5EF4-FFF2-40B4-BE49-F238E27FC236}">
                <a16:creationId xmlns:a16="http://schemas.microsoft.com/office/drawing/2014/main" id="{E1520DA3-92D1-4C2D-BF15-8631893B1F93}"/>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79" name="narrative-number">
            <a:extLst xmlns:a="http://schemas.openxmlformats.org/drawingml/2006/main">
              <a:ext uri="{FF2B5EF4-FFF2-40B4-BE49-F238E27FC236}">
                <a16:creationId xmlns:a16="http://schemas.microsoft.com/office/drawing/2014/main" id="{04B8AEDC-1859-461A-AB96-338CAADCBA7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796109174"/>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0" name="47-text-1">
            <a:extLst xmlns:a="http://schemas.openxmlformats.org/drawingml/2006/main">
              <a:ext uri="{FF2B5EF4-FFF2-40B4-BE49-F238E27FC236}">
                <a16:creationId xmlns:a16="http://schemas.microsoft.com/office/drawing/2014/main" id="{5AA13FDB-A32A-4923-8934-7FE265BED836}"/>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81" name="47-text-2">
            <a:extLst xmlns:a="http://schemas.openxmlformats.org/drawingml/2006/main">
              <a:ext uri="{FF2B5EF4-FFF2-40B4-BE49-F238E27FC236}">
                <a16:creationId xmlns:a16="http://schemas.microsoft.com/office/drawing/2014/main" id="{5F084872-9EE1-4F0B-9CE5-43850B2FE08B}"/>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82" name="47-text-3">
            <a:extLst xmlns:a="http://schemas.openxmlformats.org/drawingml/2006/main">
              <a:ext uri="{FF2B5EF4-FFF2-40B4-BE49-F238E27FC236}">
                <a16:creationId xmlns:a16="http://schemas.microsoft.com/office/drawing/2014/main" id="{2B0E3F1F-9CC8-4111-9735-FE6FDFBE5C66}"/>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83" name="narrative-number">
            <a:extLst xmlns:a="http://schemas.openxmlformats.org/drawingml/2006/main">
              <a:ext uri="{FF2B5EF4-FFF2-40B4-BE49-F238E27FC236}">
                <a16:creationId xmlns:a16="http://schemas.microsoft.com/office/drawing/2014/main" id="{6ACC5E4B-C11B-405E-8DE0-6F04186CB7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234459450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4" name="slide-title">
            <a:extLst xmlns:a="http://schemas.openxmlformats.org/drawingml/2006/main">
              <a:ext uri="{FF2B5EF4-FFF2-40B4-BE49-F238E27FC236}">
                <a16:creationId xmlns:a16="http://schemas.microsoft.com/office/drawing/2014/main" id="{5259E976-D690-476A-BF47-2FC2E03B12F2}"/>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85" name="header-divider">
            <a:extLst xmlns:a="http://schemas.openxmlformats.org/drawingml/2006/main">
              <a:ext uri="{FF2B5EF4-FFF2-40B4-BE49-F238E27FC236}">
                <a16:creationId xmlns:a16="http://schemas.microsoft.com/office/drawing/2014/main" id="{ED38BD2D-6B5D-489E-BDD5-64FBAF1EDD44}"/>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86" name="48-text-1">
            <a:extLst xmlns:a="http://schemas.openxmlformats.org/drawingml/2006/main">
              <a:ext uri="{FF2B5EF4-FFF2-40B4-BE49-F238E27FC236}">
                <a16:creationId xmlns:a16="http://schemas.microsoft.com/office/drawing/2014/main" id="{BAA59A96-9206-46AE-B587-9AC7DAC4858F}"/>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87" name="48-text-2">
            <a:extLst xmlns:a="http://schemas.openxmlformats.org/drawingml/2006/main">
              <a:ext uri="{FF2B5EF4-FFF2-40B4-BE49-F238E27FC236}">
                <a16:creationId xmlns:a16="http://schemas.microsoft.com/office/drawing/2014/main" id="{0F12924A-A60D-4AE1-862E-92A5D355092D}"/>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88" name="48-text-3">
            <a:extLst xmlns:a="http://schemas.openxmlformats.org/drawingml/2006/main">
              <a:ext uri="{FF2B5EF4-FFF2-40B4-BE49-F238E27FC236}">
                <a16:creationId xmlns:a16="http://schemas.microsoft.com/office/drawing/2014/main" id="{094C1200-B36A-4EDC-9E7C-9B89D8113E8D}"/>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89" name="48-text-4">
            <a:extLst xmlns:a="http://schemas.openxmlformats.org/drawingml/2006/main">
              <a:ext uri="{FF2B5EF4-FFF2-40B4-BE49-F238E27FC236}">
                <a16:creationId xmlns:a16="http://schemas.microsoft.com/office/drawing/2014/main" id="{C1431AAE-5C54-4D43-930C-6D3987AD2923}"/>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90" name="48-text-5">
            <a:extLst xmlns:a="http://schemas.openxmlformats.org/drawingml/2006/main">
              <a:ext uri="{FF2B5EF4-FFF2-40B4-BE49-F238E27FC236}">
                <a16:creationId xmlns:a16="http://schemas.microsoft.com/office/drawing/2014/main" id="{D8D6BE9A-D04A-4374-8DF9-1FA35F071554}"/>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91" name="48-text-6">
            <a:extLst xmlns:a="http://schemas.openxmlformats.org/drawingml/2006/main">
              <a:ext uri="{FF2B5EF4-FFF2-40B4-BE49-F238E27FC236}">
                <a16:creationId xmlns:a16="http://schemas.microsoft.com/office/drawing/2014/main" id="{9A880FB8-294A-468C-B438-9D37C7CCEA1D}"/>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92" name="48-text-7">
            <a:extLst xmlns:a="http://schemas.openxmlformats.org/drawingml/2006/main">
              <a:ext uri="{FF2B5EF4-FFF2-40B4-BE49-F238E27FC236}">
                <a16:creationId xmlns:a16="http://schemas.microsoft.com/office/drawing/2014/main" id="{79338D01-C4D9-4133-B2ED-3A07257BBAC4}"/>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93" name="48-text-8">
            <a:extLst xmlns:a="http://schemas.openxmlformats.org/drawingml/2006/main">
              <a:ext uri="{FF2B5EF4-FFF2-40B4-BE49-F238E27FC236}">
                <a16:creationId xmlns:a16="http://schemas.microsoft.com/office/drawing/2014/main" id="{19F40A8B-DC89-4834-BADF-54E283996F2A}"/>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94" name="48-text-9">
            <a:extLst xmlns:a="http://schemas.openxmlformats.org/drawingml/2006/main">
              <a:ext uri="{FF2B5EF4-FFF2-40B4-BE49-F238E27FC236}">
                <a16:creationId xmlns:a16="http://schemas.microsoft.com/office/drawing/2014/main" id="{1F01916D-6DCE-4D46-8CED-059CF4F38AD0}"/>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95" name="48-text-10">
            <a:extLst xmlns:a="http://schemas.openxmlformats.org/drawingml/2006/main">
              <a:ext uri="{FF2B5EF4-FFF2-40B4-BE49-F238E27FC236}">
                <a16:creationId xmlns:a16="http://schemas.microsoft.com/office/drawing/2014/main" id="{0F00EC43-61E2-450A-B1DF-3A762E795DD2}"/>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96" name="48-text-11">
            <a:extLst xmlns:a="http://schemas.openxmlformats.org/drawingml/2006/main">
              <a:ext uri="{FF2B5EF4-FFF2-40B4-BE49-F238E27FC236}">
                <a16:creationId xmlns:a16="http://schemas.microsoft.com/office/drawing/2014/main" id="{B8196CE0-0AE7-4EB8-9417-573DFA702981}"/>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97" name="48-text-12">
            <a:extLst xmlns:a="http://schemas.openxmlformats.org/drawingml/2006/main">
              <a:ext uri="{FF2B5EF4-FFF2-40B4-BE49-F238E27FC236}">
                <a16:creationId xmlns:a16="http://schemas.microsoft.com/office/drawing/2014/main" id="{7C7AD6E1-B483-4559-951D-0C6E68A02568}"/>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98" name="narrative-number">
            <a:extLst xmlns:a="http://schemas.openxmlformats.org/drawingml/2006/main">
              <a:ext uri="{FF2B5EF4-FFF2-40B4-BE49-F238E27FC236}">
                <a16:creationId xmlns:a16="http://schemas.microsoft.com/office/drawing/2014/main" id="{E6C1CE21-5F45-44A8-A2D0-EC45691A701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1062489653"/>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2026-09-16T23:07:34.1670000Z</dcterms:created>
  <dcterms:modified xsi:type="dcterms:W3CDTF">2026-09-16T23:07:34.1670000Z</dcterms:modified>
</coreProperties>
</file>