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e1ca209ec3486d" /><Relationship Type="http://schemas.openxmlformats.org/officeDocument/2006/relationships/extended-properties" Target="/docProps/app.xml" Id="Ra9175a093d1944c7" /><Relationship Type="http://schemas.openxmlformats.org/officeDocument/2006/relationships/officeDocument" Target="/ppt/presentation.xml" Id="R53074302c5ac4546"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f8e77cd068e345ff"/>
    <p:sldMasterId xmlns:r="http://schemas.openxmlformats.org/officeDocument/2006/relationships" id="2147483650" r:id="Re7e6e494e7704d67"/>
  </p:sldMasterIdLst>
  <p:notesMasterIdLst>
    <p:notesMasterId xmlns:r="http://schemas.openxmlformats.org/officeDocument/2006/relationships" r:id="Rb0ecf73f731c4547"/>
  </p:notesMasterIdLst>
  <p:sldIdLst>
    <p:sldId xmlns:r="http://schemas.openxmlformats.org/officeDocument/2006/relationships" id="256" r:id="R306216303a7f4a02"/>
    <p:sldId xmlns:r="http://schemas.openxmlformats.org/officeDocument/2006/relationships" id="257" r:id="R28dcbb9d063c4bbe"/>
    <p:sldId xmlns:r="http://schemas.openxmlformats.org/officeDocument/2006/relationships" id="258" r:id="Ra5d510503d064b7c"/>
    <p:sldId xmlns:r="http://schemas.openxmlformats.org/officeDocument/2006/relationships" id="259" r:id="R9bc0e224b9fc4fff"/>
    <p:sldId xmlns:r="http://schemas.openxmlformats.org/officeDocument/2006/relationships" id="260" r:id="R51bbf291c4fe40d5"/>
    <p:sldId xmlns:r="http://schemas.openxmlformats.org/officeDocument/2006/relationships" id="261" r:id="Re14330264a4e4905"/>
    <p:sldId xmlns:r="http://schemas.openxmlformats.org/officeDocument/2006/relationships" id="262" r:id="R66387622796347a3"/>
    <p:sldId xmlns:r="http://schemas.openxmlformats.org/officeDocument/2006/relationships" id="263" r:id="R020b718b1ffa4f20"/>
    <p:sldId xmlns:r="http://schemas.openxmlformats.org/officeDocument/2006/relationships" id="264" r:id="R99745d4690a3479d"/>
    <p:sldId xmlns:r="http://schemas.openxmlformats.org/officeDocument/2006/relationships" id="265" r:id="R943962d62d3f4769"/>
    <p:sldId xmlns:r="http://schemas.openxmlformats.org/officeDocument/2006/relationships" id="266" r:id="Rf1a3f4b567b2496a"/>
    <p:sldId xmlns:r="http://schemas.openxmlformats.org/officeDocument/2006/relationships" id="267" r:id="R0fb6e7fe2dc64f56"/>
    <p:sldId xmlns:r="http://schemas.openxmlformats.org/officeDocument/2006/relationships" id="268" r:id="R75a9528be7044d1d"/>
    <p:sldId xmlns:r="http://schemas.openxmlformats.org/officeDocument/2006/relationships" id="269" r:id="R9476755945524940"/>
    <p:sldId xmlns:r="http://schemas.openxmlformats.org/officeDocument/2006/relationships" id="270" r:id="R095f57f0d065463d"/>
    <p:sldId xmlns:r="http://schemas.openxmlformats.org/officeDocument/2006/relationships" id="271" r:id="R9ac1af046216431e"/>
    <p:sldId xmlns:r="http://schemas.openxmlformats.org/officeDocument/2006/relationships" id="272" r:id="R6ecdd21339c6452e"/>
    <p:sldId xmlns:r="http://schemas.openxmlformats.org/officeDocument/2006/relationships" id="273" r:id="R534e98728d324ff0"/>
    <p:sldId xmlns:r="http://schemas.openxmlformats.org/officeDocument/2006/relationships" id="274" r:id="Rda8cc20f26b54e4d"/>
    <p:sldId xmlns:r="http://schemas.openxmlformats.org/officeDocument/2006/relationships" id="275" r:id="R294c86bae617422b"/>
    <p:sldId xmlns:r="http://schemas.openxmlformats.org/officeDocument/2006/relationships" id="276" r:id="Raece9c4af5184f41"/>
    <p:sldId xmlns:r="http://schemas.openxmlformats.org/officeDocument/2006/relationships" id="277" r:id="Rc2e2b16af37e4972"/>
    <p:sldId xmlns:r="http://schemas.openxmlformats.org/officeDocument/2006/relationships" id="278" r:id="R2c529114620a4779"/>
    <p:sldId xmlns:r="http://schemas.openxmlformats.org/officeDocument/2006/relationships" id="279" r:id="R8e3c0b6b5d6441c4"/>
    <p:sldId xmlns:r="http://schemas.openxmlformats.org/officeDocument/2006/relationships" id="280" r:id="R04bddf199114458e"/>
    <p:sldId xmlns:r="http://schemas.openxmlformats.org/officeDocument/2006/relationships" id="281" r:id="R85072b813c834f01"/>
    <p:sldId xmlns:r="http://schemas.openxmlformats.org/officeDocument/2006/relationships" id="282" r:id="R34ddd18ed81b4155"/>
    <p:sldId xmlns:r="http://schemas.openxmlformats.org/officeDocument/2006/relationships" id="283" r:id="R9424f9ffa35e4fbd"/>
    <p:sldId xmlns:r="http://schemas.openxmlformats.org/officeDocument/2006/relationships" id="284" r:id="R135855db93b941ad"/>
    <p:sldId xmlns:r="http://schemas.openxmlformats.org/officeDocument/2006/relationships" id="285" r:id="R6365ecfd27824a7b"/>
    <p:sldId xmlns:r="http://schemas.openxmlformats.org/officeDocument/2006/relationships" id="286" r:id="Rfb7e2c6b631b4d75"/>
    <p:sldId xmlns:r="http://schemas.openxmlformats.org/officeDocument/2006/relationships" id="287" r:id="R31c06eb6bb9f4676"/>
    <p:sldId xmlns:r="http://schemas.openxmlformats.org/officeDocument/2006/relationships" id="288" r:id="R58dfafbcfead41fc"/>
    <p:sldId xmlns:r="http://schemas.openxmlformats.org/officeDocument/2006/relationships" id="289" r:id="R3ebb13ae46b14d07"/>
    <p:sldId xmlns:r="http://schemas.openxmlformats.org/officeDocument/2006/relationships" id="290" r:id="Re3072372901a4b1d"/>
    <p:sldId xmlns:r="http://schemas.openxmlformats.org/officeDocument/2006/relationships" id="291" r:id="R7e5f845539274fde"/>
    <p:sldId xmlns:r="http://schemas.openxmlformats.org/officeDocument/2006/relationships" id="292" r:id="Rf08db6d379734698"/>
    <p:sldId xmlns:r="http://schemas.openxmlformats.org/officeDocument/2006/relationships" id="293" r:id="Rb694257ea1214b0c"/>
    <p:sldId xmlns:r="http://schemas.openxmlformats.org/officeDocument/2006/relationships" id="294" r:id="Rd2e170f904324d40"/>
    <p:sldId xmlns:r="http://schemas.openxmlformats.org/officeDocument/2006/relationships" id="295" r:id="R5ad82f2045a14d66"/>
    <p:sldId xmlns:r="http://schemas.openxmlformats.org/officeDocument/2006/relationships" id="296" r:id="R6c4da06bb99e4253"/>
    <p:sldId xmlns:r="http://schemas.openxmlformats.org/officeDocument/2006/relationships" id="297" r:id="R660fa223be3a4087"/>
    <p:sldId xmlns:r="http://schemas.openxmlformats.org/officeDocument/2006/relationships" id="298" r:id="R1259188dd4184f1f"/>
    <p:sldId xmlns:r="http://schemas.openxmlformats.org/officeDocument/2006/relationships" id="299" r:id="R5535c278191943d9"/>
    <p:sldId xmlns:r="http://schemas.openxmlformats.org/officeDocument/2006/relationships" id="300" r:id="Ref654dc27e064c67"/>
    <p:sldId xmlns:r="http://schemas.openxmlformats.org/officeDocument/2006/relationships" id="301" r:id="R0591599daa044742"/>
    <p:sldId xmlns:r="http://schemas.openxmlformats.org/officeDocument/2006/relationships" id="302" r:id="R311898977ce04160"/>
    <p:sldId xmlns:r="http://schemas.openxmlformats.org/officeDocument/2006/relationships" id="303" r:id="R71c5b9b04d93412d"/>
    <p:sldId xmlns:r="http://schemas.openxmlformats.org/officeDocument/2006/relationships" id="304" r:id="R5d2aa7065ed8405c"/>
    <p:sldId xmlns:r="http://schemas.openxmlformats.org/officeDocument/2006/relationships" id="305" r:id="R4a725cf1883d4bc7"/>
    <p:sldId xmlns:r="http://schemas.openxmlformats.org/officeDocument/2006/relationships" id="306" r:id="Rb643bde58bd84f89"/>
    <p:sldId xmlns:r="http://schemas.openxmlformats.org/officeDocument/2006/relationships" id="307" r:id="R357187fee022443f"/>
    <p:sldId xmlns:r="http://schemas.openxmlformats.org/officeDocument/2006/relationships" id="308" r:id="R12ac3f560e764186"/>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1b238468174de6" /><Relationship Type="http://schemas.openxmlformats.org/officeDocument/2006/relationships/slideMaster" Target="/ppt/slideMasters/slideMaster1.xml" Id="Rf8e77cd068e345ff" /><Relationship Type="http://schemas.openxmlformats.org/officeDocument/2006/relationships/slideMaster" Target="/ppt/slideMasters/slideMaster2.xml" Id="Re7e6e494e7704d67" /><Relationship Type="http://schemas.openxmlformats.org/officeDocument/2006/relationships/notesMaster" Target="/ppt/notesMasters/notesMaster1.xml" Id="Rb0ecf73f731c4547" /><Relationship Type="http://schemas.openxmlformats.org/officeDocument/2006/relationships/presProps" Target="/ppt/presProps.xml" Id="Rd786e34c208f436c" /><Relationship Type="http://schemas.openxmlformats.org/officeDocument/2006/relationships/tableStyles" Target="/ppt/tableStyles.xml" Id="Rfd6284bad05745c0" /><Relationship Type="http://schemas.openxmlformats.org/officeDocument/2006/relationships/slide" Target="/ppt/slides/slide1.xml" Id="R306216303a7f4a02" /><Relationship Type="http://schemas.openxmlformats.org/officeDocument/2006/relationships/slide" Target="/ppt/slides/slide2.xml" Id="R28dcbb9d063c4bbe" /><Relationship Type="http://schemas.openxmlformats.org/officeDocument/2006/relationships/slide" Target="/ppt/slides/slide3.xml" Id="Ra5d510503d064b7c" /><Relationship Type="http://schemas.openxmlformats.org/officeDocument/2006/relationships/slide" Target="/ppt/slides/slide4.xml" Id="R9bc0e224b9fc4fff" /><Relationship Type="http://schemas.openxmlformats.org/officeDocument/2006/relationships/slide" Target="/ppt/slides/slide5.xml" Id="R51bbf291c4fe40d5" /><Relationship Type="http://schemas.openxmlformats.org/officeDocument/2006/relationships/slide" Target="/ppt/slides/slide6.xml" Id="Re14330264a4e4905" /><Relationship Type="http://schemas.openxmlformats.org/officeDocument/2006/relationships/slide" Target="/ppt/slides/slide7.xml" Id="R66387622796347a3" /><Relationship Type="http://schemas.openxmlformats.org/officeDocument/2006/relationships/slide" Target="/ppt/slides/slide8.xml" Id="R020b718b1ffa4f20" /><Relationship Type="http://schemas.openxmlformats.org/officeDocument/2006/relationships/slide" Target="/ppt/slides/slide9.xml" Id="R99745d4690a3479d" /><Relationship Type="http://schemas.openxmlformats.org/officeDocument/2006/relationships/slide" Target="/ppt/slides/slide10.xml" Id="R943962d62d3f4769" /><Relationship Type="http://schemas.openxmlformats.org/officeDocument/2006/relationships/slide" Target="/ppt/slides/slide11.xml" Id="Rf1a3f4b567b2496a" /><Relationship Type="http://schemas.openxmlformats.org/officeDocument/2006/relationships/slide" Target="/ppt/slides/slide12.xml" Id="R0fb6e7fe2dc64f56" /><Relationship Type="http://schemas.openxmlformats.org/officeDocument/2006/relationships/slide" Target="/ppt/slides/slide13.xml" Id="R75a9528be7044d1d" /><Relationship Type="http://schemas.openxmlformats.org/officeDocument/2006/relationships/slide" Target="/ppt/slides/slide14.xml" Id="R9476755945524940" /><Relationship Type="http://schemas.openxmlformats.org/officeDocument/2006/relationships/slide" Target="/ppt/slides/slide15.xml" Id="R095f57f0d065463d" /><Relationship Type="http://schemas.openxmlformats.org/officeDocument/2006/relationships/slide" Target="/ppt/slides/slide16.xml" Id="R9ac1af046216431e" /><Relationship Type="http://schemas.openxmlformats.org/officeDocument/2006/relationships/slide" Target="/ppt/slides/slide17.xml" Id="R6ecdd21339c6452e" /><Relationship Type="http://schemas.openxmlformats.org/officeDocument/2006/relationships/slide" Target="/ppt/slides/slide18.xml" Id="R534e98728d324ff0" /><Relationship Type="http://schemas.openxmlformats.org/officeDocument/2006/relationships/slide" Target="/ppt/slides/slide19.xml" Id="Rda8cc20f26b54e4d" /><Relationship Type="http://schemas.openxmlformats.org/officeDocument/2006/relationships/slide" Target="/ppt/slides/slide20.xml" Id="R294c86bae617422b" /><Relationship Type="http://schemas.openxmlformats.org/officeDocument/2006/relationships/slide" Target="/ppt/slides/slide21.xml" Id="Raece9c4af5184f41" /><Relationship Type="http://schemas.openxmlformats.org/officeDocument/2006/relationships/slide" Target="/ppt/slides/slide22.xml" Id="Rc2e2b16af37e4972" /><Relationship Type="http://schemas.openxmlformats.org/officeDocument/2006/relationships/slide" Target="/ppt/slides/slide23.xml" Id="R2c529114620a4779" /><Relationship Type="http://schemas.openxmlformats.org/officeDocument/2006/relationships/slide" Target="/ppt/slides/slide24.xml" Id="R8e3c0b6b5d6441c4" /><Relationship Type="http://schemas.openxmlformats.org/officeDocument/2006/relationships/slide" Target="/ppt/slides/slide25.xml" Id="R04bddf199114458e" /><Relationship Type="http://schemas.openxmlformats.org/officeDocument/2006/relationships/slide" Target="/ppt/slides/slide26.xml" Id="R85072b813c834f01" /><Relationship Type="http://schemas.openxmlformats.org/officeDocument/2006/relationships/slide" Target="/ppt/slides/slide27.xml" Id="R34ddd18ed81b4155" /><Relationship Type="http://schemas.openxmlformats.org/officeDocument/2006/relationships/slide" Target="/ppt/slides/slide28.xml" Id="R9424f9ffa35e4fbd" /><Relationship Type="http://schemas.openxmlformats.org/officeDocument/2006/relationships/slide" Target="/ppt/slides/slide29.xml" Id="R135855db93b941ad" /><Relationship Type="http://schemas.openxmlformats.org/officeDocument/2006/relationships/slide" Target="/ppt/slides/slide30.xml" Id="R6365ecfd27824a7b" /><Relationship Type="http://schemas.openxmlformats.org/officeDocument/2006/relationships/slide" Target="/ppt/slides/slide31.xml" Id="Rfb7e2c6b631b4d75" /><Relationship Type="http://schemas.openxmlformats.org/officeDocument/2006/relationships/slide" Target="/ppt/slides/slide32.xml" Id="R31c06eb6bb9f4676" /><Relationship Type="http://schemas.openxmlformats.org/officeDocument/2006/relationships/slide" Target="/ppt/slides/slide33.xml" Id="R58dfafbcfead41fc" /><Relationship Type="http://schemas.openxmlformats.org/officeDocument/2006/relationships/slide" Target="/ppt/slides/slide34.xml" Id="R3ebb13ae46b14d07" /><Relationship Type="http://schemas.openxmlformats.org/officeDocument/2006/relationships/slide" Target="/ppt/slides/slide35.xml" Id="Re3072372901a4b1d" /><Relationship Type="http://schemas.openxmlformats.org/officeDocument/2006/relationships/slide" Target="/ppt/slides/slide36.xml" Id="R7e5f845539274fde" /><Relationship Type="http://schemas.openxmlformats.org/officeDocument/2006/relationships/slide" Target="/ppt/slides/slide37.xml" Id="Rf08db6d379734698" /><Relationship Type="http://schemas.openxmlformats.org/officeDocument/2006/relationships/slide" Target="/ppt/slides/slide38.xml" Id="Rb694257ea1214b0c" /><Relationship Type="http://schemas.openxmlformats.org/officeDocument/2006/relationships/slide" Target="/ppt/slides/slide39.xml" Id="Rd2e170f904324d40" /><Relationship Type="http://schemas.openxmlformats.org/officeDocument/2006/relationships/slide" Target="/ppt/slides/slide40.xml" Id="R5ad82f2045a14d66" /><Relationship Type="http://schemas.openxmlformats.org/officeDocument/2006/relationships/slide" Target="/ppt/slides/slide41.xml" Id="R6c4da06bb99e4253" /><Relationship Type="http://schemas.openxmlformats.org/officeDocument/2006/relationships/slide" Target="/ppt/slides/slide42.xml" Id="R660fa223be3a4087" /><Relationship Type="http://schemas.openxmlformats.org/officeDocument/2006/relationships/slide" Target="/ppt/slides/slide43.xml" Id="R1259188dd4184f1f" /><Relationship Type="http://schemas.openxmlformats.org/officeDocument/2006/relationships/slide" Target="/ppt/slides/slide44.xml" Id="R5535c278191943d9" /><Relationship Type="http://schemas.openxmlformats.org/officeDocument/2006/relationships/slide" Target="/ppt/slides/slide45.xml" Id="Ref654dc27e064c67" /><Relationship Type="http://schemas.openxmlformats.org/officeDocument/2006/relationships/slide" Target="/ppt/slides/slide46.xml" Id="R0591599daa044742" /><Relationship Type="http://schemas.openxmlformats.org/officeDocument/2006/relationships/slide" Target="/ppt/slides/slide47.xml" Id="R311898977ce04160" /><Relationship Type="http://schemas.openxmlformats.org/officeDocument/2006/relationships/slide" Target="/ppt/slides/slide48.xml" Id="R71c5b9b04d93412d" /><Relationship Type="http://schemas.openxmlformats.org/officeDocument/2006/relationships/slide" Target="/ppt/slides/slide49.xml" Id="R5d2aa7065ed8405c" /><Relationship Type="http://schemas.openxmlformats.org/officeDocument/2006/relationships/slide" Target="/ppt/slides/slide50.xml" Id="R4a725cf1883d4bc7" /><Relationship Type="http://schemas.openxmlformats.org/officeDocument/2006/relationships/slide" Target="/ppt/slides/slide51.xml" Id="Rb643bde58bd84f89" /><Relationship Type="http://schemas.openxmlformats.org/officeDocument/2006/relationships/slide" Target="/ppt/slides/slide52.xml" Id="R357187fee022443f" /><Relationship Type="http://schemas.openxmlformats.org/officeDocument/2006/relationships/slide" Target="/ppt/slides/slide53.xml" Id="R12ac3f560e7641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881576529fd647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9723a9057946b0" /><Relationship Type="http://schemas.openxmlformats.org/officeDocument/2006/relationships/notesMaster" Target="/ppt/notesMasters/notesMaster1.xml" Id="R9a71f7f0fd174d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4c8ccfe6bd4cb9" /><Relationship Type="http://schemas.openxmlformats.org/officeDocument/2006/relationships/notesMaster" Target="/ppt/notesMasters/notesMaster1.xml" Id="Ra4ada44d556c48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9ed12f494d4444" /><Relationship Type="http://schemas.openxmlformats.org/officeDocument/2006/relationships/notesMaster" Target="/ppt/notesMasters/notesMaster1.xml" Id="R48ddf10bce434d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6a43a4bcd14a0b" /><Relationship Type="http://schemas.openxmlformats.org/officeDocument/2006/relationships/notesMaster" Target="/ppt/notesMasters/notesMaster1.xml" Id="Rd5934d1c3b2145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34df524c784ebd" /><Relationship Type="http://schemas.openxmlformats.org/officeDocument/2006/relationships/notesMaster" Target="/ppt/notesMasters/notesMaster1.xml" Id="Rf9be4c790bb641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3e53db1f6b4772" /><Relationship Type="http://schemas.openxmlformats.org/officeDocument/2006/relationships/notesMaster" Target="/ppt/notesMasters/notesMaster1.xml" Id="R2e6d9038d9004a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acf7f5ee174dc0" /><Relationship Type="http://schemas.openxmlformats.org/officeDocument/2006/relationships/notesMaster" Target="/ppt/notesMasters/notesMaster1.xml" Id="R9701ba36734b4c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4aef895b7a4ca0" /><Relationship Type="http://schemas.openxmlformats.org/officeDocument/2006/relationships/notesMaster" Target="/ppt/notesMasters/notesMaster1.xml" Id="Rcdcebd515ef247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91176f12ed41ff" /><Relationship Type="http://schemas.openxmlformats.org/officeDocument/2006/relationships/notesMaster" Target="/ppt/notesMasters/notesMaster1.xml" Id="Rd9773373242e41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01426c981949c4" /><Relationship Type="http://schemas.openxmlformats.org/officeDocument/2006/relationships/notesMaster" Target="/ppt/notesMasters/notesMaster1.xml" Id="R4883e3c0f7f34e6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df464f87ee41d8" /><Relationship Type="http://schemas.openxmlformats.org/officeDocument/2006/relationships/notesMaster" Target="/ppt/notesMasters/notesMaster1.xml" Id="Re1a31e0bf1bd4a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61e431b05a4213" /><Relationship Type="http://schemas.openxmlformats.org/officeDocument/2006/relationships/notesMaster" Target="/ppt/notesMasters/notesMaster1.xml" Id="R52dfe0a7c84f45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ac78f07d8e430c" /><Relationship Type="http://schemas.openxmlformats.org/officeDocument/2006/relationships/notesMaster" Target="/ppt/notesMasters/notesMaster1.xml" Id="R65cd0fcbcae64b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a3289a766a4c5d" /><Relationship Type="http://schemas.openxmlformats.org/officeDocument/2006/relationships/notesMaster" Target="/ppt/notesMasters/notesMaster1.xml" Id="Rc45eb613a79e453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5e0e8a528b4931" /><Relationship Type="http://schemas.openxmlformats.org/officeDocument/2006/relationships/notesMaster" Target="/ppt/notesMasters/notesMaster1.xml" Id="Rb5d3596c899b431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6c5ba8e42a476f" /><Relationship Type="http://schemas.openxmlformats.org/officeDocument/2006/relationships/notesMaster" Target="/ppt/notesMasters/notesMaster1.xml" Id="R79019a8444a54e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bb30a893e04ae6" /><Relationship Type="http://schemas.openxmlformats.org/officeDocument/2006/relationships/notesMaster" Target="/ppt/notesMasters/notesMaster1.xml" Id="Raa8f6d6110244a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85c10f74cdd4734" /><Relationship Type="http://schemas.openxmlformats.org/officeDocument/2006/relationships/notesMaster" Target="/ppt/notesMasters/notesMaster1.xml" Id="R5cca6386afd247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4d46710aec4daa" /><Relationship Type="http://schemas.openxmlformats.org/officeDocument/2006/relationships/notesMaster" Target="/ppt/notesMasters/notesMaster1.xml" Id="R4baf893f59764b8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c12f68981447b9" /><Relationship Type="http://schemas.openxmlformats.org/officeDocument/2006/relationships/notesMaster" Target="/ppt/notesMasters/notesMaster1.xml" Id="R4f1a0d6af26144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3d95626bbf4227" /><Relationship Type="http://schemas.openxmlformats.org/officeDocument/2006/relationships/notesMaster" Target="/ppt/notesMasters/notesMaster1.xml" Id="R6712cd8510274eb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0f5627888104503" /><Relationship Type="http://schemas.openxmlformats.org/officeDocument/2006/relationships/notesMaster" Target="/ppt/notesMasters/notesMaster1.xml" Id="Rb8b66eede8ae470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5426d033ff64a48" /><Relationship Type="http://schemas.openxmlformats.org/officeDocument/2006/relationships/notesMaster" Target="/ppt/notesMasters/notesMaster1.xml" Id="R9a4a1f031f834df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89f1bc67da345ff" /><Relationship Type="http://schemas.openxmlformats.org/officeDocument/2006/relationships/notesMaster" Target="/ppt/notesMasters/notesMaster1.xml" Id="R51f8ed2fa38d49e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323806f52a64a63" /><Relationship Type="http://schemas.openxmlformats.org/officeDocument/2006/relationships/notesMaster" Target="/ppt/notesMasters/notesMaster1.xml" Id="R0eafedbe0ffc448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088fea2ffdd4b16" /><Relationship Type="http://schemas.openxmlformats.org/officeDocument/2006/relationships/notesMaster" Target="/ppt/notesMasters/notesMaster1.xml" Id="R809419e367204ec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23a9f35e464142" /><Relationship Type="http://schemas.openxmlformats.org/officeDocument/2006/relationships/notesMaster" Target="/ppt/notesMasters/notesMaster1.xml" Id="R5f0fe6df6a1a4c9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7841fa8d51b45d7" /><Relationship Type="http://schemas.openxmlformats.org/officeDocument/2006/relationships/notesMaster" Target="/ppt/notesMasters/notesMaster1.xml" Id="R96e615bcac0b4a0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5f142894f6441f6" /><Relationship Type="http://schemas.openxmlformats.org/officeDocument/2006/relationships/notesMaster" Target="/ppt/notesMasters/notesMaster1.xml" Id="Rae14203c3c7f4e6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3538a3f39e74975" /><Relationship Type="http://schemas.openxmlformats.org/officeDocument/2006/relationships/notesMaster" Target="/ppt/notesMasters/notesMaster1.xml" Id="Rde5fa18776d54b4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0e96744b1104b3e" /><Relationship Type="http://schemas.openxmlformats.org/officeDocument/2006/relationships/notesMaster" Target="/ppt/notesMasters/notesMaster1.xml" Id="R44b775d4768a4ec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ea0e2795231412e" /><Relationship Type="http://schemas.openxmlformats.org/officeDocument/2006/relationships/notesMaster" Target="/ppt/notesMasters/notesMaster1.xml" Id="R0f642443fe2340f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aed253b49a9487e" /><Relationship Type="http://schemas.openxmlformats.org/officeDocument/2006/relationships/notesMaster" Target="/ppt/notesMasters/notesMaster1.xml" Id="Rc85d16a23ad64c6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523f54c19ec40b7" /><Relationship Type="http://schemas.openxmlformats.org/officeDocument/2006/relationships/notesMaster" Target="/ppt/notesMasters/notesMaster1.xml" Id="Rea7da8d281d2438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194dd93ad954c49" /><Relationship Type="http://schemas.openxmlformats.org/officeDocument/2006/relationships/notesMaster" Target="/ppt/notesMasters/notesMaster1.xml" Id="Rc462abc5580b47f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c3017a1577d4826" /><Relationship Type="http://schemas.openxmlformats.org/officeDocument/2006/relationships/notesMaster" Target="/ppt/notesMasters/notesMaster1.xml" Id="R3eec3a020edd4c7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1607f135eab4e0a" /><Relationship Type="http://schemas.openxmlformats.org/officeDocument/2006/relationships/notesMaster" Target="/ppt/notesMasters/notesMaster1.xml" Id="Rd792e48149a8451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ab5f0f6b2594227" /><Relationship Type="http://schemas.openxmlformats.org/officeDocument/2006/relationships/notesMaster" Target="/ppt/notesMasters/notesMaster1.xml" Id="Rc55a6c9f915943b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ae4bb6e2ba94bcc" /><Relationship Type="http://schemas.openxmlformats.org/officeDocument/2006/relationships/notesMaster" Target="/ppt/notesMasters/notesMaster1.xml" Id="R74af8a987fef435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c70222ad09f4480" /><Relationship Type="http://schemas.openxmlformats.org/officeDocument/2006/relationships/notesMaster" Target="/ppt/notesMasters/notesMaster1.xml" Id="R1fec8aab4f6b401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d8d3c5974414262" /><Relationship Type="http://schemas.openxmlformats.org/officeDocument/2006/relationships/notesMaster" Target="/ppt/notesMasters/notesMaster1.xml" Id="Rc28af2a01fcb488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c1b8fce4c114b8e" /><Relationship Type="http://schemas.openxmlformats.org/officeDocument/2006/relationships/notesMaster" Target="/ppt/notesMasters/notesMaster1.xml" Id="R9af24da421ab4db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7c9cc7de513467f" /><Relationship Type="http://schemas.openxmlformats.org/officeDocument/2006/relationships/notesMaster" Target="/ppt/notesMasters/notesMaster1.xml" Id="Rdbd0f332852a4c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62bf5bafa5749d8" /><Relationship Type="http://schemas.openxmlformats.org/officeDocument/2006/relationships/notesMaster" Target="/ppt/notesMasters/notesMaster1.xml" Id="R2bff338e40e74e0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1bddae4dcb04569" /><Relationship Type="http://schemas.openxmlformats.org/officeDocument/2006/relationships/notesMaster" Target="/ppt/notesMasters/notesMaster1.xml" Id="R2ae813a620e445c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2cf2a88df1f4ffb" /><Relationship Type="http://schemas.openxmlformats.org/officeDocument/2006/relationships/notesMaster" Target="/ppt/notesMasters/notesMaster1.xml" Id="R5dde01122e2f4ee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e4a7b69c9ba4ffa" /><Relationship Type="http://schemas.openxmlformats.org/officeDocument/2006/relationships/notesMaster" Target="/ppt/notesMasters/notesMaster1.xml" Id="R5bd244f00894429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190fb739fcc493b" /><Relationship Type="http://schemas.openxmlformats.org/officeDocument/2006/relationships/notesMaster" Target="/ppt/notesMasters/notesMaster1.xml" Id="R8b2bbe5943b1420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8dfe10fb8ef45d3" /><Relationship Type="http://schemas.openxmlformats.org/officeDocument/2006/relationships/notesMaster" Target="/ppt/notesMasters/notesMaster1.xml" Id="R5359aaefffea4e0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23a732e17bc4e7c" /><Relationship Type="http://schemas.openxmlformats.org/officeDocument/2006/relationships/notesMaster" Target="/ppt/notesMasters/notesMaster1.xml" Id="R8acde8f996d14c5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f67cc9030ef46d0" /><Relationship Type="http://schemas.openxmlformats.org/officeDocument/2006/relationships/notesMaster" Target="/ppt/notesMasters/notesMaster1.xml" Id="Rd228e76387eb49f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7f4032fa79a41ba" /><Relationship Type="http://schemas.openxmlformats.org/officeDocument/2006/relationships/notesMaster" Target="/ppt/notesMasters/notesMaster1.xml" Id="Re1f7e05360a9403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8edd5e5a75e4d4b" /><Relationship Type="http://schemas.openxmlformats.org/officeDocument/2006/relationships/notesMaster" Target="/ppt/notesMasters/notesMaster1.xml" Id="R9779e147ce424f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comparison of deterministic logic and model behavior,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When we write deterministic logic, we specify the rules. Given the same input and state, those rules produce the same result.</a:t>
            </a:r>
          </a:p>
          <a:p xmlns:a="http://schemas.openxmlformats.org/drawingml/2006/main">
            <a:r>
              <a:t/>
            </a:r>
          </a:p>
          <a:p xmlns:a="http://schemas.openxmlformats.org/drawingml/2006/main">
            <a:r>
              <a:rPr b="0"/>
              <a:t>A foundation model adds learned behavior, guided by instructions and context. It can handle language and ambiguity without us spelling out every rule. But the same supplied input can produce different results, and </a:t>
            </a:r>
            <a:r>
              <a:rPr b="1"/>
              <a:t>an instruction is not an enforced constraint.</a:t>
            </a:r>
          </a:p>
          <a:p xmlns:a="http://schemas.openxmlformats.org/drawingml/2006/main">
            <a:r>
              <a:t/>
            </a:r>
          </a:p>
          <a:p xmlns:a="http://schemas.openxmlformats.org/drawingml/2006/main">
            <a:r>
              <a:rPr b="0"/>
              <a:t>Software already deals with uncertainty. The shift here is that part of the product’s behavior depends on the model.</a:t>
            </a:r>
          </a:p>
          <a:p xmlns:a="http://schemas.openxmlformats.org/drawingml/2006/main">
            <a:r>
              <a:t/>
            </a:r>
          </a:p>
          <a:p xmlns:a="http://schemas.openxmlformats.org/drawingml/2006/main">
            <a:r>
              <a:rPr b="0"/>
              <a:t>Using AI to help write software changes how you build. </a:t>
            </a:r>
            <a:r>
              <a:rPr b="1"/>
              <a:t>Putting AI inside the product changes the behavior you are responsible for.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That changes what we need to establish before calling the system reliable.</a:t>
            </a:r>
          </a:p>
          <a:p xmlns:a="http://schemas.openxmlformats.org/drawingml/2006/main">
            <a:r>
              <a:t/>
            </a:r>
          </a:p>
          <a:p xmlns:a="http://schemas.openxmlformats.org/drawingml/2006/main">
            <a:r>
              <a:rPr b="0"/>
              <a:t>A response can look valid and still be wrong. A successful run tells us that the system worked on that attempt. It does not tell us how consistently it will work across its intended use.</a:t>
            </a:r>
          </a:p>
          <a:p xmlns:a="http://schemas.openxmlformats.org/drawingml/2006/main">
            <a:r>
              <a:t/>
            </a:r>
          </a:p>
          <a:p xmlns:a="http://schemas.openxmlformats.org/drawingml/2006/main">
            <a:r>
              <a:rPr b="1"/>
              <a:t>And consistency alone is not correctness. A model can repeat the same mistake.</a:t>
            </a:r>
          </a:p>
          <a:p xmlns:a="http://schemas.openxmlformats.org/drawingml/2006/main">
            <a:r>
              <a:t/>
            </a:r>
          </a:p>
          <a:p xmlns:a="http://schemas.openxmlformats.org/drawingml/2006/main">
            <a:r>
              <a:rPr b="0"/>
              <a:t>With an agent, those judgments can also select tools and influence what happens next. Errors can affect later steps.</a:t>
            </a:r>
          </a:p>
          <a:p xmlns:a="http://schemas.openxmlformats.org/drawingml/2006/main">
            <a:r>
              <a:t/>
            </a:r>
          </a:p>
          <a:p xmlns:a="http://schemas.openxmlformats.org/drawingml/2006/main">
            <a:r>
              <a:rPr b="0"/>
              <a:t>That is why </a:t>
            </a:r>
            <a:r>
              <a:rPr b="1"/>
              <a:t>a compelling prototype is not evidence of production readiness.</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Good AI engineers look for places to make behavior deterministic. Adding AI does not mean delegating the whole system to it.</a:t>
            </a:r>
          </a:p>
          <a:p xmlns:a="http://schemas.openxmlformats.org/drawingml/2006/main">
            <a:r>
              <a:t/>
            </a:r>
          </a:p>
          <a:p xmlns:a="http://schemas.openxmlformats.org/drawingml/2006/main">
            <a:r>
              <a:rPr b="0"/>
              <a:t>Use model judgment where it helps. Put calculations and required workflow steps in code when they can be specified explicitly. Enforce permissions and limits outside the model.</a:t>
            </a:r>
          </a:p>
          <a:p xmlns:a="http://schemas.openxmlformats.org/drawingml/2006/main">
            <a:r>
              <a:t/>
            </a:r>
          </a:p>
          <a:p xmlns:a="http://schemas.openxmlformats.org/drawingml/2006/main">
            <a:r>
              <a:rPr b="0"/>
              <a:t>Define what an acceptable result means. Keep your software tests, and add evaluations across representative cases and repeated runs. Keep evaluating after deployment. Design how the system stops or hands work to a person when it cannot meet the requirement.</a:t>
            </a:r>
          </a:p>
          <a:p xmlns:a="http://schemas.openxmlformats.org/drawingml/2006/main">
            <a:r>
              <a:t/>
            </a:r>
          </a:p>
          <a:p xmlns:a="http://schemas.openxmlformats.org/drawingml/2006/main">
            <a:r>
              <a:rPr b="0"/>
              <a:t>Our focus is products around foundation models. ML engineering often focuses on models and training pipelines; the roles overlap.</a:t>
            </a:r>
          </a:p>
          <a:p xmlns:a="http://schemas.openxmlformats.org/drawingml/2006/main">
            <a:r>
              <a:t/>
            </a:r>
          </a:p>
          <a:p xmlns:a="http://schemas.openxmlformats.org/drawingml/2006/main">
            <a:r>
              <a:rPr b="0"/>
              <a:t>Your software engineering skills remain the foundation. </a:t>
            </a:r>
            <a:r>
              <a:rPr b="1"/>
              <a:t>You are still responsible for the product’s behavior, even when you no longer write all the rules that produce it.</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where these responsibilities live.</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1"/>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a:t>
            </a:r>
            <a:r>
              <a:rPr b="1"/>
              <a:t>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ORIENTATION</a:t>
            </a:r>
          </a:p>
          <a:p xmlns:a="http://schemas.openxmlformats.org/drawingml/2006/main">
            <a:r>
              <a:t/>
            </a:r>
          </a:p>
          <a:p xmlns:a="http://schemas.openxmlformats.org/drawingml/2006/main">
            <a:r>
              <a:rPr b="0"/>
              <a:t>We'll explore these six areas. Each opens with a quote, followed by </a:t>
            </a:r>
            <a:r>
              <a:rPr b="1"/>
              <a:t>foundations: what it is and why it matters</a:t>
            </a:r>
            <a:r>
              <a:rPr b="0"/>
              <a:t>. Then decisions, trade-offs, and pitfalls.</a:t>
            </a:r>
          </a:p>
          <a:p xmlns:a="http://schemas.openxmlformats.org/drawingml/2006/main">
            <a:r>
              <a:t/>
            </a:r>
          </a:p>
          <a:p xmlns:a="http://schemas.openxmlformats.org/drawingml/2006/main">
            <a:r>
              <a:rPr b="1"/>
              <a:t>Then we'll apply each area to the same invented research-and-drafting example.</a:t>
            </a:r>
          </a:p>
          <a:p xmlns:a="http://schemas.openxmlformats.org/drawingml/2006/main">
            <a:r>
              <a:t/>
            </a:r>
          </a:p>
          <a:p xmlns:a="http://schemas.openxmlformats.org/drawingml/2006/main">
            <a:r>
              <a:rPr b="0"/>
              <a:t>Failure Review Board records describe a failure and the board's discussions and decisions. Our system helps engineers research those records.</a:t>
            </a:r>
          </a:p>
          <a:p xmlns:a="http://schemas.openxmlformats.org/drawingml/2006/main">
            <a:r>
              <a:t/>
            </a:r>
          </a:p>
          <a:p xmlns:a="http://schemas.openxmlformats.org/drawingml/2006/main">
            <a:r>
              <a:rPr b="0"/>
              <a:t>The request is to summarize a pump shutdown review, compare related cases, and export a cited brief. Each area contributes to that same product.</a:t>
            </a:r>
          </a:p>
          <a:p xmlns:a="http://schemas.openxmlformats.org/drawingml/2006/main">
            <a:r>
              <a:t/>
            </a:r>
          </a:p>
          <a:p xmlns:a="http://schemas.openxmlformats.org/drawingml/2006/main">
            <a:r>
              <a:rPr b="1"/>
              <a:t>People retain authority over official causes, decisions, and board records.</a:t>
            </a:r>
            <a:r>
              <a:rPr b="0"/>
              <a:t> Let's begin with Model Selection.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“The ranking flips by workload, and no price list tells you which way.”</a:t>
            </a:r>
          </a:p>
          <a:p xmlns:a="http://schemas.openxmlformats.org/drawingml/2006/main">
            <a:r>
              <a:t/>
            </a:r>
          </a:p>
          <a:p xmlns:a="http://schemas.openxmlformats.org/drawingml/2006/main">
            <a:r>
              <a:rPr b="0"/>
              <a:t>Model selection starts with the work your system must perform. </a:t>
            </a:r>
            <a:r>
              <a:rPr b="1"/>
              <a:t>Compare eligible models on representative tasks, including quality, cost, and latency.</a:t>
            </a:r>
          </a:p>
          <a:p xmlns:a="http://schemas.openxmlformats.org/drawingml/2006/main">
            <a:r>
              <a:t/>
            </a:r>
          </a:p>
          <a:p xmlns:a="http://schemas.openxmlformats.org/drawingml/2006/main">
            <a:r>
              <a:rPr b="0"/>
              <a:t>That comparison includes the model’s settings. First, let’s look at what happens in one model call.</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Model selection includes choosing a model version and its settings. Let's look at what happens when your application calls it.</a:t>
            </a:r>
          </a:p>
          <a:p xmlns:a="http://schemas.openxmlformats.org/drawingml/2006/main">
            <a:r>
              <a:t/>
            </a:r>
          </a:p>
          <a:p xmlns:a="http://schemas.openxmlformats.org/drawingml/2006/main">
            <a:r>
              <a:rPr b="0"/>
              <a:t>The application supplies instructions, a request, evidence, and tool definitions. </a:t>
            </a:r>
            <a:r>
              <a:rPr b="1"/>
              <a:t>Inference means running a trained model on that input to obtain an output.</a:t>
            </a:r>
            <a:r>
              <a:rPr b="0"/>
              <a:t> It can return a response or propose a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track usage.</a:t>
            </a:r>
          </a:p>
          <a:p xmlns:a="http://schemas.openxmlformats.org/drawingml/2006/main">
            <a:r>
              <a:t/>
            </a:r>
          </a:p>
          <a:p xmlns:a="http://schemas.openxmlformats.org/drawingml/2006/main">
            <a:r>
              <a:rPr b="0"/>
              <a:t>The context limit constrains capacity for input and output. Leave room for the answer and, where applicable, reasoning tokens. Exact limits depend on the model.</a:t>
            </a:r>
          </a:p>
          <a:p xmlns:a="http://schemas.openxmlformats.org/drawingml/2006/main">
            <a:r>
              <a:t/>
            </a:r>
          </a:p>
          <a:p xmlns:a="http://schemas.openxmlformats.org/drawingml/2006/main">
            <a:r>
              <a:rPr b="0"/>
              <a:t>Some models also expose reasoning settings. </a:t>
            </a:r>
            <a:r>
              <a:rPr b="1"/>
              <a:t>Treat reasoning effort as part of the configuration you evaluate.</a:t>
            </a:r>
            <a:r>
              <a:rPr b="0"/>
              <a:t> Measure whether it improves the task enough to justify the cost and delay.</a:t>
            </a:r>
          </a:p>
          <a:p xmlns:a="http://schemas.openxmlformats.org/drawingml/2006/main">
            <a:r>
              <a:t/>
            </a:r>
          </a:p>
          <a:p xmlns:a="http://schemas.openxmlformats.org/drawingml/2006/main">
            <a:r>
              <a:rPr b="0"/>
              <a:t>Next, compare the eligible configurations on representative work.</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0"/>
              <a:t>First, identify which configurations are eligible for your data and intended use. Required capabilities and hard cost or response-time limits can also rule options out.</a:t>
            </a:r>
          </a:p>
          <a:p xmlns:a="http://schemas.openxmlformats.org/drawingml/2006/main">
            <a:r>
              <a:t/>
            </a:r>
          </a:p>
          <a:p xmlns:a="http://schemas.openxmlformats.org/drawingml/2006/main">
            <a:r>
              <a:rPr b="0"/>
              <a:t>Then define what an acceptable result looks like. </a:t>
            </a:r>
            <a:r>
              <a:rPr b="1"/>
              <a:t>Compare candidates on the same representative tasks, using the context, tools, and workflow you intend to deploy.</a:t>
            </a:r>
            <a:r>
              <a:rPr b="0"/>
              <a:t> Record the model version and settings.</a:t>
            </a:r>
          </a:p>
          <a:p xmlns:a="http://schemas.openxmlformats.org/drawingml/2006/main">
            <a:r>
              <a:t/>
            </a:r>
          </a:p>
          <a:p xmlns:a="http://schemas.openxmlformats.org/drawingml/2006/main">
            <a:r>
              <a:rPr b="0"/>
              <a:t>Measure how often results meet your criteria, how long completion takes, and the total cost. Include tool calls, retries, verification, and human review. Failed attempts count toward the cost of successful work.</a:t>
            </a:r>
          </a:p>
          <a:p xmlns:a="http://schemas.openxmlformats.org/drawingml/2006/main">
            <a:r>
              <a:t/>
            </a:r>
          </a:p>
          <a:p xmlns:a="http://schemas.openxmlformats.org/drawingml/2006/main">
            <a:r>
              <a:rPr b="1"/>
              <a:t>Choose among configurations that meet the quality requirement.</a:t>
            </a:r>
            <a:r>
              <a:rPr b="0"/>
              <a:t> Compare their time and cost against your product's priorities. Start with one configuration. Add routing when measurements justify the complexity.</a:t>
            </a:r>
          </a:p>
          <a:p xmlns:a="http://schemas.openxmlformats.org/drawingml/2006/main">
            <a:r>
              <a:t/>
            </a:r>
          </a:p>
          <a:p xmlns:a="http://schemas.openxmlformats.org/drawingml/2006/main">
            <a:r>
              <a:rPr b="0"/>
              <a:t>Selection continues after deployment. Pinned versions need a migration plan. Moving aliases need regression monitoring. Both need ongoing task checks.</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A larger context window tells you what fits. It does not establish answer quality.</a:t>
            </a:r>
          </a:p>
          <a:p xmlns:a="http://schemas.openxmlformats.org/drawingml/2006/main">
            <a:r>
              <a:t/>
            </a:r>
          </a:p>
          <a:p xmlns:a="http://schemas.openxmlformats.org/drawingml/2006/main">
            <a:r>
              <a:rPr b="0"/>
              <a:t>Higher reasoning effort needs a measured benefit. Token price leaves out the rest of the task.</a:t>
            </a:r>
          </a:p>
          <a:p xmlns:a="http://schemas.openxmlformats.org/drawingml/2006/main">
            <a:r>
              <a:t/>
            </a:r>
          </a:p>
          <a:p xmlns:a="http://schemas.openxmlformats.org/drawingml/2006/main">
            <a:r>
              <a:rPr b="1"/>
              <a:t>Selecting or changing models without testing them on your task</a:t>
            </a:r>
            <a:r>
              <a:rPr b="0"/>
              <a:t> is the headline pitfall.</a:t>
            </a:r>
          </a:p>
          <a:p xmlns:a="http://schemas.openxmlformats.org/drawingml/2006/main">
            <a:r>
              <a:t/>
            </a:r>
          </a:p>
          <a:p xmlns:a="http://schemas.openxmlformats.org/drawingml/2006/main">
            <a:r>
              <a:rPr b="0"/>
              <a:t>When a result fails, inspect the supplied evidence and workflow before replacing the model.</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“Context, therefore, must be treated as a finite resource with diminishing marginal returns.”</a:t>
            </a:r>
          </a:p>
          <a:p xmlns:a="http://schemas.openxmlformats.org/drawingml/2006/main">
            <a:r>
              <a:t/>
            </a:r>
          </a:p>
          <a:p xmlns:a="http://schemas.openxmlformats.org/drawingml/2006/main">
            <a:r>
              <a:rPr b="0"/>
              <a:t>Every model call has limited room for information. </a:t>
            </a:r>
            <a:r>
              <a:rPr b="1"/>
              <a:t>Our job is to decide what belongs in that call.</a:t>
            </a:r>
            <a:r>
              <a:rPr b="0"/>
              <a:t> That includes what to bring forward, what to retrieve, and what to leave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INPUT FOR THIS CALL</a:t>
            </a:r>
          </a:p>
          <a:p xmlns:a="http://schemas.openxmlformats.org/drawingml/2006/main">
            <a:r>
              <a:t/>
            </a:r>
          </a:p>
          <a:p xmlns:a="http://schemas.openxmlformats.org/drawingml/2006/main">
            <a:r>
              <a:rPr b="1"/>
              <a:t>Context Engineering manages the information available to the model at every inference turn.</a:t>
            </a:r>
            <a:r>
              <a:rPr b="0"/>
              <a:t> Each turn is another model call.</a:t>
            </a:r>
          </a:p>
          <a:p xmlns:a="http://schemas.openxmlformats.org/drawingml/2006/main">
            <a:r>
              <a:t/>
            </a:r>
          </a:p>
          <a:p xmlns:a="http://schemas.openxmlformats.org/drawingml/2006/main">
            <a:r>
              <a:rPr b="0"/>
              <a:t>The input can include instructions, the current request, examples, and retrieved evidence. It also includes selected history, task state, and memory.</a:t>
            </a:r>
          </a:p>
          <a:p xmlns:a="http://schemas.openxmlformats.org/drawingml/2006/main">
            <a:r>
              <a:t/>
            </a:r>
          </a:p>
          <a:p xmlns:a="http://schemas.openxmlformats.org/drawingml/2006/main">
            <a:r>
              <a:rPr b="0"/>
              <a:t>Tool definitions describe available operations and their arguments. Tool results contain the observations returned by those operations.</a:t>
            </a:r>
          </a:p>
          <a:p xmlns:a="http://schemas.openxmlformats.org/drawingml/2006/main">
            <a:r>
              <a:t/>
            </a:r>
          </a:p>
          <a:p xmlns:a="http://schemas.openxmlformats.org/drawingml/2006/main">
            <a:r>
              <a:rPr b="0"/>
              <a:t>Stored memory and source documents remain outside the working context until selected information is brought in. A generated summary still needs supporting sources.</a:t>
            </a:r>
          </a:p>
          <a:p xmlns:a="http://schemas.openxmlformats.org/drawingml/2006/main">
            <a:r>
              <a:t/>
            </a:r>
          </a:p>
          <a:p xmlns:a="http://schemas.openxmlformats.org/drawingml/2006/main">
            <a:r>
              <a:rPr b="0"/>
              <a:t>For a coding agent, that might mean repository instructions, relevant files, and test output.</a:t>
            </a:r>
          </a:p>
          <a:p xmlns:a="http://schemas.openxmlformats.org/drawingml/2006/main">
            <a:r>
              <a:t/>
            </a:r>
          </a:p>
          <a:p xmlns:a="http://schemas.openxmlformats.org/drawingml/2006/main">
            <a:r>
              <a:rPr b="1"/>
              <a:t>The system must manage this input before every model call, including the next call after a tool result.</a:t>
            </a:r>
            <a:r>
              <a:rPr b="0"/>
              <a:t> Next, we'll look at those choices.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CONTEXT DECISIONS</a:t>
            </a:r>
          </a:p>
          <a:p xmlns:a="http://schemas.openxmlformats.org/drawingml/2006/main">
            <a:r>
              <a:t/>
            </a:r>
          </a:p>
          <a:p xmlns:a="http://schemas.openxmlformats.org/drawingml/2006/main">
            <a:r>
              <a:rPr b="1"/>
              <a:t>Before each call, decide what this step needs.</a:t>
            </a:r>
            <a:r>
              <a:rPr b="0"/>
              <a:t> Preload essentials and retrieve additional evidence when needed.</a:t>
            </a:r>
          </a:p>
          <a:p xmlns:a="http://schemas.openxmlformats.org/drawingml/2006/main">
            <a:r>
              <a:t/>
            </a:r>
          </a:p>
          <a:p xmlns:a="http://schemas.openxmlformats.org/drawingml/2006/main">
            <a:r>
              <a:rPr b="0"/>
              <a:t>RAG retrieves information and supplies it as evidence for generation. Keyword search matches terms and identifiers. Semantic search compares numerical representations called embeddings. Hybrid combines both.</a:t>
            </a:r>
          </a:p>
          <a:p xmlns:a="http://schemas.openxmlformats.org/drawingml/2006/main">
            <a:r>
              <a:t/>
            </a:r>
          </a:p>
          <a:p xmlns:a="http://schemas.openxmlformats.org/drawingml/2006/main">
            <a:r>
              <a:rPr b="0"/>
              <a:t>Select which results enter the input, keeping their source references. Enforce access before inclusion. Separate instructions from evidence, and </a:t>
            </a:r>
            <a:r>
              <a:rPr b="1"/>
              <a:t>test where key information works best.</a:t>
            </a:r>
          </a:p>
          <a:p xmlns:a="http://schemas.openxmlformats.org/drawingml/2006/main">
            <a:r>
              <a:t/>
            </a:r>
          </a:p>
          <a:p xmlns:a="http://schemas.openxmlformats.org/drawingml/2006/main">
            <a:r>
              <a:rPr b="0"/>
              <a:t>As work progresses, refresh stale information and remove irrelevant material. Compaction summarizes history to make room. Check that constraints and unresolved work survive.</a:t>
            </a:r>
          </a:p>
          <a:p xmlns:a="http://schemas.openxmlformats.org/drawingml/2006/main">
            <a:r>
              <a:t/>
            </a:r>
          </a:p>
          <a:p xmlns:a="http://schemas.openxmlformats.org/drawingml/2006/main">
            <a:r>
              <a:rPr b="1"/>
              <a:t>Subagents can handle focused tasks in separate contexts.</a:t>
            </a:r>
            <a:r>
              <a:rPr b="0"/>
              <a:t> Choose what each receives, and have it return findings with sources. Its detailed exploration can stay in its own context.</a:t>
            </a:r>
          </a:p>
          <a:p xmlns:a="http://schemas.openxmlformats.org/drawingml/2006/main">
            <a:r>
              <a:t/>
            </a:r>
          </a:p>
          <a:p xmlns:a="http://schemas.openxmlformats.org/drawingml/2006/main">
            <a:r>
              <a:rPr b="0"/>
              <a:t>More detail consumes context. Summaries and handoffs can lose information. Next, let's look at those failure modes.</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That is the headline pitfall.</a:t>
            </a:r>
          </a:p>
          <a:p xmlns:a="http://schemas.openxmlformats.org/drawingml/2006/main">
            <a:r>
              <a:t/>
            </a:r>
          </a:p>
          <a:p xmlns:a="http://schemas.openxmlformats.org/drawingml/2006/main">
            <a:r>
              <a:rPr b="0"/>
              <a:t>Irrelevant material can distract from the task. Relevant evidence can also be overlooked depending on where it appears.</a:t>
            </a:r>
          </a:p>
          <a:p xmlns:a="http://schemas.openxmlformats.org/drawingml/2006/main">
            <a:r>
              <a:t/>
            </a:r>
          </a:p>
          <a:p xmlns:a="http://schemas.openxmlformats.org/drawingml/2006/main">
            <a:r>
              <a:rPr b="1"/>
              <a:t>Context rot means reliability can decline as the input grows, even before the window is full.</a:t>
            </a:r>
            <a:r>
              <a:rPr b="0"/>
              <a:t> That is different from information becoming outdated.</a:t>
            </a:r>
          </a:p>
          <a:p xmlns:a="http://schemas.openxmlformats.org/drawingml/2006/main">
            <a:r>
              <a:t/>
            </a:r>
          </a:p>
          <a:p xmlns:a="http://schemas.openxmlformats.org/drawingml/2006/main">
            <a:r>
              <a:rPr b="0"/>
              <a:t>Retrieval can miss evidence. Summaries and subagent handoffs can drop constraints or uncertainty. Retained information also needs freshness checks.</a:t>
            </a:r>
          </a:p>
          <a:p xmlns:a="http://schemas.openxmlformats.org/drawingml/2006/main">
            <a:r>
              <a:t/>
            </a:r>
          </a:p>
          <a:p xmlns:a="http://schemas.openxmlformats.org/drawingml/2006/main">
            <a:r>
              <a:rPr b="1"/>
              <a:t>Check the actual input for this call, including what is missing and what no longer belongs.</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“Agents are only as effective as the tools we give them.”</a:t>
            </a:r>
          </a:p>
          <a:p xmlns:a="http://schemas.openxmlformats.org/drawingml/2006/main">
            <a:r>
              <a:t/>
            </a:r>
          </a:p>
          <a:p xmlns:a="http://schemas.openxmlformats.org/drawingml/2006/main">
            <a:r>
              <a:rPr b="0"/>
              <a:t>Giving an agent a capability means designing an operation it can request, understand, and use. </a:t>
            </a:r>
            <a:r>
              <a:rPr b="1"/>
              <a:t>We own that interface, and the software that checks and carries out the request.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TOOLS AND AGENT CAPABILITIES</a:t>
            </a:r>
          </a:p>
          <a:p xmlns:a="http://schemas.openxmlformats.org/drawingml/2006/main">
            <a:r>
              <a:t/>
            </a:r>
          </a:p>
          <a:p xmlns:a="http://schemas.openxmlformats.org/drawingml/2006/main">
            <a:r>
              <a:rPr b="1"/>
              <a:t>Tools are the primary way we give an agent capabilities beyond generating a response.</a:t>
            </a:r>
            <a:r>
              <a:rPr b="0"/>
              <a:t> They let it retrieve current information, run computations, and act on external systems.</a:t>
            </a:r>
          </a:p>
          <a:p xmlns:a="http://schemas.openxmlformats.org/drawingml/2006/main">
            <a:r>
              <a:t/>
            </a:r>
          </a:p>
          <a:p xmlns:a="http://schemas.openxmlformats.org/drawingml/2006/main">
            <a:r>
              <a:rPr b="0"/>
              <a:t>The model receives descriptions of available tools and their inputs. It selects a tool and supplies arguments. </a:t>
            </a:r>
            <a:r>
              <a:rPr b="1"/>
              <a:t>Software checks the request and executes the permitted operation.</a:t>
            </a:r>
            <a:r>
              <a:rPr b="0"/>
              <a:t> The result becomes information the model can use next.</a:t>
            </a:r>
          </a:p>
          <a:p xmlns:a="http://schemas.openxmlformats.org/drawingml/2006/main">
            <a:r>
              <a:t/>
            </a:r>
          </a:p>
          <a:p xmlns:a="http://schemas.openxmlformats.org/drawingml/2006/main">
            <a:r>
              <a:rPr b="0"/>
              <a:t>MCP, the Model Context Protocol, provides a standard interface for connecting AI applications to external tools and context. An MCP server exposes capabilities. The application discovers and calls them through an MCP client.</a:t>
            </a:r>
          </a:p>
          <a:p xmlns:a="http://schemas.openxmlformats.org/drawingml/2006/main">
            <a:r>
              <a:t/>
            </a:r>
          </a:p>
          <a:p xmlns:a="http://schemas.openxmlformats.org/drawingml/2006/main">
            <a:r>
              <a:rPr b="0"/>
              <a:t>For example, an issue-tracker server could expose tools to search issues and create a ticket. Connecting those tools extends what the agent can do. Software still controls what it may do.</a:t>
            </a:r>
          </a:p>
          <a:p xmlns:a="http://schemas.openxmlformats.org/drawingml/2006/main">
            <a:r>
              <a:t/>
            </a:r>
          </a:p>
          <a:p xmlns:a="http://schemas.openxmlformats.org/drawingml/2006/main">
            <a:r>
              <a:rPr b="0"/>
              <a:t>Next, we choose which capabilities to expose and how the agent will use them.</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AND EXPOSING CAPABILITIES</a:t>
            </a:r>
          </a:p>
          <a:p xmlns:a="http://schemas.openxmlformats.org/drawingml/2006/main">
            <a:r>
              <a:t/>
            </a:r>
          </a:p>
          <a:p xmlns:a="http://schemas.openxmlformats.org/drawingml/2006/main">
            <a:r>
              <a:rPr b="1"/>
              <a:t>Start with the task the agent needs to perform.</a:t>
            </a:r>
            <a:r>
              <a:rPr b="0"/>
              <a:t> Small tools give it flexible building blocks, but require more calls to coordinate. A task-oriented tool handles more work internally, while embedding more assumptions.</a:t>
            </a:r>
          </a:p>
          <a:p xmlns:a="http://schemas.openxmlformats.org/drawingml/2006/main">
            <a:r>
              <a:t/>
            </a:r>
          </a:p>
          <a:p xmlns:a="http://schemas.openxmlformats.org/drawingml/2006/main">
            <a:r>
              <a:rPr b="0"/>
              <a:t>Then choose how to connect. MCP provides a standard way to discover and call tools. An existing CLI can also expose useful capabilities through a shell or execution tool. Consider its available commands and how reliably the agent can interpret their output.</a:t>
            </a:r>
          </a:p>
          <a:p xmlns:a="http://schemas.openxmlformats.org/drawingml/2006/main">
            <a:r>
              <a:t/>
            </a:r>
          </a:p>
          <a:p xmlns:a="http://schemas.openxmlformats.org/drawingml/2006/main">
            <a:r>
              <a:rPr b="1"/>
              <a:t>Code mode means the agent writes code that calls tools.</a:t>
            </a:r>
            <a:r>
              <a:rPr b="0"/>
              <a:t> That code can call MCP tools, loop over results, and filter data before returning selected information to the model.</a:t>
            </a:r>
          </a:p>
          <a:p xmlns:a="http://schemas.openxmlformats.org/drawingml/2006/main">
            <a:r>
              <a:t/>
            </a:r>
          </a:p>
          <a:p xmlns:a="http://schemas.openxmlformats.org/drawingml/2006/main">
            <a:r>
              <a:rPr b="0"/>
              <a:t>This can reduce repeated model round trips and intermediate data in context. It also requires a controlled execution environment. Whichever approach you choose, enforce permissions and validate inputs in software.</a:t>
            </a:r>
          </a:p>
          <a:p xmlns:a="http://schemas.openxmlformats.org/drawingml/2006/main">
            <a:r>
              <a:t/>
            </a:r>
          </a:p>
          <a:p xmlns:a="http://schemas.openxmlformats.org/drawingml/2006/main">
            <a:r>
              <a:rPr b="0"/>
              <a:t>Evaluate these choices on real tasks. The next slide covers common failures.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An operation can work correctly and still be difficult for an agent to use.</a:t>
            </a:r>
          </a:p>
          <a:p xmlns:a="http://schemas.openxmlformats.org/drawingml/2006/main">
            <a:r>
              <a:t/>
            </a:r>
          </a:p>
          <a:p xmlns:a="http://schemas.openxmlformats.org/drawingml/2006/main">
            <a:r>
              <a:rPr b="0"/>
              <a:t>Similar tools can confuse selection. Descriptions that drift from actual behavior can lead to incorrect calls. Test whether the agent chooses and uses the right operation.</a:t>
            </a:r>
          </a:p>
          <a:p xmlns:a="http://schemas.openxmlformats.org/drawingml/2006/main">
            <a:r>
              <a:t/>
            </a:r>
          </a:p>
          <a:p xmlns:a="http://schemas.openxmlformats.org/drawingml/2006/main">
            <a:r>
              <a:rPr b="0"/>
              <a:t>MCP, CLI access, and code mode all need explicit permission boundaries. </a:t>
            </a:r>
            <a:r>
              <a:rPr b="1"/>
              <a:t>Give the agent only the authority its task requires.</a:t>
            </a:r>
          </a:p>
          <a:p xmlns:a="http://schemas.openxmlformats.org/drawingml/2006/main">
            <a:r>
              <a:t/>
            </a:r>
          </a:p>
          <a:p xmlns:a="http://schemas.openxmlformats.org/drawingml/2006/main">
            <a:r>
              <a:rPr b="0"/>
              <a:t>Results must distinguish confirmed completion, known failure, and uncertainty. A timeout may leave completion unknown. </a:t>
            </a:r>
            <a:r>
              <a:rPr b="1"/>
              <a:t>The result should make that uncertainty explicit.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Anthropic writes: </a:t>
            </a:r>
            <a:r>
              <a:rPr b="1"/>
              <a:t>“we recommend finding the simplest solution possible, and only increasing complexity when needed.”</a:t>
            </a:r>
          </a:p>
          <a:p xmlns:a="http://schemas.openxmlformats.org/drawingml/2006/main">
            <a:r>
              <a:t/>
            </a:r>
          </a:p>
          <a:p xmlns:a="http://schemas.openxmlformats.org/drawingml/2006/main">
            <a:r>
              <a:rPr b="0"/>
              <a:t>Start with the steps the task requires. </a:t>
            </a:r>
            <a:r>
              <a:rPr b="1"/>
              <a:t>Decide where a fixed sequence is enough and where the model needs to choose what happens next.</a:t>
            </a:r>
            <a:r>
              <a:rPr b="0"/>
              <a:t> Add complexity when the task justifies it.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WORKFLOWS AND AGENT LOOPS</a:t>
            </a:r>
          </a:p>
          <a:p xmlns:a="http://schemas.openxmlformats.org/drawingml/2006/main">
            <a:r>
              <a:t/>
            </a:r>
          </a:p>
          <a:p xmlns:a="http://schemas.openxmlformats.org/drawingml/2006/main">
            <a:r>
              <a:rPr b="1"/>
              <a:t>Orchestration controls how work progresses.</a:t>
            </a:r>
            <a:r>
              <a:rPr b="0"/>
              <a:t> In a workflow, code defines the stages and permitted transitions. In an agent loop, the model chooses its next action, observes the result, and decides what to do next.</a:t>
            </a:r>
          </a:p>
          <a:p xmlns:a="http://schemas.openxmlformats.org/drawingml/2006/main">
            <a:r>
              <a:t/>
            </a:r>
          </a:p>
          <a:p xmlns:a="http://schemas.openxmlformats.org/drawingml/2006/main">
            <a:r>
              <a:rPr b="1"/>
              <a:t>A workflow can use a model without giving it control of execution.</a:t>
            </a:r>
            <a:r>
              <a:rPr b="0"/>
              <a:t> A script might collect failed test logs, a model summarize them, and code check the output. The sequence is predefined.</a:t>
            </a:r>
          </a:p>
          <a:p xmlns:a="http://schemas.openxmlformats.org/drawingml/2006/main">
            <a:r>
              <a:t/>
            </a:r>
          </a:p>
          <a:p xmlns:a="http://schemas.openxmlformats.org/drawingml/2006/main">
            <a:r>
              <a:rPr b="0"/>
              <a:t>An agent investigating a failure might instead choose which file to inspect or which test to run next, based on what it finds. That flexibility can help when the next step depends on the evidence.</a:t>
            </a:r>
          </a:p>
          <a:p xmlns:a="http://schemas.openxmlformats.org/drawingml/2006/main">
            <a:r>
              <a:t/>
            </a:r>
          </a:p>
          <a:p xmlns:a="http://schemas.openxmlformats.org/drawingml/2006/main">
            <a:r>
              <a:rPr b="0"/>
              <a:t>The two can combine: a bounded agent loop inside a workflow stage. Code still enforces permissions, required checks, and stopping limits.</a:t>
            </a:r>
          </a:p>
          <a:p xmlns:a="http://schemas.openxmlformats.org/drawingml/2006/main">
            <a:r>
              <a:t/>
            </a:r>
          </a:p>
          <a:p xmlns:a="http://schemas.openxmlformats.org/drawingml/2006/main">
            <a:r>
              <a:rPr b="1"/>
              <a:t>Before choosing either design, ask: “Is intelligence needed for this task?”</a:t>
            </a:r>
            <a:r>
              <a:rPr b="0"/>
              <a:t> Then ask whether the model needs to choose the next action.</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CHOOSING THE EXECUTION APPROACH</a:t>
            </a:r>
          </a:p>
          <a:p xmlns:a="http://schemas.openxmlformats.org/drawingml/2006/main">
            <a:r>
              <a:t/>
            </a:r>
          </a:p>
          <a:p xmlns:a="http://schemas.openxmlformats.org/drawingml/2006/main">
            <a:r>
              <a:rPr b="1"/>
              <a:t>Is intelligence needed for this task?</a:t>
            </a:r>
            <a:r>
              <a:rPr b="0"/>
              <a:t> If explicit rules can produce an acceptable result, start with a script or workflow. A task being possible for an agent does not make an agent the best choice.</a:t>
            </a:r>
          </a:p>
          <a:p xmlns:a="http://schemas.openxmlformats.org/drawingml/2006/main">
            <a:r>
              <a:t/>
            </a:r>
          </a:p>
          <a:p xmlns:a="http://schemas.openxmlformats.org/drawingml/2006/main">
            <a:r>
              <a:rPr b="0"/>
              <a:t>If model judgment helps, ask a second question: does the model need to choose what happens next? Summarizing logs can be a fixed workflow step. Investigating an unfamiliar failure may benefit from choosing actions as evidence arrives.</a:t>
            </a:r>
          </a:p>
          <a:p xmlns:a="http://schemas.openxmlformats.org/drawingml/2006/main">
            <a:r>
              <a:t/>
            </a:r>
          </a:p>
          <a:p xmlns:a="http://schemas.openxmlformats.org/drawingml/2006/main">
            <a:r>
              <a:rPr b="1"/>
              <a:t>Autonomy must earn its place.</a:t>
            </a:r>
            <a:r>
              <a:rPr b="0"/>
              <a:t> Compare it with the simpler approach on representative tasks. Does it improve results enough to justify the time, cost, and operational complexity? Include retries and human review.</a:t>
            </a:r>
          </a:p>
          <a:p xmlns:a="http://schemas.openxmlformats.org/drawingml/2006/main">
            <a:r>
              <a:t/>
            </a:r>
          </a:p>
          <a:p xmlns:a="http://schemas.openxmlformats.org/drawingml/2006/main">
            <a:r>
              <a:rPr b="0"/>
              <a:t>Define the execution controls too. A checkpoint saves state for resumption. Required checks and stopping limits belong in code. Before retrying an external action, establish what happened. If its outcome remains unknown, pause or hand off.</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The same mistake can start with one unnecessary agent. </a:t>
            </a:r>
            <a:r>
              <a:rPr b="1"/>
              <a:t>Added autonomy needs demonstrated value.</a:t>
            </a:r>
          </a:p>
          <a:p xmlns:a="http://schemas.openxmlformats.org/drawingml/2006/main">
            <a:r>
              <a:t/>
            </a:r>
          </a:p>
          <a:p xmlns:a="http://schemas.openxmlformats.org/drawingml/2006/main">
            <a:r>
              <a:rPr b="0"/>
              <a:t>A proposed plan does not enforce required checks. Repeated activity does not establish progress.</a:t>
            </a:r>
          </a:p>
          <a:p xmlns:a="http://schemas.openxmlformats.org/drawingml/2006/main">
            <a:r>
              <a:t/>
            </a:r>
          </a:p>
          <a:p xmlns:a="http://schemas.openxmlformats.org/drawingml/2006/main">
            <a:r>
              <a:rPr b="1"/>
              <a:t>A timeout does not establish failure.</a:t>
            </a:r>
            <a:r>
              <a:rPr b="0"/>
              <a:t> Check the action’s outcome before retrying. If it remains unknown, pause or hand off.</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Hamel Husain asks: </a:t>
            </a:r>
            <a:r>
              <a:rPr b="1"/>
              <a:t>“Can you show me how you’re measuring if any of this actually works?”</a:t>
            </a:r>
          </a:p>
          <a:p xmlns:a="http://schemas.openxmlformats.org/drawingml/2006/main">
            <a:r>
              <a:t/>
            </a:r>
          </a:p>
          <a:p xmlns:a="http://schemas.openxmlformats.org/drawingml/2006/main">
            <a:r>
              <a:rPr b="0"/>
              <a:t>We’ve chosen models, assembled context, connected tools, and designed the workflow. </a:t>
            </a:r>
            <a:r>
              <a:rPr b="1"/>
              <a:t>Now we need evidence that the whole system does what we intend.</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VERIFICATION AND EVALUATION FOUNDATIONS</a:t>
            </a:r>
          </a:p>
          <a:p xmlns:a="http://schemas.openxmlformats.org/drawingml/2006/main">
            <a:r>
              <a:t/>
            </a:r>
          </a:p>
          <a:p xmlns:a="http://schemas.openxmlformats.org/drawingml/2006/main">
            <a:r>
              <a:rPr b="1"/>
              <a:t>Verification checks whether a particular result or action meets the requirements. Evaluation measures how reliably the system meets those requirements across cases and repeated attempts.</a:t>
            </a:r>
          </a:p>
          <a:p xmlns:a="http://schemas.openxmlformats.org/drawingml/2006/main">
            <a:r>
              <a:t/>
            </a:r>
          </a:p>
          <a:p xmlns:a="http://schemas.openxmlformats.org/drawingml/2006/main">
            <a:r>
              <a:rPr b="0"/>
              <a:t>For a coding agent, tests help verify one fix. Evaluating the agent means checking its performance across tasks and repeated attempts.</a:t>
            </a:r>
          </a:p>
          <a:p xmlns:a="http://schemas.openxmlformats.org/drawingml/2006/main">
            <a:r>
              <a:t/>
            </a:r>
          </a:p>
          <a:p xmlns:a="http://schemas.openxmlformats.org/drawingml/2006/main">
            <a:r>
              <a:rPr b="0"/>
              <a:t>Each task is a </a:t>
            </a:r>
            <a:r>
              <a:rPr b="1"/>
              <a:t>case</a:t>
            </a:r>
            <a:r>
              <a:rPr b="0"/>
              <a:t>. Each attempt is a </a:t>
            </a:r>
            <a:r>
              <a:rPr b="1"/>
              <a:t>trial</a:t>
            </a:r>
            <a:r>
              <a:rPr b="0"/>
              <a:t>. A </a:t>
            </a:r>
            <a:r>
              <a:rPr b="1"/>
              <a:t>grader</a:t>
            </a:r>
            <a:r>
              <a:rPr b="0"/>
              <a:t> checks behavior or outcome. The same checks can support verification and evaluation.</a:t>
            </a:r>
          </a:p>
          <a:p xmlns:a="http://schemas.openxmlformats.org/drawingml/2006/main">
            <a:r>
              <a:t/>
            </a:r>
          </a:p>
          <a:p xmlns:a="http://schemas.openxmlformats.org/drawingml/2006/main">
            <a:r>
              <a:rPr b="1"/>
              <a:t>We work with subject matter experts to build golden datasets:</a:t>
            </a:r>
            <a:r>
              <a:rPr b="0"/>
              <a:t> curated cases with reviewed reference answers, expected behavior, and criteria for quality.</a:t>
            </a:r>
          </a:p>
          <a:p xmlns:a="http://schemas.openxmlformats.org/drawingml/2006/main">
            <a:r>
              <a:t/>
            </a:r>
          </a:p>
          <a:p xmlns:a="http://schemas.openxmlformats.org/drawingml/2006/main">
            <a:r>
              <a:rPr b="0"/>
              <a:t>These give us a reference for judging results. </a:t>
            </a:r>
            <a:r>
              <a:rPr b="1"/>
              <a:t>Ordinary software tests still matter</a:t>
            </a:r>
            <a:r>
              <a:rPr b="0"/>
              <a:t>, including checks of required constraints and whether actions actually completed.</a:t>
            </a:r>
          </a:p>
          <a:p xmlns:a="http://schemas.openxmlformats.org/drawingml/2006/main">
            <a:r>
              <a:t/>
            </a:r>
          </a:p>
          <a:p xmlns:a="http://schemas.openxmlformats.org/drawingml/2006/main">
            <a:r>
              <a:rPr b="0"/>
              <a:t>Next, we decide what success means, how to check it, and which cases to evaluate.</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EVALUATION DESIGN</a:t>
            </a:r>
          </a:p>
          <a:p xmlns:a="http://schemas.openxmlformats.org/drawingml/2006/main">
            <a:r>
              <a:t/>
            </a:r>
          </a:p>
          <a:p xmlns:a="http://schemas.openxmlformats.org/drawingml/2006/main">
            <a:r>
              <a:rPr b="1"/>
              <a:t>The first decision is what counts as success.</a:t>
            </a:r>
            <a:r>
              <a:rPr b="0"/>
              <a:t> Work with subject matter experts to define the required outcome, quality criteria, and forbidden actions. Agree on acceptable behavior when the system cannot finish.</a:t>
            </a:r>
          </a:p>
          <a:p xmlns:a="http://schemas.openxmlformats.org/drawingml/2006/main">
            <a:r>
              <a:t/>
            </a:r>
          </a:p>
          <a:p xmlns:a="http://schemas.openxmlformats.org/drawingml/2006/main">
            <a:r>
              <a:rPr b="0"/>
              <a:t>Our SMEs help capture those expectations in golden datasets. Reference answers, expected behavior, and grading criteria give us a consistent basis for comparing results. Some tasks allow several valid answers.</a:t>
            </a:r>
          </a:p>
          <a:p xmlns:a="http://schemas.openxmlformats.org/drawingml/2006/main">
            <a:r>
              <a:t/>
            </a:r>
          </a:p>
          <a:p xmlns:a="http://schemas.openxmlformats.org/drawingml/2006/main">
            <a:r>
              <a:rPr b="1"/>
              <a:t>The second decision is how to judge it.</a:t>
            </a:r>
            <a:r>
              <a:rPr b="0"/>
              <a:t> Use code for explicit conditions. Use expert judgment for meaning and quality. Model graders can help apply those criteria, but compare their judgments with expert decisions and investigate disagreements. </a:t>
            </a:r>
            <a:r>
              <a:rPr b="1"/>
              <a:t>The grader also needs evaluation.</a:t>
            </a:r>
          </a:p>
          <a:p xmlns:a="http://schemas.openxmlformats.org/drawingml/2006/main">
            <a:r>
              <a:t/>
            </a:r>
          </a:p>
          <a:p xmlns:a="http://schemas.openxmlformats.org/drawingml/2006/main">
            <a:r>
              <a:rPr b="1"/>
              <a:t>The third decision is which cases provide useful evidence.</a:t>
            </a:r>
            <a:r>
              <a:rPr b="0"/>
              <a:t> Use the golden dataset alongside known failures and adversarial cases. Reserve held-out cases from routine tuning, and repeat trials where behavior varies.</a:t>
            </a:r>
          </a:p>
          <a:p xmlns:a="http://schemas.openxmlformats.org/drawingml/2006/main">
            <a:r>
              <a:t/>
            </a:r>
          </a:p>
          <a:p xmlns:a="http://schemas.openxmlformats.org/drawingml/2006/main">
            <a:r>
              <a:rPr b="0"/>
              <a:t>Inspect results by case category. Next, we need to examine where our reference data and our checks can give us false confidence.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Using a generic judge without error analysis or result checks</a:t>
            </a:r>
            <a:r>
              <a:rPr b="0"/>
              <a:t> can give us false confidence.</a:t>
            </a:r>
          </a:p>
          <a:p xmlns:a="http://schemas.openxmlformats.org/drawingml/2006/main">
            <a:r>
              <a:t/>
            </a:r>
          </a:p>
          <a:p xmlns:a="http://schemas.openxmlformats.org/drawingml/2006/main">
            <a:r>
              <a:rPr b="0"/>
              <a:t>Check actual outcomes and review grader disagreements.</a:t>
            </a:r>
          </a:p>
          <a:p xmlns:a="http://schemas.openxmlformats.org/drawingml/2006/main">
            <a:r>
              <a:t/>
            </a:r>
          </a:p>
          <a:p xmlns:a="http://schemas.openxmlformats.org/drawingml/2006/main">
            <a:r>
              <a:rPr b="1"/>
              <a:t>Golden datasets are valuable references, but human curation can introduce errors and bias.</a:t>
            </a:r>
            <a:r>
              <a:rPr b="0"/>
              <a:t> They can also miss important cases. Use them alongside direct checks and review of real runs.</a:t>
            </a:r>
          </a:p>
          <a:p xmlns:a="http://schemas.openxmlformats.org/drawingml/2006/main">
            <a:r>
              <a:t/>
            </a:r>
          </a:p>
          <a:p xmlns:a="http://schemas.openxmlformats.org/drawingml/2006/main">
            <a:r>
              <a:rPr b="0"/>
              <a:t>When results disagree, inspect the result, trace, and reference data. The system, grader, or expected answer may need correction.</a:t>
            </a:r>
          </a:p>
          <a:p xmlns:a="http://schemas.openxmlformats.org/drawingml/2006/main">
            <a:r>
              <a:t/>
            </a:r>
          </a:p>
          <a:p xmlns:a="http://schemas.openxmlformats.org/drawingml/2006/main">
            <a:r>
              <a:rPr b="0"/>
              <a:t>Add failures from real use. </a:t>
            </a:r>
            <a:r>
              <a:rPr b="1"/>
              <a:t>Evaluation continues after deployment and after model or harness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claims the board confirmed bearing wear and cites FRB-042-MIN revision two, section three, paragraph two. That reference exists, so the direct reference check passes.</a:t>
            </a:r>
          </a:p>
          <a:p xmlns:a="http://schemas.openxmlformats.org/drawingml/2006/main">
            <a:r>
              <a:t/>
            </a:r>
          </a:p>
          <a:p xmlns:a="http://schemas.openxmlformats.org/drawingml/2006/main">
            <a:r>
              <a:rPr b="0"/>
              <a:t>The minutes leave the cause unresolved and require inspection. The 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model grader calibrated against expert judgments, for that assessment. The failing draft cannot pass the export gate. Corrected content must be checked again.</a:t>
            </a:r>
          </a:p>
          <a:p xmlns:a="http://schemas.openxmlformats.org/drawingml/2006/main">
            <a:r>
              <a:t/>
            </a:r>
          </a:p>
          <a:p xmlns:a="http://schemas.openxmlformats.org/drawingml/2006/main">
            <a:r>
              <a:rPr b="0"/>
              <a:t>Keep this as one regression case within the broader suite. Inspect the trace to locate the loss of meaning before selecting a repair, then rerun relevant cases and repeated trials. This one case does not establish every requirement.</a:t>
            </a:r>
          </a:p>
          <a:p xmlns:a="http://schemas.openxmlformats.org/drawingml/2006/main">
            <a:r>
              <a:t/>
            </a:r>
          </a:p>
          <a:p xmlns:a="http://schemas.openxmlformats.org/drawingml/2006/main">
            <a:r>
              <a:rPr b="0"/>
              <a:t>AgentOps connects evaluation evidence to response during real use. </a:t>
            </a:r>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0"/>
              <a:t>Guillermo Rauch puts it this way in Datadog’s report: </a:t>
            </a:r>
            <a:r>
              <a:rPr b="1"/>
              <a:t>“The next wave of agent failures won't be about what agents can't do. It'll be about what teams can't observe.”</a:t>
            </a:r>
          </a:p>
          <a:p xmlns:a="http://schemas.openxmlformats.org/drawingml/2006/main">
            <a:r>
              <a:t/>
            </a:r>
          </a:p>
          <a:p xmlns:a="http://schemas.openxmlformats.org/drawingml/2006/main">
            <a:r>
              <a:rPr b="0"/>
              <a:t>Once people depend on this system, </a:t>
            </a:r>
            <a:r>
              <a:rPr b="1"/>
              <a:t>we need to see what happened, recognize when behavior changes, and know who responds.</a:t>
            </a:r>
            <a:r>
              <a:rPr b="0"/>
              <a:t> That responsibility continues as models, data, and tools change.</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FOUNDATIONS</a:t>
            </a:r>
          </a:p>
          <a:p xmlns:a="http://schemas.openxmlformats.org/drawingml/2006/main">
            <a:r>
              <a:t/>
            </a:r>
          </a:p>
          <a:p xmlns:a="http://schemas.openxmlformats.org/drawingml/2006/main">
            <a:r>
              <a:rPr b="1"/>
              <a:t>AgentOps operates the service across many runs and over time.</a:t>
            </a:r>
            <a:r>
              <a:rPr b="0"/>
              <a:t> Orchestration controls one run. Here we connect observability, enforced controls, and accountable response as the system changes.</a:t>
            </a:r>
          </a:p>
          <a:p xmlns:a="http://schemas.openxmlformats.org/drawingml/2006/main">
            <a:r>
              <a:t/>
            </a:r>
          </a:p>
          <a:p xmlns:a="http://schemas.openxmlformats.org/drawingml/2006/main">
            <a:r>
              <a:rPr b="0"/>
              <a:t>A trace connects the operations behind a task: retrieval, model calls, tools, checks, and the outcome. A span records one timed operation. These are observations of work, not access to the model's private reasoning.</a:t>
            </a:r>
          </a:p>
          <a:p xmlns:a="http://schemas.openxmlformats.org/drawingml/2006/main">
            <a:r>
              <a:t/>
            </a:r>
          </a:p>
          <a:p xmlns:a="http://schemas.openxmlformats.org/drawingml/2006/main">
            <a:r>
              <a:rPr b="0"/>
              <a:t>Versioned configuration records the code, model and settings, prompts, retrieval setup, and tool contracts in use. A prompt edit or index refresh can change answers without an application-code release.</a:t>
            </a:r>
          </a:p>
          <a:p xmlns:a="http://schemas.openxmlformats.org/drawingml/2006/main">
            <a:r>
              <a:t/>
            </a:r>
          </a:p>
          <a:p xmlns:a="http://schemas.openxmlformats.org/drawingml/2006/main">
            <a:r>
              <a:rPr b="0"/>
              <a:t>Outcome metrics track useful completion and quality alongside time, cost, and review work. Quality judgments may arrive later or through samples. </a:t>
            </a:r>
            <a:r>
              <a:rPr b="1"/>
              <a:t>API availability alone does not establish that the task succeeded.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choose evidence that supports investigation: source revisions, model and tool activity, checks, export state, and resource use. Connect outcomes to the configuration. More raw content creates exposure; minimize capture and protect access and retention.</a:t>
            </a:r>
          </a:p>
          <a:p xmlns:a="http://schemas.openxmlformats.org/drawingml/2006/main">
            <a:r>
              <a:t/>
            </a:r>
          </a:p>
          <a:p xmlns:a="http://schemas.openxmlformats.org/drawingml/2006/main">
            <a:r>
              <a:rPr b="0"/>
              <a:t>Second, evaluate a candidate before release, then compare a controlled cohort with the tested configuration on comparable tasks. Define when to pause or roll back. Gradual exposure limits the affected population but takes time to reveal some failures. Keep a compatible configuration available.</a:t>
            </a:r>
          </a:p>
          <a:p xmlns:a="http://schemas.openxmlformats.org/drawingml/2006/main">
            <a:r>
              <a:t/>
            </a:r>
          </a:p>
          <a:p xmlns:a="http://schemas.openxmlformats.org/drawingml/2006/main">
            <a:r>
              <a:rPr b="0"/>
              <a:t>Third, </a:t>
            </a:r>
            <a:r>
              <a:rPr b="1"/>
              <a:t>enforce identity, scope, destinations, and budgets outside the model.</a:t>
            </a:r>
            <a:r>
              <a:rPr b="0"/>
              <a:t> Assign who receives failed checks, missing evidence, exhausted budgets, and unknown outcomes. Orchestration implements the run's rules; AgentOps assigns the operating policy and response. Human handoff needs an authorized responder with the relevant evidence. </a:t>
            </a:r>
            <a:r>
              <a:rPr b="1"/>
              <a:t>A configuration rollback does not undo completed actions.</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Combining private data, untrusted content, and outbound access without reviewing the risk</a:t>
            </a:r>
            <a:r>
              <a:rPr b="0"/>
              <a:t> is the headline pitfall. Willison describes how these capabilities can combine into a path for data theft. An internal attachment can contain untrusted instructions, and an outbound request can carry information.</a:t>
            </a:r>
          </a:p>
          <a:p xmlns:a="http://schemas.openxmlformats.org/drawingml/2006/main">
            <a:r>
              <a:t/>
            </a:r>
          </a:p>
          <a:p xmlns:a="http://schemas.openxmlformats.org/drawingml/2006/main">
            <a:r>
              <a:rPr b="0"/>
              <a:t>Review the combined capabilities when integrations change. Break or constrain the path, and enforce the permitted scope outside the model. This is one threat model, not a complete safety test. </a:t>
            </a:r>
            <a:r>
              <a:rPr b="1"/>
              <a:t>A probabilistic filter is insufficient as the sole security boundary.</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In this fictional rollout, an approved model/configuration update reaches a controlled group of FRB requests. The APIs remain healthy, but more drafts overstate unresolved causes and require authorized review. </a:t>
            </a:r>
            <a:r>
              <a:rPr b="1"/>
              <a:t>The source-support gate still blocks failing drafts from export.</a:t>
            </a:r>
            <a:r>
              <a:rPr b="0"/>
              <a:t> The controls work, but useful completion and review effort worsen.</a:t>
            </a:r>
          </a:p>
          <a:p xmlns:a="http://schemas.openxmlformats.org/drawingml/2006/main">
            <a:r>
              <a:t/>
            </a:r>
          </a:p>
          <a:p xmlns:a="http://schemas.openxmlformats.org/drawingml/2006/main">
            <a:r>
              <a:rPr b="0"/>
              <a:t>The assigned operator pauses the rollout, compares similar tasks by configuration, and inspects protected traces and source revisions. The association starts investigation; it does not prove root cause. Restore a tested compatible configuration when the rollback condition is met. Data and permission constraints still apply.</a:t>
            </a:r>
          </a:p>
          <a:p xmlns:a="http://schemas.openxmlformats.org/drawingml/2006/main">
            <a:r>
              <a:t/>
            </a:r>
          </a:p>
          <a:p xmlns:a="http://schemas.openxmlformats.org/drawingml/2006/main">
            <a:r>
              <a:rPr b="0"/>
              <a:t>Review pending work and any completed effects separately. Keep the existing source-support regression case, add newly understood variants, rerun relevant evals, and monitor recovery. </a:t>
            </a:r>
            <a:r>
              <a:rPr b="1"/>
              <a:t>People remain responsible for official causes, decisions, and board records.</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1"/>
              <a:t>These are six connected engineering areas within one system.</a:t>
            </a:r>
          </a:p>
          <a:p xmlns:a="http://schemas.openxmlformats.org/drawingml/2006/main">
            <a:r>
              <a:t/>
            </a:r>
          </a:p>
          <a:p xmlns:a="http://schemas.openxmlformats.org/drawingml/2006/main">
            <a:r>
              <a:rPr b="0"/>
              <a:t>Changing the model can change how it uses context and tools. We need to evaluate that behavior and monitor it after release.</a:t>
            </a:r>
          </a:p>
          <a:p xmlns:a="http://schemas.openxmlformats.org/drawingml/2006/main">
            <a:r>
              <a:t/>
            </a:r>
          </a:p>
          <a:p xmlns:a="http://schemas.openxmlformats.org/drawingml/2006/main">
            <a:r>
              <a:rPr b="0"/>
              <a:t>In our FRB example, a cited brief depends on the evidence we retrieve, how we reconcile it, the checks before export, and the controls around that work. Each area contributes to the result.</a:t>
            </a:r>
          </a:p>
          <a:p xmlns:a="http://schemas.openxmlformats.org/drawingml/2006/main">
            <a:r>
              <a:t/>
            </a:r>
          </a:p>
          <a:p xmlns:a="http://schemas.openxmlformats.org/drawingml/2006/main">
            <a:r>
              <a:rPr b="1"/>
              <a:t>AI engineering means designing and operating how these parts work together.</a:t>
            </a:r>
            <a:r>
              <a:rPr b="0"/>
              <a:t> Now let's look at the skills that help you do that.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Advance to slide 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32deb5a20d41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c4c3ea02cdc242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b114f077dadb44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779536DE-CD89-4EAE-9565-943125695719}"/>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7194fe98ba430e" /><Relationship Type="http://schemas.openxmlformats.org/officeDocument/2006/relationships/slideLayout" Target="/ppt/slideLayouts/slideLayout1.xml" Id="R01bf77d9992c485e"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401cf74617df4d16" /><Relationship Type="http://schemas.openxmlformats.org/officeDocument/2006/relationships/slideLayout" Target="/ppt/slideLayouts/slideLayout2.xml" Id="R0c553860d7364c23" /><Relationship Type="http://schemas.openxmlformats.org/officeDocument/2006/relationships/slideLayout" Target="/ppt/slideLayouts/slideLayout3.xml" Id="R13d686ddbaed4d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bf77d9992c485e"/>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0c553860d7364c23"/>
    <p:sldLayoutId xmlns:r="http://schemas.openxmlformats.org/officeDocument/2006/relationships" id="2147483652" r:id="R13d686ddbaed4dde"/>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8b42c80384064c14" /><Relationship Type="http://schemas.openxmlformats.org/officeDocument/2006/relationships/notesSlide" Target="/ppt/notesSlides/notesSlide1.xml" Id="Rc00e275976c143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664619246e743b4" /><Relationship Type="http://schemas.openxmlformats.org/officeDocument/2006/relationships/image" Target="/ppt/media/image.png" Id="Rf60bd0a3bb33449c" /><Relationship Type="http://schemas.openxmlformats.org/officeDocument/2006/relationships/notesSlide" Target="/ppt/notesSlides/notesSlide2.xml" Id="R56f1644e08ef48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c4df95f27914457" /><Relationship Type="http://schemas.openxmlformats.org/officeDocument/2006/relationships/notesSlide" Target="/ppt/notesSlides/notesSlide3.xml" Id="R40cb9ffe438a4b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3614226973c43ef" /><Relationship Type="http://schemas.openxmlformats.org/officeDocument/2006/relationships/notesSlide" Target="/ppt/notesSlides/notesSlide4.xml" Id="Rff13d6f456a441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cf5656627824bd0" /><Relationship Type="http://schemas.openxmlformats.org/officeDocument/2006/relationships/notesSlide" Target="/ppt/notesSlides/notesSlide5.xml" Id="Ra7a1ffc06ad34f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7a5a6f3b737427a" /><Relationship Type="http://schemas.openxmlformats.org/officeDocument/2006/relationships/notesSlide" Target="/ppt/notesSlides/notesSlide6.xml" Id="R65913cb5f24147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bb560feaab34f21" /><Relationship Type="http://schemas.openxmlformats.org/officeDocument/2006/relationships/notesSlide" Target="/ppt/notesSlides/notesSlide7.xml" Id="Rfb35618a4be14e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5c2d90c77d94445" /><Relationship Type="http://schemas.openxmlformats.org/officeDocument/2006/relationships/notesSlide" Target="/ppt/notesSlides/notesSlide8.xml" Id="R542fb1ef492046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b481b74a5ab470c" /><Relationship Type="http://schemas.openxmlformats.org/officeDocument/2006/relationships/image" Target="/ppt/media/image2.png" Id="Ra4f62bdd65754518" /><Relationship Type="http://schemas.openxmlformats.org/officeDocument/2006/relationships/notesSlide" Target="/ppt/notesSlides/notesSlide9.xml" Id="Rd171e68f1b3e40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325847b29bc4cd8" /><Relationship Type="http://schemas.openxmlformats.org/officeDocument/2006/relationships/image" Target="/ppt/media/image3.png" Id="Rf7fbf30d04cc42e8" /><Relationship Type="http://schemas.openxmlformats.org/officeDocument/2006/relationships/notesSlide" Target="/ppt/notesSlides/notesSlide10.xml" Id="Ra900cbdfed104de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3d58ee150ab4882" /><Relationship Type="http://schemas.openxmlformats.org/officeDocument/2006/relationships/image" Target="/ppt/media/image4.png" Id="R5acb9b4d74c8459d" /><Relationship Type="http://schemas.openxmlformats.org/officeDocument/2006/relationships/notesSlide" Target="/ppt/notesSlides/notesSlide11.xml" Id="Ree8266f954354a2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a9544c857524979" /><Relationship Type="http://schemas.openxmlformats.org/officeDocument/2006/relationships/image" Target="/ppt/media/image5.png" Id="R0ca9de98ce9e44e3" /><Relationship Type="http://schemas.openxmlformats.org/officeDocument/2006/relationships/notesSlide" Target="/ppt/notesSlides/notesSlide12.xml" Id="Rfdf64f7c070244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92c14d0e13c4f80" /><Relationship Type="http://schemas.openxmlformats.org/officeDocument/2006/relationships/image" Target="/ppt/media/image6.png" Id="R990ac464a8c24d8f" /><Relationship Type="http://schemas.openxmlformats.org/officeDocument/2006/relationships/notesSlide" Target="/ppt/notesSlides/notesSlide13.xml" Id="Rfd33e25e142948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be5ac15177d480e" /><Relationship Type="http://schemas.openxmlformats.org/officeDocument/2006/relationships/image" Target="/ppt/media/image7.png" Id="R8a27f89b015d401d" /><Relationship Type="http://schemas.openxmlformats.org/officeDocument/2006/relationships/notesSlide" Target="/ppt/notesSlides/notesSlide14.xml" Id="R41519b7ab234491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4f41c3f64ff4b6f" /><Relationship Type="http://schemas.openxmlformats.org/officeDocument/2006/relationships/image" Target="/ppt/media/image8.png" Id="R083f2463bd964d31" /><Relationship Type="http://schemas.openxmlformats.org/officeDocument/2006/relationships/notesSlide" Target="/ppt/notesSlides/notesSlide15.xml" Id="Reef31213e9db447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9a1c4cabfa44e96" /><Relationship Type="http://schemas.openxmlformats.org/officeDocument/2006/relationships/image" Target="/ppt/media/image9.png" Id="R0c78d88f56ca4b8b" /><Relationship Type="http://schemas.openxmlformats.org/officeDocument/2006/relationships/image" Target="/ppt/media/image10.png" Id="R25696639f2ce488f" /><Relationship Type="http://schemas.openxmlformats.org/officeDocument/2006/relationships/notesSlide" Target="/ppt/notesSlides/notesSlide16.xml" Id="R09e53649bad147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8853937e184047bf" /><Relationship Type="http://schemas.openxmlformats.org/officeDocument/2006/relationships/image" Target="/ppt/media/image11.png" Id="Ree2948916ec74ba1" /><Relationship Type="http://schemas.openxmlformats.org/officeDocument/2006/relationships/notesSlide" Target="/ppt/notesSlides/notesSlide17.xml" Id="R5a9bf3990a424b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0ff4da9219a4fe1" /><Relationship Type="http://schemas.openxmlformats.org/officeDocument/2006/relationships/image" Target="/ppt/media/image12.png" Id="Rc373c041961a438e" /><Relationship Type="http://schemas.openxmlformats.org/officeDocument/2006/relationships/notesSlide" Target="/ppt/notesSlides/notesSlide18.xml" Id="Ra1b939a26da049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542a6379e9448fe" /><Relationship Type="http://schemas.openxmlformats.org/officeDocument/2006/relationships/image" Target="/ppt/media/image13.png" Id="R1584bcc24865432c" /><Relationship Type="http://schemas.openxmlformats.org/officeDocument/2006/relationships/notesSlide" Target="/ppt/notesSlides/notesSlide19.xml" Id="R86daeb8af2e3445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75601a1c71a047bf" /><Relationship Type="http://schemas.openxmlformats.org/officeDocument/2006/relationships/image" Target="/ppt/media/image14.png" Id="R226e87fa67c143ac" /><Relationship Type="http://schemas.openxmlformats.org/officeDocument/2006/relationships/notesSlide" Target="/ppt/notesSlides/notesSlide20.xml" Id="R72c24b331c7c4c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d6a94984fc9c4a3b" /><Relationship Type="http://schemas.openxmlformats.org/officeDocument/2006/relationships/image" Target="/ppt/media/image15.png" Id="R08fae189717b449b" /><Relationship Type="http://schemas.openxmlformats.org/officeDocument/2006/relationships/image" Target="/ppt/media/image16.png" Id="R5ff440a1738f4367" /><Relationship Type="http://schemas.openxmlformats.org/officeDocument/2006/relationships/notesSlide" Target="/ppt/notesSlides/notesSlide21.xml" Id="R22273f78001047d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411a9f5415e2491a" /><Relationship Type="http://schemas.openxmlformats.org/officeDocument/2006/relationships/image" Target="/ppt/media/image17.png" Id="Rf4a47815375c46fc" /><Relationship Type="http://schemas.openxmlformats.org/officeDocument/2006/relationships/notesSlide" Target="/ppt/notesSlides/notesSlide22.xml" Id="Rce09733fd38245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1beac668b7af4380" /><Relationship Type="http://schemas.openxmlformats.org/officeDocument/2006/relationships/image" Target="/ppt/media/image18.png" Id="Rf79bc754ce2c4141" /><Relationship Type="http://schemas.openxmlformats.org/officeDocument/2006/relationships/notesSlide" Target="/ppt/notesSlides/notesSlide23.xml" Id="Rb63c2e32304346a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ff0c39720104e9b" /><Relationship Type="http://schemas.openxmlformats.org/officeDocument/2006/relationships/image" Target="/ppt/media/image19.png" Id="R00d04f0188fe4145" /><Relationship Type="http://schemas.openxmlformats.org/officeDocument/2006/relationships/notesSlide" Target="/ppt/notesSlides/notesSlide24.xml" Id="Re703333694e44b3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3bb32a3902274a1b" /><Relationship Type="http://schemas.openxmlformats.org/officeDocument/2006/relationships/image" Target="/ppt/media/image20.png" Id="Rdda181a974904e4b" /><Relationship Type="http://schemas.openxmlformats.org/officeDocument/2006/relationships/notesSlide" Target="/ppt/notesSlides/notesSlide25.xml" Id="R1308e3148c9440f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1faf459cffe54fb5" /><Relationship Type="http://schemas.openxmlformats.org/officeDocument/2006/relationships/image" Target="/ppt/media/image21.png" Id="R6383c0c6456e4165" /><Relationship Type="http://schemas.openxmlformats.org/officeDocument/2006/relationships/image" Target="/ppt/media/image22.png" Id="Rd1641651bc3a4a4c" /><Relationship Type="http://schemas.openxmlformats.org/officeDocument/2006/relationships/notesSlide" Target="/ppt/notesSlides/notesSlide26.xml" Id="R64f8e8451cfc421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52cf5f602b844179" /><Relationship Type="http://schemas.openxmlformats.org/officeDocument/2006/relationships/image" Target="/ppt/media/image23.png" Id="R67c5f584860148d1" /><Relationship Type="http://schemas.openxmlformats.org/officeDocument/2006/relationships/notesSlide" Target="/ppt/notesSlides/notesSlide27.xml" Id="R22804adbf25d499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6b465574a02649d7" /><Relationship Type="http://schemas.openxmlformats.org/officeDocument/2006/relationships/image" Target="/ppt/media/image24.png" Id="R97f7e4bc37394c50" /><Relationship Type="http://schemas.openxmlformats.org/officeDocument/2006/relationships/notesSlide" Target="/ppt/notesSlides/notesSlide28.xml" Id="Rde646ca596224d9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17696c44b6a492f" /><Relationship Type="http://schemas.openxmlformats.org/officeDocument/2006/relationships/image" Target="/ppt/media/image25.png" Id="R6e8cdbc93dbd4c36" /><Relationship Type="http://schemas.openxmlformats.org/officeDocument/2006/relationships/notesSlide" Target="/ppt/notesSlides/notesSlide29.xml" Id="Rfa937e116c9e4f5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8af5f67958744ca2" /><Relationship Type="http://schemas.openxmlformats.org/officeDocument/2006/relationships/image" Target="/ppt/media/image26.png" Id="Re6943493b1ce48d7" /><Relationship Type="http://schemas.openxmlformats.org/officeDocument/2006/relationships/notesSlide" Target="/ppt/notesSlides/notesSlide30.xml" Id="R4fe9717cbc01424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f1110a0b48af47f6" /><Relationship Type="http://schemas.openxmlformats.org/officeDocument/2006/relationships/image" Target="/ppt/media/image27.png" Id="Rb434cd7b6a264e52" /><Relationship Type="http://schemas.openxmlformats.org/officeDocument/2006/relationships/image" Target="/ppt/media/image28.png" Id="R1234c557426b4350" /><Relationship Type="http://schemas.openxmlformats.org/officeDocument/2006/relationships/notesSlide" Target="/ppt/notesSlides/notesSlide31.xml" Id="Re013a06d06e0418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8bbd08e044734db8" /><Relationship Type="http://schemas.openxmlformats.org/officeDocument/2006/relationships/image" Target="/ppt/media/image29.png" Id="R74a5b6b9bfb845ab" /><Relationship Type="http://schemas.openxmlformats.org/officeDocument/2006/relationships/notesSlide" Target="/ppt/notesSlides/notesSlide32.xml" Id="R93a86e5d68e1425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c208d87d959f40d5" /><Relationship Type="http://schemas.openxmlformats.org/officeDocument/2006/relationships/image" Target="/ppt/media/image30.png" Id="R28d55accd46a4a1c" /><Relationship Type="http://schemas.openxmlformats.org/officeDocument/2006/relationships/notesSlide" Target="/ppt/notesSlides/notesSlide33.xml" Id="R1c576153c2f3489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00438716a2084cfa" /><Relationship Type="http://schemas.openxmlformats.org/officeDocument/2006/relationships/image" Target="/ppt/media/image31.png" Id="R8ce22dcd861d473f" /><Relationship Type="http://schemas.openxmlformats.org/officeDocument/2006/relationships/notesSlide" Target="/ppt/notesSlides/notesSlide34.xml" Id="R2a47f547ae6d40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61173ec9c9c14c9d" /><Relationship Type="http://schemas.openxmlformats.org/officeDocument/2006/relationships/image" Target="/ppt/media/image32.png" Id="Rd6391cd50cd14337" /><Relationship Type="http://schemas.openxmlformats.org/officeDocument/2006/relationships/notesSlide" Target="/ppt/notesSlides/notesSlide35.xml" Id="R6b929ec96305497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4a5ae3238b1e43c2" /><Relationship Type="http://schemas.openxmlformats.org/officeDocument/2006/relationships/image" Target="/ppt/media/image33.png" Id="R092cc669138147ef" /><Relationship Type="http://schemas.openxmlformats.org/officeDocument/2006/relationships/image" Target="/ppt/media/image34.png" Id="R4f7435b71a0a4768" /><Relationship Type="http://schemas.openxmlformats.org/officeDocument/2006/relationships/notesSlide" Target="/ppt/notesSlides/notesSlide36.xml" Id="R4380459333b0428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10ba673580b348fb" /><Relationship Type="http://schemas.openxmlformats.org/officeDocument/2006/relationships/image" Target="/ppt/media/image35.png" Id="Re3ec708322df458e" /><Relationship Type="http://schemas.openxmlformats.org/officeDocument/2006/relationships/notesSlide" Target="/ppt/notesSlides/notesSlide37.xml" Id="R6291b91f0c8d49e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96ab77c727504727" /><Relationship Type="http://schemas.openxmlformats.org/officeDocument/2006/relationships/image" Target="/ppt/media/image36.png" Id="R3c6749e856754a25" /><Relationship Type="http://schemas.openxmlformats.org/officeDocument/2006/relationships/notesSlide" Target="/ppt/notesSlides/notesSlide38.xml" Id="R986c24744e29466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02e51ca9a7d041f0" /><Relationship Type="http://schemas.openxmlformats.org/officeDocument/2006/relationships/image" Target="/ppt/media/image37.png" Id="R0972c0e21b4743f8" /><Relationship Type="http://schemas.openxmlformats.org/officeDocument/2006/relationships/notesSlide" Target="/ppt/notesSlides/notesSlide39.xml" Id="R7b850be13899448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15a424b4712b4373" /><Relationship Type="http://schemas.openxmlformats.org/officeDocument/2006/relationships/image" Target="/ppt/media/image38.png" Id="R7d359c21308d4817" /><Relationship Type="http://schemas.openxmlformats.org/officeDocument/2006/relationships/notesSlide" Target="/ppt/notesSlides/notesSlide40.xml" Id="Rd5a1eeeb3279473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a90279d969d744aa" /><Relationship Type="http://schemas.openxmlformats.org/officeDocument/2006/relationships/image" Target="/ppt/media/image39.png" Id="R4ebda76d63ff4858" /><Relationship Type="http://schemas.openxmlformats.org/officeDocument/2006/relationships/image" Target="/ppt/media/image40.png" Id="R8d5d9212f4e549f7" /><Relationship Type="http://schemas.openxmlformats.org/officeDocument/2006/relationships/notesSlide" Target="/ppt/notesSlides/notesSlide41.xml" Id="Rc5135f9141eb4ca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1df07714547442b3" /><Relationship Type="http://schemas.openxmlformats.org/officeDocument/2006/relationships/image" Target="/ppt/media/image41.png" Id="R20a003ac2a6c4a3f" /><Relationship Type="http://schemas.openxmlformats.org/officeDocument/2006/relationships/notesSlide" Target="/ppt/notesSlides/notesSlide42.xml" Id="R5b48fda025324c6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df75dace35e04669" /><Relationship Type="http://schemas.openxmlformats.org/officeDocument/2006/relationships/image" Target="/ppt/media/image42.png" Id="Ra85d94a09be1452e" /><Relationship Type="http://schemas.openxmlformats.org/officeDocument/2006/relationships/notesSlide" Target="/ppt/notesSlides/notesSlide43.xml" Id="Rf4b3af2ce19c456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fec4fc1da38849a9" /><Relationship Type="http://schemas.openxmlformats.org/officeDocument/2006/relationships/image" Target="/ppt/media/image43.png" Id="Rb02f45a0d9ad4d0e" /><Relationship Type="http://schemas.openxmlformats.org/officeDocument/2006/relationships/notesSlide" Target="/ppt/notesSlides/notesSlide44.xml" Id="Ra0f832c16d3f412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40928b3ba4fa4f20" /><Relationship Type="http://schemas.openxmlformats.org/officeDocument/2006/relationships/image" Target="/ppt/media/image44.png" Id="R393aa56c45ee473e" /><Relationship Type="http://schemas.openxmlformats.org/officeDocument/2006/relationships/notesSlide" Target="/ppt/notesSlides/notesSlide45.xml" Id="R6657820ba2324a3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f68b8b013214c7f" /><Relationship Type="http://schemas.openxmlformats.org/officeDocument/2006/relationships/image" Target="/ppt/media/image45.png" Id="Rdf661b98d84b4f0f" /><Relationship Type="http://schemas.openxmlformats.org/officeDocument/2006/relationships/notesSlide" Target="/ppt/notesSlides/notesSlide46.xml" Id="R6e4720b4269d413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cc29fb663ddb4b4c" /><Relationship Type="http://schemas.openxmlformats.org/officeDocument/2006/relationships/notesSlide" Target="/ppt/notesSlides/notesSlide47.xml" Id="R306bf78df68c477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fe57b2e71792438a" /><Relationship Type="http://schemas.openxmlformats.org/officeDocument/2006/relationships/image" Target="/ppt/media/image46.png" Id="Ra64959f44bc24d2e" /><Relationship Type="http://schemas.openxmlformats.org/officeDocument/2006/relationships/notesSlide" Target="/ppt/notesSlides/notesSlide48.xml" Id="R2955dc28197e49c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ff56cae7809a4502" /><Relationship Type="http://schemas.openxmlformats.org/officeDocument/2006/relationships/image" Target="/ppt/media/image47.png" Id="Rfd5a8a4ad7634db6" /><Relationship Type="http://schemas.openxmlformats.org/officeDocument/2006/relationships/notesSlide" Target="/ppt/notesSlides/notesSlide49.xml" Id="R8fc9a397e30d443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f3d0d2c7fa654ebd" /><Relationship Type="http://schemas.openxmlformats.org/officeDocument/2006/relationships/notesSlide" Target="/ppt/notesSlides/notesSlide50.xml" Id="R60e90b0cb801492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0c60d2cccd0b4ae6" /><Relationship Type="http://schemas.openxmlformats.org/officeDocument/2006/relationships/image" Target="/ppt/media/image48.png" Id="R55c81f7d1d5141fc" /><Relationship Type="http://schemas.openxmlformats.org/officeDocument/2006/relationships/notesSlide" Target="/ppt/notesSlides/notesSlide51.xml" Id="R1f444e671dcd4bf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6c0e257ded794cd2" /><Relationship Type="http://schemas.openxmlformats.org/officeDocument/2006/relationships/notesSlide" Target="/ppt/notesSlides/notesSlide52.xml" Id="R12ccedfaa8334ca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8c13f0c491554fdc" /><Relationship Type="http://schemas.openxmlformats.org/officeDocument/2006/relationships/notesSlide" Target="/ppt/notesSlides/notesSlide53.xml" Id="R509ac2cc43ef417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8AA03771-B3A4-4C5C-BD23-09242381E929}"/>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91E92A70-1A7B-4052-8DE6-DEA66A9E5D36}"/>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A537E589-49E8-4AB8-86B7-EC265F75E59F}"/>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69966FBD-46E1-43CE-8C37-790AD7A721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4041376362"/>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f60bd0a3bb33449c"/>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B47B9A49-B509-44B5-A678-0F1B81E9920F}"/>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4C7BB29D-1BE6-4F90-8EEA-B45265E3C7B5}"/>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0A0AFF2C-61D6-4A41-B0C7-1B5817B47B5E}"/>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AB655788-940A-4D99-A79F-BBB6684B3086}"/>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0C23879F-9554-48A8-AE09-04BC5DD39E3F}"/>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EF76009C-904E-4FEA-9D88-F5CD08C4384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2423498707"/>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45BD544A-87D0-4544-9990-C3797138038C}"/>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20EC6D97-F7E0-45C1-AF66-721F7CEB5E4F}"/>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E9896E9A-9B98-48A5-8A94-5FFDB899B5B9}"/>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CE7D43E6-17C9-4612-8525-81548A15F59C}"/>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99C3B7B3-027B-4F7A-967A-4AAC4EE77CFF}"/>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8A0A9DE5-B4A3-4497-9849-A1598C4FF05D}"/>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E97AEF4F-059C-4666-AA01-6A486A08AFC8}"/>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DF17D22D-AE3C-4C20-B0EA-234219596A01}"/>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DC3CA227-1BB9-4590-A4F6-B797AEAEC711}"/>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24B67CD4-6FEE-4511-B0EE-9A9CEEF4B368}"/>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8CC7150A-FF5A-4F3D-8227-27DD8E432BD0}"/>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775E8067-2027-46F7-8A09-ACB2BA7B15CF}"/>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D6E3EC1E-7CC3-4D54-8E31-16FCB81CCBD8}"/>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705C8294-A28E-4EC2-BE1B-B48537AD71E6}"/>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AAAB2A17-245D-4736-B965-779E5B7AFDC3}"/>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040433DC-6B4A-414A-8DC8-464433037384}"/>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EB86D70F-FB7C-4166-A6AC-A71043ED1E46}"/>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F3F2DCE4-83A9-4A32-9CCB-D1204126458B}"/>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980A5EAB-4284-45A7-98C3-68E07D192349}"/>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52437487-D563-482E-B7ED-A6ED59EF18C8}"/>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8F6859EF-8500-4E2C-9FDE-027DB80D7C4B}"/>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8E9E67AA-A837-4F14-AC62-DA209A1198F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819122654"/>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3E50FA65-79CA-48E2-8B5D-C6B22AAFB5B8}"/>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A6D51350-A44A-480C-845A-1353716B7635}"/>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670AD007-022D-46AC-8A48-BAC4C4DBCA7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DAABCBB6-903C-44D6-BDC2-344DB3A5C5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862824600"/>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1A949BED-3EA2-4B2F-970E-41A482D3AC32}"/>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Deterministic logic and model behavior</a:t>
            </a:r>
          </a:p>
        </p:txBody>
      </p:sp>
      <p:sp>
        <p:nvSpPr>
          <p:cNvPr id="39" name="header-divider">
            <a:extLst xmlns:a="http://schemas.openxmlformats.org/drawingml/2006/main">
              <a:ext uri="{FF2B5EF4-FFF2-40B4-BE49-F238E27FC236}">
                <a16:creationId xmlns:a16="http://schemas.microsoft.com/office/drawing/2014/main" id="{931A7423-B9EE-4623-9AFA-344A6922781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4" name="05-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812800">
                <a:tc>
                  <a:txBody>
                    <a:bodyPr>
                      <a:noAutofit/>
                    </a:bodyPr>
                    <a:lstStyle/>
                    <a:p>
                      <a:pPr>
                        <a:lnSpc>
                          <a:spcPct val="125000"/>
                        </a:lnSpc>
                        <a:buNone/>
                      </a:pPr>
                      <a:r>
                        <a:rPr sz="2400" b="1">
                          <a:solidFill>
                            <a:srgbClr val="F948BE"/>
                          </a:solidFill>
                          <a:latin typeface="Helvetica"/>
                          <a:ea typeface="Helvetica"/>
                          <a:cs typeface="Helvetica"/>
                        </a:rPr>
                        <a:t>Deterministic logic</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behavior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Explicit rules implemented</a:t>
                      </a:r>
                    </a:p>
                    <a:p>
                      <a:pPr>
                        <a:lnSpc>
                          <a:spcPct val="125000"/>
                        </a:lnSpc>
                        <a:buNone/>
                      </a:pPr>
                      <a:r>
                        <a:rPr sz="2400" b="0">
                          <a:solidFill>
                            <a:srgbClr val="FFFCF5"/>
                          </a:solidFill>
                          <a:latin typeface="Helvetica"/>
                          <a:ea typeface="Helvetica"/>
                          <a:cs typeface="Helvetica"/>
                        </a:rPr>
                        <a:t>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Learned behavior guided</a:t>
                      </a:r>
                    </a:p>
                    <a:p>
                      <a:pPr>
                        <a:lnSpc>
                          <a:spcPct val="125000"/>
                        </a:lnSpc>
                        <a:buNone/>
                      </a:pPr>
                      <a:r>
                        <a:rPr sz="2400" b="0">
                          <a:solidFill>
                            <a:srgbClr val="FFFCF5"/>
                          </a:solidFill>
                          <a:latin typeface="Helvetica"/>
                          <a:ea typeface="Helvetica"/>
                          <a:cs typeface="Helvetica"/>
                        </a:rPr>
                        <a:t>by instructions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320800">
                <a:tc>
                  <a:txBody>
                    <a:bodyPr>
                      <a:noAutofit/>
                    </a:bodyPr>
                    <a:lstStyle/>
                    <a:p>
                      <a:pPr>
                        <a:lnSpc>
                          <a:spcPct val="125000"/>
                        </a:lnSpc>
                        <a:buNone/>
                      </a:pPr>
                      <a:r>
                        <a:rPr sz="2400" b="0">
                          <a:solidFill>
                            <a:srgbClr val="FFFCF5"/>
                          </a:solidFill>
                          <a:latin typeface="Helvetica"/>
                          <a:ea typeface="Helvetica"/>
                          <a:cs typeface="Helvetica"/>
                        </a:rPr>
                        <a:t>Same input and state produce</a:t>
                      </a:r>
                    </a:p>
                    <a:p>
                      <a:pPr>
                        <a:lnSpc>
                          <a:spcPct val="125000"/>
                        </a:lnSpc>
                        <a:buNone/>
                      </a:pPr>
                      <a:r>
                        <a:rPr sz="2400" b="0">
                          <a:solidFill>
                            <a:srgbClr val="FFFCF5"/>
                          </a:solidFill>
                          <a:latin typeface="Helvetica"/>
                          <a:ea typeface="Helvetica"/>
                          <a:cs typeface="Helvetica"/>
                        </a:rPr>
                        <a:t>the same result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0">
                          <a:solidFill>
                            <a:srgbClr val="FFFCF5"/>
                          </a:solidFill>
                          <a:latin typeface="Helvetica"/>
                          <a:ea typeface="Helvetica"/>
                          <a:cs typeface="Helvetica"/>
                        </a:rPr>
                        <a:t>Same supplied input can produce</a:t>
                      </a:r>
                    </a:p>
                    <a:p>
                      <a:pPr>
                        <a:lnSpc>
                          <a:spcPct val="125000"/>
                        </a:lnSpc>
                        <a:buNone/>
                      </a:pPr>
                      <a:r>
                        <a:rPr sz="2400" b="0">
                          <a:solidFill>
                            <a:srgbClr val="FFFCF5"/>
                          </a:solidFill>
                          <a:latin typeface="Helvetica"/>
                          <a:ea typeface="Helvetica"/>
                          <a:cs typeface="Helvetica"/>
                        </a:rPr>
                        <a:t>different results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 name="narrative-number">
            <a:extLst xmlns:a="http://schemas.openxmlformats.org/drawingml/2006/main">
              <a:ext uri="{FF2B5EF4-FFF2-40B4-BE49-F238E27FC236}">
                <a16:creationId xmlns:a16="http://schemas.microsoft.com/office/drawing/2014/main" id="{DF9F6760-4010-4A49-806B-FD0D4C39B9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355298430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CA99277E-5F79-4B5B-A8AA-8239B969B1A3}"/>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Reliability with a model in the loop</a:t>
            </a:r>
          </a:p>
        </p:txBody>
      </p:sp>
      <p:sp>
        <p:nvSpPr>
          <p:cNvPr id="43" name="header-divider">
            <a:extLst xmlns:a="http://schemas.openxmlformats.org/drawingml/2006/main">
              <a:ext uri="{FF2B5EF4-FFF2-40B4-BE49-F238E27FC236}">
                <a16:creationId xmlns:a16="http://schemas.microsoft.com/office/drawing/2014/main" id="{1396C11E-9E87-428D-88B9-D00B2D11564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 name="06-text-1">
            <a:extLst xmlns:a="http://schemas.openxmlformats.org/drawingml/2006/main">
              <a:ext uri="{FF2B5EF4-FFF2-40B4-BE49-F238E27FC236}">
                <a16:creationId xmlns:a16="http://schemas.microsoft.com/office/drawing/2014/main" id="{F5FD2D38-263B-47E5-9AB6-393AE089994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Correctness</a:t>
            </a:r>
          </a:p>
        </p:txBody>
      </p:sp>
      <p:sp>
        <p:nvSpPr>
          <p:cNvPr id="45" name="06-text-2">
            <a:extLst xmlns:a="http://schemas.openxmlformats.org/drawingml/2006/main">
              <a:ext uri="{FF2B5EF4-FFF2-40B4-BE49-F238E27FC236}">
                <a16:creationId xmlns:a16="http://schemas.microsoft.com/office/drawing/2014/main" id="{96DDFD88-92F6-4175-8EC3-0036FD3679B3}"/>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valid response can still be wrong.</a:t>
            </a:r>
          </a:p>
        </p:txBody>
      </p:sp>
      <p:sp>
        <p:nvSpPr>
          <p:cNvPr id="46" name="06-text-3">
            <a:extLst xmlns:a="http://schemas.openxmlformats.org/drawingml/2006/main">
              <a:ext uri="{FF2B5EF4-FFF2-40B4-BE49-F238E27FC236}">
                <a16:creationId xmlns:a16="http://schemas.microsoft.com/office/drawing/2014/main" id="{130A52DE-5727-478D-8E7A-720D061B1FC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Consistency</a:t>
            </a:r>
          </a:p>
        </p:txBody>
      </p:sp>
      <p:sp>
        <p:nvSpPr>
          <p:cNvPr id="47" name="06-text-4">
            <a:extLst xmlns:a="http://schemas.openxmlformats.org/drawingml/2006/main">
              <a:ext uri="{FF2B5EF4-FFF2-40B4-BE49-F238E27FC236}">
                <a16:creationId xmlns:a16="http://schemas.microsoft.com/office/drawing/2014/main" id="{B7DD3BE1-7AEC-4F2C-A4D1-3084F39FAA5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successful run does not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establish reliability.</a:t>
            </a:r>
          </a:p>
        </p:txBody>
      </p:sp>
      <p:sp>
        <p:nvSpPr>
          <p:cNvPr id="48" name="06-text-5">
            <a:extLst xmlns:a="http://schemas.openxmlformats.org/drawingml/2006/main">
              <a:ext uri="{FF2B5EF4-FFF2-40B4-BE49-F238E27FC236}">
                <a16:creationId xmlns:a16="http://schemas.microsoft.com/office/drawing/2014/main" id="{ACA6D950-7D62-4DE6-9053-BE047F6A3BF4}"/>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Actions</a:t>
            </a:r>
          </a:p>
        </p:txBody>
      </p:sp>
      <p:sp>
        <p:nvSpPr>
          <p:cNvPr id="49" name="06-text-6">
            <a:extLst xmlns:a="http://schemas.openxmlformats.org/drawingml/2006/main">
              <a:ext uri="{FF2B5EF4-FFF2-40B4-BE49-F238E27FC236}">
                <a16:creationId xmlns:a16="http://schemas.microsoft.com/office/drawing/2014/main" id="{DC423270-751E-4743-B84E-882F3676A98F}"/>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 choices can affect subsequent steps.</a:t>
            </a:r>
          </a:p>
        </p:txBody>
      </p:sp>
      <p:sp>
        <p:nvSpPr>
          <p:cNvPr id="50" name="narrative-number">
            <a:extLst xmlns:a="http://schemas.openxmlformats.org/drawingml/2006/main">
              <a:ext uri="{FF2B5EF4-FFF2-40B4-BE49-F238E27FC236}">
                <a16:creationId xmlns:a16="http://schemas.microsoft.com/office/drawing/2014/main" id="{3A39FB46-C055-4B9F-B407-EC587F1CDB5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3120887573"/>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 name="slide-title">
            <a:extLst xmlns:a="http://schemas.openxmlformats.org/drawingml/2006/main">
              <a:ext uri="{FF2B5EF4-FFF2-40B4-BE49-F238E27FC236}">
                <a16:creationId xmlns:a16="http://schemas.microsoft.com/office/drawing/2014/main" id="{710777CF-B369-466B-86C0-CF98B3B952F1}"/>
              </a:ext>
            </a:extLst>
          </p:cNvPr>
          <p:cNvSpPr>
            <a:spLocks xmlns:a="http://schemas.openxmlformats.org/drawingml/2006/main"/>
          </p:cNvSpPr>
          <p:nvPr/>
        </p:nvSpPr>
        <p:spPr>
          <a:xfrm xmlns:a="http://schemas.openxmlformats.org/drawingml/2006/main">
            <a:off x="609600" y="863600"/>
            <a:ext cx="109728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Engineering the system around the model</a:t>
            </a:r>
          </a:p>
        </p:txBody>
      </p:sp>
      <p:sp>
        <p:nvSpPr>
          <p:cNvPr id="52" name="header-divider">
            <a:extLst xmlns:a="http://schemas.openxmlformats.org/drawingml/2006/main">
              <a:ext uri="{FF2B5EF4-FFF2-40B4-BE49-F238E27FC236}">
                <a16:creationId xmlns:a16="http://schemas.microsoft.com/office/drawing/2014/main" id="{F043F225-3C5C-4615-8819-FBBF083124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 name="07-text-1">
            <a:extLst xmlns:a="http://schemas.openxmlformats.org/drawingml/2006/main">
              <a:ext uri="{FF2B5EF4-FFF2-40B4-BE49-F238E27FC236}">
                <a16:creationId xmlns:a16="http://schemas.microsoft.com/office/drawing/2014/main" id="{FB5E1992-4B58-4EB7-8317-4532EE4D1673}"/>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Build in determinism</a:t>
            </a:r>
          </a:p>
        </p:txBody>
      </p:sp>
      <p:sp>
        <p:nvSpPr>
          <p:cNvPr id="54" name="07-text-2">
            <a:extLst xmlns:a="http://schemas.openxmlformats.org/drawingml/2006/main">
              <a:ext uri="{FF2B5EF4-FFF2-40B4-BE49-F238E27FC236}">
                <a16:creationId xmlns:a16="http://schemas.microsoft.com/office/drawing/2014/main" id="{1E38464C-74AD-4760-A9FB-129106B670A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Explicit logic and required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workflow steps.</a:t>
            </a:r>
          </a:p>
        </p:txBody>
      </p:sp>
      <p:sp>
        <p:nvSpPr>
          <p:cNvPr id="55" name="07-text-3">
            <a:extLst xmlns:a="http://schemas.openxmlformats.org/drawingml/2006/main">
              <a:ext uri="{FF2B5EF4-FFF2-40B4-BE49-F238E27FC236}">
                <a16:creationId xmlns:a16="http://schemas.microsoft.com/office/drawing/2014/main" id="{AAD62ECF-171C-4F17-90F8-8D59F8839277}"/>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Enforce boundaries</a:t>
            </a:r>
          </a:p>
        </p:txBody>
      </p:sp>
      <p:sp>
        <p:nvSpPr>
          <p:cNvPr id="56" name="07-text-4">
            <a:extLst xmlns:a="http://schemas.openxmlformats.org/drawingml/2006/main">
              <a:ext uri="{FF2B5EF4-FFF2-40B4-BE49-F238E27FC236}">
                <a16:creationId xmlns:a16="http://schemas.microsoft.com/office/drawing/2014/main" id="{5000C4BE-5566-4C3D-AE1B-3E1F47FA99C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Permissions and execution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outside the model.</a:t>
            </a:r>
          </a:p>
        </p:txBody>
      </p:sp>
      <p:sp>
        <p:nvSpPr>
          <p:cNvPr id="57" name="07-text-5">
            <a:extLst xmlns:a="http://schemas.openxmlformats.org/drawingml/2006/main">
              <a:ext uri="{FF2B5EF4-FFF2-40B4-BE49-F238E27FC236}">
                <a16:creationId xmlns:a16="http://schemas.microsoft.com/office/drawing/2014/main" id="{5DFA0288-8798-47B6-A5CA-2337E6E4A5CB}"/>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Evaluate behavior</a:t>
            </a:r>
          </a:p>
        </p:txBody>
      </p:sp>
      <p:sp>
        <p:nvSpPr>
          <p:cNvPr id="58" name="07-text-6">
            <a:extLst xmlns:a="http://schemas.openxmlformats.org/drawingml/2006/main">
              <a:ext uri="{FF2B5EF4-FFF2-40B4-BE49-F238E27FC236}">
                <a16:creationId xmlns:a16="http://schemas.microsoft.com/office/drawing/2014/main" id="{18DF461C-C656-47F1-A8E1-FCAB8908BFA1}"/>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Outcomes across cases, repeated runs,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production use.</a:t>
            </a:r>
          </a:p>
        </p:txBody>
      </p:sp>
      <p:sp>
        <p:nvSpPr>
          <p:cNvPr id="59" name="narrative-number">
            <a:extLst xmlns:a="http://schemas.openxmlformats.org/drawingml/2006/main">
              <a:ext uri="{FF2B5EF4-FFF2-40B4-BE49-F238E27FC236}">
                <a16:creationId xmlns:a16="http://schemas.microsoft.com/office/drawing/2014/main" id="{9AB0A263-A48B-443D-BA4C-FA9651FFC62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4163004241"/>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 name="section-label">
            <a:extLst xmlns:a="http://schemas.openxmlformats.org/drawingml/2006/main">
              <a:ext uri="{FF2B5EF4-FFF2-40B4-BE49-F238E27FC236}">
                <a16:creationId xmlns:a16="http://schemas.microsoft.com/office/drawing/2014/main" id="{C1C55377-C4E5-430F-851C-71C2D011CFE3}"/>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61" name="section-rule">
            <a:extLst xmlns:a="http://schemas.openxmlformats.org/drawingml/2006/main">
              <a:ext uri="{FF2B5EF4-FFF2-40B4-BE49-F238E27FC236}">
                <a16:creationId xmlns:a16="http://schemas.microsoft.com/office/drawing/2014/main" id="{4EE4B711-27C4-4E6C-8BAB-04DB6235C14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section-title">
            <a:extLst xmlns:a="http://schemas.openxmlformats.org/drawingml/2006/main">
              <a:ext uri="{FF2B5EF4-FFF2-40B4-BE49-F238E27FC236}">
                <a16:creationId xmlns:a16="http://schemas.microsoft.com/office/drawing/2014/main" id="{08ECD305-B2E6-4A79-8994-21BE46401B4C}"/>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63" name="narrative-number">
            <a:extLst xmlns:a="http://schemas.openxmlformats.org/drawingml/2006/main">
              <a:ext uri="{FF2B5EF4-FFF2-40B4-BE49-F238E27FC236}">
                <a16:creationId xmlns:a16="http://schemas.microsoft.com/office/drawing/2014/main" id="{ECAE29A2-3DC8-417B-B25D-B02240DF51B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14909925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6" name="09-image-1"/>
          <p:cNvPicPr>
            <a:picLocks xmlns:a="http://schemas.openxmlformats.org/drawingml/2006/main" noChangeAspect="1"/>
          </p:cNvPicPr>
          <p:nvPr/>
        </p:nvPicPr>
        <p:blipFill>
          <a:blip xmlns:r="http://schemas.openxmlformats.org/officeDocument/2006/relationships" xmlns:a="http://schemas.openxmlformats.org/drawingml/2006/main" r:embed="Ra4f62bdd6575451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5" name="narrative-number">
            <a:extLst xmlns:a="http://schemas.openxmlformats.org/drawingml/2006/main">
              <a:ext uri="{FF2B5EF4-FFF2-40B4-BE49-F238E27FC236}">
                <a16:creationId xmlns:a16="http://schemas.microsoft.com/office/drawing/2014/main" id="{26353F3B-FEFC-40EC-AD09-C572758C57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01762670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8" name="09-image-2"/>
          <p:cNvPicPr>
            <a:picLocks xmlns:a="http://schemas.openxmlformats.org/drawingml/2006/main" noChangeAspect="1"/>
          </p:cNvPicPr>
          <p:nvPr/>
        </p:nvPicPr>
        <p:blipFill>
          <a:blip xmlns:r="http://schemas.openxmlformats.org/officeDocument/2006/relationships" xmlns:a="http://schemas.openxmlformats.org/drawingml/2006/main" r:embed="Rf7fbf30d04cc42e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7" name="narrative-number">
            <a:extLst xmlns:a="http://schemas.openxmlformats.org/drawingml/2006/main">
              <a:ext uri="{FF2B5EF4-FFF2-40B4-BE49-F238E27FC236}">
                <a16:creationId xmlns:a16="http://schemas.microsoft.com/office/drawing/2014/main" id="{A5D1029C-FB35-4A1C-A404-61FBE3DABCC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3749425"/>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0" name="09-image-3"/>
          <p:cNvPicPr>
            <a:picLocks xmlns:a="http://schemas.openxmlformats.org/drawingml/2006/main" noChangeAspect="1"/>
          </p:cNvPicPr>
          <p:nvPr/>
        </p:nvPicPr>
        <p:blipFill>
          <a:blip xmlns:r="http://schemas.openxmlformats.org/officeDocument/2006/relationships" xmlns:a="http://schemas.openxmlformats.org/drawingml/2006/main" r:embed="R5acb9b4d74c8459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9" name="narrative-number">
            <a:extLst xmlns:a="http://schemas.openxmlformats.org/drawingml/2006/main">
              <a:ext uri="{FF2B5EF4-FFF2-40B4-BE49-F238E27FC236}">
                <a16:creationId xmlns:a16="http://schemas.microsoft.com/office/drawing/2014/main" id="{1C4CEAFC-3E97-49EC-99BD-BC17ACC930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206037331"/>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2" name="09-image-4"/>
          <p:cNvPicPr>
            <a:picLocks xmlns:a="http://schemas.openxmlformats.org/drawingml/2006/main" noChangeAspect="1"/>
          </p:cNvPicPr>
          <p:nvPr/>
        </p:nvPicPr>
        <p:blipFill>
          <a:blip xmlns:r="http://schemas.openxmlformats.org/officeDocument/2006/relationships" xmlns:a="http://schemas.openxmlformats.org/drawingml/2006/main" r:embed="R0ca9de98ce9e44e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1" name="narrative-number">
            <a:extLst xmlns:a="http://schemas.openxmlformats.org/drawingml/2006/main">
              <a:ext uri="{FF2B5EF4-FFF2-40B4-BE49-F238E27FC236}">
                <a16:creationId xmlns:a16="http://schemas.microsoft.com/office/drawing/2014/main" id="{9600F9F1-D225-422B-A747-50996131F59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954588601"/>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4" name="09-image-5"/>
          <p:cNvPicPr>
            <a:picLocks xmlns:a="http://schemas.openxmlformats.org/drawingml/2006/main" noChangeAspect="1"/>
          </p:cNvPicPr>
          <p:nvPr/>
        </p:nvPicPr>
        <p:blipFill>
          <a:blip xmlns:r="http://schemas.openxmlformats.org/officeDocument/2006/relationships" xmlns:a="http://schemas.openxmlformats.org/drawingml/2006/main" r:embed="R990ac464a8c24d8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3" name="narrative-number">
            <a:extLst xmlns:a="http://schemas.openxmlformats.org/drawingml/2006/main">
              <a:ext uri="{FF2B5EF4-FFF2-40B4-BE49-F238E27FC236}">
                <a16:creationId xmlns:a16="http://schemas.microsoft.com/office/drawing/2014/main" id="{39C05A01-C94B-461B-93BE-F522495BD8F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14331411"/>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6" name="09-image-6"/>
          <p:cNvPicPr>
            <a:picLocks xmlns:a="http://schemas.openxmlformats.org/drawingml/2006/main" noChangeAspect="1"/>
          </p:cNvPicPr>
          <p:nvPr/>
        </p:nvPicPr>
        <p:blipFill>
          <a:blip xmlns:r="http://schemas.openxmlformats.org/officeDocument/2006/relationships" xmlns:a="http://schemas.openxmlformats.org/drawingml/2006/main" r:embed="R8a27f89b015d401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5" name="narrative-number">
            <a:extLst xmlns:a="http://schemas.openxmlformats.org/drawingml/2006/main">
              <a:ext uri="{FF2B5EF4-FFF2-40B4-BE49-F238E27FC236}">
                <a16:creationId xmlns:a16="http://schemas.microsoft.com/office/drawing/2014/main" id="{E2A08062-ACC9-4A28-81EA-0AF5AE9892D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064231153"/>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563F2625-A461-425D-B495-90980A4F6F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ADACA9"/>
                </a:solidFill>
                <a:latin typeface="Helvetica"/>
                <a:ea typeface="Helvetica"/>
                <a:cs typeface="Helvetica"/>
              </a:rPr>
              <a:t>Section 2</a:t>
            </a:r>
            <a:r>
              <a:rPr b="0">
                <a:solidFill>
                  <a:srgbClr val="ADACA9"/>
                </a:solidFill>
                <a:latin typeface="Helvetica"/>
                <a:ea typeface="Helvetica"/>
                <a:cs typeface="Helvetica"/>
              </a:rPr>
              <a:t> · Orientation</a:t>
            </a:r>
          </a:p>
        </p:txBody>
      </p:sp>
      <p:pic>
        <p:nvPicPr>
          <p:cNvPr id="97" name="mini-map"/>
          <p:cNvPicPr>
            <a:picLocks xmlns:a="http://schemas.openxmlformats.org/drawingml/2006/main" noChangeAspect="1"/>
          </p:cNvPicPr>
          <p:nvPr/>
        </p:nvPicPr>
        <p:blipFill>
          <a:blip xmlns:r="http://schemas.openxmlformats.org/officeDocument/2006/relationships" xmlns:a="http://schemas.openxmlformats.org/drawingml/2006/main" r:embed="R083f2463bd964d3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08DEF70A-7858-4076-BA03-C623B179B83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How we'll explore the six areas</a:t>
            </a:r>
          </a:p>
        </p:txBody>
      </p:sp>
      <p:sp>
        <p:nvSpPr>
          <p:cNvPr id="79" name="header-divider">
            <a:extLst xmlns:a="http://schemas.openxmlformats.org/drawingml/2006/main">
              <a:ext uri="{FF2B5EF4-FFF2-40B4-BE49-F238E27FC236}">
                <a16:creationId xmlns:a16="http://schemas.microsoft.com/office/drawing/2014/main" id="{26DAFEA2-E0BE-42DE-ABC8-EA1A4C4476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D8627B1C-FD32-4A93-B6F2-710326035A08}"/>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In each area</a:t>
            </a:r>
          </a:p>
        </p:txBody>
      </p:sp>
      <p:sp>
        <p:nvSpPr>
          <p:cNvPr id="81" name="10-text-2">
            <a:extLst xmlns:a="http://schemas.openxmlformats.org/drawingml/2006/main">
              <a:ext uri="{FF2B5EF4-FFF2-40B4-BE49-F238E27FC236}">
                <a16:creationId xmlns:a16="http://schemas.microsoft.com/office/drawing/2014/main" id="{6B068B3B-F9BE-4069-9DDD-2EE75021863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example throughout</a:t>
            </a:r>
          </a:p>
        </p:txBody>
      </p:sp>
      <p:sp>
        <p:nvSpPr>
          <p:cNvPr id="82" name="10-text-3">
            <a:extLst xmlns:a="http://schemas.openxmlformats.org/drawingml/2006/main">
              <a:ext uri="{FF2B5EF4-FFF2-40B4-BE49-F238E27FC236}">
                <a16:creationId xmlns:a16="http://schemas.microsoft.com/office/drawing/2014/main" id="{9810ED51-81ED-465D-97C0-690D9B1F2BE9}"/>
              </a:ext>
            </a:extLst>
          </p:cNvPr>
          <p:cNvSpPr>
            <a:spLocks xmlns:a="http://schemas.openxmlformats.org/drawingml/2006/main"/>
          </p:cNvSpPr>
          <p:nvPr/>
        </p:nvSpPr>
        <p:spPr>
          <a:xfrm xmlns:a="http://schemas.openxmlformats.org/drawingml/2006/main">
            <a:off x="609600" y="2971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83" name="10-text-4">
            <a:extLst xmlns:a="http://schemas.openxmlformats.org/drawingml/2006/main">
              <a:ext uri="{FF2B5EF4-FFF2-40B4-BE49-F238E27FC236}">
                <a16:creationId xmlns:a16="http://schemas.microsoft.com/office/drawing/2014/main" id="{45B6ECFF-2516-4B2E-B9DF-25454B3241AD}"/>
              </a:ext>
            </a:extLst>
          </p:cNvPr>
          <p:cNvSpPr>
            <a:spLocks xmlns:a="http://schemas.openxmlformats.org/drawingml/2006/main"/>
          </p:cNvSpPr>
          <p:nvPr/>
        </p:nvSpPr>
        <p:spPr>
          <a:xfrm xmlns:a="http://schemas.openxmlformats.org/drawingml/2006/main">
            <a:off x="1066800" y="29718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Opening perspective</a:t>
            </a:r>
          </a:p>
        </p:txBody>
      </p:sp>
      <p:sp>
        <p:nvSpPr>
          <p:cNvPr id="84" name="10-text-5">
            <a:extLst xmlns:a="http://schemas.openxmlformats.org/drawingml/2006/main">
              <a:ext uri="{FF2B5EF4-FFF2-40B4-BE49-F238E27FC236}">
                <a16:creationId xmlns:a16="http://schemas.microsoft.com/office/drawing/2014/main" id="{8A12AB67-029E-42D6-B28A-A950EBFCA4C9}"/>
              </a:ext>
            </a:extLst>
          </p:cNvPr>
          <p:cNvSpPr>
            <a:spLocks xmlns:a="http://schemas.openxmlformats.org/drawingml/2006/main"/>
          </p:cNvSpPr>
          <p:nvPr/>
        </p:nvSpPr>
        <p:spPr>
          <a:xfrm xmlns:a="http://schemas.openxmlformats.org/drawingml/2006/main">
            <a:off x="609600" y="34798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85" name="10-text-6">
            <a:extLst xmlns:a="http://schemas.openxmlformats.org/drawingml/2006/main">
              <a:ext uri="{FF2B5EF4-FFF2-40B4-BE49-F238E27FC236}">
                <a16:creationId xmlns:a16="http://schemas.microsoft.com/office/drawing/2014/main" id="{F0766CF3-B1A3-46CA-9A47-93902157471A}"/>
              </a:ext>
            </a:extLst>
          </p:cNvPr>
          <p:cNvSpPr>
            <a:spLocks xmlns:a="http://schemas.openxmlformats.org/drawingml/2006/main"/>
          </p:cNvSpPr>
          <p:nvPr/>
        </p:nvSpPr>
        <p:spPr>
          <a:xfrm xmlns:a="http://schemas.openxmlformats.org/drawingml/2006/main">
            <a:off x="1066800" y="3479800"/>
            <a:ext cx="48768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Foundations: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what it is and why it matters</a:t>
            </a:r>
          </a:p>
        </p:txBody>
      </p:sp>
      <p:sp>
        <p:nvSpPr>
          <p:cNvPr id="86" name="10-text-7">
            <a:extLst xmlns:a="http://schemas.openxmlformats.org/drawingml/2006/main">
              <a:ext uri="{FF2B5EF4-FFF2-40B4-BE49-F238E27FC236}">
                <a16:creationId xmlns:a16="http://schemas.microsoft.com/office/drawing/2014/main" id="{066DF0FE-F8E1-4D8B-909A-C316251C4D51}"/>
              </a:ext>
            </a:extLst>
          </p:cNvPr>
          <p:cNvSpPr>
            <a:spLocks xmlns:a="http://schemas.openxmlformats.org/drawingml/2006/main"/>
          </p:cNvSpPr>
          <p:nvPr/>
        </p:nvSpPr>
        <p:spPr>
          <a:xfrm xmlns:a="http://schemas.openxmlformats.org/drawingml/2006/main">
            <a:off x="609600" y="4305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7" name="10-text-8">
            <a:extLst xmlns:a="http://schemas.openxmlformats.org/drawingml/2006/main">
              <a:ext uri="{FF2B5EF4-FFF2-40B4-BE49-F238E27FC236}">
                <a16:creationId xmlns:a16="http://schemas.microsoft.com/office/drawing/2014/main" id="{A0E52DFC-05DE-4D4D-BD7D-74B3AA76343D}"/>
              </a:ext>
            </a:extLst>
          </p:cNvPr>
          <p:cNvSpPr>
            <a:spLocks xmlns:a="http://schemas.openxmlformats.org/drawingml/2006/main"/>
          </p:cNvSpPr>
          <p:nvPr/>
        </p:nvSpPr>
        <p:spPr>
          <a:xfrm xmlns:a="http://schemas.openxmlformats.org/drawingml/2006/main">
            <a:off x="1066800" y="4305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Decisions and trade-offs</a:t>
            </a:r>
          </a:p>
        </p:txBody>
      </p:sp>
      <p:sp>
        <p:nvSpPr>
          <p:cNvPr id="88" name="10-text-9">
            <a:extLst xmlns:a="http://schemas.openxmlformats.org/drawingml/2006/main">
              <a:ext uri="{FF2B5EF4-FFF2-40B4-BE49-F238E27FC236}">
                <a16:creationId xmlns:a16="http://schemas.microsoft.com/office/drawing/2014/main" id="{6673B679-63B3-4591-90DF-EFA07C9F5029}"/>
              </a:ext>
            </a:extLst>
          </p:cNvPr>
          <p:cNvSpPr>
            <a:spLocks xmlns:a="http://schemas.openxmlformats.org/drawingml/2006/main"/>
          </p:cNvSpPr>
          <p:nvPr/>
        </p:nvSpPr>
        <p:spPr>
          <a:xfrm xmlns:a="http://schemas.openxmlformats.org/drawingml/2006/main">
            <a:off x="609600" y="4813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89" name="10-text-10">
            <a:extLst xmlns:a="http://schemas.openxmlformats.org/drawingml/2006/main">
              <a:ext uri="{FF2B5EF4-FFF2-40B4-BE49-F238E27FC236}">
                <a16:creationId xmlns:a16="http://schemas.microsoft.com/office/drawing/2014/main" id="{C1F810E5-02C0-41AB-A5C8-4FE8FA808E27}"/>
              </a:ext>
            </a:extLst>
          </p:cNvPr>
          <p:cNvSpPr>
            <a:spLocks xmlns:a="http://schemas.openxmlformats.org/drawingml/2006/main"/>
          </p:cNvSpPr>
          <p:nvPr/>
        </p:nvSpPr>
        <p:spPr>
          <a:xfrm xmlns:a="http://schemas.openxmlformats.org/drawingml/2006/main">
            <a:off x="1066800" y="4813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Challenges and pitfalls</a:t>
            </a:r>
          </a:p>
        </p:txBody>
      </p:sp>
      <p:sp>
        <p:nvSpPr>
          <p:cNvPr id="90" name="10-text-11">
            <a:extLst xmlns:a="http://schemas.openxmlformats.org/drawingml/2006/main">
              <a:ext uri="{FF2B5EF4-FFF2-40B4-BE49-F238E27FC236}">
                <a16:creationId xmlns:a16="http://schemas.microsoft.com/office/drawing/2014/main" id="{0678307D-A308-4E52-8325-63F7442BE93A}"/>
              </a:ext>
            </a:extLst>
          </p:cNvPr>
          <p:cNvSpPr>
            <a:spLocks xmlns:a="http://schemas.openxmlformats.org/drawingml/2006/main"/>
          </p:cNvSpPr>
          <p:nvPr/>
        </p:nvSpPr>
        <p:spPr>
          <a:xfrm xmlns:a="http://schemas.openxmlformats.org/drawingml/2006/main">
            <a:off x="609600" y="5321300"/>
            <a:ext cx="30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91" name="10-text-12">
            <a:extLst xmlns:a="http://schemas.openxmlformats.org/drawingml/2006/main">
              <a:ext uri="{FF2B5EF4-FFF2-40B4-BE49-F238E27FC236}">
                <a16:creationId xmlns:a16="http://schemas.microsoft.com/office/drawing/2014/main" id="{1D9D410B-DC4E-47E4-B614-6DFA1F66BD09}"/>
              </a:ext>
            </a:extLst>
          </p:cNvPr>
          <p:cNvSpPr>
            <a:spLocks xmlns:a="http://schemas.openxmlformats.org/drawingml/2006/main"/>
          </p:cNvSpPr>
          <p:nvPr/>
        </p:nvSpPr>
        <p:spPr>
          <a:xfrm xmlns:a="http://schemas.openxmlformats.org/drawingml/2006/main">
            <a:off x="1066800" y="53213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FRB application</a:t>
            </a:r>
          </a:p>
        </p:txBody>
      </p:sp>
      <p:sp>
        <p:nvSpPr>
          <p:cNvPr id="92" name="10-text-13">
            <a:extLst xmlns:a="http://schemas.openxmlformats.org/drawingml/2006/main">
              <a:ext uri="{FF2B5EF4-FFF2-40B4-BE49-F238E27FC236}">
                <a16:creationId xmlns:a16="http://schemas.microsoft.com/office/drawing/2014/main" id="{A81748DD-AD34-46C3-B41F-2B472BCCF7A5}"/>
              </a:ext>
            </a:extLst>
          </p:cNvPr>
          <p:cNvSpPr>
            <a:spLocks xmlns:a="http://schemas.openxmlformats.org/drawingml/2006/main"/>
          </p:cNvSpPr>
          <p:nvPr/>
        </p:nvSpPr>
        <p:spPr>
          <a:xfrm xmlns:a="http://schemas.openxmlformats.org/drawingml/2006/main">
            <a:off x="6248400" y="29718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Failure Review Board (FRB)</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a:t>
            </a:r>
          </a:p>
        </p:txBody>
      </p:sp>
      <p:sp>
        <p:nvSpPr>
          <p:cNvPr id="93" name="10-text-14">
            <a:extLst xmlns:a="http://schemas.openxmlformats.org/drawingml/2006/main">
              <a:ext uri="{FF2B5EF4-FFF2-40B4-BE49-F238E27FC236}">
                <a16:creationId xmlns:a16="http://schemas.microsoft.com/office/drawing/2014/main" id="{DACFC2BD-697C-49B8-BF8C-DDE5E0516E08}"/>
              </a:ext>
            </a:extLst>
          </p:cNvPr>
          <p:cNvSpPr>
            <a:spLocks xmlns:a="http://schemas.openxmlformats.org/drawingml/2006/main"/>
          </p:cNvSpPr>
          <p:nvPr/>
        </p:nvSpPr>
        <p:spPr>
          <a:xfrm xmlns:a="http://schemas.openxmlformats.org/drawingml/2006/main">
            <a:off x="6248400" y="39243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a pump shutdown review,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related cases, and export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cited brief.”</a:t>
            </a:r>
          </a:p>
        </p:txBody>
      </p:sp>
      <p:sp>
        <p:nvSpPr>
          <p:cNvPr id="94" name="10-text-15">
            <a:extLst xmlns:a="http://schemas.openxmlformats.org/drawingml/2006/main">
              <a:ext uri="{FF2B5EF4-FFF2-40B4-BE49-F238E27FC236}">
                <a16:creationId xmlns:a16="http://schemas.microsoft.com/office/drawing/2014/main" id="{FF57C027-FDBA-42E4-BEDF-F5100BBFBA09}"/>
              </a:ext>
            </a:extLst>
          </p:cNvPr>
          <p:cNvSpPr>
            <a:spLocks xmlns:a="http://schemas.openxmlformats.org/drawingml/2006/main"/>
          </p:cNvSpPr>
          <p:nvPr/>
        </p:nvSpPr>
        <p:spPr>
          <a:xfrm xmlns:a="http://schemas.openxmlformats.org/drawingml/2006/main">
            <a:off x="6248400" y="5346700"/>
            <a:ext cx="5334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Illustrative example. People retain</a:t>
            </a:r>
          </a:p>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official decision authority.</a:t>
            </a:r>
          </a:p>
        </p:txBody>
      </p:sp>
      <p:sp>
        <p:nvSpPr>
          <p:cNvPr id="95" name="narrative-number">
            <a:extLst xmlns:a="http://schemas.openxmlformats.org/drawingml/2006/main">
              <a:ext uri="{FF2B5EF4-FFF2-40B4-BE49-F238E27FC236}">
                <a16:creationId xmlns:a16="http://schemas.microsoft.com/office/drawing/2014/main" id="{56FCC36B-6C43-43C0-BB3D-F0337F37FC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814729291"/>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6" name="!!area-name">
            <a:extLst xmlns:a="http://schemas.openxmlformats.org/drawingml/2006/main">
              <a:ext uri="{FF2B5EF4-FFF2-40B4-BE49-F238E27FC236}">
                <a16:creationId xmlns:a16="http://schemas.microsoft.com/office/drawing/2014/main" id="{A93E37CD-4234-4F82-9246-B1D75D4AB68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105" name="mini-map"/>
          <p:cNvPicPr>
            <a:picLocks xmlns:a="http://schemas.openxmlformats.org/drawingml/2006/main" noChangeAspect="1"/>
          </p:cNvPicPr>
          <p:nvPr/>
        </p:nvPicPr>
        <p:blipFill>
          <a:blip xmlns:r="http://schemas.openxmlformats.org/officeDocument/2006/relationships" xmlns:a="http://schemas.openxmlformats.org/drawingml/2006/main" r:embed="R0c78d88f56ca4b8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8" name="header-divider">
            <a:extLst xmlns:a="http://schemas.openxmlformats.org/drawingml/2006/main">
              <a:ext uri="{FF2B5EF4-FFF2-40B4-BE49-F238E27FC236}">
                <a16:creationId xmlns:a16="http://schemas.microsoft.com/office/drawing/2014/main" id="{87556F2F-BFD4-4E89-8549-8EA1A508792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9" name="11-text-1">
            <a:extLst xmlns:a="http://schemas.openxmlformats.org/drawingml/2006/main">
              <a:ext uri="{FF2B5EF4-FFF2-40B4-BE49-F238E27FC236}">
                <a16:creationId xmlns:a16="http://schemas.microsoft.com/office/drawing/2014/main" id="{171A6502-733F-48D0-9057-2B2064217076}"/>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ranking flips by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workload, and no price list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tells you which way.”</a:t>
            </a:r>
          </a:p>
        </p:txBody>
      </p:sp>
      <p:sp>
        <p:nvSpPr>
          <p:cNvPr id="100" name="11-text-2">
            <a:extLst xmlns:a="http://schemas.openxmlformats.org/drawingml/2006/main">
              <a:ext uri="{FF2B5EF4-FFF2-40B4-BE49-F238E27FC236}">
                <a16:creationId xmlns:a16="http://schemas.microsoft.com/office/drawing/2014/main" id="{876F42FC-E0EB-48A1-B50E-5BD349516AC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01" name="11-text-3">
            <a:extLst xmlns:a="http://schemas.openxmlformats.org/drawingml/2006/main">
              <a:ext uri="{FF2B5EF4-FFF2-40B4-BE49-F238E27FC236}">
                <a16:creationId xmlns:a16="http://schemas.microsoft.com/office/drawing/2014/main" id="{566EAB84-2542-4056-8D20-CBB0D099084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Optimizing for cost and intelligence, checked September 2026</a:t>
            </a:r>
          </a:p>
        </p:txBody>
      </p:sp>
      <p:pic>
        <p:nvPicPr>
          <p:cNvPr id="110" name="11-image-4"/>
          <p:cNvPicPr>
            <a:picLocks xmlns:a="http://schemas.openxmlformats.org/drawingml/2006/main" noChangeAspect="1"/>
          </p:cNvPicPr>
          <p:nvPr/>
        </p:nvPicPr>
        <p:blipFill>
          <a:blip xmlns:r="http://schemas.openxmlformats.org/officeDocument/2006/relationships" xmlns:a="http://schemas.openxmlformats.org/drawingml/2006/main" r:embed="R25696639f2ce488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03" name="narrative-number">
            <a:extLst xmlns:a="http://schemas.openxmlformats.org/drawingml/2006/main">
              <a:ext uri="{FF2B5EF4-FFF2-40B4-BE49-F238E27FC236}">
                <a16:creationId xmlns:a16="http://schemas.microsoft.com/office/drawing/2014/main" id="{89411CAC-6CAC-4769-880F-DE8E1E8240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059068488"/>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4" name="!!area-name">
            <a:extLst xmlns:a="http://schemas.openxmlformats.org/drawingml/2006/main">
              <a:ext uri="{FF2B5EF4-FFF2-40B4-BE49-F238E27FC236}">
                <a16:creationId xmlns:a16="http://schemas.microsoft.com/office/drawing/2014/main" id="{84759F14-BDB7-4EAA-906E-FEA6E22B69D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25" name="mini-map"/>
          <p:cNvPicPr>
            <a:picLocks xmlns:a="http://schemas.openxmlformats.org/drawingml/2006/main" noChangeAspect="1"/>
          </p:cNvPicPr>
          <p:nvPr/>
        </p:nvPicPr>
        <p:blipFill>
          <a:blip xmlns:r="http://schemas.openxmlformats.org/officeDocument/2006/relationships" xmlns:a="http://schemas.openxmlformats.org/drawingml/2006/main" r:embed="Ree2948916ec74ba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6" name="slide-title">
            <a:extLst xmlns:a="http://schemas.openxmlformats.org/drawingml/2006/main">
              <a:ext uri="{FF2B5EF4-FFF2-40B4-BE49-F238E27FC236}">
                <a16:creationId xmlns:a16="http://schemas.microsoft.com/office/drawing/2014/main" id="{D0C5E663-12D8-480E-9AF6-7143C713B24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107" name="header-divider">
            <a:extLst xmlns:a="http://schemas.openxmlformats.org/drawingml/2006/main">
              <a:ext uri="{FF2B5EF4-FFF2-40B4-BE49-F238E27FC236}">
                <a16:creationId xmlns:a16="http://schemas.microsoft.com/office/drawing/2014/main" id="{6EE5B8E7-DDDF-4C3F-B14A-477A25261C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8" name="12-text-1">
            <a:extLst xmlns:a="http://schemas.openxmlformats.org/drawingml/2006/main">
              <a:ext uri="{FF2B5EF4-FFF2-40B4-BE49-F238E27FC236}">
                <a16:creationId xmlns:a16="http://schemas.microsoft.com/office/drawing/2014/main" id="{2C8E4E59-D501-4EB0-8D96-7F4584CF9A9A}"/>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109" name="12-text-2">
            <a:extLst xmlns:a="http://schemas.openxmlformats.org/drawingml/2006/main">
              <a:ext uri="{FF2B5EF4-FFF2-40B4-BE49-F238E27FC236}">
                <a16:creationId xmlns:a16="http://schemas.microsoft.com/office/drawing/2014/main" id="{FD9BDAC7-7B98-4FAF-ADD1-423504462218}"/>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110" name="12-text-3">
            <a:extLst xmlns:a="http://schemas.openxmlformats.org/drawingml/2006/main">
              <a:ext uri="{FF2B5EF4-FFF2-40B4-BE49-F238E27FC236}">
                <a16:creationId xmlns:a16="http://schemas.microsoft.com/office/drawing/2014/main" id="{03A51A7E-ADA8-4B6E-9105-9E0358ED5791}"/>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111" name="12-text-4">
            <a:extLst xmlns:a="http://schemas.openxmlformats.org/drawingml/2006/main">
              <a:ext uri="{FF2B5EF4-FFF2-40B4-BE49-F238E27FC236}">
                <a16:creationId xmlns:a16="http://schemas.microsoft.com/office/drawing/2014/main" id="{902B693E-0B79-4234-91E7-B27C9429F8E1}"/>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112" name="12-text-5">
            <a:extLst xmlns:a="http://schemas.openxmlformats.org/drawingml/2006/main">
              <a:ext uri="{FF2B5EF4-FFF2-40B4-BE49-F238E27FC236}">
                <a16:creationId xmlns:a16="http://schemas.microsoft.com/office/drawing/2014/main" id="{6A693A80-6440-4221-91BB-D96FDA9CC80A}"/>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113" name="12-text-6">
            <a:extLst xmlns:a="http://schemas.openxmlformats.org/drawingml/2006/main">
              <a:ext uri="{FF2B5EF4-FFF2-40B4-BE49-F238E27FC236}">
                <a16:creationId xmlns:a16="http://schemas.microsoft.com/office/drawing/2014/main" id="{DF85B6F2-914C-43C6-896A-0318F9D63110}"/>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114" name="12-line-8">
            <a:extLst xmlns:a="http://schemas.openxmlformats.org/drawingml/2006/main">
              <a:ext uri="{FF2B5EF4-FFF2-40B4-BE49-F238E27FC236}">
                <a16:creationId xmlns:a16="http://schemas.microsoft.com/office/drawing/2014/main" id="{A8E1D99F-4B20-4410-AD65-143B38D20950}"/>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5" name="12-line-10">
            <a:extLst xmlns:a="http://schemas.openxmlformats.org/drawingml/2006/main">
              <a:ext uri="{FF2B5EF4-FFF2-40B4-BE49-F238E27FC236}">
                <a16:creationId xmlns:a16="http://schemas.microsoft.com/office/drawing/2014/main" id="{932D92AE-C0F9-4A00-A329-8AE5DAE5F90B}"/>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6" name="12-text-11">
            <a:extLst xmlns:a="http://schemas.openxmlformats.org/drawingml/2006/main">
              <a:ext uri="{FF2B5EF4-FFF2-40B4-BE49-F238E27FC236}">
                <a16:creationId xmlns:a16="http://schemas.microsoft.com/office/drawing/2014/main" id="{41F57079-E181-413C-A504-59DFBED2B810}"/>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117" name="12-text-12">
            <a:extLst xmlns:a="http://schemas.openxmlformats.org/drawingml/2006/main">
              <a:ext uri="{FF2B5EF4-FFF2-40B4-BE49-F238E27FC236}">
                <a16:creationId xmlns:a16="http://schemas.microsoft.com/office/drawing/2014/main" id="{332A5F20-FF18-49AC-BA15-4BC6B8DECDD5}"/>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the model processes and generates. Used to track usage.</a:t>
            </a:r>
          </a:p>
        </p:txBody>
      </p:sp>
      <p:sp>
        <p:nvSpPr>
          <p:cNvPr id="118" name="12-text-13">
            <a:extLst xmlns:a="http://schemas.openxmlformats.org/drawingml/2006/main">
              <a:ext uri="{FF2B5EF4-FFF2-40B4-BE49-F238E27FC236}">
                <a16:creationId xmlns:a16="http://schemas.microsoft.com/office/drawing/2014/main" id="{3DECCBEC-7B7D-4F8E-8C10-097EB1AB909D}"/>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119" name="12-text-14">
            <a:extLst xmlns:a="http://schemas.openxmlformats.org/drawingml/2006/main">
              <a:ext uri="{FF2B5EF4-FFF2-40B4-BE49-F238E27FC236}">
                <a16:creationId xmlns:a16="http://schemas.microsoft.com/office/drawing/2014/main" id="{E9694AFA-432E-4C55-896E-01C18602868C}"/>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supplied input and generated output.</a:t>
            </a:r>
          </a:p>
        </p:txBody>
      </p:sp>
      <p:sp>
        <p:nvSpPr>
          <p:cNvPr id="120" name="12-text-15">
            <a:extLst xmlns:a="http://schemas.openxmlformats.org/drawingml/2006/main">
              <a:ext uri="{FF2B5EF4-FFF2-40B4-BE49-F238E27FC236}">
                <a16:creationId xmlns:a16="http://schemas.microsoft.com/office/drawing/2014/main" id="{9F2A979F-C30B-436B-863E-696BE47D1DAD}"/>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121" name="12-text-16">
            <a:extLst xmlns:a="http://schemas.openxmlformats.org/drawingml/2006/main">
              <a:ext uri="{FF2B5EF4-FFF2-40B4-BE49-F238E27FC236}">
                <a16:creationId xmlns:a16="http://schemas.microsoft.com/office/drawing/2014/main" id="{391F2F8C-9FB1-47CB-881C-741D7C82146F}"/>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Effort controls, where supported. Evaluate their effect on the task.</a:t>
            </a:r>
          </a:p>
        </p:txBody>
      </p:sp>
      <p:sp>
        <p:nvSpPr>
          <p:cNvPr id="122" name="12-text-17">
            <a:extLst xmlns:a="http://schemas.openxmlformats.org/drawingml/2006/main">
              <a:ext uri="{FF2B5EF4-FFF2-40B4-BE49-F238E27FC236}">
                <a16:creationId xmlns:a16="http://schemas.microsoft.com/office/drawing/2014/main" id="{C1099C22-4B51-4A2F-B024-3E4F675247C1}"/>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model version and settings suited to the task and approved for the data.</a:t>
            </a:r>
          </a:p>
        </p:txBody>
      </p:sp>
      <p:sp>
        <p:nvSpPr>
          <p:cNvPr id="123" name="narrative-number">
            <a:extLst xmlns:a="http://schemas.openxmlformats.org/drawingml/2006/main">
              <a:ext uri="{FF2B5EF4-FFF2-40B4-BE49-F238E27FC236}">
                <a16:creationId xmlns:a16="http://schemas.microsoft.com/office/drawing/2014/main" id="{DC5F5952-1426-4BCA-AEE5-41A6D5E08A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424262552"/>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4" name="!!area-name">
            <a:extLst xmlns:a="http://schemas.openxmlformats.org/drawingml/2006/main">
              <a:ext uri="{FF2B5EF4-FFF2-40B4-BE49-F238E27FC236}">
                <a16:creationId xmlns:a16="http://schemas.microsoft.com/office/drawing/2014/main" id="{1F01AD5F-ED4D-4467-AAC8-5DFEC73B4A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36" name="mini-map"/>
          <p:cNvPicPr>
            <a:picLocks xmlns:a="http://schemas.openxmlformats.org/drawingml/2006/main" noChangeAspect="1"/>
          </p:cNvPicPr>
          <p:nvPr/>
        </p:nvPicPr>
        <p:blipFill>
          <a:blip xmlns:r="http://schemas.openxmlformats.org/officeDocument/2006/relationships" xmlns:a="http://schemas.openxmlformats.org/drawingml/2006/main" r:embed="Rc373c041961a43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6" name="slide-title">
            <a:extLst xmlns:a="http://schemas.openxmlformats.org/drawingml/2006/main">
              <a:ext uri="{FF2B5EF4-FFF2-40B4-BE49-F238E27FC236}">
                <a16:creationId xmlns:a16="http://schemas.microsoft.com/office/drawing/2014/main" id="{938D7D9D-F120-4046-9F91-ECB859A5BBF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27" name="header-divider">
            <a:extLst xmlns:a="http://schemas.openxmlformats.org/drawingml/2006/main">
              <a:ext uri="{FF2B5EF4-FFF2-40B4-BE49-F238E27FC236}">
                <a16:creationId xmlns:a16="http://schemas.microsoft.com/office/drawing/2014/main" id="{DDD2791A-9FD7-4BD7-87B0-EFB18615260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8" name="13-text-1">
            <a:extLst xmlns:a="http://schemas.openxmlformats.org/drawingml/2006/main">
              <a:ext uri="{FF2B5EF4-FFF2-40B4-BE49-F238E27FC236}">
                <a16:creationId xmlns:a16="http://schemas.microsoft.com/office/drawing/2014/main" id="{20D37451-FE7F-44F6-9969-57BF739DB18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configurations</a:t>
            </a:r>
          </a:p>
        </p:txBody>
      </p:sp>
      <p:sp>
        <p:nvSpPr>
          <p:cNvPr id="129" name="13-text-2">
            <a:extLst xmlns:a="http://schemas.openxmlformats.org/drawingml/2006/main">
              <a:ext uri="{FF2B5EF4-FFF2-40B4-BE49-F238E27FC236}">
                <a16:creationId xmlns:a16="http://schemas.microsoft.com/office/drawing/2014/main" id="{30C52031-6327-4B3C-8DE4-FEA2C2D62D90}"/>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Approval for the data and intended 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Required capabilities and hard operating limits.</a:t>
            </a:r>
          </a:p>
        </p:txBody>
      </p:sp>
      <p:sp>
        <p:nvSpPr>
          <p:cNvPr id="130" name="13-text-3">
            <a:extLst xmlns:a="http://schemas.openxmlformats.org/drawingml/2006/main">
              <a:ext uri="{FF2B5EF4-FFF2-40B4-BE49-F238E27FC236}">
                <a16:creationId xmlns:a16="http://schemas.microsoft.com/office/drawing/2014/main" id="{2DB607FE-8326-458C-8C3D-89E712A5D08B}"/>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Acceptable quality</a:t>
            </a:r>
          </a:p>
        </p:txBody>
      </p:sp>
      <p:sp>
        <p:nvSpPr>
          <p:cNvPr id="131" name="13-text-4">
            <a:extLst xmlns:a="http://schemas.openxmlformats.org/drawingml/2006/main">
              <a:ext uri="{FF2B5EF4-FFF2-40B4-BE49-F238E27FC236}">
                <a16:creationId xmlns:a16="http://schemas.microsoft.com/office/drawing/2014/main" id="{E2B5E64E-595F-46CE-90F0-1247DC32732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 on representative tasks,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judged against defined acceptance criteria.</a:t>
            </a:r>
          </a:p>
        </p:txBody>
      </p:sp>
      <p:sp>
        <p:nvSpPr>
          <p:cNvPr id="132" name="13-text-5">
            <a:extLst xmlns:a="http://schemas.openxmlformats.org/drawingml/2006/main">
              <a:ext uri="{FF2B5EF4-FFF2-40B4-BE49-F238E27FC236}">
                <a16:creationId xmlns:a16="http://schemas.microsoft.com/office/drawing/2014/main" id="{9D8F120F-4D41-47EE-81C9-73BDFF8F1707}"/>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Time and total cost</a:t>
            </a:r>
          </a:p>
        </p:txBody>
      </p:sp>
      <p:sp>
        <p:nvSpPr>
          <p:cNvPr id="133" name="13-text-6">
            <a:extLst xmlns:a="http://schemas.openxmlformats.org/drawingml/2006/main">
              <a:ext uri="{FF2B5EF4-FFF2-40B4-BE49-F238E27FC236}">
                <a16:creationId xmlns:a16="http://schemas.microsoft.com/office/drawing/2014/main" id="{6C15401A-C0A0-4F7E-9735-5E67B16CB99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failed attempts and review.</a:t>
            </a:r>
          </a:p>
        </p:txBody>
      </p:sp>
      <p:sp>
        <p:nvSpPr>
          <p:cNvPr id="134" name="narrative-number">
            <a:extLst xmlns:a="http://schemas.openxmlformats.org/drawingml/2006/main">
              <a:ext uri="{FF2B5EF4-FFF2-40B4-BE49-F238E27FC236}">
                <a16:creationId xmlns:a16="http://schemas.microsoft.com/office/drawing/2014/main" id="{3C837A62-7D82-4E0C-9384-7D597EA2BA8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158972629"/>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5" name="!!area-name">
            <a:extLst xmlns:a="http://schemas.openxmlformats.org/drawingml/2006/main">
              <a:ext uri="{FF2B5EF4-FFF2-40B4-BE49-F238E27FC236}">
                <a16:creationId xmlns:a16="http://schemas.microsoft.com/office/drawing/2014/main" id="{F1E19975-6062-44D5-A76A-2AD0AF20161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49" name="mini-map"/>
          <p:cNvPicPr>
            <a:picLocks xmlns:a="http://schemas.openxmlformats.org/drawingml/2006/main" noChangeAspect="1"/>
          </p:cNvPicPr>
          <p:nvPr/>
        </p:nvPicPr>
        <p:blipFill>
          <a:blip xmlns:r="http://schemas.openxmlformats.org/officeDocument/2006/relationships" xmlns:a="http://schemas.openxmlformats.org/drawingml/2006/main" r:embed="R1584bcc24865432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7" name="slide-title">
            <a:extLst xmlns:a="http://schemas.openxmlformats.org/drawingml/2006/main">
              <a:ext uri="{FF2B5EF4-FFF2-40B4-BE49-F238E27FC236}">
                <a16:creationId xmlns:a16="http://schemas.microsoft.com/office/drawing/2014/main" id="{1107F3FF-90E7-4060-914C-BBC8CB749F3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38" name="header-divider">
            <a:extLst xmlns:a="http://schemas.openxmlformats.org/drawingml/2006/main">
              <a:ext uri="{FF2B5EF4-FFF2-40B4-BE49-F238E27FC236}">
                <a16:creationId xmlns:a16="http://schemas.microsoft.com/office/drawing/2014/main" id="{13B1AF5B-C5C0-4E86-94E9-70625692169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4-text-1">
            <a:extLst xmlns:a="http://schemas.openxmlformats.org/drawingml/2006/main">
              <a:ext uri="{FF2B5EF4-FFF2-40B4-BE49-F238E27FC236}">
                <a16:creationId xmlns:a16="http://schemas.microsoft.com/office/drawing/2014/main" id="{9CBB9659-A2DD-4273-A34A-3A2E5363193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capacity</a:t>
            </a:r>
          </a:p>
        </p:txBody>
      </p:sp>
      <p:sp>
        <p:nvSpPr>
          <p:cNvPr id="140" name="14-text-2">
            <a:extLst xmlns:a="http://schemas.openxmlformats.org/drawingml/2006/main">
              <a:ext uri="{FF2B5EF4-FFF2-40B4-BE49-F238E27FC236}">
                <a16:creationId xmlns:a16="http://schemas.microsoft.com/office/drawing/2014/main" id="{37ED5733-455A-453E-8072-F17FDBC326E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evidence fits. That does not establish answer quality.</a:t>
            </a:r>
          </a:p>
        </p:txBody>
      </p:sp>
      <p:sp>
        <p:nvSpPr>
          <p:cNvPr id="141" name="14-text-3">
            <a:extLst xmlns:a="http://schemas.openxmlformats.org/drawingml/2006/main">
              <a:ext uri="{FF2B5EF4-FFF2-40B4-BE49-F238E27FC236}">
                <a16:creationId xmlns:a16="http://schemas.microsoft.com/office/drawing/2014/main" id="{4292E4C1-F5CA-4E3A-97A6-DB18D15FFCC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effort</a:t>
            </a:r>
          </a:p>
        </p:txBody>
      </p:sp>
      <p:sp>
        <p:nvSpPr>
          <p:cNvPr id="142" name="14-text-4">
            <a:extLst xmlns:a="http://schemas.openxmlformats.org/drawingml/2006/main">
              <a:ext uri="{FF2B5EF4-FFF2-40B4-BE49-F238E27FC236}">
                <a16:creationId xmlns:a16="http://schemas.microsoft.com/office/drawing/2014/main" id="{48037E1F-6DBD-44BF-9B7E-CE5CE6D52FD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a measured benefit on your task.</a:t>
            </a:r>
          </a:p>
        </p:txBody>
      </p:sp>
      <p:sp>
        <p:nvSpPr>
          <p:cNvPr id="143" name="14-text-5">
            <a:extLst xmlns:a="http://schemas.openxmlformats.org/drawingml/2006/main">
              <a:ext uri="{FF2B5EF4-FFF2-40B4-BE49-F238E27FC236}">
                <a16:creationId xmlns:a16="http://schemas.microsoft.com/office/drawing/2014/main" id="{448CF7D1-A3C2-4559-BE57-3C84DCA5B6F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 price</a:t>
            </a:r>
          </a:p>
        </p:txBody>
      </p:sp>
      <p:sp>
        <p:nvSpPr>
          <p:cNvPr id="144" name="14-text-6">
            <a:extLst xmlns:a="http://schemas.openxmlformats.org/drawingml/2006/main">
              <a:ext uri="{FF2B5EF4-FFF2-40B4-BE49-F238E27FC236}">
                <a16:creationId xmlns:a16="http://schemas.microsoft.com/office/drawing/2014/main" id="{BE328A42-E296-4DCE-BB41-9663829725E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price omits tool calls, retries, verification, and review.</a:t>
            </a:r>
          </a:p>
        </p:txBody>
      </p:sp>
      <p:sp>
        <p:nvSpPr>
          <p:cNvPr id="145" name="14-text-7">
            <a:extLst xmlns:a="http://schemas.openxmlformats.org/drawingml/2006/main">
              <a:ext uri="{FF2B5EF4-FFF2-40B4-BE49-F238E27FC236}">
                <a16:creationId xmlns:a16="http://schemas.microsoft.com/office/drawing/2014/main" id="{DDBECFB1-4607-4C87-890A-6658DAE3718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46" name="14-text-8">
            <a:extLst xmlns:a="http://schemas.openxmlformats.org/drawingml/2006/main">
              <a:ext uri="{FF2B5EF4-FFF2-40B4-BE49-F238E27FC236}">
                <a16:creationId xmlns:a16="http://schemas.microsoft.com/office/drawing/2014/main" id="{CB51D80F-2538-4F4D-9F04-87C7B29465D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47" name="narrative-number">
            <a:extLst xmlns:a="http://schemas.openxmlformats.org/drawingml/2006/main">
              <a:ext uri="{FF2B5EF4-FFF2-40B4-BE49-F238E27FC236}">
                <a16:creationId xmlns:a16="http://schemas.microsoft.com/office/drawing/2014/main" id="{B4DC80DA-2097-4909-A977-CFC5418E6E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938296848"/>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8" name="!!area-name">
            <a:extLst xmlns:a="http://schemas.openxmlformats.org/drawingml/2006/main">
              <a:ext uri="{FF2B5EF4-FFF2-40B4-BE49-F238E27FC236}">
                <a16:creationId xmlns:a16="http://schemas.microsoft.com/office/drawing/2014/main" id="{D9AE7246-EE0C-43B2-AC23-2966BC2FAF7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226e87fa67c143a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0" name="slide-title">
            <a:extLst xmlns:a="http://schemas.openxmlformats.org/drawingml/2006/main">
              <a:ext uri="{FF2B5EF4-FFF2-40B4-BE49-F238E27FC236}">
                <a16:creationId xmlns:a16="http://schemas.microsoft.com/office/drawing/2014/main" id="{D40DA58A-D722-4391-81AD-68B47234523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51" name="header-divider">
            <a:extLst xmlns:a="http://schemas.openxmlformats.org/drawingml/2006/main">
              <a:ext uri="{FF2B5EF4-FFF2-40B4-BE49-F238E27FC236}">
                <a16:creationId xmlns:a16="http://schemas.microsoft.com/office/drawing/2014/main" id="{FA17871C-F93B-4CCB-A23C-6F89E772BA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2" name="15-text-1">
            <a:extLst xmlns:a="http://schemas.openxmlformats.org/drawingml/2006/main">
              <a:ext uri="{FF2B5EF4-FFF2-40B4-BE49-F238E27FC236}">
                <a16:creationId xmlns:a16="http://schemas.microsoft.com/office/drawing/2014/main" id="{6B548F63-3B5F-4CB5-8244-B94FCDD90CF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53" name="15-text-2">
            <a:extLst xmlns:a="http://schemas.openxmlformats.org/drawingml/2006/main">
              <a:ext uri="{FF2B5EF4-FFF2-40B4-BE49-F238E27FC236}">
                <a16:creationId xmlns:a16="http://schemas.microsoft.com/office/drawing/2014/main" id="{3CBF6321-D4BD-4E0E-8F75-F8398BF0D4B4}"/>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54" name="15-text-3">
            <a:extLst xmlns:a="http://schemas.openxmlformats.org/drawingml/2006/main">
              <a:ext uri="{FF2B5EF4-FFF2-40B4-BE49-F238E27FC236}">
                <a16:creationId xmlns:a16="http://schemas.microsoft.com/office/drawing/2014/main" id="{8A6062CD-73B9-413C-A251-F55DE823B291}"/>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55" name="15-text-4">
            <a:extLst xmlns:a="http://schemas.openxmlformats.org/drawingml/2006/main">
              <a:ext uri="{FF2B5EF4-FFF2-40B4-BE49-F238E27FC236}">
                <a16:creationId xmlns:a16="http://schemas.microsoft.com/office/drawing/2014/main" id="{C142C66F-2FED-4EC3-8187-15C556EACDAB}"/>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56" name="15-text-5">
            <a:extLst xmlns:a="http://schemas.openxmlformats.org/drawingml/2006/main">
              <a:ext uri="{FF2B5EF4-FFF2-40B4-BE49-F238E27FC236}">
                <a16:creationId xmlns:a16="http://schemas.microsoft.com/office/drawing/2014/main" id="{63DBEDD4-CF2A-469F-B4C0-BC51F2BDEF9B}"/>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57" name="15-text-6">
            <a:extLst xmlns:a="http://schemas.openxmlformats.org/drawingml/2006/main">
              <a:ext uri="{FF2B5EF4-FFF2-40B4-BE49-F238E27FC236}">
                <a16:creationId xmlns:a16="http://schemas.microsoft.com/office/drawing/2014/main" id="{D20833BF-A4FE-44B9-8F3C-41FBB81CBBF8}"/>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58" name="15-text-7">
            <a:extLst xmlns:a="http://schemas.openxmlformats.org/drawingml/2006/main">
              <a:ext uri="{FF2B5EF4-FFF2-40B4-BE49-F238E27FC236}">
                <a16:creationId xmlns:a16="http://schemas.microsoft.com/office/drawing/2014/main" id="{C485C684-4604-4BC6-98FA-DC0CC3152751}"/>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72" name="15-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60" name="narrative-number">
            <a:extLst xmlns:a="http://schemas.openxmlformats.org/drawingml/2006/main">
              <a:ext uri="{FF2B5EF4-FFF2-40B4-BE49-F238E27FC236}">
                <a16:creationId xmlns:a16="http://schemas.microsoft.com/office/drawing/2014/main" id="{144AC52E-8F96-4562-B2DB-F5EBFEFBC5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036810093"/>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431D3BDE-29BC-45AB-BDB2-4542B783691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70" name="mini-map"/>
          <p:cNvPicPr>
            <a:picLocks xmlns:a="http://schemas.openxmlformats.org/drawingml/2006/main" noChangeAspect="1"/>
          </p:cNvPicPr>
          <p:nvPr/>
        </p:nvPicPr>
        <p:blipFill>
          <a:blip xmlns:r="http://schemas.openxmlformats.org/officeDocument/2006/relationships" xmlns:a="http://schemas.openxmlformats.org/drawingml/2006/main" r:embed="R08fae189717b44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70A634AC-E2DA-4073-B54C-0534879AEC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16-text-1">
            <a:extLst xmlns:a="http://schemas.openxmlformats.org/drawingml/2006/main">
              <a:ext uri="{FF2B5EF4-FFF2-40B4-BE49-F238E27FC236}">
                <a16:creationId xmlns:a16="http://schemas.microsoft.com/office/drawing/2014/main" id="{95CC45CC-205F-4C66-A347-7CDB20168677}"/>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65" name="16-text-2">
            <a:extLst xmlns:a="http://schemas.openxmlformats.org/drawingml/2006/main">
              <a:ext uri="{FF2B5EF4-FFF2-40B4-BE49-F238E27FC236}">
                <a16:creationId xmlns:a16="http://schemas.microsoft.com/office/drawing/2014/main" id="{103C8B9E-D280-4572-A18D-97729C72B951}"/>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66" name="16-text-3">
            <a:extLst xmlns:a="http://schemas.openxmlformats.org/drawingml/2006/main">
              <a:ext uri="{FF2B5EF4-FFF2-40B4-BE49-F238E27FC236}">
                <a16:creationId xmlns:a16="http://schemas.microsoft.com/office/drawing/2014/main" id="{90359B1C-8109-4D59-9C9D-7917E1B6066F}"/>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75" name="16-image-4"/>
          <p:cNvPicPr>
            <a:picLocks xmlns:a="http://schemas.openxmlformats.org/drawingml/2006/main" noChangeAspect="1"/>
          </p:cNvPicPr>
          <p:nvPr/>
        </p:nvPicPr>
        <p:blipFill>
          <a:blip xmlns:r="http://schemas.openxmlformats.org/officeDocument/2006/relationships" xmlns:a="http://schemas.openxmlformats.org/drawingml/2006/main" r:embed="R5ff440a1738f436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68" name="narrative-number">
            <a:extLst xmlns:a="http://schemas.openxmlformats.org/drawingml/2006/main">
              <a:ext uri="{FF2B5EF4-FFF2-40B4-BE49-F238E27FC236}">
                <a16:creationId xmlns:a16="http://schemas.microsoft.com/office/drawing/2014/main" id="{7A921FB6-32AD-41CB-94CF-6F3AFB26884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19422538"/>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9" name="!!area-name">
            <a:extLst xmlns:a="http://schemas.openxmlformats.org/drawingml/2006/main">
              <a:ext uri="{FF2B5EF4-FFF2-40B4-BE49-F238E27FC236}">
                <a16:creationId xmlns:a16="http://schemas.microsoft.com/office/drawing/2014/main" id="{4EDEAF76-A9B4-4045-BCF2-BE6BD741D7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93" name="mini-map"/>
          <p:cNvPicPr>
            <a:picLocks xmlns:a="http://schemas.openxmlformats.org/drawingml/2006/main" noChangeAspect="1"/>
          </p:cNvPicPr>
          <p:nvPr/>
        </p:nvPicPr>
        <p:blipFill>
          <a:blip xmlns:r="http://schemas.openxmlformats.org/officeDocument/2006/relationships" xmlns:a="http://schemas.openxmlformats.org/drawingml/2006/main" r:embed="Rf4a47815375c46f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1" name="slide-title">
            <a:extLst xmlns:a="http://schemas.openxmlformats.org/drawingml/2006/main">
              <a:ext uri="{FF2B5EF4-FFF2-40B4-BE49-F238E27FC236}">
                <a16:creationId xmlns:a16="http://schemas.microsoft.com/office/drawing/2014/main" id="{4A7ACFB6-E302-46A0-915A-988B555ABB0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each model call</a:t>
            </a:r>
          </a:p>
        </p:txBody>
      </p:sp>
      <p:sp>
        <p:nvSpPr>
          <p:cNvPr id="172" name="header-divider">
            <a:extLst xmlns:a="http://schemas.openxmlformats.org/drawingml/2006/main">
              <a:ext uri="{FF2B5EF4-FFF2-40B4-BE49-F238E27FC236}">
                <a16:creationId xmlns:a16="http://schemas.microsoft.com/office/drawing/2014/main" id="{64D0BC5A-8849-40A3-BD0E-18B0BE43730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3" name="working-context-boundary">
            <a:extLst xmlns:a="http://schemas.openxmlformats.org/drawingml/2006/main">
              <a:ext uri="{FF2B5EF4-FFF2-40B4-BE49-F238E27FC236}">
                <a16:creationId xmlns:a16="http://schemas.microsoft.com/office/drawing/2014/main" id="{CCAC30E9-E981-4EEB-9A20-44E7AC5982A7}"/>
              </a:ext>
            </a:extLst>
          </p:cNvPr>
          <p:cNvSpPr>
            <a:spLocks xmlns:a="http://schemas.openxmlformats.org/drawingml/2006/main"/>
          </p:cNvSpPr>
          <p:nvPr/>
        </p:nvSpPr>
        <p:spPr>
          <a:xfrm xmlns:a="http://schemas.openxmlformats.org/drawingml/2006/main">
            <a:off x="609600" y="2438400"/>
            <a:ext cx="10972800" cy="3810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74" name="17-text-1">
            <a:extLst xmlns:a="http://schemas.openxmlformats.org/drawingml/2006/main">
              <a:ext uri="{FF2B5EF4-FFF2-40B4-BE49-F238E27FC236}">
                <a16:creationId xmlns:a16="http://schemas.microsoft.com/office/drawing/2014/main" id="{17C9CB20-84D4-4F80-85FF-1FE6F3218D6D}"/>
              </a:ext>
            </a:extLst>
          </p:cNvPr>
          <p:cNvSpPr>
            <a:spLocks xmlns:a="http://schemas.openxmlformats.org/drawingml/2006/main"/>
          </p:cNvSpPr>
          <p:nvPr/>
        </p:nvSpPr>
        <p:spPr>
          <a:xfrm xmlns:a="http://schemas.openxmlformats.org/drawingml/2006/main">
            <a:off x="914400" y="26416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Input for this call</a:t>
            </a:r>
          </a:p>
        </p:txBody>
      </p:sp>
      <p:sp>
        <p:nvSpPr>
          <p:cNvPr id="175" name="17-text-2">
            <a:extLst xmlns:a="http://schemas.openxmlformats.org/drawingml/2006/main">
              <a:ext uri="{FF2B5EF4-FFF2-40B4-BE49-F238E27FC236}">
                <a16:creationId xmlns:a16="http://schemas.microsoft.com/office/drawing/2014/main" id="{66F7C5A6-A89A-4BED-8A03-8BAE3730B0EC}"/>
              </a:ext>
            </a:extLst>
          </p:cNvPr>
          <p:cNvSpPr>
            <a:spLocks xmlns:a="http://schemas.openxmlformats.org/drawingml/2006/main"/>
          </p:cNvSpPr>
          <p:nvPr/>
        </p:nvSpPr>
        <p:spPr>
          <a:xfrm xmlns:a="http://schemas.openxmlformats.org/drawingml/2006/main">
            <a:off x="914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Instructions</a:t>
            </a:r>
          </a:p>
        </p:txBody>
      </p:sp>
      <p:sp>
        <p:nvSpPr>
          <p:cNvPr id="176" name="17-text-3">
            <a:extLst xmlns:a="http://schemas.openxmlformats.org/drawingml/2006/main">
              <a:ext uri="{FF2B5EF4-FFF2-40B4-BE49-F238E27FC236}">
                <a16:creationId xmlns:a16="http://schemas.microsoft.com/office/drawing/2014/main" id="{D680CCA4-9597-4ACA-9CFD-921271821F65}"/>
              </a:ext>
            </a:extLst>
          </p:cNvPr>
          <p:cNvSpPr>
            <a:spLocks xmlns:a="http://schemas.openxmlformats.org/drawingml/2006/main"/>
          </p:cNvSpPr>
          <p:nvPr/>
        </p:nvSpPr>
        <p:spPr>
          <a:xfrm xmlns:a="http://schemas.openxmlformats.org/drawingml/2006/main">
            <a:off x="914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Rules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constraints</a:t>
            </a:r>
          </a:p>
        </p:txBody>
      </p:sp>
      <p:sp>
        <p:nvSpPr>
          <p:cNvPr id="177" name="17-text-4">
            <a:extLst xmlns:a="http://schemas.openxmlformats.org/drawingml/2006/main">
              <a:ext uri="{FF2B5EF4-FFF2-40B4-BE49-F238E27FC236}">
                <a16:creationId xmlns:a16="http://schemas.microsoft.com/office/drawing/2014/main" id="{FF21E1F4-7F32-46BF-8620-5F096C19A7BA}"/>
              </a:ext>
            </a:extLst>
          </p:cNvPr>
          <p:cNvSpPr>
            <a:spLocks xmlns:a="http://schemas.openxmlformats.org/drawingml/2006/main"/>
          </p:cNvSpPr>
          <p:nvPr/>
        </p:nvSpPr>
        <p:spPr>
          <a:xfrm xmlns:a="http://schemas.openxmlformats.org/drawingml/2006/main">
            <a:off x="3581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Current request</a:t>
            </a:r>
          </a:p>
        </p:txBody>
      </p:sp>
      <p:sp>
        <p:nvSpPr>
          <p:cNvPr id="178" name="17-text-5">
            <a:extLst xmlns:a="http://schemas.openxmlformats.org/drawingml/2006/main">
              <a:ext uri="{FF2B5EF4-FFF2-40B4-BE49-F238E27FC236}">
                <a16:creationId xmlns:a16="http://schemas.microsoft.com/office/drawing/2014/main" id="{1A636EBD-E290-4834-A127-E69EE2D2DC27}"/>
              </a:ext>
            </a:extLst>
          </p:cNvPr>
          <p:cNvSpPr>
            <a:spLocks xmlns:a="http://schemas.openxmlformats.org/drawingml/2006/main"/>
          </p:cNvSpPr>
          <p:nvPr/>
        </p:nvSpPr>
        <p:spPr>
          <a:xfrm xmlns:a="http://schemas.openxmlformats.org/drawingml/2006/main">
            <a:off x="3581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task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desired result</a:t>
            </a:r>
          </a:p>
        </p:txBody>
      </p:sp>
      <p:sp>
        <p:nvSpPr>
          <p:cNvPr id="179" name="17-text-6">
            <a:extLst xmlns:a="http://schemas.openxmlformats.org/drawingml/2006/main">
              <a:ext uri="{FF2B5EF4-FFF2-40B4-BE49-F238E27FC236}">
                <a16:creationId xmlns:a16="http://schemas.microsoft.com/office/drawing/2014/main" id="{D83F090E-1F8A-4D62-8477-07B73262F15A}"/>
              </a:ext>
            </a:extLst>
          </p:cNvPr>
          <p:cNvSpPr>
            <a:spLocks xmlns:a="http://schemas.openxmlformats.org/drawingml/2006/main"/>
          </p:cNvSpPr>
          <p:nvPr/>
        </p:nvSpPr>
        <p:spPr>
          <a:xfrm xmlns:a="http://schemas.openxmlformats.org/drawingml/2006/main">
            <a:off x="6248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Examples</a:t>
            </a:r>
          </a:p>
        </p:txBody>
      </p:sp>
      <p:sp>
        <p:nvSpPr>
          <p:cNvPr id="180" name="17-text-7">
            <a:extLst xmlns:a="http://schemas.openxmlformats.org/drawingml/2006/main">
              <a:ext uri="{FF2B5EF4-FFF2-40B4-BE49-F238E27FC236}">
                <a16:creationId xmlns:a16="http://schemas.microsoft.com/office/drawing/2014/main" id="{C6E8D672-5C54-4DBB-BEF6-60FDAD801010}"/>
              </a:ext>
            </a:extLst>
          </p:cNvPr>
          <p:cNvSpPr>
            <a:spLocks xmlns:a="http://schemas.openxmlformats.org/drawingml/2006/main"/>
          </p:cNvSpPr>
          <p:nvPr/>
        </p:nvSpPr>
        <p:spPr>
          <a:xfrm xmlns:a="http://schemas.openxmlformats.org/drawingml/2006/main">
            <a:off x="6248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Demonstrations of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behavior</a:t>
            </a:r>
          </a:p>
        </p:txBody>
      </p:sp>
      <p:sp>
        <p:nvSpPr>
          <p:cNvPr id="181" name="17-text-8">
            <a:extLst xmlns:a="http://schemas.openxmlformats.org/drawingml/2006/main">
              <a:ext uri="{FF2B5EF4-FFF2-40B4-BE49-F238E27FC236}">
                <a16:creationId xmlns:a16="http://schemas.microsoft.com/office/drawing/2014/main" id="{2860F837-9C70-4DDE-A1F0-7321D30A9542}"/>
              </a:ext>
            </a:extLst>
          </p:cNvPr>
          <p:cNvSpPr>
            <a:spLocks xmlns:a="http://schemas.openxmlformats.org/drawingml/2006/main"/>
          </p:cNvSpPr>
          <p:nvPr/>
        </p:nvSpPr>
        <p:spPr>
          <a:xfrm xmlns:a="http://schemas.openxmlformats.org/drawingml/2006/main">
            <a:off x="8915400" y="3149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Retrieved evidence</a:t>
            </a:r>
          </a:p>
        </p:txBody>
      </p:sp>
      <p:sp>
        <p:nvSpPr>
          <p:cNvPr id="182" name="17-text-9">
            <a:extLst xmlns:a="http://schemas.openxmlformats.org/drawingml/2006/main">
              <a:ext uri="{FF2B5EF4-FFF2-40B4-BE49-F238E27FC236}">
                <a16:creationId xmlns:a16="http://schemas.microsoft.com/office/drawing/2014/main" id="{538E9D64-8954-4B0A-A2D3-80814503D65B}"/>
              </a:ext>
            </a:extLst>
          </p:cNvPr>
          <p:cNvSpPr>
            <a:spLocks xmlns:a="http://schemas.openxmlformats.org/drawingml/2006/main"/>
          </p:cNvSpPr>
          <p:nvPr/>
        </p:nvSpPr>
        <p:spPr>
          <a:xfrm xmlns:a="http://schemas.openxmlformats.org/drawingml/2006/main">
            <a:off x="8915400" y="3860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files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passages</a:t>
            </a:r>
          </a:p>
        </p:txBody>
      </p:sp>
      <p:sp>
        <p:nvSpPr>
          <p:cNvPr id="183" name="17-text-10">
            <a:extLst xmlns:a="http://schemas.openxmlformats.org/drawingml/2006/main">
              <a:ext uri="{FF2B5EF4-FFF2-40B4-BE49-F238E27FC236}">
                <a16:creationId xmlns:a16="http://schemas.microsoft.com/office/drawing/2014/main" id="{5D5F5226-7879-45A7-A654-5C1FA0B1D60C}"/>
              </a:ext>
            </a:extLst>
          </p:cNvPr>
          <p:cNvSpPr>
            <a:spLocks xmlns:a="http://schemas.openxmlformats.org/drawingml/2006/main"/>
          </p:cNvSpPr>
          <p:nvPr/>
        </p:nvSpPr>
        <p:spPr>
          <a:xfrm xmlns:a="http://schemas.openxmlformats.org/drawingml/2006/main">
            <a:off x="914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History and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task state</a:t>
            </a:r>
          </a:p>
        </p:txBody>
      </p:sp>
      <p:sp>
        <p:nvSpPr>
          <p:cNvPr id="184" name="17-text-11">
            <a:extLst xmlns:a="http://schemas.openxmlformats.org/drawingml/2006/main">
              <a:ext uri="{FF2B5EF4-FFF2-40B4-BE49-F238E27FC236}">
                <a16:creationId xmlns:a16="http://schemas.microsoft.com/office/drawing/2014/main" id="{AB209478-D323-4E0C-891B-01170ECA00FC}"/>
              </a:ext>
            </a:extLst>
          </p:cNvPr>
          <p:cNvSpPr>
            <a:spLocks xmlns:a="http://schemas.openxmlformats.org/drawingml/2006/main"/>
          </p:cNvSpPr>
          <p:nvPr/>
        </p:nvSpPr>
        <p:spPr>
          <a:xfrm xmlns:a="http://schemas.openxmlformats.org/drawingml/2006/main">
            <a:off x="914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Prior messages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progress</a:t>
            </a:r>
          </a:p>
        </p:txBody>
      </p:sp>
      <p:sp>
        <p:nvSpPr>
          <p:cNvPr id="185" name="17-text-12">
            <a:extLst xmlns:a="http://schemas.openxmlformats.org/drawingml/2006/main">
              <a:ext uri="{FF2B5EF4-FFF2-40B4-BE49-F238E27FC236}">
                <a16:creationId xmlns:a16="http://schemas.microsoft.com/office/drawing/2014/main" id="{379D6C01-907E-4637-9916-9E5E96B9715E}"/>
              </a:ext>
            </a:extLst>
          </p:cNvPr>
          <p:cNvSpPr>
            <a:spLocks xmlns:a="http://schemas.openxmlformats.org/drawingml/2006/main"/>
          </p:cNvSpPr>
          <p:nvPr/>
        </p:nvSpPr>
        <p:spPr>
          <a:xfrm xmlns:a="http://schemas.openxmlformats.org/drawingml/2006/main">
            <a:off x="3581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Selected memory</a:t>
            </a:r>
          </a:p>
        </p:txBody>
      </p:sp>
      <p:sp>
        <p:nvSpPr>
          <p:cNvPr id="186" name="17-text-13">
            <a:extLst xmlns:a="http://schemas.openxmlformats.org/drawingml/2006/main">
              <a:ext uri="{FF2B5EF4-FFF2-40B4-BE49-F238E27FC236}">
                <a16:creationId xmlns:a16="http://schemas.microsoft.com/office/drawing/2014/main" id="{5545BE74-2055-4C33-8212-AF3F88729719}"/>
              </a:ext>
            </a:extLst>
          </p:cNvPr>
          <p:cNvSpPr>
            <a:spLocks xmlns:a="http://schemas.openxmlformats.org/drawingml/2006/main"/>
          </p:cNvSpPr>
          <p:nvPr/>
        </p:nvSpPr>
        <p:spPr>
          <a:xfrm xmlns:a="http://schemas.openxmlformats.org/drawingml/2006/main">
            <a:off x="3581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brought into this call</a:t>
            </a:r>
          </a:p>
        </p:txBody>
      </p:sp>
      <p:sp>
        <p:nvSpPr>
          <p:cNvPr id="187" name="17-text-14">
            <a:extLst xmlns:a="http://schemas.openxmlformats.org/drawingml/2006/main">
              <a:ext uri="{FF2B5EF4-FFF2-40B4-BE49-F238E27FC236}">
                <a16:creationId xmlns:a16="http://schemas.microsoft.com/office/drawing/2014/main" id="{AA2C1611-8E55-402B-B981-FAEAF3F26527}"/>
              </a:ext>
            </a:extLst>
          </p:cNvPr>
          <p:cNvSpPr>
            <a:spLocks xmlns:a="http://schemas.openxmlformats.org/drawingml/2006/main"/>
          </p:cNvSpPr>
          <p:nvPr/>
        </p:nvSpPr>
        <p:spPr>
          <a:xfrm xmlns:a="http://schemas.openxmlformats.org/drawingml/2006/main">
            <a:off x="6248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definitions</a:t>
            </a:r>
          </a:p>
        </p:txBody>
      </p:sp>
      <p:sp>
        <p:nvSpPr>
          <p:cNvPr id="188" name="17-text-15">
            <a:extLst xmlns:a="http://schemas.openxmlformats.org/drawingml/2006/main">
              <a:ext uri="{FF2B5EF4-FFF2-40B4-BE49-F238E27FC236}">
                <a16:creationId xmlns:a16="http://schemas.microsoft.com/office/drawing/2014/main" id="{A4683345-CAE1-4676-931F-B91B9C073998}"/>
              </a:ext>
            </a:extLst>
          </p:cNvPr>
          <p:cNvSpPr>
            <a:spLocks xmlns:a="http://schemas.openxmlformats.org/drawingml/2006/main"/>
          </p:cNvSpPr>
          <p:nvPr/>
        </p:nvSpPr>
        <p:spPr>
          <a:xfrm xmlns:a="http://schemas.openxmlformats.org/drawingml/2006/main">
            <a:off x="6248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Available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arguments</a:t>
            </a:r>
          </a:p>
        </p:txBody>
      </p:sp>
      <p:sp>
        <p:nvSpPr>
          <p:cNvPr id="189" name="17-text-16">
            <a:extLst xmlns:a="http://schemas.openxmlformats.org/drawingml/2006/main">
              <a:ext uri="{FF2B5EF4-FFF2-40B4-BE49-F238E27FC236}">
                <a16:creationId xmlns:a16="http://schemas.microsoft.com/office/drawing/2014/main" id="{BD8179AC-AF34-46C1-836D-2C758CA2FFA3}"/>
              </a:ext>
            </a:extLst>
          </p:cNvPr>
          <p:cNvSpPr>
            <a:spLocks xmlns:a="http://schemas.openxmlformats.org/drawingml/2006/main"/>
          </p:cNvSpPr>
          <p:nvPr/>
        </p:nvSpPr>
        <p:spPr>
          <a:xfrm xmlns:a="http://schemas.openxmlformats.org/drawingml/2006/main">
            <a:off x="8915400" y="4673600"/>
            <a:ext cx="2362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results</a:t>
            </a:r>
          </a:p>
        </p:txBody>
      </p:sp>
      <p:sp>
        <p:nvSpPr>
          <p:cNvPr id="190" name="17-text-17">
            <a:extLst xmlns:a="http://schemas.openxmlformats.org/drawingml/2006/main">
              <a:ext uri="{FF2B5EF4-FFF2-40B4-BE49-F238E27FC236}">
                <a16:creationId xmlns:a16="http://schemas.microsoft.com/office/drawing/2014/main" id="{854357EE-9C8E-44B2-89BB-899AA000A915}"/>
              </a:ext>
            </a:extLst>
          </p:cNvPr>
          <p:cNvSpPr>
            <a:spLocks xmlns:a="http://schemas.openxmlformats.org/drawingml/2006/main"/>
          </p:cNvSpPr>
          <p:nvPr/>
        </p:nvSpPr>
        <p:spPr>
          <a:xfrm xmlns:a="http://schemas.openxmlformats.org/drawingml/2006/main">
            <a:off x="8915400" y="5384800"/>
            <a:ext cx="2362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Returned data</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observations</a:t>
            </a:r>
          </a:p>
        </p:txBody>
      </p:sp>
      <p:sp>
        <p:nvSpPr>
          <p:cNvPr id="191" name="narrative-number">
            <a:extLst xmlns:a="http://schemas.openxmlformats.org/drawingml/2006/main">
              <a:ext uri="{FF2B5EF4-FFF2-40B4-BE49-F238E27FC236}">
                <a16:creationId xmlns:a16="http://schemas.microsoft.com/office/drawing/2014/main" id="{B05A72E9-9002-41C3-B21F-4A64E93ABD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717298172"/>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02B92C15-913D-4214-A417-27F4A88FF7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f79bc754ce2c414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slide-title">
            <a:extLst xmlns:a="http://schemas.openxmlformats.org/drawingml/2006/main">
              <a:ext uri="{FF2B5EF4-FFF2-40B4-BE49-F238E27FC236}">
                <a16:creationId xmlns:a16="http://schemas.microsoft.com/office/drawing/2014/main" id="{1C9892F4-C715-4F1E-9BA7-D63E1FDC72C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and organizing context</a:t>
            </a:r>
          </a:p>
        </p:txBody>
      </p:sp>
      <p:sp>
        <p:nvSpPr>
          <p:cNvPr id="195" name="header-divider">
            <a:extLst xmlns:a="http://schemas.openxmlformats.org/drawingml/2006/main">
              <a:ext uri="{FF2B5EF4-FFF2-40B4-BE49-F238E27FC236}">
                <a16:creationId xmlns:a16="http://schemas.microsoft.com/office/drawing/2014/main" id="{6A77E842-AFF5-4FC9-95BD-139E7583EAF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6" name="18-text-1">
            <a:extLst xmlns:a="http://schemas.openxmlformats.org/drawingml/2006/main">
              <a:ext uri="{FF2B5EF4-FFF2-40B4-BE49-F238E27FC236}">
                <a16:creationId xmlns:a16="http://schemas.microsoft.com/office/drawing/2014/main" id="{D33D1DF2-6934-4515-8460-BDFB5D2593C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97" name="18-text-2">
            <a:extLst xmlns:a="http://schemas.openxmlformats.org/drawingml/2006/main">
              <a:ext uri="{FF2B5EF4-FFF2-40B4-BE49-F238E27FC236}">
                <a16:creationId xmlns:a16="http://schemas.microsoft.com/office/drawing/2014/main" id="{E13B363C-C428-4E36-967F-A43CF22BAA5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relevant evidence when needed.</a:t>
            </a:r>
          </a:p>
        </p:txBody>
      </p:sp>
      <p:sp>
        <p:nvSpPr>
          <p:cNvPr id="198" name="18-text-3">
            <a:extLst xmlns:a="http://schemas.openxmlformats.org/drawingml/2006/main">
              <a:ext uri="{FF2B5EF4-FFF2-40B4-BE49-F238E27FC236}">
                <a16:creationId xmlns:a16="http://schemas.microsoft.com/office/drawing/2014/main" id="{B37AB3E9-E689-4294-9FE4-DAF890EBDFEC}"/>
              </a:ext>
            </a:extLst>
          </p:cNvPr>
          <p:cNvSpPr>
            <a:spLocks xmlns:a="http://schemas.openxmlformats.org/drawingml/2006/main"/>
          </p:cNvSpPr>
          <p:nvPr/>
        </p:nvSpPr>
        <p:spPr>
          <a:xfrm xmlns:a="http://schemas.openxmlformats.org/drawingml/2006/main">
            <a:off x="609600" y="3276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199" name="18-text-4">
            <a:extLst xmlns:a="http://schemas.openxmlformats.org/drawingml/2006/main">
              <a:ext uri="{FF2B5EF4-FFF2-40B4-BE49-F238E27FC236}">
                <a16:creationId xmlns:a16="http://schemas.microsoft.com/office/drawing/2014/main" id="{47F77F99-E701-47BA-91DF-3ACB6667B203}"/>
              </a:ext>
            </a:extLst>
          </p:cNvPr>
          <p:cNvSpPr>
            <a:spLocks xmlns:a="http://schemas.openxmlformats.org/drawingml/2006/main"/>
          </p:cNvSpPr>
          <p:nvPr/>
        </p:nvSpPr>
        <p:spPr>
          <a:xfrm xmlns:a="http://schemas.openxmlformats.org/drawingml/2006/main">
            <a:off x="3708400" y="3276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Distinguish instructions from evidence.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Test placement of key information.</a:t>
            </a:r>
          </a:p>
        </p:txBody>
      </p:sp>
      <p:sp>
        <p:nvSpPr>
          <p:cNvPr id="200" name="18-text-5">
            <a:extLst xmlns:a="http://schemas.openxmlformats.org/drawingml/2006/main">
              <a:ext uri="{FF2B5EF4-FFF2-40B4-BE49-F238E27FC236}">
                <a16:creationId xmlns:a16="http://schemas.microsoft.com/office/drawing/2014/main" id="{F83F0E17-9F1B-4F7F-B089-D16272B01A2A}"/>
              </a:ext>
            </a:extLst>
          </p:cNvPr>
          <p:cNvSpPr>
            <a:spLocks xmlns:a="http://schemas.openxmlformats.org/drawingml/2006/main"/>
          </p:cNvSpPr>
          <p:nvPr/>
        </p:nvSpPr>
        <p:spPr>
          <a:xfrm xmlns:a="http://schemas.openxmlformats.org/drawingml/2006/main">
            <a:off x="609600" y="4114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Maintain</a:t>
            </a:r>
          </a:p>
        </p:txBody>
      </p:sp>
      <p:sp>
        <p:nvSpPr>
          <p:cNvPr id="201" name="18-text-6">
            <a:extLst xmlns:a="http://schemas.openxmlformats.org/drawingml/2006/main">
              <a:ext uri="{FF2B5EF4-FFF2-40B4-BE49-F238E27FC236}">
                <a16:creationId xmlns:a16="http://schemas.microsoft.com/office/drawing/2014/main" id="{754FBCEA-6664-40BB-8927-7CAD9BC4E3A8}"/>
              </a:ext>
            </a:extLst>
          </p:cNvPr>
          <p:cNvSpPr>
            <a:spLocks xmlns:a="http://schemas.openxmlformats.org/drawingml/2006/main"/>
          </p:cNvSpPr>
          <p:nvPr/>
        </p:nvSpPr>
        <p:spPr>
          <a:xfrm xmlns:a="http://schemas.openxmlformats.org/drawingml/2006/main">
            <a:off x="3708400" y="4114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stale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 history while preserving constraints.</a:t>
            </a:r>
          </a:p>
        </p:txBody>
      </p:sp>
      <p:sp>
        <p:nvSpPr>
          <p:cNvPr id="202" name="18-text-7">
            <a:extLst xmlns:a="http://schemas.openxmlformats.org/drawingml/2006/main">
              <a:ext uri="{FF2B5EF4-FFF2-40B4-BE49-F238E27FC236}">
                <a16:creationId xmlns:a16="http://schemas.microsoft.com/office/drawing/2014/main" id="{FF00F110-F3F1-41DC-90C9-B728D3F21A53}"/>
              </a:ext>
            </a:extLst>
          </p:cNvPr>
          <p:cNvSpPr>
            <a:spLocks xmlns:a="http://schemas.openxmlformats.org/drawingml/2006/main"/>
          </p:cNvSpPr>
          <p:nvPr/>
        </p:nvSpPr>
        <p:spPr>
          <a:xfrm xmlns:a="http://schemas.openxmlformats.org/drawingml/2006/main">
            <a:off x="609600" y="4953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Delegate</a:t>
            </a:r>
          </a:p>
        </p:txBody>
      </p:sp>
      <p:sp>
        <p:nvSpPr>
          <p:cNvPr id="203" name="18-text-8">
            <a:extLst xmlns:a="http://schemas.openxmlformats.org/drawingml/2006/main">
              <a:ext uri="{FF2B5EF4-FFF2-40B4-BE49-F238E27FC236}">
                <a16:creationId xmlns:a16="http://schemas.microsoft.com/office/drawing/2014/main" id="{3A778FC5-00D8-47B7-AC35-FA5CE3FD7905}"/>
              </a:ext>
            </a:extLst>
          </p:cNvPr>
          <p:cNvSpPr>
            <a:spLocks xmlns:a="http://schemas.openxmlformats.org/drawingml/2006/main"/>
          </p:cNvSpPr>
          <p:nvPr/>
        </p:nvSpPr>
        <p:spPr>
          <a:xfrm xmlns:a="http://schemas.openxmlformats.org/drawingml/2006/main">
            <a:off x="3708400" y="4953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Give focused tasks separate contexts.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findings with sources.</a:t>
            </a:r>
          </a:p>
        </p:txBody>
      </p:sp>
      <p:sp>
        <p:nvSpPr>
          <p:cNvPr id="204" name="18-text-9">
            <a:extLst xmlns:a="http://schemas.openxmlformats.org/drawingml/2006/main">
              <a:ext uri="{FF2B5EF4-FFF2-40B4-BE49-F238E27FC236}">
                <a16:creationId xmlns:a16="http://schemas.microsoft.com/office/drawing/2014/main" id="{260D46BC-58A4-43AE-89DB-BC8759B19A50}"/>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Preserve source identity and enforce access before inclusion.</a:t>
            </a:r>
          </a:p>
        </p:txBody>
      </p:sp>
      <p:sp>
        <p:nvSpPr>
          <p:cNvPr id="205" name="narrative-number">
            <a:extLst xmlns:a="http://schemas.openxmlformats.org/drawingml/2006/main">
              <a:ext uri="{FF2B5EF4-FFF2-40B4-BE49-F238E27FC236}">
                <a16:creationId xmlns:a16="http://schemas.microsoft.com/office/drawing/2014/main" id="{432D5F23-C797-4D68-92B6-253CF6CBCE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610371620"/>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ABE86DA3-1949-4C0F-BA74-C741ECB0C6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00d04f0188fe41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slide-title">
            <a:extLst xmlns:a="http://schemas.openxmlformats.org/drawingml/2006/main">
              <a:ext uri="{FF2B5EF4-FFF2-40B4-BE49-F238E27FC236}">
                <a16:creationId xmlns:a16="http://schemas.microsoft.com/office/drawing/2014/main" id="{93A012B0-7231-4E9E-9014-87DA34AD75C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209" name="header-divider">
            <a:extLst xmlns:a="http://schemas.openxmlformats.org/drawingml/2006/main">
              <a:ext uri="{FF2B5EF4-FFF2-40B4-BE49-F238E27FC236}">
                <a16:creationId xmlns:a16="http://schemas.microsoft.com/office/drawing/2014/main" id="{EAD34D95-E13B-4D9F-AF2D-08D4EF96776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19-text-1">
            <a:extLst xmlns:a="http://schemas.openxmlformats.org/drawingml/2006/main">
              <a:ext uri="{FF2B5EF4-FFF2-40B4-BE49-F238E27FC236}">
                <a16:creationId xmlns:a16="http://schemas.microsoft.com/office/drawing/2014/main" id="{EC8F49BA-F3DD-4258-8E33-49D7856BCF7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Distraction</a:t>
            </a:r>
          </a:p>
        </p:txBody>
      </p:sp>
      <p:sp>
        <p:nvSpPr>
          <p:cNvPr id="211" name="19-text-2">
            <a:extLst xmlns:a="http://schemas.openxmlformats.org/drawingml/2006/main">
              <a:ext uri="{FF2B5EF4-FFF2-40B4-BE49-F238E27FC236}">
                <a16:creationId xmlns:a16="http://schemas.microsoft.com/office/drawing/2014/main" id="{C822743C-0015-44BF-BEFA-74DE0F4AC97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Irrelevant content can steer the answer away from the task.</a:t>
            </a:r>
          </a:p>
        </p:txBody>
      </p:sp>
      <p:sp>
        <p:nvSpPr>
          <p:cNvPr id="212" name="19-text-3">
            <a:extLst xmlns:a="http://schemas.openxmlformats.org/drawingml/2006/main">
              <a:ext uri="{FF2B5EF4-FFF2-40B4-BE49-F238E27FC236}">
                <a16:creationId xmlns:a16="http://schemas.microsoft.com/office/drawing/2014/main" id="{09165A09-E9B7-4FA7-A275-4C024F0DDB38}"/>
              </a:ext>
            </a:extLst>
          </p:cNvPr>
          <p:cNvSpPr>
            <a:spLocks xmlns:a="http://schemas.openxmlformats.org/drawingml/2006/main"/>
          </p:cNvSpPr>
          <p:nvPr/>
        </p:nvSpPr>
        <p:spPr>
          <a:xfrm xmlns:a="http://schemas.openxmlformats.org/drawingml/2006/main">
            <a:off x="609600" y="3124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Position</a:t>
            </a:r>
          </a:p>
        </p:txBody>
      </p:sp>
      <p:sp>
        <p:nvSpPr>
          <p:cNvPr id="213" name="19-text-4">
            <a:extLst xmlns:a="http://schemas.openxmlformats.org/drawingml/2006/main">
              <a:ext uri="{FF2B5EF4-FFF2-40B4-BE49-F238E27FC236}">
                <a16:creationId xmlns:a16="http://schemas.microsoft.com/office/drawing/2014/main" id="{FEB38628-D77A-4384-B23E-252AE775DB4F}"/>
              </a:ext>
            </a:extLst>
          </p:cNvPr>
          <p:cNvSpPr>
            <a:spLocks xmlns:a="http://schemas.openxmlformats.org/drawingml/2006/main"/>
          </p:cNvSpPr>
          <p:nvPr/>
        </p:nvSpPr>
        <p:spPr>
          <a:xfrm xmlns:a="http://schemas.openxmlformats.org/drawingml/2006/main">
            <a:off x="3708400" y="3124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evidence can be overlooked depending on placement.</a:t>
            </a:r>
          </a:p>
        </p:txBody>
      </p:sp>
      <p:sp>
        <p:nvSpPr>
          <p:cNvPr id="214" name="19-text-5">
            <a:extLst xmlns:a="http://schemas.openxmlformats.org/drawingml/2006/main">
              <a:ext uri="{FF2B5EF4-FFF2-40B4-BE49-F238E27FC236}">
                <a16:creationId xmlns:a16="http://schemas.microsoft.com/office/drawing/2014/main" id="{4473D766-132F-482C-921E-814BD337D42F}"/>
              </a:ext>
            </a:extLst>
          </p:cNvPr>
          <p:cNvSpPr>
            <a:spLocks xmlns:a="http://schemas.openxmlformats.org/drawingml/2006/main"/>
          </p:cNvSpPr>
          <p:nvPr/>
        </p:nvSpPr>
        <p:spPr>
          <a:xfrm xmlns:a="http://schemas.openxmlformats.org/drawingml/2006/main">
            <a:off x="609600" y="381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rot</a:t>
            </a:r>
          </a:p>
        </p:txBody>
      </p:sp>
      <p:sp>
        <p:nvSpPr>
          <p:cNvPr id="215" name="19-text-6">
            <a:extLst xmlns:a="http://schemas.openxmlformats.org/drawingml/2006/main">
              <a:ext uri="{FF2B5EF4-FFF2-40B4-BE49-F238E27FC236}">
                <a16:creationId xmlns:a16="http://schemas.microsoft.com/office/drawing/2014/main" id="{C35E9890-EA77-43D7-8DCE-787385133027}"/>
              </a:ext>
            </a:extLst>
          </p:cNvPr>
          <p:cNvSpPr>
            <a:spLocks xmlns:a="http://schemas.openxmlformats.org/drawingml/2006/main"/>
          </p:cNvSpPr>
          <p:nvPr/>
        </p:nvSpPr>
        <p:spPr>
          <a:xfrm xmlns:a="http://schemas.openxmlformats.org/drawingml/2006/main">
            <a:off x="3708400" y="38100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Reliability can decline as the input grows.</a:t>
            </a:r>
          </a:p>
        </p:txBody>
      </p:sp>
      <p:sp>
        <p:nvSpPr>
          <p:cNvPr id="216" name="19-text-7">
            <a:extLst xmlns:a="http://schemas.openxmlformats.org/drawingml/2006/main">
              <a:ext uri="{FF2B5EF4-FFF2-40B4-BE49-F238E27FC236}">
                <a16:creationId xmlns:a16="http://schemas.microsoft.com/office/drawing/2014/main" id="{F2AE3E0C-4D93-4861-8BF8-38753FDE9C61}"/>
              </a:ext>
            </a:extLst>
          </p:cNvPr>
          <p:cNvSpPr>
            <a:spLocks xmlns:a="http://schemas.openxmlformats.org/drawingml/2006/main"/>
          </p:cNvSpPr>
          <p:nvPr/>
        </p:nvSpPr>
        <p:spPr>
          <a:xfrm xmlns:a="http://schemas.openxmlformats.org/drawingml/2006/main">
            <a:off x="609600" y="449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Information loss</a:t>
            </a:r>
          </a:p>
        </p:txBody>
      </p:sp>
      <p:sp>
        <p:nvSpPr>
          <p:cNvPr id="217" name="19-text-8">
            <a:extLst xmlns:a="http://schemas.openxmlformats.org/drawingml/2006/main">
              <a:ext uri="{FF2B5EF4-FFF2-40B4-BE49-F238E27FC236}">
                <a16:creationId xmlns:a16="http://schemas.microsoft.com/office/drawing/2014/main" id="{FCC80A10-8912-49C2-840D-242451483AF0}"/>
              </a:ext>
            </a:extLst>
          </p:cNvPr>
          <p:cNvSpPr>
            <a:spLocks xmlns:a="http://schemas.openxmlformats.org/drawingml/2006/main"/>
          </p:cNvSpPr>
          <p:nvPr/>
        </p:nvSpPr>
        <p:spPr>
          <a:xfrm xmlns:a="http://schemas.openxmlformats.org/drawingml/2006/main">
            <a:off x="3708400" y="449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summaries, and handoffs can omit critical details.</a:t>
            </a:r>
          </a:p>
        </p:txBody>
      </p:sp>
      <p:sp>
        <p:nvSpPr>
          <p:cNvPr id="218" name="19-text-9">
            <a:extLst xmlns:a="http://schemas.openxmlformats.org/drawingml/2006/main">
              <a:ext uri="{FF2B5EF4-FFF2-40B4-BE49-F238E27FC236}">
                <a16:creationId xmlns:a16="http://schemas.microsoft.com/office/drawing/2014/main" id="{8C069FFF-D578-4FAF-95AD-B3191AF260A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19-text-10">
            <a:extLst xmlns:a="http://schemas.openxmlformats.org/drawingml/2006/main">
              <a:ext uri="{FF2B5EF4-FFF2-40B4-BE49-F238E27FC236}">
                <a16:creationId xmlns:a16="http://schemas.microsoft.com/office/drawing/2014/main" id="{343FA6C9-9176-4494-9BC8-FEC0D6AD5DE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220" name="narrative-number">
            <a:extLst xmlns:a="http://schemas.openxmlformats.org/drawingml/2006/main">
              <a:ext uri="{FF2B5EF4-FFF2-40B4-BE49-F238E27FC236}">
                <a16:creationId xmlns:a16="http://schemas.microsoft.com/office/drawing/2014/main" id="{7F1A38BE-5C37-4930-AC2F-34D19F2A6CC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109628522"/>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95E3ACE4-8AB4-4E52-B900-26931FF04AE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38" name="mini-map"/>
          <p:cNvPicPr>
            <a:picLocks xmlns:a="http://schemas.openxmlformats.org/drawingml/2006/main" noChangeAspect="1"/>
          </p:cNvPicPr>
          <p:nvPr/>
        </p:nvPicPr>
        <p:blipFill>
          <a:blip xmlns:r="http://schemas.openxmlformats.org/officeDocument/2006/relationships" xmlns:a="http://schemas.openxmlformats.org/drawingml/2006/main" r:embed="Rdda181a974904e4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7B9AECC5-0FFD-4442-BF86-92C325E52D1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224" name="header-divider">
            <a:extLst xmlns:a="http://schemas.openxmlformats.org/drawingml/2006/main">
              <a:ext uri="{FF2B5EF4-FFF2-40B4-BE49-F238E27FC236}">
                <a16:creationId xmlns:a16="http://schemas.microsoft.com/office/drawing/2014/main" id="{BED550A7-F3E0-4AAB-BF89-12360AFD026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0-text-1">
            <a:extLst xmlns:a="http://schemas.openxmlformats.org/drawingml/2006/main">
              <a:ext uri="{FF2B5EF4-FFF2-40B4-BE49-F238E27FC236}">
                <a16:creationId xmlns:a16="http://schemas.microsoft.com/office/drawing/2014/main" id="{FACE20C0-E33E-4C4A-920B-83734145F96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226" name="20-text-2">
            <a:extLst xmlns:a="http://schemas.openxmlformats.org/drawingml/2006/main">
              <a:ext uri="{FF2B5EF4-FFF2-40B4-BE49-F238E27FC236}">
                <a16:creationId xmlns:a16="http://schemas.microsoft.com/office/drawing/2014/main" id="{F8F0CC97-BBB8-4175-A87D-3D6B8584409C}"/>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227" name="20-text-3">
            <a:extLst xmlns:a="http://schemas.openxmlformats.org/drawingml/2006/main">
              <a:ext uri="{FF2B5EF4-FFF2-40B4-BE49-F238E27FC236}">
                <a16:creationId xmlns:a16="http://schemas.microsoft.com/office/drawing/2014/main" id="{9058272B-60EF-4409-B290-1163A558CAEB}"/>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228" name="20-text-4">
            <a:extLst xmlns:a="http://schemas.openxmlformats.org/drawingml/2006/main">
              <a:ext uri="{FF2B5EF4-FFF2-40B4-BE49-F238E27FC236}">
                <a16:creationId xmlns:a16="http://schemas.microsoft.com/office/drawing/2014/main" id="{F6353D59-C678-4A13-93D1-D0DA9DED85A9}"/>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229" name="20-text-5">
            <a:extLst xmlns:a="http://schemas.openxmlformats.org/drawingml/2006/main">
              <a:ext uri="{FF2B5EF4-FFF2-40B4-BE49-F238E27FC236}">
                <a16:creationId xmlns:a16="http://schemas.microsoft.com/office/drawing/2014/main" id="{0479DC63-4DF4-4BEB-9F88-AACD50CAAB67}"/>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230" name="20-text-6">
            <a:extLst xmlns:a="http://schemas.openxmlformats.org/drawingml/2006/main">
              <a:ext uri="{FF2B5EF4-FFF2-40B4-BE49-F238E27FC236}">
                <a16:creationId xmlns:a16="http://schemas.microsoft.com/office/drawing/2014/main" id="{16C99FA8-8D14-4EBE-A3A9-1429DBDB90FA}"/>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31" name="20-text-7">
            <a:extLst xmlns:a="http://schemas.openxmlformats.org/drawingml/2006/main">
              <a:ext uri="{FF2B5EF4-FFF2-40B4-BE49-F238E27FC236}">
                <a16:creationId xmlns:a16="http://schemas.microsoft.com/office/drawing/2014/main" id="{A4B6D4EF-655E-4A9C-A85D-466582850647}"/>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32" name="20-text-8">
            <a:extLst xmlns:a="http://schemas.openxmlformats.org/drawingml/2006/main">
              <a:ext uri="{FF2B5EF4-FFF2-40B4-BE49-F238E27FC236}">
                <a16:creationId xmlns:a16="http://schemas.microsoft.com/office/drawing/2014/main" id="{0826A28A-54EC-49D9-92A7-8913B3DE8D59}"/>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33" name="20-text-9">
            <a:extLst xmlns:a="http://schemas.openxmlformats.org/drawingml/2006/main">
              <a:ext uri="{FF2B5EF4-FFF2-40B4-BE49-F238E27FC236}">
                <a16:creationId xmlns:a16="http://schemas.microsoft.com/office/drawing/2014/main" id="{5C3B357C-D3B1-41DA-BB7C-AB1E483DD2DA}"/>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34" name="20-text-10">
            <a:extLst xmlns:a="http://schemas.openxmlformats.org/drawingml/2006/main">
              <a:ext uri="{FF2B5EF4-FFF2-40B4-BE49-F238E27FC236}">
                <a16:creationId xmlns:a16="http://schemas.microsoft.com/office/drawing/2014/main" id="{3DBCF7B8-4CFE-4C30-A331-094C45F9D618}"/>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35" name="20-text-11">
            <a:extLst xmlns:a="http://schemas.openxmlformats.org/drawingml/2006/main">
              <a:ext uri="{FF2B5EF4-FFF2-40B4-BE49-F238E27FC236}">
                <a16:creationId xmlns:a16="http://schemas.microsoft.com/office/drawing/2014/main" id="{D7C09FF9-A930-4EDC-B305-7966F8554D76}"/>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36" name="narrative-number">
            <a:extLst xmlns:a="http://schemas.openxmlformats.org/drawingml/2006/main">
              <a:ext uri="{FF2B5EF4-FFF2-40B4-BE49-F238E27FC236}">
                <a16:creationId xmlns:a16="http://schemas.microsoft.com/office/drawing/2014/main" id="{96769B36-EF9E-49B8-BE87-4C84E833FE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21837489"/>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7" name="!!area-name">
            <a:extLst xmlns:a="http://schemas.openxmlformats.org/drawingml/2006/main">
              <a:ext uri="{FF2B5EF4-FFF2-40B4-BE49-F238E27FC236}">
                <a16:creationId xmlns:a16="http://schemas.microsoft.com/office/drawing/2014/main" id="{F7F309D9-61FD-4D7F-8508-5A8E5C0768A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6383c0c6456e416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9" name="header-divider">
            <a:extLst xmlns:a="http://schemas.openxmlformats.org/drawingml/2006/main">
              <a:ext uri="{FF2B5EF4-FFF2-40B4-BE49-F238E27FC236}">
                <a16:creationId xmlns:a16="http://schemas.microsoft.com/office/drawing/2014/main" id="{C3EDC207-D1C5-4F5F-94AE-89C2939C84C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1-text-1">
            <a:extLst xmlns:a="http://schemas.openxmlformats.org/drawingml/2006/main">
              <a:ext uri="{FF2B5EF4-FFF2-40B4-BE49-F238E27FC236}">
                <a16:creationId xmlns:a16="http://schemas.microsoft.com/office/drawing/2014/main" id="{3389D9B1-BCE3-4186-9FC3-EE956A04D486}"/>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41" name="21-text-2">
            <a:extLst xmlns:a="http://schemas.openxmlformats.org/drawingml/2006/main">
              <a:ext uri="{FF2B5EF4-FFF2-40B4-BE49-F238E27FC236}">
                <a16:creationId xmlns:a16="http://schemas.microsoft.com/office/drawing/2014/main" id="{E62A491A-E320-4F36-B47F-DBA32BE52BD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42" name="21-text-3">
            <a:extLst xmlns:a="http://schemas.openxmlformats.org/drawingml/2006/main">
              <a:ext uri="{FF2B5EF4-FFF2-40B4-BE49-F238E27FC236}">
                <a16:creationId xmlns:a16="http://schemas.microsoft.com/office/drawing/2014/main" id="{F6A31A1E-8694-4B90-8699-1EA5F7545E3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51" name="21-image-4"/>
          <p:cNvPicPr>
            <a:picLocks xmlns:a="http://schemas.openxmlformats.org/drawingml/2006/main" noChangeAspect="1"/>
          </p:cNvPicPr>
          <p:nvPr/>
        </p:nvPicPr>
        <p:blipFill>
          <a:blip xmlns:r="http://schemas.openxmlformats.org/officeDocument/2006/relationships" xmlns:a="http://schemas.openxmlformats.org/drawingml/2006/main" r:embed="Rd1641651bc3a4a4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44" name="narrative-number">
            <a:extLst xmlns:a="http://schemas.openxmlformats.org/drawingml/2006/main">
              <a:ext uri="{FF2B5EF4-FFF2-40B4-BE49-F238E27FC236}">
                <a16:creationId xmlns:a16="http://schemas.microsoft.com/office/drawing/2014/main" id="{CB5D1FE4-843A-47DE-9883-9B9F7D04DD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77991921"/>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D3DD70D1-29DB-4C56-A192-FE5771CED22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62" name="mini-map"/>
          <p:cNvPicPr>
            <a:picLocks xmlns:a="http://schemas.openxmlformats.org/drawingml/2006/main" noChangeAspect="1"/>
          </p:cNvPicPr>
          <p:nvPr/>
        </p:nvPicPr>
        <p:blipFill>
          <a:blip xmlns:r="http://schemas.openxmlformats.org/officeDocument/2006/relationships" xmlns:a="http://schemas.openxmlformats.org/drawingml/2006/main" r:embed="R67c5f584860148d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A495F0EA-9400-4252-86F3-1604871AED3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agent capabilities</a:t>
            </a:r>
          </a:p>
        </p:txBody>
      </p:sp>
      <p:sp>
        <p:nvSpPr>
          <p:cNvPr id="248" name="header-divider">
            <a:extLst xmlns:a="http://schemas.openxmlformats.org/drawingml/2006/main">
              <a:ext uri="{FF2B5EF4-FFF2-40B4-BE49-F238E27FC236}">
                <a16:creationId xmlns:a16="http://schemas.microsoft.com/office/drawing/2014/main" id="{C04AF9B7-37D2-4903-9297-C1AC9C0A8D2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2-text-1">
            <a:extLst xmlns:a="http://schemas.openxmlformats.org/drawingml/2006/main">
              <a:ext uri="{FF2B5EF4-FFF2-40B4-BE49-F238E27FC236}">
                <a16:creationId xmlns:a16="http://schemas.microsoft.com/office/drawing/2014/main" id="{8F300A5B-E4D5-4A2A-8DD6-6320A2D072DB}"/>
              </a:ext>
            </a:extLst>
          </p:cNvPr>
          <p:cNvSpPr>
            <a:spLocks xmlns:a="http://schemas.openxmlformats.org/drawingml/2006/main"/>
          </p:cNvSpPr>
          <p:nvPr/>
        </p:nvSpPr>
        <p:spPr>
          <a:xfrm xmlns:a="http://schemas.openxmlformats.org/drawingml/2006/main">
            <a:off x="609600" y="24384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Tools expose operations for retrieving information, running computations,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acting on systems.</a:t>
            </a:r>
          </a:p>
        </p:txBody>
      </p:sp>
      <p:sp>
        <p:nvSpPr>
          <p:cNvPr id="250" name="22-text-2">
            <a:extLst xmlns:a="http://schemas.openxmlformats.org/drawingml/2006/main">
              <a:ext uri="{FF2B5EF4-FFF2-40B4-BE49-F238E27FC236}">
                <a16:creationId xmlns:a16="http://schemas.microsoft.com/office/drawing/2014/main" id="{2CA5914D-0907-4076-9C87-C278C62B190E}"/>
              </a:ext>
            </a:extLst>
          </p:cNvPr>
          <p:cNvSpPr>
            <a:spLocks xmlns:a="http://schemas.openxmlformats.org/drawingml/2006/main"/>
          </p:cNvSpPr>
          <p:nvPr/>
        </p:nvSpPr>
        <p:spPr>
          <a:xfrm xmlns:a="http://schemas.openxmlformats.org/drawingml/2006/main">
            <a:off x="6096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Request</a:t>
            </a:r>
          </a:p>
        </p:txBody>
      </p:sp>
      <p:sp>
        <p:nvSpPr>
          <p:cNvPr id="251" name="22-text-3">
            <a:extLst xmlns:a="http://schemas.openxmlformats.org/drawingml/2006/main">
              <a:ext uri="{FF2B5EF4-FFF2-40B4-BE49-F238E27FC236}">
                <a16:creationId xmlns:a16="http://schemas.microsoft.com/office/drawing/2014/main" id="{AB6821CB-80C8-4568-A0F0-7C752415AD69}"/>
              </a:ext>
            </a:extLst>
          </p:cNvPr>
          <p:cNvSpPr>
            <a:spLocks xmlns:a="http://schemas.openxmlformats.org/drawingml/2006/main"/>
          </p:cNvSpPr>
          <p:nvPr/>
        </p:nvSpPr>
        <p:spPr>
          <a:xfrm xmlns:a="http://schemas.openxmlformats.org/drawingml/2006/main">
            <a:off x="6096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 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supplies arguments.</a:t>
            </a:r>
          </a:p>
        </p:txBody>
      </p:sp>
      <p:sp>
        <p:nvSpPr>
          <p:cNvPr id="252" name="22-text-4">
            <a:extLst xmlns:a="http://schemas.openxmlformats.org/drawingml/2006/main">
              <a:ext uri="{FF2B5EF4-FFF2-40B4-BE49-F238E27FC236}">
                <a16:creationId xmlns:a16="http://schemas.microsoft.com/office/drawing/2014/main" id="{55FC4445-A20A-4207-A29A-0168F4BF6C14}"/>
              </a:ext>
            </a:extLst>
          </p:cNvPr>
          <p:cNvSpPr>
            <a:spLocks xmlns:a="http://schemas.openxmlformats.org/drawingml/2006/main"/>
          </p:cNvSpPr>
          <p:nvPr/>
        </p:nvSpPr>
        <p:spPr>
          <a:xfrm xmlns:a="http://schemas.openxmlformats.org/drawingml/2006/main">
            <a:off x="45212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53" name="22-text-5">
            <a:extLst xmlns:a="http://schemas.openxmlformats.org/drawingml/2006/main">
              <a:ext uri="{FF2B5EF4-FFF2-40B4-BE49-F238E27FC236}">
                <a16:creationId xmlns:a16="http://schemas.microsoft.com/office/drawing/2014/main" id="{79A25A5D-FC64-4E72-83A5-1C5C685C6B53}"/>
              </a:ext>
            </a:extLst>
          </p:cNvPr>
          <p:cNvSpPr>
            <a:spLocks xmlns:a="http://schemas.openxmlformats.org/drawingml/2006/main"/>
          </p:cNvSpPr>
          <p:nvPr/>
        </p:nvSpPr>
        <p:spPr>
          <a:xfrm xmlns:a="http://schemas.openxmlformats.org/drawingml/2006/main">
            <a:off x="45212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Software checks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and inputs,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then performs the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operation.</a:t>
            </a:r>
          </a:p>
        </p:txBody>
      </p:sp>
      <p:sp>
        <p:nvSpPr>
          <p:cNvPr id="254" name="22-text-6">
            <a:extLst xmlns:a="http://schemas.openxmlformats.org/drawingml/2006/main">
              <a:ext uri="{FF2B5EF4-FFF2-40B4-BE49-F238E27FC236}">
                <a16:creationId xmlns:a16="http://schemas.microsoft.com/office/drawing/2014/main" id="{983DDE82-F3CF-460F-A72C-32AF54BC47B9}"/>
              </a:ext>
            </a:extLst>
          </p:cNvPr>
          <p:cNvSpPr>
            <a:spLocks xmlns:a="http://schemas.openxmlformats.org/drawingml/2006/main"/>
          </p:cNvSpPr>
          <p:nvPr/>
        </p:nvSpPr>
        <p:spPr>
          <a:xfrm xmlns:a="http://schemas.openxmlformats.org/drawingml/2006/main">
            <a:off x="8432800" y="3454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Result</a:t>
            </a:r>
          </a:p>
        </p:txBody>
      </p:sp>
      <p:sp>
        <p:nvSpPr>
          <p:cNvPr id="255" name="22-text-7">
            <a:extLst xmlns:a="http://schemas.openxmlformats.org/drawingml/2006/main">
              <a:ext uri="{FF2B5EF4-FFF2-40B4-BE49-F238E27FC236}">
                <a16:creationId xmlns:a16="http://schemas.microsoft.com/office/drawing/2014/main" id="{B9E98988-1D25-4410-9CDB-EFB69938EF23}"/>
              </a:ext>
            </a:extLst>
          </p:cNvPr>
          <p:cNvSpPr>
            <a:spLocks xmlns:a="http://schemas.openxmlformats.org/drawingml/2006/main"/>
          </p:cNvSpPr>
          <p:nvPr/>
        </p:nvSpPr>
        <p:spPr>
          <a:xfrm xmlns:a="http://schemas.openxmlformats.org/drawingml/2006/main">
            <a:off x="8432800" y="3937000"/>
            <a:ext cx="31496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tool returns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that informs the next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step.</a:t>
            </a:r>
          </a:p>
        </p:txBody>
      </p:sp>
      <p:sp>
        <p:nvSpPr>
          <p:cNvPr id="256" name="22-line-9">
            <a:extLst xmlns:a="http://schemas.openxmlformats.org/drawingml/2006/main">
              <a:ext uri="{FF2B5EF4-FFF2-40B4-BE49-F238E27FC236}">
                <a16:creationId xmlns:a16="http://schemas.microsoft.com/office/drawing/2014/main" id="{7AE797D1-BFB4-4017-93A5-86AE85840471}"/>
              </a:ext>
            </a:extLst>
          </p:cNvPr>
          <p:cNvSpPr>
            <a:spLocks xmlns:a="http://schemas.openxmlformats.org/drawingml/2006/main"/>
          </p:cNvSpPr>
          <p:nvPr/>
        </p:nvSpPr>
        <p:spPr>
          <a:xfrm xmlns:a="http://schemas.openxmlformats.org/drawingml/2006/main" flipH="0" flipV="0">
            <a:off x="39116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7" name="22-line-11">
            <a:extLst xmlns:a="http://schemas.openxmlformats.org/drawingml/2006/main">
              <a:ext uri="{FF2B5EF4-FFF2-40B4-BE49-F238E27FC236}">
                <a16:creationId xmlns:a16="http://schemas.microsoft.com/office/drawing/2014/main" id="{4A5663EC-2F8B-42F0-9F42-132F5FAC2FCA}"/>
              </a:ext>
            </a:extLst>
          </p:cNvPr>
          <p:cNvSpPr>
            <a:spLocks xmlns:a="http://schemas.openxmlformats.org/drawingml/2006/main"/>
          </p:cNvSpPr>
          <p:nvPr/>
        </p:nvSpPr>
        <p:spPr>
          <a:xfrm xmlns:a="http://schemas.openxmlformats.org/drawingml/2006/main" flipH="0" flipV="0">
            <a:off x="7823200" y="450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58" name="22-text-12">
            <a:extLst xmlns:a="http://schemas.openxmlformats.org/drawingml/2006/main">
              <a:ext uri="{FF2B5EF4-FFF2-40B4-BE49-F238E27FC236}">
                <a16:creationId xmlns:a16="http://schemas.microsoft.com/office/drawing/2014/main" id="{AA3CF87E-27C1-443D-8DEC-A899AC94F8A6}"/>
              </a:ext>
            </a:extLst>
          </p:cNvPr>
          <p:cNvSpPr>
            <a:spLocks xmlns:a="http://schemas.openxmlformats.org/drawingml/2006/main"/>
          </p:cNvSpPr>
          <p:nvPr/>
        </p:nvSpPr>
        <p:spPr>
          <a:xfrm xmlns:a="http://schemas.openxmlformats.org/drawingml/2006/main">
            <a:off x="609600" y="551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Model Context Protocol (MCP)</a:t>
            </a:r>
          </a:p>
        </p:txBody>
      </p:sp>
      <p:sp>
        <p:nvSpPr>
          <p:cNvPr id="259" name="22-text-13">
            <a:extLst xmlns:a="http://schemas.openxmlformats.org/drawingml/2006/main">
              <a:ext uri="{FF2B5EF4-FFF2-40B4-BE49-F238E27FC236}">
                <a16:creationId xmlns:a16="http://schemas.microsoft.com/office/drawing/2014/main" id="{E338E491-1DDC-4D84-A4D4-EEC67E4C2A09}"/>
              </a:ext>
            </a:extLst>
          </p:cNvPr>
          <p:cNvSpPr>
            <a:spLocks xmlns:a="http://schemas.openxmlformats.org/drawingml/2006/main"/>
          </p:cNvSpPr>
          <p:nvPr/>
        </p:nvSpPr>
        <p:spPr>
          <a:xfrm xmlns:a="http://schemas.openxmlformats.org/drawingml/2006/main">
            <a:off x="609600" y="5918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standard interface for connecting AI applications to external tools and context.</a:t>
            </a:r>
          </a:p>
        </p:txBody>
      </p:sp>
      <p:sp>
        <p:nvSpPr>
          <p:cNvPr id="260" name="narrative-number">
            <a:extLst xmlns:a="http://schemas.openxmlformats.org/drawingml/2006/main">
              <a:ext uri="{FF2B5EF4-FFF2-40B4-BE49-F238E27FC236}">
                <a16:creationId xmlns:a16="http://schemas.microsoft.com/office/drawing/2014/main" id="{E031681A-C51D-4D5D-802B-389EB3360DD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278083638"/>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1" name="!!area-name">
            <a:extLst xmlns:a="http://schemas.openxmlformats.org/drawingml/2006/main">
              <a:ext uri="{FF2B5EF4-FFF2-40B4-BE49-F238E27FC236}">
                <a16:creationId xmlns:a16="http://schemas.microsoft.com/office/drawing/2014/main" id="{BD55E180-31CE-48B2-B571-1A38AA0FA79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69" name="mini-map"/>
          <p:cNvPicPr>
            <a:picLocks xmlns:a="http://schemas.openxmlformats.org/drawingml/2006/main" noChangeAspect="1"/>
          </p:cNvPicPr>
          <p:nvPr/>
        </p:nvPicPr>
        <p:blipFill>
          <a:blip xmlns:r="http://schemas.openxmlformats.org/officeDocument/2006/relationships" xmlns:a="http://schemas.openxmlformats.org/drawingml/2006/main" r:embed="R97f7e4bc37394c5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3" name="slide-title">
            <a:extLst xmlns:a="http://schemas.openxmlformats.org/drawingml/2006/main">
              <a:ext uri="{FF2B5EF4-FFF2-40B4-BE49-F238E27FC236}">
                <a16:creationId xmlns:a16="http://schemas.microsoft.com/office/drawing/2014/main" id="{9ECA007E-9EFA-4A6B-B41C-9D1DD0B393B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and exposing capabilities</a:t>
            </a:r>
          </a:p>
        </p:txBody>
      </p:sp>
      <p:sp>
        <p:nvSpPr>
          <p:cNvPr id="264" name="header-divider">
            <a:extLst xmlns:a="http://schemas.openxmlformats.org/drawingml/2006/main">
              <a:ext uri="{FF2B5EF4-FFF2-40B4-BE49-F238E27FC236}">
                <a16:creationId xmlns:a16="http://schemas.microsoft.com/office/drawing/2014/main" id="{F9E4B4CD-7CD8-444B-AD66-55C1D6A5956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72" name="23-table-1"/>
          <p:cNvGraphicFramePr/>
          <p:nvPr/>
        </p:nvGraphicFramePr>
        <p:xfrm>
          <a:off xmlns:a="http://schemas.openxmlformats.org/drawingml/2006/main" x="609600" y="24384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3098800"/>
                <a:gridCol w="7874000"/>
              </a:tblGrid>
              <a:tr h="457200">
                <a:tc>
                  <a:txBody>
                    <a:bodyPr>
                      <a:noAutofit/>
                    </a:bodyPr>
                    <a:lstStyle/>
                    <a:p>
                      <a:pPr>
                        <a:lnSpc>
                          <a:spcPct val="125000"/>
                        </a:lnSpc>
                        <a:buNone/>
                      </a:pPr>
                      <a:r>
                        <a:rPr sz="2000" b="1">
                          <a:solidFill>
                            <a:srgbClr val="F948BE"/>
                          </a:solidFill>
                          <a:latin typeface="Helvetica"/>
                          <a:ea typeface="Helvetica"/>
                          <a:cs typeface="Helvetica"/>
                        </a:rPr>
                        <a:t>Decision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Options and trade-offs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Capability size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Small operations offer flexibility.</a:t>
                      </a:r>
                    </a:p>
                    <a:p>
                      <a:pPr>
                        <a:lnSpc>
                          <a:spcPct val="125000"/>
                        </a:lnSpc>
                        <a:buNone/>
                      </a:pPr>
                      <a:r>
                        <a:rPr sz="2000" b="0">
                          <a:solidFill>
                            <a:srgbClr val="FFFCF5"/>
                          </a:solidFill>
                          <a:latin typeface="Helvetica"/>
                          <a:ea typeface="Helvetica"/>
                          <a:cs typeface="Helvetica"/>
                        </a:rPr>
                        <a:t>Task-oriented tools handle more work internally.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System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MCP provides standard tool discovery and calls.</a:t>
                      </a:r>
                    </a:p>
                    <a:p>
                      <a:pPr>
                        <a:lnSpc>
                          <a:spcPct val="125000"/>
                        </a:lnSpc>
                        <a:buNone/>
                      </a:pPr>
                      <a:r>
                        <a:rPr sz="2000" b="0">
                          <a:solidFill>
                            <a:srgbClr val="FFFCF5"/>
                          </a:solidFill>
                          <a:latin typeface="Helvetica"/>
                          <a:ea typeface="Helvetica"/>
                          <a:cs typeface="Helvetica"/>
                        </a:rPr>
                        <a:t>CLIs provide access through existing commands.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14400">
                <a:tc>
                  <a:txBody>
                    <a:bodyPr>
                      <a:noAutofit/>
                    </a:bodyPr>
                    <a:lstStyle/>
                    <a:p>
                      <a:pPr>
                        <a:lnSpc>
                          <a:spcPct val="125000"/>
                        </a:lnSpc>
                        <a:buNone/>
                      </a:pPr>
                      <a:r>
                        <a:rPr sz="2000" b="1">
                          <a:solidFill>
                            <a:srgbClr val="FFFCF5"/>
                          </a:solidFill>
                          <a:latin typeface="Helvetica"/>
                          <a:ea typeface="Helvetica"/>
                          <a:cs typeface="Helvetica"/>
                        </a:rPr>
                        <a:t>Tool composition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Individual calls return results step by step.</a:t>
                      </a:r>
                    </a:p>
                    <a:p>
                      <a:pPr>
                        <a:lnSpc>
                          <a:spcPct val="125000"/>
                        </a:lnSpc>
                        <a:buNone/>
                      </a:pPr>
                      <a:r>
                        <a:rPr sz="2000" b="0">
                          <a:solidFill>
                            <a:srgbClr val="FFFCF5"/>
                          </a:solidFill>
                          <a:latin typeface="Helvetica"/>
                          <a:ea typeface="Helvetica"/>
                          <a:cs typeface="Helvetica"/>
                        </a:rPr>
                        <a:t>Code mode combines calls and processes results in code.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6" name="23-text-2">
            <a:extLst xmlns:a="http://schemas.openxmlformats.org/drawingml/2006/main">
              <a:ext uri="{FF2B5EF4-FFF2-40B4-BE49-F238E27FC236}">
                <a16:creationId xmlns:a16="http://schemas.microsoft.com/office/drawing/2014/main" id="{FCF11D97-578B-49D6-B6B7-921655C56F6C}"/>
              </a:ext>
            </a:extLst>
          </p:cNvPr>
          <p:cNvSpPr>
            <a:spLocks xmlns:a="http://schemas.openxmlformats.org/drawingml/2006/main"/>
          </p:cNvSpPr>
          <p:nvPr/>
        </p:nvSpPr>
        <p:spPr>
          <a:xfrm xmlns:a="http://schemas.openxmlformats.org/drawingml/2006/main">
            <a:off x="609600" y="5715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 apply to every approach: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permissions, input checks, and limits on execution.</a:t>
            </a:r>
          </a:p>
        </p:txBody>
      </p:sp>
      <p:sp>
        <p:nvSpPr>
          <p:cNvPr id="267" name="narrative-number">
            <a:extLst xmlns:a="http://schemas.openxmlformats.org/drawingml/2006/main">
              <a:ext uri="{FF2B5EF4-FFF2-40B4-BE49-F238E27FC236}">
                <a16:creationId xmlns:a16="http://schemas.microsoft.com/office/drawing/2014/main" id="{F3BEDBD2-78A5-4D46-9E56-96596D8DEF7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505767692"/>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8" name="!!area-name">
            <a:extLst xmlns:a="http://schemas.openxmlformats.org/drawingml/2006/main">
              <a:ext uri="{FF2B5EF4-FFF2-40B4-BE49-F238E27FC236}">
                <a16:creationId xmlns:a16="http://schemas.microsoft.com/office/drawing/2014/main" id="{1BC39447-F69C-47BD-9E4E-B8D140DB611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82" name="mini-map"/>
          <p:cNvPicPr>
            <a:picLocks xmlns:a="http://schemas.openxmlformats.org/drawingml/2006/main" noChangeAspect="1"/>
          </p:cNvPicPr>
          <p:nvPr/>
        </p:nvPicPr>
        <p:blipFill>
          <a:blip xmlns:r="http://schemas.openxmlformats.org/officeDocument/2006/relationships" xmlns:a="http://schemas.openxmlformats.org/drawingml/2006/main" r:embed="R6e8cdbc93dbd4c3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0" name="slide-title">
            <a:extLst xmlns:a="http://schemas.openxmlformats.org/drawingml/2006/main">
              <a:ext uri="{FF2B5EF4-FFF2-40B4-BE49-F238E27FC236}">
                <a16:creationId xmlns:a16="http://schemas.microsoft.com/office/drawing/2014/main" id="{BB5B9321-9869-4DB8-BFD8-CB3A418CC1E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71" name="header-divider">
            <a:extLst xmlns:a="http://schemas.openxmlformats.org/drawingml/2006/main">
              <a:ext uri="{FF2B5EF4-FFF2-40B4-BE49-F238E27FC236}">
                <a16:creationId xmlns:a16="http://schemas.microsoft.com/office/drawing/2014/main" id="{3740F263-2B7D-48F9-ABB7-CD63BED2D0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2" name="24-text-1">
            <a:extLst xmlns:a="http://schemas.openxmlformats.org/drawingml/2006/main">
              <a:ext uri="{FF2B5EF4-FFF2-40B4-BE49-F238E27FC236}">
                <a16:creationId xmlns:a16="http://schemas.microsoft.com/office/drawing/2014/main" id="{E0D1CC21-4FFB-4801-B84A-F6DFC9AF70F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selection</a:t>
            </a:r>
          </a:p>
        </p:txBody>
      </p:sp>
      <p:sp>
        <p:nvSpPr>
          <p:cNvPr id="273" name="24-text-2">
            <a:extLst xmlns:a="http://schemas.openxmlformats.org/drawingml/2006/main">
              <a:ext uri="{FF2B5EF4-FFF2-40B4-BE49-F238E27FC236}">
                <a16:creationId xmlns:a16="http://schemas.microsoft.com/office/drawing/2014/main" id="{EA4B887A-45CC-4D64-9A87-7A90AB3232C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tools and unclear descriptions make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right operation harder to choose.</a:t>
            </a:r>
          </a:p>
        </p:txBody>
      </p:sp>
      <p:sp>
        <p:nvSpPr>
          <p:cNvPr id="274" name="24-text-3">
            <a:extLst xmlns:a="http://schemas.openxmlformats.org/drawingml/2006/main">
              <a:ext uri="{FF2B5EF4-FFF2-40B4-BE49-F238E27FC236}">
                <a16:creationId xmlns:a16="http://schemas.microsoft.com/office/drawing/2014/main" id="{6C4CCD3E-77AC-4556-8A4F-24BE17B790C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75" name="24-text-4">
            <a:extLst xmlns:a="http://schemas.openxmlformats.org/drawingml/2006/main">
              <a:ext uri="{FF2B5EF4-FFF2-40B4-BE49-F238E27FC236}">
                <a16:creationId xmlns:a16="http://schemas.microsoft.com/office/drawing/2014/main" id="{22EEC24F-C647-4005-811D-BB823B2EFA0C}"/>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Broad shell or code access can grant more power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than the task requires.</a:t>
            </a:r>
          </a:p>
        </p:txBody>
      </p:sp>
      <p:sp>
        <p:nvSpPr>
          <p:cNvPr id="276" name="24-text-5">
            <a:extLst xmlns:a="http://schemas.openxmlformats.org/drawingml/2006/main">
              <a:ext uri="{FF2B5EF4-FFF2-40B4-BE49-F238E27FC236}">
                <a16:creationId xmlns:a16="http://schemas.microsoft.com/office/drawing/2014/main" id="{78F7ED0E-43F3-403A-9128-772B874BF83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77" name="24-text-6">
            <a:extLst xmlns:a="http://schemas.openxmlformats.org/drawingml/2006/main">
              <a:ext uri="{FF2B5EF4-FFF2-40B4-BE49-F238E27FC236}">
                <a16:creationId xmlns:a16="http://schemas.microsoft.com/office/drawing/2014/main" id="{6D0DDB91-4724-4904-857A-BD1DB492D6D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unclear result leaves the agent unsure whether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action completed.</a:t>
            </a:r>
          </a:p>
        </p:txBody>
      </p:sp>
      <p:sp>
        <p:nvSpPr>
          <p:cNvPr id="278" name="24-text-7">
            <a:extLst xmlns:a="http://schemas.openxmlformats.org/drawingml/2006/main">
              <a:ext uri="{FF2B5EF4-FFF2-40B4-BE49-F238E27FC236}">
                <a16:creationId xmlns:a16="http://schemas.microsoft.com/office/drawing/2014/main" id="{F6BDD540-0CFB-4E65-B822-86795C79370E}"/>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79" name="24-text-8">
            <a:extLst xmlns:a="http://schemas.openxmlformats.org/drawingml/2006/main">
              <a:ext uri="{FF2B5EF4-FFF2-40B4-BE49-F238E27FC236}">
                <a16:creationId xmlns:a16="http://schemas.microsoft.com/office/drawing/2014/main" id="{3933F8BD-923B-4777-B52B-6F560169267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80" name="narrative-number">
            <a:extLst xmlns:a="http://schemas.openxmlformats.org/drawingml/2006/main">
              <a:ext uri="{FF2B5EF4-FFF2-40B4-BE49-F238E27FC236}">
                <a16:creationId xmlns:a16="http://schemas.microsoft.com/office/drawing/2014/main" id="{C83FFD22-0B1A-4E16-B7CB-BDE359EC62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0931430"/>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1" name="!!area-name">
            <a:extLst xmlns:a="http://schemas.openxmlformats.org/drawingml/2006/main">
              <a:ext uri="{FF2B5EF4-FFF2-40B4-BE49-F238E27FC236}">
                <a16:creationId xmlns:a16="http://schemas.microsoft.com/office/drawing/2014/main" id="{80E8DCC3-5501-4C82-AEF5-D44739622D9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e6943493b1ce48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3" name="slide-title">
            <a:extLst xmlns:a="http://schemas.openxmlformats.org/drawingml/2006/main">
              <a:ext uri="{FF2B5EF4-FFF2-40B4-BE49-F238E27FC236}">
                <a16:creationId xmlns:a16="http://schemas.microsoft.com/office/drawing/2014/main" id="{0FCB462F-99A3-45E0-BFB0-D261252378F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84" name="header-divider">
            <a:extLst xmlns:a="http://schemas.openxmlformats.org/drawingml/2006/main">
              <a:ext uri="{FF2B5EF4-FFF2-40B4-BE49-F238E27FC236}">
                <a16:creationId xmlns:a16="http://schemas.microsoft.com/office/drawing/2014/main" id="{82803911-6309-4206-8657-FA01996BF9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5" name="25-text-1">
            <a:extLst xmlns:a="http://schemas.openxmlformats.org/drawingml/2006/main">
              <a:ext uri="{FF2B5EF4-FFF2-40B4-BE49-F238E27FC236}">
                <a16:creationId xmlns:a16="http://schemas.microsoft.com/office/drawing/2014/main" id="{F1232261-4D77-4BC0-8E43-1FD434A38C3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86" name="25-text-2">
            <a:extLst xmlns:a="http://schemas.openxmlformats.org/drawingml/2006/main">
              <a:ext uri="{FF2B5EF4-FFF2-40B4-BE49-F238E27FC236}">
                <a16:creationId xmlns:a16="http://schemas.microsoft.com/office/drawing/2014/main" id="{CC59F760-AC45-4CB3-8C2E-73DD2D80AA6E}"/>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87" name="25-text-3">
            <a:extLst xmlns:a="http://schemas.openxmlformats.org/drawingml/2006/main">
              <a:ext uri="{FF2B5EF4-FFF2-40B4-BE49-F238E27FC236}">
                <a16:creationId xmlns:a16="http://schemas.microsoft.com/office/drawing/2014/main" id="{193B090C-EB12-486B-B48C-2FBF883FA36E}"/>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301" name="25-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89" name="25-text-5">
            <a:extLst xmlns:a="http://schemas.openxmlformats.org/drawingml/2006/main">
              <a:ext uri="{FF2B5EF4-FFF2-40B4-BE49-F238E27FC236}">
                <a16:creationId xmlns:a16="http://schemas.microsoft.com/office/drawing/2014/main" id="{6212331C-CBF7-423D-9F97-142879887C08}"/>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90" name="25-text-6">
            <a:extLst xmlns:a="http://schemas.openxmlformats.org/drawingml/2006/main">
              <a:ext uri="{FF2B5EF4-FFF2-40B4-BE49-F238E27FC236}">
                <a16:creationId xmlns:a16="http://schemas.microsoft.com/office/drawing/2014/main" id="{821C7B8A-170E-412B-B6B8-ADBEDC06A892}"/>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91" name="25-text-7">
            <a:extLst xmlns:a="http://schemas.openxmlformats.org/drawingml/2006/main">
              <a:ext uri="{FF2B5EF4-FFF2-40B4-BE49-F238E27FC236}">
                <a16:creationId xmlns:a16="http://schemas.microsoft.com/office/drawing/2014/main" id="{8FD55BB9-2EA0-44FB-833B-165FF22E5C03}"/>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92" name="25-text-8">
            <a:extLst xmlns:a="http://schemas.openxmlformats.org/drawingml/2006/main">
              <a:ext uri="{FF2B5EF4-FFF2-40B4-BE49-F238E27FC236}">
                <a16:creationId xmlns:a16="http://schemas.microsoft.com/office/drawing/2014/main" id="{B43A9F2D-AE0C-4627-96EC-EED3E8777FA0}"/>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93" name="narrative-number">
            <a:extLst xmlns:a="http://schemas.openxmlformats.org/drawingml/2006/main">
              <a:ext uri="{FF2B5EF4-FFF2-40B4-BE49-F238E27FC236}">
                <a16:creationId xmlns:a16="http://schemas.microsoft.com/office/drawing/2014/main" id="{233161A6-110D-4D30-B82F-A9EBD328E51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54275820"/>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4C4E29B1-D4D0-445B-994D-F2EBDEF6C5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b434cd7b6a264e5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header-divider">
            <a:extLst xmlns:a="http://schemas.openxmlformats.org/drawingml/2006/main">
              <a:ext uri="{FF2B5EF4-FFF2-40B4-BE49-F238E27FC236}">
                <a16:creationId xmlns:a16="http://schemas.microsoft.com/office/drawing/2014/main" id="{2FA87B1D-8A52-464E-AD7D-7F337A4F40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7" name="26-text-1">
            <a:extLst xmlns:a="http://schemas.openxmlformats.org/drawingml/2006/main">
              <a:ext uri="{FF2B5EF4-FFF2-40B4-BE49-F238E27FC236}">
                <a16:creationId xmlns:a16="http://schemas.microsoft.com/office/drawing/2014/main" id="{EAD33BCE-2B2C-4DB2-8860-B7618B2A214D}"/>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98" name="26-text-2">
            <a:extLst xmlns:a="http://schemas.openxmlformats.org/drawingml/2006/main">
              <a:ext uri="{FF2B5EF4-FFF2-40B4-BE49-F238E27FC236}">
                <a16:creationId xmlns:a16="http://schemas.microsoft.com/office/drawing/2014/main" id="{28CA14AE-BC2A-4416-AF18-2838CEDA796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99" name="26-text-3">
            <a:extLst xmlns:a="http://schemas.openxmlformats.org/drawingml/2006/main">
              <a:ext uri="{FF2B5EF4-FFF2-40B4-BE49-F238E27FC236}">
                <a16:creationId xmlns:a16="http://schemas.microsoft.com/office/drawing/2014/main" id="{ABA724A9-E1C6-4B72-B47B-78E85CD956A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308" name="26-image-4"/>
          <p:cNvPicPr>
            <a:picLocks xmlns:a="http://schemas.openxmlformats.org/drawingml/2006/main" noChangeAspect="1"/>
          </p:cNvPicPr>
          <p:nvPr/>
        </p:nvPicPr>
        <p:blipFill>
          <a:blip xmlns:r="http://schemas.openxmlformats.org/officeDocument/2006/relationships" xmlns:a="http://schemas.openxmlformats.org/drawingml/2006/main" r:embed="R1234c557426b435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01" name="narrative-number">
            <a:extLst xmlns:a="http://schemas.openxmlformats.org/drawingml/2006/main">
              <a:ext uri="{FF2B5EF4-FFF2-40B4-BE49-F238E27FC236}">
                <a16:creationId xmlns:a16="http://schemas.microsoft.com/office/drawing/2014/main" id="{46C89E85-B1DE-4936-862A-E02AF08481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112299703"/>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3616DDBE-D66A-4717-AFB5-403ADA10D38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26" name="mini-map"/>
          <p:cNvPicPr>
            <a:picLocks xmlns:a="http://schemas.openxmlformats.org/drawingml/2006/main" noChangeAspect="1"/>
          </p:cNvPicPr>
          <p:nvPr/>
        </p:nvPicPr>
        <p:blipFill>
          <a:blip xmlns:r="http://schemas.openxmlformats.org/officeDocument/2006/relationships" xmlns:a="http://schemas.openxmlformats.org/drawingml/2006/main" r:embed="R74a5b6b9bfb845a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BA03F5F4-7FAE-4121-90F7-0E9914B891E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305" name="header-divider">
            <a:extLst xmlns:a="http://schemas.openxmlformats.org/drawingml/2006/main">
              <a:ext uri="{FF2B5EF4-FFF2-40B4-BE49-F238E27FC236}">
                <a16:creationId xmlns:a16="http://schemas.microsoft.com/office/drawing/2014/main" id="{72C76C1D-8B3A-49F3-A2F5-101CB9CEB8D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27-text-1">
            <a:extLst xmlns:a="http://schemas.openxmlformats.org/drawingml/2006/main">
              <a:ext uri="{FF2B5EF4-FFF2-40B4-BE49-F238E27FC236}">
                <a16:creationId xmlns:a16="http://schemas.microsoft.com/office/drawing/2014/main" id="{72EAC646-E633-4071-A416-88B66E2C5D61}"/>
              </a:ext>
            </a:extLst>
          </p:cNvPr>
          <p:cNvSpPr>
            <a:spLocks xmlns:a="http://schemas.openxmlformats.org/drawingml/2006/main"/>
          </p:cNvSpPr>
          <p:nvPr/>
        </p:nvSpPr>
        <p:spPr>
          <a:xfrm xmlns:a="http://schemas.openxmlformats.org/drawingml/2006/main">
            <a:off x="6096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307" name="27-text-2">
            <a:extLst xmlns:a="http://schemas.openxmlformats.org/drawingml/2006/main">
              <a:ext uri="{FF2B5EF4-FFF2-40B4-BE49-F238E27FC236}">
                <a16:creationId xmlns:a16="http://schemas.microsoft.com/office/drawing/2014/main" id="{DE995562-5EC9-4613-995E-ABDE3FC74778}"/>
              </a:ext>
            </a:extLst>
          </p:cNvPr>
          <p:cNvSpPr>
            <a:spLocks xmlns:a="http://schemas.openxmlformats.org/drawingml/2006/main"/>
          </p:cNvSpPr>
          <p:nvPr/>
        </p:nvSpPr>
        <p:spPr>
          <a:xfrm xmlns:a="http://schemas.openxmlformats.org/drawingml/2006/main">
            <a:off x="6096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Code defines stages and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permitted transitions.</a:t>
            </a:r>
          </a:p>
        </p:txBody>
      </p:sp>
      <p:sp>
        <p:nvSpPr>
          <p:cNvPr id="308" name="27-text-3">
            <a:extLst xmlns:a="http://schemas.openxmlformats.org/drawingml/2006/main">
              <a:ext uri="{FF2B5EF4-FFF2-40B4-BE49-F238E27FC236}">
                <a16:creationId xmlns:a16="http://schemas.microsoft.com/office/drawing/2014/main" id="{D8FA6F55-5CED-44B2-8BDF-4F2336C01E36}"/>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309" name="27-text-4">
            <a:extLst xmlns:a="http://schemas.openxmlformats.org/drawingml/2006/main">
              <a:ext uri="{FF2B5EF4-FFF2-40B4-BE49-F238E27FC236}">
                <a16:creationId xmlns:a16="http://schemas.microsoft.com/office/drawing/2014/main" id="{4D7EA61F-475D-4DE5-9CF4-0C2A6C460852}"/>
              </a:ext>
            </a:extLst>
          </p:cNvPr>
          <p:cNvSpPr>
            <a:spLocks xmlns:a="http://schemas.openxmlformats.org/drawingml/2006/main"/>
          </p:cNvSpPr>
          <p:nvPr/>
        </p:nvSpPr>
        <p:spPr>
          <a:xfrm xmlns:a="http://schemas.openxmlformats.org/drawingml/2006/main">
            <a:off x="6248400" y="29972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model chooses the next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from observed results.</a:t>
            </a:r>
          </a:p>
        </p:txBody>
      </p:sp>
      <p:sp>
        <p:nvSpPr>
          <p:cNvPr id="310" name="27-text-5">
            <a:extLst xmlns:a="http://schemas.openxmlformats.org/drawingml/2006/main">
              <a:ext uri="{FF2B5EF4-FFF2-40B4-BE49-F238E27FC236}">
                <a16:creationId xmlns:a16="http://schemas.microsoft.com/office/drawing/2014/main" id="{CF73417B-5883-4C1E-9B78-265EF1E34EF3}"/>
              </a:ext>
            </a:extLst>
          </p:cNvPr>
          <p:cNvSpPr>
            <a:spLocks xmlns:a="http://schemas.openxmlformats.org/drawingml/2006/main"/>
          </p:cNvSpPr>
          <p:nvPr/>
        </p:nvSpPr>
        <p:spPr>
          <a:xfrm xmlns:a="http://schemas.openxmlformats.org/drawingml/2006/main">
            <a:off x="609600" y="5156200"/>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Stage 1</a:t>
            </a:r>
          </a:p>
        </p:txBody>
      </p:sp>
      <p:sp>
        <p:nvSpPr>
          <p:cNvPr id="311" name="27-text-6">
            <a:extLst xmlns:a="http://schemas.openxmlformats.org/drawingml/2006/main">
              <a:ext uri="{FF2B5EF4-FFF2-40B4-BE49-F238E27FC236}">
                <a16:creationId xmlns:a16="http://schemas.microsoft.com/office/drawing/2014/main" id="{8B7D6F9C-152B-430C-9D1C-59489FC9500A}"/>
              </a:ext>
            </a:extLst>
          </p:cNvPr>
          <p:cNvSpPr>
            <a:spLocks xmlns:a="http://schemas.openxmlformats.org/drawingml/2006/main"/>
          </p:cNvSpPr>
          <p:nvPr/>
        </p:nvSpPr>
        <p:spPr>
          <a:xfrm xmlns:a="http://schemas.openxmlformats.org/drawingml/2006/main">
            <a:off x="9702800" y="5156200"/>
            <a:ext cx="1879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Required</a:t>
            </a:r>
          </a:p>
          <a:p xmlns:a="http://schemas.openxmlformats.org/drawingml/2006/main">
            <a:pPr algn="ct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a:t>
            </a:r>
          </a:p>
        </p:txBody>
      </p:sp>
      <p:sp>
        <p:nvSpPr>
          <p:cNvPr id="312" name="27-line-8">
            <a:extLst xmlns:a="http://schemas.openxmlformats.org/drawingml/2006/main">
              <a:ext uri="{FF2B5EF4-FFF2-40B4-BE49-F238E27FC236}">
                <a16:creationId xmlns:a16="http://schemas.microsoft.com/office/drawing/2014/main" id="{72E5B00F-E973-4016-8283-7AB4E986A16B}"/>
              </a:ext>
            </a:extLst>
          </p:cNvPr>
          <p:cNvSpPr>
            <a:spLocks xmlns:a="http://schemas.openxmlformats.org/drawingml/2006/main"/>
          </p:cNvSpPr>
          <p:nvPr/>
        </p:nvSpPr>
        <p:spPr>
          <a:xfrm xmlns:a="http://schemas.openxmlformats.org/drawingml/2006/main" flipH="0" flipV="0">
            <a:off x="24892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3" name="27-line-10">
            <a:extLst xmlns:a="http://schemas.openxmlformats.org/drawingml/2006/main">
              <a:ext uri="{FF2B5EF4-FFF2-40B4-BE49-F238E27FC236}">
                <a16:creationId xmlns:a16="http://schemas.microsoft.com/office/drawing/2014/main" id="{FCA63699-B007-45CA-8624-396EDCBBC353}"/>
              </a:ext>
            </a:extLst>
          </p:cNvPr>
          <p:cNvSpPr>
            <a:spLocks xmlns:a="http://schemas.openxmlformats.org/drawingml/2006/main"/>
          </p:cNvSpPr>
          <p:nvPr/>
        </p:nvSpPr>
        <p:spPr>
          <a:xfrm xmlns:a="http://schemas.openxmlformats.org/drawingml/2006/main" flipH="0" flipV="0">
            <a:off x="8940800" y="5537200"/>
            <a:ext cx="355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14" name="bounded-agent-loop-stage">
            <a:extLst xmlns:a="http://schemas.openxmlformats.org/drawingml/2006/main">
              <a:ext uri="{FF2B5EF4-FFF2-40B4-BE49-F238E27FC236}">
                <a16:creationId xmlns:a16="http://schemas.microsoft.com/office/drawing/2014/main" id="{E2729E0F-3577-4D50-86EE-2B23CD8904F9}"/>
              </a:ext>
            </a:extLst>
          </p:cNvPr>
          <p:cNvSpPr>
            <a:spLocks xmlns:a="http://schemas.openxmlformats.org/drawingml/2006/main"/>
          </p:cNvSpPr>
          <p:nvPr/>
        </p:nvSpPr>
        <p:spPr>
          <a:xfrm xmlns:a="http://schemas.openxmlformats.org/drawingml/2006/main">
            <a:off x="3149600" y="4419600"/>
            <a:ext cx="5486400" cy="190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315" name="27-text-11">
            <a:extLst xmlns:a="http://schemas.openxmlformats.org/drawingml/2006/main">
              <a:ext uri="{FF2B5EF4-FFF2-40B4-BE49-F238E27FC236}">
                <a16:creationId xmlns:a16="http://schemas.microsoft.com/office/drawing/2014/main" id="{43C1BF92-ED64-447F-B07E-9C25D73ED5C8}"/>
              </a:ext>
            </a:extLst>
          </p:cNvPr>
          <p:cNvSpPr>
            <a:spLocks xmlns:a="http://schemas.openxmlformats.org/drawingml/2006/main"/>
          </p:cNvSpPr>
          <p:nvPr/>
        </p:nvSpPr>
        <p:spPr>
          <a:xfrm xmlns:a="http://schemas.openxmlformats.org/drawingml/2006/main">
            <a:off x="3403600" y="4597400"/>
            <a:ext cx="497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Stage 2 · bounded agent loop</a:t>
            </a:r>
          </a:p>
        </p:txBody>
      </p:sp>
      <p:sp>
        <p:nvSpPr>
          <p:cNvPr id="316" name="27-text-12">
            <a:extLst xmlns:a="http://schemas.openxmlformats.org/drawingml/2006/main">
              <a:ext uri="{FF2B5EF4-FFF2-40B4-BE49-F238E27FC236}">
                <a16:creationId xmlns:a16="http://schemas.microsoft.com/office/drawing/2014/main" id="{6A93B689-A683-4D02-9D5B-88E6488DFD1E}"/>
              </a:ext>
            </a:extLst>
          </p:cNvPr>
          <p:cNvSpPr>
            <a:spLocks xmlns:a="http://schemas.openxmlformats.org/drawingml/2006/main"/>
          </p:cNvSpPr>
          <p:nvPr/>
        </p:nvSpPr>
        <p:spPr>
          <a:xfrm xmlns:a="http://schemas.openxmlformats.org/drawingml/2006/main">
            <a:off x="3403600" y="5156200"/>
            <a:ext cx="147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17" name="27-text-13">
            <a:extLst xmlns:a="http://schemas.openxmlformats.org/drawingml/2006/main">
              <a:ext uri="{FF2B5EF4-FFF2-40B4-BE49-F238E27FC236}">
                <a16:creationId xmlns:a16="http://schemas.microsoft.com/office/drawing/2014/main" id="{1951B833-AA7B-4917-B11B-5E5EA64D70AF}"/>
              </a:ext>
            </a:extLst>
          </p:cNvPr>
          <p:cNvSpPr>
            <a:spLocks xmlns:a="http://schemas.openxmlformats.org/drawingml/2006/main"/>
          </p:cNvSpPr>
          <p:nvPr/>
        </p:nvSpPr>
        <p:spPr>
          <a:xfrm xmlns:a="http://schemas.openxmlformats.org/drawingml/2006/main">
            <a:off x="5461000" y="5156200"/>
            <a:ext cx="711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a:t>
            </a:r>
          </a:p>
        </p:txBody>
      </p:sp>
      <p:sp>
        <p:nvSpPr>
          <p:cNvPr id="318" name="27-text-14">
            <a:extLst xmlns:a="http://schemas.openxmlformats.org/drawingml/2006/main">
              <a:ext uri="{FF2B5EF4-FFF2-40B4-BE49-F238E27FC236}">
                <a16:creationId xmlns:a16="http://schemas.microsoft.com/office/drawing/2014/main" id="{2D1B38EC-F587-4488-9F81-F08CB7631D6A}"/>
              </a:ext>
            </a:extLst>
          </p:cNvPr>
          <p:cNvSpPr>
            <a:spLocks xmlns:a="http://schemas.openxmlformats.org/drawingml/2006/main"/>
          </p:cNvSpPr>
          <p:nvPr/>
        </p:nvSpPr>
        <p:spPr>
          <a:xfrm xmlns:a="http://schemas.openxmlformats.org/drawingml/2006/main">
            <a:off x="6832600" y="5156200"/>
            <a:ext cx="154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319" name="27-line-16">
            <a:extLst xmlns:a="http://schemas.openxmlformats.org/drawingml/2006/main">
              <a:ext uri="{FF2B5EF4-FFF2-40B4-BE49-F238E27FC236}">
                <a16:creationId xmlns:a16="http://schemas.microsoft.com/office/drawing/2014/main" id="{B75DFEC3-4632-4610-8A1F-00EDEC9D1EE4}"/>
              </a:ext>
            </a:extLst>
          </p:cNvPr>
          <p:cNvSpPr>
            <a:spLocks xmlns:a="http://schemas.openxmlformats.org/drawingml/2006/main"/>
          </p:cNvSpPr>
          <p:nvPr/>
        </p:nvSpPr>
        <p:spPr>
          <a:xfrm xmlns:a="http://schemas.openxmlformats.org/drawingml/2006/main" flipH="0" flipV="0">
            <a:off x="5029200" y="5537200"/>
            <a:ext cx="279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0" name="27-line-18">
            <a:extLst xmlns:a="http://schemas.openxmlformats.org/drawingml/2006/main">
              <a:ext uri="{FF2B5EF4-FFF2-40B4-BE49-F238E27FC236}">
                <a16:creationId xmlns:a16="http://schemas.microsoft.com/office/drawing/2014/main" id="{60449C81-5ECE-4AF4-8E70-1ECACE462F5F}"/>
              </a:ext>
            </a:extLst>
          </p:cNvPr>
          <p:cNvSpPr>
            <a:spLocks xmlns:a="http://schemas.openxmlformats.org/drawingml/2006/main"/>
          </p:cNvSpPr>
          <p:nvPr/>
        </p:nvSpPr>
        <p:spPr>
          <a:xfrm xmlns:a="http://schemas.openxmlformats.org/drawingml/2006/main" flipH="0" flipV="0">
            <a:off x="6451600" y="5537200"/>
            <a:ext cx="228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1" name="27-line-20">
            <a:extLst xmlns:a="http://schemas.openxmlformats.org/drawingml/2006/main">
              <a:ext uri="{FF2B5EF4-FFF2-40B4-BE49-F238E27FC236}">
                <a16:creationId xmlns:a16="http://schemas.microsoft.com/office/drawing/2014/main" id="{F10F3D3D-AA7E-41D6-8C3E-0D3894DB746C}"/>
              </a:ext>
            </a:extLst>
          </p:cNvPr>
          <p:cNvSpPr>
            <a:spLocks xmlns:a="http://schemas.openxmlformats.org/drawingml/2006/main"/>
          </p:cNvSpPr>
          <p:nvPr/>
        </p:nvSpPr>
        <p:spPr>
          <a:xfrm xmlns:a="http://schemas.openxmlformats.org/drawingml/2006/main" flipH="0" flipV="0">
            <a:off x="76073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2" name="27-line-22">
            <a:extLst xmlns:a="http://schemas.openxmlformats.org/drawingml/2006/main">
              <a:ext uri="{FF2B5EF4-FFF2-40B4-BE49-F238E27FC236}">
                <a16:creationId xmlns:a16="http://schemas.microsoft.com/office/drawing/2014/main" id="{17B7F6BA-0FC6-4BD2-A633-3323A27892DD}"/>
              </a:ext>
            </a:extLst>
          </p:cNvPr>
          <p:cNvSpPr>
            <a:spLocks xmlns:a="http://schemas.openxmlformats.org/drawingml/2006/main"/>
          </p:cNvSpPr>
          <p:nvPr/>
        </p:nvSpPr>
        <p:spPr>
          <a:xfrm xmlns:a="http://schemas.openxmlformats.org/drawingml/2006/main" flipH="1" flipV="0">
            <a:off x="4140200" y="6172200"/>
            <a:ext cx="34671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23" name="27-line-24">
            <a:extLst xmlns:a="http://schemas.openxmlformats.org/drawingml/2006/main">
              <a:ext uri="{FF2B5EF4-FFF2-40B4-BE49-F238E27FC236}">
                <a16:creationId xmlns:a16="http://schemas.microsoft.com/office/drawing/2014/main" id="{A0792F76-7597-4CD8-B952-30113517318E}"/>
              </a:ext>
            </a:extLst>
          </p:cNvPr>
          <p:cNvSpPr>
            <a:spLocks xmlns:a="http://schemas.openxmlformats.org/drawingml/2006/main"/>
          </p:cNvSpPr>
          <p:nvPr/>
        </p:nvSpPr>
        <p:spPr>
          <a:xfrm xmlns:a="http://schemas.openxmlformats.org/drawingml/2006/main" flipH="0" flipV="1">
            <a:off x="4140200" y="6019800"/>
            <a:ext cx="0" cy="1524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24" name="narrative-number">
            <a:extLst xmlns:a="http://schemas.openxmlformats.org/drawingml/2006/main">
              <a:ext uri="{FF2B5EF4-FFF2-40B4-BE49-F238E27FC236}">
                <a16:creationId xmlns:a16="http://schemas.microsoft.com/office/drawing/2014/main" id="{B4BDC286-F02A-4AE5-9419-3C4C475876D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10884284"/>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5" name="!!area-name">
            <a:extLst xmlns:a="http://schemas.openxmlformats.org/drawingml/2006/main">
              <a:ext uri="{FF2B5EF4-FFF2-40B4-BE49-F238E27FC236}">
                <a16:creationId xmlns:a16="http://schemas.microsoft.com/office/drawing/2014/main" id="{AF7D29A1-3CAF-4D63-901C-BFB1C0D8A6E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28d55accd46a4a1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7" name="slide-title">
            <a:extLst xmlns:a="http://schemas.openxmlformats.org/drawingml/2006/main">
              <a:ext uri="{FF2B5EF4-FFF2-40B4-BE49-F238E27FC236}">
                <a16:creationId xmlns:a16="http://schemas.microsoft.com/office/drawing/2014/main" id="{A304FF5F-CF66-4A05-A856-6D7C25E7FBF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Choosing the execution approach</a:t>
            </a:r>
          </a:p>
        </p:txBody>
      </p:sp>
      <p:sp>
        <p:nvSpPr>
          <p:cNvPr id="328" name="header-divider">
            <a:extLst xmlns:a="http://schemas.openxmlformats.org/drawingml/2006/main">
              <a:ext uri="{FF2B5EF4-FFF2-40B4-BE49-F238E27FC236}">
                <a16:creationId xmlns:a16="http://schemas.microsoft.com/office/drawing/2014/main" id="{1708E917-E175-47D1-A726-1799E5FE5D5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9" name="28-text-1">
            <a:extLst xmlns:a="http://schemas.openxmlformats.org/drawingml/2006/main">
              <a:ext uri="{FF2B5EF4-FFF2-40B4-BE49-F238E27FC236}">
                <a16:creationId xmlns:a16="http://schemas.microsoft.com/office/drawing/2014/main" id="{46F4DC46-7766-4377-A28F-A29ECE4FB827}"/>
              </a:ext>
            </a:extLst>
          </p:cNvPr>
          <p:cNvSpPr>
            <a:spLocks xmlns:a="http://schemas.openxmlformats.org/drawingml/2006/main"/>
          </p:cNvSpPr>
          <p:nvPr/>
        </p:nvSpPr>
        <p:spPr>
          <a:xfrm xmlns:a="http://schemas.openxmlformats.org/drawingml/2006/main">
            <a:off x="609600" y="24384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Is intelligence needed</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for this task?</a:t>
            </a:r>
          </a:p>
        </p:txBody>
      </p:sp>
      <p:sp>
        <p:nvSpPr>
          <p:cNvPr id="330" name="28-text-2">
            <a:extLst xmlns:a="http://schemas.openxmlformats.org/drawingml/2006/main">
              <a:ext uri="{FF2B5EF4-FFF2-40B4-BE49-F238E27FC236}">
                <a16:creationId xmlns:a16="http://schemas.microsoft.com/office/drawing/2014/main" id="{B8502737-7F46-46A5-9C94-A86EF054100B}"/>
              </a:ext>
            </a:extLst>
          </p:cNvPr>
          <p:cNvSpPr>
            <a:spLocks xmlns:a="http://schemas.openxmlformats.org/drawingml/2006/main"/>
          </p:cNvSpPr>
          <p:nvPr/>
        </p:nvSpPr>
        <p:spPr>
          <a:xfrm xmlns:a="http://schemas.openxmlformats.org/drawingml/2006/main">
            <a:off x="4978400" y="24384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scripts and explicit rules. Add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judgment where it provides value.</a:t>
            </a:r>
          </a:p>
        </p:txBody>
      </p:sp>
      <p:sp>
        <p:nvSpPr>
          <p:cNvPr id="331" name="28-text-3">
            <a:extLst xmlns:a="http://schemas.openxmlformats.org/drawingml/2006/main">
              <a:ext uri="{FF2B5EF4-FFF2-40B4-BE49-F238E27FC236}">
                <a16:creationId xmlns:a16="http://schemas.microsoft.com/office/drawing/2014/main" id="{ADCDD80B-E6F2-4AA0-ACA5-A63DCA111330}"/>
              </a:ext>
            </a:extLst>
          </p:cNvPr>
          <p:cNvSpPr>
            <a:spLocks xmlns:a="http://schemas.openxmlformats.org/drawingml/2006/main"/>
          </p:cNvSpPr>
          <p:nvPr/>
        </p:nvSpPr>
        <p:spPr>
          <a:xfrm xmlns:a="http://schemas.openxmlformats.org/drawingml/2006/main">
            <a:off x="609600" y="3632200"/>
            <a:ext cx="39624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the model need to</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choose the next action?</a:t>
            </a:r>
          </a:p>
        </p:txBody>
      </p:sp>
      <p:sp>
        <p:nvSpPr>
          <p:cNvPr id="332" name="28-text-4">
            <a:extLst xmlns:a="http://schemas.openxmlformats.org/drawingml/2006/main">
              <a:ext uri="{FF2B5EF4-FFF2-40B4-BE49-F238E27FC236}">
                <a16:creationId xmlns:a16="http://schemas.microsoft.com/office/drawing/2014/main" id="{7E8C0C91-3A38-4C13-B785-1DE53716E412}"/>
              </a:ext>
            </a:extLst>
          </p:cNvPr>
          <p:cNvSpPr>
            <a:spLocks xmlns:a="http://schemas.openxmlformats.org/drawingml/2006/main"/>
          </p:cNvSpPr>
          <p:nvPr/>
        </p:nvSpPr>
        <p:spPr>
          <a:xfrm xmlns:a="http://schemas.openxmlformats.org/drawingml/2006/main">
            <a:off x="4978400" y="3632200"/>
            <a:ext cx="660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 a predefined workflow for known paths.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Consider a bounded agent loop when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observations must guide the next step.</a:t>
            </a:r>
          </a:p>
        </p:txBody>
      </p:sp>
      <p:sp>
        <p:nvSpPr>
          <p:cNvPr id="333" name="28-text-5">
            <a:extLst xmlns:a="http://schemas.openxmlformats.org/drawingml/2006/main">
              <a:ext uri="{FF2B5EF4-FFF2-40B4-BE49-F238E27FC236}">
                <a16:creationId xmlns:a16="http://schemas.microsoft.com/office/drawing/2014/main" id="{CCB827BA-508A-4A88-AF8E-8B87F59AE470}"/>
              </a:ext>
            </a:extLst>
          </p:cNvPr>
          <p:cNvSpPr>
            <a:spLocks xmlns:a="http://schemas.openxmlformats.org/drawingml/2006/main"/>
          </p:cNvSpPr>
          <p:nvPr/>
        </p:nvSpPr>
        <p:spPr>
          <a:xfrm xmlns:a="http://schemas.openxmlformats.org/drawingml/2006/main">
            <a:off x="609600" y="4953000"/>
            <a:ext cx="3962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Does added autonomy</a:t>
            </a:r>
          </a:p>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justify its cost?</a:t>
            </a:r>
          </a:p>
        </p:txBody>
      </p:sp>
      <p:sp>
        <p:nvSpPr>
          <p:cNvPr id="334" name="28-text-6">
            <a:extLst xmlns:a="http://schemas.openxmlformats.org/drawingml/2006/main">
              <a:ext uri="{FF2B5EF4-FFF2-40B4-BE49-F238E27FC236}">
                <a16:creationId xmlns:a16="http://schemas.microsoft.com/office/drawing/2014/main" id="{CA1FA663-D0BE-4543-B621-EA2B6F70BCE2}"/>
              </a:ext>
            </a:extLst>
          </p:cNvPr>
          <p:cNvSpPr>
            <a:spLocks xmlns:a="http://schemas.openxmlformats.org/drawingml/2006/main"/>
          </p:cNvSpPr>
          <p:nvPr/>
        </p:nvSpPr>
        <p:spPr>
          <a:xfrm xmlns:a="http://schemas.openxmlformats.org/drawingml/2006/main">
            <a:off x="4978400" y="4953000"/>
            <a:ext cx="660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task quality, completion time,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total cost against the simpler approach.</a:t>
            </a:r>
          </a:p>
        </p:txBody>
      </p:sp>
      <p:sp>
        <p:nvSpPr>
          <p:cNvPr id="335" name="28-text-7">
            <a:extLst xmlns:a="http://schemas.openxmlformats.org/drawingml/2006/main">
              <a:ext uri="{FF2B5EF4-FFF2-40B4-BE49-F238E27FC236}">
                <a16:creationId xmlns:a16="http://schemas.microsoft.com/office/drawing/2014/main" id="{1D191095-4D10-4889-B1BD-EC08127FA46C}"/>
              </a:ext>
            </a:extLst>
          </p:cNvPr>
          <p:cNvSpPr>
            <a:spLocks xmlns:a="http://schemas.openxmlformats.org/drawingml/2006/main"/>
          </p:cNvSpPr>
          <p:nvPr/>
        </p:nvSpPr>
        <p:spPr>
          <a:xfrm xmlns:a="http://schemas.openxmlformats.org/drawingml/2006/main">
            <a:off x="609600" y="6096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Execution controls:</a:t>
            </a:r>
            <a:r>
              <a:rPr b="0">
                <a:solidFill>
                  <a:srgbClr val="FFFCF5"/>
                </a:solidFill>
                <a:latin typeface="Helvetica"/>
                <a:ea typeface="Helvetica"/>
                <a:cs typeface="Helvetica"/>
              </a:rPr>
              <a:t> Saved state, required checks, stopping limits, and recovery.</a:t>
            </a:r>
          </a:p>
        </p:txBody>
      </p:sp>
      <p:sp>
        <p:nvSpPr>
          <p:cNvPr id="336" name="narrative-number">
            <a:extLst xmlns:a="http://schemas.openxmlformats.org/drawingml/2006/main">
              <a:ext uri="{FF2B5EF4-FFF2-40B4-BE49-F238E27FC236}">
                <a16:creationId xmlns:a16="http://schemas.microsoft.com/office/drawing/2014/main" id="{E9DDD7B9-BCD6-437B-834F-0E05C8A8B55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085286582"/>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ED7DCA34-F7FE-46CB-879A-A1C4E7C889F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51" name="mini-map"/>
          <p:cNvPicPr>
            <a:picLocks xmlns:a="http://schemas.openxmlformats.org/drawingml/2006/main" noChangeAspect="1"/>
          </p:cNvPicPr>
          <p:nvPr/>
        </p:nvPicPr>
        <p:blipFill>
          <a:blip xmlns:r="http://schemas.openxmlformats.org/officeDocument/2006/relationships" xmlns:a="http://schemas.openxmlformats.org/drawingml/2006/main" r:embed="R8ce22dcd861d47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0627D4EC-DCB5-44C2-A238-8F72CAA9027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40" name="header-divider">
            <a:extLst xmlns:a="http://schemas.openxmlformats.org/drawingml/2006/main">
              <a:ext uri="{FF2B5EF4-FFF2-40B4-BE49-F238E27FC236}">
                <a16:creationId xmlns:a16="http://schemas.microsoft.com/office/drawing/2014/main" id="{58406DCB-0FFA-4F36-97BE-6039813F5DB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B531F3C0-8F6D-4EF2-9626-FE767991671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Value</a:t>
            </a:r>
          </a:p>
        </p:txBody>
      </p:sp>
      <p:sp>
        <p:nvSpPr>
          <p:cNvPr id="342" name="29-text-2">
            <a:extLst xmlns:a="http://schemas.openxmlformats.org/drawingml/2006/main">
              <a:ext uri="{FF2B5EF4-FFF2-40B4-BE49-F238E27FC236}">
                <a16:creationId xmlns:a16="http://schemas.microsoft.com/office/drawing/2014/main" id="{5434BE8D-6745-4FFE-AEC1-AF88C01CFBC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autonomy without demonstrating a benefit.</a:t>
            </a:r>
          </a:p>
        </p:txBody>
      </p:sp>
      <p:sp>
        <p:nvSpPr>
          <p:cNvPr id="343" name="29-text-3">
            <a:extLst xmlns:a="http://schemas.openxmlformats.org/drawingml/2006/main">
              <a:ext uri="{FF2B5EF4-FFF2-40B4-BE49-F238E27FC236}">
                <a16:creationId xmlns:a16="http://schemas.microsoft.com/office/drawing/2014/main" id="{00DC91CB-754E-436E-848E-2F4DCE2EF94D}"/>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Control</a:t>
            </a:r>
          </a:p>
        </p:txBody>
      </p:sp>
      <p:sp>
        <p:nvSpPr>
          <p:cNvPr id="344" name="29-text-4">
            <a:extLst xmlns:a="http://schemas.openxmlformats.org/drawingml/2006/main">
              <a:ext uri="{FF2B5EF4-FFF2-40B4-BE49-F238E27FC236}">
                <a16:creationId xmlns:a16="http://schemas.microsoft.com/office/drawing/2014/main" id="{9C0D3B28-1F0D-4B0D-947F-8AD897F8F49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Skipping required checks or repeating work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progress.</a:t>
            </a:r>
          </a:p>
        </p:txBody>
      </p:sp>
      <p:sp>
        <p:nvSpPr>
          <p:cNvPr id="345" name="29-text-5">
            <a:extLst xmlns:a="http://schemas.openxmlformats.org/drawingml/2006/main">
              <a:ext uri="{FF2B5EF4-FFF2-40B4-BE49-F238E27FC236}">
                <a16:creationId xmlns:a16="http://schemas.microsoft.com/office/drawing/2014/main" id="{ADBF2458-1F20-4596-9D23-6C7458F9F1B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46" name="29-text-6">
            <a:extLst xmlns:a="http://schemas.openxmlformats.org/drawingml/2006/main">
              <a:ext uri="{FF2B5EF4-FFF2-40B4-BE49-F238E27FC236}">
                <a16:creationId xmlns:a16="http://schemas.microsoft.com/office/drawing/2014/main" id="{DA346539-72C2-49DA-96A1-1946CD7ADE6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Retrying an action before establishing its outcome.</a:t>
            </a:r>
          </a:p>
        </p:txBody>
      </p:sp>
      <p:sp>
        <p:nvSpPr>
          <p:cNvPr id="347" name="29-text-7">
            <a:extLst xmlns:a="http://schemas.openxmlformats.org/drawingml/2006/main">
              <a:ext uri="{FF2B5EF4-FFF2-40B4-BE49-F238E27FC236}">
                <a16:creationId xmlns:a16="http://schemas.microsoft.com/office/drawing/2014/main" id="{57914B58-41E3-45A9-ABAA-B0310FAB706A}"/>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48" name="29-text-8">
            <a:extLst xmlns:a="http://schemas.openxmlformats.org/drawingml/2006/main">
              <a:ext uri="{FF2B5EF4-FFF2-40B4-BE49-F238E27FC236}">
                <a16:creationId xmlns:a16="http://schemas.microsoft.com/office/drawing/2014/main" id="{06562A32-1CBF-4EF1-B42D-D40854A27CF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49" name="narrative-number">
            <a:extLst xmlns:a="http://schemas.openxmlformats.org/drawingml/2006/main">
              <a:ext uri="{FF2B5EF4-FFF2-40B4-BE49-F238E27FC236}">
                <a16:creationId xmlns:a16="http://schemas.microsoft.com/office/drawing/2014/main" id="{C0548638-FD02-4880-9712-DD68808380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3303761523"/>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0" name="!!area-name">
            <a:extLst xmlns:a="http://schemas.openxmlformats.org/drawingml/2006/main">
              <a:ext uri="{FF2B5EF4-FFF2-40B4-BE49-F238E27FC236}">
                <a16:creationId xmlns:a16="http://schemas.microsoft.com/office/drawing/2014/main" id="{8382ABD6-CD94-48E1-B823-7EFF5F265E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74" name="mini-map"/>
          <p:cNvPicPr>
            <a:picLocks xmlns:a="http://schemas.openxmlformats.org/drawingml/2006/main" noChangeAspect="1"/>
          </p:cNvPicPr>
          <p:nvPr/>
        </p:nvPicPr>
        <p:blipFill>
          <a:blip xmlns:r="http://schemas.openxmlformats.org/officeDocument/2006/relationships" xmlns:a="http://schemas.openxmlformats.org/drawingml/2006/main" r:embed="Rd6391cd50cd1433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2" name="slide-title">
            <a:extLst xmlns:a="http://schemas.openxmlformats.org/drawingml/2006/main">
              <a:ext uri="{FF2B5EF4-FFF2-40B4-BE49-F238E27FC236}">
                <a16:creationId xmlns:a16="http://schemas.microsoft.com/office/drawing/2014/main" id="{64A97F9C-C216-4D64-B57A-1A2773F4883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53" name="header-divider">
            <a:extLst xmlns:a="http://schemas.openxmlformats.org/drawingml/2006/main">
              <a:ext uri="{FF2B5EF4-FFF2-40B4-BE49-F238E27FC236}">
                <a16:creationId xmlns:a16="http://schemas.microsoft.com/office/drawing/2014/main" id="{F476404F-DEA0-42CA-9D58-C42DDE2EEB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4" name="30-text-1">
            <a:extLst xmlns:a="http://schemas.openxmlformats.org/drawingml/2006/main">
              <a:ext uri="{FF2B5EF4-FFF2-40B4-BE49-F238E27FC236}">
                <a16:creationId xmlns:a16="http://schemas.microsoft.com/office/drawing/2014/main" id="{36F8511D-473C-453D-9A00-8D3FBBD38523}"/>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55" name="30-text-2">
            <a:extLst xmlns:a="http://schemas.openxmlformats.org/drawingml/2006/main">
              <a:ext uri="{FF2B5EF4-FFF2-40B4-BE49-F238E27FC236}">
                <a16:creationId xmlns:a16="http://schemas.microsoft.com/office/drawing/2014/main" id="{25027321-B454-4A6A-AAD8-F8C5636F3CB9}"/>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56" name="30-text-3">
            <a:extLst xmlns:a="http://schemas.openxmlformats.org/drawingml/2006/main">
              <a:ext uri="{FF2B5EF4-FFF2-40B4-BE49-F238E27FC236}">
                <a16:creationId xmlns:a16="http://schemas.microsoft.com/office/drawing/2014/main" id="{32EDB52C-F984-4717-B4BF-60BC84914C29}"/>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57" name="30-text-4">
            <a:extLst xmlns:a="http://schemas.openxmlformats.org/drawingml/2006/main">
              <a:ext uri="{FF2B5EF4-FFF2-40B4-BE49-F238E27FC236}">
                <a16:creationId xmlns:a16="http://schemas.microsoft.com/office/drawing/2014/main" id="{1F64F6E0-600C-4736-8C37-49BB4AF66BEA}"/>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58" name="30-text-5">
            <a:extLst xmlns:a="http://schemas.openxmlformats.org/drawingml/2006/main">
              <a:ext uri="{FF2B5EF4-FFF2-40B4-BE49-F238E27FC236}">
                <a16:creationId xmlns:a16="http://schemas.microsoft.com/office/drawing/2014/main" id="{D159354B-5E42-405D-8D2C-B7CCF30868BA}"/>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59" name="30-line-7">
            <a:extLst xmlns:a="http://schemas.openxmlformats.org/drawingml/2006/main">
              <a:ext uri="{FF2B5EF4-FFF2-40B4-BE49-F238E27FC236}">
                <a16:creationId xmlns:a16="http://schemas.microsoft.com/office/drawing/2014/main" id="{59E1F748-3B65-4302-BB7E-A3CDDD49DDD0}"/>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0" name="30-text-8">
            <a:extLst xmlns:a="http://schemas.openxmlformats.org/drawingml/2006/main">
              <a:ext uri="{FF2B5EF4-FFF2-40B4-BE49-F238E27FC236}">
                <a16:creationId xmlns:a16="http://schemas.microsoft.com/office/drawing/2014/main" id="{86EE3D64-46DB-4BF7-9748-0148F1FA9271}"/>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61" name="30-text-9">
            <a:extLst xmlns:a="http://schemas.openxmlformats.org/drawingml/2006/main">
              <a:ext uri="{FF2B5EF4-FFF2-40B4-BE49-F238E27FC236}">
                <a16:creationId xmlns:a16="http://schemas.microsoft.com/office/drawing/2014/main" id="{D3136C72-231F-40F2-AE81-C27BE923A4B9}"/>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62" name="30-line-11">
            <a:extLst xmlns:a="http://schemas.openxmlformats.org/drawingml/2006/main">
              <a:ext uri="{FF2B5EF4-FFF2-40B4-BE49-F238E27FC236}">
                <a16:creationId xmlns:a16="http://schemas.microsoft.com/office/drawing/2014/main" id="{036CC4C6-8865-43B7-A240-5DE6BE2306BD}"/>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3" name="30-line-13">
            <a:extLst xmlns:a="http://schemas.openxmlformats.org/drawingml/2006/main">
              <a:ext uri="{FF2B5EF4-FFF2-40B4-BE49-F238E27FC236}">
                <a16:creationId xmlns:a16="http://schemas.microsoft.com/office/drawing/2014/main" id="{E6E4F82A-2E01-4D05-9A59-BBBBB5CD1ADE}"/>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4" name="30-line-15">
            <a:extLst xmlns:a="http://schemas.openxmlformats.org/drawingml/2006/main">
              <a:ext uri="{FF2B5EF4-FFF2-40B4-BE49-F238E27FC236}">
                <a16:creationId xmlns:a16="http://schemas.microsoft.com/office/drawing/2014/main" id="{8811C71A-339D-4246-B92D-076D57671F5C}"/>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5" name="30-line-17">
            <a:extLst xmlns:a="http://schemas.openxmlformats.org/drawingml/2006/main">
              <a:ext uri="{FF2B5EF4-FFF2-40B4-BE49-F238E27FC236}">
                <a16:creationId xmlns:a16="http://schemas.microsoft.com/office/drawing/2014/main" id="{7EC0538F-3F14-452E-989C-5E53E5A2BB9B}"/>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66" name="30-text-18">
            <a:extLst xmlns:a="http://schemas.openxmlformats.org/drawingml/2006/main">
              <a:ext uri="{FF2B5EF4-FFF2-40B4-BE49-F238E27FC236}">
                <a16:creationId xmlns:a16="http://schemas.microsoft.com/office/drawing/2014/main" id="{79978110-64AD-424B-83AD-2715F46AE273}"/>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67" name="30-text-19">
            <a:extLst xmlns:a="http://schemas.openxmlformats.org/drawingml/2006/main">
              <a:ext uri="{FF2B5EF4-FFF2-40B4-BE49-F238E27FC236}">
                <a16:creationId xmlns:a16="http://schemas.microsoft.com/office/drawing/2014/main" id="{453D4F2B-424F-4E39-97A9-A874651C6DD3}"/>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68" name="30-line-21">
            <a:extLst xmlns:a="http://schemas.openxmlformats.org/drawingml/2006/main">
              <a:ext uri="{FF2B5EF4-FFF2-40B4-BE49-F238E27FC236}">
                <a16:creationId xmlns:a16="http://schemas.microsoft.com/office/drawing/2014/main" id="{78AF4A2A-DE87-4DA4-9EBE-198B27ADFE4B}"/>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69" name="30-text-22">
            <a:extLst xmlns:a="http://schemas.openxmlformats.org/drawingml/2006/main">
              <a:ext uri="{FF2B5EF4-FFF2-40B4-BE49-F238E27FC236}">
                <a16:creationId xmlns:a16="http://schemas.microsoft.com/office/drawing/2014/main" id="{F61C02D7-D12F-4B48-AAD8-58F793F7C10F}"/>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70" name="30-text-23">
            <a:extLst xmlns:a="http://schemas.openxmlformats.org/drawingml/2006/main">
              <a:ext uri="{FF2B5EF4-FFF2-40B4-BE49-F238E27FC236}">
                <a16:creationId xmlns:a16="http://schemas.microsoft.com/office/drawing/2014/main" id="{2C7958B4-9F3C-430C-A83E-39FA72585894}"/>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71" name="30-text-24">
            <a:extLst xmlns:a="http://schemas.openxmlformats.org/drawingml/2006/main">
              <a:ext uri="{FF2B5EF4-FFF2-40B4-BE49-F238E27FC236}">
                <a16:creationId xmlns:a16="http://schemas.microsoft.com/office/drawing/2014/main" id="{184CDA20-83CB-4756-83C0-36682B5AB74C}"/>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72" name="narrative-number">
            <a:extLst xmlns:a="http://schemas.openxmlformats.org/drawingml/2006/main">
              <a:ext uri="{FF2B5EF4-FFF2-40B4-BE49-F238E27FC236}">
                <a16:creationId xmlns:a16="http://schemas.microsoft.com/office/drawing/2014/main" id="{B5D38E5B-5D19-43F6-B478-F6F1751BCF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53674290"/>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3" name="!!area-name">
            <a:extLst xmlns:a="http://schemas.openxmlformats.org/drawingml/2006/main">
              <a:ext uri="{FF2B5EF4-FFF2-40B4-BE49-F238E27FC236}">
                <a16:creationId xmlns:a16="http://schemas.microsoft.com/office/drawing/2014/main" id="{6C98024A-6EEF-4546-8355-A24D9B1652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82" name="mini-map"/>
          <p:cNvPicPr>
            <a:picLocks xmlns:a="http://schemas.openxmlformats.org/drawingml/2006/main" noChangeAspect="1"/>
          </p:cNvPicPr>
          <p:nvPr/>
        </p:nvPicPr>
        <p:blipFill>
          <a:blip xmlns:r="http://schemas.openxmlformats.org/officeDocument/2006/relationships" xmlns:a="http://schemas.openxmlformats.org/drawingml/2006/main" r:embed="R092cc669138147e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5" name="header-divider">
            <a:extLst xmlns:a="http://schemas.openxmlformats.org/drawingml/2006/main">
              <a:ext uri="{FF2B5EF4-FFF2-40B4-BE49-F238E27FC236}">
                <a16:creationId xmlns:a16="http://schemas.microsoft.com/office/drawing/2014/main" id="{FC852AA8-09CB-40FA-8A0C-8C70512B8EF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6" name="31-text-1">
            <a:extLst xmlns:a="http://schemas.openxmlformats.org/drawingml/2006/main">
              <a:ext uri="{FF2B5EF4-FFF2-40B4-BE49-F238E27FC236}">
                <a16:creationId xmlns:a16="http://schemas.microsoft.com/office/drawing/2014/main" id="{00A774A2-8650-4337-B05F-BAB5C3D344AA}"/>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 you show me how</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you’re measuring if any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of this actually works?”</a:t>
            </a:r>
          </a:p>
        </p:txBody>
      </p:sp>
      <p:sp>
        <p:nvSpPr>
          <p:cNvPr id="377" name="31-text-2">
            <a:extLst xmlns:a="http://schemas.openxmlformats.org/drawingml/2006/main">
              <a:ext uri="{FF2B5EF4-FFF2-40B4-BE49-F238E27FC236}">
                <a16:creationId xmlns:a16="http://schemas.microsoft.com/office/drawing/2014/main" id="{D4C49D3E-EE58-4F6E-B090-7A4D12A0F20D}"/>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a:t>
            </a:r>
          </a:p>
        </p:txBody>
      </p:sp>
      <p:sp>
        <p:nvSpPr>
          <p:cNvPr id="378" name="31-text-3">
            <a:extLst xmlns:a="http://schemas.openxmlformats.org/drawingml/2006/main">
              <a:ext uri="{FF2B5EF4-FFF2-40B4-BE49-F238E27FC236}">
                <a16:creationId xmlns:a16="http://schemas.microsoft.com/office/drawing/2014/main" id="{1EF01376-B5F0-4E8F-9AE5-69F7D65D4D1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Field Guide to Rapidly Improving AI Products, March 2025</a:t>
            </a:r>
          </a:p>
        </p:txBody>
      </p:sp>
      <p:pic>
        <p:nvPicPr>
          <p:cNvPr id="387" name="31-image-4"/>
          <p:cNvPicPr>
            <a:picLocks xmlns:a="http://schemas.openxmlformats.org/drawingml/2006/main" noChangeAspect="1"/>
          </p:cNvPicPr>
          <p:nvPr/>
        </p:nvPicPr>
        <p:blipFill>
          <a:blip xmlns:r="http://schemas.openxmlformats.org/officeDocument/2006/relationships" xmlns:a="http://schemas.openxmlformats.org/drawingml/2006/main" r:embed="R4f7435b71a0a476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80" name="narrative-number">
            <a:extLst xmlns:a="http://schemas.openxmlformats.org/drawingml/2006/main">
              <a:ext uri="{FF2B5EF4-FFF2-40B4-BE49-F238E27FC236}">
                <a16:creationId xmlns:a16="http://schemas.microsoft.com/office/drawing/2014/main" id="{57A9387F-37C4-4638-8CEF-BB14FFD1667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3486933195"/>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1" name="!!area-name">
            <a:extLst xmlns:a="http://schemas.openxmlformats.org/drawingml/2006/main">
              <a:ext uri="{FF2B5EF4-FFF2-40B4-BE49-F238E27FC236}">
                <a16:creationId xmlns:a16="http://schemas.microsoft.com/office/drawing/2014/main" id="{DA0199EA-DDEB-4A8E-8F72-CA68B3797B9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Foundations</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e3ec708322df45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3" name="slide-title">
            <a:extLst xmlns:a="http://schemas.openxmlformats.org/drawingml/2006/main">
              <a:ext uri="{FF2B5EF4-FFF2-40B4-BE49-F238E27FC236}">
                <a16:creationId xmlns:a16="http://schemas.microsoft.com/office/drawing/2014/main" id="{0240A09D-7AFD-4F2D-97B3-FF5F430CE78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84" name="header-divider">
            <a:extLst xmlns:a="http://schemas.openxmlformats.org/drawingml/2006/main">
              <a:ext uri="{FF2B5EF4-FFF2-40B4-BE49-F238E27FC236}">
                <a16:creationId xmlns:a16="http://schemas.microsoft.com/office/drawing/2014/main" id="{B8E4B5F5-3967-4334-84C6-F696E3CCD0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5" name="32-text-1">
            <a:extLst xmlns:a="http://schemas.openxmlformats.org/drawingml/2006/main">
              <a:ext uri="{FF2B5EF4-FFF2-40B4-BE49-F238E27FC236}">
                <a16:creationId xmlns:a16="http://schemas.microsoft.com/office/drawing/2014/main" id="{B9842FCC-730E-4DED-8E9E-D82032343D78}"/>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a:t>
            </a:r>
          </a:p>
        </p:txBody>
      </p:sp>
      <p:sp>
        <p:nvSpPr>
          <p:cNvPr id="386" name="32-text-2">
            <a:extLst xmlns:a="http://schemas.openxmlformats.org/drawingml/2006/main">
              <a:ext uri="{FF2B5EF4-FFF2-40B4-BE49-F238E27FC236}">
                <a16:creationId xmlns:a16="http://schemas.microsoft.com/office/drawing/2014/main" id="{C7D54B8E-7A1C-46DF-B97F-08585EC2E16E}"/>
              </a:ext>
            </a:extLst>
          </p:cNvPr>
          <p:cNvSpPr>
            <a:spLocks xmlns:a="http://schemas.openxmlformats.org/drawingml/2006/main"/>
          </p:cNvSpPr>
          <p:nvPr/>
        </p:nvSpPr>
        <p:spPr>
          <a:xfrm xmlns:a="http://schemas.openxmlformats.org/drawingml/2006/main">
            <a:off x="6096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Does this result or action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the requirements?</a:t>
            </a:r>
          </a:p>
        </p:txBody>
      </p:sp>
      <p:sp>
        <p:nvSpPr>
          <p:cNvPr id="387" name="32-text-3">
            <a:extLst xmlns:a="http://schemas.openxmlformats.org/drawingml/2006/main">
              <a:ext uri="{FF2B5EF4-FFF2-40B4-BE49-F238E27FC236}">
                <a16:creationId xmlns:a16="http://schemas.microsoft.com/office/drawing/2014/main" id="{4D60FB38-EC57-444A-8D6B-A5A5EF231DD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Evaluation</a:t>
            </a:r>
          </a:p>
        </p:txBody>
      </p:sp>
      <p:sp>
        <p:nvSpPr>
          <p:cNvPr id="388" name="32-text-4">
            <a:extLst xmlns:a="http://schemas.openxmlformats.org/drawingml/2006/main">
              <a:ext uri="{FF2B5EF4-FFF2-40B4-BE49-F238E27FC236}">
                <a16:creationId xmlns:a16="http://schemas.microsoft.com/office/drawing/2014/main" id="{A1E7FAAC-4A38-42A2-B59F-64856DD786F4}"/>
              </a:ext>
            </a:extLst>
          </p:cNvPr>
          <p:cNvSpPr>
            <a:spLocks xmlns:a="http://schemas.openxmlformats.org/drawingml/2006/main"/>
          </p:cNvSpPr>
          <p:nvPr/>
        </p:nvSpPr>
        <p:spPr>
          <a:xfrm xmlns:a="http://schemas.openxmlformats.org/drawingml/2006/main">
            <a:off x="6248400" y="2971800"/>
            <a:ext cx="5334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reliably does the system</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meet those requirements across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cases and repeated attempts?</a:t>
            </a:r>
          </a:p>
        </p:txBody>
      </p:sp>
      <p:sp>
        <p:nvSpPr>
          <p:cNvPr id="389" name="32-shape-5">
            <a:extLst xmlns:a="http://schemas.openxmlformats.org/drawingml/2006/main">
              <a:ext uri="{FF2B5EF4-FFF2-40B4-BE49-F238E27FC236}">
                <a16:creationId xmlns:a16="http://schemas.microsoft.com/office/drawing/2014/main" id="{D297D787-A28A-48DB-A205-66B8E1057A21}"/>
              </a:ext>
            </a:extLst>
          </p:cNvPr>
          <p:cNvSpPr>
            <a:spLocks xmlns:a="http://schemas.openxmlformats.org/drawingml/2006/main"/>
          </p:cNvSpPr>
          <p:nvPr/>
        </p:nvSpPr>
        <p:spPr>
          <a:xfrm xmlns:a="http://schemas.openxmlformats.org/drawingml/2006/main">
            <a:off x="609600" y="4445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0" name="32-text-6">
            <a:extLst xmlns:a="http://schemas.openxmlformats.org/drawingml/2006/main">
              <a:ext uri="{FF2B5EF4-FFF2-40B4-BE49-F238E27FC236}">
                <a16:creationId xmlns:a16="http://schemas.microsoft.com/office/drawing/2014/main" id="{B17748B1-5BB1-452D-8BEA-DC53FDBA855D}"/>
              </a:ext>
            </a:extLst>
          </p:cNvPr>
          <p:cNvSpPr>
            <a:spLocks xmlns:a="http://schemas.openxmlformats.org/drawingml/2006/main"/>
          </p:cNvSpPr>
          <p:nvPr/>
        </p:nvSpPr>
        <p:spPr>
          <a:xfrm xmlns:a="http://schemas.openxmlformats.org/drawingml/2006/main">
            <a:off x="6096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Case</a:t>
            </a:r>
          </a:p>
        </p:txBody>
      </p:sp>
      <p:sp>
        <p:nvSpPr>
          <p:cNvPr id="391" name="32-text-7">
            <a:extLst xmlns:a="http://schemas.openxmlformats.org/drawingml/2006/main">
              <a:ext uri="{FF2B5EF4-FFF2-40B4-BE49-F238E27FC236}">
                <a16:creationId xmlns:a16="http://schemas.microsoft.com/office/drawing/2014/main" id="{BB9E6C5C-8048-47DC-A3AC-6339194A41FA}"/>
              </a:ext>
            </a:extLst>
          </p:cNvPr>
          <p:cNvSpPr>
            <a:spLocks xmlns:a="http://schemas.openxmlformats.org/drawingml/2006/main"/>
          </p:cNvSpPr>
          <p:nvPr/>
        </p:nvSpPr>
        <p:spPr>
          <a:xfrm xmlns:a="http://schemas.openxmlformats.org/drawingml/2006/main">
            <a:off x="6096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Inputs, starting conditions,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expected behavior.</a:t>
            </a:r>
          </a:p>
        </p:txBody>
      </p:sp>
      <p:sp>
        <p:nvSpPr>
          <p:cNvPr id="392" name="32-text-8">
            <a:extLst xmlns:a="http://schemas.openxmlformats.org/drawingml/2006/main">
              <a:ext uri="{FF2B5EF4-FFF2-40B4-BE49-F238E27FC236}">
                <a16:creationId xmlns:a16="http://schemas.microsoft.com/office/drawing/2014/main" id="{F91746D6-C812-4B97-9F21-CD307F5E9EA6}"/>
              </a:ext>
            </a:extLst>
          </p:cNvPr>
          <p:cNvSpPr>
            <a:spLocks xmlns:a="http://schemas.openxmlformats.org/drawingml/2006/main"/>
          </p:cNvSpPr>
          <p:nvPr/>
        </p:nvSpPr>
        <p:spPr>
          <a:xfrm xmlns:a="http://schemas.openxmlformats.org/drawingml/2006/main">
            <a:off x="43688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Trial</a:t>
            </a:r>
          </a:p>
        </p:txBody>
      </p:sp>
      <p:sp>
        <p:nvSpPr>
          <p:cNvPr id="393" name="32-text-9">
            <a:extLst xmlns:a="http://schemas.openxmlformats.org/drawingml/2006/main">
              <a:ext uri="{FF2B5EF4-FFF2-40B4-BE49-F238E27FC236}">
                <a16:creationId xmlns:a16="http://schemas.microsoft.com/office/drawing/2014/main" id="{7D150630-D4F3-4C5B-8F08-750926279BA1}"/>
              </a:ext>
            </a:extLst>
          </p:cNvPr>
          <p:cNvSpPr>
            <a:spLocks xmlns:a="http://schemas.openxmlformats.org/drawingml/2006/main"/>
          </p:cNvSpPr>
          <p:nvPr/>
        </p:nvSpPr>
        <p:spPr>
          <a:xfrm xmlns:a="http://schemas.openxmlformats.org/drawingml/2006/main">
            <a:off x="43688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One attempt at a case.</a:t>
            </a:r>
          </a:p>
        </p:txBody>
      </p:sp>
      <p:sp>
        <p:nvSpPr>
          <p:cNvPr id="394" name="32-text-10">
            <a:extLst xmlns:a="http://schemas.openxmlformats.org/drawingml/2006/main">
              <a:ext uri="{FF2B5EF4-FFF2-40B4-BE49-F238E27FC236}">
                <a16:creationId xmlns:a16="http://schemas.microsoft.com/office/drawing/2014/main" id="{69D462B2-27EE-4BA1-BC6C-DDC230C809BE}"/>
              </a:ext>
            </a:extLst>
          </p:cNvPr>
          <p:cNvSpPr>
            <a:spLocks xmlns:a="http://schemas.openxmlformats.org/drawingml/2006/main"/>
          </p:cNvSpPr>
          <p:nvPr/>
        </p:nvSpPr>
        <p:spPr>
          <a:xfrm xmlns:a="http://schemas.openxmlformats.org/drawingml/2006/main">
            <a:off x="8128000" y="4800600"/>
            <a:ext cx="34544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95" name="32-text-11">
            <a:extLst xmlns:a="http://schemas.openxmlformats.org/drawingml/2006/main">
              <a:ext uri="{FF2B5EF4-FFF2-40B4-BE49-F238E27FC236}">
                <a16:creationId xmlns:a16="http://schemas.microsoft.com/office/drawing/2014/main" id="{3651C938-407A-4268-A5DD-C7396E2C898C}"/>
              </a:ext>
            </a:extLst>
          </p:cNvPr>
          <p:cNvSpPr>
            <a:spLocks xmlns:a="http://schemas.openxmlformats.org/drawingml/2006/main"/>
          </p:cNvSpPr>
          <p:nvPr/>
        </p:nvSpPr>
        <p:spPr>
          <a:xfrm xmlns:a="http://schemas.openxmlformats.org/drawingml/2006/main">
            <a:off x="8128000" y="5232400"/>
            <a:ext cx="3454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check of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outcome.</a:t>
            </a:r>
          </a:p>
        </p:txBody>
      </p:sp>
      <p:sp>
        <p:nvSpPr>
          <p:cNvPr id="396" name="narrative-number">
            <a:extLst xmlns:a="http://schemas.openxmlformats.org/drawingml/2006/main">
              <a:ext uri="{FF2B5EF4-FFF2-40B4-BE49-F238E27FC236}">
                <a16:creationId xmlns:a16="http://schemas.microsoft.com/office/drawing/2014/main" id="{BA4E44CA-4A4A-4B88-A32B-97025D4111D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958975450"/>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7" name="!!area-name">
            <a:extLst xmlns:a="http://schemas.openxmlformats.org/drawingml/2006/main">
              <a:ext uri="{FF2B5EF4-FFF2-40B4-BE49-F238E27FC236}">
                <a16:creationId xmlns:a16="http://schemas.microsoft.com/office/drawing/2014/main" id="{2CD07E10-0660-4CB5-ABB7-D235F586E1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409" name="mini-map"/>
          <p:cNvPicPr>
            <a:picLocks xmlns:a="http://schemas.openxmlformats.org/drawingml/2006/main" noChangeAspect="1"/>
          </p:cNvPicPr>
          <p:nvPr/>
        </p:nvPicPr>
        <p:blipFill>
          <a:blip xmlns:r="http://schemas.openxmlformats.org/officeDocument/2006/relationships" xmlns:a="http://schemas.openxmlformats.org/drawingml/2006/main" r:embed="R3c6749e856754a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9" name="slide-title">
            <a:extLst xmlns:a="http://schemas.openxmlformats.org/drawingml/2006/main">
              <a:ext uri="{FF2B5EF4-FFF2-40B4-BE49-F238E27FC236}">
                <a16:creationId xmlns:a16="http://schemas.microsoft.com/office/drawing/2014/main" id="{2E3BAFAD-4B6C-46CF-AD47-A21B903F5B3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Designing the evaluation suite</a:t>
            </a:r>
          </a:p>
        </p:txBody>
      </p:sp>
      <p:sp>
        <p:nvSpPr>
          <p:cNvPr id="400" name="header-divider">
            <a:extLst xmlns:a="http://schemas.openxmlformats.org/drawingml/2006/main">
              <a:ext uri="{FF2B5EF4-FFF2-40B4-BE49-F238E27FC236}">
                <a16:creationId xmlns:a16="http://schemas.microsoft.com/office/drawing/2014/main" id="{EF7BFE90-735D-4680-86F5-178294756C8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33-text-1">
            <a:extLst xmlns:a="http://schemas.openxmlformats.org/drawingml/2006/main">
              <a:ext uri="{FF2B5EF4-FFF2-40B4-BE49-F238E27FC236}">
                <a16:creationId xmlns:a16="http://schemas.microsoft.com/office/drawing/2014/main" id="{A7B764AC-BEFD-499D-ACED-FB2BE9C8494C}"/>
              </a:ext>
            </a:extLst>
          </p:cNvPr>
          <p:cNvSpPr>
            <a:spLocks xmlns:a="http://schemas.openxmlformats.org/drawingml/2006/main"/>
          </p:cNvSpPr>
          <p:nvPr/>
        </p:nvSpPr>
        <p:spPr>
          <a:xfrm xmlns:a="http://schemas.openxmlformats.org/drawingml/2006/main">
            <a:off x="609600" y="24384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counts as</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success?</a:t>
            </a:r>
          </a:p>
        </p:txBody>
      </p:sp>
      <p:sp>
        <p:nvSpPr>
          <p:cNvPr id="402" name="33-text-2">
            <a:extLst xmlns:a="http://schemas.openxmlformats.org/drawingml/2006/main">
              <a:ext uri="{FF2B5EF4-FFF2-40B4-BE49-F238E27FC236}">
                <a16:creationId xmlns:a16="http://schemas.microsoft.com/office/drawing/2014/main" id="{8B3E235C-6AC3-4449-81B5-5B0776B9B507}"/>
              </a:ext>
            </a:extLst>
          </p:cNvPr>
          <p:cNvSpPr>
            <a:spLocks xmlns:a="http://schemas.openxmlformats.org/drawingml/2006/main"/>
          </p:cNvSpPr>
          <p:nvPr/>
        </p:nvSpPr>
        <p:spPr>
          <a:xfrm xmlns:a="http://schemas.openxmlformats.org/drawingml/2006/main">
            <a:off x="4368800" y="24384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and quality criteria defined with SMEs.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Forbidden actions and acceptable limitations.</a:t>
            </a:r>
          </a:p>
        </p:txBody>
      </p:sp>
      <p:sp>
        <p:nvSpPr>
          <p:cNvPr id="403" name="33-text-3">
            <a:extLst xmlns:a="http://schemas.openxmlformats.org/drawingml/2006/main">
              <a:ext uri="{FF2B5EF4-FFF2-40B4-BE49-F238E27FC236}">
                <a16:creationId xmlns:a16="http://schemas.microsoft.com/office/drawing/2014/main" id="{88A617C9-D03C-4C36-99C0-36AC35FF2C9A}"/>
              </a:ext>
            </a:extLst>
          </p:cNvPr>
          <p:cNvSpPr>
            <a:spLocks xmlns:a="http://schemas.openxmlformats.org/drawingml/2006/main"/>
          </p:cNvSpPr>
          <p:nvPr/>
        </p:nvSpPr>
        <p:spPr>
          <a:xfrm xmlns:a="http://schemas.openxmlformats.org/drawingml/2006/main">
            <a:off x="609600" y="37338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How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judge it?</a:t>
            </a:r>
          </a:p>
        </p:txBody>
      </p:sp>
      <p:sp>
        <p:nvSpPr>
          <p:cNvPr id="404" name="33-text-4">
            <a:extLst xmlns:a="http://schemas.openxmlformats.org/drawingml/2006/main">
              <a:ext uri="{FF2B5EF4-FFF2-40B4-BE49-F238E27FC236}">
                <a16:creationId xmlns:a16="http://schemas.microsoft.com/office/drawing/2014/main" id="{03510DCA-465B-498B-98E1-934186B189FD}"/>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explicit checks. Expert judgment for quality.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graders calibrated against experts.</a:t>
            </a:r>
          </a:p>
        </p:txBody>
      </p:sp>
      <p:sp>
        <p:nvSpPr>
          <p:cNvPr id="405" name="33-text-5">
            <a:extLst xmlns:a="http://schemas.openxmlformats.org/drawingml/2006/main">
              <a:ext uri="{FF2B5EF4-FFF2-40B4-BE49-F238E27FC236}">
                <a16:creationId xmlns:a16="http://schemas.microsoft.com/office/drawing/2014/main" id="{2016D160-7260-45B6-B2AD-EB1ED9B1133D}"/>
              </a:ext>
            </a:extLst>
          </p:cNvPr>
          <p:cNvSpPr>
            <a:spLocks xmlns:a="http://schemas.openxmlformats.org/drawingml/2006/main"/>
          </p:cNvSpPr>
          <p:nvPr/>
        </p:nvSpPr>
        <p:spPr>
          <a:xfrm xmlns:a="http://schemas.openxmlformats.org/drawingml/2006/main">
            <a:off x="609600" y="5029200"/>
            <a:ext cx="340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Which cases will we</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evaluate?</a:t>
            </a:r>
          </a:p>
        </p:txBody>
      </p:sp>
      <p:sp>
        <p:nvSpPr>
          <p:cNvPr id="406" name="33-text-6">
            <a:extLst xmlns:a="http://schemas.openxmlformats.org/drawingml/2006/main">
              <a:ext uri="{FF2B5EF4-FFF2-40B4-BE49-F238E27FC236}">
                <a16:creationId xmlns:a16="http://schemas.microsoft.com/office/drawing/2014/main" id="{6DD14AAF-F8B2-44B8-A6D7-E9675DDCE2F9}"/>
              </a:ext>
            </a:extLst>
          </p:cNvPr>
          <p:cNvSpPr>
            <a:spLocks xmlns:a="http://schemas.openxmlformats.org/drawingml/2006/main"/>
          </p:cNvSpPr>
          <p:nvPr/>
        </p:nvSpPr>
        <p:spPr>
          <a:xfrm xmlns:a="http://schemas.openxmlformats.org/drawingml/2006/main">
            <a:off x="4368800" y="50292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SME-reviewed golden datasets, known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adversarial inputs. Held-out cases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repeated trials.</a:t>
            </a:r>
          </a:p>
        </p:txBody>
      </p:sp>
      <p:sp>
        <p:nvSpPr>
          <p:cNvPr id="407" name="narrative-number">
            <a:extLst xmlns:a="http://schemas.openxmlformats.org/drawingml/2006/main">
              <a:ext uri="{FF2B5EF4-FFF2-40B4-BE49-F238E27FC236}">
                <a16:creationId xmlns:a16="http://schemas.microsoft.com/office/drawing/2014/main" id="{D4087526-D8F8-4B11-BFB5-71EFD22AC1B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2359066618"/>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8" name="!!area-name">
            <a:extLst xmlns:a="http://schemas.openxmlformats.org/drawingml/2006/main">
              <a:ext uri="{FF2B5EF4-FFF2-40B4-BE49-F238E27FC236}">
                <a16:creationId xmlns:a16="http://schemas.microsoft.com/office/drawing/2014/main" id="{5D39F82C-F6C1-4CF8-8DA6-BDEE13248CF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23" name="mini-map"/>
          <p:cNvPicPr>
            <a:picLocks xmlns:a="http://schemas.openxmlformats.org/drawingml/2006/main" noChangeAspect="1"/>
          </p:cNvPicPr>
          <p:nvPr/>
        </p:nvPicPr>
        <p:blipFill>
          <a:blip xmlns:r="http://schemas.openxmlformats.org/officeDocument/2006/relationships" xmlns:a="http://schemas.openxmlformats.org/drawingml/2006/main" r:embed="R0972c0e21b4743f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0" name="slide-title">
            <a:extLst xmlns:a="http://schemas.openxmlformats.org/drawingml/2006/main">
              <a:ext uri="{FF2B5EF4-FFF2-40B4-BE49-F238E27FC236}">
                <a16:creationId xmlns:a16="http://schemas.microsoft.com/office/drawing/2014/main" id="{9E5195D8-9352-461A-8374-7691050761B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411" name="header-divider">
            <a:extLst xmlns:a="http://schemas.openxmlformats.org/drawingml/2006/main">
              <a:ext uri="{FF2B5EF4-FFF2-40B4-BE49-F238E27FC236}">
                <a16:creationId xmlns:a16="http://schemas.microsoft.com/office/drawing/2014/main" id="{FED17403-8764-4255-B9E4-A26997251EF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2" name="34-text-1">
            <a:extLst xmlns:a="http://schemas.openxmlformats.org/drawingml/2006/main">
              <a:ext uri="{FF2B5EF4-FFF2-40B4-BE49-F238E27FC236}">
                <a16:creationId xmlns:a16="http://schemas.microsoft.com/office/drawing/2014/main" id="{764509A8-881F-471D-8640-4080BEA0B3B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413" name="34-text-2">
            <a:extLst xmlns:a="http://schemas.openxmlformats.org/drawingml/2006/main">
              <a:ext uri="{FF2B5EF4-FFF2-40B4-BE49-F238E27FC236}">
                <a16:creationId xmlns:a16="http://schemas.microsoft.com/office/drawing/2014/main" id="{7F6F4390-F314-4ACE-989D-BBB66CD2AB3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agent reports success, but the actual result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fails the requirements.</a:t>
            </a:r>
          </a:p>
        </p:txBody>
      </p:sp>
      <p:sp>
        <p:nvSpPr>
          <p:cNvPr id="414" name="34-text-3">
            <a:extLst xmlns:a="http://schemas.openxmlformats.org/drawingml/2006/main">
              <a:ext uri="{FF2B5EF4-FFF2-40B4-BE49-F238E27FC236}">
                <a16:creationId xmlns:a16="http://schemas.microsoft.com/office/drawing/2014/main" id="{92CC4A43-BC3A-452F-A465-F9005272C031}"/>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415" name="34-text-4">
            <a:extLst xmlns:a="http://schemas.openxmlformats.org/drawingml/2006/main">
              <a:ext uri="{FF2B5EF4-FFF2-40B4-BE49-F238E27FC236}">
                <a16:creationId xmlns:a16="http://schemas.microsoft.com/office/drawing/2014/main" id="{41BCA806-0347-4645-B8D5-CBC5BD469A5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grader rewards answers that experts would reject.</a:t>
            </a:r>
          </a:p>
        </p:txBody>
      </p:sp>
      <p:sp>
        <p:nvSpPr>
          <p:cNvPr id="416" name="34-text-5">
            <a:extLst xmlns:a="http://schemas.openxmlformats.org/drawingml/2006/main">
              <a:ext uri="{FF2B5EF4-FFF2-40B4-BE49-F238E27FC236}">
                <a16:creationId xmlns:a16="http://schemas.microsoft.com/office/drawing/2014/main" id="{288F5F92-06B5-40DA-8220-D12EDE5D5EE6}"/>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Reference data</a:t>
            </a:r>
          </a:p>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and coverage</a:t>
            </a:r>
          </a:p>
        </p:txBody>
      </p:sp>
      <p:sp>
        <p:nvSpPr>
          <p:cNvPr id="417" name="34-text-6">
            <a:extLst xmlns:a="http://schemas.openxmlformats.org/drawingml/2006/main">
              <a:ext uri="{FF2B5EF4-FFF2-40B4-BE49-F238E27FC236}">
                <a16:creationId xmlns:a16="http://schemas.microsoft.com/office/drawing/2014/main" id="{9BABF77F-77B3-42AD-8CAF-FD3CD0227D0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Golden datasets can contain human errors, reflect bias,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miss important cases.</a:t>
            </a:r>
          </a:p>
        </p:txBody>
      </p:sp>
      <p:sp>
        <p:nvSpPr>
          <p:cNvPr id="418" name="34-text-7">
            <a:extLst xmlns:a="http://schemas.openxmlformats.org/drawingml/2006/main">
              <a:ext uri="{FF2B5EF4-FFF2-40B4-BE49-F238E27FC236}">
                <a16:creationId xmlns:a16="http://schemas.microsoft.com/office/drawing/2014/main" id="{BA10F291-C449-44BB-8137-56FEF9A078E3}"/>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trace, and reference data before choosing a repair.</a:t>
            </a:r>
          </a:p>
        </p:txBody>
      </p:sp>
      <p:sp>
        <p:nvSpPr>
          <p:cNvPr id="419" name="34-text-8">
            <a:extLst xmlns:a="http://schemas.openxmlformats.org/drawingml/2006/main">
              <a:ext uri="{FF2B5EF4-FFF2-40B4-BE49-F238E27FC236}">
                <a16:creationId xmlns:a16="http://schemas.microsoft.com/office/drawing/2014/main" id="{A9D72019-C56E-4D4C-A9AD-9796F35027D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20" name="34-text-9">
            <a:extLst xmlns:a="http://schemas.openxmlformats.org/drawingml/2006/main">
              <a:ext uri="{FF2B5EF4-FFF2-40B4-BE49-F238E27FC236}">
                <a16:creationId xmlns:a16="http://schemas.microsoft.com/office/drawing/2014/main" id="{C17C8541-1C4B-4E8C-AABE-B530EB9E82ED}"/>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21" name="narrative-number">
            <a:extLst xmlns:a="http://schemas.openxmlformats.org/drawingml/2006/main">
              <a:ext uri="{FF2B5EF4-FFF2-40B4-BE49-F238E27FC236}">
                <a16:creationId xmlns:a16="http://schemas.microsoft.com/office/drawing/2014/main" id="{A163CD35-9BF2-4E8E-A32C-B56A4B8DBD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753686785"/>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2" name="!!area-name">
            <a:extLst xmlns:a="http://schemas.openxmlformats.org/drawingml/2006/main">
              <a:ext uri="{FF2B5EF4-FFF2-40B4-BE49-F238E27FC236}">
                <a16:creationId xmlns:a16="http://schemas.microsoft.com/office/drawing/2014/main" id="{7EAD04B6-2BBC-409F-A68B-9D2D6825E8A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38" name="mini-map"/>
          <p:cNvPicPr>
            <a:picLocks xmlns:a="http://schemas.openxmlformats.org/drawingml/2006/main" noChangeAspect="1"/>
          </p:cNvPicPr>
          <p:nvPr/>
        </p:nvPicPr>
        <p:blipFill>
          <a:blip xmlns:r="http://schemas.openxmlformats.org/officeDocument/2006/relationships" xmlns:a="http://schemas.openxmlformats.org/drawingml/2006/main" r:embed="R7d359c21308d481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4" name="slide-title">
            <a:extLst xmlns:a="http://schemas.openxmlformats.org/drawingml/2006/main">
              <a:ext uri="{FF2B5EF4-FFF2-40B4-BE49-F238E27FC236}">
                <a16:creationId xmlns:a16="http://schemas.microsoft.com/office/drawing/2014/main" id="{5C022166-BBE2-4BB6-8BEA-0C0C8565D05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25" name="header-divider">
            <a:extLst xmlns:a="http://schemas.openxmlformats.org/drawingml/2006/main">
              <a:ext uri="{FF2B5EF4-FFF2-40B4-BE49-F238E27FC236}">
                <a16:creationId xmlns:a16="http://schemas.microsoft.com/office/drawing/2014/main" id="{20FC0438-14A9-4CCD-8BE7-B8D851149F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6" name="35-text-1">
            <a:extLst xmlns:a="http://schemas.openxmlformats.org/drawingml/2006/main">
              <a:ext uri="{FF2B5EF4-FFF2-40B4-BE49-F238E27FC236}">
                <a16:creationId xmlns:a16="http://schemas.microsoft.com/office/drawing/2014/main" id="{DA8A0687-275C-4A71-8768-A7D59B1725B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27" name="35-text-2">
            <a:extLst xmlns:a="http://schemas.openxmlformats.org/drawingml/2006/main">
              <a:ext uri="{FF2B5EF4-FFF2-40B4-BE49-F238E27FC236}">
                <a16:creationId xmlns:a16="http://schemas.microsoft.com/office/drawing/2014/main" id="{3605DC33-3C94-4355-848C-C9B8CAB7076A}"/>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28" name="35-text-3">
            <a:extLst xmlns:a="http://schemas.openxmlformats.org/drawingml/2006/main">
              <a:ext uri="{FF2B5EF4-FFF2-40B4-BE49-F238E27FC236}">
                <a16:creationId xmlns:a16="http://schemas.microsoft.com/office/drawing/2014/main" id="{99916CF5-0C9F-4752-B595-88485040E7BA}"/>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29" name="35-text-4">
            <a:extLst xmlns:a="http://schemas.openxmlformats.org/drawingml/2006/main">
              <a:ext uri="{FF2B5EF4-FFF2-40B4-BE49-F238E27FC236}">
                <a16:creationId xmlns:a16="http://schemas.microsoft.com/office/drawing/2014/main" id="{E554EFC1-0658-42C2-97C8-618DB0BB695A}"/>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30" name="35-text-5">
            <a:extLst xmlns:a="http://schemas.openxmlformats.org/drawingml/2006/main">
              <a:ext uri="{FF2B5EF4-FFF2-40B4-BE49-F238E27FC236}">
                <a16:creationId xmlns:a16="http://schemas.microsoft.com/office/drawing/2014/main" id="{5420D391-81B5-483D-A207-E0877A3A5992}"/>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31" name="35-text-6">
            <a:extLst xmlns:a="http://schemas.openxmlformats.org/drawingml/2006/main">
              <a:ext uri="{FF2B5EF4-FFF2-40B4-BE49-F238E27FC236}">
                <a16:creationId xmlns:a16="http://schemas.microsoft.com/office/drawing/2014/main" id="{4DB1F5FB-6646-451A-B185-AAD038066D46}"/>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32" name="35-text-7">
            <a:extLst xmlns:a="http://schemas.openxmlformats.org/drawingml/2006/main">
              <a:ext uri="{FF2B5EF4-FFF2-40B4-BE49-F238E27FC236}">
                <a16:creationId xmlns:a16="http://schemas.microsoft.com/office/drawing/2014/main" id="{F86CF961-AD04-4554-8649-F185E5D78A9F}"/>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33" name="35-text-8">
            <a:extLst xmlns:a="http://schemas.openxmlformats.org/drawingml/2006/main">
              <a:ext uri="{FF2B5EF4-FFF2-40B4-BE49-F238E27FC236}">
                <a16:creationId xmlns:a16="http://schemas.microsoft.com/office/drawing/2014/main" id="{FAAAFD9C-B306-43B7-90F5-B72938CC9E14}"/>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34" name="35-text-9">
            <a:extLst xmlns:a="http://schemas.openxmlformats.org/drawingml/2006/main">
              <a:ext uri="{FF2B5EF4-FFF2-40B4-BE49-F238E27FC236}">
                <a16:creationId xmlns:a16="http://schemas.microsoft.com/office/drawing/2014/main" id="{A96D2623-4A06-425D-8126-BC4F413DF27D}"/>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35" name="35-text-10">
            <a:extLst xmlns:a="http://schemas.openxmlformats.org/drawingml/2006/main">
              <a:ext uri="{FF2B5EF4-FFF2-40B4-BE49-F238E27FC236}">
                <a16:creationId xmlns:a16="http://schemas.microsoft.com/office/drawing/2014/main" id="{E9EB37FA-65FC-4EF3-8B25-3A8E3E8D2CEA}"/>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36" name="narrative-number">
            <a:extLst xmlns:a="http://schemas.openxmlformats.org/drawingml/2006/main">
              <a:ext uri="{FF2B5EF4-FFF2-40B4-BE49-F238E27FC236}">
                <a16:creationId xmlns:a16="http://schemas.microsoft.com/office/drawing/2014/main" id="{5963A10F-0516-498E-80DD-7CAAA4413B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122842333"/>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7" name="!!area-name">
            <a:extLst xmlns:a="http://schemas.openxmlformats.org/drawingml/2006/main">
              <a:ext uri="{FF2B5EF4-FFF2-40B4-BE49-F238E27FC236}">
                <a16:creationId xmlns:a16="http://schemas.microsoft.com/office/drawing/2014/main" id="{02792773-163D-46AF-A055-4F809A95FE0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46" name="mini-map"/>
          <p:cNvPicPr>
            <a:picLocks xmlns:a="http://schemas.openxmlformats.org/drawingml/2006/main" noChangeAspect="1"/>
          </p:cNvPicPr>
          <p:nvPr/>
        </p:nvPicPr>
        <p:blipFill>
          <a:blip xmlns:r="http://schemas.openxmlformats.org/officeDocument/2006/relationships" xmlns:a="http://schemas.openxmlformats.org/drawingml/2006/main" r:embed="R4ebda76d63ff485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9" name="header-divider">
            <a:extLst xmlns:a="http://schemas.openxmlformats.org/drawingml/2006/main">
              <a:ext uri="{FF2B5EF4-FFF2-40B4-BE49-F238E27FC236}">
                <a16:creationId xmlns:a16="http://schemas.microsoft.com/office/drawing/2014/main" id="{AEA3F701-0303-46B2-9464-B868C3F47C0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0" name="36-text-1">
            <a:extLst xmlns:a="http://schemas.openxmlformats.org/drawingml/2006/main">
              <a:ext uri="{FF2B5EF4-FFF2-40B4-BE49-F238E27FC236}">
                <a16:creationId xmlns:a16="http://schemas.microsoft.com/office/drawing/2014/main" id="{6ED8177B-9E4D-4C99-A892-0432FCA6858E}"/>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49" name="36-image-2"/>
          <p:cNvPicPr>
            <a:picLocks xmlns:a="http://schemas.openxmlformats.org/drawingml/2006/main" noChangeAspect="1"/>
          </p:cNvPicPr>
          <p:nvPr/>
        </p:nvPicPr>
        <p:blipFill>
          <a:blip xmlns:r="http://schemas.openxmlformats.org/officeDocument/2006/relationships" xmlns:a="http://schemas.openxmlformats.org/drawingml/2006/main" r:embed="R8d5d9212f4e549f7"/>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42" name="36-text-3">
            <a:extLst xmlns:a="http://schemas.openxmlformats.org/drawingml/2006/main">
              <a:ext uri="{FF2B5EF4-FFF2-40B4-BE49-F238E27FC236}">
                <a16:creationId xmlns:a16="http://schemas.microsoft.com/office/drawing/2014/main" id="{3AC48077-A76E-404D-ABC7-36E2F01B0DD2}"/>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43" name="36-text-4">
            <a:extLst xmlns:a="http://schemas.openxmlformats.org/drawingml/2006/main">
              <a:ext uri="{FF2B5EF4-FFF2-40B4-BE49-F238E27FC236}">
                <a16:creationId xmlns:a16="http://schemas.microsoft.com/office/drawing/2014/main" id="{1F58D6E9-8075-49CA-B68B-AA42A8AFC0B9}"/>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44" name="narrative-number">
            <a:extLst xmlns:a="http://schemas.openxmlformats.org/drawingml/2006/main">
              <a:ext uri="{FF2B5EF4-FFF2-40B4-BE49-F238E27FC236}">
                <a16:creationId xmlns:a16="http://schemas.microsoft.com/office/drawing/2014/main" id="{989DD76F-980F-471F-8A7E-9A2DE1CC0C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307006895"/>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5" name="!!area-name">
            <a:extLst xmlns:a="http://schemas.openxmlformats.org/drawingml/2006/main">
              <a:ext uri="{FF2B5EF4-FFF2-40B4-BE49-F238E27FC236}">
                <a16:creationId xmlns:a16="http://schemas.microsoft.com/office/drawing/2014/main" id="{015BA9D8-0651-4CD3-9F50-F6276B7BC04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Foundations</a:t>
            </a:r>
          </a:p>
        </p:txBody>
      </p:sp>
      <p:pic>
        <p:nvPicPr>
          <p:cNvPr id="467" name="mini-map"/>
          <p:cNvPicPr>
            <a:picLocks xmlns:a="http://schemas.openxmlformats.org/drawingml/2006/main" noChangeAspect="1"/>
          </p:cNvPicPr>
          <p:nvPr/>
        </p:nvPicPr>
        <p:blipFill>
          <a:blip xmlns:r="http://schemas.openxmlformats.org/officeDocument/2006/relationships" xmlns:a="http://schemas.openxmlformats.org/drawingml/2006/main" r:embed="R20a003ac2a6c4a3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7" name="slide-title">
            <a:extLst xmlns:a="http://schemas.openxmlformats.org/drawingml/2006/main">
              <a:ext uri="{FF2B5EF4-FFF2-40B4-BE49-F238E27FC236}">
                <a16:creationId xmlns:a16="http://schemas.microsoft.com/office/drawing/2014/main" id="{947182C4-1429-4F3E-B873-4EE8CDCB509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the system over time</a:t>
            </a:r>
          </a:p>
        </p:txBody>
      </p:sp>
      <p:sp>
        <p:nvSpPr>
          <p:cNvPr id="448" name="header-divider">
            <a:extLst xmlns:a="http://schemas.openxmlformats.org/drawingml/2006/main">
              <a:ext uri="{FF2B5EF4-FFF2-40B4-BE49-F238E27FC236}">
                <a16:creationId xmlns:a16="http://schemas.microsoft.com/office/drawing/2014/main" id="{A1D0336A-C062-4133-9648-E418967E3FC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9" name="37-text-1">
            <a:extLst xmlns:a="http://schemas.openxmlformats.org/drawingml/2006/main">
              <a:ext uri="{FF2B5EF4-FFF2-40B4-BE49-F238E27FC236}">
                <a16:creationId xmlns:a16="http://schemas.microsoft.com/office/drawing/2014/main" id="{48917A19-B369-4B59-ABFB-DAD829F4C410}"/>
              </a:ext>
            </a:extLst>
          </p:cNvPr>
          <p:cNvSpPr>
            <a:spLocks xmlns:a="http://schemas.openxmlformats.org/drawingml/2006/main"/>
          </p:cNvSpPr>
          <p:nvPr/>
        </p:nvSpPr>
        <p:spPr>
          <a:xfrm xmlns:a="http://schemas.openxmlformats.org/drawingml/2006/main">
            <a:off x="609600" y="2438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accountable response.</a:t>
            </a:r>
          </a:p>
        </p:txBody>
      </p:sp>
      <p:sp>
        <p:nvSpPr>
          <p:cNvPr id="450" name="37-text-2">
            <a:extLst xmlns:a="http://schemas.openxmlformats.org/drawingml/2006/main">
              <a:ext uri="{FF2B5EF4-FFF2-40B4-BE49-F238E27FC236}">
                <a16:creationId xmlns:a16="http://schemas.microsoft.com/office/drawing/2014/main" id="{EF34CEBE-DE67-4F70-BDF8-21A2169195C3}"/>
              </a:ext>
            </a:extLst>
          </p:cNvPr>
          <p:cNvSpPr>
            <a:spLocks xmlns:a="http://schemas.openxmlformats.org/drawingml/2006/main"/>
          </p:cNvSpPr>
          <p:nvPr/>
        </p:nvSpPr>
        <p:spPr>
          <a:xfrm xmlns:a="http://schemas.openxmlformats.org/drawingml/2006/main">
            <a:off x="609600" y="3327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Trace</a:t>
            </a:r>
          </a:p>
        </p:txBody>
      </p:sp>
      <p:sp>
        <p:nvSpPr>
          <p:cNvPr id="451" name="37-text-3">
            <a:extLst xmlns:a="http://schemas.openxmlformats.org/drawingml/2006/main">
              <a:ext uri="{FF2B5EF4-FFF2-40B4-BE49-F238E27FC236}">
                <a16:creationId xmlns:a16="http://schemas.microsoft.com/office/drawing/2014/main" id="{361426E5-508D-44EA-AA71-01748853AA7D}"/>
              </a:ext>
            </a:extLst>
          </p:cNvPr>
          <p:cNvSpPr>
            <a:spLocks xmlns:a="http://schemas.openxmlformats.org/drawingml/2006/main"/>
          </p:cNvSpPr>
          <p:nvPr/>
        </p:nvSpPr>
        <p:spPr>
          <a:xfrm xmlns:a="http://schemas.openxmlformats.org/drawingml/2006/main">
            <a:off x="3708400" y="3327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operations behind one task.</a:t>
            </a:r>
          </a:p>
        </p:txBody>
      </p:sp>
      <p:sp>
        <p:nvSpPr>
          <p:cNvPr id="452" name="37-text-4">
            <a:extLst xmlns:a="http://schemas.openxmlformats.org/drawingml/2006/main">
              <a:ext uri="{FF2B5EF4-FFF2-40B4-BE49-F238E27FC236}">
                <a16:creationId xmlns:a16="http://schemas.microsoft.com/office/drawing/2014/main" id="{F7EAF24F-8E8A-4480-A8E7-B33C75754C0A}"/>
              </a:ext>
            </a:extLst>
          </p:cNvPr>
          <p:cNvSpPr>
            <a:spLocks xmlns:a="http://schemas.openxmlformats.org/drawingml/2006/main"/>
          </p:cNvSpPr>
          <p:nvPr/>
        </p:nvSpPr>
        <p:spPr>
          <a:xfrm xmlns:a="http://schemas.openxmlformats.org/drawingml/2006/main">
            <a:off x="609600" y="48514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Versioned</a:t>
            </a:r>
          </a:p>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configuration</a:t>
            </a:r>
          </a:p>
        </p:txBody>
      </p:sp>
      <p:sp>
        <p:nvSpPr>
          <p:cNvPr id="453" name="37-text-5">
            <a:extLst xmlns:a="http://schemas.openxmlformats.org/drawingml/2006/main">
              <a:ext uri="{FF2B5EF4-FFF2-40B4-BE49-F238E27FC236}">
                <a16:creationId xmlns:a16="http://schemas.microsoft.com/office/drawing/2014/main" id="{00307DBE-2E4B-4EDA-A2D3-FE33F3DDBB9D}"/>
              </a:ext>
            </a:extLst>
          </p:cNvPr>
          <p:cNvSpPr>
            <a:spLocks xmlns:a="http://schemas.openxmlformats.org/drawingml/2006/main"/>
          </p:cNvSpPr>
          <p:nvPr/>
        </p:nvSpPr>
        <p:spPr>
          <a:xfrm xmlns:a="http://schemas.openxmlformats.org/drawingml/2006/main">
            <a:off x="3708400" y="48514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versions and settings in use.</a:t>
            </a:r>
          </a:p>
        </p:txBody>
      </p:sp>
      <p:sp>
        <p:nvSpPr>
          <p:cNvPr id="454" name="37-text-6">
            <a:extLst xmlns:a="http://schemas.openxmlformats.org/drawingml/2006/main">
              <a:ext uri="{FF2B5EF4-FFF2-40B4-BE49-F238E27FC236}">
                <a16:creationId xmlns:a16="http://schemas.microsoft.com/office/drawing/2014/main" id="{21501115-B0CC-4006-B720-79003D12DE3A}"/>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Outcome metrics</a:t>
            </a:r>
          </a:p>
        </p:txBody>
      </p:sp>
      <p:sp>
        <p:nvSpPr>
          <p:cNvPr id="455" name="37-text-7">
            <a:extLst xmlns:a="http://schemas.openxmlformats.org/drawingml/2006/main">
              <a:ext uri="{FF2B5EF4-FFF2-40B4-BE49-F238E27FC236}">
                <a16:creationId xmlns:a16="http://schemas.microsoft.com/office/drawing/2014/main" id="{E02831C1-3739-49F7-90A0-39D5782358B5}"/>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Quality, completion time, cost, and review work.</a:t>
            </a:r>
          </a:p>
        </p:txBody>
      </p:sp>
      <p:sp>
        <p:nvSpPr>
          <p:cNvPr id="456" name="37-text-8">
            <a:extLst xmlns:a="http://schemas.openxmlformats.org/drawingml/2006/main">
              <a:ext uri="{FF2B5EF4-FFF2-40B4-BE49-F238E27FC236}">
                <a16:creationId xmlns:a16="http://schemas.microsoft.com/office/drawing/2014/main" id="{44806F52-8122-40AF-A00A-26C30E4F317C}"/>
              </a:ext>
            </a:extLst>
          </p:cNvPr>
          <p:cNvSpPr>
            <a:spLocks xmlns:a="http://schemas.openxmlformats.org/drawingml/2006/main"/>
          </p:cNvSpPr>
          <p:nvPr/>
        </p:nvSpPr>
        <p:spPr>
          <a:xfrm xmlns:a="http://schemas.openxmlformats.org/drawingml/2006/main">
            <a:off x="37084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a:t>
            </a:r>
          </a:p>
        </p:txBody>
      </p:sp>
      <p:sp>
        <p:nvSpPr>
          <p:cNvPr id="457" name="37-text-9">
            <a:extLst xmlns:a="http://schemas.openxmlformats.org/drawingml/2006/main">
              <a:ext uri="{FF2B5EF4-FFF2-40B4-BE49-F238E27FC236}">
                <a16:creationId xmlns:a16="http://schemas.microsoft.com/office/drawing/2014/main" id="{C56E6DFF-9104-4C1C-A1DA-AE7D0C56DFD9}"/>
              </a:ext>
            </a:extLst>
          </p:cNvPr>
          <p:cNvSpPr>
            <a:spLocks xmlns:a="http://schemas.openxmlformats.org/drawingml/2006/main"/>
          </p:cNvSpPr>
          <p:nvPr/>
        </p:nvSpPr>
        <p:spPr>
          <a:xfrm xmlns:a="http://schemas.openxmlformats.org/drawingml/2006/main">
            <a:off x="56896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a:t>
            </a:r>
          </a:p>
        </p:txBody>
      </p:sp>
      <p:sp>
        <p:nvSpPr>
          <p:cNvPr id="458" name="37-text-10">
            <a:extLst xmlns:a="http://schemas.openxmlformats.org/drawingml/2006/main">
              <a:ext uri="{FF2B5EF4-FFF2-40B4-BE49-F238E27FC236}">
                <a16:creationId xmlns:a16="http://schemas.microsoft.com/office/drawing/2014/main" id="{93338812-D141-4049-ABFD-EF8CADA7AB59}"/>
              </a:ext>
            </a:extLst>
          </p:cNvPr>
          <p:cNvSpPr>
            <a:spLocks xmlns:a="http://schemas.openxmlformats.org/drawingml/2006/main"/>
          </p:cNvSpPr>
          <p:nvPr/>
        </p:nvSpPr>
        <p:spPr>
          <a:xfrm xmlns:a="http://schemas.openxmlformats.org/drawingml/2006/main">
            <a:off x="7670800" y="38354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459" name="37-text-11">
            <a:extLst xmlns:a="http://schemas.openxmlformats.org/drawingml/2006/main">
              <a:ext uri="{FF2B5EF4-FFF2-40B4-BE49-F238E27FC236}">
                <a16:creationId xmlns:a16="http://schemas.microsoft.com/office/drawing/2014/main" id="{9A72C40F-A87A-4228-9A8F-73FE7769E496}"/>
              </a:ext>
            </a:extLst>
          </p:cNvPr>
          <p:cNvSpPr>
            <a:spLocks xmlns:a="http://schemas.openxmlformats.org/drawingml/2006/main"/>
          </p:cNvSpPr>
          <p:nvPr/>
        </p:nvSpPr>
        <p:spPr>
          <a:xfrm xmlns:a="http://schemas.openxmlformats.org/drawingml/2006/main">
            <a:off x="9652000" y="3835400"/>
            <a:ext cx="193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 hold</a:t>
            </a:r>
          </a:p>
        </p:txBody>
      </p:sp>
      <p:sp>
        <p:nvSpPr>
          <p:cNvPr id="460" name="37-line-13">
            <a:extLst xmlns:a="http://schemas.openxmlformats.org/drawingml/2006/main">
              <a:ext uri="{FF2B5EF4-FFF2-40B4-BE49-F238E27FC236}">
                <a16:creationId xmlns:a16="http://schemas.microsoft.com/office/drawing/2014/main" id="{3491F9C4-1448-4FA2-9F54-BF31B622A04B}"/>
              </a:ext>
            </a:extLst>
          </p:cNvPr>
          <p:cNvSpPr>
            <a:spLocks xmlns:a="http://schemas.openxmlformats.org/drawingml/2006/main"/>
          </p:cNvSpPr>
          <p:nvPr/>
        </p:nvSpPr>
        <p:spPr>
          <a:xfrm xmlns:a="http://schemas.openxmlformats.org/drawingml/2006/main" flipH="0" flipV="0">
            <a:off x="52832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1" name="37-line-15">
            <a:extLst xmlns:a="http://schemas.openxmlformats.org/drawingml/2006/main">
              <a:ext uri="{FF2B5EF4-FFF2-40B4-BE49-F238E27FC236}">
                <a16:creationId xmlns:a16="http://schemas.microsoft.com/office/drawing/2014/main" id="{C19022CE-406D-4EBB-ADAD-4370177252F8}"/>
              </a:ext>
            </a:extLst>
          </p:cNvPr>
          <p:cNvSpPr>
            <a:spLocks xmlns:a="http://schemas.openxmlformats.org/drawingml/2006/main"/>
          </p:cNvSpPr>
          <p:nvPr/>
        </p:nvSpPr>
        <p:spPr>
          <a:xfrm xmlns:a="http://schemas.openxmlformats.org/drawingml/2006/main" flipH="0" flipV="0">
            <a:off x="72644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2" name="37-line-17">
            <a:extLst xmlns:a="http://schemas.openxmlformats.org/drawingml/2006/main">
              <a:ext uri="{FF2B5EF4-FFF2-40B4-BE49-F238E27FC236}">
                <a16:creationId xmlns:a16="http://schemas.microsoft.com/office/drawing/2014/main" id="{4D2758D2-4836-4560-AC80-FEF581C37AE5}"/>
              </a:ext>
            </a:extLst>
          </p:cNvPr>
          <p:cNvSpPr>
            <a:spLocks xmlns:a="http://schemas.openxmlformats.org/drawingml/2006/main"/>
          </p:cNvSpPr>
          <p:nvPr/>
        </p:nvSpPr>
        <p:spPr>
          <a:xfrm xmlns:a="http://schemas.openxmlformats.org/drawingml/2006/main" flipH="0" flipV="0">
            <a:off x="9245600" y="4013200"/>
            <a:ext cx="304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463" name="37-shape-18">
            <a:extLst xmlns:a="http://schemas.openxmlformats.org/drawingml/2006/main">
              <a:ext uri="{FF2B5EF4-FFF2-40B4-BE49-F238E27FC236}">
                <a16:creationId xmlns:a16="http://schemas.microsoft.com/office/drawing/2014/main" id="{85DB0D1A-F255-487E-8B7C-2A694B8412F7}"/>
              </a:ext>
            </a:extLst>
          </p:cNvPr>
          <p:cNvSpPr>
            <a:spLocks xmlns:a="http://schemas.openxmlformats.org/drawingml/2006/main"/>
          </p:cNvSpPr>
          <p:nvPr/>
        </p:nvSpPr>
        <p:spPr>
          <a:xfrm xmlns:a="http://schemas.openxmlformats.org/drawingml/2006/main">
            <a:off x="5689600" y="4241800"/>
            <a:ext cx="1524000" cy="254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4" name="37-text-19">
            <a:extLst xmlns:a="http://schemas.openxmlformats.org/drawingml/2006/main">
              <a:ext uri="{FF2B5EF4-FFF2-40B4-BE49-F238E27FC236}">
                <a16:creationId xmlns:a16="http://schemas.microsoft.com/office/drawing/2014/main" id="{9CFA5E94-99A3-4E5A-9A93-26527784F44F}"/>
              </a:ext>
            </a:extLst>
          </p:cNvPr>
          <p:cNvSpPr>
            <a:spLocks xmlns:a="http://schemas.openxmlformats.org/drawingml/2006/main"/>
          </p:cNvSpPr>
          <p:nvPr/>
        </p:nvSpPr>
        <p:spPr>
          <a:xfrm xmlns:a="http://schemas.openxmlformats.org/drawingml/2006/main">
            <a:off x="5689600" y="4368800"/>
            <a:ext cx="152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one span</a:t>
            </a:r>
          </a:p>
        </p:txBody>
      </p:sp>
      <p:sp>
        <p:nvSpPr>
          <p:cNvPr id="465" name="narrative-number">
            <a:extLst xmlns:a="http://schemas.openxmlformats.org/drawingml/2006/main">
              <a:ext uri="{FF2B5EF4-FFF2-40B4-BE49-F238E27FC236}">
                <a16:creationId xmlns:a16="http://schemas.microsoft.com/office/drawing/2014/main" id="{FE120A9E-73FD-40AF-BD5F-7E800A82A2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4076030678"/>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6" name="!!area-name">
            <a:extLst xmlns:a="http://schemas.openxmlformats.org/drawingml/2006/main">
              <a:ext uri="{FF2B5EF4-FFF2-40B4-BE49-F238E27FC236}">
                <a16:creationId xmlns:a16="http://schemas.microsoft.com/office/drawing/2014/main" id="{AD1CD5E5-F036-4AE5-95EA-CB01DAAF2B0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78" name="mini-map"/>
          <p:cNvPicPr>
            <a:picLocks xmlns:a="http://schemas.openxmlformats.org/drawingml/2006/main" noChangeAspect="1"/>
          </p:cNvPicPr>
          <p:nvPr/>
        </p:nvPicPr>
        <p:blipFill>
          <a:blip xmlns:r="http://schemas.openxmlformats.org/officeDocument/2006/relationships" xmlns:a="http://schemas.openxmlformats.org/drawingml/2006/main" r:embed="Ra85d94a09be1452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8" name="slide-title">
            <a:extLst xmlns:a="http://schemas.openxmlformats.org/drawingml/2006/main">
              <a:ext uri="{FF2B5EF4-FFF2-40B4-BE49-F238E27FC236}">
                <a16:creationId xmlns:a16="http://schemas.microsoft.com/office/drawing/2014/main" id="{00116EA6-A7D8-4C30-B9F5-E30C1A29253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decisions</a:t>
            </a:r>
          </a:p>
        </p:txBody>
      </p:sp>
      <p:sp>
        <p:nvSpPr>
          <p:cNvPr id="469" name="header-divider">
            <a:extLst xmlns:a="http://schemas.openxmlformats.org/drawingml/2006/main">
              <a:ext uri="{FF2B5EF4-FFF2-40B4-BE49-F238E27FC236}">
                <a16:creationId xmlns:a16="http://schemas.microsoft.com/office/drawing/2014/main" id="{563F3911-18D9-4DA9-B605-79BC70A5329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38-text-1">
            <a:extLst xmlns:a="http://schemas.openxmlformats.org/drawingml/2006/main">
              <a:ext uri="{FF2B5EF4-FFF2-40B4-BE49-F238E27FC236}">
                <a16:creationId xmlns:a16="http://schemas.microsoft.com/office/drawing/2014/main" id="{A6702218-70DE-4536-8E1B-D3A645B2206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Evidence</a:t>
            </a:r>
          </a:p>
        </p:txBody>
      </p:sp>
      <p:sp>
        <p:nvSpPr>
          <p:cNvPr id="471" name="38-text-2">
            <a:extLst xmlns:a="http://schemas.openxmlformats.org/drawingml/2006/main">
              <a:ext uri="{FF2B5EF4-FFF2-40B4-BE49-F238E27FC236}">
                <a16:creationId xmlns:a16="http://schemas.microsoft.com/office/drawing/2014/main" id="{53620559-F774-4B27-BA77-267918AF427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Capture enough to investigate.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sensitive content.</a:t>
            </a:r>
          </a:p>
        </p:txBody>
      </p:sp>
      <p:sp>
        <p:nvSpPr>
          <p:cNvPr id="472" name="38-text-3">
            <a:extLst xmlns:a="http://schemas.openxmlformats.org/drawingml/2006/main">
              <a:ext uri="{FF2B5EF4-FFF2-40B4-BE49-F238E27FC236}">
                <a16:creationId xmlns:a16="http://schemas.microsoft.com/office/drawing/2014/main" id="{D72A5508-B447-44A9-9247-058006F06B02}"/>
              </a:ext>
            </a:extLst>
          </p:cNvPr>
          <p:cNvSpPr>
            <a:spLocks xmlns:a="http://schemas.openxmlformats.org/drawingml/2006/main"/>
          </p:cNvSpPr>
          <p:nvPr/>
        </p:nvSpPr>
        <p:spPr>
          <a:xfrm xmlns:a="http://schemas.openxmlformats.org/drawingml/2006/main">
            <a:off x="609600" y="370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Releases</a:t>
            </a:r>
          </a:p>
        </p:txBody>
      </p:sp>
      <p:sp>
        <p:nvSpPr>
          <p:cNvPr id="473" name="38-text-4">
            <a:extLst xmlns:a="http://schemas.openxmlformats.org/drawingml/2006/main">
              <a:ext uri="{FF2B5EF4-FFF2-40B4-BE49-F238E27FC236}">
                <a16:creationId xmlns:a16="http://schemas.microsoft.com/office/drawing/2014/main" id="{37889FE8-46B9-470A-A6EF-31CE8E581CC7}"/>
              </a:ext>
            </a:extLst>
          </p:cNvPr>
          <p:cNvSpPr>
            <a:spLocks xmlns:a="http://schemas.openxmlformats.org/drawingml/2006/main"/>
          </p:cNvSpPr>
          <p:nvPr/>
        </p:nvSpPr>
        <p:spPr>
          <a:xfrm xmlns:a="http://schemas.openxmlformats.org/drawingml/2006/main">
            <a:off x="3708400" y="370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a controlled cohort.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rollback conditions.</a:t>
            </a:r>
          </a:p>
        </p:txBody>
      </p:sp>
      <p:sp>
        <p:nvSpPr>
          <p:cNvPr id="474" name="38-text-5">
            <a:extLst xmlns:a="http://schemas.openxmlformats.org/drawingml/2006/main">
              <a:ext uri="{FF2B5EF4-FFF2-40B4-BE49-F238E27FC236}">
                <a16:creationId xmlns:a16="http://schemas.microsoft.com/office/drawing/2014/main" id="{7D9FCCC3-7ECA-47E7-8521-F6D7284C6C91}"/>
              </a:ext>
            </a:extLst>
          </p:cNvPr>
          <p:cNvSpPr>
            <a:spLocks xmlns:a="http://schemas.openxmlformats.org/drawingml/2006/main"/>
          </p:cNvSpPr>
          <p:nvPr/>
        </p:nvSpPr>
        <p:spPr>
          <a:xfrm xmlns:a="http://schemas.openxmlformats.org/drawingml/2006/main">
            <a:off x="609600" y="497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Response</a:t>
            </a:r>
          </a:p>
        </p:txBody>
      </p:sp>
      <p:sp>
        <p:nvSpPr>
          <p:cNvPr id="475" name="38-text-6">
            <a:extLst xmlns:a="http://schemas.openxmlformats.org/drawingml/2006/main">
              <a:ext uri="{FF2B5EF4-FFF2-40B4-BE49-F238E27FC236}">
                <a16:creationId xmlns:a16="http://schemas.microsoft.com/office/drawing/2014/main" id="{A7548016-832F-40D9-BB7E-12CD1C0F801B}"/>
              </a:ext>
            </a:extLst>
          </p:cNvPr>
          <p:cNvSpPr>
            <a:spLocks xmlns:a="http://schemas.openxmlformats.org/drawingml/2006/main"/>
          </p:cNvSpPr>
          <p:nvPr/>
        </p:nvSpPr>
        <p:spPr>
          <a:xfrm xmlns:a="http://schemas.openxmlformats.org/drawingml/2006/main">
            <a:off x="3708400" y="497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scope and limits.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 an authorized responder.</a:t>
            </a:r>
          </a:p>
        </p:txBody>
      </p:sp>
      <p:sp>
        <p:nvSpPr>
          <p:cNvPr id="476" name="narrative-number">
            <a:extLst xmlns:a="http://schemas.openxmlformats.org/drawingml/2006/main">
              <a:ext uri="{FF2B5EF4-FFF2-40B4-BE49-F238E27FC236}">
                <a16:creationId xmlns:a16="http://schemas.microsoft.com/office/drawing/2014/main" id="{FC4EE285-3138-4D04-84B8-67C84BC9F6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3592605766"/>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7" name="!!area-name">
            <a:extLst xmlns:a="http://schemas.openxmlformats.org/drawingml/2006/main">
              <a:ext uri="{FF2B5EF4-FFF2-40B4-BE49-F238E27FC236}">
                <a16:creationId xmlns:a16="http://schemas.microsoft.com/office/drawing/2014/main" id="{2A68F75E-3B11-41A2-9F99-FACE671105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92" name="mini-map"/>
          <p:cNvPicPr>
            <a:picLocks xmlns:a="http://schemas.openxmlformats.org/drawingml/2006/main" noChangeAspect="1"/>
          </p:cNvPicPr>
          <p:nvPr/>
        </p:nvPicPr>
        <p:blipFill>
          <a:blip xmlns:r="http://schemas.openxmlformats.org/officeDocument/2006/relationships" xmlns:a="http://schemas.openxmlformats.org/drawingml/2006/main" r:embed="Rb02f45a0d9ad4d0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9" name="slide-title">
            <a:extLst xmlns:a="http://schemas.openxmlformats.org/drawingml/2006/main">
              <a:ext uri="{FF2B5EF4-FFF2-40B4-BE49-F238E27FC236}">
                <a16:creationId xmlns:a16="http://schemas.microsoft.com/office/drawing/2014/main" id="{50F80AE6-950F-452C-8829-4FFECB9640C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80" name="header-divider">
            <a:extLst xmlns:a="http://schemas.openxmlformats.org/drawingml/2006/main">
              <a:ext uri="{FF2B5EF4-FFF2-40B4-BE49-F238E27FC236}">
                <a16:creationId xmlns:a16="http://schemas.microsoft.com/office/drawing/2014/main" id="{01DB4723-54D2-4CA7-8353-48CA08582B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1" name="39-text-1">
            <a:extLst xmlns:a="http://schemas.openxmlformats.org/drawingml/2006/main">
              <a:ext uri="{FF2B5EF4-FFF2-40B4-BE49-F238E27FC236}">
                <a16:creationId xmlns:a16="http://schemas.microsoft.com/office/drawing/2014/main" id="{883ECFFD-8AFE-4AB9-B2DC-21108938FB7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82" name="39-text-2">
            <a:extLst xmlns:a="http://schemas.openxmlformats.org/drawingml/2006/main">
              <a:ext uri="{FF2B5EF4-FFF2-40B4-BE49-F238E27FC236}">
                <a16:creationId xmlns:a16="http://schemas.microsoft.com/office/drawing/2014/main" id="{72246928-CAAE-4F0F-B22D-62D43AF5CC08}"/>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83" name="39-text-3">
            <a:extLst xmlns:a="http://schemas.openxmlformats.org/drawingml/2006/main">
              <a:ext uri="{FF2B5EF4-FFF2-40B4-BE49-F238E27FC236}">
                <a16:creationId xmlns:a16="http://schemas.microsoft.com/office/drawing/2014/main" id="{6E440F7E-55C5-4AD5-876F-F66F80D3A86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84" name="39-text-4">
            <a:extLst xmlns:a="http://schemas.openxmlformats.org/drawingml/2006/main">
              <a:ext uri="{FF2B5EF4-FFF2-40B4-BE49-F238E27FC236}">
                <a16:creationId xmlns:a16="http://schemas.microsoft.com/office/drawing/2014/main" id="{9F12FBE1-02C3-4C73-9D7D-D61784836FC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85" name="39-text-5">
            <a:extLst xmlns:a="http://schemas.openxmlformats.org/drawingml/2006/main">
              <a:ext uri="{FF2B5EF4-FFF2-40B4-BE49-F238E27FC236}">
                <a16:creationId xmlns:a16="http://schemas.microsoft.com/office/drawing/2014/main" id="{1BB85848-F2BB-46DC-8F4F-01540017FF53}"/>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86" name="39-text-6">
            <a:extLst xmlns:a="http://schemas.openxmlformats.org/drawingml/2006/main">
              <a:ext uri="{FF2B5EF4-FFF2-40B4-BE49-F238E27FC236}">
                <a16:creationId xmlns:a16="http://schemas.microsoft.com/office/drawing/2014/main" id="{A2534DAE-34A3-466D-B7B3-9E91C13C03DD}"/>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87" name="39-text-7">
            <a:extLst xmlns:a="http://schemas.openxmlformats.org/drawingml/2006/main">
              <a:ext uri="{FF2B5EF4-FFF2-40B4-BE49-F238E27FC236}">
                <a16:creationId xmlns:a16="http://schemas.microsoft.com/office/drawing/2014/main" id="{8C21EB51-8F1A-4A3E-AF4E-B5324122994F}"/>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88" name="39-text-8">
            <a:extLst xmlns:a="http://schemas.openxmlformats.org/drawingml/2006/main">
              <a:ext uri="{FF2B5EF4-FFF2-40B4-BE49-F238E27FC236}">
                <a16:creationId xmlns:a16="http://schemas.microsoft.com/office/drawing/2014/main" id="{F5A8F7F2-5F4B-4ECA-830C-8AB87714639D}"/>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89" name="39-text-9">
            <a:extLst xmlns:a="http://schemas.openxmlformats.org/drawingml/2006/main">
              <a:ext uri="{FF2B5EF4-FFF2-40B4-BE49-F238E27FC236}">
                <a16:creationId xmlns:a16="http://schemas.microsoft.com/office/drawing/2014/main" id="{14A002ED-EE36-43AF-9443-3F1F5F9B5D2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90" name="narrative-number">
            <a:extLst xmlns:a="http://schemas.openxmlformats.org/drawingml/2006/main">
              <a:ext uri="{FF2B5EF4-FFF2-40B4-BE49-F238E27FC236}">
                <a16:creationId xmlns:a16="http://schemas.microsoft.com/office/drawing/2014/main" id="{FFEE752B-7D7D-4706-BB8B-17BA0E1E44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2782681431"/>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1" name="!!area-name">
            <a:extLst xmlns:a="http://schemas.openxmlformats.org/drawingml/2006/main">
              <a:ext uri="{FF2B5EF4-FFF2-40B4-BE49-F238E27FC236}">
                <a16:creationId xmlns:a16="http://schemas.microsoft.com/office/drawing/2014/main" id="{E31D7AAD-E54C-47EA-907E-189986EA5D9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500" name="mini-map"/>
          <p:cNvPicPr>
            <a:picLocks xmlns:a="http://schemas.openxmlformats.org/drawingml/2006/main" noChangeAspect="1"/>
          </p:cNvPicPr>
          <p:nvPr/>
        </p:nvPicPr>
        <p:blipFill>
          <a:blip xmlns:r="http://schemas.openxmlformats.org/officeDocument/2006/relationships" xmlns:a="http://schemas.openxmlformats.org/drawingml/2006/main" r:embed="R393aa56c45ee473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93" name="slide-title">
            <a:extLst xmlns:a="http://schemas.openxmlformats.org/drawingml/2006/main">
              <a:ext uri="{FF2B5EF4-FFF2-40B4-BE49-F238E27FC236}">
                <a16:creationId xmlns:a16="http://schemas.microsoft.com/office/drawing/2014/main" id="{D48A5BE9-EF4C-4035-A9CB-2867868604D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Operating an FRB release</a:t>
            </a:r>
          </a:p>
        </p:txBody>
      </p:sp>
      <p:sp>
        <p:nvSpPr>
          <p:cNvPr id="494" name="header-divider">
            <a:extLst xmlns:a="http://schemas.openxmlformats.org/drawingml/2006/main">
              <a:ext uri="{FF2B5EF4-FFF2-40B4-BE49-F238E27FC236}">
                <a16:creationId xmlns:a16="http://schemas.microsoft.com/office/drawing/2014/main" id="{35F9B941-CE43-44F2-8694-6A966EFDDEB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5" name="40-text-1">
            <a:extLst xmlns:a="http://schemas.openxmlformats.org/drawingml/2006/main">
              <a:ext uri="{FF2B5EF4-FFF2-40B4-BE49-F238E27FC236}">
                <a16:creationId xmlns:a16="http://schemas.microsoft.com/office/drawing/2014/main" id="{962B8EDC-7EBD-4AAB-8A52-2AE124C0F4E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release incident.</a:t>
            </a:r>
          </a:p>
        </p:txBody>
      </p:sp>
      <p:graphicFrame>
        <p:nvGraphicFramePr>
          <p:cNvPr id="504" name="40-table-2"/>
          <p:cNvGraphicFramePr/>
          <p:nvPr/>
        </p:nvGraphicFramePr>
        <p:xfrm>
          <a:off xmlns:a="http://schemas.openxmlformats.org/drawingml/2006/main" x="609600" y="2844800"/>
          <a:ext xmlns:a="http://schemas.openxmlformats.org/drawingml/2006/main" cx="10972800" cy="2844800"/>
        </p:xfrm>
        <a:graphic xmlns:a="http://schemas.openxmlformats.org/drawingml/2006/main">
          <a:graphicData uri="http://schemas.openxmlformats.org/drawingml/2006/table">
            <a:tbl>
              <a:tblPr firstRow="0" firstCol="0" lastCol="0" bandRow="0" bandCol="0"/>
              <a:tblGrid>
                <a:gridCol w="2362200"/>
                <a:gridCol w="8610600"/>
              </a:tblGrid>
              <a:tr h="406400">
                <a:tc>
                  <a:txBody>
                    <a:bodyPr>
                      <a:noAutofit/>
                    </a:bodyPr>
                    <a:lstStyle/>
                    <a:p>
                      <a:pPr>
                        <a:lnSpc>
                          <a:spcPct val="125000"/>
                        </a:lnSpc>
                        <a:buNone/>
                      </a:pPr>
                      <a:r>
                        <a:rPr sz="2000" b="1">
                          <a:solidFill>
                            <a:srgbClr val="FDAD00"/>
                          </a:solidFill>
                          <a:latin typeface="Helvetica"/>
                          <a:ea typeface="Helvetica"/>
                          <a:cs typeface="Helvetica"/>
                        </a:rPr>
                        <a:t>Incident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example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Change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approved model/configuration update</a:t>
                      </a:r>
                    </a:p>
                    <a:p>
                      <a:pPr>
                        <a:lnSpc>
                          <a:spcPct val="125000"/>
                        </a:lnSpc>
                        <a:buNone/>
                      </a:pPr>
                      <a:r>
                        <a:rPr sz="2000" b="0">
                          <a:solidFill>
                            <a:srgbClr val="FFFCF5"/>
                          </a:solidFill>
                          <a:latin typeface="Helvetica"/>
                          <a:ea typeface="Helvetica"/>
                          <a:cs typeface="Helvetica"/>
                        </a:rPr>
                        <a:t>reaches a controlled cohort.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Signal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APIs stay healthy. Unsupported drafts</a:t>
                      </a:r>
                    </a:p>
                    <a:p>
                      <a:pPr>
                        <a:lnSpc>
                          <a:spcPct val="125000"/>
                        </a:lnSpc>
                        <a:buNone/>
                      </a:pPr>
                      <a:r>
                        <a:rPr sz="2000" b="0">
                          <a:solidFill>
                            <a:srgbClr val="FFFCF5"/>
                          </a:solidFill>
                          <a:latin typeface="Helvetica"/>
                          <a:ea typeface="Helvetica"/>
                          <a:cs typeface="Helvetica"/>
                        </a:rPr>
                        <a:t>and review work increase.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Pause the rollout. Inspect traces.</a:t>
                      </a:r>
                    </a:p>
                    <a:p>
                      <a:pPr>
                        <a:lnSpc>
                          <a:spcPct val="125000"/>
                        </a:lnSpc>
                        <a:buNone/>
                      </a:pPr>
                      <a:r>
                        <a:rPr sz="2000" b="0">
                          <a:solidFill>
                            <a:srgbClr val="FFFCF5"/>
                          </a:solidFill>
                          <a:latin typeface="Helvetica"/>
                          <a:ea typeface="Helvetica"/>
                          <a:cs typeface="Helvetica"/>
                        </a:rPr>
                        <a:t>Restore the tested configuration when indicated.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7" name="40-text-3">
            <a:extLst xmlns:a="http://schemas.openxmlformats.org/drawingml/2006/main">
              <a:ext uri="{FF2B5EF4-FFF2-40B4-BE49-F238E27FC236}">
                <a16:creationId xmlns:a16="http://schemas.microsoft.com/office/drawing/2014/main" id="{5EFC7E51-F1BB-44D1-AC65-136E35396838}"/>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Failed drafts remain blocked from export.</a:t>
            </a:r>
          </a:p>
        </p:txBody>
      </p:sp>
      <p:sp>
        <p:nvSpPr>
          <p:cNvPr id="498" name="narrative-number">
            <a:extLst xmlns:a="http://schemas.openxmlformats.org/drawingml/2006/main">
              <a:ext uri="{FF2B5EF4-FFF2-40B4-BE49-F238E27FC236}">
                <a16:creationId xmlns:a16="http://schemas.microsoft.com/office/drawing/2014/main" id="{D939131A-B104-454C-A72C-3E6D0BDBDDF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944960239"/>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08" name="41-image-1"/>
          <p:cNvPicPr>
            <a:picLocks xmlns:a="http://schemas.openxmlformats.org/drawingml/2006/main" noChangeAspect="1"/>
          </p:cNvPicPr>
          <p:nvPr/>
        </p:nvPicPr>
        <p:blipFill>
          <a:blip xmlns:r="http://schemas.openxmlformats.org/officeDocument/2006/relationships" xmlns:a="http://schemas.openxmlformats.org/drawingml/2006/main" r:embed="Rdf661b98d84b4f0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0" name="slide-title">
            <a:extLst xmlns:a="http://schemas.openxmlformats.org/drawingml/2006/main">
              <a:ext uri="{FF2B5EF4-FFF2-40B4-BE49-F238E27FC236}">
                <a16:creationId xmlns:a16="http://schemas.microsoft.com/office/drawing/2014/main" id="{F62524DC-D01C-44C9-AE7A-019A57E2FB81}"/>
              </a:ext>
            </a:extLst>
          </p:cNvPr>
          <p:cNvSpPr>
            <a:spLocks xmlns:a="http://schemas.openxmlformats.org/drawingml/2006/main"/>
          </p:cNvSpPr>
          <p:nvPr/>
        </p:nvSpPr>
        <p:spPr>
          <a:xfrm xmlns:a="http://schemas.openxmlformats.org/drawingml/2006/main">
            <a:off x="609600" y="4572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Six connected engineering areas</a:t>
            </a:r>
          </a:p>
        </p:txBody>
      </p:sp>
      <p:sp>
        <p:nvSpPr>
          <p:cNvPr id="501" name="area-key-1">
            <a:extLst xmlns:a="http://schemas.openxmlformats.org/drawingml/2006/main">
              <a:ext uri="{FF2B5EF4-FFF2-40B4-BE49-F238E27FC236}">
                <a16:creationId xmlns:a16="http://schemas.microsoft.com/office/drawing/2014/main" id="{43D8C069-569C-4623-9675-1B819FEEA7BC}"/>
              </a:ext>
            </a:extLst>
          </p:cNvPr>
          <p:cNvSpPr>
            <a:spLocks xmlns:a="http://schemas.openxmlformats.org/drawingml/2006/main"/>
          </p:cNvSpPr>
          <p:nvPr/>
        </p:nvSpPr>
        <p:spPr>
          <a:xfrm xmlns:a="http://schemas.openxmlformats.org/drawingml/2006/main">
            <a:off x="6096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Selection</a:t>
            </a:r>
          </a:p>
        </p:txBody>
      </p:sp>
      <p:sp>
        <p:nvSpPr>
          <p:cNvPr id="502" name="area-key-2">
            <a:extLst xmlns:a="http://schemas.openxmlformats.org/drawingml/2006/main">
              <a:ext uri="{FF2B5EF4-FFF2-40B4-BE49-F238E27FC236}">
                <a16:creationId xmlns:a16="http://schemas.microsoft.com/office/drawing/2014/main" id="{CF406F56-FA35-4B44-B639-BEB27F3DFF56}"/>
              </a:ext>
            </a:extLst>
          </p:cNvPr>
          <p:cNvSpPr>
            <a:spLocks xmlns:a="http://schemas.openxmlformats.org/drawingml/2006/main"/>
          </p:cNvSpPr>
          <p:nvPr/>
        </p:nvSpPr>
        <p:spPr>
          <a:xfrm xmlns:a="http://schemas.openxmlformats.org/drawingml/2006/main">
            <a:off x="43688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Engineering</a:t>
            </a:r>
          </a:p>
        </p:txBody>
      </p:sp>
      <p:sp>
        <p:nvSpPr>
          <p:cNvPr id="503" name="area-key-3">
            <a:extLst xmlns:a="http://schemas.openxmlformats.org/drawingml/2006/main">
              <a:ext uri="{FF2B5EF4-FFF2-40B4-BE49-F238E27FC236}">
                <a16:creationId xmlns:a16="http://schemas.microsoft.com/office/drawing/2014/main" id="{55493C5E-1B96-440D-ADC0-AC046B81B0F7}"/>
              </a:ext>
            </a:extLst>
          </p:cNvPr>
          <p:cNvSpPr>
            <a:spLocks xmlns:a="http://schemas.openxmlformats.org/drawingml/2006/main"/>
          </p:cNvSpPr>
          <p:nvPr/>
        </p:nvSpPr>
        <p:spPr>
          <a:xfrm xmlns:a="http://schemas.openxmlformats.org/drawingml/2006/main">
            <a:off x="8128000" y="11176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Tools &amp; Extensibility</a:t>
            </a:r>
          </a:p>
        </p:txBody>
      </p:sp>
      <p:sp>
        <p:nvSpPr>
          <p:cNvPr id="504" name="area-key-4">
            <a:extLst xmlns:a="http://schemas.openxmlformats.org/drawingml/2006/main">
              <a:ext uri="{FF2B5EF4-FFF2-40B4-BE49-F238E27FC236}">
                <a16:creationId xmlns:a16="http://schemas.microsoft.com/office/drawing/2014/main" id="{AA3E8B55-D98F-43C3-AD85-FA3105C27CAF}"/>
              </a:ext>
            </a:extLst>
          </p:cNvPr>
          <p:cNvSpPr>
            <a:spLocks xmlns:a="http://schemas.openxmlformats.org/drawingml/2006/main"/>
          </p:cNvSpPr>
          <p:nvPr/>
        </p:nvSpPr>
        <p:spPr>
          <a:xfrm xmlns:a="http://schemas.openxmlformats.org/drawingml/2006/main">
            <a:off x="6096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Orchestration</a:t>
            </a:r>
          </a:p>
        </p:txBody>
      </p:sp>
      <p:sp>
        <p:nvSpPr>
          <p:cNvPr id="505" name="area-key-5">
            <a:extLst xmlns:a="http://schemas.openxmlformats.org/drawingml/2006/main">
              <a:ext uri="{FF2B5EF4-FFF2-40B4-BE49-F238E27FC236}">
                <a16:creationId xmlns:a16="http://schemas.microsoft.com/office/drawing/2014/main" id="{58FBF2FC-1806-4483-8375-32BC1A78EB2F}"/>
              </a:ext>
            </a:extLst>
          </p:cNvPr>
          <p:cNvSpPr>
            <a:spLocks xmlns:a="http://schemas.openxmlformats.org/drawingml/2006/main"/>
          </p:cNvSpPr>
          <p:nvPr/>
        </p:nvSpPr>
        <p:spPr>
          <a:xfrm xmlns:a="http://schemas.openxmlformats.org/drawingml/2006/main">
            <a:off x="43688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Verification &amp; Evals</a:t>
            </a:r>
          </a:p>
        </p:txBody>
      </p:sp>
      <p:sp>
        <p:nvSpPr>
          <p:cNvPr id="506" name="area-key-6">
            <a:extLst xmlns:a="http://schemas.openxmlformats.org/drawingml/2006/main">
              <a:ext uri="{FF2B5EF4-FFF2-40B4-BE49-F238E27FC236}">
                <a16:creationId xmlns:a16="http://schemas.microsoft.com/office/drawing/2014/main" id="{8CFA0A1F-AC8F-4709-A93A-38D2EB4BA245}"/>
              </a:ext>
            </a:extLst>
          </p:cNvPr>
          <p:cNvSpPr>
            <a:spLocks xmlns:a="http://schemas.openxmlformats.org/drawingml/2006/main"/>
          </p:cNvSpPr>
          <p:nvPr/>
        </p:nvSpPr>
        <p:spPr>
          <a:xfrm xmlns:a="http://schemas.openxmlformats.org/drawingml/2006/main">
            <a:off x="8128000" y="1549400"/>
            <a:ext cx="34544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AgentOps</a:t>
            </a:r>
          </a:p>
        </p:txBody>
      </p:sp>
      <p:sp>
        <p:nvSpPr>
          <p:cNvPr id="507" name="narrative-number">
            <a:extLst xmlns:a="http://schemas.openxmlformats.org/drawingml/2006/main">
              <a:ext uri="{FF2B5EF4-FFF2-40B4-BE49-F238E27FC236}">
                <a16:creationId xmlns:a16="http://schemas.microsoft.com/office/drawing/2014/main" id="{2FDC6DA3-78D8-4014-8033-B5FC06E5CA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300808589"/>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8" name="section-label">
            <a:extLst xmlns:a="http://schemas.openxmlformats.org/drawingml/2006/main">
              <a:ext uri="{FF2B5EF4-FFF2-40B4-BE49-F238E27FC236}">
                <a16:creationId xmlns:a16="http://schemas.microsoft.com/office/drawing/2014/main" id="{665058B9-8572-44C0-B32C-1BDA3CFF5D2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9" name="section-rule">
            <a:extLst xmlns:a="http://schemas.openxmlformats.org/drawingml/2006/main">
              <a:ext uri="{FF2B5EF4-FFF2-40B4-BE49-F238E27FC236}">
                <a16:creationId xmlns:a16="http://schemas.microsoft.com/office/drawing/2014/main" id="{D1A39690-D68E-4C2D-88C2-62F8AC08379D}"/>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0" name="section-title">
            <a:extLst xmlns:a="http://schemas.openxmlformats.org/drawingml/2006/main">
              <a:ext uri="{FF2B5EF4-FFF2-40B4-BE49-F238E27FC236}">
                <a16:creationId xmlns:a16="http://schemas.microsoft.com/office/drawing/2014/main" id="{DCA6848A-8988-4A57-A219-838E1DD5FF5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11" name="narrative-number">
            <a:extLst xmlns:a="http://schemas.openxmlformats.org/drawingml/2006/main">
              <a:ext uri="{FF2B5EF4-FFF2-40B4-BE49-F238E27FC236}">
                <a16:creationId xmlns:a16="http://schemas.microsoft.com/office/drawing/2014/main" id="{32B0D126-A4EE-4FEA-AC8F-5867B6C315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993853914"/>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2" name="!!area-name">
            <a:extLst xmlns:a="http://schemas.openxmlformats.org/drawingml/2006/main">
              <a:ext uri="{FF2B5EF4-FFF2-40B4-BE49-F238E27FC236}">
                <a16:creationId xmlns:a16="http://schemas.microsoft.com/office/drawing/2014/main" id="{F34E010B-1CD2-47F8-B7C1-1C94603D33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9" name="mini-map"/>
          <p:cNvPicPr>
            <a:picLocks xmlns:a="http://schemas.openxmlformats.org/drawingml/2006/main" noChangeAspect="1"/>
          </p:cNvPicPr>
          <p:nvPr/>
        </p:nvPicPr>
        <p:blipFill>
          <a:blip xmlns:r="http://schemas.openxmlformats.org/officeDocument/2006/relationships" xmlns:a="http://schemas.openxmlformats.org/drawingml/2006/main" r:embed="Ra64959f44bc24d2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4" name="slide-title">
            <a:extLst xmlns:a="http://schemas.openxmlformats.org/drawingml/2006/main">
              <a:ext uri="{FF2B5EF4-FFF2-40B4-BE49-F238E27FC236}">
                <a16:creationId xmlns:a16="http://schemas.microsoft.com/office/drawing/2014/main" id="{C7C542BE-746E-4CFE-96DC-4DDDB640FBD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5" name="header-divider">
            <a:extLst xmlns:a="http://schemas.openxmlformats.org/drawingml/2006/main">
              <a:ext uri="{FF2B5EF4-FFF2-40B4-BE49-F238E27FC236}">
                <a16:creationId xmlns:a16="http://schemas.microsoft.com/office/drawing/2014/main" id="{884A2075-1E5D-4955-B4F9-C3CC180274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2" name="43-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FE7026"/>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17" name="narrative-number">
            <a:extLst xmlns:a="http://schemas.openxmlformats.org/drawingml/2006/main">
              <a:ext uri="{FF2B5EF4-FFF2-40B4-BE49-F238E27FC236}">
                <a16:creationId xmlns:a16="http://schemas.microsoft.com/office/drawing/2014/main" id="{B7025848-46F0-44F4-BEA1-55B151C394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688765384"/>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8" name="!!area-name">
            <a:extLst xmlns:a="http://schemas.openxmlformats.org/drawingml/2006/main">
              <a:ext uri="{FF2B5EF4-FFF2-40B4-BE49-F238E27FC236}">
                <a16:creationId xmlns:a16="http://schemas.microsoft.com/office/drawing/2014/main" id="{75584B61-554A-4A5E-A9AA-67714762B50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525" name="mini-map"/>
          <p:cNvPicPr>
            <a:picLocks xmlns:a="http://schemas.openxmlformats.org/drawingml/2006/main" noChangeAspect="1"/>
          </p:cNvPicPr>
          <p:nvPr/>
        </p:nvPicPr>
        <p:blipFill>
          <a:blip xmlns:r="http://schemas.openxmlformats.org/officeDocument/2006/relationships" xmlns:a="http://schemas.openxmlformats.org/drawingml/2006/main" r:embed="Rfd5a8a4ad7634db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20" name="slide-title">
            <a:extLst xmlns:a="http://schemas.openxmlformats.org/drawingml/2006/main">
              <a:ext uri="{FF2B5EF4-FFF2-40B4-BE49-F238E27FC236}">
                <a16:creationId xmlns:a16="http://schemas.microsoft.com/office/drawing/2014/main" id="{BE9015C8-31D5-4421-8FD8-5AD48A785AA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521" name="header-divider">
            <a:extLst xmlns:a="http://schemas.openxmlformats.org/drawingml/2006/main">
              <a:ext uri="{FF2B5EF4-FFF2-40B4-BE49-F238E27FC236}">
                <a16:creationId xmlns:a16="http://schemas.microsoft.com/office/drawing/2014/main" id="{65360E66-14EC-4E30-8DF3-67F4D0DAA9C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28" name="44-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FE7026"/>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E7026"/>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23" name="narrative-number">
            <a:extLst xmlns:a="http://schemas.openxmlformats.org/drawingml/2006/main">
              <a:ext uri="{FF2B5EF4-FFF2-40B4-BE49-F238E27FC236}">
                <a16:creationId xmlns:a16="http://schemas.microsoft.com/office/drawing/2014/main" id="{3F0C2A02-3132-4133-BD65-B4CAD3BFE7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1431584702"/>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24" name="!!area-name">
            <a:extLst xmlns:a="http://schemas.openxmlformats.org/drawingml/2006/main">
              <a:ext uri="{FF2B5EF4-FFF2-40B4-BE49-F238E27FC236}">
                <a16:creationId xmlns:a16="http://schemas.microsoft.com/office/drawing/2014/main" id="{A875E66D-23A7-4DB7-8A02-365217DF353D}"/>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25" name="header-divider">
            <a:extLst xmlns:a="http://schemas.openxmlformats.org/drawingml/2006/main">
              <a:ext uri="{FF2B5EF4-FFF2-40B4-BE49-F238E27FC236}">
                <a16:creationId xmlns:a16="http://schemas.microsoft.com/office/drawing/2014/main" id="{BED53DE0-2047-41DF-AB02-AE39C5265DBB}"/>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6" name="45-shape-1">
            <a:extLst xmlns:a="http://schemas.openxmlformats.org/drawingml/2006/main">
              <a:ext uri="{FF2B5EF4-FFF2-40B4-BE49-F238E27FC236}">
                <a16:creationId xmlns:a16="http://schemas.microsoft.com/office/drawing/2014/main" id="{14EA3B83-8B83-4402-8200-1705F7C322E2}"/>
              </a:ext>
            </a:extLst>
          </p:cNvPr>
          <p:cNvSpPr>
            <a:spLocks xmlns:a="http://schemas.openxmlformats.org/drawingml/2006/main"/>
          </p:cNvSpPr>
          <p:nvPr/>
        </p:nvSpPr>
        <p:spPr>
          <a:xfrm xmlns:a="http://schemas.openxmlformats.org/drawingml/2006/main">
            <a:off x="609600" y="1270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27" name="45-shape-2">
            <a:extLst xmlns:a="http://schemas.openxmlformats.org/drawingml/2006/main">
              <a:ext uri="{FF2B5EF4-FFF2-40B4-BE49-F238E27FC236}">
                <a16:creationId xmlns:a16="http://schemas.microsoft.com/office/drawing/2014/main" id="{89983CB2-DE1B-4529-960C-CE7290F0B5A8}"/>
              </a:ext>
            </a:extLst>
          </p:cNvPr>
          <p:cNvSpPr>
            <a:spLocks xmlns:a="http://schemas.openxmlformats.org/drawingml/2006/main"/>
          </p:cNvSpPr>
          <p:nvPr/>
        </p:nvSpPr>
        <p:spPr>
          <a:xfrm xmlns:a="http://schemas.openxmlformats.org/drawingml/2006/main">
            <a:off x="609600" y="1270000"/>
            <a:ext cx="28448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28" name="45-text-3">
            <a:extLst xmlns:a="http://schemas.openxmlformats.org/drawingml/2006/main">
              <a:ext uri="{FF2B5EF4-FFF2-40B4-BE49-F238E27FC236}">
                <a16:creationId xmlns:a16="http://schemas.microsoft.com/office/drawing/2014/main" id="{3D9FEF7E-33CF-4AEB-A58C-BDF415AF6447}"/>
              </a:ext>
            </a:extLst>
          </p:cNvPr>
          <p:cNvSpPr>
            <a:spLocks xmlns:a="http://schemas.openxmlformats.org/drawingml/2006/main"/>
          </p:cNvSpPr>
          <p:nvPr/>
        </p:nvSpPr>
        <p:spPr>
          <a:xfrm xmlns:a="http://schemas.openxmlformats.org/drawingml/2006/main">
            <a:off x="812800" y="1308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529" name="45-text-4">
            <a:extLst xmlns:a="http://schemas.openxmlformats.org/drawingml/2006/main">
              <a:ext uri="{FF2B5EF4-FFF2-40B4-BE49-F238E27FC236}">
                <a16:creationId xmlns:a16="http://schemas.microsoft.com/office/drawing/2014/main" id="{3B9DB614-1979-494B-904C-0114421A07CD}"/>
              </a:ext>
            </a:extLst>
          </p:cNvPr>
          <p:cNvSpPr>
            <a:spLocks xmlns:a="http://schemas.openxmlformats.org/drawingml/2006/main"/>
          </p:cNvSpPr>
          <p:nvPr/>
        </p:nvSpPr>
        <p:spPr>
          <a:xfrm xmlns:a="http://schemas.openxmlformats.org/drawingml/2006/main">
            <a:off x="3759200" y="1308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530" name="45-shape-5">
            <a:extLst xmlns:a="http://schemas.openxmlformats.org/drawingml/2006/main">
              <a:ext uri="{FF2B5EF4-FFF2-40B4-BE49-F238E27FC236}">
                <a16:creationId xmlns:a16="http://schemas.microsoft.com/office/drawing/2014/main" id="{BBBA8F8B-484C-4819-BD35-1E7C44ABCE30}"/>
              </a:ext>
            </a:extLst>
          </p:cNvPr>
          <p:cNvSpPr>
            <a:spLocks xmlns:a="http://schemas.openxmlformats.org/drawingml/2006/main"/>
          </p:cNvSpPr>
          <p:nvPr/>
        </p:nvSpPr>
        <p:spPr>
          <a:xfrm xmlns:a="http://schemas.openxmlformats.org/drawingml/2006/main">
            <a:off x="609600" y="21082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1" name="45-shape-6">
            <a:extLst xmlns:a="http://schemas.openxmlformats.org/drawingml/2006/main">
              <a:ext uri="{FF2B5EF4-FFF2-40B4-BE49-F238E27FC236}">
                <a16:creationId xmlns:a16="http://schemas.microsoft.com/office/drawing/2014/main" id="{72553734-1B0F-41A3-907A-E9725325AEF3}"/>
              </a:ext>
            </a:extLst>
          </p:cNvPr>
          <p:cNvSpPr>
            <a:spLocks xmlns:a="http://schemas.openxmlformats.org/drawingml/2006/main"/>
          </p:cNvSpPr>
          <p:nvPr/>
        </p:nvSpPr>
        <p:spPr>
          <a:xfrm xmlns:a="http://schemas.openxmlformats.org/drawingml/2006/main">
            <a:off x="609600" y="21082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2" name="45-text-7">
            <a:extLst xmlns:a="http://schemas.openxmlformats.org/drawingml/2006/main">
              <a:ext uri="{FF2B5EF4-FFF2-40B4-BE49-F238E27FC236}">
                <a16:creationId xmlns:a16="http://schemas.microsoft.com/office/drawing/2014/main" id="{3DC0896A-7EC1-42AC-BDC6-B50ABCA89A92}"/>
              </a:ext>
            </a:extLst>
          </p:cNvPr>
          <p:cNvSpPr>
            <a:spLocks xmlns:a="http://schemas.openxmlformats.org/drawingml/2006/main"/>
          </p:cNvSpPr>
          <p:nvPr/>
        </p:nvSpPr>
        <p:spPr>
          <a:xfrm xmlns:a="http://schemas.openxmlformats.org/drawingml/2006/main">
            <a:off x="812800" y="21463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533" name="45-text-8">
            <a:extLst xmlns:a="http://schemas.openxmlformats.org/drawingml/2006/main">
              <a:ext uri="{FF2B5EF4-FFF2-40B4-BE49-F238E27FC236}">
                <a16:creationId xmlns:a16="http://schemas.microsoft.com/office/drawing/2014/main" id="{AD291B35-539C-47C2-B3C4-14934794F7C2}"/>
              </a:ext>
            </a:extLst>
          </p:cNvPr>
          <p:cNvSpPr>
            <a:spLocks xmlns:a="http://schemas.openxmlformats.org/drawingml/2006/main"/>
          </p:cNvSpPr>
          <p:nvPr/>
        </p:nvSpPr>
        <p:spPr>
          <a:xfrm xmlns:a="http://schemas.openxmlformats.org/drawingml/2006/main">
            <a:off x="3759200" y="21463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534" name="45-shape-9">
            <a:extLst xmlns:a="http://schemas.openxmlformats.org/drawingml/2006/main">
              <a:ext uri="{FF2B5EF4-FFF2-40B4-BE49-F238E27FC236}">
                <a16:creationId xmlns:a16="http://schemas.microsoft.com/office/drawing/2014/main" id="{AD9A6EEF-A570-4FC9-B956-47AE41D99304}"/>
              </a:ext>
            </a:extLst>
          </p:cNvPr>
          <p:cNvSpPr>
            <a:spLocks xmlns:a="http://schemas.openxmlformats.org/drawingml/2006/main"/>
          </p:cNvSpPr>
          <p:nvPr/>
        </p:nvSpPr>
        <p:spPr>
          <a:xfrm xmlns:a="http://schemas.openxmlformats.org/drawingml/2006/main">
            <a:off x="609600" y="29464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5" name="45-shape-10">
            <a:extLst xmlns:a="http://schemas.openxmlformats.org/drawingml/2006/main">
              <a:ext uri="{FF2B5EF4-FFF2-40B4-BE49-F238E27FC236}">
                <a16:creationId xmlns:a16="http://schemas.microsoft.com/office/drawing/2014/main" id="{09DE0D0C-DC9D-4C2F-819A-8F3EF7D03F32}"/>
              </a:ext>
            </a:extLst>
          </p:cNvPr>
          <p:cNvSpPr>
            <a:spLocks xmlns:a="http://schemas.openxmlformats.org/drawingml/2006/main"/>
          </p:cNvSpPr>
          <p:nvPr/>
        </p:nvSpPr>
        <p:spPr>
          <a:xfrm xmlns:a="http://schemas.openxmlformats.org/drawingml/2006/main">
            <a:off x="609600" y="29464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36" name="45-text-11">
            <a:extLst xmlns:a="http://schemas.openxmlformats.org/drawingml/2006/main">
              <a:ext uri="{FF2B5EF4-FFF2-40B4-BE49-F238E27FC236}">
                <a16:creationId xmlns:a16="http://schemas.microsoft.com/office/drawing/2014/main" id="{5A4B087E-916B-4E0C-9A91-E6E232ED85BA}"/>
              </a:ext>
            </a:extLst>
          </p:cNvPr>
          <p:cNvSpPr>
            <a:spLocks xmlns:a="http://schemas.openxmlformats.org/drawingml/2006/main"/>
          </p:cNvSpPr>
          <p:nvPr/>
        </p:nvSpPr>
        <p:spPr>
          <a:xfrm xmlns:a="http://schemas.openxmlformats.org/drawingml/2006/main">
            <a:off x="812800" y="29845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537" name="45-text-12">
            <a:extLst xmlns:a="http://schemas.openxmlformats.org/drawingml/2006/main">
              <a:ext uri="{FF2B5EF4-FFF2-40B4-BE49-F238E27FC236}">
                <a16:creationId xmlns:a16="http://schemas.microsoft.com/office/drawing/2014/main" id="{28A88006-E413-4462-90DD-8FC541606217}"/>
              </a:ext>
            </a:extLst>
          </p:cNvPr>
          <p:cNvSpPr>
            <a:spLocks xmlns:a="http://schemas.openxmlformats.org/drawingml/2006/main"/>
          </p:cNvSpPr>
          <p:nvPr/>
        </p:nvSpPr>
        <p:spPr>
          <a:xfrm xmlns:a="http://schemas.openxmlformats.org/drawingml/2006/main">
            <a:off x="3759200" y="29845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38" name="45-shape-13">
            <a:extLst xmlns:a="http://schemas.openxmlformats.org/drawingml/2006/main">
              <a:ext uri="{FF2B5EF4-FFF2-40B4-BE49-F238E27FC236}">
                <a16:creationId xmlns:a16="http://schemas.microsoft.com/office/drawing/2014/main" id="{97987AD3-D097-4011-B78B-9844490680D9}"/>
              </a:ext>
            </a:extLst>
          </p:cNvPr>
          <p:cNvSpPr>
            <a:spLocks xmlns:a="http://schemas.openxmlformats.org/drawingml/2006/main"/>
          </p:cNvSpPr>
          <p:nvPr/>
        </p:nvSpPr>
        <p:spPr>
          <a:xfrm xmlns:a="http://schemas.openxmlformats.org/drawingml/2006/main">
            <a:off x="609600" y="37846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39" name="45-shape-14">
            <a:extLst xmlns:a="http://schemas.openxmlformats.org/drawingml/2006/main">
              <a:ext uri="{FF2B5EF4-FFF2-40B4-BE49-F238E27FC236}">
                <a16:creationId xmlns:a16="http://schemas.microsoft.com/office/drawing/2014/main" id="{C8694086-366B-4A9A-9D69-D03E9D554138}"/>
              </a:ext>
            </a:extLst>
          </p:cNvPr>
          <p:cNvSpPr>
            <a:spLocks xmlns:a="http://schemas.openxmlformats.org/drawingml/2006/main"/>
          </p:cNvSpPr>
          <p:nvPr/>
        </p:nvSpPr>
        <p:spPr>
          <a:xfrm xmlns:a="http://schemas.openxmlformats.org/drawingml/2006/main">
            <a:off x="609600" y="3784600"/>
            <a:ext cx="28448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40" name="45-text-15">
            <a:extLst xmlns:a="http://schemas.openxmlformats.org/drawingml/2006/main">
              <a:ext uri="{FF2B5EF4-FFF2-40B4-BE49-F238E27FC236}">
                <a16:creationId xmlns:a16="http://schemas.microsoft.com/office/drawing/2014/main" id="{13A587D2-DB67-44BF-A545-A9DBF5856C8D}"/>
              </a:ext>
            </a:extLst>
          </p:cNvPr>
          <p:cNvSpPr>
            <a:spLocks xmlns:a="http://schemas.openxmlformats.org/drawingml/2006/main"/>
          </p:cNvSpPr>
          <p:nvPr/>
        </p:nvSpPr>
        <p:spPr>
          <a:xfrm xmlns:a="http://schemas.openxmlformats.org/drawingml/2006/main">
            <a:off x="812800" y="38227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41" name="45-text-16">
            <a:extLst xmlns:a="http://schemas.openxmlformats.org/drawingml/2006/main">
              <a:ext uri="{FF2B5EF4-FFF2-40B4-BE49-F238E27FC236}">
                <a16:creationId xmlns:a16="http://schemas.microsoft.com/office/drawing/2014/main" id="{AA99029A-6A70-407A-A827-9D95FB3E95BB}"/>
              </a:ext>
            </a:extLst>
          </p:cNvPr>
          <p:cNvSpPr>
            <a:spLocks xmlns:a="http://schemas.openxmlformats.org/drawingml/2006/main"/>
          </p:cNvSpPr>
          <p:nvPr/>
        </p:nvSpPr>
        <p:spPr>
          <a:xfrm xmlns:a="http://schemas.openxmlformats.org/drawingml/2006/main">
            <a:off x="3759200" y="38227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42" name="45-shape-17">
            <a:extLst xmlns:a="http://schemas.openxmlformats.org/drawingml/2006/main">
              <a:ext uri="{FF2B5EF4-FFF2-40B4-BE49-F238E27FC236}">
                <a16:creationId xmlns:a16="http://schemas.microsoft.com/office/drawing/2014/main" id="{8EF08C05-3A2D-408C-B6CE-D5B86B31D1EE}"/>
              </a:ext>
            </a:extLst>
          </p:cNvPr>
          <p:cNvSpPr>
            <a:spLocks xmlns:a="http://schemas.openxmlformats.org/drawingml/2006/main"/>
          </p:cNvSpPr>
          <p:nvPr/>
        </p:nvSpPr>
        <p:spPr>
          <a:xfrm xmlns:a="http://schemas.openxmlformats.org/drawingml/2006/main">
            <a:off x="609600" y="46228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3" name="45-shape-18">
            <a:extLst xmlns:a="http://schemas.openxmlformats.org/drawingml/2006/main">
              <a:ext uri="{FF2B5EF4-FFF2-40B4-BE49-F238E27FC236}">
                <a16:creationId xmlns:a16="http://schemas.microsoft.com/office/drawing/2014/main" id="{0F52EDF3-8299-417B-AC78-1B865D217866}"/>
              </a:ext>
            </a:extLst>
          </p:cNvPr>
          <p:cNvSpPr>
            <a:spLocks xmlns:a="http://schemas.openxmlformats.org/drawingml/2006/main"/>
          </p:cNvSpPr>
          <p:nvPr/>
        </p:nvSpPr>
        <p:spPr>
          <a:xfrm xmlns:a="http://schemas.openxmlformats.org/drawingml/2006/main">
            <a:off x="609600" y="4622800"/>
            <a:ext cx="28448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44" name="45-text-19">
            <a:extLst xmlns:a="http://schemas.openxmlformats.org/drawingml/2006/main">
              <a:ext uri="{FF2B5EF4-FFF2-40B4-BE49-F238E27FC236}">
                <a16:creationId xmlns:a16="http://schemas.microsoft.com/office/drawing/2014/main" id="{CFFF1E7F-1589-422E-A08D-909149CE69E9}"/>
              </a:ext>
            </a:extLst>
          </p:cNvPr>
          <p:cNvSpPr>
            <a:spLocks xmlns:a="http://schemas.openxmlformats.org/drawingml/2006/main"/>
          </p:cNvSpPr>
          <p:nvPr/>
        </p:nvSpPr>
        <p:spPr>
          <a:xfrm xmlns:a="http://schemas.openxmlformats.org/drawingml/2006/main">
            <a:off x="812800" y="46609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45" name="45-text-20">
            <a:extLst xmlns:a="http://schemas.openxmlformats.org/drawingml/2006/main">
              <a:ext uri="{FF2B5EF4-FFF2-40B4-BE49-F238E27FC236}">
                <a16:creationId xmlns:a16="http://schemas.microsoft.com/office/drawing/2014/main" id="{2C2B8B7C-8FF7-4C09-9B35-58237A49BCDE}"/>
              </a:ext>
            </a:extLst>
          </p:cNvPr>
          <p:cNvSpPr>
            <a:spLocks xmlns:a="http://schemas.openxmlformats.org/drawingml/2006/main"/>
          </p:cNvSpPr>
          <p:nvPr/>
        </p:nvSpPr>
        <p:spPr>
          <a:xfrm xmlns:a="http://schemas.openxmlformats.org/drawingml/2006/main">
            <a:off x="3759200" y="46609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46" name="45-shape-21">
            <a:extLst xmlns:a="http://schemas.openxmlformats.org/drawingml/2006/main">
              <a:ext uri="{FF2B5EF4-FFF2-40B4-BE49-F238E27FC236}">
                <a16:creationId xmlns:a16="http://schemas.microsoft.com/office/drawing/2014/main" id="{9E544CA5-B8F7-458F-A3E6-FF347CBBF10A}"/>
              </a:ext>
            </a:extLst>
          </p:cNvPr>
          <p:cNvSpPr>
            <a:spLocks xmlns:a="http://schemas.openxmlformats.org/drawingml/2006/main"/>
          </p:cNvSpPr>
          <p:nvPr/>
        </p:nvSpPr>
        <p:spPr>
          <a:xfrm xmlns:a="http://schemas.openxmlformats.org/drawingml/2006/main">
            <a:off x="609600" y="5461000"/>
            <a:ext cx="109728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47" name="45-shape-22">
            <a:extLst xmlns:a="http://schemas.openxmlformats.org/drawingml/2006/main">
              <a:ext uri="{FF2B5EF4-FFF2-40B4-BE49-F238E27FC236}">
                <a16:creationId xmlns:a16="http://schemas.microsoft.com/office/drawing/2014/main" id="{0C779821-D2A8-4358-A9C8-CC2184563064}"/>
              </a:ext>
            </a:extLst>
          </p:cNvPr>
          <p:cNvSpPr>
            <a:spLocks xmlns:a="http://schemas.openxmlformats.org/drawingml/2006/main"/>
          </p:cNvSpPr>
          <p:nvPr/>
        </p:nvSpPr>
        <p:spPr>
          <a:xfrm xmlns:a="http://schemas.openxmlformats.org/drawingml/2006/main">
            <a:off x="609600" y="5461000"/>
            <a:ext cx="28448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48" name="45-text-23">
            <a:extLst xmlns:a="http://schemas.openxmlformats.org/drawingml/2006/main">
              <a:ext uri="{FF2B5EF4-FFF2-40B4-BE49-F238E27FC236}">
                <a16:creationId xmlns:a16="http://schemas.microsoft.com/office/drawing/2014/main" id="{7C04867C-BB33-4B5E-ADF1-C567DA314B9B}"/>
              </a:ext>
            </a:extLst>
          </p:cNvPr>
          <p:cNvSpPr>
            <a:spLocks xmlns:a="http://schemas.openxmlformats.org/drawingml/2006/main"/>
          </p:cNvSpPr>
          <p:nvPr/>
        </p:nvSpPr>
        <p:spPr>
          <a:xfrm xmlns:a="http://schemas.openxmlformats.org/drawingml/2006/main">
            <a:off x="812800" y="5499100"/>
            <a:ext cx="2438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49" name="45-text-24">
            <a:extLst xmlns:a="http://schemas.openxmlformats.org/drawingml/2006/main">
              <a:ext uri="{FF2B5EF4-FFF2-40B4-BE49-F238E27FC236}">
                <a16:creationId xmlns:a16="http://schemas.microsoft.com/office/drawing/2014/main" id="{F3C84B70-CB98-476B-B36A-EC0CF5DD7474}"/>
              </a:ext>
            </a:extLst>
          </p:cNvPr>
          <p:cNvSpPr>
            <a:spLocks xmlns:a="http://schemas.openxmlformats.org/drawingml/2006/main"/>
          </p:cNvSpPr>
          <p:nvPr/>
        </p:nvSpPr>
        <p:spPr>
          <a:xfrm xmlns:a="http://schemas.openxmlformats.org/drawingml/2006/main">
            <a:off x="3759200" y="5499100"/>
            <a:ext cx="762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50" name="narrative-number">
            <a:extLst xmlns:a="http://schemas.openxmlformats.org/drawingml/2006/main">
              <a:ext uri="{FF2B5EF4-FFF2-40B4-BE49-F238E27FC236}">
                <a16:creationId xmlns:a16="http://schemas.microsoft.com/office/drawing/2014/main" id="{EF85B180-B785-4BC0-A89C-CF986AF473F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09938421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1" name="!!area-name">
            <a:extLst xmlns:a="http://schemas.openxmlformats.org/drawingml/2006/main">
              <a:ext uri="{FF2B5EF4-FFF2-40B4-BE49-F238E27FC236}">
                <a16:creationId xmlns:a16="http://schemas.microsoft.com/office/drawing/2014/main" id="{5E222AF8-379C-4E30-A96D-63BCB14919F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E7026"/>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69" name="mini-map"/>
          <p:cNvPicPr>
            <a:picLocks xmlns:a="http://schemas.openxmlformats.org/drawingml/2006/main" noChangeAspect="1"/>
          </p:cNvPicPr>
          <p:nvPr/>
        </p:nvPicPr>
        <p:blipFill>
          <a:blip xmlns:r="http://schemas.openxmlformats.org/officeDocument/2006/relationships" xmlns:a="http://schemas.openxmlformats.org/drawingml/2006/main" r:embed="R55c81f7d1d5141f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53" name="slide-title">
            <a:extLst xmlns:a="http://schemas.openxmlformats.org/drawingml/2006/main">
              <a:ext uri="{FF2B5EF4-FFF2-40B4-BE49-F238E27FC236}">
                <a16:creationId xmlns:a16="http://schemas.microsoft.com/office/drawing/2014/main" id="{A9C94CAB-6A2B-4F57-A490-E547C41C1CE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54" name="header-divider">
            <a:extLst xmlns:a="http://schemas.openxmlformats.org/drawingml/2006/main">
              <a:ext uri="{FF2B5EF4-FFF2-40B4-BE49-F238E27FC236}">
                <a16:creationId xmlns:a16="http://schemas.microsoft.com/office/drawing/2014/main" id="{353C777C-28ED-4632-934A-F4D58336CDD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5" name="46-shape-1">
            <a:extLst xmlns:a="http://schemas.openxmlformats.org/drawingml/2006/main">
              <a:ext uri="{FF2B5EF4-FFF2-40B4-BE49-F238E27FC236}">
                <a16:creationId xmlns:a16="http://schemas.microsoft.com/office/drawing/2014/main" id="{62A009B5-5FAE-4BBD-AB53-4A1022954CA7}"/>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6" name="46-text-2">
            <a:extLst xmlns:a="http://schemas.openxmlformats.org/drawingml/2006/main">
              <a:ext uri="{FF2B5EF4-FFF2-40B4-BE49-F238E27FC236}">
                <a16:creationId xmlns:a16="http://schemas.microsoft.com/office/drawing/2014/main" id="{2CD6FF05-ACF0-4F96-B517-47A5213A47BD}"/>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57" name="46-text-3">
            <a:extLst xmlns:a="http://schemas.openxmlformats.org/drawingml/2006/main">
              <a:ext uri="{FF2B5EF4-FFF2-40B4-BE49-F238E27FC236}">
                <a16:creationId xmlns:a16="http://schemas.microsoft.com/office/drawing/2014/main" id="{2D3EA2BA-0896-4C57-A6A3-B4FE9EDE1BCA}"/>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58" name="46-shape-4">
            <a:extLst xmlns:a="http://schemas.openxmlformats.org/drawingml/2006/main">
              <a:ext uri="{FF2B5EF4-FFF2-40B4-BE49-F238E27FC236}">
                <a16:creationId xmlns:a16="http://schemas.microsoft.com/office/drawing/2014/main" id="{E3BFE54E-2B12-44BC-BBE0-3BA743342028}"/>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59" name="46-text-5">
            <a:extLst xmlns:a="http://schemas.openxmlformats.org/drawingml/2006/main">
              <a:ext uri="{FF2B5EF4-FFF2-40B4-BE49-F238E27FC236}">
                <a16:creationId xmlns:a16="http://schemas.microsoft.com/office/drawing/2014/main" id="{DD85AE5B-4F50-4C2B-A12C-34D2231AD059}"/>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60" name="46-text-6">
            <a:extLst xmlns:a="http://schemas.openxmlformats.org/drawingml/2006/main">
              <a:ext uri="{FF2B5EF4-FFF2-40B4-BE49-F238E27FC236}">
                <a16:creationId xmlns:a16="http://schemas.microsoft.com/office/drawing/2014/main" id="{1E3D06C5-CBA1-41B6-8FD4-C1DA28AAC398}"/>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61" name="46-shape-7">
            <a:extLst xmlns:a="http://schemas.openxmlformats.org/drawingml/2006/main">
              <a:ext uri="{FF2B5EF4-FFF2-40B4-BE49-F238E27FC236}">
                <a16:creationId xmlns:a16="http://schemas.microsoft.com/office/drawing/2014/main" id="{F8AD24FF-EF70-4989-B779-8C3869337BC9}"/>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2" name="46-text-8">
            <a:extLst xmlns:a="http://schemas.openxmlformats.org/drawingml/2006/main">
              <a:ext uri="{FF2B5EF4-FFF2-40B4-BE49-F238E27FC236}">
                <a16:creationId xmlns:a16="http://schemas.microsoft.com/office/drawing/2014/main" id="{8D692D86-976C-41BD-A2E9-B987A342D3C6}"/>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63" name="46-text-9">
            <a:extLst xmlns:a="http://schemas.openxmlformats.org/drawingml/2006/main">
              <a:ext uri="{FF2B5EF4-FFF2-40B4-BE49-F238E27FC236}">
                <a16:creationId xmlns:a16="http://schemas.microsoft.com/office/drawing/2014/main" id="{C172B15D-49FA-4002-9D28-A28389EB11FB}"/>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64" name="46-shape-10">
            <a:extLst xmlns:a="http://schemas.openxmlformats.org/drawingml/2006/main">
              <a:ext uri="{FF2B5EF4-FFF2-40B4-BE49-F238E27FC236}">
                <a16:creationId xmlns:a16="http://schemas.microsoft.com/office/drawing/2014/main" id="{855E553F-C2AB-4F53-8A97-C4B815B1EF22}"/>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65" name="46-text-11">
            <a:extLst xmlns:a="http://schemas.openxmlformats.org/drawingml/2006/main">
              <a:ext uri="{FF2B5EF4-FFF2-40B4-BE49-F238E27FC236}">
                <a16:creationId xmlns:a16="http://schemas.microsoft.com/office/drawing/2014/main" id="{EADC866B-6810-4C49-B039-171DEFDE41BD}"/>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66" name="46-text-12">
            <a:extLst xmlns:a="http://schemas.openxmlformats.org/drawingml/2006/main">
              <a:ext uri="{FF2B5EF4-FFF2-40B4-BE49-F238E27FC236}">
                <a16:creationId xmlns:a16="http://schemas.microsoft.com/office/drawing/2014/main" id="{5F0EC82A-BC83-4A74-BC62-F51D66FA9711}"/>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67" name="narrative-number">
            <a:extLst xmlns:a="http://schemas.openxmlformats.org/drawingml/2006/main">
              <a:ext uri="{FF2B5EF4-FFF2-40B4-BE49-F238E27FC236}">
                <a16:creationId xmlns:a16="http://schemas.microsoft.com/office/drawing/2014/main" id="{BD6FF020-303D-4A55-8545-478ECE1891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959268856"/>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68" name="47-text-1">
            <a:extLst xmlns:a="http://schemas.openxmlformats.org/drawingml/2006/main">
              <a:ext uri="{FF2B5EF4-FFF2-40B4-BE49-F238E27FC236}">
                <a16:creationId xmlns:a16="http://schemas.microsoft.com/office/drawing/2014/main" id="{E123E5DF-C131-44EF-9F27-9C8757536107}"/>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69" name="47-text-2">
            <a:extLst xmlns:a="http://schemas.openxmlformats.org/drawingml/2006/main">
              <a:ext uri="{FF2B5EF4-FFF2-40B4-BE49-F238E27FC236}">
                <a16:creationId xmlns:a16="http://schemas.microsoft.com/office/drawing/2014/main" id="{EE7D09F5-BB20-4B8E-8D3D-51C7468C9B73}"/>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70" name="47-text-3">
            <a:extLst xmlns:a="http://schemas.openxmlformats.org/drawingml/2006/main">
              <a:ext uri="{FF2B5EF4-FFF2-40B4-BE49-F238E27FC236}">
                <a16:creationId xmlns:a16="http://schemas.microsoft.com/office/drawing/2014/main" id="{F146B16F-B858-4AC9-BE0B-88A85C2445DA}"/>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71" name="narrative-number">
            <a:extLst xmlns:a="http://schemas.openxmlformats.org/drawingml/2006/main">
              <a:ext uri="{FF2B5EF4-FFF2-40B4-BE49-F238E27FC236}">
                <a16:creationId xmlns:a16="http://schemas.microsoft.com/office/drawing/2014/main" id="{FD37FD80-F075-4653-B659-FAA57B49667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63558505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2" name="slide-title">
            <a:extLst xmlns:a="http://schemas.openxmlformats.org/drawingml/2006/main">
              <a:ext uri="{FF2B5EF4-FFF2-40B4-BE49-F238E27FC236}">
                <a16:creationId xmlns:a16="http://schemas.microsoft.com/office/drawing/2014/main" id="{55E69811-BD05-4D08-AA58-D6A742EA1F1B}"/>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73" name="header-divider">
            <a:extLst xmlns:a="http://schemas.openxmlformats.org/drawingml/2006/main">
              <a:ext uri="{FF2B5EF4-FFF2-40B4-BE49-F238E27FC236}">
                <a16:creationId xmlns:a16="http://schemas.microsoft.com/office/drawing/2014/main" id="{DAC8C499-8CD3-4D9C-B664-F842871D28B7}"/>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4" name="48-text-1">
            <a:extLst xmlns:a="http://schemas.openxmlformats.org/drawingml/2006/main">
              <a:ext uri="{FF2B5EF4-FFF2-40B4-BE49-F238E27FC236}">
                <a16:creationId xmlns:a16="http://schemas.microsoft.com/office/drawing/2014/main" id="{8EA21366-56AE-40A3-B81F-000549F24F96}"/>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75" name="48-text-2">
            <a:extLst xmlns:a="http://schemas.openxmlformats.org/drawingml/2006/main">
              <a:ext uri="{FF2B5EF4-FFF2-40B4-BE49-F238E27FC236}">
                <a16:creationId xmlns:a16="http://schemas.microsoft.com/office/drawing/2014/main" id="{43C6CC20-EAD3-4585-8EBD-06619D48BDDE}"/>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76" name="48-text-3">
            <a:extLst xmlns:a="http://schemas.openxmlformats.org/drawingml/2006/main">
              <a:ext uri="{FF2B5EF4-FFF2-40B4-BE49-F238E27FC236}">
                <a16:creationId xmlns:a16="http://schemas.microsoft.com/office/drawing/2014/main" id="{9348D3EB-20D9-4CD5-B27E-51E11B2E6D01}"/>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77" name="48-text-4">
            <a:extLst xmlns:a="http://schemas.openxmlformats.org/drawingml/2006/main">
              <a:ext uri="{FF2B5EF4-FFF2-40B4-BE49-F238E27FC236}">
                <a16:creationId xmlns:a16="http://schemas.microsoft.com/office/drawing/2014/main" id="{90770B42-06E7-42E4-8C11-E5FF117133F6}"/>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78" name="48-text-5">
            <a:extLst xmlns:a="http://schemas.openxmlformats.org/drawingml/2006/main">
              <a:ext uri="{FF2B5EF4-FFF2-40B4-BE49-F238E27FC236}">
                <a16:creationId xmlns:a16="http://schemas.microsoft.com/office/drawing/2014/main" id="{909B094E-6654-495B-ABDD-F2C57F25A6A8}"/>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79" name="48-text-6">
            <a:extLst xmlns:a="http://schemas.openxmlformats.org/drawingml/2006/main">
              <a:ext uri="{FF2B5EF4-FFF2-40B4-BE49-F238E27FC236}">
                <a16:creationId xmlns:a16="http://schemas.microsoft.com/office/drawing/2014/main" id="{E1ED2841-5DFF-401D-A353-E52C6FF9CE08}"/>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80" name="48-text-7">
            <a:extLst xmlns:a="http://schemas.openxmlformats.org/drawingml/2006/main">
              <a:ext uri="{FF2B5EF4-FFF2-40B4-BE49-F238E27FC236}">
                <a16:creationId xmlns:a16="http://schemas.microsoft.com/office/drawing/2014/main" id="{EAEE9D0E-C40F-49DE-A87E-986D5DB5E1CD}"/>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81" name="48-text-8">
            <a:extLst xmlns:a="http://schemas.openxmlformats.org/drawingml/2006/main">
              <a:ext uri="{FF2B5EF4-FFF2-40B4-BE49-F238E27FC236}">
                <a16:creationId xmlns:a16="http://schemas.microsoft.com/office/drawing/2014/main" id="{A3A475A9-E92D-46BA-98A9-47DF7F11F30E}"/>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82" name="48-text-9">
            <a:extLst xmlns:a="http://schemas.openxmlformats.org/drawingml/2006/main">
              <a:ext uri="{FF2B5EF4-FFF2-40B4-BE49-F238E27FC236}">
                <a16:creationId xmlns:a16="http://schemas.microsoft.com/office/drawing/2014/main" id="{13C04723-EBD7-4192-BB13-5882B922542A}"/>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83" name="48-text-10">
            <a:extLst xmlns:a="http://schemas.openxmlformats.org/drawingml/2006/main">
              <a:ext uri="{FF2B5EF4-FFF2-40B4-BE49-F238E27FC236}">
                <a16:creationId xmlns:a16="http://schemas.microsoft.com/office/drawing/2014/main" id="{5D13ECCE-14DC-4129-A3A8-8D2B12A2ED85}"/>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84" name="48-text-11">
            <a:extLst xmlns:a="http://schemas.openxmlformats.org/drawingml/2006/main">
              <a:ext uri="{FF2B5EF4-FFF2-40B4-BE49-F238E27FC236}">
                <a16:creationId xmlns:a16="http://schemas.microsoft.com/office/drawing/2014/main" id="{5B13E728-AFFD-453D-A589-E1F84669B0C7}"/>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85" name="48-text-12">
            <a:extLst xmlns:a="http://schemas.openxmlformats.org/drawingml/2006/main">
              <a:ext uri="{FF2B5EF4-FFF2-40B4-BE49-F238E27FC236}">
                <a16:creationId xmlns:a16="http://schemas.microsoft.com/office/drawing/2014/main" id="{E7CE7A20-02D3-4ED8-AD6C-69BF24470CDA}"/>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86" name="narrative-number">
            <a:extLst xmlns:a="http://schemas.openxmlformats.org/drawingml/2006/main">
              <a:ext uri="{FF2B5EF4-FFF2-40B4-BE49-F238E27FC236}">
                <a16:creationId xmlns:a16="http://schemas.microsoft.com/office/drawing/2014/main" id="{D84EB8E9-E850-43AC-855C-75202F4517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48</a:t>
            </a:r>
          </a:p>
        </p:txBody>
      </p:sp>
    </p:spTree>
    <p:extLst>
      <p:ext uri="{BB962C8B-B14F-4D97-AF65-F5344CB8AC3E}">
        <p14:creationId xmlns:p14="http://schemas.microsoft.com/office/powerpoint/2010/main" val="1585331436"/>
      </p:ext>
    </p:extLst>
  </p:cSld>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2026-09-17T00:11:01.8270000Z</dcterms:created>
  <dcterms:modified xsi:type="dcterms:W3CDTF">2026-09-17T00:11:01.8270000Z</dcterms:modified>
</coreProperties>
</file>