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dc086a68244b01" /><Relationship Type="http://schemas.openxmlformats.org/officeDocument/2006/relationships/extended-properties" Target="/docProps/app.xml" Id="Ra800459a062543ce" /><Relationship Type="http://schemas.openxmlformats.org/officeDocument/2006/relationships/officeDocument" Target="/ppt/presentation.xml" Id="Ra01d375f68314abd"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8226601668934e65"/>
    <p:sldMasterId xmlns:r="http://schemas.openxmlformats.org/officeDocument/2006/relationships" id="2147483650" r:id="Rd76070c555d74cc3"/>
  </p:sldMasterIdLst>
  <p:notesMasterIdLst>
    <p:notesMasterId xmlns:r="http://schemas.openxmlformats.org/officeDocument/2006/relationships" r:id="Rb883bb50721740dc"/>
  </p:notesMasterIdLst>
  <p:sldIdLst>
    <p:sldId xmlns:r="http://schemas.openxmlformats.org/officeDocument/2006/relationships" id="256" r:id="R834c07976e854278"/>
    <p:sldId xmlns:r="http://schemas.openxmlformats.org/officeDocument/2006/relationships" id="257" r:id="R460975d497874ec6"/>
    <p:sldId xmlns:r="http://schemas.openxmlformats.org/officeDocument/2006/relationships" id="258" r:id="R3e8475a9df044979"/>
    <p:sldId xmlns:r="http://schemas.openxmlformats.org/officeDocument/2006/relationships" id="259" r:id="R4747c0b9070045e1"/>
    <p:sldId xmlns:r="http://schemas.openxmlformats.org/officeDocument/2006/relationships" id="260" r:id="R5d1c41333dc94d16"/>
    <p:sldId xmlns:r="http://schemas.openxmlformats.org/officeDocument/2006/relationships" id="261" r:id="R2279c03342ca4e9e"/>
    <p:sldId xmlns:r="http://schemas.openxmlformats.org/officeDocument/2006/relationships" id="262" r:id="R525334883ff04228"/>
    <p:sldId xmlns:r="http://schemas.openxmlformats.org/officeDocument/2006/relationships" id="263" r:id="Rb86b8cc1226744f1"/>
    <p:sldId xmlns:r="http://schemas.openxmlformats.org/officeDocument/2006/relationships" id="264" r:id="Ra0ccc0fd6e484147"/>
    <p:sldId xmlns:r="http://schemas.openxmlformats.org/officeDocument/2006/relationships" id="265" r:id="R89babc002d5046fd"/>
    <p:sldId xmlns:r="http://schemas.openxmlformats.org/officeDocument/2006/relationships" id="266" r:id="R54793a098e954457"/>
    <p:sldId xmlns:r="http://schemas.openxmlformats.org/officeDocument/2006/relationships" id="267" r:id="R2065f468821e4e79"/>
    <p:sldId xmlns:r="http://schemas.openxmlformats.org/officeDocument/2006/relationships" id="268" r:id="R9eb0c94b9e6f475f"/>
    <p:sldId xmlns:r="http://schemas.openxmlformats.org/officeDocument/2006/relationships" id="269" r:id="R727cded8c78c43ee"/>
    <p:sldId xmlns:r="http://schemas.openxmlformats.org/officeDocument/2006/relationships" id="270" r:id="Rfb20587071234677"/>
    <p:sldId xmlns:r="http://schemas.openxmlformats.org/officeDocument/2006/relationships" id="271" r:id="Rc3d36edf54ed4178"/>
    <p:sldId xmlns:r="http://schemas.openxmlformats.org/officeDocument/2006/relationships" id="272" r:id="Raa461e15c47e4d49"/>
    <p:sldId xmlns:r="http://schemas.openxmlformats.org/officeDocument/2006/relationships" id="273" r:id="R386a28f86b594e5e"/>
    <p:sldId xmlns:r="http://schemas.openxmlformats.org/officeDocument/2006/relationships" id="274" r:id="Rb66da03b655f4209"/>
    <p:sldId xmlns:r="http://schemas.openxmlformats.org/officeDocument/2006/relationships" id="275" r:id="R72eae1e902954112"/>
    <p:sldId xmlns:r="http://schemas.openxmlformats.org/officeDocument/2006/relationships" id="276" r:id="R7a96d5f8cbec483b"/>
    <p:sldId xmlns:r="http://schemas.openxmlformats.org/officeDocument/2006/relationships" id="277" r:id="Rd5453cf619b0451f"/>
    <p:sldId xmlns:r="http://schemas.openxmlformats.org/officeDocument/2006/relationships" id="278" r:id="Rd35a9fb11dc6406c"/>
    <p:sldId xmlns:r="http://schemas.openxmlformats.org/officeDocument/2006/relationships" id="279" r:id="Ra4da34a79fed4beb"/>
    <p:sldId xmlns:r="http://schemas.openxmlformats.org/officeDocument/2006/relationships" id="280" r:id="R5ee028929088449f"/>
    <p:sldId xmlns:r="http://schemas.openxmlformats.org/officeDocument/2006/relationships" id="281" r:id="Rb6edcf79234d4c91"/>
    <p:sldId xmlns:r="http://schemas.openxmlformats.org/officeDocument/2006/relationships" id="282" r:id="R62ecf4ffcf1b41d5"/>
    <p:sldId xmlns:r="http://schemas.openxmlformats.org/officeDocument/2006/relationships" id="283" r:id="Ra8ac2a2b38864d8e"/>
    <p:sldId xmlns:r="http://schemas.openxmlformats.org/officeDocument/2006/relationships" id="284" r:id="R8f9f0d4e85d84d95"/>
    <p:sldId xmlns:r="http://schemas.openxmlformats.org/officeDocument/2006/relationships" id="285" r:id="R8e0985f5ef3d4530"/>
    <p:sldId xmlns:r="http://schemas.openxmlformats.org/officeDocument/2006/relationships" id="286" r:id="R2b1210ed21fc47bb"/>
    <p:sldId xmlns:r="http://schemas.openxmlformats.org/officeDocument/2006/relationships" id="287" r:id="R3ffd3547d9a14f8a"/>
    <p:sldId xmlns:r="http://schemas.openxmlformats.org/officeDocument/2006/relationships" id="288" r:id="R59116cf0391a485f"/>
    <p:sldId xmlns:r="http://schemas.openxmlformats.org/officeDocument/2006/relationships" id="289" r:id="Re9127bcc382c4c55"/>
    <p:sldId xmlns:r="http://schemas.openxmlformats.org/officeDocument/2006/relationships" id="290" r:id="R4e84056e5d6142ad"/>
    <p:sldId xmlns:r="http://schemas.openxmlformats.org/officeDocument/2006/relationships" id="291" r:id="Rc4e661de9ee146db"/>
    <p:sldId xmlns:r="http://schemas.openxmlformats.org/officeDocument/2006/relationships" id="292" r:id="Rf4c46a0d43404ed3"/>
    <p:sldId xmlns:r="http://schemas.openxmlformats.org/officeDocument/2006/relationships" id="293" r:id="R84667b63226e44b9"/>
    <p:sldId xmlns:r="http://schemas.openxmlformats.org/officeDocument/2006/relationships" id="294" r:id="Rd12cb1d1e0b64474"/>
    <p:sldId xmlns:r="http://schemas.openxmlformats.org/officeDocument/2006/relationships" id="295" r:id="Rf26fbeb09f7c4013"/>
    <p:sldId xmlns:r="http://schemas.openxmlformats.org/officeDocument/2006/relationships" id="296" r:id="R166c366f30d94f65"/>
    <p:sldId xmlns:r="http://schemas.openxmlformats.org/officeDocument/2006/relationships" id="297" r:id="R4dcdfcb140504153"/>
    <p:sldId xmlns:r="http://schemas.openxmlformats.org/officeDocument/2006/relationships" id="298" r:id="R8da7a6eb9e1946d4"/>
    <p:sldId xmlns:r="http://schemas.openxmlformats.org/officeDocument/2006/relationships" id="299" r:id="R54f289c33747403b"/>
    <p:sldId xmlns:r="http://schemas.openxmlformats.org/officeDocument/2006/relationships" id="300" r:id="Rcc9f3f95334c4c63"/>
    <p:sldId xmlns:r="http://schemas.openxmlformats.org/officeDocument/2006/relationships" id="301" r:id="R1a3aa674be404633"/>
    <p:sldId xmlns:r="http://schemas.openxmlformats.org/officeDocument/2006/relationships" id="302" r:id="R59429f8c400942df"/>
    <p:sldId xmlns:r="http://schemas.openxmlformats.org/officeDocument/2006/relationships" id="303" r:id="R9309aad0c6fd4397"/>
    <p:sldId xmlns:r="http://schemas.openxmlformats.org/officeDocument/2006/relationships" id="304" r:id="R342532eb54524347"/>
    <p:sldId xmlns:r="http://schemas.openxmlformats.org/officeDocument/2006/relationships" id="305" r:id="Rbde740f8102b40cc"/>
    <p:sldId xmlns:r="http://schemas.openxmlformats.org/officeDocument/2006/relationships" id="306" r:id="Rd246b4adc1c44868"/>
    <p:sldId xmlns:r="http://schemas.openxmlformats.org/officeDocument/2006/relationships" id="307" r:id="Rc18a9007a76b4e42"/>
    <p:sldId xmlns:r="http://schemas.openxmlformats.org/officeDocument/2006/relationships" id="308" r:id="Rce5a3ca141c34323"/>
    <p:sldId xmlns:r="http://schemas.openxmlformats.org/officeDocument/2006/relationships" id="309" r:id="Ra182282c5c9c4dbf"/>
    <p:sldId xmlns:r="http://schemas.openxmlformats.org/officeDocument/2006/relationships" id="310" r:id="Rf61b12ba5f914314"/>
    <p:sldId xmlns:r="http://schemas.openxmlformats.org/officeDocument/2006/relationships" id="311" r:id="R91d0f5924e784b5a"/>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cafcc01828485b" /><Relationship Type="http://schemas.openxmlformats.org/officeDocument/2006/relationships/slideMaster" Target="/ppt/slideMasters/slideMaster1.xml" Id="R8226601668934e65" /><Relationship Type="http://schemas.openxmlformats.org/officeDocument/2006/relationships/slideMaster" Target="/ppt/slideMasters/slideMaster2.xml" Id="Rd76070c555d74cc3" /><Relationship Type="http://schemas.openxmlformats.org/officeDocument/2006/relationships/notesMaster" Target="/ppt/notesMasters/notesMaster1.xml" Id="Rb883bb50721740dc" /><Relationship Type="http://schemas.openxmlformats.org/officeDocument/2006/relationships/presProps" Target="/ppt/presProps.xml" Id="R51007a58e5a14b71" /><Relationship Type="http://schemas.openxmlformats.org/officeDocument/2006/relationships/tableStyles" Target="/ppt/tableStyles.xml" Id="Rf7e5b630780344ea" /><Relationship Type="http://schemas.openxmlformats.org/officeDocument/2006/relationships/slide" Target="/ppt/slides/slide1.xml" Id="R834c07976e854278" /><Relationship Type="http://schemas.openxmlformats.org/officeDocument/2006/relationships/slide" Target="/ppt/slides/slide2.xml" Id="R460975d497874ec6" /><Relationship Type="http://schemas.openxmlformats.org/officeDocument/2006/relationships/slide" Target="/ppt/slides/slide3.xml" Id="R3e8475a9df044979" /><Relationship Type="http://schemas.openxmlformats.org/officeDocument/2006/relationships/slide" Target="/ppt/slides/slide4.xml" Id="R4747c0b9070045e1" /><Relationship Type="http://schemas.openxmlformats.org/officeDocument/2006/relationships/slide" Target="/ppt/slides/slide5.xml" Id="R5d1c41333dc94d16" /><Relationship Type="http://schemas.openxmlformats.org/officeDocument/2006/relationships/slide" Target="/ppt/slides/slide6.xml" Id="R2279c03342ca4e9e" /><Relationship Type="http://schemas.openxmlformats.org/officeDocument/2006/relationships/slide" Target="/ppt/slides/slide7.xml" Id="R525334883ff04228" /><Relationship Type="http://schemas.openxmlformats.org/officeDocument/2006/relationships/slide" Target="/ppt/slides/slide8.xml" Id="Rb86b8cc1226744f1" /><Relationship Type="http://schemas.openxmlformats.org/officeDocument/2006/relationships/slide" Target="/ppt/slides/slide9.xml" Id="Ra0ccc0fd6e484147" /><Relationship Type="http://schemas.openxmlformats.org/officeDocument/2006/relationships/slide" Target="/ppt/slides/slide10.xml" Id="R89babc002d5046fd" /><Relationship Type="http://schemas.openxmlformats.org/officeDocument/2006/relationships/slide" Target="/ppt/slides/slide11.xml" Id="R54793a098e954457" /><Relationship Type="http://schemas.openxmlformats.org/officeDocument/2006/relationships/slide" Target="/ppt/slides/slide12.xml" Id="R2065f468821e4e79" /><Relationship Type="http://schemas.openxmlformats.org/officeDocument/2006/relationships/slide" Target="/ppt/slides/slide13.xml" Id="R9eb0c94b9e6f475f" /><Relationship Type="http://schemas.openxmlformats.org/officeDocument/2006/relationships/slide" Target="/ppt/slides/slide14.xml" Id="R727cded8c78c43ee" /><Relationship Type="http://schemas.openxmlformats.org/officeDocument/2006/relationships/slide" Target="/ppt/slides/slide15.xml" Id="Rfb20587071234677" /><Relationship Type="http://schemas.openxmlformats.org/officeDocument/2006/relationships/slide" Target="/ppt/slides/slide16.xml" Id="Rc3d36edf54ed4178" /><Relationship Type="http://schemas.openxmlformats.org/officeDocument/2006/relationships/slide" Target="/ppt/slides/slide17.xml" Id="Raa461e15c47e4d49" /><Relationship Type="http://schemas.openxmlformats.org/officeDocument/2006/relationships/slide" Target="/ppt/slides/slide18.xml" Id="R386a28f86b594e5e" /><Relationship Type="http://schemas.openxmlformats.org/officeDocument/2006/relationships/slide" Target="/ppt/slides/slide19.xml" Id="Rb66da03b655f4209" /><Relationship Type="http://schemas.openxmlformats.org/officeDocument/2006/relationships/slide" Target="/ppt/slides/slide20.xml" Id="R72eae1e902954112" /><Relationship Type="http://schemas.openxmlformats.org/officeDocument/2006/relationships/slide" Target="/ppt/slides/slide21.xml" Id="R7a96d5f8cbec483b" /><Relationship Type="http://schemas.openxmlformats.org/officeDocument/2006/relationships/slide" Target="/ppt/slides/slide22.xml" Id="Rd5453cf619b0451f" /><Relationship Type="http://schemas.openxmlformats.org/officeDocument/2006/relationships/slide" Target="/ppt/slides/slide23.xml" Id="Rd35a9fb11dc6406c" /><Relationship Type="http://schemas.openxmlformats.org/officeDocument/2006/relationships/slide" Target="/ppt/slides/slide24.xml" Id="Ra4da34a79fed4beb" /><Relationship Type="http://schemas.openxmlformats.org/officeDocument/2006/relationships/slide" Target="/ppt/slides/slide25.xml" Id="R5ee028929088449f" /><Relationship Type="http://schemas.openxmlformats.org/officeDocument/2006/relationships/slide" Target="/ppt/slides/slide26.xml" Id="Rb6edcf79234d4c91" /><Relationship Type="http://schemas.openxmlformats.org/officeDocument/2006/relationships/slide" Target="/ppt/slides/slide27.xml" Id="R62ecf4ffcf1b41d5" /><Relationship Type="http://schemas.openxmlformats.org/officeDocument/2006/relationships/slide" Target="/ppt/slides/slide28.xml" Id="Ra8ac2a2b38864d8e" /><Relationship Type="http://schemas.openxmlformats.org/officeDocument/2006/relationships/slide" Target="/ppt/slides/slide29.xml" Id="R8f9f0d4e85d84d95" /><Relationship Type="http://schemas.openxmlformats.org/officeDocument/2006/relationships/slide" Target="/ppt/slides/slide30.xml" Id="R8e0985f5ef3d4530" /><Relationship Type="http://schemas.openxmlformats.org/officeDocument/2006/relationships/slide" Target="/ppt/slides/slide31.xml" Id="R2b1210ed21fc47bb" /><Relationship Type="http://schemas.openxmlformats.org/officeDocument/2006/relationships/slide" Target="/ppt/slides/slide32.xml" Id="R3ffd3547d9a14f8a" /><Relationship Type="http://schemas.openxmlformats.org/officeDocument/2006/relationships/slide" Target="/ppt/slides/slide33.xml" Id="R59116cf0391a485f" /><Relationship Type="http://schemas.openxmlformats.org/officeDocument/2006/relationships/slide" Target="/ppt/slides/slide34.xml" Id="Re9127bcc382c4c55" /><Relationship Type="http://schemas.openxmlformats.org/officeDocument/2006/relationships/slide" Target="/ppt/slides/slide35.xml" Id="R4e84056e5d6142ad" /><Relationship Type="http://schemas.openxmlformats.org/officeDocument/2006/relationships/slide" Target="/ppt/slides/slide36.xml" Id="Rc4e661de9ee146db" /><Relationship Type="http://schemas.openxmlformats.org/officeDocument/2006/relationships/slide" Target="/ppt/slides/slide37.xml" Id="Rf4c46a0d43404ed3" /><Relationship Type="http://schemas.openxmlformats.org/officeDocument/2006/relationships/slide" Target="/ppt/slides/slide38.xml" Id="R84667b63226e44b9" /><Relationship Type="http://schemas.openxmlformats.org/officeDocument/2006/relationships/slide" Target="/ppt/slides/slide39.xml" Id="Rd12cb1d1e0b64474" /><Relationship Type="http://schemas.openxmlformats.org/officeDocument/2006/relationships/slide" Target="/ppt/slides/slide40.xml" Id="Rf26fbeb09f7c4013" /><Relationship Type="http://schemas.openxmlformats.org/officeDocument/2006/relationships/slide" Target="/ppt/slides/slide41.xml" Id="R166c366f30d94f65" /><Relationship Type="http://schemas.openxmlformats.org/officeDocument/2006/relationships/slide" Target="/ppt/slides/slide42.xml" Id="R4dcdfcb140504153" /><Relationship Type="http://schemas.openxmlformats.org/officeDocument/2006/relationships/slide" Target="/ppt/slides/slide43.xml" Id="R8da7a6eb9e1946d4" /><Relationship Type="http://schemas.openxmlformats.org/officeDocument/2006/relationships/slide" Target="/ppt/slides/slide44.xml" Id="R54f289c33747403b" /><Relationship Type="http://schemas.openxmlformats.org/officeDocument/2006/relationships/slide" Target="/ppt/slides/slide45.xml" Id="Rcc9f3f95334c4c63" /><Relationship Type="http://schemas.openxmlformats.org/officeDocument/2006/relationships/slide" Target="/ppt/slides/slide46.xml" Id="R1a3aa674be404633" /><Relationship Type="http://schemas.openxmlformats.org/officeDocument/2006/relationships/slide" Target="/ppt/slides/slide47.xml" Id="R59429f8c400942df" /><Relationship Type="http://schemas.openxmlformats.org/officeDocument/2006/relationships/slide" Target="/ppt/slides/slide48.xml" Id="R9309aad0c6fd4397" /><Relationship Type="http://schemas.openxmlformats.org/officeDocument/2006/relationships/slide" Target="/ppt/slides/slide49.xml" Id="R342532eb54524347" /><Relationship Type="http://schemas.openxmlformats.org/officeDocument/2006/relationships/slide" Target="/ppt/slides/slide50.xml" Id="Rbde740f8102b40cc" /><Relationship Type="http://schemas.openxmlformats.org/officeDocument/2006/relationships/slide" Target="/ppt/slides/slide51.xml" Id="Rd246b4adc1c44868" /><Relationship Type="http://schemas.openxmlformats.org/officeDocument/2006/relationships/slide" Target="/ppt/slides/slide52.xml" Id="Rc18a9007a76b4e42" /><Relationship Type="http://schemas.openxmlformats.org/officeDocument/2006/relationships/slide" Target="/ppt/slides/slide53.xml" Id="Rce5a3ca141c34323" /><Relationship Type="http://schemas.openxmlformats.org/officeDocument/2006/relationships/slide" Target="/ppt/slides/slide54.xml" Id="Ra182282c5c9c4dbf" /><Relationship Type="http://schemas.openxmlformats.org/officeDocument/2006/relationships/slide" Target="/ppt/slides/slide55.xml" Id="Rf61b12ba5f914314" /><Relationship Type="http://schemas.openxmlformats.org/officeDocument/2006/relationships/slide" Target="/ppt/slides/slide56.xml" Id="R91d0f5924e784b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0299bd2d7b44e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e7dbc6719a4915" /><Relationship Type="http://schemas.openxmlformats.org/officeDocument/2006/relationships/notesMaster" Target="/ppt/notesMasters/notesMaster1.xml" Id="R99d523cfb56d46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1e56ec390142d3" /><Relationship Type="http://schemas.openxmlformats.org/officeDocument/2006/relationships/notesMaster" Target="/ppt/notesMasters/notesMaster1.xml" Id="Rb85d5343c4ca41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664df8ac74486b" /><Relationship Type="http://schemas.openxmlformats.org/officeDocument/2006/relationships/notesMaster" Target="/ppt/notesMasters/notesMaster1.xml" Id="Rb10cc35e4c0d41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e736e4f84b48dd" /><Relationship Type="http://schemas.openxmlformats.org/officeDocument/2006/relationships/notesMaster" Target="/ppt/notesMasters/notesMaster1.xml" Id="R404c9807c8ae41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7b7b8d10164843" /><Relationship Type="http://schemas.openxmlformats.org/officeDocument/2006/relationships/notesMaster" Target="/ppt/notesMasters/notesMaster1.xml" Id="R5dae5bc7c96140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8968cf44a94da8" /><Relationship Type="http://schemas.openxmlformats.org/officeDocument/2006/relationships/notesMaster" Target="/ppt/notesMasters/notesMaster1.xml" Id="Rb912f1de41cb44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acb08eb77c4877" /><Relationship Type="http://schemas.openxmlformats.org/officeDocument/2006/relationships/notesMaster" Target="/ppt/notesMasters/notesMaster1.xml" Id="R92708165b60647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2bb625d18a4400" /><Relationship Type="http://schemas.openxmlformats.org/officeDocument/2006/relationships/notesMaster" Target="/ppt/notesMasters/notesMaster1.xml" Id="R34e7db7054bd4d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c4f060cbeb4e91" /><Relationship Type="http://schemas.openxmlformats.org/officeDocument/2006/relationships/notesMaster" Target="/ppt/notesMasters/notesMaster1.xml" Id="R8f1baa50f70345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d648ffcf434a71" /><Relationship Type="http://schemas.openxmlformats.org/officeDocument/2006/relationships/notesMaster" Target="/ppt/notesMasters/notesMaster1.xml" Id="R6d89b97f4eb544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0c873287c646a4" /><Relationship Type="http://schemas.openxmlformats.org/officeDocument/2006/relationships/notesMaster" Target="/ppt/notesMasters/notesMaster1.xml" Id="R20607a5818ee4c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92ab6dc4694447" /><Relationship Type="http://schemas.openxmlformats.org/officeDocument/2006/relationships/notesMaster" Target="/ppt/notesMasters/notesMaster1.xml" Id="R5b9b12a204a649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2fea3739dc4238" /><Relationship Type="http://schemas.openxmlformats.org/officeDocument/2006/relationships/notesMaster" Target="/ppt/notesMasters/notesMaster1.xml" Id="R834bc821053f46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b7787b61004dac" /><Relationship Type="http://schemas.openxmlformats.org/officeDocument/2006/relationships/notesMaster" Target="/ppt/notesMasters/notesMaster1.xml" Id="R384e4e00b47543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880d85e36a4c8a" /><Relationship Type="http://schemas.openxmlformats.org/officeDocument/2006/relationships/notesMaster" Target="/ppt/notesMasters/notesMaster1.xml" Id="Rd10d36c0830740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0a21c5b1644682" /><Relationship Type="http://schemas.openxmlformats.org/officeDocument/2006/relationships/notesMaster" Target="/ppt/notesMasters/notesMaster1.xml" Id="Rd9b15b29d1854b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4871f8e4a445c8" /><Relationship Type="http://schemas.openxmlformats.org/officeDocument/2006/relationships/notesMaster" Target="/ppt/notesMasters/notesMaster1.xml" Id="R66e9399f12bc43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0957c361754ead" /><Relationship Type="http://schemas.openxmlformats.org/officeDocument/2006/relationships/notesMaster" Target="/ppt/notesMasters/notesMaster1.xml" Id="Rb3495d35298f48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901d49f2cb4166" /><Relationship Type="http://schemas.openxmlformats.org/officeDocument/2006/relationships/notesMaster" Target="/ppt/notesMasters/notesMaster1.xml" Id="R6fc782edec6441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dbff8fe911e42a9" /><Relationship Type="http://schemas.openxmlformats.org/officeDocument/2006/relationships/notesMaster" Target="/ppt/notesMasters/notesMaster1.xml" Id="Rceb1d8d1f86f4f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99f6010f4749f6" /><Relationship Type="http://schemas.openxmlformats.org/officeDocument/2006/relationships/notesMaster" Target="/ppt/notesMasters/notesMaster1.xml" Id="Re131778ad461424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311fbef7cac42c1" /><Relationship Type="http://schemas.openxmlformats.org/officeDocument/2006/relationships/notesMaster" Target="/ppt/notesMasters/notesMaster1.xml" Id="Rcb02931f79434d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0b2cc1f2754bcd" /><Relationship Type="http://schemas.openxmlformats.org/officeDocument/2006/relationships/notesMaster" Target="/ppt/notesMasters/notesMaster1.xml" Id="R54cc2c1841724b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1085603f974e9d" /><Relationship Type="http://schemas.openxmlformats.org/officeDocument/2006/relationships/notesMaster" Target="/ppt/notesMasters/notesMaster1.xml" Id="R84c7752a9f7142a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c19fc6e90449d9" /><Relationship Type="http://schemas.openxmlformats.org/officeDocument/2006/relationships/notesMaster" Target="/ppt/notesMasters/notesMaster1.xml" Id="R9d6b1358d6c5484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a930902dbd40d6" /><Relationship Type="http://schemas.openxmlformats.org/officeDocument/2006/relationships/notesMaster" Target="/ppt/notesMasters/notesMaster1.xml" Id="Rc2a2e8472b5647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1acd045e8744a6" /><Relationship Type="http://schemas.openxmlformats.org/officeDocument/2006/relationships/notesMaster" Target="/ppt/notesMasters/notesMaster1.xml" Id="R7cef808c4ae24de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a072bf7643a4bcc" /><Relationship Type="http://schemas.openxmlformats.org/officeDocument/2006/relationships/notesMaster" Target="/ppt/notesMasters/notesMaster1.xml" Id="Rafe4ba8124dc46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3cb1da79ab346f4" /><Relationship Type="http://schemas.openxmlformats.org/officeDocument/2006/relationships/notesMaster" Target="/ppt/notesMasters/notesMaster1.xml" Id="R91bfdd442a904ea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32dc5501b0e4f68" /><Relationship Type="http://schemas.openxmlformats.org/officeDocument/2006/relationships/notesMaster" Target="/ppt/notesMasters/notesMaster1.xml" Id="R00a34ba587ae4d5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2bc2978e23346d7" /><Relationship Type="http://schemas.openxmlformats.org/officeDocument/2006/relationships/notesMaster" Target="/ppt/notesMasters/notesMaster1.xml" Id="Rbefdbf756e544d6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ed4d00038454e94" /><Relationship Type="http://schemas.openxmlformats.org/officeDocument/2006/relationships/notesMaster" Target="/ppt/notesMasters/notesMaster1.xml" Id="Re6de32d9ff7349a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de9708586e1437a" /><Relationship Type="http://schemas.openxmlformats.org/officeDocument/2006/relationships/notesMaster" Target="/ppt/notesMasters/notesMaster1.xml" Id="R2e4151608c71478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1df8003b4da4ed6" /><Relationship Type="http://schemas.openxmlformats.org/officeDocument/2006/relationships/notesMaster" Target="/ppt/notesMasters/notesMaster1.xml" Id="Rbb797bb351d14f3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48c3d7dc10641d0" /><Relationship Type="http://schemas.openxmlformats.org/officeDocument/2006/relationships/notesMaster" Target="/ppt/notesMasters/notesMaster1.xml" Id="R3bbf1125f37748b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cd5f9a4efe84f61" /><Relationship Type="http://schemas.openxmlformats.org/officeDocument/2006/relationships/notesMaster" Target="/ppt/notesMasters/notesMaster1.xml" Id="R9ec65658d36445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7017705e32c4f54" /><Relationship Type="http://schemas.openxmlformats.org/officeDocument/2006/relationships/notesMaster" Target="/ppt/notesMasters/notesMaster1.xml" Id="R466b7afbd8854e7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1328e2a68f04a94" /><Relationship Type="http://schemas.openxmlformats.org/officeDocument/2006/relationships/notesMaster" Target="/ppt/notesMasters/notesMaster1.xml" Id="R204dacd2f8ce445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c19512a40674474" /><Relationship Type="http://schemas.openxmlformats.org/officeDocument/2006/relationships/notesMaster" Target="/ppt/notesMasters/notesMaster1.xml" Id="Re4f3247345b7417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08b6272de584533" /><Relationship Type="http://schemas.openxmlformats.org/officeDocument/2006/relationships/notesMaster" Target="/ppt/notesMasters/notesMaster1.xml" Id="R47101f006f0c464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c3d56551b934dc1" /><Relationship Type="http://schemas.openxmlformats.org/officeDocument/2006/relationships/notesMaster" Target="/ppt/notesMasters/notesMaster1.xml" Id="R239a616d00f84f6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dc570ffda5b446a" /><Relationship Type="http://schemas.openxmlformats.org/officeDocument/2006/relationships/notesMaster" Target="/ppt/notesMasters/notesMaster1.xml" Id="R4466edfcaa6a43d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5589593b0754800" /><Relationship Type="http://schemas.openxmlformats.org/officeDocument/2006/relationships/notesMaster" Target="/ppt/notesMasters/notesMaster1.xml" Id="Rd94b88c3994545d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48c9773b9124a13" /><Relationship Type="http://schemas.openxmlformats.org/officeDocument/2006/relationships/notesMaster" Target="/ppt/notesMasters/notesMaster1.xml" Id="R89d9f0b22de6481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6fcd7ac1cbd4315" /><Relationship Type="http://schemas.openxmlformats.org/officeDocument/2006/relationships/notesMaster" Target="/ppt/notesMasters/notesMaster1.xml" Id="R95fad385962c434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7589d1a3a3045a9" /><Relationship Type="http://schemas.openxmlformats.org/officeDocument/2006/relationships/notesMaster" Target="/ppt/notesMasters/notesMaster1.xml" Id="R9dce3fd7acfc4f9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f5ebf1faf2947a2" /><Relationship Type="http://schemas.openxmlformats.org/officeDocument/2006/relationships/notesMaster" Target="/ppt/notesMasters/notesMaster1.xml" Id="R0aaf05a0099542e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a0af47e25b9479a" /><Relationship Type="http://schemas.openxmlformats.org/officeDocument/2006/relationships/notesMaster" Target="/ppt/notesMasters/notesMaster1.xml" Id="R6a107a32fc9442f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019c3778d6e45d1" /><Relationship Type="http://schemas.openxmlformats.org/officeDocument/2006/relationships/notesMaster" Target="/ppt/notesMasters/notesMaster1.xml" Id="Rfea9381dc4fa4ec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607c562d1364a64" /><Relationship Type="http://schemas.openxmlformats.org/officeDocument/2006/relationships/notesMaster" Target="/ppt/notesMasters/notesMaster1.xml" Id="Rfd5c89f922b6457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1b36786139c48d2" /><Relationship Type="http://schemas.openxmlformats.org/officeDocument/2006/relationships/notesMaster" Target="/ppt/notesMasters/notesMaster1.xml" Id="Rfda4236c2a3d41f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c9e3d2bae1a467c" /><Relationship Type="http://schemas.openxmlformats.org/officeDocument/2006/relationships/notesMaster" Target="/ppt/notesMasters/notesMaster1.xml" Id="R39e6c1de77ae4ae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5341c25ccb149f0" /><Relationship Type="http://schemas.openxmlformats.org/officeDocument/2006/relationships/notesMaster" Target="/ppt/notesMasters/notesMaster1.xml" Id="Rb69062cb5329494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9d2e70835744562" /><Relationship Type="http://schemas.openxmlformats.org/officeDocument/2006/relationships/notesMaster" Target="/ppt/notesMasters/notesMaster1.xml" Id="Rddb41def6c74466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9e1e84ea97b4efd" /><Relationship Type="http://schemas.openxmlformats.org/officeDocument/2006/relationships/notesMaster" Target="/ppt/notesMasters/notesMaster1.xml" Id="R7358caca7a3d4c0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01035c50e354283" /><Relationship Type="http://schemas.openxmlformats.org/officeDocument/2006/relationships/notesMaster" Target="/ppt/notesMasters/notesMaster1.xml" Id="R5dbaa18119194b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0"/>
              <a:t>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checks whether a particular result or action meets the requirements. Evaluation measures how reliably the system meets those requirements across cases and repeated attempts.</a:t>
            </a:r>
          </a:p>
          <a:p xmlns:a="http://schemas.openxmlformats.org/drawingml/2006/main">
            <a:r>
              <a:t/>
            </a:r>
          </a:p>
          <a:p xmlns:a="http://schemas.openxmlformats.org/drawingml/2006/main">
            <a:r>
              <a:rPr b="0"/>
              <a:t>For a coding agent, tests help verify one fix. Evaluating the agent means checking its performance across tasks and repeated attempts.</a:t>
            </a:r>
          </a:p>
          <a:p xmlns:a="http://schemas.openxmlformats.org/drawingml/2006/main">
            <a:r>
              <a:t/>
            </a:r>
          </a:p>
          <a:p xmlns:a="http://schemas.openxmlformats.org/drawingml/2006/main">
            <a:r>
              <a:rPr b="0"/>
              <a:t>Each task is a </a:t>
            </a:r>
            <a:r>
              <a:rPr b="1"/>
              <a:t>case</a:t>
            </a:r>
            <a:r>
              <a:rPr b="0"/>
              <a:t>. Each attempt is a </a:t>
            </a:r>
            <a:r>
              <a:rPr b="1"/>
              <a:t>trial</a:t>
            </a:r>
            <a:r>
              <a:rPr b="0"/>
              <a:t>. A </a:t>
            </a:r>
            <a:r>
              <a:rPr b="1"/>
              <a:t>grader</a:t>
            </a:r>
            <a:r>
              <a:rPr b="0"/>
              <a:t> checks behavior or outcome. The same checks can support verification and evaluation.</a:t>
            </a:r>
          </a:p>
          <a:p xmlns:a="http://schemas.openxmlformats.org/drawingml/2006/main">
            <a:r>
              <a:t/>
            </a:r>
          </a:p>
          <a:p xmlns:a="http://schemas.openxmlformats.org/drawingml/2006/main">
            <a:r>
              <a:rPr b="1"/>
              <a:t>We work with subject matter experts to build golden datasets:</a:t>
            </a:r>
            <a:r>
              <a:rPr b="0"/>
              <a:t> curated cases with reviewed reference answers, expected behavior, and criteria for quality.</a:t>
            </a:r>
          </a:p>
          <a:p xmlns:a="http://schemas.openxmlformats.org/drawingml/2006/main">
            <a:r>
              <a:t/>
            </a:r>
          </a:p>
          <a:p xmlns:a="http://schemas.openxmlformats.org/drawingml/2006/main">
            <a:r>
              <a:rPr b="0"/>
              <a:t>These give us a reference for judging results. </a:t>
            </a:r>
            <a:r>
              <a:rPr b="1"/>
              <a:t>Ordinary software tests still matter</a:t>
            </a:r>
            <a:r>
              <a:rPr b="0"/>
              <a:t>, including checks of required constraints and whether actions actually completed.</a:t>
            </a:r>
          </a:p>
          <a:p xmlns:a="http://schemas.openxmlformats.org/drawingml/2006/main">
            <a:r>
              <a:t/>
            </a:r>
          </a:p>
          <a:p xmlns:a="http://schemas.openxmlformats.org/drawingml/2006/main">
            <a:r>
              <a:rPr b="0"/>
              <a:t>Next, we decide what success means, how to check it, and which cases to evaluate.</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1"/>
              <a:t>The first decision is what counts as success.</a:t>
            </a:r>
            <a:r>
              <a:rPr b="0"/>
              <a:t> Work with subject matter experts to define the required outcome, quality criteria, and forbidden actions. Agree on acceptable behavior when the system cannot finish.</a:t>
            </a:r>
          </a:p>
          <a:p xmlns:a="http://schemas.openxmlformats.org/drawingml/2006/main">
            <a:r>
              <a:t/>
            </a:r>
          </a:p>
          <a:p xmlns:a="http://schemas.openxmlformats.org/drawingml/2006/main">
            <a:r>
              <a:rPr b="0"/>
              <a:t>Our SMEs help capture those expectations in golden datasets. Reference answers, expected behavior, and grading criteria give us a consistent basis for comparing results. Some tasks allow several valid answers.</a:t>
            </a:r>
          </a:p>
          <a:p xmlns:a="http://schemas.openxmlformats.org/drawingml/2006/main">
            <a:r>
              <a:t/>
            </a:r>
          </a:p>
          <a:p xmlns:a="http://schemas.openxmlformats.org/drawingml/2006/main">
            <a:r>
              <a:rPr b="1"/>
              <a:t>The second decision is how to judge it.</a:t>
            </a:r>
            <a:r>
              <a:rPr b="0"/>
              <a:t> Use code for explicit conditions. Use expert judgment for meaning and quality. Model graders can help apply those criteria, but compare their judgments with expert decisions and investigate disagreements. </a:t>
            </a:r>
            <a:r>
              <a:rPr b="1"/>
              <a:t>The grader also needs evaluation.</a:t>
            </a:r>
          </a:p>
          <a:p xmlns:a="http://schemas.openxmlformats.org/drawingml/2006/main">
            <a:r>
              <a:t/>
            </a:r>
          </a:p>
          <a:p xmlns:a="http://schemas.openxmlformats.org/drawingml/2006/main">
            <a:r>
              <a:rPr b="1"/>
              <a:t>The third decision is which cases provide useful evidence.</a:t>
            </a:r>
            <a:r>
              <a:rPr b="0"/>
              <a:t> Use the golden dataset alongside known failures and adversarial cases. Reserve held-out cases from routine tuning, and repeat trials where behavior varies.</a:t>
            </a:r>
          </a:p>
          <a:p xmlns:a="http://schemas.openxmlformats.org/drawingml/2006/main">
            <a:r>
              <a:t/>
            </a:r>
          </a:p>
          <a:p xmlns:a="http://schemas.openxmlformats.org/drawingml/2006/main">
            <a:r>
              <a:rPr b="0"/>
              <a:t>Inspect results by case category. Next, we need to examine where our reference data and our checks can give us false confidence.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can give us false confidence.</a:t>
            </a:r>
          </a:p>
          <a:p xmlns:a="http://schemas.openxmlformats.org/drawingml/2006/main">
            <a:r>
              <a:t/>
            </a:r>
          </a:p>
          <a:p xmlns:a="http://schemas.openxmlformats.org/drawingml/2006/main">
            <a:r>
              <a:rPr b="0"/>
              <a:t>Check actual outcomes and review grader disagreements.</a:t>
            </a:r>
          </a:p>
          <a:p xmlns:a="http://schemas.openxmlformats.org/drawingml/2006/main">
            <a:r>
              <a:t/>
            </a:r>
          </a:p>
          <a:p xmlns:a="http://schemas.openxmlformats.org/drawingml/2006/main">
            <a:r>
              <a:rPr b="1"/>
              <a:t>Golden datasets are valuable references, but human curation can introduce errors and bias.</a:t>
            </a:r>
            <a:r>
              <a:rPr b="0"/>
              <a:t> They can also miss important cases. Use them alongside direct checks and review of real runs.</a:t>
            </a:r>
          </a:p>
          <a:p xmlns:a="http://schemas.openxmlformats.org/drawingml/2006/main">
            <a:r>
              <a:t/>
            </a:r>
          </a:p>
          <a:p xmlns:a="http://schemas.openxmlformats.org/drawingml/2006/main">
            <a:r>
              <a:rPr b="0"/>
              <a:t>When results disagree, inspect the result, trace, and reference data. The system, grader, or expected answer may need correction.</a:t>
            </a:r>
          </a:p>
          <a:p xmlns:a="http://schemas.openxmlformats.org/drawingml/2006/main">
            <a:r>
              <a:t/>
            </a:r>
          </a:p>
          <a:p xmlns:a="http://schemas.openxmlformats.org/drawingml/2006/main">
            <a:r>
              <a:rPr b="0"/>
              <a:t>Add failures from real use. </a:t>
            </a:r>
            <a:r>
              <a:rPr b="1"/>
              <a:t>Evaluation continues after deployment and after model or harness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means operating an agentic system across many runs and releases.</a:t>
            </a:r>
            <a:r>
              <a:rPr b="0"/>
              <a:t> We need evidence that connects its behavior to the configuration in use.</a:t>
            </a:r>
          </a:p>
          <a:p xmlns:a="http://schemas.openxmlformats.org/drawingml/2006/main">
            <a:r>
              <a:t/>
            </a:r>
          </a:p>
          <a:p xmlns:a="http://schemas.openxmlformats.org/drawingml/2006/main">
            <a:r>
              <a:rPr b="0"/>
              <a:t>A trace records what happened during a task: retrieval, model calls, tool use, and checks. Each recorded operation is a span. This captures observable activity, not the model’s private reasoning.</a:t>
            </a:r>
          </a:p>
          <a:p xmlns:a="http://schemas.openxmlformats.org/drawingml/2006/main">
            <a:r>
              <a:t/>
            </a:r>
          </a:p>
          <a:p xmlns:a="http://schemas.openxmlformats.org/drawingml/2006/main">
            <a:r>
              <a:rPr b="0"/>
              <a:t>Record the configuration behind each run. Changing a prompt, model, or retrieval setup can change behavior even when the application code stays the same.</a:t>
            </a:r>
          </a:p>
          <a:p xmlns:a="http://schemas.openxmlformats.org/drawingml/2006/main">
            <a:r>
              <a:t/>
            </a:r>
          </a:p>
          <a:p xmlns:a="http://schemas.openxmlformats.org/drawingml/2006/main">
            <a:r>
              <a:rPr b="0"/>
              <a:t>Then measure outcomes: did the task succeed, how long did it take, what did it cost, and how much human review did it need? Some quality judgments require sampling or arrive later.</a:t>
            </a:r>
          </a:p>
          <a:p xmlns:a="http://schemas.openxmlformats.org/drawingml/2006/main">
            <a:r>
              <a:t/>
            </a:r>
          </a:p>
          <a:p xmlns:a="http://schemas.openxmlformats.org/drawingml/2006/main">
            <a:r>
              <a:rPr b="1"/>
              <a:t>Healthy APIs alone do not establish task success.</a:t>
            </a:r>
            <a:r>
              <a:rPr b="0"/>
              <a:t> Next come the decisions about evidence, releases, and response.</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decide what to record. Link each outcome to its trace and configuration. </a:t>
            </a:r>
            <a:r>
              <a:rPr b="1"/>
              <a:t>Keep enough evidence to investigate</a:t>
            </a:r>
            <a:r>
              <a:rPr b="0"/>
              <a:t>, while limiting sensitive content and controlling access and retention.</a:t>
            </a:r>
          </a:p>
          <a:p xmlns:a="http://schemas.openxmlformats.org/drawingml/2006/main">
            <a:r>
              <a:t/>
            </a:r>
          </a:p>
          <a:p xmlns:a="http://schemas.openxmlformats.org/drawingml/2006/main">
            <a:r>
              <a:rPr b="0"/>
              <a:t>Second, decide how changes reach users. Evaluate the candidate, then release it to a limited group. Compare similar tasks against the current tested configuration. Define when to pause or roll back. Limited exposure reduces the impact of a problem, but can take longer to reveal failures.</a:t>
            </a:r>
          </a:p>
          <a:p xmlns:a="http://schemas.openxmlformats.org/drawingml/2006/main">
            <a:r>
              <a:t/>
            </a:r>
          </a:p>
          <a:p xmlns:a="http://schemas.openxmlformats.org/drawingml/2006/main">
            <a:r>
              <a:rPr b="0"/>
              <a:t>Third, decide when to intervene and who responds. </a:t>
            </a:r>
            <a:r>
              <a:rPr b="1"/>
              <a:t>Enforce permissions, allowed destinations, and resource limits outside the model.</a:t>
            </a:r>
            <a:r>
              <a:rPr b="0"/>
              <a:t> Route failed checks, exhausted budgets, and uncertain outcomes to someone authorized to act.</a:t>
            </a:r>
          </a:p>
          <a:p xmlns:a="http://schemas.openxmlformats.org/drawingml/2006/main">
            <a:r>
              <a:t/>
            </a:r>
          </a:p>
          <a:p xmlns:a="http://schemas.openxmlformats.org/drawingml/2006/main">
            <a:r>
              <a:rPr b="1"/>
              <a:t>Rolling back a configuration does not undo completed actions.</a:t>
            </a:r>
            <a:r>
              <a:rPr b="0"/>
              <a:t> Those need separate review.</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For this audience, sensitive data includes </a:t>
            </a:r>
            <a:r>
              <a:rPr b="1"/>
              <a:t>CUI/ECI</a:t>
            </a:r>
            <a:r>
              <a:rPr b="0"/>
              <a:t>. Review where that information goes, including prompts, tool calls, and traces.</a:t>
            </a:r>
          </a:p>
          <a:p xmlns:a="http://schemas.openxmlformats.org/drawingml/2006/main">
            <a:r>
              <a:t/>
            </a:r>
          </a:p>
          <a:p xmlns:a="http://schemas.openxmlformats.org/drawingml/2006/main">
            <a:r>
              <a:rPr b="0"/>
              <a:t>An agent may read sensitive records, encounter malicious instructions in a document, and make an outbound request. Willison describes how those capabilities can combine into a path for data theft.</a:t>
            </a:r>
          </a:p>
          <a:p xmlns:a="http://schemas.openxmlformats.org/drawingml/2006/main">
            <a:r>
              <a:t/>
            </a:r>
          </a:p>
          <a:p xmlns:a="http://schemas.openxmlformats.org/drawingml/2006/main">
            <a:r>
              <a:rPr b="1"/>
              <a:t>The pitfall is combining private data, untrusted content, and outbound access without reviewing the risk.</a:t>
            </a:r>
          </a:p>
          <a:p xmlns:a="http://schemas.openxmlformats.org/drawingml/2006/main">
            <a:r>
              <a:t/>
            </a:r>
          </a:p>
          <a:p xmlns:a="http://schemas.openxmlformats.org/drawingml/2006/main">
            <a:r>
              <a:rPr b="0"/>
              <a:t>Review integrations together. Enforce approved processing, access, and destinations outside the model. </a:t>
            </a:r>
            <a:r>
              <a:rPr b="1"/>
              <a:t>A probabilistic filter is insufficient as the sole security boundary.</a:t>
            </a:r>
            <a:r>
              <a:rPr b="0"/>
              <a:t> This is one threat model, not a complete security assessment.</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are in the deck. </a:t>
            </a:r>
            <a:r>
              <a:rPr b="1"/>
              <a:t>Apply evaluation while building your project.</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48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48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Reference page. No scheduled narration.</a:t>
            </a:r>
          </a:p>
          <a:p xmlns:a="http://schemas.openxmlformats.org/drawingml/2006/main">
            <a:r>
              <a:t/>
            </a:r>
          </a:p>
          <a:p xmlns:a="http://schemas.openxmlformats.org/drawingml/2006/main">
            <a:r>
              <a:rPr b="0"/>
              <a:t>Use this page only when it helps answer a question.</a:t>
            </a:r>
          </a:p>
          <a:p xmlns:a="http://schemas.openxmlformats.org/drawingml/2006/main">
            <a:r>
              <a:t/>
            </a:r>
          </a:p>
          <a:p xmlns:a="http://schemas.openxmlformats.org/drawingml/2006/main">
            <a:r>
              <a:rPr b="0"/>
              <a:t>Advance to slide 48 when returning to questions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a5385ded5d4a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8a1d597665f747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7905c16b02e541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1C7481E1-A231-4A95-A0AD-402592CF8E66}"/>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78c33dac1a4d34" /><Relationship Type="http://schemas.openxmlformats.org/officeDocument/2006/relationships/slideLayout" Target="/ppt/slideLayouts/slideLayout1.xml" Id="Rc645ff8aad9c4b6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cfe290016a44819" /><Relationship Type="http://schemas.openxmlformats.org/officeDocument/2006/relationships/slideLayout" Target="/ppt/slideLayouts/slideLayout2.xml" Id="Re0cfe247364a4715" /><Relationship Type="http://schemas.openxmlformats.org/officeDocument/2006/relationships/slideLayout" Target="/ppt/slideLayouts/slideLayout3.xml" Id="R2a4a7708d6ec4d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45ff8aad9c4b60"/>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e0cfe247364a4715"/>
    <p:sldLayoutId xmlns:r="http://schemas.openxmlformats.org/officeDocument/2006/relationships" id="2147483652" r:id="R2a4a7708d6ec4dcb"/>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36994fc037d49a2" /><Relationship Type="http://schemas.openxmlformats.org/officeDocument/2006/relationships/notesSlide" Target="/ppt/notesSlides/notesSlide1.xml" Id="Re0568c4bd99146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c7a3ac70e6f4f6f" /><Relationship Type="http://schemas.openxmlformats.org/officeDocument/2006/relationships/image" Target="/ppt/media/image.png" Id="Rfef7fcdba99247e1" /><Relationship Type="http://schemas.openxmlformats.org/officeDocument/2006/relationships/notesSlide" Target="/ppt/notesSlides/notesSlide2.xml" Id="R1f8cf8528eef4d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d9f458fa0c244bf" /><Relationship Type="http://schemas.openxmlformats.org/officeDocument/2006/relationships/notesSlide" Target="/ppt/notesSlides/notesSlide3.xml" Id="R688b70ea6eb144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dccaad24a74455d" /><Relationship Type="http://schemas.openxmlformats.org/officeDocument/2006/relationships/notesSlide" Target="/ppt/notesSlides/notesSlide4.xml" Id="R8cc9a4a54de84a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7acf8c259bf4df8" /><Relationship Type="http://schemas.openxmlformats.org/officeDocument/2006/relationships/notesSlide" Target="/ppt/notesSlides/notesSlide5.xml" Id="R9b2c6ff2b4ad4b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cb7c5af273341f2" /><Relationship Type="http://schemas.openxmlformats.org/officeDocument/2006/relationships/notesSlide" Target="/ppt/notesSlides/notesSlide6.xml" Id="R149dfa06a88742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296426953554457" /><Relationship Type="http://schemas.openxmlformats.org/officeDocument/2006/relationships/notesSlide" Target="/ppt/notesSlides/notesSlide7.xml" Id="Re4dda2b38eda4c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2ae504d30ed4732" /><Relationship Type="http://schemas.openxmlformats.org/officeDocument/2006/relationships/notesSlide" Target="/ppt/notesSlides/notesSlide8.xml" Id="Rc3aa81c24f4f4d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f9f82f78ba642e0" /><Relationship Type="http://schemas.openxmlformats.org/officeDocument/2006/relationships/image" Target="/ppt/media/image2.png" Id="R50364f583ce74859" /><Relationship Type="http://schemas.openxmlformats.org/officeDocument/2006/relationships/notesSlide" Target="/ppt/notesSlides/notesSlide9.xml" Id="R51d7dc67dea64e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3d757b6d6ad4a2d" /><Relationship Type="http://schemas.openxmlformats.org/officeDocument/2006/relationships/image" Target="/ppt/media/image3.png" Id="R387fe9deb0a54e2d" /><Relationship Type="http://schemas.openxmlformats.org/officeDocument/2006/relationships/notesSlide" Target="/ppt/notesSlides/notesSlide10.xml" Id="R705c4883a51348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173155e47e04b0e" /><Relationship Type="http://schemas.openxmlformats.org/officeDocument/2006/relationships/image" Target="/ppt/media/image4.png" Id="Rc8e68cf53ab74717" /><Relationship Type="http://schemas.openxmlformats.org/officeDocument/2006/relationships/notesSlide" Target="/ppt/notesSlides/notesSlide11.xml" Id="R210fadf71af74b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54f14f0813d49b0" /><Relationship Type="http://schemas.openxmlformats.org/officeDocument/2006/relationships/image" Target="/ppt/media/image5.png" Id="Rf4f7aab479cb4b18" /><Relationship Type="http://schemas.openxmlformats.org/officeDocument/2006/relationships/notesSlide" Target="/ppt/notesSlides/notesSlide12.xml" Id="Rcbc8a20073fb4f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c7ad95dcffb4acd" /><Relationship Type="http://schemas.openxmlformats.org/officeDocument/2006/relationships/image" Target="/ppt/media/image6.png" Id="R1926d3be10014f04" /><Relationship Type="http://schemas.openxmlformats.org/officeDocument/2006/relationships/notesSlide" Target="/ppt/notesSlides/notesSlide13.xml" Id="R38e823b6e5944e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600aef64f41465d" /><Relationship Type="http://schemas.openxmlformats.org/officeDocument/2006/relationships/image" Target="/ppt/media/image7.png" Id="R1c1abe8f72fa45fe" /><Relationship Type="http://schemas.openxmlformats.org/officeDocument/2006/relationships/notesSlide" Target="/ppt/notesSlides/notesSlide14.xml" Id="Rf9b4ae62b55d40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461b666a349428f" /><Relationship Type="http://schemas.openxmlformats.org/officeDocument/2006/relationships/image" Target="/ppt/media/image8.png" Id="R275e2cd7263943c1" /><Relationship Type="http://schemas.openxmlformats.org/officeDocument/2006/relationships/notesSlide" Target="/ppt/notesSlides/notesSlide15.xml" Id="Rac8727bfbc434d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ba7f9ba881e4005" /><Relationship Type="http://schemas.openxmlformats.org/officeDocument/2006/relationships/image" Target="/ppt/media/image9.png" Id="R86db90725035436e" /><Relationship Type="http://schemas.openxmlformats.org/officeDocument/2006/relationships/image" Target="/ppt/media/image10.png" Id="Rf05787d477b642b1" /><Relationship Type="http://schemas.openxmlformats.org/officeDocument/2006/relationships/notesSlide" Target="/ppt/notesSlides/notesSlide16.xml" Id="Rd5985590fd8c4d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a434976bb5449bd" /><Relationship Type="http://schemas.openxmlformats.org/officeDocument/2006/relationships/image" Target="/ppt/media/image11.png" Id="R58843b07ffef444c" /><Relationship Type="http://schemas.openxmlformats.org/officeDocument/2006/relationships/notesSlide" Target="/ppt/notesSlides/notesSlide17.xml" Id="R3898b15469b54a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6b7f98293d8410b" /><Relationship Type="http://schemas.openxmlformats.org/officeDocument/2006/relationships/image" Target="/ppt/media/image12.png" Id="Rcffa1fe0d5eb47d1" /><Relationship Type="http://schemas.openxmlformats.org/officeDocument/2006/relationships/notesSlide" Target="/ppt/notesSlides/notesSlide18.xml" Id="R14e4e1da27fc4b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3826de53df1c4bd7" /><Relationship Type="http://schemas.openxmlformats.org/officeDocument/2006/relationships/image" Target="/ppt/media/image13.png" Id="Rfd6c4905b9ce4f5b" /><Relationship Type="http://schemas.openxmlformats.org/officeDocument/2006/relationships/notesSlide" Target="/ppt/notesSlides/notesSlide19.xml" Id="R0d2a6f08a7e6407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43eaeef3c1684dd8" /><Relationship Type="http://schemas.openxmlformats.org/officeDocument/2006/relationships/image" Target="/ppt/media/image14.png" Id="Re0801f3e31974f57" /><Relationship Type="http://schemas.openxmlformats.org/officeDocument/2006/relationships/notesSlide" Target="/ppt/notesSlides/notesSlide20.xml" Id="Rb1cfe499f8c8459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d8d7f7821b7147df" /><Relationship Type="http://schemas.openxmlformats.org/officeDocument/2006/relationships/image" Target="/ppt/media/image15.png" Id="R2d1653edeb704a21" /><Relationship Type="http://schemas.openxmlformats.org/officeDocument/2006/relationships/image" Target="/ppt/media/image16.png" Id="R3e4fca266b5c41c9" /><Relationship Type="http://schemas.openxmlformats.org/officeDocument/2006/relationships/notesSlide" Target="/ppt/notesSlides/notesSlide21.xml" Id="Rf93214473c5c454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edb4331dfd14037" /><Relationship Type="http://schemas.openxmlformats.org/officeDocument/2006/relationships/image" Target="/ppt/media/image17.png" Id="R5f56ecffedfb466b" /><Relationship Type="http://schemas.openxmlformats.org/officeDocument/2006/relationships/notesSlide" Target="/ppt/notesSlides/notesSlide22.xml" Id="R02c9bab7a3d34c9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ad3f600c5cab4b8c" /><Relationship Type="http://schemas.openxmlformats.org/officeDocument/2006/relationships/image" Target="/ppt/media/image18.png" Id="Rd858e4aca3c24961" /><Relationship Type="http://schemas.openxmlformats.org/officeDocument/2006/relationships/notesSlide" Target="/ppt/notesSlides/notesSlide23.xml" Id="Re92a665e171e4f8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1eb289586f96412b" /><Relationship Type="http://schemas.openxmlformats.org/officeDocument/2006/relationships/image" Target="/ppt/media/image19.png" Id="R6e54e0e6041848cb" /><Relationship Type="http://schemas.openxmlformats.org/officeDocument/2006/relationships/notesSlide" Target="/ppt/notesSlides/notesSlide24.xml" Id="R64758ba1cf7642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bba018ff4d9408d" /><Relationship Type="http://schemas.openxmlformats.org/officeDocument/2006/relationships/image" Target="/ppt/media/image20.png" Id="R5c2b56e7929b4e2f" /><Relationship Type="http://schemas.openxmlformats.org/officeDocument/2006/relationships/notesSlide" Target="/ppt/notesSlides/notesSlide25.xml" Id="R28347f4056ba47b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3f6c0b274eb441e" /><Relationship Type="http://schemas.openxmlformats.org/officeDocument/2006/relationships/image" Target="/ppt/media/image21.png" Id="R52432ab16d6d4594" /><Relationship Type="http://schemas.openxmlformats.org/officeDocument/2006/relationships/image" Target="/ppt/media/image22.png" Id="R2abf0e0f70ee42de" /><Relationship Type="http://schemas.openxmlformats.org/officeDocument/2006/relationships/notesSlide" Target="/ppt/notesSlides/notesSlide26.xml" Id="R5def6e4dd5504c7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3c12be667eb14ff1" /><Relationship Type="http://schemas.openxmlformats.org/officeDocument/2006/relationships/image" Target="/ppt/media/image23.png" Id="Re6af41cb01b744f4" /><Relationship Type="http://schemas.openxmlformats.org/officeDocument/2006/relationships/notesSlide" Target="/ppt/notesSlides/notesSlide27.xml" Id="Rcb3fe5db83c5433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a470434e4ea4e37" /><Relationship Type="http://schemas.openxmlformats.org/officeDocument/2006/relationships/image" Target="/ppt/media/image24.png" Id="R660eee05e67441df" /><Relationship Type="http://schemas.openxmlformats.org/officeDocument/2006/relationships/notesSlide" Target="/ppt/notesSlides/notesSlide28.xml" Id="R6048a496033a4df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8d2e598cfa34daf" /><Relationship Type="http://schemas.openxmlformats.org/officeDocument/2006/relationships/image" Target="/ppt/media/image25.png" Id="Re678d186d1154820" /><Relationship Type="http://schemas.openxmlformats.org/officeDocument/2006/relationships/notesSlide" Target="/ppt/notesSlides/notesSlide29.xml" Id="Rc07bddaffb3245b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1fe289c5bf4842c9" /><Relationship Type="http://schemas.openxmlformats.org/officeDocument/2006/relationships/image" Target="/ppt/media/image26.png" Id="Reeff457b4ae4476a" /><Relationship Type="http://schemas.openxmlformats.org/officeDocument/2006/relationships/notesSlide" Target="/ppt/notesSlides/notesSlide30.xml" Id="R6b25724a93f9456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4918e2e01f87497e" /><Relationship Type="http://schemas.openxmlformats.org/officeDocument/2006/relationships/image" Target="/ppt/media/image27.png" Id="R78200f02703c4e8a" /><Relationship Type="http://schemas.openxmlformats.org/officeDocument/2006/relationships/image" Target="/ppt/media/image28.png" Id="Recd06c1bf1e64d4e" /><Relationship Type="http://schemas.openxmlformats.org/officeDocument/2006/relationships/notesSlide" Target="/ppt/notesSlides/notesSlide31.xml" Id="R9b5ab25d2b4f42c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e84127c7be74a41" /><Relationship Type="http://schemas.openxmlformats.org/officeDocument/2006/relationships/image" Target="/ppt/media/image29.png" Id="Re22539ebcb25414d" /><Relationship Type="http://schemas.openxmlformats.org/officeDocument/2006/relationships/notesSlide" Target="/ppt/notesSlides/notesSlide32.xml" Id="R3e6db1d50db0489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e24fbb6607224c43" /><Relationship Type="http://schemas.openxmlformats.org/officeDocument/2006/relationships/image" Target="/ppt/media/image30.png" Id="R2ef2c9e4f988419e" /><Relationship Type="http://schemas.openxmlformats.org/officeDocument/2006/relationships/notesSlide" Target="/ppt/notesSlides/notesSlide33.xml" Id="Rca221c0e7a8f41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c9c366d3518c4f32" /><Relationship Type="http://schemas.openxmlformats.org/officeDocument/2006/relationships/image" Target="/ppt/media/image31.png" Id="Rce6aaf7450e648ba" /><Relationship Type="http://schemas.openxmlformats.org/officeDocument/2006/relationships/notesSlide" Target="/ppt/notesSlides/notesSlide34.xml" Id="R1fe95a51b4104ab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5d8bfe8c25134c0b" /><Relationship Type="http://schemas.openxmlformats.org/officeDocument/2006/relationships/image" Target="/ppt/media/image32.png" Id="Rf7c121a0541c4539" /><Relationship Type="http://schemas.openxmlformats.org/officeDocument/2006/relationships/notesSlide" Target="/ppt/notesSlides/notesSlide35.xml" Id="R6daa717def50421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b90e8beeca0a4dc3" /><Relationship Type="http://schemas.openxmlformats.org/officeDocument/2006/relationships/image" Target="/ppt/media/image33.png" Id="R9aa5154f9c8740a2" /><Relationship Type="http://schemas.openxmlformats.org/officeDocument/2006/relationships/image" Target="/ppt/media/image34.png" Id="R5a52d313d68c448a" /><Relationship Type="http://schemas.openxmlformats.org/officeDocument/2006/relationships/notesSlide" Target="/ppt/notesSlides/notesSlide36.xml" Id="Rad6e1b5fbf874b5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bf6f256f8d9f4319" /><Relationship Type="http://schemas.openxmlformats.org/officeDocument/2006/relationships/image" Target="/ppt/media/image35.png" Id="R4b7e6691b4594bcf" /><Relationship Type="http://schemas.openxmlformats.org/officeDocument/2006/relationships/notesSlide" Target="/ppt/notesSlides/notesSlide37.xml" Id="R197fe727d2e04be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2891d48ba53c4b99" /><Relationship Type="http://schemas.openxmlformats.org/officeDocument/2006/relationships/image" Target="/ppt/media/image36.png" Id="R7117afc927c14a10" /><Relationship Type="http://schemas.openxmlformats.org/officeDocument/2006/relationships/notesSlide" Target="/ppt/notesSlides/notesSlide38.xml" Id="R5607e4655c8845b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10dfa220cad24d67" /><Relationship Type="http://schemas.openxmlformats.org/officeDocument/2006/relationships/image" Target="/ppt/media/image37.png" Id="R5e84625282b447a0" /><Relationship Type="http://schemas.openxmlformats.org/officeDocument/2006/relationships/notesSlide" Target="/ppt/notesSlides/notesSlide39.xml" Id="R7c5f9beb9a9c494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29175da143c241ca" /><Relationship Type="http://schemas.openxmlformats.org/officeDocument/2006/relationships/image" Target="/ppt/media/image38.png" Id="R850a6d1df8384ce4" /><Relationship Type="http://schemas.openxmlformats.org/officeDocument/2006/relationships/notesSlide" Target="/ppt/notesSlides/notesSlide40.xml" Id="R673589477bfe4df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7317ece4e9554b68" /><Relationship Type="http://schemas.openxmlformats.org/officeDocument/2006/relationships/image" Target="/ppt/media/image39.png" Id="R77d045b4746e4b0d" /><Relationship Type="http://schemas.openxmlformats.org/officeDocument/2006/relationships/image" Target="/ppt/media/image40.png" Id="Re1b1d9c0c2334871" /><Relationship Type="http://schemas.openxmlformats.org/officeDocument/2006/relationships/notesSlide" Target="/ppt/notesSlides/notesSlide41.xml" Id="Rb23f908ac9354dc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54060775690b40a4" /><Relationship Type="http://schemas.openxmlformats.org/officeDocument/2006/relationships/image" Target="/ppt/media/image41.png" Id="Rbaa1a799196d4505" /><Relationship Type="http://schemas.openxmlformats.org/officeDocument/2006/relationships/notesSlide" Target="/ppt/notesSlides/notesSlide42.xml" Id="Rb6138c6fc1044e2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5936219bdf604ff5" /><Relationship Type="http://schemas.openxmlformats.org/officeDocument/2006/relationships/image" Target="/ppt/media/image42.png" Id="Rdcc5df779c154900" /><Relationship Type="http://schemas.openxmlformats.org/officeDocument/2006/relationships/notesSlide" Target="/ppt/notesSlides/notesSlide43.xml" Id="R972beef55328446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d552d5d6b99c4978" /><Relationship Type="http://schemas.openxmlformats.org/officeDocument/2006/relationships/image" Target="/ppt/media/image43.png" Id="R147b2c22e97649c6" /><Relationship Type="http://schemas.openxmlformats.org/officeDocument/2006/relationships/notesSlide" Target="/ppt/notesSlides/notesSlide44.xml" Id="R13c27c6642e54a0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9438b560cefd45c4" /><Relationship Type="http://schemas.openxmlformats.org/officeDocument/2006/relationships/image" Target="/ppt/media/image44.png" Id="R417473b3b41347e0" /><Relationship Type="http://schemas.openxmlformats.org/officeDocument/2006/relationships/notesSlide" Target="/ppt/notesSlides/notesSlide45.xml" Id="Rac15571867a54bb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3fe3821098244bd" /><Relationship Type="http://schemas.openxmlformats.org/officeDocument/2006/relationships/image" Target="/ppt/media/image45.png" Id="R0abdda9e083348af" /><Relationship Type="http://schemas.openxmlformats.org/officeDocument/2006/relationships/notesSlide" Target="/ppt/notesSlides/notesSlide46.xml" Id="R37b4997656084e3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7536742f39514574" /><Relationship Type="http://schemas.openxmlformats.org/officeDocument/2006/relationships/notesSlide" Target="/ppt/notesSlides/notesSlide47.xml" Id="R4be5c13ed0704a5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7836cc5a00a346f4" /><Relationship Type="http://schemas.openxmlformats.org/officeDocument/2006/relationships/image" Target="/ppt/media/image46.png" Id="Rbf8dce2b5181449f" /><Relationship Type="http://schemas.openxmlformats.org/officeDocument/2006/relationships/notesSlide" Target="/ppt/notesSlides/notesSlide48.xml" Id="R1f97eeb2f8ba470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0b09f3b9951e43cb" /><Relationship Type="http://schemas.openxmlformats.org/officeDocument/2006/relationships/image" Target="/ppt/media/image47.png" Id="R0d9ea983ba8043b8" /><Relationship Type="http://schemas.openxmlformats.org/officeDocument/2006/relationships/notesSlide" Target="/ppt/notesSlides/notesSlide49.xml" Id="Re01881c8550c462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8f018ee4de004ee8" /><Relationship Type="http://schemas.openxmlformats.org/officeDocument/2006/relationships/notesSlide" Target="/ppt/notesSlides/notesSlide50.xml" Id="Rc89c069631194bb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32557223216f4289" /><Relationship Type="http://schemas.openxmlformats.org/officeDocument/2006/relationships/image" Target="/ppt/media/image48.png" Id="R4b33dce7f71a4c51" /><Relationship Type="http://schemas.openxmlformats.org/officeDocument/2006/relationships/notesSlide" Target="/ppt/notesSlides/notesSlide51.xml" Id="R34f1ae0fcd3f4aa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be589e44c22245af" /><Relationship Type="http://schemas.openxmlformats.org/officeDocument/2006/relationships/notesSlide" Target="/ppt/notesSlides/notesSlide52.xml" Id="R7bc10ffa432b4df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e387fa8db455473e" /><Relationship Type="http://schemas.openxmlformats.org/officeDocument/2006/relationships/hyperlink" Target="https://github.com/chiphuyen/aie-book" TargetMode="External" Id="R6464c23cebd646f0" /><Relationship Type="http://schemas.openxmlformats.org/officeDocument/2006/relationships/hyperlink" Target="https://github.com/chiphuyen/aie-book" TargetMode="External" Id="R77b4cf659ad04af1" /><Relationship Type="http://schemas.openxmlformats.org/officeDocument/2006/relationships/hyperlink" Target="https://www.deeplearning.ai/courses/agentic-ai" TargetMode="External" Id="Rc260040d0adc44ba" /><Relationship Type="http://schemas.openxmlformats.org/officeDocument/2006/relationships/hyperlink" Target="https://www.deeplearning.ai/courses/agentic-ai" TargetMode="External" Id="R8bf2e9eb1bee4c3e" /><Relationship Type="http://schemas.openxmlformats.org/officeDocument/2006/relationships/hyperlink" Target="https://github.com/DataTalksClub/llm-zoomcamp" TargetMode="External" Id="R170baade1676412d" /><Relationship Type="http://schemas.openxmlformats.org/officeDocument/2006/relationships/hyperlink" Target="https://github.com/DataTalksClub/llm-zoomcamp" TargetMode="External" Id="R58e71af535b44c27" /><Relationship Type="http://schemas.openxmlformats.org/officeDocument/2006/relationships/hyperlink" Target="https://hamel.dev/blog/posts/evals-faq/" TargetMode="External" Id="R6ec586d7b7064004" /><Relationship Type="http://schemas.openxmlformats.org/officeDocument/2006/relationships/hyperlink" Target="https://hamel.dev/blog/posts/evals-faq/" TargetMode="External" Id="R29b7da2dcf8b4586" /><Relationship Type="http://schemas.openxmlformats.org/officeDocument/2006/relationships/notesSlide" Target="/ppt/notesSlides/notesSlide53.xml" Id="Rfd69c1c065eb4c8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df7088ddb379412c" /><Relationship Type="http://schemas.openxmlformats.org/officeDocument/2006/relationships/hyperlink" Target="https://www.anthropic.com/engineering" TargetMode="External" Id="Recac40bd5be64402" /><Relationship Type="http://schemas.openxmlformats.org/officeDocument/2006/relationships/hyperlink" Target="https://www.anthropic.com/engineering" TargetMode="External" Id="R11d22793a26e4e8c" /><Relationship Type="http://schemas.openxmlformats.org/officeDocument/2006/relationships/hyperlink" Target="https://madewithml.com/" TargetMode="External" Id="R5f02fb6b670a49a2" /><Relationship Type="http://schemas.openxmlformats.org/officeDocument/2006/relationships/hyperlink" Target="https://madewithml.com/" TargetMode="External" Id="R7178e574ecc64d2c" /><Relationship Type="http://schemas.openxmlformats.org/officeDocument/2006/relationships/hyperlink" Target="https://academy.langchain.com/" TargetMode="External" Id="Rdee0fda11f834adf" /><Relationship Type="http://schemas.openxmlformats.org/officeDocument/2006/relationships/hyperlink" Target="https://academy.langchain.com/" TargetMode="External" Id="R02da34dfe15a4864" /><Relationship Type="http://schemas.openxmlformats.org/officeDocument/2006/relationships/hyperlink" Target="https://huggingface.co/learn/agents-course/unit0/introduction" TargetMode="External" Id="Rb52de85975204a3b" /><Relationship Type="http://schemas.openxmlformats.org/officeDocument/2006/relationships/hyperlink" Target="https://huggingface.co/learn/agents-course/unit0/introduction" TargetMode="External" Id="R6a27d82ff5a64b55" /><Relationship Type="http://schemas.openxmlformats.org/officeDocument/2006/relationships/hyperlink" Target="https://developers.openai.com/cookbook" TargetMode="External" Id="Rba0cb11a1399458c" /><Relationship Type="http://schemas.openxmlformats.org/officeDocument/2006/relationships/hyperlink" Target="https://developers.openai.com/cookbook" TargetMode="External" Id="R41fc37197a6645d2" /><Relationship Type="http://schemas.openxmlformats.org/officeDocument/2006/relationships/notesSlide" Target="/ppt/notesSlides/notesSlide54.xml" Id="Rd8bcfbaba228430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1025193f9ee74bcc" /><Relationship Type="http://schemas.openxmlformats.org/officeDocument/2006/relationships/hyperlink" Target="https://huggingface.co/learn/llm-course/chapter1/1" TargetMode="External" Id="Rd4a2e95e19c04555" /><Relationship Type="http://schemas.openxmlformats.org/officeDocument/2006/relationships/hyperlink" Target="https://huggingface.co/learn/llm-course/chapter1/1" TargetMode="External" Id="R45290ea989444bff" /><Relationship Type="http://schemas.openxmlformats.org/officeDocument/2006/relationships/hyperlink" Target="https://www.llm-book.com/" TargetMode="External" Id="R28e89981b7454cc0" /><Relationship Type="http://schemas.openxmlformats.org/officeDocument/2006/relationships/hyperlink" Target="https://www.llm-book.com/" TargetMode="External" Id="R0ea7b366fd1f4f8e" /><Relationship Type="http://schemas.openxmlformats.org/officeDocument/2006/relationships/hyperlink" Target="https://karpathy.ai/zero-to-hero.html" TargetMode="External" Id="R089e7ee7dfc34d28" /><Relationship Type="http://schemas.openxmlformats.org/officeDocument/2006/relationships/hyperlink" Target="https://karpathy.ai/zero-to-hero.html" TargetMode="External" Id="Ra3f1b12dcee04142" /><Relationship Type="http://schemas.openxmlformats.org/officeDocument/2006/relationships/notesSlide" Target="/ppt/notesSlides/notesSlide55.xml" Id="Rdc9d6c01ec11416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1d39181864b34a0b" /><Relationship Type="http://schemas.openxmlformats.org/officeDocument/2006/relationships/hyperlink" Target="https://ai.engineer/" TargetMode="External" Id="Rd75bdcdc062947b2" /><Relationship Type="http://schemas.openxmlformats.org/officeDocument/2006/relationships/hyperlink" Target="https://www.latent.space/" TargetMode="External" Id="Rcc180fae1c5a41c5" /><Relationship Type="http://schemas.openxmlformats.org/officeDocument/2006/relationships/hyperlink" Target="https://ai.engineer/" TargetMode="External" Id="R824a2a419da74677" /><Relationship Type="http://schemas.openxmlformats.org/officeDocument/2006/relationships/hyperlink" Target="https://www.latent.space/" TargetMode="External" Id="R691b0a7709124d9e" /><Relationship Type="http://schemas.openxmlformats.org/officeDocument/2006/relationships/hyperlink" Target="https://simonwillison.net/" TargetMode="External" Id="R1354e099bd734fa1" /><Relationship Type="http://schemas.openxmlformats.org/officeDocument/2006/relationships/hyperlink" Target="https://simonwillison.net/" TargetMode="External" Id="R2b20baa229f94848" /><Relationship Type="http://schemas.openxmlformats.org/officeDocument/2006/relationships/hyperlink" Target="https://www.dwarkesh.com/" TargetMode="External" Id="Rf3917b146c7f4153" /><Relationship Type="http://schemas.openxmlformats.org/officeDocument/2006/relationships/hyperlink" Target="https://www.dwarkesh.com/" TargetMode="External" Id="Rdf10d22359614c7f" /><Relationship Type="http://schemas.openxmlformats.org/officeDocument/2006/relationships/notesSlide" Target="/ppt/notesSlides/notesSlide56.xml" Id="Rd5c4f8cb78b74709"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82034873-4BD3-4960-90FE-DDD9278374D9}"/>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95B63AB9-F3EF-4262-A543-6B7486CAC73C}"/>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93D74FFA-FC83-4CDD-A227-05C5C3F5674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7FE0FB48-CD69-4361-B392-FEF34D9698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175422208"/>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fef7fcdba99247e1"/>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B6484E16-7E02-472F-8A48-A2E559C9A954}"/>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7C36E654-544E-4518-A435-2D56C1BE3F2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0D32DA79-62C2-497F-A5A1-2F785B57CD90}"/>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ABCB297F-A226-4E58-9720-BF881B5FEF6C}"/>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29A9AE3E-B17D-4705-B349-C358EB470835}"/>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99AF5C33-1703-4110-9A45-F3DB482EF8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079000458"/>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C57AE590-1D3E-4737-A99E-A6AB24AD5939}"/>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81BB2540-B79B-4707-8681-03508BF2BE53}"/>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53C9D4A7-6764-477D-8EDF-B8FA89290927}"/>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968BA38D-2138-45CD-B8FE-50D34AB751E2}"/>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1E5C9A4D-D97D-4B7D-8462-63D297059A53}"/>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8E109413-84E2-4CC7-9AD3-9F38E505D883}"/>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DDC70E00-650E-47A7-9FCA-F0F33BBF1DE7}"/>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57270BC0-2B8B-45A0-A6DD-70632BCC15D5}"/>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1FF9197A-7958-4F7E-9B22-ACBB5388A2FD}"/>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76A8D4C7-D6F7-4A87-9EBE-32BE8326E419}"/>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E0B76ADE-1A21-4EA4-9B88-4A41C0346821}"/>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409CFBA7-C023-4462-BEB7-77F4351AE58B}"/>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93722913-BF30-428B-9EDE-06807902217D}"/>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D1CB1410-70A7-402C-83C6-872FF3D55375}"/>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4433A3F2-C71E-40FE-B6D5-56BA7F78E015}"/>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2704E32A-7CFB-41A2-9A6E-64FC37958744}"/>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255FB28A-68CD-4655-AD91-85EF77B7ABAB}"/>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EFD2765A-9A43-45A5-820A-2277B11C5646}"/>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86604668-7511-4AEA-9579-4EDC85E63A87}"/>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437B3FDA-36E5-4838-A4EE-DCD42E44FB17}"/>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01A0BFFA-1D27-47B0-8934-380D20296EFD}"/>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B73F8C8C-A071-4844-A6FE-D42D6281DA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767291285"/>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0610429-AA03-42D1-A912-3587568D2C2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212E714D-D985-4AA3-95C4-5A89EF4B920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A4C82A3E-7F4D-4E8C-8BD5-901B3C3D549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343B8110-D45B-4F2F-A0EB-6847A34C76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919184760"/>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E97039EE-E6FC-4696-8A25-86DD712D6006}"/>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28909324-158B-45F2-90D5-233E7A0A48E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7B6524A1-58D3-45BC-A213-E72ABD2864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955820928"/>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B4DC1162-FFF0-49CE-9DAF-C92870AC787E}"/>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3078045A-814E-4DDB-B0EE-11826461F9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AA25B6B0-41B3-48CC-887B-E2B2C18E559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847AAC07-1A6B-46B8-AFE9-70FBA55E24DB}"/>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C46B7123-2DE2-4670-BE79-A37ACE57531E}"/>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AF1EC8AF-B727-4A78-9934-A9525E27428C}"/>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0D160772-9837-42CA-9906-50DED7B7B44F}"/>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A6DA5FAD-08A4-4B47-96FB-2C3F84B0D8A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E3C9C545-8071-4E5F-9880-672BD04B9AA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255467420"/>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C0AF6A5B-01C8-4DB9-9830-E5D6B4082444}"/>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EE1A427F-D3E3-4473-8FC9-50CF910C4A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5D6C73E5-B60C-401B-A614-0E560E2CB52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52D12D79-B021-45C5-8AD5-3CE8D4203E5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45ED7598-194D-4340-85A8-3DD830F5052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FBF16E11-B32E-4A50-9F5A-5749DE2E8FC2}"/>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64F3593F-459C-4949-8A8B-89E20806DA4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7166B31E-001C-4D78-A4C1-82E2AE4373A9}"/>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97803007-9A3A-40BE-8F4F-BA5B85A4CB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33021568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434BA7DF-157F-44B2-8245-DA7E976306F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FB30ADE9-CEF0-4E5D-A854-7DC6DD3AD3C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E86BC16B-3228-4846-B553-D1174A2DCC1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55C0BB32-3B5B-4620-A80C-6A5217C211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76946484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50364f583ce748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D03B7CFC-4C1F-4155-9F8C-B7BA16626B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1051816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387fe9deb0a54e2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5CFB0198-6197-4E6E-B173-AD229D8B69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2732545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c8e68cf53ab7471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FEA18CF7-3495-4FFA-8EE4-7C4500CCCA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29822224"/>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f4f7aab479cb4b1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A18F3734-462D-4D54-8044-CD7AA07EAD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6632046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1926d3be10014f0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8783841E-7B8B-4F73-BD59-12672D38CF7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4277910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1c1abe8f72fa45f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49B03199-3850-434E-8DC7-426B07F1A4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35979625"/>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E9707704-F73D-4886-8727-8FEE0846DDD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275e2cd7263943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3F21A6FE-4FBE-4C0C-A11A-FDFBE6B385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FD080351-4E29-4539-AE3D-68965B1637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4460BCD5-F669-4450-AA6B-AED3E0819E3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194B19AB-B782-44C5-A8ED-23804B0C693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FRB</a:t>
            </a:r>
          </a:p>
        </p:txBody>
      </p:sp>
      <p:sp>
        <p:nvSpPr>
          <p:cNvPr id="82" name="10-text-3">
            <a:extLst xmlns:a="http://schemas.openxmlformats.org/drawingml/2006/main">
              <a:ext uri="{FF2B5EF4-FFF2-40B4-BE49-F238E27FC236}">
                <a16:creationId xmlns:a16="http://schemas.microsoft.com/office/drawing/2014/main" id="{FCD15196-5986-43B3-B005-52E7962058C4}"/>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924BD912-8B27-40AF-AB36-AC8629D78E79}"/>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E2B15B67-9E07-4327-8D2E-360C65133971}"/>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D0B25E6D-C68E-430E-A405-E19AF4E1BB5D}"/>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1C854DE6-F236-47EA-AD54-832A8AC197E7}"/>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5C26F1D1-8F35-4998-8605-FB961A557D20}"/>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74F79AD3-B001-4114-A223-B998794DBDFA}"/>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46216665-7948-4C18-B7CE-FBA439C57509}"/>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3E0AC5EF-8963-4756-8595-AFC75FFCBC2C}"/>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BD396B68-1582-44ED-BEC2-E63F3D1C893A}"/>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Agent</a:t>
            </a:r>
          </a:p>
        </p:txBody>
      </p:sp>
      <p:sp>
        <p:nvSpPr>
          <p:cNvPr id="92" name="narrative-number">
            <a:extLst xmlns:a="http://schemas.openxmlformats.org/drawingml/2006/main">
              <a:ext uri="{FF2B5EF4-FFF2-40B4-BE49-F238E27FC236}">
                <a16:creationId xmlns:a16="http://schemas.microsoft.com/office/drawing/2014/main" id="{A139E986-73E6-4F58-90EC-77ADB319CA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625709913"/>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6EC5FB60-1D3F-48F6-83D3-F1B2D6677E4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86db9072503543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header-divider">
            <a:extLst xmlns:a="http://schemas.openxmlformats.org/drawingml/2006/main">
              <a:ext uri="{FF2B5EF4-FFF2-40B4-BE49-F238E27FC236}">
                <a16:creationId xmlns:a16="http://schemas.microsoft.com/office/drawing/2014/main" id="{B88EC78C-00A4-4908-9F07-B88BB289D0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6" name="11-text-1">
            <a:extLst xmlns:a="http://schemas.openxmlformats.org/drawingml/2006/main">
              <a:ext uri="{FF2B5EF4-FFF2-40B4-BE49-F238E27FC236}">
                <a16:creationId xmlns:a16="http://schemas.microsoft.com/office/drawing/2014/main" id="{BEC29BB9-287F-4661-B885-E2A7C7A24FA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97" name="11-text-2">
            <a:extLst xmlns:a="http://schemas.openxmlformats.org/drawingml/2006/main">
              <a:ext uri="{FF2B5EF4-FFF2-40B4-BE49-F238E27FC236}">
                <a16:creationId xmlns:a16="http://schemas.microsoft.com/office/drawing/2014/main" id="{13A2D96D-9A39-47E0-9444-968786A1757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98" name="11-text-3">
            <a:extLst xmlns:a="http://schemas.openxmlformats.org/drawingml/2006/main">
              <a:ext uri="{FF2B5EF4-FFF2-40B4-BE49-F238E27FC236}">
                <a16:creationId xmlns:a16="http://schemas.microsoft.com/office/drawing/2014/main" id="{ACDC8CD5-7F0B-4492-A5A0-1657010A381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07" name="11-image-4"/>
          <p:cNvPicPr>
            <a:picLocks xmlns:a="http://schemas.openxmlformats.org/drawingml/2006/main" noChangeAspect="1"/>
          </p:cNvPicPr>
          <p:nvPr/>
        </p:nvPicPr>
        <p:blipFill>
          <a:blip xmlns:r="http://schemas.openxmlformats.org/officeDocument/2006/relationships" xmlns:a="http://schemas.openxmlformats.org/drawingml/2006/main" r:embed="Rf05787d477b642b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0" name="narrative-number">
            <a:extLst xmlns:a="http://schemas.openxmlformats.org/drawingml/2006/main">
              <a:ext uri="{FF2B5EF4-FFF2-40B4-BE49-F238E27FC236}">
                <a16:creationId xmlns:a16="http://schemas.microsoft.com/office/drawing/2014/main" id="{96737A5A-F3D0-49ED-A2B6-62A3E4298F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862059293"/>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BD47118D-D242-469F-9FB3-85B1D92C29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58843b07ffef444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997B7BAA-2D36-46A0-BAE6-A646BC9FF41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4" name="header-divider">
            <a:extLst xmlns:a="http://schemas.openxmlformats.org/drawingml/2006/main">
              <a:ext uri="{FF2B5EF4-FFF2-40B4-BE49-F238E27FC236}">
                <a16:creationId xmlns:a16="http://schemas.microsoft.com/office/drawing/2014/main" id="{A696AF4C-866A-48E1-A61C-BBC4B8F568F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2-text-1">
            <a:extLst xmlns:a="http://schemas.openxmlformats.org/drawingml/2006/main">
              <a:ext uri="{FF2B5EF4-FFF2-40B4-BE49-F238E27FC236}">
                <a16:creationId xmlns:a16="http://schemas.microsoft.com/office/drawing/2014/main" id="{1C4C1782-CC7C-42BD-BF7A-55EC57E97D75}"/>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6" name="12-text-2">
            <a:extLst xmlns:a="http://schemas.openxmlformats.org/drawingml/2006/main">
              <a:ext uri="{FF2B5EF4-FFF2-40B4-BE49-F238E27FC236}">
                <a16:creationId xmlns:a16="http://schemas.microsoft.com/office/drawing/2014/main" id="{C9E09D19-E969-41BF-8037-94301279AFE8}"/>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7" name="12-text-3">
            <a:extLst xmlns:a="http://schemas.openxmlformats.org/drawingml/2006/main">
              <a:ext uri="{FF2B5EF4-FFF2-40B4-BE49-F238E27FC236}">
                <a16:creationId xmlns:a16="http://schemas.microsoft.com/office/drawing/2014/main" id="{F284E646-FEE3-4E03-89D3-37AB6B629F6A}"/>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8" name="12-text-4">
            <a:extLst xmlns:a="http://schemas.openxmlformats.org/drawingml/2006/main">
              <a:ext uri="{FF2B5EF4-FFF2-40B4-BE49-F238E27FC236}">
                <a16:creationId xmlns:a16="http://schemas.microsoft.com/office/drawing/2014/main" id="{62C2181E-ADB5-4440-846A-5068728FF888}"/>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9" name="12-text-5">
            <a:extLst xmlns:a="http://schemas.openxmlformats.org/drawingml/2006/main">
              <a:ext uri="{FF2B5EF4-FFF2-40B4-BE49-F238E27FC236}">
                <a16:creationId xmlns:a16="http://schemas.microsoft.com/office/drawing/2014/main" id="{D99797F3-1927-46D4-994A-B2077673FB1E}"/>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0" name="12-text-6">
            <a:extLst xmlns:a="http://schemas.openxmlformats.org/drawingml/2006/main">
              <a:ext uri="{FF2B5EF4-FFF2-40B4-BE49-F238E27FC236}">
                <a16:creationId xmlns:a16="http://schemas.microsoft.com/office/drawing/2014/main" id="{ECC8AE44-03A9-4CB1-8CA2-27C76FD5D985}"/>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1" name="12-line-8">
            <a:extLst xmlns:a="http://schemas.openxmlformats.org/drawingml/2006/main">
              <a:ext uri="{FF2B5EF4-FFF2-40B4-BE49-F238E27FC236}">
                <a16:creationId xmlns:a16="http://schemas.microsoft.com/office/drawing/2014/main" id="{D12AC972-FB73-43C1-8226-CBAE23124A78}"/>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2" name="12-line-10">
            <a:extLst xmlns:a="http://schemas.openxmlformats.org/drawingml/2006/main">
              <a:ext uri="{FF2B5EF4-FFF2-40B4-BE49-F238E27FC236}">
                <a16:creationId xmlns:a16="http://schemas.microsoft.com/office/drawing/2014/main" id="{F30B7E52-053A-4678-AB39-75B57445C8F4}"/>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3" name="12-text-11">
            <a:extLst xmlns:a="http://schemas.openxmlformats.org/drawingml/2006/main">
              <a:ext uri="{FF2B5EF4-FFF2-40B4-BE49-F238E27FC236}">
                <a16:creationId xmlns:a16="http://schemas.microsoft.com/office/drawing/2014/main" id="{06F98F33-8F06-460D-866B-DF2A6420DB21}"/>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4" name="12-text-12">
            <a:extLst xmlns:a="http://schemas.openxmlformats.org/drawingml/2006/main">
              <a:ext uri="{FF2B5EF4-FFF2-40B4-BE49-F238E27FC236}">
                <a16:creationId xmlns:a16="http://schemas.microsoft.com/office/drawing/2014/main" id="{ECDE4DA8-1FB6-4C91-92D7-BC55B0A2E9C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5" name="12-text-13">
            <a:extLst xmlns:a="http://schemas.openxmlformats.org/drawingml/2006/main">
              <a:ext uri="{FF2B5EF4-FFF2-40B4-BE49-F238E27FC236}">
                <a16:creationId xmlns:a16="http://schemas.microsoft.com/office/drawing/2014/main" id="{E0B1970F-BB5F-47B1-8A1C-44D0782A3C19}"/>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6" name="12-text-14">
            <a:extLst xmlns:a="http://schemas.openxmlformats.org/drawingml/2006/main">
              <a:ext uri="{FF2B5EF4-FFF2-40B4-BE49-F238E27FC236}">
                <a16:creationId xmlns:a16="http://schemas.microsoft.com/office/drawing/2014/main" id="{25114F51-9932-497E-A24D-B05793B35A5C}"/>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17" name="12-text-15">
            <a:extLst xmlns:a="http://schemas.openxmlformats.org/drawingml/2006/main">
              <a:ext uri="{FF2B5EF4-FFF2-40B4-BE49-F238E27FC236}">
                <a16:creationId xmlns:a16="http://schemas.microsoft.com/office/drawing/2014/main" id="{309BEDFA-FB29-46E9-92CC-A9FDD66D72FB}"/>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8" name="12-text-16">
            <a:extLst xmlns:a="http://schemas.openxmlformats.org/drawingml/2006/main">
              <a:ext uri="{FF2B5EF4-FFF2-40B4-BE49-F238E27FC236}">
                <a16:creationId xmlns:a16="http://schemas.microsoft.com/office/drawing/2014/main" id="{874C118B-726D-4921-B115-88DE713B0C3B}"/>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19" name="12-text-17">
            <a:extLst xmlns:a="http://schemas.openxmlformats.org/drawingml/2006/main">
              <a:ext uri="{FF2B5EF4-FFF2-40B4-BE49-F238E27FC236}">
                <a16:creationId xmlns:a16="http://schemas.microsoft.com/office/drawing/2014/main" id="{C5104007-44FF-44F3-B677-65FEB94F496D}"/>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0" name="narrative-number">
            <a:extLst xmlns:a="http://schemas.openxmlformats.org/drawingml/2006/main">
              <a:ext uri="{FF2B5EF4-FFF2-40B4-BE49-F238E27FC236}">
                <a16:creationId xmlns:a16="http://schemas.microsoft.com/office/drawing/2014/main" id="{7981E01F-560C-47CF-9761-57E6798866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131527265"/>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BA334AA3-B925-4555-8141-9DC3193F28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3" name="mini-map"/>
          <p:cNvPicPr>
            <a:picLocks xmlns:a="http://schemas.openxmlformats.org/drawingml/2006/main" noChangeAspect="1"/>
          </p:cNvPicPr>
          <p:nvPr/>
        </p:nvPicPr>
        <p:blipFill>
          <a:blip xmlns:r="http://schemas.openxmlformats.org/officeDocument/2006/relationships" xmlns:a="http://schemas.openxmlformats.org/drawingml/2006/main" r:embed="Rcffa1fe0d5eb47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slide-title">
            <a:extLst xmlns:a="http://schemas.openxmlformats.org/drawingml/2006/main">
              <a:ext uri="{FF2B5EF4-FFF2-40B4-BE49-F238E27FC236}">
                <a16:creationId xmlns:a16="http://schemas.microsoft.com/office/drawing/2014/main" id="{2C116322-9DBC-4AF2-B99A-7C1F3A22E76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4" name="header-divider">
            <a:extLst xmlns:a="http://schemas.openxmlformats.org/drawingml/2006/main">
              <a:ext uri="{FF2B5EF4-FFF2-40B4-BE49-F238E27FC236}">
                <a16:creationId xmlns:a16="http://schemas.microsoft.com/office/drawing/2014/main" id="{C8ED8E6F-AB84-4E5B-AC48-61A6C79A16F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5" name="13-text-1">
            <a:extLst xmlns:a="http://schemas.openxmlformats.org/drawingml/2006/main">
              <a:ext uri="{FF2B5EF4-FFF2-40B4-BE49-F238E27FC236}">
                <a16:creationId xmlns:a16="http://schemas.microsoft.com/office/drawing/2014/main" id="{BFCD5475-D156-43D9-9A44-04468485A7C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6" name="13-text-2">
            <a:extLst xmlns:a="http://schemas.openxmlformats.org/drawingml/2006/main">
              <a:ext uri="{FF2B5EF4-FFF2-40B4-BE49-F238E27FC236}">
                <a16:creationId xmlns:a16="http://schemas.microsoft.com/office/drawing/2014/main" id="{DC136CED-1AC6-4E66-B483-CE06C5BAB11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27" name="13-text-3">
            <a:extLst xmlns:a="http://schemas.openxmlformats.org/drawingml/2006/main">
              <a:ext uri="{FF2B5EF4-FFF2-40B4-BE49-F238E27FC236}">
                <a16:creationId xmlns:a16="http://schemas.microsoft.com/office/drawing/2014/main" id="{7483A289-84F4-4555-B2F1-617E80D00192}"/>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28" name="13-text-4">
            <a:extLst xmlns:a="http://schemas.openxmlformats.org/drawingml/2006/main">
              <a:ext uri="{FF2B5EF4-FFF2-40B4-BE49-F238E27FC236}">
                <a16:creationId xmlns:a16="http://schemas.microsoft.com/office/drawing/2014/main" id="{97C17BD3-429C-4875-8D63-9E271AF5B61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29" name="13-text-5">
            <a:extLst xmlns:a="http://schemas.openxmlformats.org/drawingml/2006/main">
              <a:ext uri="{FF2B5EF4-FFF2-40B4-BE49-F238E27FC236}">
                <a16:creationId xmlns:a16="http://schemas.microsoft.com/office/drawing/2014/main" id="{97942E66-389C-4F4C-9FF7-B84357047EB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0" name="13-text-6">
            <a:extLst xmlns:a="http://schemas.openxmlformats.org/drawingml/2006/main">
              <a:ext uri="{FF2B5EF4-FFF2-40B4-BE49-F238E27FC236}">
                <a16:creationId xmlns:a16="http://schemas.microsoft.com/office/drawing/2014/main" id="{00104674-851C-4094-B44A-C9C16F9C554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1" name="narrative-number">
            <a:extLst xmlns:a="http://schemas.openxmlformats.org/drawingml/2006/main">
              <a:ext uri="{FF2B5EF4-FFF2-40B4-BE49-F238E27FC236}">
                <a16:creationId xmlns:a16="http://schemas.microsoft.com/office/drawing/2014/main" id="{2305155D-9F4D-4C81-9DF3-EECA5088F4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55894240"/>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2" name="!!area-name">
            <a:extLst xmlns:a="http://schemas.openxmlformats.org/drawingml/2006/main">
              <a:ext uri="{FF2B5EF4-FFF2-40B4-BE49-F238E27FC236}">
                <a16:creationId xmlns:a16="http://schemas.microsoft.com/office/drawing/2014/main" id="{32FFFE96-FD5D-463A-96F1-257755B78A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6" name="mini-map"/>
          <p:cNvPicPr>
            <a:picLocks xmlns:a="http://schemas.openxmlformats.org/drawingml/2006/main" noChangeAspect="1"/>
          </p:cNvPicPr>
          <p:nvPr/>
        </p:nvPicPr>
        <p:blipFill>
          <a:blip xmlns:r="http://schemas.openxmlformats.org/officeDocument/2006/relationships" xmlns:a="http://schemas.openxmlformats.org/drawingml/2006/main" r:embed="Rfd6c4905b9ce4f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4" name="slide-title">
            <a:extLst xmlns:a="http://schemas.openxmlformats.org/drawingml/2006/main">
              <a:ext uri="{FF2B5EF4-FFF2-40B4-BE49-F238E27FC236}">
                <a16:creationId xmlns:a16="http://schemas.microsoft.com/office/drawing/2014/main" id="{04743BAF-6626-4F8F-815A-3544A1FD096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5" name="header-divider">
            <a:extLst xmlns:a="http://schemas.openxmlformats.org/drawingml/2006/main">
              <a:ext uri="{FF2B5EF4-FFF2-40B4-BE49-F238E27FC236}">
                <a16:creationId xmlns:a16="http://schemas.microsoft.com/office/drawing/2014/main" id="{391A9ABB-C037-4A48-B8DE-4ACFF4D2FB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6" name="14-text-1">
            <a:extLst xmlns:a="http://schemas.openxmlformats.org/drawingml/2006/main">
              <a:ext uri="{FF2B5EF4-FFF2-40B4-BE49-F238E27FC236}">
                <a16:creationId xmlns:a16="http://schemas.microsoft.com/office/drawing/2014/main" id="{FE58C581-BE79-4236-BB98-92B11741BD8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37" name="14-text-2">
            <a:extLst xmlns:a="http://schemas.openxmlformats.org/drawingml/2006/main">
              <a:ext uri="{FF2B5EF4-FFF2-40B4-BE49-F238E27FC236}">
                <a16:creationId xmlns:a16="http://schemas.microsoft.com/office/drawing/2014/main" id="{D3A05EA2-FBB3-4E52-9D14-77E4E8AA983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38" name="14-text-3">
            <a:extLst xmlns:a="http://schemas.openxmlformats.org/drawingml/2006/main">
              <a:ext uri="{FF2B5EF4-FFF2-40B4-BE49-F238E27FC236}">
                <a16:creationId xmlns:a16="http://schemas.microsoft.com/office/drawing/2014/main" id="{CE0B88B9-306B-480D-9FD3-9AB1BC4E07E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39" name="14-text-4">
            <a:extLst xmlns:a="http://schemas.openxmlformats.org/drawingml/2006/main">
              <a:ext uri="{FF2B5EF4-FFF2-40B4-BE49-F238E27FC236}">
                <a16:creationId xmlns:a16="http://schemas.microsoft.com/office/drawing/2014/main" id="{82344BF2-43B4-47A0-B3DF-A2C8D7BEE4E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0" name="14-text-5">
            <a:extLst xmlns:a="http://schemas.openxmlformats.org/drawingml/2006/main">
              <a:ext uri="{FF2B5EF4-FFF2-40B4-BE49-F238E27FC236}">
                <a16:creationId xmlns:a16="http://schemas.microsoft.com/office/drawing/2014/main" id="{FF49B32A-8561-41B1-986C-D90577EFBD4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1" name="14-text-6">
            <a:extLst xmlns:a="http://schemas.openxmlformats.org/drawingml/2006/main">
              <a:ext uri="{FF2B5EF4-FFF2-40B4-BE49-F238E27FC236}">
                <a16:creationId xmlns:a16="http://schemas.microsoft.com/office/drawing/2014/main" id="{F53A8A9C-6543-4294-97C1-C1E83A37A1A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2" name="14-text-7">
            <a:extLst xmlns:a="http://schemas.openxmlformats.org/drawingml/2006/main">
              <a:ext uri="{FF2B5EF4-FFF2-40B4-BE49-F238E27FC236}">
                <a16:creationId xmlns:a16="http://schemas.microsoft.com/office/drawing/2014/main" id="{37FCB072-575C-477C-8ABA-0F9F85B267A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3" name="14-text-8">
            <a:extLst xmlns:a="http://schemas.openxmlformats.org/drawingml/2006/main">
              <a:ext uri="{FF2B5EF4-FFF2-40B4-BE49-F238E27FC236}">
                <a16:creationId xmlns:a16="http://schemas.microsoft.com/office/drawing/2014/main" id="{19648A56-3146-40B0-8BEB-1EDE97BFB61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4" name="narrative-number">
            <a:extLst xmlns:a="http://schemas.openxmlformats.org/drawingml/2006/main">
              <a:ext uri="{FF2B5EF4-FFF2-40B4-BE49-F238E27FC236}">
                <a16:creationId xmlns:a16="http://schemas.microsoft.com/office/drawing/2014/main" id="{FCBFAA78-9B35-4BA5-9FBF-1C908312D5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395546396"/>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5" name="!!area-name">
            <a:extLst xmlns:a="http://schemas.openxmlformats.org/drawingml/2006/main">
              <a:ext uri="{FF2B5EF4-FFF2-40B4-BE49-F238E27FC236}">
                <a16:creationId xmlns:a16="http://schemas.microsoft.com/office/drawing/2014/main" id="{3181B1F2-E1A9-4FBE-9C9B-D2A5609D71E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Agent</a:t>
            </a:r>
          </a:p>
        </p:txBody>
      </p:sp>
      <p:pic>
        <p:nvPicPr>
          <p:cNvPr id="151" name="mini-map"/>
          <p:cNvPicPr>
            <a:picLocks xmlns:a="http://schemas.openxmlformats.org/drawingml/2006/main" noChangeAspect="1"/>
          </p:cNvPicPr>
          <p:nvPr/>
        </p:nvPicPr>
        <p:blipFill>
          <a:blip xmlns:r="http://schemas.openxmlformats.org/officeDocument/2006/relationships" xmlns:a="http://schemas.openxmlformats.org/drawingml/2006/main" r:embed="Re0801f3e31974f5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7" name="slide-title">
            <a:extLst xmlns:a="http://schemas.openxmlformats.org/drawingml/2006/main">
              <a:ext uri="{FF2B5EF4-FFF2-40B4-BE49-F238E27FC236}">
                <a16:creationId xmlns:a16="http://schemas.microsoft.com/office/drawing/2014/main" id="{B6B56B8E-6D50-478D-8A5F-8C504D2D257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8" name="header-divider">
            <a:extLst xmlns:a="http://schemas.openxmlformats.org/drawingml/2006/main">
              <a:ext uri="{FF2B5EF4-FFF2-40B4-BE49-F238E27FC236}">
                <a16:creationId xmlns:a16="http://schemas.microsoft.com/office/drawing/2014/main" id="{6125BE2B-2E29-46CA-AB46-E7596ED8B92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9" name="narrative-number">
            <a:extLst xmlns:a="http://schemas.openxmlformats.org/drawingml/2006/main">
              <a:ext uri="{FF2B5EF4-FFF2-40B4-BE49-F238E27FC236}">
                <a16:creationId xmlns:a16="http://schemas.microsoft.com/office/drawing/2014/main" id="{873C3EE6-B4DE-456B-94AD-8F476CB21C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24877330"/>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0" name="!!area-name">
            <a:extLst xmlns:a="http://schemas.openxmlformats.org/drawingml/2006/main">
              <a:ext uri="{FF2B5EF4-FFF2-40B4-BE49-F238E27FC236}">
                <a16:creationId xmlns:a16="http://schemas.microsoft.com/office/drawing/2014/main" id="{DB42A957-32FD-42D7-8131-CA9214EB82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2d1653edeb704a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2" name="header-divider">
            <a:extLst xmlns:a="http://schemas.openxmlformats.org/drawingml/2006/main">
              <a:ext uri="{FF2B5EF4-FFF2-40B4-BE49-F238E27FC236}">
                <a16:creationId xmlns:a16="http://schemas.microsoft.com/office/drawing/2014/main" id="{6D73EAB5-E110-4EFC-B0BA-44AA7438BC1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3" name="16-text-1">
            <a:extLst xmlns:a="http://schemas.openxmlformats.org/drawingml/2006/main">
              <a:ext uri="{FF2B5EF4-FFF2-40B4-BE49-F238E27FC236}">
                <a16:creationId xmlns:a16="http://schemas.microsoft.com/office/drawing/2014/main" id="{0571FDC9-1611-433E-928F-E6016E39A74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54" name="16-text-2">
            <a:extLst xmlns:a="http://schemas.openxmlformats.org/drawingml/2006/main">
              <a:ext uri="{FF2B5EF4-FFF2-40B4-BE49-F238E27FC236}">
                <a16:creationId xmlns:a16="http://schemas.microsoft.com/office/drawing/2014/main" id="{75545791-B3A6-4158-B089-4BA8DE262AC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55" name="16-text-3">
            <a:extLst xmlns:a="http://schemas.openxmlformats.org/drawingml/2006/main">
              <a:ext uri="{FF2B5EF4-FFF2-40B4-BE49-F238E27FC236}">
                <a16:creationId xmlns:a16="http://schemas.microsoft.com/office/drawing/2014/main" id="{BEFD3A9A-CB4C-4B20-8540-600B5AAAE27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64" name="16-image-4"/>
          <p:cNvPicPr>
            <a:picLocks xmlns:a="http://schemas.openxmlformats.org/drawingml/2006/main" noChangeAspect="1"/>
          </p:cNvPicPr>
          <p:nvPr/>
        </p:nvPicPr>
        <p:blipFill>
          <a:blip xmlns:r="http://schemas.openxmlformats.org/officeDocument/2006/relationships" xmlns:a="http://schemas.openxmlformats.org/drawingml/2006/main" r:embed="R3e4fca266b5c41c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57" name="narrative-number">
            <a:extLst xmlns:a="http://schemas.openxmlformats.org/drawingml/2006/main">
              <a:ext uri="{FF2B5EF4-FFF2-40B4-BE49-F238E27FC236}">
                <a16:creationId xmlns:a16="http://schemas.microsoft.com/office/drawing/2014/main" id="{71C4E7E6-C0FC-47D5-A8CA-7E36BED00A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415272800"/>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6F769847-BBEE-477D-ACE9-5CBE1473F84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82" name="mini-map"/>
          <p:cNvPicPr>
            <a:picLocks xmlns:a="http://schemas.openxmlformats.org/drawingml/2006/main" noChangeAspect="1"/>
          </p:cNvPicPr>
          <p:nvPr/>
        </p:nvPicPr>
        <p:blipFill>
          <a:blip xmlns:r="http://schemas.openxmlformats.org/officeDocument/2006/relationships" xmlns:a="http://schemas.openxmlformats.org/drawingml/2006/main" r:embed="R5f56ecffedfb46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2481D178-E3A0-4003-9D97-623EB78F40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61" name="header-divider">
            <a:extLst xmlns:a="http://schemas.openxmlformats.org/drawingml/2006/main">
              <a:ext uri="{FF2B5EF4-FFF2-40B4-BE49-F238E27FC236}">
                <a16:creationId xmlns:a16="http://schemas.microsoft.com/office/drawing/2014/main" id="{D7C02A25-1E28-4001-B66B-6EE1F127AA6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working-context-boundary">
            <a:extLst xmlns:a="http://schemas.openxmlformats.org/drawingml/2006/main">
              <a:ext uri="{FF2B5EF4-FFF2-40B4-BE49-F238E27FC236}">
                <a16:creationId xmlns:a16="http://schemas.microsoft.com/office/drawing/2014/main" id="{7EEB8BD0-D6B4-42BA-B744-ED261E2F6FF1}"/>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63" name="17-text-1">
            <a:extLst xmlns:a="http://schemas.openxmlformats.org/drawingml/2006/main">
              <a:ext uri="{FF2B5EF4-FFF2-40B4-BE49-F238E27FC236}">
                <a16:creationId xmlns:a16="http://schemas.microsoft.com/office/drawing/2014/main" id="{2DE840C3-D20B-477E-A6C0-2110664506F4}"/>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64" name="17-text-2">
            <a:extLst xmlns:a="http://schemas.openxmlformats.org/drawingml/2006/main">
              <a:ext uri="{FF2B5EF4-FFF2-40B4-BE49-F238E27FC236}">
                <a16:creationId xmlns:a16="http://schemas.microsoft.com/office/drawing/2014/main" id="{75DAA454-EA1D-4716-8EDF-5C85635A3B0F}"/>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65" name="17-text-3">
            <a:extLst xmlns:a="http://schemas.openxmlformats.org/drawingml/2006/main">
              <a:ext uri="{FF2B5EF4-FFF2-40B4-BE49-F238E27FC236}">
                <a16:creationId xmlns:a16="http://schemas.microsoft.com/office/drawing/2014/main" id="{522862E8-0842-431F-BB23-11B243DA121B}"/>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66" name="17-text-4">
            <a:extLst xmlns:a="http://schemas.openxmlformats.org/drawingml/2006/main">
              <a:ext uri="{FF2B5EF4-FFF2-40B4-BE49-F238E27FC236}">
                <a16:creationId xmlns:a16="http://schemas.microsoft.com/office/drawing/2014/main" id="{D3659152-A600-4AC4-990F-E611FAEE0392}"/>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67" name="17-text-5">
            <a:extLst xmlns:a="http://schemas.openxmlformats.org/drawingml/2006/main">
              <a:ext uri="{FF2B5EF4-FFF2-40B4-BE49-F238E27FC236}">
                <a16:creationId xmlns:a16="http://schemas.microsoft.com/office/drawing/2014/main" id="{3891ABE8-32A9-4BCD-83C0-91F43D49686A}"/>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68" name="17-text-6">
            <a:extLst xmlns:a="http://schemas.openxmlformats.org/drawingml/2006/main">
              <a:ext uri="{FF2B5EF4-FFF2-40B4-BE49-F238E27FC236}">
                <a16:creationId xmlns:a16="http://schemas.microsoft.com/office/drawing/2014/main" id="{5D12DAED-C4A5-4A6A-8360-11F5D67E6F56}"/>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69" name="17-text-7">
            <a:extLst xmlns:a="http://schemas.openxmlformats.org/drawingml/2006/main">
              <a:ext uri="{FF2B5EF4-FFF2-40B4-BE49-F238E27FC236}">
                <a16:creationId xmlns:a16="http://schemas.microsoft.com/office/drawing/2014/main" id="{0D5628F1-6181-4665-B30A-3B5A8FC2DA1E}"/>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70" name="17-text-8">
            <a:extLst xmlns:a="http://schemas.openxmlformats.org/drawingml/2006/main">
              <a:ext uri="{FF2B5EF4-FFF2-40B4-BE49-F238E27FC236}">
                <a16:creationId xmlns:a16="http://schemas.microsoft.com/office/drawing/2014/main" id="{0F00AAFA-4F99-40E6-80C4-A80EA1753C14}"/>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71" name="17-text-9">
            <a:extLst xmlns:a="http://schemas.openxmlformats.org/drawingml/2006/main">
              <a:ext uri="{FF2B5EF4-FFF2-40B4-BE49-F238E27FC236}">
                <a16:creationId xmlns:a16="http://schemas.microsoft.com/office/drawing/2014/main" id="{E850839A-2181-4CB0-8DAF-A93386120A87}"/>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72" name="17-text-10">
            <a:extLst xmlns:a="http://schemas.openxmlformats.org/drawingml/2006/main">
              <a:ext uri="{FF2B5EF4-FFF2-40B4-BE49-F238E27FC236}">
                <a16:creationId xmlns:a16="http://schemas.microsoft.com/office/drawing/2014/main" id="{8D32D2CA-1219-46B6-820F-2636B269BEF0}"/>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73" name="17-text-11">
            <a:extLst xmlns:a="http://schemas.openxmlformats.org/drawingml/2006/main">
              <a:ext uri="{FF2B5EF4-FFF2-40B4-BE49-F238E27FC236}">
                <a16:creationId xmlns:a16="http://schemas.microsoft.com/office/drawing/2014/main" id="{3D410EAF-AE28-45E1-BF32-5FE665B7A8D2}"/>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74" name="17-text-12">
            <a:extLst xmlns:a="http://schemas.openxmlformats.org/drawingml/2006/main">
              <a:ext uri="{FF2B5EF4-FFF2-40B4-BE49-F238E27FC236}">
                <a16:creationId xmlns:a16="http://schemas.microsoft.com/office/drawing/2014/main" id="{C1BD2E24-7BE9-4F12-ABA8-5B2F933F6F2A}"/>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75" name="17-text-13">
            <a:extLst xmlns:a="http://schemas.openxmlformats.org/drawingml/2006/main">
              <a:ext uri="{FF2B5EF4-FFF2-40B4-BE49-F238E27FC236}">
                <a16:creationId xmlns:a16="http://schemas.microsoft.com/office/drawing/2014/main" id="{19C07BCD-A60D-4CDF-9212-43F4E2507547}"/>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76" name="17-text-14">
            <a:extLst xmlns:a="http://schemas.openxmlformats.org/drawingml/2006/main">
              <a:ext uri="{FF2B5EF4-FFF2-40B4-BE49-F238E27FC236}">
                <a16:creationId xmlns:a16="http://schemas.microsoft.com/office/drawing/2014/main" id="{5680DE00-AF22-4040-8EED-203AB29C660A}"/>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77" name="17-text-15">
            <a:extLst xmlns:a="http://schemas.openxmlformats.org/drawingml/2006/main">
              <a:ext uri="{FF2B5EF4-FFF2-40B4-BE49-F238E27FC236}">
                <a16:creationId xmlns:a16="http://schemas.microsoft.com/office/drawing/2014/main" id="{1DADAA4A-7286-4D63-A6FA-CBF12732E5AE}"/>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78" name="17-text-16">
            <a:extLst xmlns:a="http://schemas.openxmlformats.org/drawingml/2006/main">
              <a:ext uri="{FF2B5EF4-FFF2-40B4-BE49-F238E27FC236}">
                <a16:creationId xmlns:a16="http://schemas.microsoft.com/office/drawing/2014/main" id="{B2BACCB5-0839-471B-9D5E-EA2A469A9BF4}"/>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79" name="17-text-17">
            <a:extLst xmlns:a="http://schemas.openxmlformats.org/drawingml/2006/main">
              <a:ext uri="{FF2B5EF4-FFF2-40B4-BE49-F238E27FC236}">
                <a16:creationId xmlns:a16="http://schemas.microsoft.com/office/drawing/2014/main" id="{32AC43FE-2227-4592-B825-C62B8794BD0F}"/>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80" name="narrative-number">
            <a:extLst xmlns:a="http://schemas.openxmlformats.org/drawingml/2006/main">
              <a:ext uri="{FF2B5EF4-FFF2-40B4-BE49-F238E27FC236}">
                <a16:creationId xmlns:a16="http://schemas.microsoft.com/office/drawing/2014/main" id="{F4D05962-0BC4-4599-B140-39286B6864A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03091857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1" name="!!area-name">
            <a:extLst xmlns:a="http://schemas.openxmlformats.org/drawingml/2006/main">
              <a:ext uri="{FF2B5EF4-FFF2-40B4-BE49-F238E27FC236}">
                <a16:creationId xmlns:a16="http://schemas.microsoft.com/office/drawing/2014/main" id="{53801589-7B23-4B49-8039-0BC6CF7287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6" name="mini-map"/>
          <p:cNvPicPr>
            <a:picLocks xmlns:a="http://schemas.openxmlformats.org/drawingml/2006/main" noChangeAspect="1"/>
          </p:cNvPicPr>
          <p:nvPr/>
        </p:nvPicPr>
        <p:blipFill>
          <a:blip xmlns:r="http://schemas.openxmlformats.org/officeDocument/2006/relationships" xmlns:a="http://schemas.openxmlformats.org/drawingml/2006/main" r:embed="Rd858e4aca3c2496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3" name="slide-title">
            <a:extLst xmlns:a="http://schemas.openxmlformats.org/drawingml/2006/main">
              <a:ext uri="{FF2B5EF4-FFF2-40B4-BE49-F238E27FC236}">
                <a16:creationId xmlns:a16="http://schemas.microsoft.com/office/drawing/2014/main" id="{4254B108-EC19-4E6A-A861-EBACDCB029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84" name="header-divider">
            <a:extLst xmlns:a="http://schemas.openxmlformats.org/drawingml/2006/main">
              <a:ext uri="{FF2B5EF4-FFF2-40B4-BE49-F238E27FC236}">
                <a16:creationId xmlns:a16="http://schemas.microsoft.com/office/drawing/2014/main" id="{6FCB6A4B-7B19-4AE6-A7FB-BE58632086B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5" name="18-text-1">
            <a:extLst xmlns:a="http://schemas.openxmlformats.org/drawingml/2006/main">
              <a:ext uri="{FF2B5EF4-FFF2-40B4-BE49-F238E27FC236}">
                <a16:creationId xmlns:a16="http://schemas.microsoft.com/office/drawing/2014/main" id="{ADEE33C0-A2D7-4D52-861A-E1014381BEE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86" name="18-text-2">
            <a:extLst xmlns:a="http://schemas.openxmlformats.org/drawingml/2006/main">
              <a:ext uri="{FF2B5EF4-FFF2-40B4-BE49-F238E27FC236}">
                <a16:creationId xmlns:a16="http://schemas.microsoft.com/office/drawing/2014/main" id="{BC11E498-A025-4CEB-9AEF-FE70A2F520F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87" name="18-text-3">
            <a:extLst xmlns:a="http://schemas.openxmlformats.org/drawingml/2006/main">
              <a:ext uri="{FF2B5EF4-FFF2-40B4-BE49-F238E27FC236}">
                <a16:creationId xmlns:a16="http://schemas.microsoft.com/office/drawing/2014/main" id="{22F53CBF-7119-4CC3-A4CB-3EDCC9C0A78D}"/>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88" name="18-text-4">
            <a:extLst xmlns:a="http://schemas.openxmlformats.org/drawingml/2006/main">
              <a:ext uri="{FF2B5EF4-FFF2-40B4-BE49-F238E27FC236}">
                <a16:creationId xmlns:a16="http://schemas.microsoft.com/office/drawing/2014/main" id="{761BAE48-8D23-4DD3-8AF5-B9CCB0E7AC28}"/>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189" name="18-text-5">
            <a:extLst xmlns:a="http://schemas.openxmlformats.org/drawingml/2006/main">
              <a:ext uri="{FF2B5EF4-FFF2-40B4-BE49-F238E27FC236}">
                <a16:creationId xmlns:a16="http://schemas.microsoft.com/office/drawing/2014/main" id="{D0168721-19BC-40DB-8065-44B23B075876}"/>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190" name="18-text-6">
            <a:extLst xmlns:a="http://schemas.openxmlformats.org/drawingml/2006/main">
              <a:ext uri="{FF2B5EF4-FFF2-40B4-BE49-F238E27FC236}">
                <a16:creationId xmlns:a16="http://schemas.microsoft.com/office/drawing/2014/main" id="{DC4FD917-2E86-426A-9533-54C87F629125}"/>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191" name="18-text-7">
            <a:extLst xmlns:a="http://schemas.openxmlformats.org/drawingml/2006/main">
              <a:ext uri="{FF2B5EF4-FFF2-40B4-BE49-F238E27FC236}">
                <a16:creationId xmlns:a16="http://schemas.microsoft.com/office/drawing/2014/main" id="{4C1E23DD-0AD1-477E-B26F-5FED69BB8D90}"/>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192" name="18-text-8">
            <a:extLst xmlns:a="http://schemas.openxmlformats.org/drawingml/2006/main">
              <a:ext uri="{FF2B5EF4-FFF2-40B4-BE49-F238E27FC236}">
                <a16:creationId xmlns:a16="http://schemas.microsoft.com/office/drawing/2014/main" id="{2D7452A7-0110-4D4A-AC6E-C45F22C25C64}"/>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193" name="18-text-9">
            <a:extLst xmlns:a="http://schemas.openxmlformats.org/drawingml/2006/main">
              <a:ext uri="{FF2B5EF4-FFF2-40B4-BE49-F238E27FC236}">
                <a16:creationId xmlns:a16="http://schemas.microsoft.com/office/drawing/2014/main" id="{2A0DE64B-D56D-4A71-9C33-07B70C8F7646}"/>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194" name="narrative-number">
            <a:extLst xmlns:a="http://schemas.openxmlformats.org/drawingml/2006/main">
              <a:ext uri="{FF2B5EF4-FFF2-40B4-BE49-F238E27FC236}">
                <a16:creationId xmlns:a16="http://schemas.microsoft.com/office/drawing/2014/main" id="{2BA767AF-3372-43C5-AF92-5814C125C0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741720199"/>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5" name="!!area-name">
            <a:extLst xmlns:a="http://schemas.openxmlformats.org/drawingml/2006/main">
              <a:ext uri="{FF2B5EF4-FFF2-40B4-BE49-F238E27FC236}">
                <a16:creationId xmlns:a16="http://schemas.microsoft.com/office/drawing/2014/main" id="{26ED9FD9-8D6D-454B-8167-85026A12CC3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6e54e0e6041848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7" name="slide-title">
            <a:extLst xmlns:a="http://schemas.openxmlformats.org/drawingml/2006/main">
              <a:ext uri="{FF2B5EF4-FFF2-40B4-BE49-F238E27FC236}">
                <a16:creationId xmlns:a16="http://schemas.microsoft.com/office/drawing/2014/main" id="{E47F95B5-1CDE-4B1B-B35A-2357FE6AE6A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98" name="header-divider">
            <a:extLst xmlns:a="http://schemas.openxmlformats.org/drawingml/2006/main">
              <a:ext uri="{FF2B5EF4-FFF2-40B4-BE49-F238E27FC236}">
                <a16:creationId xmlns:a16="http://schemas.microsoft.com/office/drawing/2014/main" id="{4E296C41-2FBF-44A2-A946-B65D9AA163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9" name="19-text-1">
            <a:extLst xmlns:a="http://schemas.openxmlformats.org/drawingml/2006/main">
              <a:ext uri="{FF2B5EF4-FFF2-40B4-BE49-F238E27FC236}">
                <a16:creationId xmlns:a16="http://schemas.microsoft.com/office/drawing/2014/main" id="{61BBDEFC-A748-4F72-BA40-B3E07A8A92A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00" name="19-text-2">
            <a:extLst xmlns:a="http://schemas.openxmlformats.org/drawingml/2006/main">
              <a:ext uri="{FF2B5EF4-FFF2-40B4-BE49-F238E27FC236}">
                <a16:creationId xmlns:a16="http://schemas.microsoft.com/office/drawing/2014/main" id="{370D693B-DBED-4994-A3E3-3AE91B1CDCD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01" name="19-text-3">
            <a:extLst xmlns:a="http://schemas.openxmlformats.org/drawingml/2006/main">
              <a:ext uri="{FF2B5EF4-FFF2-40B4-BE49-F238E27FC236}">
                <a16:creationId xmlns:a16="http://schemas.microsoft.com/office/drawing/2014/main" id="{B3475BF2-2907-4174-90FE-4EF93D6449A1}"/>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02" name="19-text-4">
            <a:extLst xmlns:a="http://schemas.openxmlformats.org/drawingml/2006/main">
              <a:ext uri="{FF2B5EF4-FFF2-40B4-BE49-F238E27FC236}">
                <a16:creationId xmlns:a16="http://schemas.microsoft.com/office/drawing/2014/main" id="{58122BCA-B12A-4FB6-9F79-F6872B4A70E7}"/>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03" name="19-text-5">
            <a:extLst xmlns:a="http://schemas.openxmlformats.org/drawingml/2006/main">
              <a:ext uri="{FF2B5EF4-FFF2-40B4-BE49-F238E27FC236}">
                <a16:creationId xmlns:a16="http://schemas.microsoft.com/office/drawing/2014/main" id="{B085C4D6-E417-4090-83DD-13D07B06D3CB}"/>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04" name="19-text-6">
            <a:extLst xmlns:a="http://schemas.openxmlformats.org/drawingml/2006/main">
              <a:ext uri="{FF2B5EF4-FFF2-40B4-BE49-F238E27FC236}">
                <a16:creationId xmlns:a16="http://schemas.microsoft.com/office/drawing/2014/main" id="{37D7CC70-9215-4FE8-A7D4-B77EC18AE456}"/>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05" name="19-text-7">
            <a:extLst xmlns:a="http://schemas.openxmlformats.org/drawingml/2006/main">
              <a:ext uri="{FF2B5EF4-FFF2-40B4-BE49-F238E27FC236}">
                <a16:creationId xmlns:a16="http://schemas.microsoft.com/office/drawing/2014/main" id="{822873A0-6D4C-430F-B1BF-59672898F563}"/>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06" name="19-text-8">
            <a:extLst xmlns:a="http://schemas.openxmlformats.org/drawingml/2006/main">
              <a:ext uri="{FF2B5EF4-FFF2-40B4-BE49-F238E27FC236}">
                <a16:creationId xmlns:a16="http://schemas.microsoft.com/office/drawing/2014/main" id="{82274E4C-3BD5-4525-AED7-E120237DF9A7}"/>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07" name="19-text-9">
            <a:extLst xmlns:a="http://schemas.openxmlformats.org/drawingml/2006/main">
              <a:ext uri="{FF2B5EF4-FFF2-40B4-BE49-F238E27FC236}">
                <a16:creationId xmlns:a16="http://schemas.microsoft.com/office/drawing/2014/main" id="{4516F577-972D-4AED-8B3B-B3A5CA930A6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19-text-10">
            <a:extLst xmlns:a="http://schemas.openxmlformats.org/drawingml/2006/main">
              <a:ext uri="{FF2B5EF4-FFF2-40B4-BE49-F238E27FC236}">
                <a16:creationId xmlns:a16="http://schemas.microsoft.com/office/drawing/2014/main" id="{5CD5D95B-0BFA-477D-96FC-63F40F5AF0C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9193482F-3FE6-4824-B360-E642D3CD96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62625932"/>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DE15507F-4FA2-4A25-9EFA-550029390D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Agent</a:t>
            </a:r>
          </a:p>
        </p:txBody>
      </p:sp>
      <p:pic>
        <p:nvPicPr>
          <p:cNvPr id="216" name="mini-map"/>
          <p:cNvPicPr>
            <a:picLocks xmlns:a="http://schemas.openxmlformats.org/drawingml/2006/main" noChangeAspect="1"/>
          </p:cNvPicPr>
          <p:nvPr/>
        </p:nvPicPr>
        <p:blipFill>
          <a:blip xmlns:r="http://schemas.openxmlformats.org/officeDocument/2006/relationships" xmlns:a="http://schemas.openxmlformats.org/drawingml/2006/main" r:embed="R5c2b56e7929b4e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AC823478-FA67-465A-A954-15C2A8E6C9E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8B2E643E-4280-452B-BE26-5C11EACA10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narrative-number">
            <a:extLst xmlns:a="http://schemas.openxmlformats.org/drawingml/2006/main">
              <a:ext uri="{FF2B5EF4-FFF2-40B4-BE49-F238E27FC236}">
                <a16:creationId xmlns:a16="http://schemas.microsoft.com/office/drawing/2014/main" id="{F8FC6BAE-B607-48FC-B24A-33AAFF3529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91793662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5" name="!!area-name">
            <a:extLst xmlns:a="http://schemas.openxmlformats.org/drawingml/2006/main">
              <a:ext uri="{FF2B5EF4-FFF2-40B4-BE49-F238E27FC236}">
                <a16:creationId xmlns:a16="http://schemas.microsoft.com/office/drawing/2014/main" id="{E0E07AF4-1903-4D08-B80F-EC8FE9414C5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52432ab16d6d459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7" name="header-divider">
            <a:extLst xmlns:a="http://schemas.openxmlformats.org/drawingml/2006/main">
              <a:ext uri="{FF2B5EF4-FFF2-40B4-BE49-F238E27FC236}">
                <a16:creationId xmlns:a16="http://schemas.microsoft.com/office/drawing/2014/main" id="{884AF1FB-E3F4-4C36-9EBB-76FBD39B95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84372EB5-3D0E-48C0-91EA-3C9A15F7EE31}"/>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9" name="21-text-2">
            <a:extLst xmlns:a="http://schemas.openxmlformats.org/drawingml/2006/main">
              <a:ext uri="{FF2B5EF4-FFF2-40B4-BE49-F238E27FC236}">
                <a16:creationId xmlns:a16="http://schemas.microsoft.com/office/drawing/2014/main" id="{AB7F2990-75F8-45F9-ABA0-D591B6AAA07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20" name="21-text-3">
            <a:extLst xmlns:a="http://schemas.openxmlformats.org/drawingml/2006/main">
              <a:ext uri="{FF2B5EF4-FFF2-40B4-BE49-F238E27FC236}">
                <a16:creationId xmlns:a16="http://schemas.microsoft.com/office/drawing/2014/main" id="{BF4A1BFE-762A-491C-BC2B-A81A32A5358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9" name="21-image-4"/>
          <p:cNvPicPr>
            <a:picLocks xmlns:a="http://schemas.openxmlformats.org/drawingml/2006/main" noChangeAspect="1"/>
          </p:cNvPicPr>
          <p:nvPr/>
        </p:nvPicPr>
        <p:blipFill>
          <a:blip xmlns:r="http://schemas.openxmlformats.org/officeDocument/2006/relationships" xmlns:a="http://schemas.openxmlformats.org/drawingml/2006/main" r:embed="R2abf0e0f70ee42d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22" name="narrative-number">
            <a:extLst xmlns:a="http://schemas.openxmlformats.org/drawingml/2006/main">
              <a:ext uri="{FF2B5EF4-FFF2-40B4-BE49-F238E27FC236}">
                <a16:creationId xmlns:a16="http://schemas.microsoft.com/office/drawing/2014/main" id="{44561482-4889-40E0-94B1-D4A372F5D0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744653298"/>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43BECAD1-27E0-4F60-9154-177C8ACB31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40" name="mini-map"/>
          <p:cNvPicPr>
            <a:picLocks xmlns:a="http://schemas.openxmlformats.org/drawingml/2006/main" noChangeAspect="1"/>
          </p:cNvPicPr>
          <p:nvPr/>
        </p:nvPicPr>
        <p:blipFill>
          <a:blip xmlns:r="http://schemas.openxmlformats.org/officeDocument/2006/relationships" xmlns:a="http://schemas.openxmlformats.org/drawingml/2006/main" r:embed="Re6af41cb01b744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6490805C-2AC0-4217-90F5-A2520FA4D0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26" name="header-divider">
            <a:extLst xmlns:a="http://schemas.openxmlformats.org/drawingml/2006/main">
              <a:ext uri="{FF2B5EF4-FFF2-40B4-BE49-F238E27FC236}">
                <a16:creationId xmlns:a16="http://schemas.microsoft.com/office/drawing/2014/main" id="{48E6D41A-E413-4BAB-BEE2-FD7D7D1F38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2-text-1">
            <a:extLst xmlns:a="http://schemas.openxmlformats.org/drawingml/2006/main">
              <a:ext uri="{FF2B5EF4-FFF2-40B4-BE49-F238E27FC236}">
                <a16:creationId xmlns:a16="http://schemas.microsoft.com/office/drawing/2014/main" id="{C806642F-4567-4EC6-B001-B2BAC0A84C62}"/>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28" name="22-text-2">
            <a:extLst xmlns:a="http://schemas.openxmlformats.org/drawingml/2006/main">
              <a:ext uri="{FF2B5EF4-FFF2-40B4-BE49-F238E27FC236}">
                <a16:creationId xmlns:a16="http://schemas.microsoft.com/office/drawing/2014/main" id="{2B0AB3C5-578E-4366-9C0C-EC88DD78A93B}"/>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29" name="22-text-3">
            <a:extLst xmlns:a="http://schemas.openxmlformats.org/drawingml/2006/main">
              <a:ext uri="{FF2B5EF4-FFF2-40B4-BE49-F238E27FC236}">
                <a16:creationId xmlns:a16="http://schemas.microsoft.com/office/drawing/2014/main" id="{31611BB2-3658-4406-B207-B0BA0BE3B5FF}"/>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30" name="22-text-4">
            <a:extLst xmlns:a="http://schemas.openxmlformats.org/drawingml/2006/main">
              <a:ext uri="{FF2B5EF4-FFF2-40B4-BE49-F238E27FC236}">
                <a16:creationId xmlns:a16="http://schemas.microsoft.com/office/drawing/2014/main" id="{912BFD4B-EE9A-4283-88F3-FD5351AAA8B9}"/>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31" name="22-text-5">
            <a:extLst xmlns:a="http://schemas.openxmlformats.org/drawingml/2006/main">
              <a:ext uri="{FF2B5EF4-FFF2-40B4-BE49-F238E27FC236}">
                <a16:creationId xmlns:a16="http://schemas.microsoft.com/office/drawing/2014/main" id="{548C41EA-F4BC-4201-9FA8-BE2179892509}"/>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32" name="22-text-6">
            <a:extLst xmlns:a="http://schemas.openxmlformats.org/drawingml/2006/main">
              <a:ext uri="{FF2B5EF4-FFF2-40B4-BE49-F238E27FC236}">
                <a16:creationId xmlns:a16="http://schemas.microsoft.com/office/drawing/2014/main" id="{5F967F6F-5DB3-4DF2-9080-0FA6DB54E82F}"/>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33" name="22-text-7">
            <a:extLst xmlns:a="http://schemas.openxmlformats.org/drawingml/2006/main">
              <a:ext uri="{FF2B5EF4-FFF2-40B4-BE49-F238E27FC236}">
                <a16:creationId xmlns:a16="http://schemas.microsoft.com/office/drawing/2014/main" id="{B54DDF32-A9F0-4A76-94F3-BFC4A5124614}"/>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34" name="22-line-9">
            <a:extLst xmlns:a="http://schemas.openxmlformats.org/drawingml/2006/main">
              <a:ext uri="{FF2B5EF4-FFF2-40B4-BE49-F238E27FC236}">
                <a16:creationId xmlns:a16="http://schemas.microsoft.com/office/drawing/2014/main" id="{5EABF654-A28F-4A80-A8E3-029D223CEEA5}"/>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5" name="22-line-11">
            <a:extLst xmlns:a="http://schemas.openxmlformats.org/drawingml/2006/main">
              <a:ext uri="{FF2B5EF4-FFF2-40B4-BE49-F238E27FC236}">
                <a16:creationId xmlns:a16="http://schemas.microsoft.com/office/drawing/2014/main" id="{10C83482-F6A0-40F3-BD89-925FC130712A}"/>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36" name="22-text-12">
            <a:extLst xmlns:a="http://schemas.openxmlformats.org/drawingml/2006/main">
              <a:ext uri="{FF2B5EF4-FFF2-40B4-BE49-F238E27FC236}">
                <a16:creationId xmlns:a16="http://schemas.microsoft.com/office/drawing/2014/main" id="{0582DAE2-7D29-474D-8FE8-13F983CF4250}"/>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37" name="22-text-13">
            <a:extLst xmlns:a="http://schemas.openxmlformats.org/drawingml/2006/main">
              <a:ext uri="{FF2B5EF4-FFF2-40B4-BE49-F238E27FC236}">
                <a16:creationId xmlns:a16="http://schemas.microsoft.com/office/drawing/2014/main" id="{70CDA264-5FC4-4005-8143-98D5F741F724}"/>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38" name="narrative-number">
            <a:extLst xmlns:a="http://schemas.openxmlformats.org/drawingml/2006/main">
              <a:ext uri="{FF2B5EF4-FFF2-40B4-BE49-F238E27FC236}">
                <a16:creationId xmlns:a16="http://schemas.microsoft.com/office/drawing/2014/main" id="{7BDC35B9-C42D-41E0-A448-FEC5FB4D96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658755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9" name="!!area-name">
            <a:extLst xmlns:a="http://schemas.openxmlformats.org/drawingml/2006/main">
              <a:ext uri="{FF2B5EF4-FFF2-40B4-BE49-F238E27FC236}">
                <a16:creationId xmlns:a16="http://schemas.microsoft.com/office/drawing/2014/main" id="{BB6088E4-50E1-4A20-80C5-F43DC9EC92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7" name="mini-map"/>
          <p:cNvPicPr>
            <a:picLocks xmlns:a="http://schemas.openxmlformats.org/drawingml/2006/main" noChangeAspect="1"/>
          </p:cNvPicPr>
          <p:nvPr/>
        </p:nvPicPr>
        <p:blipFill>
          <a:blip xmlns:r="http://schemas.openxmlformats.org/officeDocument/2006/relationships" xmlns:a="http://schemas.openxmlformats.org/drawingml/2006/main" r:embed="R660eee05e67441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1" name="slide-title">
            <a:extLst xmlns:a="http://schemas.openxmlformats.org/drawingml/2006/main">
              <a:ext uri="{FF2B5EF4-FFF2-40B4-BE49-F238E27FC236}">
                <a16:creationId xmlns:a16="http://schemas.microsoft.com/office/drawing/2014/main" id="{1BE10D2D-0A5E-48D3-9028-843E1CCE29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42" name="header-divider">
            <a:extLst xmlns:a="http://schemas.openxmlformats.org/drawingml/2006/main">
              <a:ext uri="{FF2B5EF4-FFF2-40B4-BE49-F238E27FC236}">
                <a16:creationId xmlns:a16="http://schemas.microsoft.com/office/drawing/2014/main" id="{037CEC6A-0C38-4703-8C7E-2C59C30AC7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50"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44" name="23-text-2">
            <a:extLst xmlns:a="http://schemas.openxmlformats.org/drawingml/2006/main">
              <a:ext uri="{FF2B5EF4-FFF2-40B4-BE49-F238E27FC236}">
                <a16:creationId xmlns:a16="http://schemas.microsoft.com/office/drawing/2014/main" id="{4E8225DE-7504-4B6F-80EF-DEF9050314B9}"/>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45" name="narrative-number">
            <a:extLst xmlns:a="http://schemas.openxmlformats.org/drawingml/2006/main">
              <a:ext uri="{FF2B5EF4-FFF2-40B4-BE49-F238E27FC236}">
                <a16:creationId xmlns:a16="http://schemas.microsoft.com/office/drawing/2014/main" id="{A1315A8F-934B-4215-BED2-CF6BF54982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747205655"/>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6" name="!!area-name">
            <a:extLst xmlns:a="http://schemas.openxmlformats.org/drawingml/2006/main">
              <a:ext uri="{FF2B5EF4-FFF2-40B4-BE49-F238E27FC236}">
                <a16:creationId xmlns:a16="http://schemas.microsoft.com/office/drawing/2014/main" id="{D85BB691-474A-4225-8784-D00CA71BEF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60" name="mini-map"/>
          <p:cNvPicPr>
            <a:picLocks xmlns:a="http://schemas.openxmlformats.org/drawingml/2006/main" noChangeAspect="1"/>
          </p:cNvPicPr>
          <p:nvPr/>
        </p:nvPicPr>
        <p:blipFill>
          <a:blip xmlns:r="http://schemas.openxmlformats.org/officeDocument/2006/relationships" xmlns:a="http://schemas.openxmlformats.org/drawingml/2006/main" r:embed="Re678d186d115482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8" name="slide-title">
            <a:extLst xmlns:a="http://schemas.openxmlformats.org/drawingml/2006/main">
              <a:ext uri="{FF2B5EF4-FFF2-40B4-BE49-F238E27FC236}">
                <a16:creationId xmlns:a16="http://schemas.microsoft.com/office/drawing/2014/main" id="{4A8E3BBC-19AE-41E1-938D-D854D61351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9" name="header-divider">
            <a:extLst xmlns:a="http://schemas.openxmlformats.org/drawingml/2006/main">
              <a:ext uri="{FF2B5EF4-FFF2-40B4-BE49-F238E27FC236}">
                <a16:creationId xmlns:a16="http://schemas.microsoft.com/office/drawing/2014/main" id="{B6D80227-AEF1-4D47-8308-0F216FF3115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0" name="24-text-1">
            <a:extLst xmlns:a="http://schemas.openxmlformats.org/drawingml/2006/main">
              <a:ext uri="{FF2B5EF4-FFF2-40B4-BE49-F238E27FC236}">
                <a16:creationId xmlns:a16="http://schemas.microsoft.com/office/drawing/2014/main" id="{2958D484-09EA-436D-9AED-D41679D20CD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51" name="24-text-2">
            <a:extLst xmlns:a="http://schemas.openxmlformats.org/drawingml/2006/main">
              <a:ext uri="{FF2B5EF4-FFF2-40B4-BE49-F238E27FC236}">
                <a16:creationId xmlns:a16="http://schemas.microsoft.com/office/drawing/2014/main" id="{67D24B97-D8EF-4381-8D43-3F94B5A5317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52" name="24-text-3">
            <a:extLst xmlns:a="http://schemas.openxmlformats.org/drawingml/2006/main">
              <a:ext uri="{FF2B5EF4-FFF2-40B4-BE49-F238E27FC236}">
                <a16:creationId xmlns:a16="http://schemas.microsoft.com/office/drawing/2014/main" id="{A398002C-44CB-419D-991F-D9C325F29A5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53" name="24-text-4">
            <a:extLst xmlns:a="http://schemas.openxmlformats.org/drawingml/2006/main">
              <a:ext uri="{FF2B5EF4-FFF2-40B4-BE49-F238E27FC236}">
                <a16:creationId xmlns:a16="http://schemas.microsoft.com/office/drawing/2014/main" id="{4A2B8A6D-C0EC-45E3-9E45-64D220B102F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54" name="24-text-5">
            <a:extLst xmlns:a="http://schemas.openxmlformats.org/drawingml/2006/main">
              <a:ext uri="{FF2B5EF4-FFF2-40B4-BE49-F238E27FC236}">
                <a16:creationId xmlns:a16="http://schemas.microsoft.com/office/drawing/2014/main" id="{459E58AB-DF88-4FB7-AFB4-0519870FF99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5" name="24-text-6">
            <a:extLst xmlns:a="http://schemas.openxmlformats.org/drawingml/2006/main">
              <a:ext uri="{FF2B5EF4-FFF2-40B4-BE49-F238E27FC236}">
                <a16:creationId xmlns:a16="http://schemas.microsoft.com/office/drawing/2014/main" id="{30D08038-114E-4F84-9904-4DDC48B14E5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56" name="24-text-7">
            <a:extLst xmlns:a="http://schemas.openxmlformats.org/drawingml/2006/main">
              <a:ext uri="{FF2B5EF4-FFF2-40B4-BE49-F238E27FC236}">
                <a16:creationId xmlns:a16="http://schemas.microsoft.com/office/drawing/2014/main" id="{C55D1B2A-DD9D-4B93-B594-9820A74CABC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7" name="24-text-8">
            <a:extLst xmlns:a="http://schemas.openxmlformats.org/drawingml/2006/main">
              <a:ext uri="{FF2B5EF4-FFF2-40B4-BE49-F238E27FC236}">
                <a16:creationId xmlns:a16="http://schemas.microsoft.com/office/drawing/2014/main" id="{FDC1227F-CDB0-4DC2-85BF-0375A502BBB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8" name="narrative-number">
            <a:extLst xmlns:a="http://schemas.openxmlformats.org/drawingml/2006/main">
              <a:ext uri="{FF2B5EF4-FFF2-40B4-BE49-F238E27FC236}">
                <a16:creationId xmlns:a16="http://schemas.microsoft.com/office/drawing/2014/main" id="{7D4479C1-4281-42D6-9B14-9EBDC282F3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97099922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9" name="!!area-name">
            <a:extLst xmlns:a="http://schemas.openxmlformats.org/drawingml/2006/main">
              <a:ext uri="{FF2B5EF4-FFF2-40B4-BE49-F238E27FC236}">
                <a16:creationId xmlns:a16="http://schemas.microsoft.com/office/drawing/2014/main" id="{B88FFD68-D426-4851-8A54-7F559FA6A1E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Agent</a:t>
            </a:r>
          </a:p>
        </p:txBody>
      </p:sp>
      <p:pic>
        <p:nvPicPr>
          <p:cNvPr id="265" name="mini-map"/>
          <p:cNvPicPr>
            <a:picLocks xmlns:a="http://schemas.openxmlformats.org/drawingml/2006/main" noChangeAspect="1"/>
          </p:cNvPicPr>
          <p:nvPr/>
        </p:nvPicPr>
        <p:blipFill>
          <a:blip xmlns:r="http://schemas.openxmlformats.org/officeDocument/2006/relationships" xmlns:a="http://schemas.openxmlformats.org/drawingml/2006/main" r:embed="Reeff457b4ae4476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1" name="slide-title">
            <a:extLst xmlns:a="http://schemas.openxmlformats.org/drawingml/2006/main">
              <a:ext uri="{FF2B5EF4-FFF2-40B4-BE49-F238E27FC236}">
                <a16:creationId xmlns:a16="http://schemas.microsoft.com/office/drawing/2014/main" id="{0C40885B-F53B-4D1C-A172-4E8F95EDB9F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62" name="header-divider">
            <a:extLst xmlns:a="http://schemas.openxmlformats.org/drawingml/2006/main">
              <a:ext uri="{FF2B5EF4-FFF2-40B4-BE49-F238E27FC236}">
                <a16:creationId xmlns:a16="http://schemas.microsoft.com/office/drawing/2014/main" id="{7D83574E-E2B8-4BBA-B83C-83913EABFE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3" name="narrative-number">
            <a:extLst xmlns:a="http://schemas.openxmlformats.org/drawingml/2006/main">
              <a:ext uri="{FF2B5EF4-FFF2-40B4-BE49-F238E27FC236}">
                <a16:creationId xmlns:a16="http://schemas.microsoft.com/office/drawing/2014/main" id="{F5CAE733-EA05-4684-B639-6B0DD0165C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658211897"/>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4" name="!!area-name">
            <a:extLst xmlns:a="http://schemas.openxmlformats.org/drawingml/2006/main">
              <a:ext uri="{FF2B5EF4-FFF2-40B4-BE49-F238E27FC236}">
                <a16:creationId xmlns:a16="http://schemas.microsoft.com/office/drawing/2014/main" id="{724A7DA3-E9A8-4225-8B87-55F28903B4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3" name="mini-map"/>
          <p:cNvPicPr>
            <a:picLocks xmlns:a="http://schemas.openxmlformats.org/drawingml/2006/main" noChangeAspect="1"/>
          </p:cNvPicPr>
          <p:nvPr/>
        </p:nvPicPr>
        <p:blipFill>
          <a:blip xmlns:r="http://schemas.openxmlformats.org/officeDocument/2006/relationships" xmlns:a="http://schemas.openxmlformats.org/drawingml/2006/main" r:embed="R78200f02703c4e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6" name="header-divider">
            <a:extLst xmlns:a="http://schemas.openxmlformats.org/drawingml/2006/main">
              <a:ext uri="{FF2B5EF4-FFF2-40B4-BE49-F238E27FC236}">
                <a16:creationId xmlns:a16="http://schemas.microsoft.com/office/drawing/2014/main" id="{5A8C824E-C603-4093-9C61-69A60FF14B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7" name="26-text-1">
            <a:extLst xmlns:a="http://schemas.openxmlformats.org/drawingml/2006/main">
              <a:ext uri="{FF2B5EF4-FFF2-40B4-BE49-F238E27FC236}">
                <a16:creationId xmlns:a16="http://schemas.microsoft.com/office/drawing/2014/main" id="{F811222C-427D-4EE8-BFDE-001B2FA81F3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68" name="26-text-2">
            <a:extLst xmlns:a="http://schemas.openxmlformats.org/drawingml/2006/main">
              <a:ext uri="{FF2B5EF4-FFF2-40B4-BE49-F238E27FC236}">
                <a16:creationId xmlns:a16="http://schemas.microsoft.com/office/drawing/2014/main" id="{651CF2E8-C9CC-4CCE-96EC-4B449181918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69" name="26-text-3">
            <a:extLst xmlns:a="http://schemas.openxmlformats.org/drawingml/2006/main">
              <a:ext uri="{FF2B5EF4-FFF2-40B4-BE49-F238E27FC236}">
                <a16:creationId xmlns:a16="http://schemas.microsoft.com/office/drawing/2014/main" id="{D3FE15CC-3C98-429F-89ED-549CD1024D1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78" name="26-image-4"/>
          <p:cNvPicPr>
            <a:picLocks xmlns:a="http://schemas.openxmlformats.org/drawingml/2006/main" noChangeAspect="1"/>
          </p:cNvPicPr>
          <p:nvPr/>
        </p:nvPicPr>
        <p:blipFill>
          <a:blip xmlns:r="http://schemas.openxmlformats.org/officeDocument/2006/relationships" xmlns:a="http://schemas.openxmlformats.org/drawingml/2006/main" r:embed="Recd06c1bf1e64d4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1" name="narrative-number">
            <a:extLst xmlns:a="http://schemas.openxmlformats.org/drawingml/2006/main">
              <a:ext uri="{FF2B5EF4-FFF2-40B4-BE49-F238E27FC236}">
                <a16:creationId xmlns:a16="http://schemas.microsoft.com/office/drawing/2014/main" id="{B91EFCBB-B573-416C-8278-9397D6344D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971898302"/>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2" name="!!area-name">
            <a:extLst xmlns:a="http://schemas.openxmlformats.org/drawingml/2006/main">
              <a:ext uri="{FF2B5EF4-FFF2-40B4-BE49-F238E27FC236}">
                <a16:creationId xmlns:a16="http://schemas.microsoft.com/office/drawing/2014/main" id="{426B6EFB-6D29-46A9-ABE4-455782432B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e22539ebcb2541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4" name="slide-title">
            <a:extLst xmlns:a="http://schemas.openxmlformats.org/drawingml/2006/main">
              <a:ext uri="{FF2B5EF4-FFF2-40B4-BE49-F238E27FC236}">
                <a16:creationId xmlns:a16="http://schemas.microsoft.com/office/drawing/2014/main" id="{2F93A37A-8610-490D-81EA-859DE21A177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5" name="header-divider">
            <a:extLst xmlns:a="http://schemas.openxmlformats.org/drawingml/2006/main">
              <a:ext uri="{FF2B5EF4-FFF2-40B4-BE49-F238E27FC236}">
                <a16:creationId xmlns:a16="http://schemas.microsoft.com/office/drawing/2014/main" id="{81538DCD-C4CB-4236-961F-175568F682E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6" name="27-text-1">
            <a:extLst xmlns:a="http://schemas.openxmlformats.org/drawingml/2006/main">
              <a:ext uri="{FF2B5EF4-FFF2-40B4-BE49-F238E27FC236}">
                <a16:creationId xmlns:a16="http://schemas.microsoft.com/office/drawing/2014/main" id="{8FA83F37-E8D9-467F-B675-BB54AE2B78A2}"/>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77" name="27-text-2">
            <a:extLst xmlns:a="http://schemas.openxmlformats.org/drawingml/2006/main">
              <a:ext uri="{FF2B5EF4-FFF2-40B4-BE49-F238E27FC236}">
                <a16:creationId xmlns:a16="http://schemas.microsoft.com/office/drawing/2014/main" id="{26C22CBB-9BCB-45EC-BCE4-3E0AD2917201}"/>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278" name="27-text-3">
            <a:extLst xmlns:a="http://schemas.openxmlformats.org/drawingml/2006/main">
              <a:ext uri="{FF2B5EF4-FFF2-40B4-BE49-F238E27FC236}">
                <a16:creationId xmlns:a16="http://schemas.microsoft.com/office/drawing/2014/main" id="{A04D71B1-C33B-4B2D-A30C-2315A3C3142C}"/>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79" name="27-text-4">
            <a:extLst xmlns:a="http://schemas.openxmlformats.org/drawingml/2006/main">
              <a:ext uri="{FF2B5EF4-FFF2-40B4-BE49-F238E27FC236}">
                <a16:creationId xmlns:a16="http://schemas.microsoft.com/office/drawing/2014/main" id="{5187B1F1-2B28-4F48-AB48-DF66914C252F}"/>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280" name="27-text-5">
            <a:extLst xmlns:a="http://schemas.openxmlformats.org/drawingml/2006/main">
              <a:ext uri="{FF2B5EF4-FFF2-40B4-BE49-F238E27FC236}">
                <a16:creationId xmlns:a16="http://schemas.microsoft.com/office/drawing/2014/main" id="{B6461ACF-3830-4345-AE5A-7CE9AA26F55B}"/>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281" name="27-text-6">
            <a:extLst xmlns:a="http://schemas.openxmlformats.org/drawingml/2006/main">
              <a:ext uri="{FF2B5EF4-FFF2-40B4-BE49-F238E27FC236}">
                <a16:creationId xmlns:a16="http://schemas.microsoft.com/office/drawing/2014/main" id="{1123270F-60CA-4946-85FA-D58062335374}"/>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282" name="27-line-8">
            <a:extLst xmlns:a="http://schemas.openxmlformats.org/drawingml/2006/main">
              <a:ext uri="{FF2B5EF4-FFF2-40B4-BE49-F238E27FC236}">
                <a16:creationId xmlns:a16="http://schemas.microsoft.com/office/drawing/2014/main" id="{2B5FD222-5940-4804-AB7C-8ADABDBF4AD4}"/>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3" name="27-line-10">
            <a:extLst xmlns:a="http://schemas.openxmlformats.org/drawingml/2006/main">
              <a:ext uri="{FF2B5EF4-FFF2-40B4-BE49-F238E27FC236}">
                <a16:creationId xmlns:a16="http://schemas.microsoft.com/office/drawing/2014/main" id="{39794AB6-9E8D-49CD-9B67-783D6FE25D6A}"/>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4" name="bounded-agent-loop-stage">
            <a:extLst xmlns:a="http://schemas.openxmlformats.org/drawingml/2006/main">
              <a:ext uri="{FF2B5EF4-FFF2-40B4-BE49-F238E27FC236}">
                <a16:creationId xmlns:a16="http://schemas.microsoft.com/office/drawing/2014/main" id="{CF5AF773-21E4-47DF-9459-C0C014E59C4F}"/>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85" name="27-text-11">
            <a:extLst xmlns:a="http://schemas.openxmlformats.org/drawingml/2006/main">
              <a:ext uri="{FF2B5EF4-FFF2-40B4-BE49-F238E27FC236}">
                <a16:creationId xmlns:a16="http://schemas.microsoft.com/office/drawing/2014/main" id="{F5E8CDA6-3BFD-4AA7-BBCF-8D66A8C60081}"/>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286" name="27-text-12">
            <a:extLst xmlns:a="http://schemas.openxmlformats.org/drawingml/2006/main">
              <a:ext uri="{FF2B5EF4-FFF2-40B4-BE49-F238E27FC236}">
                <a16:creationId xmlns:a16="http://schemas.microsoft.com/office/drawing/2014/main" id="{F355B78B-CA02-4E1F-A04B-389D40228642}"/>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287" name="27-text-13">
            <a:extLst xmlns:a="http://schemas.openxmlformats.org/drawingml/2006/main">
              <a:ext uri="{FF2B5EF4-FFF2-40B4-BE49-F238E27FC236}">
                <a16:creationId xmlns:a16="http://schemas.microsoft.com/office/drawing/2014/main" id="{9FEDEC39-2B95-47D2-B9D0-3C00C8C0DF49}"/>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288" name="27-text-14">
            <a:extLst xmlns:a="http://schemas.openxmlformats.org/drawingml/2006/main">
              <a:ext uri="{FF2B5EF4-FFF2-40B4-BE49-F238E27FC236}">
                <a16:creationId xmlns:a16="http://schemas.microsoft.com/office/drawing/2014/main" id="{AD18B541-4400-4592-BA7E-67542956FA13}"/>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89" name="27-line-16">
            <a:extLst xmlns:a="http://schemas.openxmlformats.org/drawingml/2006/main">
              <a:ext uri="{FF2B5EF4-FFF2-40B4-BE49-F238E27FC236}">
                <a16:creationId xmlns:a16="http://schemas.microsoft.com/office/drawing/2014/main" id="{C3C3DC5E-960E-4963-BA97-8B6DFEA0598D}"/>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27-line-18">
            <a:extLst xmlns:a="http://schemas.openxmlformats.org/drawingml/2006/main">
              <a:ext uri="{FF2B5EF4-FFF2-40B4-BE49-F238E27FC236}">
                <a16:creationId xmlns:a16="http://schemas.microsoft.com/office/drawing/2014/main" id="{16EABF90-972B-48A8-8590-8B81193F2B9C}"/>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27-line-20">
            <a:extLst xmlns:a="http://schemas.openxmlformats.org/drawingml/2006/main">
              <a:ext uri="{FF2B5EF4-FFF2-40B4-BE49-F238E27FC236}">
                <a16:creationId xmlns:a16="http://schemas.microsoft.com/office/drawing/2014/main" id="{68A6873E-8CC8-49EF-9C23-29111588218E}"/>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2" name="27-line-22">
            <a:extLst xmlns:a="http://schemas.openxmlformats.org/drawingml/2006/main">
              <a:ext uri="{FF2B5EF4-FFF2-40B4-BE49-F238E27FC236}">
                <a16:creationId xmlns:a16="http://schemas.microsoft.com/office/drawing/2014/main" id="{1A869542-3D91-4590-A2F7-48736E3CFB4C}"/>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3" name="27-line-24">
            <a:extLst xmlns:a="http://schemas.openxmlformats.org/drawingml/2006/main">
              <a:ext uri="{FF2B5EF4-FFF2-40B4-BE49-F238E27FC236}">
                <a16:creationId xmlns:a16="http://schemas.microsoft.com/office/drawing/2014/main" id="{A93411CC-E5CF-4B42-9BB3-1C787BCBAA26}"/>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4" name="narrative-number">
            <a:extLst xmlns:a="http://schemas.openxmlformats.org/drawingml/2006/main">
              <a:ext uri="{FF2B5EF4-FFF2-40B4-BE49-F238E27FC236}">
                <a16:creationId xmlns:a16="http://schemas.microsoft.com/office/drawing/2014/main" id="{5CAFD148-22B6-4D91-AFFB-DB634A88D1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62635108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F55FCB87-F60D-4749-9CE8-1BF4B8C51FF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08" name="mini-map"/>
          <p:cNvPicPr>
            <a:picLocks xmlns:a="http://schemas.openxmlformats.org/drawingml/2006/main" noChangeAspect="1"/>
          </p:cNvPicPr>
          <p:nvPr/>
        </p:nvPicPr>
        <p:blipFill>
          <a:blip xmlns:r="http://schemas.openxmlformats.org/officeDocument/2006/relationships" xmlns:a="http://schemas.openxmlformats.org/drawingml/2006/main" r:embed="R2ef2c9e4f98841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DDB52C12-2AC2-408D-8C13-C56FFEF83C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298" name="header-divider">
            <a:extLst xmlns:a="http://schemas.openxmlformats.org/drawingml/2006/main">
              <a:ext uri="{FF2B5EF4-FFF2-40B4-BE49-F238E27FC236}">
                <a16:creationId xmlns:a16="http://schemas.microsoft.com/office/drawing/2014/main" id="{B8806B2E-736D-4501-926F-654643F4C6C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8-text-1">
            <a:extLst xmlns:a="http://schemas.openxmlformats.org/drawingml/2006/main">
              <a:ext uri="{FF2B5EF4-FFF2-40B4-BE49-F238E27FC236}">
                <a16:creationId xmlns:a16="http://schemas.microsoft.com/office/drawing/2014/main" id="{B1085A69-C8F9-4C77-AF58-2942A4172983}"/>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00" name="28-text-2">
            <a:extLst xmlns:a="http://schemas.openxmlformats.org/drawingml/2006/main">
              <a:ext uri="{FF2B5EF4-FFF2-40B4-BE49-F238E27FC236}">
                <a16:creationId xmlns:a16="http://schemas.microsoft.com/office/drawing/2014/main" id="{0FBC94C3-FFEB-4620-B058-F8CEDCEFF002}"/>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01" name="28-text-3">
            <a:extLst xmlns:a="http://schemas.openxmlformats.org/drawingml/2006/main">
              <a:ext uri="{FF2B5EF4-FFF2-40B4-BE49-F238E27FC236}">
                <a16:creationId xmlns:a16="http://schemas.microsoft.com/office/drawing/2014/main" id="{48A3584C-0E3F-4018-881E-317F7680309C}"/>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02" name="28-text-4">
            <a:extLst xmlns:a="http://schemas.openxmlformats.org/drawingml/2006/main">
              <a:ext uri="{FF2B5EF4-FFF2-40B4-BE49-F238E27FC236}">
                <a16:creationId xmlns:a16="http://schemas.microsoft.com/office/drawing/2014/main" id="{8B97E20C-C980-4A12-8746-1F5C20C8DE33}"/>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03" name="28-text-5">
            <a:extLst xmlns:a="http://schemas.openxmlformats.org/drawingml/2006/main">
              <a:ext uri="{FF2B5EF4-FFF2-40B4-BE49-F238E27FC236}">
                <a16:creationId xmlns:a16="http://schemas.microsoft.com/office/drawing/2014/main" id="{47430772-5EF8-45B6-8E51-425C72817613}"/>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04" name="28-text-6">
            <a:extLst xmlns:a="http://schemas.openxmlformats.org/drawingml/2006/main">
              <a:ext uri="{FF2B5EF4-FFF2-40B4-BE49-F238E27FC236}">
                <a16:creationId xmlns:a16="http://schemas.microsoft.com/office/drawing/2014/main" id="{E9B6C116-3368-4A78-81C6-1A4F81330677}"/>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05" name="28-text-7">
            <a:extLst xmlns:a="http://schemas.openxmlformats.org/drawingml/2006/main">
              <a:ext uri="{FF2B5EF4-FFF2-40B4-BE49-F238E27FC236}">
                <a16:creationId xmlns:a16="http://schemas.microsoft.com/office/drawing/2014/main" id="{C8FE95A7-94E9-4B3D-81E9-0F28F7FEF6F5}"/>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06" name="narrative-number">
            <a:extLst xmlns:a="http://schemas.openxmlformats.org/drawingml/2006/main">
              <a:ext uri="{FF2B5EF4-FFF2-40B4-BE49-F238E27FC236}">
                <a16:creationId xmlns:a16="http://schemas.microsoft.com/office/drawing/2014/main" id="{47C193FF-65E7-4E9E-A361-24A5FF05F5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4068487600"/>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7" name="!!area-name">
            <a:extLst xmlns:a="http://schemas.openxmlformats.org/drawingml/2006/main">
              <a:ext uri="{FF2B5EF4-FFF2-40B4-BE49-F238E27FC236}">
                <a16:creationId xmlns:a16="http://schemas.microsoft.com/office/drawing/2014/main" id="{94E66D2E-9C32-44EF-B652-5A667E900A8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21" name="mini-map"/>
          <p:cNvPicPr>
            <a:picLocks xmlns:a="http://schemas.openxmlformats.org/drawingml/2006/main" noChangeAspect="1"/>
          </p:cNvPicPr>
          <p:nvPr/>
        </p:nvPicPr>
        <p:blipFill>
          <a:blip xmlns:r="http://schemas.openxmlformats.org/officeDocument/2006/relationships" xmlns:a="http://schemas.openxmlformats.org/drawingml/2006/main" r:embed="Rce6aaf7450e648b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9" name="slide-title">
            <a:extLst xmlns:a="http://schemas.openxmlformats.org/drawingml/2006/main">
              <a:ext uri="{FF2B5EF4-FFF2-40B4-BE49-F238E27FC236}">
                <a16:creationId xmlns:a16="http://schemas.microsoft.com/office/drawing/2014/main" id="{DE3123FC-DE82-4C20-9580-E56BFD9560C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10" name="header-divider">
            <a:extLst xmlns:a="http://schemas.openxmlformats.org/drawingml/2006/main">
              <a:ext uri="{FF2B5EF4-FFF2-40B4-BE49-F238E27FC236}">
                <a16:creationId xmlns:a16="http://schemas.microsoft.com/office/drawing/2014/main" id="{20CE8A51-594C-49EE-B00C-1D34C32CCF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1" name="29-text-1">
            <a:extLst xmlns:a="http://schemas.openxmlformats.org/drawingml/2006/main">
              <a:ext uri="{FF2B5EF4-FFF2-40B4-BE49-F238E27FC236}">
                <a16:creationId xmlns:a16="http://schemas.microsoft.com/office/drawing/2014/main" id="{FF5E0F81-5DD3-45A8-BC3A-338CEF8D790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12" name="29-text-2">
            <a:extLst xmlns:a="http://schemas.openxmlformats.org/drawingml/2006/main">
              <a:ext uri="{FF2B5EF4-FFF2-40B4-BE49-F238E27FC236}">
                <a16:creationId xmlns:a16="http://schemas.microsoft.com/office/drawing/2014/main" id="{2FEB1662-BD08-4324-9AA0-1658CA0726C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13" name="29-text-3">
            <a:extLst xmlns:a="http://schemas.openxmlformats.org/drawingml/2006/main">
              <a:ext uri="{FF2B5EF4-FFF2-40B4-BE49-F238E27FC236}">
                <a16:creationId xmlns:a16="http://schemas.microsoft.com/office/drawing/2014/main" id="{2DBED5B9-F61D-4D9D-9DCB-3DB5951BC6A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14" name="29-text-4">
            <a:extLst xmlns:a="http://schemas.openxmlformats.org/drawingml/2006/main">
              <a:ext uri="{FF2B5EF4-FFF2-40B4-BE49-F238E27FC236}">
                <a16:creationId xmlns:a16="http://schemas.microsoft.com/office/drawing/2014/main" id="{5641F35B-CAAC-494A-894B-4A0E32B32D0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15" name="29-text-5">
            <a:extLst xmlns:a="http://schemas.openxmlformats.org/drawingml/2006/main">
              <a:ext uri="{FF2B5EF4-FFF2-40B4-BE49-F238E27FC236}">
                <a16:creationId xmlns:a16="http://schemas.microsoft.com/office/drawing/2014/main" id="{1D01335F-FBD1-489E-B949-1745D04ACA2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6" name="29-text-6">
            <a:extLst xmlns:a="http://schemas.openxmlformats.org/drawingml/2006/main">
              <a:ext uri="{FF2B5EF4-FFF2-40B4-BE49-F238E27FC236}">
                <a16:creationId xmlns:a16="http://schemas.microsoft.com/office/drawing/2014/main" id="{16B73280-F5BB-43F2-A883-6ADB80B993C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17" name="29-text-7">
            <a:extLst xmlns:a="http://schemas.openxmlformats.org/drawingml/2006/main">
              <a:ext uri="{FF2B5EF4-FFF2-40B4-BE49-F238E27FC236}">
                <a16:creationId xmlns:a16="http://schemas.microsoft.com/office/drawing/2014/main" id="{8E9A5D21-2542-4F90-B9F9-4366E8C5EF1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18" name="29-text-8">
            <a:extLst xmlns:a="http://schemas.openxmlformats.org/drawingml/2006/main">
              <a:ext uri="{FF2B5EF4-FFF2-40B4-BE49-F238E27FC236}">
                <a16:creationId xmlns:a16="http://schemas.microsoft.com/office/drawing/2014/main" id="{90D8BBA8-856E-43E0-8C7E-36245453E61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19" name="narrative-number">
            <a:extLst xmlns:a="http://schemas.openxmlformats.org/drawingml/2006/main">
              <a:ext uri="{FF2B5EF4-FFF2-40B4-BE49-F238E27FC236}">
                <a16:creationId xmlns:a16="http://schemas.microsoft.com/office/drawing/2014/main" id="{0FA7A4CB-3D99-4700-BBA5-860DE88BD8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18629334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0" name="!!area-name">
            <a:extLst xmlns:a="http://schemas.openxmlformats.org/drawingml/2006/main">
              <a:ext uri="{FF2B5EF4-FFF2-40B4-BE49-F238E27FC236}">
                <a16:creationId xmlns:a16="http://schemas.microsoft.com/office/drawing/2014/main" id="{6EE583B9-784B-47D3-BF4F-8A74A7AD643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Agent</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f7c121a0541c453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2" name="slide-title">
            <a:extLst xmlns:a="http://schemas.openxmlformats.org/drawingml/2006/main">
              <a:ext uri="{FF2B5EF4-FFF2-40B4-BE49-F238E27FC236}">
                <a16:creationId xmlns:a16="http://schemas.microsoft.com/office/drawing/2014/main" id="{382041F4-7DA8-4AF6-BAE6-C350DA66DA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23" name="header-divider">
            <a:extLst xmlns:a="http://schemas.openxmlformats.org/drawingml/2006/main">
              <a:ext uri="{FF2B5EF4-FFF2-40B4-BE49-F238E27FC236}">
                <a16:creationId xmlns:a16="http://schemas.microsoft.com/office/drawing/2014/main" id="{E1B9B92A-63A8-4E2A-BCEF-92682DBF93F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4" name="narrative-number">
            <a:extLst xmlns:a="http://schemas.openxmlformats.org/drawingml/2006/main">
              <a:ext uri="{FF2B5EF4-FFF2-40B4-BE49-F238E27FC236}">
                <a16:creationId xmlns:a16="http://schemas.microsoft.com/office/drawing/2014/main" id="{54C95B74-9564-40A1-89F4-B6D549704F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301386835"/>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1ADD05D2-38D1-41FC-9790-A84B90A2E34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34" name="mini-map"/>
          <p:cNvPicPr>
            <a:picLocks xmlns:a="http://schemas.openxmlformats.org/drawingml/2006/main" noChangeAspect="1"/>
          </p:cNvPicPr>
          <p:nvPr/>
        </p:nvPicPr>
        <p:blipFill>
          <a:blip xmlns:r="http://schemas.openxmlformats.org/officeDocument/2006/relationships" xmlns:a="http://schemas.openxmlformats.org/drawingml/2006/main" r:embed="R9aa5154f9c8740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header-divider">
            <a:extLst xmlns:a="http://schemas.openxmlformats.org/drawingml/2006/main">
              <a:ext uri="{FF2B5EF4-FFF2-40B4-BE49-F238E27FC236}">
                <a16:creationId xmlns:a16="http://schemas.microsoft.com/office/drawing/2014/main" id="{97813670-6165-4502-A7B3-E946F5B4CEA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31-text-1">
            <a:extLst xmlns:a="http://schemas.openxmlformats.org/drawingml/2006/main">
              <a:ext uri="{FF2B5EF4-FFF2-40B4-BE49-F238E27FC236}">
                <a16:creationId xmlns:a16="http://schemas.microsoft.com/office/drawing/2014/main" id="{47B33B51-D88C-42E9-83F9-4D3137C74B60}"/>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29" name="31-text-2">
            <a:extLst xmlns:a="http://schemas.openxmlformats.org/drawingml/2006/main">
              <a:ext uri="{FF2B5EF4-FFF2-40B4-BE49-F238E27FC236}">
                <a16:creationId xmlns:a16="http://schemas.microsoft.com/office/drawing/2014/main" id="{0A80B446-4AC6-4414-BD33-B639C03E8E0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30" name="31-text-3">
            <a:extLst xmlns:a="http://schemas.openxmlformats.org/drawingml/2006/main">
              <a:ext uri="{FF2B5EF4-FFF2-40B4-BE49-F238E27FC236}">
                <a16:creationId xmlns:a16="http://schemas.microsoft.com/office/drawing/2014/main" id="{AAF83CCF-49ED-4DE0-AE59-D60B821A776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39" name="31-image-4"/>
          <p:cNvPicPr>
            <a:picLocks xmlns:a="http://schemas.openxmlformats.org/drawingml/2006/main" noChangeAspect="1"/>
          </p:cNvPicPr>
          <p:nvPr/>
        </p:nvPicPr>
        <p:blipFill>
          <a:blip xmlns:r="http://schemas.openxmlformats.org/officeDocument/2006/relationships" xmlns:a="http://schemas.openxmlformats.org/drawingml/2006/main" r:embed="R5a52d313d68c448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32" name="narrative-number">
            <a:extLst xmlns:a="http://schemas.openxmlformats.org/drawingml/2006/main">
              <a:ext uri="{FF2B5EF4-FFF2-40B4-BE49-F238E27FC236}">
                <a16:creationId xmlns:a16="http://schemas.microsoft.com/office/drawing/2014/main" id="{0C85DC1A-D004-43A6-83BB-9F6A8BC0446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183942408"/>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3" name="!!area-name">
            <a:extLst xmlns:a="http://schemas.openxmlformats.org/drawingml/2006/main">
              <a:ext uri="{FF2B5EF4-FFF2-40B4-BE49-F238E27FC236}">
                <a16:creationId xmlns:a16="http://schemas.microsoft.com/office/drawing/2014/main" id="{3E687517-8737-4CB8-8E6B-D0111DB6DF3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50" name="mini-map"/>
          <p:cNvPicPr>
            <a:picLocks xmlns:a="http://schemas.openxmlformats.org/drawingml/2006/main" noChangeAspect="1"/>
          </p:cNvPicPr>
          <p:nvPr/>
        </p:nvPicPr>
        <p:blipFill>
          <a:blip xmlns:r="http://schemas.openxmlformats.org/officeDocument/2006/relationships" xmlns:a="http://schemas.openxmlformats.org/drawingml/2006/main" r:embed="R4b7e6691b4594b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5" name="slide-title">
            <a:extLst xmlns:a="http://schemas.openxmlformats.org/drawingml/2006/main">
              <a:ext uri="{FF2B5EF4-FFF2-40B4-BE49-F238E27FC236}">
                <a16:creationId xmlns:a16="http://schemas.microsoft.com/office/drawing/2014/main" id="{575C23EB-1F4F-41B0-B41D-AA31D37FD6D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36" name="header-divider">
            <a:extLst xmlns:a="http://schemas.openxmlformats.org/drawingml/2006/main">
              <a:ext uri="{FF2B5EF4-FFF2-40B4-BE49-F238E27FC236}">
                <a16:creationId xmlns:a16="http://schemas.microsoft.com/office/drawing/2014/main" id="{EF0137A6-B2BA-44DB-BBE6-6F7A704AAB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7" name="32-text-1">
            <a:extLst xmlns:a="http://schemas.openxmlformats.org/drawingml/2006/main">
              <a:ext uri="{FF2B5EF4-FFF2-40B4-BE49-F238E27FC236}">
                <a16:creationId xmlns:a16="http://schemas.microsoft.com/office/drawing/2014/main" id="{58B22523-6942-480C-9186-94B6B29F2B4F}"/>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38" name="32-text-2">
            <a:extLst xmlns:a="http://schemas.openxmlformats.org/drawingml/2006/main">
              <a:ext uri="{FF2B5EF4-FFF2-40B4-BE49-F238E27FC236}">
                <a16:creationId xmlns:a16="http://schemas.microsoft.com/office/drawing/2014/main" id="{63361FD9-3DF7-4FF8-B594-F4C8EBD50E82}"/>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or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the requirements?</a:t>
            </a:r>
          </a:p>
        </p:txBody>
      </p:sp>
      <p:sp>
        <p:nvSpPr>
          <p:cNvPr id="339" name="32-text-3">
            <a:extLst xmlns:a="http://schemas.openxmlformats.org/drawingml/2006/main">
              <a:ext uri="{FF2B5EF4-FFF2-40B4-BE49-F238E27FC236}">
                <a16:creationId xmlns:a16="http://schemas.microsoft.com/office/drawing/2014/main" id="{5A1E1427-812F-45D1-89DE-915BD753196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40" name="32-text-4">
            <a:extLst xmlns:a="http://schemas.openxmlformats.org/drawingml/2006/main">
              <a:ext uri="{FF2B5EF4-FFF2-40B4-BE49-F238E27FC236}">
                <a16:creationId xmlns:a16="http://schemas.microsoft.com/office/drawing/2014/main" id="{A3D67072-0A91-4277-8A5F-AADDBEAF0DCD}"/>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reliably does the system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those requirements across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cases and repeated attempts?</a:t>
            </a:r>
          </a:p>
        </p:txBody>
      </p:sp>
      <p:sp>
        <p:nvSpPr>
          <p:cNvPr id="341" name="32-shape-5">
            <a:extLst xmlns:a="http://schemas.openxmlformats.org/drawingml/2006/main">
              <a:ext uri="{FF2B5EF4-FFF2-40B4-BE49-F238E27FC236}">
                <a16:creationId xmlns:a16="http://schemas.microsoft.com/office/drawing/2014/main" id="{577D69BD-CF13-4DD8-BAF2-2AA786AB35F1}"/>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2" name="32-text-6">
            <a:extLst xmlns:a="http://schemas.openxmlformats.org/drawingml/2006/main">
              <a:ext uri="{FF2B5EF4-FFF2-40B4-BE49-F238E27FC236}">
                <a16:creationId xmlns:a16="http://schemas.microsoft.com/office/drawing/2014/main" id="{F72E2B0E-D28D-45D2-A15E-355E7CA7B26F}"/>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43" name="32-text-7">
            <a:extLst xmlns:a="http://schemas.openxmlformats.org/drawingml/2006/main">
              <a:ext uri="{FF2B5EF4-FFF2-40B4-BE49-F238E27FC236}">
                <a16:creationId xmlns:a16="http://schemas.microsoft.com/office/drawing/2014/main" id="{8667E918-5EC6-4601-BC5F-7DC1D58BEE6D}"/>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Inputs, starting conditions,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expected behavior.</a:t>
            </a:r>
          </a:p>
        </p:txBody>
      </p:sp>
      <p:sp>
        <p:nvSpPr>
          <p:cNvPr id="344" name="32-text-8">
            <a:extLst xmlns:a="http://schemas.openxmlformats.org/drawingml/2006/main">
              <a:ext uri="{FF2B5EF4-FFF2-40B4-BE49-F238E27FC236}">
                <a16:creationId xmlns:a16="http://schemas.microsoft.com/office/drawing/2014/main" id="{FBBE6E50-EFDA-4FE7-89A1-D726164C96BA}"/>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45" name="32-text-9">
            <a:extLst xmlns:a="http://schemas.openxmlformats.org/drawingml/2006/main">
              <a:ext uri="{FF2B5EF4-FFF2-40B4-BE49-F238E27FC236}">
                <a16:creationId xmlns:a16="http://schemas.microsoft.com/office/drawing/2014/main" id="{BA0BCAFD-22E7-485B-94A7-735040D5C30D}"/>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46" name="32-text-10">
            <a:extLst xmlns:a="http://schemas.openxmlformats.org/drawingml/2006/main">
              <a:ext uri="{FF2B5EF4-FFF2-40B4-BE49-F238E27FC236}">
                <a16:creationId xmlns:a16="http://schemas.microsoft.com/office/drawing/2014/main" id="{CA1C468E-4CF7-4EBF-8719-01A02000CDE5}"/>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47" name="32-text-11">
            <a:extLst xmlns:a="http://schemas.openxmlformats.org/drawingml/2006/main">
              <a:ext uri="{FF2B5EF4-FFF2-40B4-BE49-F238E27FC236}">
                <a16:creationId xmlns:a16="http://schemas.microsoft.com/office/drawing/2014/main" id="{69DB6C69-9966-4170-9D69-ACACC53BA463}"/>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48" name="narrative-number">
            <a:extLst xmlns:a="http://schemas.openxmlformats.org/drawingml/2006/main">
              <a:ext uri="{FF2B5EF4-FFF2-40B4-BE49-F238E27FC236}">
                <a16:creationId xmlns:a16="http://schemas.microsoft.com/office/drawing/2014/main" id="{34619992-F38F-4D0A-B700-DC4C93EFB5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678728185"/>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9" name="!!area-name">
            <a:extLst xmlns:a="http://schemas.openxmlformats.org/drawingml/2006/main">
              <a:ext uri="{FF2B5EF4-FFF2-40B4-BE49-F238E27FC236}">
                <a16:creationId xmlns:a16="http://schemas.microsoft.com/office/drawing/2014/main" id="{90F1FC72-0E62-429B-BA77-AC0718C757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7117afc927c14a1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1" name="slide-title">
            <a:extLst xmlns:a="http://schemas.openxmlformats.org/drawingml/2006/main">
              <a:ext uri="{FF2B5EF4-FFF2-40B4-BE49-F238E27FC236}">
                <a16:creationId xmlns:a16="http://schemas.microsoft.com/office/drawing/2014/main" id="{9E9383DB-AA60-4759-BB11-895C066FE39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352" name="header-divider">
            <a:extLst xmlns:a="http://schemas.openxmlformats.org/drawingml/2006/main">
              <a:ext uri="{FF2B5EF4-FFF2-40B4-BE49-F238E27FC236}">
                <a16:creationId xmlns:a16="http://schemas.microsoft.com/office/drawing/2014/main" id="{94C524B9-B914-47C4-9962-414ED92C24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3" name="33-text-1">
            <a:extLst xmlns:a="http://schemas.openxmlformats.org/drawingml/2006/main">
              <a:ext uri="{FF2B5EF4-FFF2-40B4-BE49-F238E27FC236}">
                <a16:creationId xmlns:a16="http://schemas.microsoft.com/office/drawing/2014/main" id="{18D2140C-0480-40EE-8F1B-43406C6DFD18}"/>
              </a:ext>
            </a:extLst>
          </p:cNvPr>
          <p:cNvSpPr>
            <a:spLocks xmlns:a="http://schemas.openxmlformats.org/drawingml/2006/main"/>
          </p:cNvSpPr>
          <p:nvPr/>
        </p:nvSpPr>
        <p:spPr>
          <a:xfrm xmlns:a="http://schemas.openxmlformats.org/drawingml/2006/main">
            <a:off x="609600" y="24384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counts as</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success?</a:t>
            </a:r>
          </a:p>
        </p:txBody>
      </p:sp>
      <p:sp>
        <p:nvSpPr>
          <p:cNvPr id="354" name="33-text-2">
            <a:extLst xmlns:a="http://schemas.openxmlformats.org/drawingml/2006/main">
              <a:ext uri="{FF2B5EF4-FFF2-40B4-BE49-F238E27FC236}">
                <a16:creationId xmlns:a16="http://schemas.microsoft.com/office/drawing/2014/main" id="{2BBCF53A-26FC-495A-91F3-4212A133CC95}"/>
              </a:ext>
            </a:extLst>
          </p:cNvPr>
          <p:cNvSpPr>
            <a:spLocks xmlns:a="http://schemas.openxmlformats.org/drawingml/2006/main"/>
          </p:cNvSpPr>
          <p:nvPr/>
        </p:nvSpPr>
        <p:spPr>
          <a:xfrm xmlns:a="http://schemas.openxmlformats.org/drawingml/2006/main">
            <a:off x="4368800" y="24384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and quality criteria defined with SMEs.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Forbidden actions and acceptable limitations.</a:t>
            </a:r>
          </a:p>
        </p:txBody>
      </p:sp>
      <p:sp>
        <p:nvSpPr>
          <p:cNvPr id="355" name="33-text-3">
            <a:extLst xmlns:a="http://schemas.openxmlformats.org/drawingml/2006/main">
              <a:ext uri="{FF2B5EF4-FFF2-40B4-BE49-F238E27FC236}">
                <a16:creationId xmlns:a16="http://schemas.microsoft.com/office/drawing/2014/main" id="{C1B80F2E-50A8-4F58-81AB-7FCDDC46AD38}"/>
              </a:ext>
            </a:extLst>
          </p:cNvPr>
          <p:cNvSpPr>
            <a:spLocks xmlns:a="http://schemas.openxmlformats.org/drawingml/2006/main"/>
          </p:cNvSpPr>
          <p:nvPr/>
        </p:nvSpPr>
        <p:spPr>
          <a:xfrm xmlns:a="http://schemas.openxmlformats.org/drawingml/2006/main">
            <a:off x="609600" y="37338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How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judge it?</a:t>
            </a:r>
          </a:p>
        </p:txBody>
      </p:sp>
      <p:sp>
        <p:nvSpPr>
          <p:cNvPr id="356" name="33-text-4">
            <a:extLst xmlns:a="http://schemas.openxmlformats.org/drawingml/2006/main">
              <a:ext uri="{FF2B5EF4-FFF2-40B4-BE49-F238E27FC236}">
                <a16:creationId xmlns:a16="http://schemas.microsoft.com/office/drawing/2014/main" id="{5772C88D-68BA-405E-A0D7-661413F8889E}"/>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explicit checks. Expert judgment for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graders calibrated against experts.</a:t>
            </a:r>
          </a:p>
        </p:txBody>
      </p:sp>
      <p:sp>
        <p:nvSpPr>
          <p:cNvPr id="357" name="33-text-5">
            <a:extLst xmlns:a="http://schemas.openxmlformats.org/drawingml/2006/main">
              <a:ext uri="{FF2B5EF4-FFF2-40B4-BE49-F238E27FC236}">
                <a16:creationId xmlns:a16="http://schemas.microsoft.com/office/drawing/2014/main" id="{B97E13B0-386D-4475-8F30-3B6CB4AE85C2}"/>
              </a:ext>
            </a:extLst>
          </p:cNvPr>
          <p:cNvSpPr>
            <a:spLocks xmlns:a="http://schemas.openxmlformats.org/drawingml/2006/main"/>
          </p:cNvSpPr>
          <p:nvPr/>
        </p:nvSpPr>
        <p:spPr>
          <a:xfrm xmlns:a="http://schemas.openxmlformats.org/drawingml/2006/main">
            <a:off x="609600" y="50292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Which cases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evaluate?</a:t>
            </a:r>
          </a:p>
        </p:txBody>
      </p:sp>
      <p:sp>
        <p:nvSpPr>
          <p:cNvPr id="358" name="33-text-6">
            <a:extLst xmlns:a="http://schemas.openxmlformats.org/drawingml/2006/main">
              <a:ext uri="{FF2B5EF4-FFF2-40B4-BE49-F238E27FC236}">
                <a16:creationId xmlns:a16="http://schemas.microsoft.com/office/drawing/2014/main" id="{2F80E52A-2E45-43C5-A57E-5D82D366ED51}"/>
              </a:ext>
            </a:extLst>
          </p:cNvPr>
          <p:cNvSpPr>
            <a:spLocks xmlns:a="http://schemas.openxmlformats.org/drawingml/2006/main"/>
          </p:cNvSpPr>
          <p:nvPr/>
        </p:nvSpPr>
        <p:spPr>
          <a:xfrm xmlns:a="http://schemas.openxmlformats.org/drawingml/2006/main">
            <a:off x="4368800" y="50292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SME-reviewed golden datasets, known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adversarial inputs. Held-out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repeated trials.</a:t>
            </a:r>
          </a:p>
        </p:txBody>
      </p:sp>
      <p:sp>
        <p:nvSpPr>
          <p:cNvPr id="359" name="narrative-number">
            <a:extLst xmlns:a="http://schemas.openxmlformats.org/drawingml/2006/main">
              <a:ext uri="{FF2B5EF4-FFF2-40B4-BE49-F238E27FC236}">
                <a16:creationId xmlns:a16="http://schemas.microsoft.com/office/drawing/2014/main" id="{7E696249-CD1D-4131-9113-BDD51E2965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82258956"/>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4F131AF8-434C-46AD-ACEA-465D74500C4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75" name="mini-map"/>
          <p:cNvPicPr>
            <a:picLocks xmlns:a="http://schemas.openxmlformats.org/drawingml/2006/main" noChangeAspect="1"/>
          </p:cNvPicPr>
          <p:nvPr/>
        </p:nvPicPr>
        <p:blipFill>
          <a:blip xmlns:r="http://schemas.openxmlformats.org/officeDocument/2006/relationships" xmlns:a="http://schemas.openxmlformats.org/drawingml/2006/main" r:embed="R5e84625282b447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slide-title">
            <a:extLst xmlns:a="http://schemas.openxmlformats.org/drawingml/2006/main">
              <a:ext uri="{FF2B5EF4-FFF2-40B4-BE49-F238E27FC236}">
                <a16:creationId xmlns:a16="http://schemas.microsoft.com/office/drawing/2014/main" id="{CF2DC966-D34D-48C4-B720-7783BE0C63B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63" name="header-divider">
            <a:extLst xmlns:a="http://schemas.openxmlformats.org/drawingml/2006/main">
              <a:ext uri="{FF2B5EF4-FFF2-40B4-BE49-F238E27FC236}">
                <a16:creationId xmlns:a16="http://schemas.microsoft.com/office/drawing/2014/main" id="{B97849DB-CAA0-4AAA-9BD0-39C13318D2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4" name="34-text-1">
            <a:extLst xmlns:a="http://schemas.openxmlformats.org/drawingml/2006/main">
              <a:ext uri="{FF2B5EF4-FFF2-40B4-BE49-F238E27FC236}">
                <a16:creationId xmlns:a16="http://schemas.microsoft.com/office/drawing/2014/main" id="{458B8667-1E05-477E-ACB5-E9459C88F6B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65" name="34-text-2">
            <a:extLst xmlns:a="http://schemas.openxmlformats.org/drawingml/2006/main">
              <a:ext uri="{FF2B5EF4-FFF2-40B4-BE49-F238E27FC236}">
                <a16:creationId xmlns:a16="http://schemas.microsoft.com/office/drawing/2014/main" id="{FF1BC378-7BEB-4A59-9A8F-E5504584706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 reports success, but the actual result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fails the requirements.</a:t>
            </a:r>
          </a:p>
        </p:txBody>
      </p:sp>
      <p:sp>
        <p:nvSpPr>
          <p:cNvPr id="366" name="34-text-3">
            <a:extLst xmlns:a="http://schemas.openxmlformats.org/drawingml/2006/main">
              <a:ext uri="{FF2B5EF4-FFF2-40B4-BE49-F238E27FC236}">
                <a16:creationId xmlns:a16="http://schemas.microsoft.com/office/drawing/2014/main" id="{F0B2DBFD-1AE7-45BE-B50D-643B7000251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67" name="34-text-4">
            <a:extLst xmlns:a="http://schemas.openxmlformats.org/drawingml/2006/main">
              <a:ext uri="{FF2B5EF4-FFF2-40B4-BE49-F238E27FC236}">
                <a16:creationId xmlns:a16="http://schemas.microsoft.com/office/drawing/2014/main" id="{FD4F5D80-0F27-4B31-98F7-DF0F10921C0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grader rewards answers that experts would reject.</a:t>
            </a:r>
          </a:p>
        </p:txBody>
      </p:sp>
      <p:sp>
        <p:nvSpPr>
          <p:cNvPr id="368" name="34-text-5">
            <a:extLst xmlns:a="http://schemas.openxmlformats.org/drawingml/2006/main">
              <a:ext uri="{FF2B5EF4-FFF2-40B4-BE49-F238E27FC236}">
                <a16:creationId xmlns:a16="http://schemas.microsoft.com/office/drawing/2014/main" id="{F94A8185-078D-4FEF-BEAD-308F0E0FB5C0}"/>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Reference data</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and coverage</a:t>
            </a:r>
          </a:p>
        </p:txBody>
      </p:sp>
      <p:sp>
        <p:nvSpPr>
          <p:cNvPr id="369" name="34-text-6">
            <a:extLst xmlns:a="http://schemas.openxmlformats.org/drawingml/2006/main">
              <a:ext uri="{FF2B5EF4-FFF2-40B4-BE49-F238E27FC236}">
                <a16:creationId xmlns:a16="http://schemas.microsoft.com/office/drawing/2014/main" id="{F505CBFD-E0DC-464B-B463-E18D548EBC5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Golden datasets can contain human errors, reflect bias,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miss important cases.</a:t>
            </a:r>
          </a:p>
        </p:txBody>
      </p:sp>
      <p:sp>
        <p:nvSpPr>
          <p:cNvPr id="370" name="34-text-7">
            <a:extLst xmlns:a="http://schemas.openxmlformats.org/drawingml/2006/main">
              <a:ext uri="{FF2B5EF4-FFF2-40B4-BE49-F238E27FC236}">
                <a16:creationId xmlns:a16="http://schemas.microsoft.com/office/drawing/2014/main" id="{A677DED7-024D-4A73-9391-AF6B850AEA75}"/>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trace, and reference data before choosing a repair.</a:t>
            </a:r>
          </a:p>
        </p:txBody>
      </p:sp>
      <p:sp>
        <p:nvSpPr>
          <p:cNvPr id="371" name="34-text-8">
            <a:extLst xmlns:a="http://schemas.openxmlformats.org/drawingml/2006/main">
              <a:ext uri="{FF2B5EF4-FFF2-40B4-BE49-F238E27FC236}">
                <a16:creationId xmlns:a16="http://schemas.microsoft.com/office/drawing/2014/main" id="{D23272B7-D622-4EE7-A99C-FF883785413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72" name="34-text-9">
            <a:extLst xmlns:a="http://schemas.openxmlformats.org/drawingml/2006/main">
              <a:ext uri="{FF2B5EF4-FFF2-40B4-BE49-F238E27FC236}">
                <a16:creationId xmlns:a16="http://schemas.microsoft.com/office/drawing/2014/main" id="{4140DF73-C1A0-4198-A83D-FA8FD49CE49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73" name="narrative-number">
            <a:extLst xmlns:a="http://schemas.openxmlformats.org/drawingml/2006/main">
              <a:ext uri="{FF2B5EF4-FFF2-40B4-BE49-F238E27FC236}">
                <a16:creationId xmlns:a16="http://schemas.microsoft.com/office/drawing/2014/main" id="{F051EDA8-C6C8-43B7-9587-2E0202B77D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709150451"/>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4" name="!!area-name">
            <a:extLst xmlns:a="http://schemas.openxmlformats.org/drawingml/2006/main">
              <a:ext uri="{FF2B5EF4-FFF2-40B4-BE49-F238E27FC236}">
                <a16:creationId xmlns:a16="http://schemas.microsoft.com/office/drawing/2014/main" id="{2C2C4A34-B3F9-4118-9379-E52DECFF1D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Agent</a:t>
            </a:r>
          </a:p>
        </p:txBody>
      </p:sp>
      <p:pic>
        <p:nvPicPr>
          <p:cNvPr id="380" name="mini-map"/>
          <p:cNvPicPr>
            <a:picLocks xmlns:a="http://schemas.openxmlformats.org/drawingml/2006/main" noChangeAspect="1"/>
          </p:cNvPicPr>
          <p:nvPr/>
        </p:nvPicPr>
        <p:blipFill>
          <a:blip xmlns:r="http://schemas.openxmlformats.org/officeDocument/2006/relationships" xmlns:a="http://schemas.openxmlformats.org/drawingml/2006/main" r:embed="R850a6d1df8384c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6" name="slide-title">
            <a:extLst xmlns:a="http://schemas.openxmlformats.org/drawingml/2006/main">
              <a:ext uri="{FF2B5EF4-FFF2-40B4-BE49-F238E27FC236}">
                <a16:creationId xmlns:a16="http://schemas.microsoft.com/office/drawing/2014/main" id="{FF9AA689-1CFB-4F4F-9E58-67F74F0096B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77" name="header-divider">
            <a:extLst xmlns:a="http://schemas.openxmlformats.org/drawingml/2006/main">
              <a:ext uri="{FF2B5EF4-FFF2-40B4-BE49-F238E27FC236}">
                <a16:creationId xmlns:a16="http://schemas.microsoft.com/office/drawing/2014/main" id="{DA108A9A-5223-4CE3-9132-60702EE0AB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8" name="narrative-number">
            <a:extLst xmlns:a="http://schemas.openxmlformats.org/drawingml/2006/main">
              <a:ext uri="{FF2B5EF4-FFF2-40B4-BE49-F238E27FC236}">
                <a16:creationId xmlns:a16="http://schemas.microsoft.com/office/drawing/2014/main" id="{B7A878F2-89F2-44C8-B2C6-045BFEC5B1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449902909"/>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9" name="!!area-name">
            <a:extLst xmlns:a="http://schemas.openxmlformats.org/drawingml/2006/main">
              <a:ext uri="{FF2B5EF4-FFF2-40B4-BE49-F238E27FC236}">
                <a16:creationId xmlns:a16="http://schemas.microsoft.com/office/drawing/2014/main" id="{60366113-3980-48EF-9818-FBBA3925B08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77d045b4746e4b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1" name="header-divider">
            <a:extLst xmlns:a="http://schemas.openxmlformats.org/drawingml/2006/main">
              <a:ext uri="{FF2B5EF4-FFF2-40B4-BE49-F238E27FC236}">
                <a16:creationId xmlns:a16="http://schemas.microsoft.com/office/drawing/2014/main" id="{107460B0-B271-4315-B692-CDCACB0685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36-text-1">
            <a:extLst xmlns:a="http://schemas.openxmlformats.org/drawingml/2006/main">
              <a:ext uri="{FF2B5EF4-FFF2-40B4-BE49-F238E27FC236}">
                <a16:creationId xmlns:a16="http://schemas.microsoft.com/office/drawing/2014/main" id="{C175FC94-FE57-4F50-B13C-C06815966893}"/>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91" name="36-image-2"/>
          <p:cNvPicPr>
            <a:picLocks xmlns:a="http://schemas.openxmlformats.org/drawingml/2006/main" noChangeAspect="1"/>
          </p:cNvPicPr>
          <p:nvPr/>
        </p:nvPicPr>
        <p:blipFill>
          <a:blip xmlns:r="http://schemas.openxmlformats.org/officeDocument/2006/relationships" xmlns:a="http://schemas.openxmlformats.org/drawingml/2006/main" r:embed="Re1b1d9c0c2334871"/>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84" name="36-text-3">
            <a:extLst xmlns:a="http://schemas.openxmlformats.org/drawingml/2006/main">
              <a:ext uri="{FF2B5EF4-FFF2-40B4-BE49-F238E27FC236}">
                <a16:creationId xmlns:a16="http://schemas.microsoft.com/office/drawing/2014/main" id="{7A50FDE1-FE8D-4F76-8B89-1B17C281E7B0}"/>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85" name="36-text-4">
            <a:extLst xmlns:a="http://schemas.openxmlformats.org/drawingml/2006/main">
              <a:ext uri="{FF2B5EF4-FFF2-40B4-BE49-F238E27FC236}">
                <a16:creationId xmlns:a16="http://schemas.microsoft.com/office/drawing/2014/main" id="{3EC36368-2D0A-4A3D-B376-1EEB026C7265}"/>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86" name="narrative-number">
            <a:extLst xmlns:a="http://schemas.openxmlformats.org/drawingml/2006/main">
              <a:ext uri="{FF2B5EF4-FFF2-40B4-BE49-F238E27FC236}">
                <a16:creationId xmlns:a16="http://schemas.microsoft.com/office/drawing/2014/main" id="{2212DF24-9F3B-4466-8F49-DE1E666DA7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853628118"/>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F229BA82-E77D-4691-881F-64360EF3BC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baa1a799196d450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slide-title">
            <a:extLst xmlns:a="http://schemas.openxmlformats.org/drawingml/2006/main">
              <a:ext uri="{FF2B5EF4-FFF2-40B4-BE49-F238E27FC236}">
                <a16:creationId xmlns:a16="http://schemas.microsoft.com/office/drawing/2014/main" id="{E78E7F67-39C1-47FC-9504-360D1C466F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390" name="header-divider">
            <a:extLst xmlns:a="http://schemas.openxmlformats.org/drawingml/2006/main">
              <a:ext uri="{FF2B5EF4-FFF2-40B4-BE49-F238E27FC236}">
                <a16:creationId xmlns:a16="http://schemas.microsoft.com/office/drawing/2014/main" id="{D0725773-0AFE-43A7-B23E-184E9452DD9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1" name="37-text-1">
            <a:extLst xmlns:a="http://schemas.openxmlformats.org/drawingml/2006/main">
              <a:ext uri="{FF2B5EF4-FFF2-40B4-BE49-F238E27FC236}">
                <a16:creationId xmlns:a16="http://schemas.microsoft.com/office/drawing/2014/main" id="{E1B8DC0C-DAAA-4A7B-82DE-21681BD63018}"/>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AgentOps keeps deployed agents observable, controlled, and accountable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 the system changes.</a:t>
            </a:r>
          </a:p>
        </p:txBody>
      </p:sp>
      <p:sp>
        <p:nvSpPr>
          <p:cNvPr id="392" name="37-text-2">
            <a:extLst xmlns:a="http://schemas.openxmlformats.org/drawingml/2006/main">
              <a:ext uri="{FF2B5EF4-FFF2-40B4-BE49-F238E27FC236}">
                <a16:creationId xmlns:a16="http://schemas.microsoft.com/office/drawing/2014/main" id="{642B604B-459B-4259-909E-0A7FF9B9A7C5}"/>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Traces</a:t>
            </a:r>
          </a:p>
        </p:txBody>
      </p:sp>
      <p:sp>
        <p:nvSpPr>
          <p:cNvPr id="393" name="37-text-3">
            <a:extLst xmlns:a="http://schemas.openxmlformats.org/drawingml/2006/main">
              <a:ext uri="{FF2B5EF4-FFF2-40B4-BE49-F238E27FC236}">
                <a16:creationId xmlns:a16="http://schemas.microsoft.com/office/drawing/2014/main" id="{7418E9DA-666C-4170-9DDA-C35206B66CDD}"/>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happened during a task</a:t>
            </a:r>
          </a:p>
        </p:txBody>
      </p:sp>
      <p:sp>
        <p:nvSpPr>
          <p:cNvPr id="394" name="37-text-4">
            <a:extLst xmlns:a="http://schemas.openxmlformats.org/drawingml/2006/main">
              <a:ext uri="{FF2B5EF4-FFF2-40B4-BE49-F238E27FC236}">
                <a16:creationId xmlns:a16="http://schemas.microsoft.com/office/drawing/2014/main" id="{E9D482C8-8875-46DF-B5FA-C06F1535FA93}"/>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versions</a:t>
            </a:r>
          </a:p>
        </p:txBody>
      </p:sp>
      <p:sp>
        <p:nvSpPr>
          <p:cNvPr id="395" name="37-text-5">
            <a:extLst xmlns:a="http://schemas.openxmlformats.org/drawingml/2006/main">
              <a:ext uri="{FF2B5EF4-FFF2-40B4-BE49-F238E27FC236}">
                <a16:creationId xmlns:a16="http://schemas.microsoft.com/office/drawing/2014/main" id="{C3D41575-4D85-4065-AF1C-B71FBB934B6E}"/>
              </a:ext>
            </a:extLst>
          </p:cNvPr>
          <p:cNvSpPr>
            <a:spLocks xmlns:a="http://schemas.openxmlformats.org/drawingml/2006/main"/>
          </p:cNvSpPr>
          <p:nvPr/>
        </p:nvSpPr>
        <p:spPr>
          <a:xfrm xmlns:a="http://schemas.openxmlformats.org/drawingml/2006/main">
            <a:off x="3708400" y="4851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Which model, prompts, retrieval setup,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were in use</a:t>
            </a:r>
          </a:p>
        </p:txBody>
      </p:sp>
      <p:sp>
        <p:nvSpPr>
          <p:cNvPr id="396" name="37-text-6">
            <a:extLst xmlns:a="http://schemas.openxmlformats.org/drawingml/2006/main">
              <a:ext uri="{FF2B5EF4-FFF2-40B4-BE49-F238E27FC236}">
                <a16:creationId xmlns:a16="http://schemas.microsoft.com/office/drawing/2014/main" id="{2E4D3321-7AE9-4D37-B9CE-D1A5BE6FD90C}"/>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397" name="37-text-7">
            <a:extLst xmlns:a="http://schemas.openxmlformats.org/drawingml/2006/main">
              <a:ext uri="{FF2B5EF4-FFF2-40B4-BE49-F238E27FC236}">
                <a16:creationId xmlns:a16="http://schemas.microsoft.com/office/drawing/2014/main" id="{79D772E5-166A-4632-A5C4-78F2688FB3DA}"/>
              </a:ext>
            </a:extLst>
          </p:cNvPr>
          <p:cNvSpPr>
            <a:spLocks xmlns:a="http://schemas.openxmlformats.org/drawingml/2006/main"/>
          </p:cNvSpPr>
          <p:nvPr/>
        </p:nvSpPr>
        <p:spPr>
          <a:xfrm xmlns:a="http://schemas.openxmlformats.org/drawingml/2006/main">
            <a:off x="3708400" y="5715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success, quality, completion time, cost,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human review</a:t>
            </a:r>
          </a:p>
        </p:txBody>
      </p:sp>
      <p:sp>
        <p:nvSpPr>
          <p:cNvPr id="398" name="37-text-8">
            <a:extLst xmlns:a="http://schemas.openxmlformats.org/drawingml/2006/main">
              <a:ext uri="{FF2B5EF4-FFF2-40B4-BE49-F238E27FC236}">
                <a16:creationId xmlns:a16="http://schemas.microsoft.com/office/drawing/2014/main" id="{D8D7A539-4A04-4D25-9DD5-A5D6B4408D95}"/>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399" name="37-text-9">
            <a:extLst xmlns:a="http://schemas.openxmlformats.org/drawingml/2006/main">
              <a:ext uri="{FF2B5EF4-FFF2-40B4-BE49-F238E27FC236}">
                <a16:creationId xmlns:a16="http://schemas.microsoft.com/office/drawing/2014/main" id="{BB720329-6C0A-4F93-AB41-16114EC3DF3B}"/>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00" name="37-text-10">
            <a:extLst xmlns:a="http://schemas.openxmlformats.org/drawingml/2006/main">
              <a:ext uri="{FF2B5EF4-FFF2-40B4-BE49-F238E27FC236}">
                <a16:creationId xmlns:a16="http://schemas.microsoft.com/office/drawing/2014/main" id="{E497BE44-DDB5-4C51-9449-44A571EDC3C8}"/>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401" name="37-text-11">
            <a:extLst xmlns:a="http://schemas.openxmlformats.org/drawingml/2006/main">
              <a:ext uri="{FF2B5EF4-FFF2-40B4-BE49-F238E27FC236}">
                <a16:creationId xmlns:a16="http://schemas.microsoft.com/office/drawing/2014/main" id="{BEEAAEAB-37F5-4970-82D9-00369AD2A21A}"/>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402" name="37-line-13">
            <a:extLst xmlns:a="http://schemas.openxmlformats.org/drawingml/2006/main">
              <a:ext uri="{FF2B5EF4-FFF2-40B4-BE49-F238E27FC236}">
                <a16:creationId xmlns:a16="http://schemas.microsoft.com/office/drawing/2014/main" id="{C5F8471A-45B9-4F30-9DC6-A8622FE3A12D}"/>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3" name="37-line-15">
            <a:extLst xmlns:a="http://schemas.openxmlformats.org/drawingml/2006/main">
              <a:ext uri="{FF2B5EF4-FFF2-40B4-BE49-F238E27FC236}">
                <a16:creationId xmlns:a16="http://schemas.microsoft.com/office/drawing/2014/main" id="{57CACEE7-32E3-4B40-8B48-8DC1F2930799}"/>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4" name="37-line-17">
            <a:extLst xmlns:a="http://schemas.openxmlformats.org/drawingml/2006/main">
              <a:ext uri="{FF2B5EF4-FFF2-40B4-BE49-F238E27FC236}">
                <a16:creationId xmlns:a16="http://schemas.microsoft.com/office/drawing/2014/main" id="{D17B5EEE-817E-46D2-887F-9D0A694EBD7D}"/>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05" name="37-shape-18">
            <a:extLst xmlns:a="http://schemas.openxmlformats.org/drawingml/2006/main">
              <a:ext uri="{FF2B5EF4-FFF2-40B4-BE49-F238E27FC236}">
                <a16:creationId xmlns:a16="http://schemas.microsoft.com/office/drawing/2014/main" id="{3EEEF8AC-EFAD-4CC6-869C-F2D51C801B3C}"/>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06" name="37-text-19">
            <a:extLst xmlns:a="http://schemas.openxmlformats.org/drawingml/2006/main">
              <a:ext uri="{FF2B5EF4-FFF2-40B4-BE49-F238E27FC236}">
                <a16:creationId xmlns:a16="http://schemas.microsoft.com/office/drawing/2014/main" id="{C293BE8B-F174-4289-BC1F-8657C48C728B}"/>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07" name="narrative-number">
            <a:extLst xmlns:a="http://schemas.openxmlformats.org/drawingml/2006/main">
              <a:ext uri="{FF2B5EF4-FFF2-40B4-BE49-F238E27FC236}">
                <a16:creationId xmlns:a16="http://schemas.microsoft.com/office/drawing/2014/main" id="{CCEA92D9-23F5-44F4-A796-9ABEB3BE96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404859120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8997D120-E65B-47EF-89C7-924B5D651D3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20" name="mini-map"/>
          <p:cNvPicPr>
            <a:picLocks xmlns:a="http://schemas.openxmlformats.org/drawingml/2006/main" noChangeAspect="1"/>
          </p:cNvPicPr>
          <p:nvPr/>
        </p:nvPicPr>
        <p:blipFill>
          <a:blip xmlns:r="http://schemas.openxmlformats.org/officeDocument/2006/relationships" xmlns:a="http://schemas.openxmlformats.org/drawingml/2006/main" r:embed="Rdcc5df779c15490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F4E24B39-7F96-4677-9E8C-724B1DE4745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11" name="header-divider">
            <a:extLst xmlns:a="http://schemas.openxmlformats.org/drawingml/2006/main">
              <a:ext uri="{FF2B5EF4-FFF2-40B4-BE49-F238E27FC236}">
                <a16:creationId xmlns:a16="http://schemas.microsoft.com/office/drawing/2014/main" id="{1065F947-E210-4AAF-9D41-049F4C59D08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38-text-1">
            <a:extLst xmlns:a="http://schemas.openxmlformats.org/drawingml/2006/main">
              <a:ext uri="{FF2B5EF4-FFF2-40B4-BE49-F238E27FC236}">
                <a16:creationId xmlns:a16="http://schemas.microsoft.com/office/drawing/2014/main" id="{0FE28764-10FE-452A-9BDD-6B975B6C240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13" name="38-text-2">
            <a:extLst xmlns:a="http://schemas.openxmlformats.org/drawingml/2006/main">
              <a:ext uri="{FF2B5EF4-FFF2-40B4-BE49-F238E27FC236}">
                <a16:creationId xmlns:a16="http://schemas.microsoft.com/office/drawing/2014/main" id="{591C30A2-8C2B-40A4-A3F0-37D86335175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 and protect access.</a:t>
            </a:r>
          </a:p>
        </p:txBody>
      </p:sp>
      <p:sp>
        <p:nvSpPr>
          <p:cNvPr id="414" name="38-text-3">
            <a:extLst xmlns:a="http://schemas.openxmlformats.org/drawingml/2006/main">
              <a:ext uri="{FF2B5EF4-FFF2-40B4-BE49-F238E27FC236}">
                <a16:creationId xmlns:a16="http://schemas.microsoft.com/office/drawing/2014/main" id="{46DC764F-91A8-4519-B0AE-B3E6EE8593F0}"/>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15" name="38-text-4">
            <a:extLst xmlns:a="http://schemas.openxmlformats.org/drawingml/2006/main">
              <a:ext uri="{FF2B5EF4-FFF2-40B4-BE49-F238E27FC236}">
                <a16:creationId xmlns:a16="http://schemas.microsoft.com/office/drawing/2014/main" id="{8AB42C12-F04C-49D6-B990-15640032103E}"/>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changes, then limit initial exposure.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pause and rollback conditions.</a:t>
            </a:r>
          </a:p>
        </p:txBody>
      </p:sp>
      <p:sp>
        <p:nvSpPr>
          <p:cNvPr id="416" name="38-text-5">
            <a:extLst xmlns:a="http://schemas.openxmlformats.org/drawingml/2006/main">
              <a:ext uri="{FF2B5EF4-FFF2-40B4-BE49-F238E27FC236}">
                <a16:creationId xmlns:a16="http://schemas.microsoft.com/office/drawing/2014/main" id="{D32288D5-0FAD-4EF5-B42E-5425A5444E1A}"/>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17" name="38-text-6">
            <a:extLst xmlns:a="http://schemas.openxmlformats.org/drawingml/2006/main">
              <a:ext uri="{FF2B5EF4-FFF2-40B4-BE49-F238E27FC236}">
                <a16:creationId xmlns:a16="http://schemas.microsoft.com/office/drawing/2014/main" id="{831E09AD-5FD6-4F25-87C3-D3C895068669}"/>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and resource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someone authorized to intervene.</a:t>
            </a:r>
          </a:p>
        </p:txBody>
      </p:sp>
      <p:sp>
        <p:nvSpPr>
          <p:cNvPr id="418" name="narrative-number">
            <a:extLst xmlns:a="http://schemas.openxmlformats.org/drawingml/2006/main">
              <a:ext uri="{FF2B5EF4-FFF2-40B4-BE49-F238E27FC236}">
                <a16:creationId xmlns:a16="http://schemas.microsoft.com/office/drawing/2014/main" id="{8D74A514-42DC-4770-9332-302C2BF968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10467895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9" name="!!area-name">
            <a:extLst xmlns:a="http://schemas.openxmlformats.org/drawingml/2006/main">
              <a:ext uri="{FF2B5EF4-FFF2-40B4-BE49-F238E27FC236}">
                <a16:creationId xmlns:a16="http://schemas.microsoft.com/office/drawing/2014/main" id="{350F6E78-4772-45EC-8821-68B3584CA2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34" name="mini-map"/>
          <p:cNvPicPr>
            <a:picLocks xmlns:a="http://schemas.openxmlformats.org/drawingml/2006/main" noChangeAspect="1"/>
          </p:cNvPicPr>
          <p:nvPr/>
        </p:nvPicPr>
        <p:blipFill>
          <a:blip xmlns:r="http://schemas.openxmlformats.org/officeDocument/2006/relationships" xmlns:a="http://schemas.openxmlformats.org/drawingml/2006/main" r:embed="R147b2c22e97649c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1" name="slide-title">
            <a:extLst xmlns:a="http://schemas.openxmlformats.org/drawingml/2006/main">
              <a:ext uri="{FF2B5EF4-FFF2-40B4-BE49-F238E27FC236}">
                <a16:creationId xmlns:a16="http://schemas.microsoft.com/office/drawing/2014/main" id="{EE63B2E1-F71E-4D64-A89B-1FFF1EBD12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22" name="header-divider">
            <a:extLst xmlns:a="http://schemas.openxmlformats.org/drawingml/2006/main">
              <a:ext uri="{FF2B5EF4-FFF2-40B4-BE49-F238E27FC236}">
                <a16:creationId xmlns:a16="http://schemas.microsoft.com/office/drawing/2014/main" id="{6FEC1563-15CF-4628-A536-915E512C39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3" name="39-text-1">
            <a:extLst xmlns:a="http://schemas.openxmlformats.org/drawingml/2006/main">
              <a:ext uri="{FF2B5EF4-FFF2-40B4-BE49-F238E27FC236}">
                <a16:creationId xmlns:a16="http://schemas.microsoft.com/office/drawing/2014/main" id="{C0CE9A70-BCD3-4DE2-B979-385E8FEEA56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24" name="39-text-2">
            <a:extLst xmlns:a="http://schemas.openxmlformats.org/drawingml/2006/main">
              <a:ext uri="{FF2B5EF4-FFF2-40B4-BE49-F238E27FC236}">
                <a16:creationId xmlns:a16="http://schemas.microsoft.com/office/drawing/2014/main" id="{C514B588-F0A7-4B56-B64B-5CD178DE487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Sensitive records, including CUI/ECI.</a:t>
            </a:r>
          </a:p>
        </p:txBody>
      </p:sp>
      <p:sp>
        <p:nvSpPr>
          <p:cNvPr id="425" name="39-text-3">
            <a:extLst xmlns:a="http://schemas.openxmlformats.org/drawingml/2006/main">
              <a:ext uri="{FF2B5EF4-FFF2-40B4-BE49-F238E27FC236}">
                <a16:creationId xmlns:a16="http://schemas.microsoft.com/office/drawing/2014/main" id="{15CF4877-C95B-41EE-A1E4-178D95B8D89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26" name="39-text-4">
            <a:extLst xmlns:a="http://schemas.openxmlformats.org/drawingml/2006/main">
              <a:ext uri="{FF2B5EF4-FFF2-40B4-BE49-F238E27FC236}">
                <a16:creationId xmlns:a16="http://schemas.microsoft.com/office/drawing/2014/main" id="{D1907062-3416-4A08-8B01-CC95B8B8A51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Documents or messages may contain malicious instructions.</a:t>
            </a:r>
          </a:p>
        </p:txBody>
      </p:sp>
      <p:sp>
        <p:nvSpPr>
          <p:cNvPr id="427" name="39-text-5">
            <a:extLst xmlns:a="http://schemas.openxmlformats.org/drawingml/2006/main">
              <a:ext uri="{FF2B5EF4-FFF2-40B4-BE49-F238E27FC236}">
                <a16:creationId xmlns:a16="http://schemas.microsoft.com/office/drawing/2014/main" id="{8A55F462-EF6B-42A1-A2A4-76A5CDE75EF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Outbound access</a:t>
            </a:r>
          </a:p>
        </p:txBody>
      </p:sp>
      <p:sp>
        <p:nvSpPr>
          <p:cNvPr id="428" name="39-text-6">
            <a:extLst xmlns:a="http://schemas.openxmlformats.org/drawingml/2006/main">
              <a:ext uri="{FF2B5EF4-FFF2-40B4-BE49-F238E27FC236}">
                <a16:creationId xmlns:a16="http://schemas.microsoft.com/office/drawing/2014/main" id="{626D4D53-CE63-46AE-A90E-4CFEF5A67F9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Requests or actions can send information outside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approved environment.</a:t>
            </a:r>
          </a:p>
        </p:txBody>
      </p:sp>
      <p:sp>
        <p:nvSpPr>
          <p:cNvPr id="429" name="39-text-7">
            <a:extLst xmlns:a="http://schemas.openxmlformats.org/drawingml/2006/main">
              <a:ext uri="{FF2B5EF4-FFF2-40B4-BE49-F238E27FC236}">
                <a16:creationId xmlns:a16="http://schemas.microsoft.com/office/drawing/2014/main" id="{BBD2AE5B-3EA9-48B6-AA74-75904429DCB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30" name="39-text-8">
            <a:extLst xmlns:a="http://schemas.openxmlformats.org/drawingml/2006/main">
              <a:ext uri="{FF2B5EF4-FFF2-40B4-BE49-F238E27FC236}">
                <a16:creationId xmlns:a16="http://schemas.microsoft.com/office/drawing/2014/main" id="{A055C38E-4979-404F-A51A-B45EE0AD84E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31" name="39-text-9">
            <a:extLst xmlns:a="http://schemas.openxmlformats.org/drawingml/2006/main">
              <a:ext uri="{FF2B5EF4-FFF2-40B4-BE49-F238E27FC236}">
                <a16:creationId xmlns:a16="http://schemas.microsoft.com/office/drawing/2014/main" id="{9CEFDBB7-D0E6-4D90-B9AB-04C1E6D7F54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32" name="narrative-number">
            <a:extLst xmlns:a="http://schemas.openxmlformats.org/drawingml/2006/main">
              <a:ext uri="{FF2B5EF4-FFF2-40B4-BE49-F238E27FC236}">
                <a16:creationId xmlns:a16="http://schemas.microsoft.com/office/drawing/2014/main" id="{4DB4763F-7431-431D-A84C-63BE53A6E8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44813040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3" name="!!area-name">
            <a:extLst xmlns:a="http://schemas.openxmlformats.org/drawingml/2006/main">
              <a:ext uri="{FF2B5EF4-FFF2-40B4-BE49-F238E27FC236}">
                <a16:creationId xmlns:a16="http://schemas.microsoft.com/office/drawing/2014/main" id="{055BAD10-B25A-4E44-98B4-F66F0BF46F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Agent</a:t>
            </a:r>
          </a:p>
        </p:txBody>
      </p:sp>
      <p:pic>
        <p:nvPicPr>
          <p:cNvPr id="439" name="mini-map"/>
          <p:cNvPicPr>
            <a:picLocks xmlns:a="http://schemas.openxmlformats.org/drawingml/2006/main" noChangeAspect="1"/>
          </p:cNvPicPr>
          <p:nvPr/>
        </p:nvPicPr>
        <p:blipFill>
          <a:blip xmlns:r="http://schemas.openxmlformats.org/officeDocument/2006/relationships" xmlns:a="http://schemas.openxmlformats.org/drawingml/2006/main" r:embed="R417473b3b41347e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5" name="slide-title">
            <a:extLst xmlns:a="http://schemas.openxmlformats.org/drawingml/2006/main">
              <a:ext uri="{FF2B5EF4-FFF2-40B4-BE49-F238E27FC236}">
                <a16:creationId xmlns:a16="http://schemas.microsoft.com/office/drawing/2014/main" id="{432BBD3F-1E5C-4AF7-B1F8-60EDD99BB9D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36" name="header-divider">
            <a:extLst xmlns:a="http://schemas.openxmlformats.org/drawingml/2006/main">
              <a:ext uri="{FF2B5EF4-FFF2-40B4-BE49-F238E27FC236}">
                <a16:creationId xmlns:a16="http://schemas.microsoft.com/office/drawing/2014/main" id="{433688DC-33E0-4677-ACD5-4031ED3CA00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7" name="narrative-number">
            <a:extLst xmlns:a="http://schemas.openxmlformats.org/drawingml/2006/main">
              <a:ext uri="{FF2B5EF4-FFF2-40B4-BE49-F238E27FC236}">
                <a16:creationId xmlns:a16="http://schemas.microsoft.com/office/drawing/2014/main" id="{1259C16B-E2D0-4762-87B4-0F7E844CDD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342323475"/>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47" name="41-image-1"/>
          <p:cNvPicPr>
            <a:picLocks xmlns:a="http://schemas.openxmlformats.org/drawingml/2006/main" noChangeAspect="1"/>
          </p:cNvPicPr>
          <p:nvPr/>
        </p:nvPicPr>
        <p:blipFill>
          <a:blip xmlns:r="http://schemas.openxmlformats.org/officeDocument/2006/relationships" xmlns:a="http://schemas.openxmlformats.org/drawingml/2006/main" r:embed="R0abdda9e083348a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39" name="slide-title">
            <a:extLst xmlns:a="http://schemas.openxmlformats.org/drawingml/2006/main">
              <a:ext uri="{FF2B5EF4-FFF2-40B4-BE49-F238E27FC236}">
                <a16:creationId xmlns:a16="http://schemas.microsoft.com/office/drawing/2014/main" id="{B2E8534F-1E98-45F6-A8A9-B1818E5BF7E2}"/>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440" name="area-key-1">
            <a:extLst xmlns:a="http://schemas.openxmlformats.org/drawingml/2006/main">
              <a:ext uri="{FF2B5EF4-FFF2-40B4-BE49-F238E27FC236}">
                <a16:creationId xmlns:a16="http://schemas.microsoft.com/office/drawing/2014/main" id="{E6454384-CC6B-4164-9823-CAA0729A5998}"/>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441" name="area-key-2">
            <a:extLst xmlns:a="http://schemas.openxmlformats.org/drawingml/2006/main">
              <a:ext uri="{FF2B5EF4-FFF2-40B4-BE49-F238E27FC236}">
                <a16:creationId xmlns:a16="http://schemas.microsoft.com/office/drawing/2014/main" id="{76070682-03E0-470B-A19F-299AA79EC54B}"/>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442" name="area-key-3">
            <a:extLst xmlns:a="http://schemas.openxmlformats.org/drawingml/2006/main">
              <a:ext uri="{FF2B5EF4-FFF2-40B4-BE49-F238E27FC236}">
                <a16:creationId xmlns:a16="http://schemas.microsoft.com/office/drawing/2014/main" id="{F788BC0C-DB70-4552-8B33-3327CC6D9728}"/>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443" name="area-key-4">
            <a:extLst xmlns:a="http://schemas.openxmlformats.org/drawingml/2006/main">
              <a:ext uri="{FF2B5EF4-FFF2-40B4-BE49-F238E27FC236}">
                <a16:creationId xmlns:a16="http://schemas.microsoft.com/office/drawing/2014/main" id="{FD6C1251-82E1-4E59-AB01-84E12CDA4ED1}"/>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444" name="area-key-5">
            <a:extLst xmlns:a="http://schemas.openxmlformats.org/drawingml/2006/main">
              <a:ext uri="{FF2B5EF4-FFF2-40B4-BE49-F238E27FC236}">
                <a16:creationId xmlns:a16="http://schemas.microsoft.com/office/drawing/2014/main" id="{8AFF2A1B-3547-43AD-9012-06268C8E719A}"/>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445" name="area-key-6">
            <a:extLst xmlns:a="http://schemas.openxmlformats.org/drawingml/2006/main">
              <a:ext uri="{FF2B5EF4-FFF2-40B4-BE49-F238E27FC236}">
                <a16:creationId xmlns:a16="http://schemas.microsoft.com/office/drawing/2014/main" id="{42E3C10F-67F8-4FE4-B702-BFB92EBCBAB9}"/>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446" name="narrative-number">
            <a:extLst xmlns:a="http://schemas.openxmlformats.org/drawingml/2006/main">
              <a:ext uri="{FF2B5EF4-FFF2-40B4-BE49-F238E27FC236}">
                <a16:creationId xmlns:a16="http://schemas.microsoft.com/office/drawing/2014/main" id="{7BFB7C9C-4D0C-47ED-BF0F-C9D2960125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691929512"/>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section-label">
            <a:extLst xmlns:a="http://schemas.openxmlformats.org/drawingml/2006/main">
              <a:ext uri="{FF2B5EF4-FFF2-40B4-BE49-F238E27FC236}">
                <a16:creationId xmlns:a16="http://schemas.microsoft.com/office/drawing/2014/main" id="{C9EF1A4B-96A9-4B2F-96D8-296927A527D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48" name="section-rule">
            <a:extLst xmlns:a="http://schemas.openxmlformats.org/drawingml/2006/main">
              <a:ext uri="{FF2B5EF4-FFF2-40B4-BE49-F238E27FC236}">
                <a16:creationId xmlns:a16="http://schemas.microsoft.com/office/drawing/2014/main" id="{896E0D0A-ED9B-484B-BA6C-B0FE7AB68BD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9" name="section-title">
            <a:extLst xmlns:a="http://schemas.openxmlformats.org/drawingml/2006/main">
              <a:ext uri="{FF2B5EF4-FFF2-40B4-BE49-F238E27FC236}">
                <a16:creationId xmlns:a16="http://schemas.microsoft.com/office/drawing/2014/main" id="{0446026A-C228-463B-BA83-736BA87F4F0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50" name="narrative-number">
            <a:extLst xmlns:a="http://schemas.openxmlformats.org/drawingml/2006/main">
              <a:ext uri="{FF2B5EF4-FFF2-40B4-BE49-F238E27FC236}">
                <a16:creationId xmlns:a16="http://schemas.microsoft.com/office/drawing/2014/main" id="{CDE3CDD9-144C-41EA-AEF0-F5C2E0EDF7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714059312"/>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1" name="!!area-name">
            <a:extLst xmlns:a="http://schemas.openxmlformats.org/drawingml/2006/main">
              <a:ext uri="{FF2B5EF4-FFF2-40B4-BE49-F238E27FC236}">
                <a16:creationId xmlns:a16="http://schemas.microsoft.com/office/drawing/2014/main" id="{D265F5D7-6312-4398-AE64-07D973FE386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58" name="mini-map"/>
          <p:cNvPicPr>
            <a:picLocks xmlns:a="http://schemas.openxmlformats.org/drawingml/2006/main" noChangeAspect="1"/>
          </p:cNvPicPr>
          <p:nvPr/>
        </p:nvPicPr>
        <p:blipFill>
          <a:blip xmlns:r="http://schemas.openxmlformats.org/officeDocument/2006/relationships" xmlns:a="http://schemas.openxmlformats.org/drawingml/2006/main" r:embed="Rbf8dce2b5181449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3" name="slide-title">
            <a:extLst xmlns:a="http://schemas.openxmlformats.org/drawingml/2006/main">
              <a:ext uri="{FF2B5EF4-FFF2-40B4-BE49-F238E27FC236}">
                <a16:creationId xmlns:a16="http://schemas.microsoft.com/office/drawing/2014/main" id="{F83AAF44-2B1F-4CBD-AC20-36436772F0B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54" name="header-divider">
            <a:extLst xmlns:a="http://schemas.openxmlformats.org/drawingml/2006/main">
              <a:ext uri="{FF2B5EF4-FFF2-40B4-BE49-F238E27FC236}">
                <a16:creationId xmlns:a16="http://schemas.microsoft.com/office/drawing/2014/main" id="{B0C0E067-0568-4F8F-9011-1B783595BB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1"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6" name="narrative-number">
            <a:extLst xmlns:a="http://schemas.openxmlformats.org/drawingml/2006/main">
              <a:ext uri="{FF2B5EF4-FFF2-40B4-BE49-F238E27FC236}">
                <a16:creationId xmlns:a16="http://schemas.microsoft.com/office/drawing/2014/main" id="{9E038088-8307-41CC-9A4A-9C589FF597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432392761"/>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7" name="!!area-name">
            <a:extLst xmlns:a="http://schemas.openxmlformats.org/drawingml/2006/main">
              <a:ext uri="{FF2B5EF4-FFF2-40B4-BE49-F238E27FC236}">
                <a16:creationId xmlns:a16="http://schemas.microsoft.com/office/drawing/2014/main" id="{408AA378-B41B-449B-93E7-68A8822AC8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64" name="mini-map"/>
          <p:cNvPicPr>
            <a:picLocks xmlns:a="http://schemas.openxmlformats.org/drawingml/2006/main" noChangeAspect="1"/>
          </p:cNvPicPr>
          <p:nvPr/>
        </p:nvPicPr>
        <p:blipFill>
          <a:blip xmlns:r="http://schemas.openxmlformats.org/officeDocument/2006/relationships" xmlns:a="http://schemas.openxmlformats.org/drawingml/2006/main" r:embed="R0d9ea983ba8043b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9" name="slide-title">
            <a:extLst xmlns:a="http://schemas.openxmlformats.org/drawingml/2006/main">
              <a:ext uri="{FF2B5EF4-FFF2-40B4-BE49-F238E27FC236}">
                <a16:creationId xmlns:a16="http://schemas.microsoft.com/office/drawing/2014/main" id="{7D353C6F-3350-4519-BD97-70064F48CDD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60" name="header-divider">
            <a:extLst xmlns:a="http://schemas.openxmlformats.org/drawingml/2006/main">
              <a:ext uri="{FF2B5EF4-FFF2-40B4-BE49-F238E27FC236}">
                <a16:creationId xmlns:a16="http://schemas.microsoft.com/office/drawing/2014/main" id="{2B66C717-6F6E-451F-9074-9F22DBAAF2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67"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2" name="narrative-number">
            <a:extLst xmlns:a="http://schemas.openxmlformats.org/drawingml/2006/main">
              <a:ext uri="{FF2B5EF4-FFF2-40B4-BE49-F238E27FC236}">
                <a16:creationId xmlns:a16="http://schemas.microsoft.com/office/drawing/2014/main" id="{60C99E13-EA33-479E-97F8-F2AD192175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2105137373"/>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3" name="!!area-name">
            <a:extLst xmlns:a="http://schemas.openxmlformats.org/drawingml/2006/main">
              <a:ext uri="{FF2B5EF4-FFF2-40B4-BE49-F238E27FC236}">
                <a16:creationId xmlns:a16="http://schemas.microsoft.com/office/drawing/2014/main" id="{1DEF7A15-C106-4AAA-A17D-9D15313D6EF7}"/>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64" name="header-divider">
            <a:extLst xmlns:a="http://schemas.openxmlformats.org/drawingml/2006/main">
              <a:ext uri="{FF2B5EF4-FFF2-40B4-BE49-F238E27FC236}">
                <a16:creationId xmlns:a16="http://schemas.microsoft.com/office/drawing/2014/main" id="{EF30C0EA-63A6-4324-B1E9-7E0402C8DF1A}"/>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45-shape-1">
            <a:extLst xmlns:a="http://schemas.openxmlformats.org/drawingml/2006/main">
              <a:ext uri="{FF2B5EF4-FFF2-40B4-BE49-F238E27FC236}">
                <a16:creationId xmlns:a16="http://schemas.microsoft.com/office/drawing/2014/main" id="{66192C10-27B7-42D6-AFE3-CD72CB36B00B}"/>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6" name="45-shape-2">
            <a:extLst xmlns:a="http://schemas.openxmlformats.org/drawingml/2006/main">
              <a:ext uri="{FF2B5EF4-FFF2-40B4-BE49-F238E27FC236}">
                <a16:creationId xmlns:a16="http://schemas.microsoft.com/office/drawing/2014/main" id="{F205F0D8-5419-465D-BB9C-E9535EE6D546}"/>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67" name="45-text-3">
            <a:extLst xmlns:a="http://schemas.openxmlformats.org/drawingml/2006/main">
              <a:ext uri="{FF2B5EF4-FFF2-40B4-BE49-F238E27FC236}">
                <a16:creationId xmlns:a16="http://schemas.microsoft.com/office/drawing/2014/main" id="{E67445D0-487E-407F-AD07-6AA304384DCD}"/>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68" name="45-text-4">
            <a:extLst xmlns:a="http://schemas.openxmlformats.org/drawingml/2006/main">
              <a:ext uri="{FF2B5EF4-FFF2-40B4-BE49-F238E27FC236}">
                <a16:creationId xmlns:a16="http://schemas.microsoft.com/office/drawing/2014/main" id="{7ACD4AC0-A720-4AAD-AF11-9474928B27D3}"/>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69" name="45-shape-5">
            <a:extLst xmlns:a="http://schemas.openxmlformats.org/drawingml/2006/main">
              <a:ext uri="{FF2B5EF4-FFF2-40B4-BE49-F238E27FC236}">
                <a16:creationId xmlns:a16="http://schemas.microsoft.com/office/drawing/2014/main" id="{588B4171-7FE8-46D4-8CDC-F597AB912849}"/>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0" name="45-shape-6">
            <a:extLst xmlns:a="http://schemas.openxmlformats.org/drawingml/2006/main">
              <a:ext uri="{FF2B5EF4-FFF2-40B4-BE49-F238E27FC236}">
                <a16:creationId xmlns:a16="http://schemas.microsoft.com/office/drawing/2014/main" id="{0E78EA00-F4EA-49CD-A270-6B8874679612}"/>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1" name="45-text-7">
            <a:extLst xmlns:a="http://schemas.openxmlformats.org/drawingml/2006/main">
              <a:ext uri="{FF2B5EF4-FFF2-40B4-BE49-F238E27FC236}">
                <a16:creationId xmlns:a16="http://schemas.microsoft.com/office/drawing/2014/main" id="{70C43365-FD86-46C3-AC95-AF0661982381}"/>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72" name="45-text-8">
            <a:extLst xmlns:a="http://schemas.openxmlformats.org/drawingml/2006/main">
              <a:ext uri="{FF2B5EF4-FFF2-40B4-BE49-F238E27FC236}">
                <a16:creationId xmlns:a16="http://schemas.microsoft.com/office/drawing/2014/main" id="{5A0C3F00-885B-4996-9FEE-136CDB7F268A}"/>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73" name="45-shape-9">
            <a:extLst xmlns:a="http://schemas.openxmlformats.org/drawingml/2006/main">
              <a:ext uri="{FF2B5EF4-FFF2-40B4-BE49-F238E27FC236}">
                <a16:creationId xmlns:a16="http://schemas.microsoft.com/office/drawing/2014/main" id="{B4CD3BC6-A6EE-43C7-9E32-2C30B449D9AB}"/>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4" name="45-shape-10">
            <a:extLst xmlns:a="http://schemas.openxmlformats.org/drawingml/2006/main">
              <a:ext uri="{FF2B5EF4-FFF2-40B4-BE49-F238E27FC236}">
                <a16:creationId xmlns:a16="http://schemas.microsoft.com/office/drawing/2014/main" id="{678B0E44-256F-4B90-AF81-883CA892DB38}"/>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5" name="45-text-11">
            <a:extLst xmlns:a="http://schemas.openxmlformats.org/drawingml/2006/main">
              <a:ext uri="{FF2B5EF4-FFF2-40B4-BE49-F238E27FC236}">
                <a16:creationId xmlns:a16="http://schemas.microsoft.com/office/drawing/2014/main" id="{7689222E-3A81-44C4-829A-E169B6371948}"/>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76" name="45-text-12">
            <a:extLst xmlns:a="http://schemas.openxmlformats.org/drawingml/2006/main">
              <a:ext uri="{FF2B5EF4-FFF2-40B4-BE49-F238E27FC236}">
                <a16:creationId xmlns:a16="http://schemas.microsoft.com/office/drawing/2014/main" id="{4667C26D-A22E-4167-8F18-72444932C478}"/>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77" name="45-shape-13">
            <a:extLst xmlns:a="http://schemas.openxmlformats.org/drawingml/2006/main">
              <a:ext uri="{FF2B5EF4-FFF2-40B4-BE49-F238E27FC236}">
                <a16:creationId xmlns:a16="http://schemas.microsoft.com/office/drawing/2014/main" id="{6087D4C5-8ABB-451A-92B4-602CA610195D}"/>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8" name="45-shape-14">
            <a:extLst xmlns:a="http://schemas.openxmlformats.org/drawingml/2006/main">
              <a:ext uri="{FF2B5EF4-FFF2-40B4-BE49-F238E27FC236}">
                <a16:creationId xmlns:a16="http://schemas.microsoft.com/office/drawing/2014/main" id="{EE0F26AE-E52A-4216-8909-F35E8ECB2457}"/>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9" name="45-text-15">
            <a:extLst xmlns:a="http://schemas.openxmlformats.org/drawingml/2006/main">
              <a:ext uri="{FF2B5EF4-FFF2-40B4-BE49-F238E27FC236}">
                <a16:creationId xmlns:a16="http://schemas.microsoft.com/office/drawing/2014/main" id="{3F6BCB37-8172-4FA7-BAC0-99B811274F23}"/>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80" name="45-text-16">
            <a:extLst xmlns:a="http://schemas.openxmlformats.org/drawingml/2006/main">
              <a:ext uri="{FF2B5EF4-FFF2-40B4-BE49-F238E27FC236}">
                <a16:creationId xmlns:a16="http://schemas.microsoft.com/office/drawing/2014/main" id="{D84A503B-96DE-486C-80F8-1A38E80F3F97}"/>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81" name="45-shape-17">
            <a:extLst xmlns:a="http://schemas.openxmlformats.org/drawingml/2006/main">
              <a:ext uri="{FF2B5EF4-FFF2-40B4-BE49-F238E27FC236}">
                <a16:creationId xmlns:a16="http://schemas.microsoft.com/office/drawing/2014/main" id="{F1BBFC32-D184-4D98-9CEE-3757D3CBE76B}"/>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2" name="45-shape-18">
            <a:extLst xmlns:a="http://schemas.openxmlformats.org/drawingml/2006/main">
              <a:ext uri="{FF2B5EF4-FFF2-40B4-BE49-F238E27FC236}">
                <a16:creationId xmlns:a16="http://schemas.microsoft.com/office/drawing/2014/main" id="{3B0520DF-5375-4FFE-A7ED-CE3C7F3B121F}"/>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83" name="45-text-19">
            <a:extLst xmlns:a="http://schemas.openxmlformats.org/drawingml/2006/main">
              <a:ext uri="{FF2B5EF4-FFF2-40B4-BE49-F238E27FC236}">
                <a16:creationId xmlns:a16="http://schemas.microsoft.com/office/drawing/2014/main" id="{1DF65CFF-058C-42CD-B447-F7770771052B}"/>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84" name="45-text-20">
            <a:extLst xmlns:a="http://schemas.openxmlformats.org/drawingml/2006/main">
              <a:ext uri="{FF2B5EF4-FFF2-40B4-BE49-F238E27FC236}">
                <a16:creationId xmlns:a16="http://schemas.microsoft.com/office/drawing/2014/main" id="{E28ED8BB-8CF3-4FA0-A809-B6B2E243E718}"/>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85" name="45-shape-21">
            <a:extLst xmlns:a="http://schemas.openxmlformats.org/drawingml/2006/main">
              <a:ext uri="{FF2B5EF4-FFF2-40B4-BE49-F238E27FC236}">
                <a16:creationId xmlns:a16="http://schemas.microsoft.com/office/drawing/2014/main" id="{5AD35C78-70FB-445E-8ED0-39ED95D24500}"/>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6" name="45-shape-22">
            <a:extLst xmlns:a="http://schemas.openxmlformats.org/drawingml/2006/main">
              <a:ext uri="{FF2B5EF4-FFF2-40B4-BE49-F238E27FC236}">
                <a16:creationId xmlns:a16="http://schemas.microsoft.com/office/drawing/2014/main" id="{AEC11497-9739-42A7-9DBA-CE7947BB4C58}"/>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7" name="45-text-23">
            <a:extLst xmlns:a="http://schemas.openxmlformats.org/drawingml/2006/main">
              <a:ext uri="{FF2B5EF4-FFF2-40B4-BE49-F238E27FC236}">
                <a16:creationId xmlns:a16="http://schemas.microsoft.com/office/drawing/2014/main" id="{7BA1DACA-BE3C-484B-90DC-2D880D9ABE97}"/>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88" name="45-text-24">
            <a:extLst xmlns:a="http://schemas.openxmlformats.org/drawingml/2006/main">
              <a:ext uri="{FF2B5EF4-FFF2-40B4-BE49-F238E27FC236}">
                <a16:creationId xmlns:a16="http://schemas.microsoft.com/office/drawing/2014/main" id="{FF704300-2715-45ED-95AE-AA89BED030E3}"/>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89" name="narrative-number">
            <a:extLst xmlns:a="http://schemas.openxmlformats.org/drawingml/2006/main">
              <a:ext uri="{FF2B5EF4-FFF2-40B4-BE49-F238E27FC236}">
                <a16:creationId xmlns:a16="http://schemas.microsoft.com/office/drawing/2014/main" id="{BEE7F170-18C1-443C-9EB6-F4E93BBB4A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419132720"/>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0" name="!!area-name">
            <a:extLst xmlns:a="http://schemas.openxmlformats.org/drawingml/2006/main">
              <a:ext uri="{FF2B5EF4-FFF2-40B4-BE49-F238E27FC236}">
                <a16:creationId xmlns:a16="http://schemas.microsoft.com/office/drawing/2014/main" id="{0CB096C7-3774-4690-8C68-B1DA6EF53E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8" name="mini-map"/>
          <p:cNvPicPr>
            <a:picLocks xmlns:a="http://schemas.openxmlformats.org/drawingml/2006/main" noChangeAspect="1"/>
          </p:cNvPicPr>
          <p:nvPr/>
        </p:nvPicPr>
        <p:blipFill>
          <a:blip xmlns:r="http://schemas.openxmlformats.org/officeDocument/2006/relationships" xmlns:a="http://schemas.openxmlformats.org/drawingml/2006/main" r:embed="R4b33dce7f71a4c5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2" name="slide-title">
            <a:extLst xmlns:a="http://schemas.openxmlformats.org/drawingml/2006/main">
              <a:ext uri="{FF2B5EF4-FFF2-40B4-BE49-F238E27FC236}">
                <a16:creationId xmlns:a16="http://schemas.microsoft.com/office/drawing/2014/main" id="{E9B2199B-94A7-4CE7-B3A3-55ACBA042E5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3" name="header-divider">
            <a:extLst xmlns:a="http://schemas.openxmlformats.org/drawingml/2006/main">
              <a:ext uri="{FF2B5EF4-FFF2-40B4-BE49-F238E27FC236}">
                <a16:creationId xmlns:a16="http://schemas.microsoft.com/office/drawing/2014/main" id="{213FD4B4-CF13-4926-A131-784F394B55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4" name="46-shape-1">
            <a:extLst xmlns:a="http://schemas.openxmlformats.org/drawingml/2006/main">
              <a:ext uri="{FF2B5EF4-FFF2-40B4-BE49-F238E27FC236}">
                <a16:creationId xmlns:a16="http://schemas.microsoft.com/office/drawing/2014/main" id="{6918BE03-8967-4FE1-AE30-AE9104395CE2}"/>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5" name="46-text-2">
            <a:extLst xmlns:a="http://schemas.openxmlformats.org/drawingml/2006/main">
              <a:ext uri="{FF2B5EF4-FFF2-40B4-BE49-F238E27FC236}">
                <a16:creationId xmlns:a16="http://schemas.microsoft.com/office/drawing/2014/main" id="{C437D3B2-5DAD-467B-BB30-A62886A4D560}"/>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96" name="46-text-3">
            <a:extLst xmlns:a="http://schemas.openxmlformats.org/drawingml/2006/main">
              <a:ext uri="{FF2B5EF4-FFF2-40B4-BE49-F238E27FC236}">
                <a16:creationId xmlns:a16="http://schemas.microsoft.com/office/drawing/2014/main" id="{E4FCFC9A-9E89-41F6-BE79-7F5F9DFD8495}"/>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97" name="46-shape-4">
            <a:extLst xmlns:a="http://schemas.openxmlformats.org/drawingml/2006/main">
              <a:ext uri="{FF2B5EF4-FFF2-40B4-BE49-F238E27FC236}">
                <a16:creationId xmlns:a16="http://schemas.microsoft.com/office/drawing/2014/main" id="{0259C26C-C558-4FA6-9F0A-92D10F15203B}"/>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8" name="46-text-5">
            <a:extLst xmlns:a="http://schemas.openxmlformats.org/drawingml/2006/main">
              <a:ext uri="{FF2B5EF4-FFF2-40B4-BE49-F238E27FC236}">
                <a16:creationId xmlns:a16="http://schemas.microsoft.com/office/drawing/2014/main" id="{5453A317-038F-42EA-B910-BBF217E1458E}"/>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99" name="46-text-6">
            <a:extLst xmlns:a="http://schemas.openxmlformats.org/drawingml/2006/main">
              <a:ext uri="{FF2B5EF4-FFF2-40B4-BE49-F238E27FC236}">
                <a16:creationId xmlns:a16="http://schemas.microsoft.com/office/drawing/2014/main" id="{A13FA78A-6077-4C19-B5F0-6EA0FBBC412A}"/>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00" name="46-shape-7">
            <a:extLst xmlns:a="http://schemas.openxmlformats.org/drawingml/2006/main">
              <a:ext uri="{FF2B5EF4-FFF2-40B4-BE49-F238E27FC236}">
                <a16:creationId xmlns:a16="http://schemas.microsoft.com/office/drawing/2014/main" id="{A6E81610-2FA8-4C66-827C-08DED5A9E178}"/>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1" name="46-text-8">
            <a:extLst xmlns:a="http://schemas.openxmlformats.org/drawingml/2006/main">
              <a:ext uri="{FF2B5EF4-FFF2-40B4-BE49-F238E27FC236}">
                <a16:creationId xmlns:a16="http://schemas.microsoft.com/office/drawing/2014/main" id="{3A835908-AF67-4529-95C8-94779FE60ABF}"/>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02" name="46-text-9">
            <a:extLst xmlns:a="http://schemas.openxmlformats.org/drawingml/2006/main">
              <a:ext uri="{FF2B5EF4-FFF2-40B4-BE49-F238E27FC236}">
                <a16:creationId xmlns:a16="http://schemas.microsoft.com/office/drawing/2014/main" id="{2131311D-33D0-4E93-8DAE-63898E727D0D}"/>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03" name="46-shape-10">
            <a:extLst xmlns:a="http://schemas.openxmlformats.org/drawingml/2006/main">
              <a:ext uri="{FF2B5EF4-FFF2-40B4-BE49-F238E27FC236}">
                <a16:creationId xmlns:a16="http://schemas.microsoft.com/office/drawing/2014/main" id="{C5B41388-837D-46F3-B8A3-B5B46960FC6B}"/>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4" name="46-text-11">
            <a:extLst xmlns:a="http://schemas.openxmlformats.org/drawingml/2006/main">
              <a:ext uri="{FF2B5EF4-FFF2-40B4-BE49-F238E27FC236}">
                <a16:creationId xmlns:a16="http://schemas.microsoft.com/office/drawing/2014/main" id="{0EA8FB2D-5008-4CAC-BF70-D45146826AF0}"/>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05" name="46-text-12">
            <a:extLst xmlns:a="http://schemas.openxmlformats.org/drawingml/2006/main">
              <a:ext uri="{FF2B5EF4-FFF2-40B4-BE49-F238E27FC236}">
                <a16:creationId xmlns:a16="http://schemas.microsoft.com/office/drawing/2014/main" id="{27DFD918-183E-4660-B85D-E919DE9A2C27}"/>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06" name="narrative-number">
            <a:extLst xmlns:a="http://schemas.openxmlformats.org/drawingml/2006/main">
              <a:ext uri="{FF2B5EF4-FFF2-40B4-BE49-F238E27FC236}">
                <a16:creationId xmlns:a16="http://schemas.microsoft.com/office/drawing/2014/main" id="{9DE1DA7E-0441-4ABD-AAD9-9DE510C444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710235278"/>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47-text-1">
            <a:extLst xmlns:a="http://schemas.openxmlformats.org/drawingml/2006/main">
              <a:ext uri="{FF2B5EF4-FFF2-40B4-BE49-F238E27FC236}">
                <a16:creationId xmlns:a16="http://schemas.microsoft.com/office/drawing/2014/main" id="{9700BB51-7C7B-4D4A-B9A0-FE39EAEB210D}"/>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08" name="47-text-2">
            <a:extLst xmlns:a="http://schemas.openxmlformats.org/drawingml/2006/main">
              <a:ext uri="{FF2B5EF4-FFF2-40B4-BE49-F238E27FC236}">
                <a16:creationId xmlns:a16="http://schemas.microsoft.com/office/drawing/2014/main" id="{CA86C802-48F7-4D4E-9BE0-2F8F84A30E6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09" name="47-text-3">
            <a:extLst xmlns:a="http://schemas.openxmlformats.org/drawingml/2006/main">
              <a:ext uri="{FF2B5EF4-FFF2-40B4-BE49-F238E27FC236}">
                <a16:creationId xmlns:a16="http://schemas.microsoft.com/office/drawing/2014/main" id="{82B542E3-6BEA-4FD2-B0EF-6BCD585594EB}"/>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0" name="narrative-number">
            <a:extLst xmlns:a="http://schemas.openxmlformats.org/drawingml/2006/main">
              <a:ext uri="{FF2B5EF4-FFF2-40B4-BE49-F238E27FC236}">
                <a16:creationId xmlns:a16="http://schemas.microsoft.com/office/drawing/2014/main" id="{AE9884E3-D9C7-4146-AE19-0F11F3272C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416253652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1" name="slide-title">
            <a:extLst xmlns:a="http://schemas.openxmlformats.org/drawingml/2006/main">
              <a:ext uri="{FF2B5EF4-FFF2-40B4-BE49-F238E27FC236}">
                <a16:creationId xmlns:a16="http://schemas.microsoft.com/office/drawing/2014/main" id="{FB67907F-C995-4BDD-8F15-81940541DC8F}"/>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Core learning path</a:t>
            </a:r>
          </a:p>
        </p:txBody>
      </p:sp>
      <p:sp>
        <p:nvSpPr>
          <p:cNvPr id="512" name="header-divider">
            <a:extLst xmlns:a="http://schemas.openxmlformats.org/drawingml/2006/main">
              <a:ext uri="{FF2B5EF4-FFF2-40B4-BE49-F238E27FC236}">
                <a16:creationId xmlns:a16="http://schemas.microsoft.com/office/drawing/2014/main" id="{D03D3E24-EEDC-4E34-A3ED-EC6969A83224}"/>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3" name="resource-1-name">
            <a:extLst xmlns:a="http://schemas.openxmlformats.org/drawingml/2006/main">
              <a:ext uri="{FF2B5EF4-FFF2-40B4-BE49-F238E27FC236}">
                <a16:creationId xmlns:a16="http://schemas.microsoft.com/office/drawing/2014/main" id="{DA906C86-72B1-4FED-ACEC-C019080B8FC8}"/>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6464c23cebd646f0"/>
              </a:rPr>
              <a:t>AI Engineering</a:t>
            </a:r>
            <a:r>
              <a:rPr sz="1600">
                <a:solidFill>
                  <a:srgbClr val="ADACA9"/>
                </a:solidFill>
                <a:latin typeface="Helvetica"/>
                <a:ea typeface="Helvetica"/>
                <a:cs typeface="Helvetica"/>
              </a:rPr>
              <a:t>   Chip Huyen, Book + supplements</a:t>
            </a:r>
          </a:p>
        </p:txBody>
      </p:sp>
      <p:sp>
        <p:nvSpPr>
          <p:cNvPr id="514" name="resource-1-purpose">
            <a:extLst xmlns:a="http://schemas.openxmlformats.org/drawingml/2006/main">
              <a:ext uri="{FF2B5EF4-FFF2-40B4-BE49-F238E27FC236}">
                <a16:creationId xmlns:a16="http://schemas.microsoft.com/office/drawing/2014/main" id="{71F42A7A-54A9-4046-8616-09078B00B894}"/>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design decisions across the discipline</a:t>
            </a:r>
          </a:p>
        </p:txBody>
      </p:sp>
      <p:sp>
        <p:nvSpPr>
          <p:cNvPr id="515" name="resource-1-url">
            <a:extLst xmlns:a="http://schemas.openxmlformats.org/drawingml/2006/main">
              <a:ext uri="{FF2B5EF4-FFF2-40B4-BE49-F238E27FC236}">
                <a16:creationId xmlns:a16="http://schemas.microsoft.com/office/drawing/2014/main" id="{E405FF50-904F-4D8D-81B8-51FE7E49824B}"/>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77b4cf659ad04af1"/>
              </a:rPr>
              <a:t>github.com/chiphuyen/aie-book</a:t>
            </a:r>
          </a:p>
        </p:txBody>
      </p:sp>
      <p:sp>
        <p:nvSpPr>
          <p:cNvPr id="516" name="resource-2-name">
            <a:extLst xmlns:a="http://schemas.openxmlformats.org/drawingml/2006/main">
              <a:ext uri="{FF2B5EF4-FFF2-40B4-BE49-F238E27FC236}">
                <a16:creationId xmlns:a16="http://schemas.microsoft.com/office/drawing/2014/main" id="{A8DD7EC9-AE4D-4BE6-9BCD-80E734F2628B}"/>
              </a:ext>
            </a:extLst>
          </p:cNvPr>
          <p:cNvSpPr>
            <a:spLocks xmlns:a="http://schemas.openxmlformats.org/drawingml/2006/main"/>
          </p:cNvSpPr>
          <p:nvPr/>
        </p:nvSpPr>
        <p:spPr>
          <a:xfrm xmlns:a="http://schemas.openxmlformats.org/drawingml/2006/main">
            <a:off x="609600" y="2870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c260040d0adc44ba"/>
              </a:rPr>
              <a:t>Agentic AI</a:t>
            </a:r>
            <a:r>
              <a:rPr sz="1600">
                <a:solidFill>
                  <a:srgbClr val="ADACA9"/>
                </a:solidFill>
                <a:latin typeface="Helvetica"/>
                <a:ea typeface="Helvetica"/>
                <a:cs typeface="Helvetica"/>
              </a:rPr>
              <a:t>   Andrew Ng / DeepLearning.AI, Course</a:t>
            </a:r>
          </a:p>
        </p:txBody>
      </p:sp>
      <p:sp>
        <p:nvSpPr>
          <p:cNvPr id="517" name="resource-2-purpose">
            <a:extLst xmlns:a="http://schemas.openxmlformats.org/drawingml/2006/main">
              <a:ext uri="{FF2B5EF4-FFF2-40B4-BE49-F238E27FC236}">
                <a16:creationId xmlns:a16="http://schemas.microsoft.com/office/drawing/2014/main" id="{825830DB-A636-41C4-9C40-D2E45BF3CBB7}"/>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Implement agentic workflow patterns in Python</a:t>
            </a:r>
          </a:p>
        </p:txBody>
      </p:sp>
      <p:sp>
        <p:nvSpPr>
          <p:cNvPr id="518" name="resource-2-url">
            <a:extLst xmlns:a="http://schemas.openxmlformats.org/drawingml/2006/main">
              <a:ext uri="{FF2B5EF4-FFF2-40B4-BE49-F238E27FC236}">
                <a16:creationId xmlns:a16="http://schemas.microsoft.com/office/drawing/2014/main" id="{D9DCDDBD-C847-4E05-A6BF-AF8559424A44}"/>
              </a:ext>
            </a:extLst>
          </p:cNvPr>
          <p:cNvSpPr>
            <a:spLocks xmlns:a="http://schemas.openxmlformats.org/drawingml/2006/main"/>
          </p:cNvSpPr>
          <p:nvPr/>
        </p:nvSpPr>
        <p:spPr>
          <a:xfrm xmlns:a="http://schemas.openxmlformats.org/drawingml/2006/main">
            <a:off x="609600" y="3479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8bf2e9eb1bee4c3e"/>
              </a:rPr>
              <a:t>deeplearning.ai/courses/agentic-ai</a:t>
            </a:r>
          </a:p>
        </p:txBody>
      </p:sp>
      <p:sp>
        <p:nvSpPr>
          <p:cNvPr id="519" name="resource-3-name">
            <a:extLst xmlns:a="http://schemas.openxmlformats.org/drawingml/2006/main">
              <a:ext uri="{FF2B5EF4-FFF2-40B4-BE49-F238E27FC236}">
                <a16:creationId xmlns:a16="http://schemas.microsoft.com/office/drawing/2014/main" id="{120A8AA1-331F-49AC-BB88-B938C146EDD6}"/>
              </a:ext>
            </a:extLst>
          </p:cNvPr>
          <p:cNvSpPr>
            <a:spLocks xmlns:a="http://schemas.openxmlformats.org/drawingml/2006/main"/>
          </p:cNvSpPr>
          <p:nvPr/>
        </p:nvSpPr>
        <p:spPr>
          <a:xfrm xmlns:a="http://schemas.openxmlformats.org/drawingml/2006/main">
            <a:off x="609600" y="3886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170baade1676412d"/>
              </a:rPr>
              <a:t>LLM Zoomcamp</a:t>
            </a:r>
            <a:r>
              <a:rPr sz="1600">
                <a:solidFill>
                  <a:srgbClr val="ADACA9"/>
                </a:solidFill>
                <a:latin typeface="Helvetica"/>
                <a:ea typeface="Helvetica"/>
                <a:cs typeface="Helvetica"/>
              </a:rPr>
              <a:t>   DataTalks.Club, Course + project</a:t>
            </a:r>
          </a:p>
        </p:txBody>
      </p:sp>
      <p:sp>
        <p:nvSpPr>
          <p:cNvPr id="520" name="resource-3-purpose">
            <a:extLst xmlns:a="http://schemas.openxmlformats.org/drawingml/2006/main">
              <a:ext uri="{FF2B5EF4-FFF2-40B4-BE49-F238E27FC236}">
                <a16:creationId xmlns:a16="http://schemas.microsoft.com/office/drawing/2014/main" id="{9A9CFCFE-7A6C-4D51-A95A-FAB9C11ABC05}"/>
              </a:ext>
            </a:extLst>
          </p:cNvPr>
          <p:cNvSpPr>
            <a:spLocks xmlns:a="http://schemas.openxmlformats.org/drawingml/2006/main"/>
          </p:cNvSpPr>
          <p:nvPr/>
        </p:nvSpPr>
        <p:spPr>
          <a:xfrm xmlns:a="http://schemas.openxmlformats.org/drawingml/2006/main">
            <a:off x="609600" y="4191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Build a substantial retrieval-based application</a:t>
            </a:r>
          </a:p>
        </p:txBody>
      </p:sp>
      <p:sp>
        <p:nvSpPr>
          <p:cNvPr id="521" name="resource-3-url">
            <a:extLst xmlns:a="http://schemas.openxmlformats.org/drawingml/2006/main">
              <a:ext uri="{FF2B5EF4-FFF2-40B4-BE49-F238E27FC236}">
                <a16:creationId xmlns:a16="http://schemas.microsoft.com/office/drawing/2014/main" id="{F7415625-9441-420A-94AD-CF333A024760}"/>
              </a:ext>
            </a:extLst>
          </p:cNvPr>
          <p:cNvSpPr>
            <a:spLocks xmlns:a="http://schemas.openxmlformats.org/drawingml/2006/main"/>
          </p:cNvSpPr>
          <p:nvPr/>
        </p:nvSpPr>
        <p:spPr>
          <a:xfrm xmlns:a="http://schemas.openxmlformats.org/drawingml/2006/main">
            <a:off x="609600" y="449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58e71af535b44c27"/>
              </a:rPr>
              <a:t>github.com/DataTalksClub/llm-zoomcamp</a:t>
            </a:r>
          </a:p>
        </p:txBody>
      </p:sp>
      <p:sp>
        <p:nvSpPr>
          <p:cNvPr id="522" name="resource-4-name">
            <a:extLst xmlns:a="http://schemas.openxmlformats.org/drawingml/2006/main">
              <a:ext uri="{FF2B5EF4-FFF2-40B4-BE49-F238E27FC236}">
                <a16:creationId xmlns:a16="http://schemas.microsoft.com/office/drawing/2014/main" id="{96C5F683-EC6A-439A-B205-02C5108E68E9}"/>
              </a:ext>
            </a:extLst>
          </p:cNvPr>
          <p:cNvSpPr>
            <a:spLocks xmlns:a="http://schemas.openxmlformats.org/drawingml/2006/main"/>
          </p:cNvSpPr>
          <p:nvPr/>
        </p:nvSpPr>
        <p:spPr>
          <a:xfrm xmlns:a="http://schemas.openxmlformats.org/drawingml/2006/main">
            <a:off x="609600" y="4902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6ec586d7b7064004"/>
              </a:rPr>
              <a:t>AI Evals Guides</a:t>
            </a:r>
            <a:r>
              <a:rPr sz="1600">
                <a:solidFill>
                  <a:srgbClr val="ADACA9"/>
                </a:solidFill>
                <a:latin typeface="Helvetica"/>
                <a:ea typeface="Helvetica"/>
                <a:cs typeface="Helvetica"/>
              </a:rPr>
              <a:t>   Hamel Husain &amp; Shreya Shankar, Guides</a:t>
            </a:r>
          </a:p>
        </p:txBody>
      </p:sp>
      <p:sp>
        <p:nvSpPr>
          <p:cNvPr id="523" name="resource-4-purpose">
            <a:extLst xmlns:a="http://schemas.openxmlformats.org/drawingml/2006/main">
              <a:ext uri="{FF2B5EF4-FFF2-40B4-BE49-F238E27FC236}">
                <a16:creationId xmlns:a16="http://schemas.microsoft.com/office/drawing/2014/main" id="{0C1365C8-070C-49CE-A238-4510A83F61A9}"/>
              </a:ext>
            </a:extLst>
          </p:cNvPr>
          <p:cNvSpPr>
            <a:spLocks xmlns:a="http://schemas.openxmlformats.org/drawingml/2006/main"/>
          </p:cNvSpPr>
          <p:nvPr/>
        </p:nvSpPr>
        <p:spPr>
          <a:xfrm xmlns:a="http://schemas.openxmlformats.org/drawingml/2006/main">
            <a:off x="609600" y="5207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failures and measure improvements while building</a:t>
            </a:r>
          </a:p>
        </p:txBody>
      </p:sp>
      <p:sp>
        <p:nvSpPr>
          <p:cNvPr id="524" name="resource-4-url">
            <a:extLst xmlns:a="http://schemas.openxmlformats.org/drawingml/2006/main">
              <a:ext uri="{FF2B5EF4-FFF2-40B4-BE49-F238E27FC236}">
                <a16:creationId xmlns:a16="http://schemas.microsoft.com/office/drawing/2014/main" id="{B473C14C-151C-4974-B3FD-4ACB59B5E840}"/>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29b7da2dcf8b4586"/>
              </a:rPr>
              <a:t>hamel.dev/blog/posts/evals-faq/</a:t>
            </a:r>
          </a:p>
        </p:txBody>
      </p:sp>
      <p:sp>
        <p:nvSpPr>
          <p:cNvPr id="525" name="resource-guidance">
            <a:extLst xmlns:a="http://schemas.openxmlformats.org/drawingml/2006/main">
              <a:ext uri="{FF2B5EF4-FFF2-40B4-BE49-F238E27FC236}">
                <a16:creationId xmlns:a16="http://schemas.microsoft.com/office/drawing/2014/main" id="{E7743A77-9CD9-42DD-B113-28C158F3628B}"/>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500"/>
              </a:lnSpc>
              <a:defRPr sz="2000" b="0">
                <a:solidFill>
                  <a:srgbClr val="FE7026"/>
                </a:solidFill>
                <a:latin typeface="Helvetica"/>
                <a:ea typeface="Helvetica"/>
                <a:cs typeface="Helvetica"/>
              </a:defRPr>
            </a:pPr>
            <a:r>
              <a:rPr b="0">
                <a:solidFill>
                  <a:srgbClr val="FE7026"/>
                </a:solidFill>
                <a:latin typeface="Helvetica"/>
                <a:ea typeface="Helvetica"/>
                <a:cs typeface="Helvetica"/>
              </a:rPr>
              <a:t>Apply evaluation while building your project.</a:t>
            </a:r>
          </a:p>
        </p:txBody>
      </p:sp>
      <p:sp>
        <p:nvSpPr>
          <p:cNvPr id="526" name="narrative-number">
            <a:extLst xmlns:a="http://schemas.openxmlformats.org/drawingml/2006/main">
              <a:ext uri="{FF2B5EF4-FFF2-40B4-BE49-F238E27FC236}">
                <a16:creationId xmlns:a16="http://schemas.microsoft.com/office/drawing/2014/main" id="{E416A5C2-4664-4BD0-B517-9C7C05999E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4200431347"/>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7" name="slide-title">
            <a:extLst xmlns:a="http://schemas.openxmlformats.org/drawingml/2006/main">
              <a:ext uri="{FF2B5EF4-FFF2-40B4-BE49-F238E27FC236}">
                <a16:creationId xmlns:a16="http://schemas.microsoft.com/office/drawing/2014/main" id="{ACBC9839-1107-4FBF-B444-083F291011C8}"/>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Building and operating systems</a:t>
            </a:r>
          </a:p>
        </p:txBody>
      </p:sp>
      <p:sp>
        <p:nvSpPr>
          <p:cNvPr id="528" name="header-divider">
            <a:extLst xmlns:a="http://schemas.openxmlformats.org/drawingml/2006/main">
              <a:ext uri="{FF2B5EF4-FFF2-40B4-BE49-F238E27FC236}">
                <a16:creationId xmlns:a16="http://schemas.microsoft.com/office/drawing/2014/main" id="{AC2A9F9F-CDE5-4C70-A271-1F218423839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9" name="resource-1-name">
            <a:extLst xmlns:a="http://schemas.openxmlformats.org/drawingml/2006/main">
              <a:ext uri="{FF2B5EF4-FFF2-40B4-BE49-F238E27FC236}">
                <a16:creationId xmlns:a16="http://schemas.microsoft.com/office/drawing/2014/main" id="{1F60AEC7-613F-48F7-97C9-CA227ACA4D3E}"/>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ecac40bd5be64402"/>
              </a:rPr>
              <a:t>Anthropic Engineering</a:t>
            </a:r>
            <a:r>
              <a:rPr sz="1600">
                <a:solidFill>
                  <a:srgbClr val="ADACA9"/>
                </a:solidFill>
                <a:latin typeface="Helvetica"/>
                <a:ea typeface="Helvetica"/>
                <a:cs typeface="Helvetica"/>
              </a:rPr>
              <a:t>   Articles</a:t>
            </a:r>
          </a:p>
        </p:txBody>
      </p:sp>
      <p:sp>
        <p:nvSpPr>
          <p:cNvPr id="530" name="resource-1-purpose">
            <a:extLst xmlns:a="http://schemas.openxmlformats.org/drawingml/2006/main">
              <a:ext uri="{FF2B5EF4-FFF2-40B4-BE49-F238E27FC236}">
                <a16:creationId xmlns:a16="http://schemas.microsoft.com/office/drawing/2014/main" id="{B122C86B-2050-4D29-810D-F9AE7276A193}"/>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 architecture, context, and reliability</a:t>
            </a:r>
          </a:p>
        </p:txBody>
      </p:sp>
      <p:sp>
        <p:nvSpPr>
          <p:cNvPr id="531" name="resource-1-url">
            <a:extLst xmlns:a="http://schemas.openxmlformats.org/drawingml/2006/main">
              <a:ext uri="{FF2B5EF4-FFF2-40B4-BE49-F238E27FC236}">
                <a16:creationId xmlns:a16="http://schemas.microsoft.com/office/drawing/2014/main" id="{E503BA48-2419-420F-8FA6-F78C89E8AADD}"/>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11d22793a26e4e8c"/>
              </a:rPr>
              <a:t>anthropic.com/engineering</a:t>
            </a:r>
          </a:p>
        </p:txBody>
      </p:sp>
      <p:sp>
        <p:nvSpPr>
          <p:cNvPr id="532" name="resource-2-name">
            <a:extLst xmlns:a="http://schemas.openxmlformats.org/drawingml/2006/main">
              <a:ext uri="{FF2B5EF4-FFF2-40B4-BE49-F238E27FC236}">
                <a16:creationId xmlns:a16="http://schemas.microsoft.com/office/drawing/2014/main" id="{CD2EBED8-941C-4A6B-B2CB-F439F7DC4300}"/>
              </a:ext>
            </a:extLst>
          </p:cNvPr>
          <p:cNvSpPr>
            <a:spLocks xmlns:a="http://schemas.openxmlformats.org/drawingml/2006/main"/>
          </p:cNvSpPr>
          <p:nvPr/>
        </p:nvSpPr>
        <p:spPr>
          <a:xfrm xmlns:a="http://schemas.openxmlformats.org/drawingml/2006/main">
            <a:off x="609600" y="2717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5f02fb6b670a49a2"/>
              </a:rPr>
              <a:t>Made With ML</a:t>
            </a:r>
            <a:r>
              <a:rPr sz="1600">
                <a:solidFill>
                  <a:srgbClr val="ADACA9"/>
                </a:solidFill>
                <a:latin typeface="Helvetica"/>
                <a:ea typeface="Helvetica"/>
                <a:cs typeface="Helvetica"/>
              </a:rPr>
              <a:t>   Goku Mohandas / Anyscale, Course + code</a:t>
            </a:r>
          </a:p>
        </p:txBody>
      </p:sp>
      <p:sp>
        <p:nvSpPr>
          <p:cNvPr id="533" name="resource-2-purpose">
            <a:extLst xmlns:a="http://schemas.openxmlformats.org/drawingml/2006/main">
              <a:ext uri="{FF2B5EF4-FFF2-40B4-BE49-F238E27FC236}">
                <a16:creationId xmlns:a16="http://schemas.microsoft.com/office/drawing/2014/main" id="{96F69F1B-6D6F-4BF1-9AC0-8B02F2FB30C8}"/>
              </a:ext>
            </a:extLst>
          </p:cNvPr>
          <p:cNvSpPr>
            <a:spLocks xmlns:a="http://schemas.openxmlformats.org/drawingml/2006/main"/>
          </p:cNvSpPr>
          <p:nvPr/>
        </p:nvSpPr>
        <p:spPr>
          <a:xfrm xmlns:a="http://schemas.openxmlformats.org/drawingml/2006/main">
            <a:off x="609600" y="3022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ML testing, deployment, and monitoring</a:t>
            </a:r>
          </a:p>
        </p:txBody>
      </p:sp>
      <p:sp>
        <p:nvSpPr>
          <p:cNvPr id="534" name="resource-2-url">
            <a:extLst xmlns:a="http://schemas.openxmlformats.org/drawingml/2006/main">
              <a:ext uri="{FF2B5EF4-FFF2-40B4-BE49-F238E27FC236}">
                <a16:creationId xmlns:a16="http://schemas.microsoft.com/office/drawing/2014/main" id="{4510F146-535C-4A23-8FC7-ACC81B97996E}"/>
              </a:ext>
            </a:extLst>
          </p:cNvPr>
          <p:cNvSpPr>
            <a:spLocks xmlns:a="http://schemas.openxmlformats.org/drawingml/2006/main"/>
          </p:cNvSpPr>
          <p:nvPr/>
        </p:nvSpPr>
        <p:spPr>
          <a:xfrm xmlns:a="http://schemas.openxmlformats.org/drawingml/2006/main">
            <a:off x="609600" y="3327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7178e574ecc64d2c"/>
              </a:rPr>
              <a:t>madewithml.com/</a:t>
            </a:r>
          </a:p>
        </p:txBody>
      </p:sp>
      <p:sp>
        <p:nvSpPr>
          <p:cNvPr id="535" name="resource-3-name">
            <a:extLst xmlns:a="http://schemas.openxmlformats.org/drawingml/2006/main">
              <a:ext uri="{FF2B5EF4-FFF2-40B4-BE49-F238E27FC236}">
                <a16:creationId xmlns:a16="http://schemas.microsoft.com/office/drawing/2014/main" id="{898BCB69-CC7E-4238-ACA7-018C09A91C57}"/>
              </a:ext>
            </a:extLst>
          </p:cNvPr>
          <p:cNvSpPr>
            <a:spLocks xmlns:a="http://schemas.openxmlformats.org/drawingml/2006/main"/>
          </p:cNvSpPr>
          <p:nvPr/>
        </p:nvSpPr>
        <p:spPr>
          <a:xfrm xmlns:a="http://schemas.openxmlformats.org/drawingml/2006/main">
            <a:off x="609600" y="3581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dee0fda11f834adf"/>
              </a:rPr>
              <a:t>LangChain Academy</a:t>
            </a:r>
            <a:r>
              <a:rPr sz="1600">
                <a:solidFill>
                  <a:srgbClr val="ADACA9"/>
                </a:solidFill>
                <a:latin typeface="Helvetica"/>
                <a:ea typeface="Helvetica"/>
                <a:cs typeface="Helvetica"/>
              </a:rPr>
              <a:t>   Courses</a:t>
            </a:r>
          </a:p>
        </p:txBody>
      </p:sp>
      <p:sp>
        <p:nvSpPr>
          <p:cNvPr id="536" name="resource-3-purpose">
            <a:extLst xmlns:a="http://schemas.openxmlformats.org/drawingml/2006/main">
              <a:ext uri="{FF2B5EF4-FFF2-40B4-BE49-F238E27FC236}">
                <a16:creationId xmlns:a16="http://schemas.microsoft.com/office/drawing/2014/main" id="{5EEDD518-27C1-42A6-89F5-1D84B07522F1}"/>
              </a:ext>
            </a:extLst>
          </p:cNvPr>
          <p:cNvSpPr>
            <a:spLocks xmlns:a="http://schemas.openxmlformats.org/drawingml/2006/main"/>
          </p:cNvSpPr>
          <p:nvPr/>
        </p:nvSpPr>
        <p:spPr>
          <a:xfrm xmlns:a="http://schemas.openxmlformats.org/drawingml/2006/main">
            <a:off x="609600" y="3886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Stateful agents with LangGraph</a:t>
            </a:r>
          </a:p>
        </p:txBody>
      </p:sp>
      <p:sp>
        <p:nvSpPr>
          <p:cNvPr id="537" name="resource-3-url">
            <a:extLst xmlns:a="http://schemas.openxmlformats.org/drawingml/2006/main">
              <a:ext uri="{FF2B5EF4-FFF2-40B4-BE49-F238E27FC236}">
                <a16:creationId xmlns:a16="http://schemas.microsoft.com/office/drawing/2014/main" id="{072FD7EF-0F82-4410-A181-0B7EF7DADF9F}"/>
              </a:ext>
            </a:extLst>
          </p:cNvPr>
          <p:cNvSpPr>
            <a:spLocks xmlns:a="http://schemas.openxmlformats.org/drawingml/2006/main"/>
          </p:cNvSpPr>
          <p:nvPr/>
        </p:nvSpPr>
        <p:spPr>
          <a:xfrm xmlns:a="http://schemas.openxmlformats.org/drawingml/2006/main">
            <a:off x="609600" y="4191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02da34dfe15a4864"/>
              </a:rPr>
              <a:t>academy.langchain.com/</a:t>
            </a:r>
          </a:p>
        </p:txBody>
      </p:sp>
      <p:sp>
        <p:nvSpPr>
          <p:cNvPr id="538" name="resource-4-name">
            <a:extLst xmlns:a="http://schemas.openxmlformats.org/drawingml/2006/main">
              <a:ext uri="{FF2B5EF4-FFF2-40B4-BE49-F238E27FC236}">
                <a16:creationId xmlns:a16="http://schemas.microsoft.com/office/drawing/2014/main" id="{EE95213F-E10F-43A6-B62F-4B4923BAF8E9}"/>
              </a:ext>
            </a:extLst>
          </p:cNvPr>
          <p:cNvSpPr>
            <a:spLocks xmlns:a="http://schemas.openxmlformats.org/drawingml/2006/main"/>
          </p:cNvSpPr>
          <p:nvPr/>
        </p:nvSpPr>
        <p:spPr>
          <a:xfrm xmlns:a="http://schemas.openxmlformats.org/drawingml/2006/main">
            <a:off x="609600" y="444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b52de85975204a3b"/>
              </a:rPr>
              <a:t>Hugging Face AI Agents Course</a:t>
            </a:r>
            <a:r>
              <a:rPr sz="1600">
                <a:solidFill>
                  <a:srgbClr val="ADACA9"/>
                </a:solidFill>
                <a:latin typeface="Helvetica"/>
                <a:ea typeface="Helvetica"/>
                <a:cs typeface="Helvetica"/>
              </a:rPr>
              <a:t>   Course + assignments</a:t>
            </a:r>
          </a:p>
        </p:txBody>
      </p:sp>
      <p:sp>
        <p:nvSpPr>
          <p:cNvPr id="539" name="resource-4-purpose">
            <a:extLst xmlns:a="http://schemas.openxmlformats.org/drawingml/2006/main">
              <a:ext uri="{FF2B5EF4-FFF2-40B4-BE49-F238E27FC236}">
                <a16:creationId xmlns:a16="http://schemas.microsoft.com/office/drawing/2014/main" id="{A542154A-9218-4873-96F6-5F3C158B1A45}"/>
              </a:ext>
            </a:extLst>
          </p:cNvPr>
          <p:cNvSpPr>
            <a:spLocks xmlns:a="http://schemas.openxmlformats.org/drawingml/2006/main"/>
          </p:cNvSpPr>
          <p:nvPr/>
        </p:nvSpPr>
        <p:spPr>
          <a:xfrm xmlns:a="http://schemas.openxmlformats.org/drawingml/2006/main">
            <a:off x="609600" y="474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 mechanics and framework practice</a:t>
            </a:r>
          </a:p>
        </p:txBody>
      </p:sp>
      <p:sp>
        <p:nvSpPr>
          <p:cNvPr id="540" name="resource-4-url">
            <a:extLst xmlns:a="http://schemas.openxmlformats.org/drawingml/2006/main">
              <a:ext uri="{FF2B5EF4-FFF2-40B4-BE49-F238E27FC236}">
                <a16:creationId xmlns:a16="http://schemas.microsoft.com/office/drawing/2014/main" id="{A4E68119-FD45-4946-A878-338A0AB18B0E}"/>
              </a:ext>
            </a:extLst>
          </p:cNvPr>
          <p:cNvSpPr>
            <a:spLocks xmlns:a="http://schemas.openxmlformats.org/drawingml/2006/main"/>
          </p:cNvSpPr>
          <p:nvPr/>
        </p:nvSpPr>
        <p:spPr>
          <a:xfrm xmlns:a="http://schemas.openxmlformats.org/drawingml/2006/main">
            <a:off x="609600" y="505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6a27d82ff5a64b55"/>
              </a:rPr>
              <a:t>huggingface.co/learn/agents-course/unit0/introduction</a:t>
            </a:r>
          </a:p>
        </p:txBody>
      </p:sp>
      <p:sp>
        <p:nvSpPr>
          <p:cNvPr id="541" name="resource-5-name">
            <a:extLst xmlns:a="http://schemas.openxmlformats.org/drawingml/2006/main">
              <a:ext uri="{FF2B5EF4-FFF2-40B4-BE49-F238E27FC236}">
                <a16:creationId xmlns:a16="http://schemas.microsoft.com/office/drawing/2014/main" id="{E13AF7CE-44FD-4BD0-893E-089302F34DBB}"/>
              </a:ext>
            </a:extLst>
          </p:cNvPr>
          <p:cNvSpPr>
            <a:spLocks xmlns:a="http://schemas.openxmlformats.org/drawingml/2006/main"/>
          </p:cNvSpPr>
          <p:nvPr/>
        </p:nvSpPr>
        <p:spPr>
          <a:xfrm xmlns:a="http://schemas.openxmlformats.org/drawingml/2006/main">
            <a:off x="609600" y="5308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ba0cb11a1399458c"/>
              </a:rPr>
              <a:t>OpenAI Cookbook</a:t>
            </a:r>
            <a:r>
              <a:rPr sz="1600">
                <a:solidFill>
                  <a:srgbClr val="ADACA9"/>
                </a:solidFill>
                <a:latin typeface="Helvetica"/>
                <a:ea typeface="Helvetica"/>
                <a:cs typeface="Helvetica"/>
              </a:rPr>
              <a:t>   Code examples</a:t>
            </a:r>
          </a:p>
        </p:txBody>
      </p:sp>
      <p:sp>
        <p:nvSpPr>
          <p:cNvPr id="542" name="resource-5-purpose">
            <a:extLst xmlns:a="http://schemas.openxmlformats.org/drawingml/2006/main">
              <a:ext uri="{FF2B5EF4-FFF2-40B4-BE49-F238E27FC236}">
                <a16:creationId xmlns:a16="http://schemas.microsoft.com/office/drawing/2014/main" id="{E57A907A-9F53-4C31-A911-52ABAD5271F2}"/>
              </a:ext>
            </a:extLst>
          </p:cNvPr>
          <p:cNvSpPr>
            <a:spLocks xmlns:a="http://schemas.openxmlformats.org/drawingml/2006/main"/>
          </p:cNvSpPr>
          <p:nvPr/>
        </p:nvSpPr>
        <p:spPr>
          <a:xfrm xmlns:a="http://schemas.openxmlformats.org/drawingml/2006/main">
            <a:off x="609600" y="56134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Implementation examples for OpenAI applications</a:t>
            </a:r>
          </a:p>
        </p:txBody>
      </p:sp>
      <p:sp>
        <p:nvSpPr>
          <p:cNvPr id="543" name="resource-5-url">
            <a:extLst xmlns:a="http://schemas.openxmlformats.org/drawingml/2006/main">
              <a:ext uri="{FF2B5EF4-FFF2-40B4-BE49-F238E27FC236}">
                <a16:creationId xmlns:a16="http://schemas.microsoft.com/office/drawing/2014/main" id="{610C6F5F-F7AF-408B-ACAB-E79BB87F0A7A}"/>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41fc37197a6645d2"/>
              </a:rPr>
              <a:t>developers.openai.com/cookbook</a:t>
            </a:r>
          </a:p>
        </p:txBody>
      </p:sp>
      <p:sp>
        <p:nvSpPr>
          <p:cNvPr id="544" name="narrative-number">
            <a:extLst xmlns:a="http://schemas.openxmlformats.org/drawingml/2006/main">
              <a:ext uri="{FF2B5EF4-FFF2-40B4-BE49-F238E27FC236}">
                <a16:creationId xmlns:a16="http://schemas.microsoft.com/office/drawing/2014/main" id="{EECA7A35-E92E-4488-8671-73D82E6B8F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49</a:t>
            </a:r>
          </a:p>
        </p:txBody>
      </p:sp>
    </p:spTree>
    <p:extLst>
      <p:ext uri="{BB962C8B-B14F-4D97-AF65-F5344CB8AC3E}">
        <p14:creationId xmlns:p14="http://schemas.microsoft.com/office/powerpoint/2010/main" val="503802363"/>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5" name="slide-title">
            <a:extLst xmlns:a="http://schemas.openxmlformats.org/drawingml/2006/main">
              <a:ext uri="{FF2B5EF4-FFF2-40B4-BE49-F238E27FC236}">
                <a16:creationId xmlns:a16="http://schemas.microsoft.com/office/drawing/2014/main" id="{D528C253-9113-4288-ADAA-203A78DEE954}"/>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Model knowledge</a:t>
            </a:r>
          </a:p>
        </p:txBody>
      </p:sp>
      <p:sp>
        <p:nvSpPr>
          <p:cNvPr id="546" name="header-divider">
            <a:extLst xmlns:a="http://schemas.openxmlformats.org/drawingml/2006/main">
              <a:ext uri="{FF2B5EF4-FFF2-40B4-BE49-F238E27FC236}">
                <a16:creationId xmlns:a16="http://schemas.microsoft.com/office/drawing/2014/main" id="{3DEA287C-89E3-4538-8555-92F7D1A2C99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7" name="resource-1-name">
            <a:extLst xmlns:a="http://schemas.openxmlformats.org/drawingml/2006/main">
              <a:ext uri="{FF2B5EF4-FFF2-40B4-BE49-F238E27FC236}">
                <a16:creationId xmlns:a16="http://schemas.microsoft.com/office/drawing/2014/main" id="{1D1072EB-B212-4397-9C6F-2B8DB45EDF00}"/>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d4a2e95e19c04555"/>
              </a:rPr>
              <a:t>Hugging Face LLM Course</a:t>
            </a:r>
            <a:r>
              <a:rPr sz="1600">
                <a:solidFill>
                  <a:srgbClr val="ADACA9"/>
                </a:solidFill>
                <a:latin typeface="Helvetica"/>
                <a:ea typeface="Helvetica"/>
                <a:cs typeface="Helvetica"/>
              </a:rPr>
              <a:t>   Course + code</a:t>
            </a:r>
          </a:p>
        </p:txBody>
      </p:sp>
      <p:sp>
        <p:nvSpPr>
          <p:cNvPr id="548" name="resource-1-purpose">
            <a:extLst xmlns:a="http://schemas.openxmlformats.org/drawingml/2006/main">
              <a:ext uri="{FF2B5EF4-FFF2-40B4-BE49-F238E27FC236}">
                <a16:creationId xmlns:a16="http://schemas.microsoft.com/office/drawing/2014/main" id="{FC9D7357-B2FA-4BAC-812E-B71737311AEE}"/>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 models, datasets, and fine-tuning</a:t>
            </a:r>
          </a:p>
        </p:txBody>
      </p:sp>
      <p:sp>
        <p:nvSpPr>
          <p:cNvPr id="549" name="resource-1-url">
            <a:extLst xmlns:a="http://schemas.openxmlformats.org/drawingml/2006/main">
              <a:ext uri="{FF2B5EF4-FFF2-40B4-BE49-F238E27FC236}">
                <a16:creationId xmlns:a16="http://schemas.microsoft.com/office/drawing/2014/main" id="{9E3965AD-0EDF-4871-8F9A-ADA0AE2220CA}"/>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45290ea989444bff"/>
              </a:rPr>
              <a:t>huggingface.co/learn/llm-course/chapter1/1</a:t>
            </a:r>
          </a:p>
        </p:txBody>
      </p:sp>
      <p:sp>
        <p:nvSpPr>
          <p:cNvPr id="550" name="resource-2-name">
            <a:extLst xmlns:a="http://schemas.openxmlformats.org/drawingml/2006/main">
              <a:ext uri="{FF2B5EF4-FFF2-40B4-BE49-F238E27FC236}">
                <a16:creationId xmlns:a16="http://schemas.microsoft.com/office/drawing/2014/main" id="{E209DC04-2C10-4DC0-84C5-BBBC42AA5DAA}"/>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28e89981b7454cc0"/>
              </a:rPr>
              <a:t>Hands-On Large Language Models</a:t>
            </a:r>
            <a:r>
              <a:rPr sz="1600">
                <a:solidFill>
                  <a:srgbClr val="ADACA9"/>
                </a:solidFill>
                <a:latin typeface="Helvetica"/>
                <a:ea typeface="Helvetica"/>
                <a:cs typeface="Helvetica"/>
              </a:rPr>
              <a:t>   Jay Alammar &amp; Maarten Grootendorst, Book + notebooks</a:t>
            </a:r>
          </a:p>
        </p:txBody>
      </p:sp>
      <p:sp>
        <p:nvSpPr>
          <p:cNvPr id="551" name="resource-2-purpose">
            <a:extLst xmlns:a="http://schemas.openxmlformats.org/drawingml/2006/main">
              <a:ext uri="{FF2B5EF4-FFF2-40B4-BE49-F238E27FC236}">
                <a16:creationId xmlns:a16="http://schemas.microsoft.com/office/drawing/2014/main" id="{D03F9B03-6E89-4889-B3E0-45D29A131950}"/>
              </a:ext>
            </a:extLst>
          </p:cNvPr>
          <p:cNvSpPr>
            <a:spLocks xmlns:a="http://schemas.openxmlformats.org/drawingml/2006/main"/>
          </p:cNvSpPr>
          <p:nvPr/>
        </p:nvSpPr>
        <p:spPr>
          <a:xfrm xmlns:a="http://schemas.openxmlformats.org/drawingml/2006/main">
            <a:off x="609600" y="347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Visual explanations and practical notebooks</a:t>
            </a:r>
          </a:p>
        </p:txBody>
      </p:sp>
      <p:sp>
        <p:nvSpPr>
          <p:cNvPr id="552" name="resource-2-url">
            <a:extLst xmlns:a="http://schemas.openxmlformats.org/drawingml/2006/main">
              <a:ext uri="{FF2B5EF4-FFF2-40B4-BE49-F238E27FC236}">
                <a16:creationId xmlns:a16="http://schemas.microsoft.com/office/drawing/2014/main" id="{5607D6B0-4370-4E16-8CAD-94A678731576}"/>
              </a:ext>
            </a:extLst>
          </p:cNvPr>
          <p:cNvSpPr>
            <a:spLocks xmlns:a="http://schemas.openxmlformats.org/drawingml/2006/main"/>
          </p:cNvSpPr>
          <p:nvPr/>
        </p:nvSpPr>
        <p:spPr>
          <a:xfrm xmlns:a="http://schemas.openxmlformats.org/drawingml/2006/main">
            <a:off x="609600" y="378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0ea7b366fd1f4f8e"/>
              </a:rPr>
              <a:t>llm-book.com/</a:t>
            </a:r>
          </a:p>
        </p:txBody>
      </p:sp>
      <p:sp>
        <p:nvSpPr>
          <p:cNvPr id="553" name="resource-3-name">
            <a:extLst xmlns:a="http://schemas.openxmlformats.org/drawingml/2006/main">
              <a:ext uri="{FF2B5EF4-FFF2-40B4-BE49-F238E27FC236}">
                <a16:creationId xmlns:a16="http://schemas.microsoft.com/office/drawing/2014/main" id="{499D18A8-F356-4D7B-AA8F-435E2739C0E6}"/>
              </a:ext>
            </a:extLst>
          </p:cNvPr>
          <p:cNvSpPr>
            <a:spLocks xmlns:a="http://schemas.openxmlformats.org/drawingml/2006/main"/>
          </p:cNvSpPr>
          <p:nvPr/>
        </p:nvSpPr>
        <p:spPr>
          <a:xfrm xmlns:a="http://schemas.openxmlformats.org/drawingml/2006/main">
            <a:off x="609600" y="4495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089e7ee7dfc34d28"/>
              </a:rPr>
              <a:t>Neural Networks: Zero to Hero</a:t>
            </a:r>
            <a:r>
              <a:rPr sz="1600">
                <a:solidFill>
                  <a:srgbClr val="ADACA9"/>
                </a:solidFill>
                <a:latin typeface="Helvetica"/>
                <a:ea typeface="Helvetica"/>
                <a:cs typeface="Helvetica"/>
              </a:rPr>
              <a:t>   Andrej Karpathy, Video course + code</a:t>
            </a:r>
          </a:p>
        </p:txBody>
      </p:sp>
      <p:sp>
        <p:nvSpPr>
          <p:cNvPr id="554" name="resource-3-purpose">
            <a:extLst xmlns:a="http://schemas.openxmlformats.org/drawingml/2006/main">
              <a:ext uri="{FF2B5EF4-FFF2-40B4-BE49-F238E27FC236}">
                <a16:creationId xmlns:a16="http://schemas.microsoft.com/office/drawing/2014/main" id="{21E9F668-9108-424C-8B79-C2781D2DB910}"/>
              </a:ext>
            </a:extLst>
          </p:cNvPr>
          <p:cNvSpPr>
            <a:spLocks xmlns:a="http://schemas.openxmlformats.org/drawingml/2006/main"/>
          </p:cNvSpPr>
          <p:nvPr/>
        </p:nvSpPr>
        <p:spPr>
          <a:xfrm xmlns:a="http://schemas.openxmlformats.org/drawingml/2006/main">
            <a:off x="609600" y="4800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internals through coding</a:t>
            </a:r>
          </a:p>
        </p:txBody>
      </p:sp>
      <p:sp>
        <p:nvSpPr>
          <p:cNvPr id="555" name="resource-3-url">
            <a:extLst xmlns:a="http://schemas.openxmlformats.org/drawingml/2006/main">
              <a:ext uri="{FF2B5EF4-FFF2-40B4-BE49-F238E27FC236}">
                <a16:creationId xmlns:a16="http://schemas.microsoft.com/office/drawing/2014/main" id="{132661DA-0F20-494F-A7B9-8FE67C407D77}"/>
              </a:ext>
            </a:extLst>
          </p:cNvPr>
          <p:cNvSpPr>
            <a:spLocks xmlns:a="http://schemas.openxmlformats.org/drawingml/2006/main"/>
          </p:cNvSpPr>
          <p:nvPr/>
        </p:nvSpPr>
        <p:spPr>
          <a:xfrm xmlns:a="http://schemas.openxmlformats.org/drawingml/2006/main">
            <a:off x="609600" y="5105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a3f1b12dcee04142"/>
              </a:rPr>
              <a:t>karpathy.ai/zero-to-hero.html</a:t>
            </a:r>
          </a:p>
        </p:txBody>
      </p:sp>
      <p:sp>
        <p:nvSpPr>
          <p:cNvPr id="556" name="resource-guidance">
            <a:extLst xmlns:a="http://schemas.openxmlformats.org/drawingml/2006/main">
              <a:ext uri="{FF2B5EF4-FFF2-40B4-BE49-F238E27FC236}">
                <a16:creationId xmlns:a16="http://schemas.microsoft.com/office/drawing/2014/main" id="{8073F03E-8CEC-405C-AA3C-03BBC9F0712B}"/>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Optional depth for work closer to models and data.</a:t>
            </a:r>
          </a:p>
        </p:txBody>
      </p:sp>
      <p:sp>
        <p:nvSpPr>
          <p:cNvPr id="557" name="narrative-number">
            <a:extLst xmlns:a="http://schemas.openxmlformats.org/drawingml/2006/main">
              <a:ext uri="{FF2B5EF4-FFF2-40B4-BE49-F238E27FC236}">
                <a16:creationId xmlns:a16="http://schemas.microsoft.com/office/drawing/2014/main" id="{80BD502A-6F12-4573-95E6-A04DC4DC8B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50</a:t>
            </a:r>
          </a:p>
        </p:txBody>
      </p:sp>
    </p:spTree>
    <p:extLst>
      <p:ext uri="{BB962C8B-B14F-4D97-AF65-F5344CB8AC3E}">
        <p14:creationId xmlns:p14="http://schemas.microsoft.com/office/powerpoint/2010/main" val="2423048057"/>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8" name="slide-title">
            <a:extLst xmlns:a="http://schemas.openxmlformats.org/drawingml/2006/main">
              <a:ext uri="{FF2B5EF4-FFF2-40B4-BE49-F238E27FC236}">
                <a16:creationId xmlns:a16="http://schemas.microsoft.com/office/drawing/2014/main" id="{B6D157BF-7E74-4BE1-B1FF-62288A191EAC}"/>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 Continuing education</a:t>
            </a:r>
          </a:p>
        </p:txBody>
      </p:sp>
      <p:sp>
        <p:nvSpPr>
          <p:cNvPr id="559" name="header-divider">
            <a:extLst xmlns:a="http://schemas.openxmlformats.org/drawingml/2006/main">
              <a:ext uri="{FF2B5EF4-FFF2-40B4-BE49-F238E27FC236}">
                <a16:creationId xmlns:a16="http://schemas.microsoft.com/office/drawing/2014/main" id="{5E41DAD1-7516-418A-B494-101A34655D09}"/>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0" name="resource-1-name">
            <a:extLst xmlns:a="http://schemas.openxmlformats.org/drawingml/2006/main">
              <a:ext uri="{FF2B5EF4-FFF2-40B4-BE49-F238E27FC236}">
                <a16:creationId xmlns:a16="http://schemas.microsoft.com/office/drawing/2014/main" id="{38A634AB-2BC9-4C08-A8F5-2BC626E9E7F3}"/>
              </a:ext>
            </a:extLst>
          </p:cNvPr>
          <p:cNvSpPr>
            <a:spLocks xmlns:a="http://schemas.openxmlformats.org/drawingml/2006/main"/>
          </p:cNvSpPr>
          <p:nvPr/>
        </p:nvSpPr>
        <p:spPr>
          <a:xfrm xmlns:a="http://schemas.openxmlformats.org/drawingml/2006/main">
            <a:off x="609600" y="1854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d75bdcdc062947b2"/>
              </a:rPr>
              <a:t>AI Engineer</a:t>
            </a:r>
            <a:r>
              <a:rPr b="1">
                <a:solidFill>
                  <a:srgbClr val="FFFCF5"/>
                </a:solidFill>
                <a:latin typeface="Helvetica"/>
                <a:ea typeface="Helvetica"/>
                <a:cs typeface="Helvetica"/>
              </a:rPr>
              <a:t> + </a:t>
            </a:r>
            <a:r>
              <a:rPr b="1">
                <a:solidFill>
                  <a:srgbClr val="FFFCF5"/>
                </a:solidFill>
                <a:latin typeface="Helvetica"/>
                <a:ea typeface="Helvetica"/>
                <a:cs typeface="Helvetica"/>
                <a:hlinkClick xmlns:r="http://schemas.openxmlformats.org/officeDocument/2006/relationships" r:id="Rcc180fae1c5a41c5"/>
              </a:rPr>
              <a:t>Latent Space</a:t>
            </a:r>
            <a:r>
              <a:rPr sz="1600">
                <a:solidFill>
                  <a:srgbClr val="ADACA9"/>
                </a:solidFill>
                <a:latin typeface="Helvetica"/>
                <a:ea typeface="Helvetica"/>
                <a:cs typeface="Helvetica"/>
              </a:rPr>
              <a:t>   swyx and collaborators, Talks + podcast + newsletter</a:t>
            </a:r>
          </a:p>
        </p:txBody>
      </p:sp>
      <p:sp>
        <p:nvSpPr>
          <p:cNvPr id="561" name="resource-1-purpose">
            <a:extLst xmlns:a="http://schemas.openxmlformats.org/drawingml/2006/main">
              <a:ext uri="{FF2B5EF4-FFF2-40B4-BE49-F238E27FC236}">
                <a16:creationId xmlns:a16="http://schemas.microsoft.com/office/drawing/2014/main" id="{66D57013-4291-46AE-A064-7DCD7EED379E}"/>
              </a:ext>
            </a:extLst>
          </p:cNvPr>
          <p:cNvSpPr>
            <a:spLocks xmlns:a="http://schemas.openxmlformats.org/drawingml/2006/main"/>
          </p:cNvSpPr>
          <p:nvPr/>
        </p:nvSpPr>
        <p:spPr>
          <a:xfrm xmlns:a="http://schemas.openxmlformats.org/drawingml/2006/main">
            <a:off x="609600" y="2159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Practitioner talks, workshops, and interviews</a:t>
            </a:r>
          </a:p>
        </p:txBody>
      </p:sp>
      <p:sp>
        <p:nvSpPr>
          <p:cNvPr id="562" name="resource-1-url">
            <a:extLst xmlns:a="http://schemas.openxmlformats.org/drawingml/2006/main">
              <a:ext uri="{FF2B5EF4-FFF2-40B4-BE49-F238E27FC236}">
                <a16:creationId xmlns:a16="http://schemas.microsoft.com/office/drawing/2014/main" id="{5E2EA314-BFD5-47A0-8369-297602BCD659}"/>
              </a:ext>
            </a:extLst>
          </p:cNvPr>
          <p:cNvSpPr>
            <a:spLocks xmlns:a="http://schemas.openxmlformats.org/drawingml/2006/main"/>
          </p:cNvSpPr>
          <p:nvPr/>
        </p:nvSpPr>
        <p:spPr>
          <a:xfrm xmlns:a="http://schemas.openxmlformats.org/drawingml/2006/main">
            <a:off x="609600" y="2463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824a2a419da74677"/>
              </a:rPr>
              <a:t>ai.engineer/</a:t>
            </a:r>
            <a:r>
              <a:rPr b="0">
                <a:solidFill>
                  <a:srgbClr val="ADACA9"/>
                </a:solidFill>
                <a:latin typeface="Helvetica"/>
                <a:ea typeface="Helvetica"/>
                <a:cs typeface="Helvetica"/>
              </a:rPr>
              <a:t>    </a:t>
            </a:r>
            <a:r>
              <a:rPr b="0">
                <a:solidFill>
                  <a:srgbClr val="ADACA9"/>
                </a:solidFill>
                <a:latin typeface="Helvetica"/>
                <a:ea typeface="Helvetica"/>
                <a:cs typeface="Helvetica"/>
                <a:hlinkClick xmlns:r="http://schemas.openxmlformats.org/officeDocument/2006/relationships" r:id="R691b0a7709124d9e"/>
              </a:rPr>
              <a:t>latent.space/</a:t>
            </a:r>
          </a:p>
        </p:txBody>
      </p:sp>
      <p:sp>
        <p:nvSpPr>
          <p:cNvPr id="563" name="resource-2-name">
            <a:extLst xmlns:a="http://schemas.openxmlformats.org/drawingml/2006/main">
              <a:ext uri="{FF2B5EF4-FFF2-40B4-BE49-F238E27FC236}">
                <a16:creationId xmlns:a16="http://schemas.microsoft.com/office/drawing/2014/main" id="{BE13E3AF-9493-455D-82A6-E17C48023CF2}"/>
              </a:ext>
            </a:extLst>
          </p:cNvPr>
          <p:cNvSpPr>
            <a:spLocks xmlns:a="http://schemas.openxmlformats.org/drawingml/2006/main"/>
          </p:cNvSpPr>
          <p:nvPr/>
        </p:nvSpPr>
        <p:spPr>
          <a:xfrm xmlns:a="http://schemas.openxmlformats.org/drawingml/2006/main">
            <a:off x="609600" y="31750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1354e099bd734fa1"/>
              </a:rPr>
              <a:t>Simon Willison's Weblog</a:t>
            </a:r>
            <a:r>
              <a:rPr sz="1600">
                <a:solidFill>
                  <a:srgbClr val="ADACA9"/>
                </a:solidFill>
                <a:latin typeface="Helvetica"/>
                <a:ea typeface="Helvetica"/>
                <a:cs typeface="Helvetica"/>
              </a:rPr>
              <a:t>   Blog + experiments</a:t>
            </a:r>
          </a:p>
        </p:txBody>
      </p:sp>
      <p:sp>
        <p:nvSpPr>
          <p:cNvPr id="564" name="resource-2-purpose">
            <a:extLst xmlns:a="http://schemas.openxmlformats.org/drawingml/2006/main">
              <a:ext uri="{FF2B5EF4-FFF2-40B4-BE49-F238E27FC236}">
                <a16:creationId xmlns:a16="http://schemas.microsoft.com/office/drawing/2014/main" id="{E6A9E28A-6505-458A-B565-97A599DB4AA3}"/>
              </a:ext>
            </a:extLst>
          </p:cNvPr>
          <p:cNvSpPr>
            <a:spLocks xmlns:a="http://schemas.openxmlformats.org/drawingml/2006/main"/>
          </p:cNvSpPr>
          <p:nvPr/>
        </p:nvSpPr>
        <p:spPr>
          <a:xfrm xmlns:a="http://schemas.openxmlformats.org/drawingml/2006/main">
            <a:off x="609600" y="347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Experiments, tools, and application security</a:t>
            </a:r>
          </a:p>
        </p:txBody>
      </p:sp>
      <p:sp>
        <p:nvSpPr>
          <p:cNvPr id="565" name="resource-2-url">
            <a:extLst xmlns:a="http://schemas.openxmlformats.org/drawingml/2006/main">
              <a:ext uri="{FF2B5EF4-FFF2-40B4-BE49-F238E27FC236}">
                <a16:creationId xmlns:a16="http://schemas.microsoft.com/office/drawing/2014/main" id="{75E43A1D-BDAC-415C-B3DA-BFEC21D29358}"/>
              </a:ext>
            </a:extLst>
          </p:cNvPr>
          <p:cNvSpPr>
            <a:spLocks xmlns:a="http://schemas.openxmlformats.org/drawingml/2006/main"/>
          </p:cNvSpPr>
          <p:nvPr/>
        </p:nvSpPr>
        <p:spPr>
          <a:xfrm xmlns:a="http://schemas.openxmlformats.org/drawingml/2006/main">
            <a:off x="609600" y="3784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2b20baa229f94848"/>
              </a:rPr>
              <a:t>simonwillison.net/</a:t>
            </a:r>
          </a:p>
        </p:txBody>
      </p:sp>
      <p:sp>
        <p:nvSpPr>
          <p:cNvPr id="566" name="resource-3-name">
            <a:extLst xmlns:a="http://schemas.openxmlformats.org/drawingml/2006/main">
              <a:ext uri="{FF2B5EF4-FFF2-40B4-BE49-F238E27FC236}">
                <a16:creationId xmlns:a16="http://schemas.microsoft.com/office/drawing/2014/main" id="{74C9FE6C-19F6-4008-94FE-8F00DE65FC41}"/>
              </a:ext>
            </a:extLst>
          </p:cNvPr>
          <p:cNvSpPr>
            <a:spLocks xmlns:a="http://schemas.openxmlformats.org/drawingml/2006/main"/>
          </p:cNvSpPr>
          <p:nvPr/>
        </p:nvSpPr>
        <p:spPr>
          <a:xfrm xmlns:a="http://schemas.openxmlformats.org/drawingml/2006/main">
            <a:off x="609600" y="4495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1">
                <a:solidFill>
                  <a:srgbClr val="FFFCF5"/>
                </a:solidFill>
                <a:latin typeface="Helvetica"/>
                <a:ea typeface="Helvetica"/>
                <a:cs typeface="Helvetica"/>
                <a:hlinkClick xmlns:r="http://schemas.openxmlformats.org/officeDocument/2006/relationships" r:id="Rf3917b146c7f4153"/>
              </a:rPr>
              <a:t>Dwarkesh Podcast + Substack</a:t>
            </a:r>
            <a:r>
              <a:rPr sz="1600">
                <a:solidFill>
                  <a:srgbClr val="ADACA9"/>
                </a:solidFill>
                <a:latin typeface="Helvetica"/>
                <a:ea typeface="Helvetica"/>
                <a:cs typeface="Helvetica"/>
              </a:rPr>
              <a:t>   Dwarkesh Patel, Interviews + essays</a:t>
            </a:r>
          </a:p>
        </p:txBody>
      </p:sp>
      <p:sp>
        <p:nvSpPr>
          <p:cNvPr id="567" name="resource-3-purpose">
            <a:extLst xmlns:a="http://schemas.openxmlformats.org/drawingml/2006/main">
              <a:ext uri="{FF2B5EF4-FFF2-40B4-BE49-F238E27FC236}">
                <a16:creationId xmlns:a16="http://schemas.microsoft.com/office/drawing/2014/main" id="{3A5DECF5-7B75-470E-B517-FB6E894E0B8C}"/>
              </a:ext>
            </a:extLst>
          </p:cNvPr>
          <p:cNvSpPr>
            <a:spLocks xmlns:a="http://schemas.openxmlformats.org/drawingml/2006/main"/>
          </p:cNvSpPr>
          <p:nvPr/>
        </p:nvSpPr>
        <p:spPr>
          <a:xfrm xmlns:a="http://schemas.openxmlformats.org/drawingml/2006/main">
            <a:off x="609600" y="4800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Frontier research discussions and perspectives</a:t>
            </a:r>
          </a:p>
        </p:txBody>
      </p:sp>
      <p:sp>
        <p:nvSpPr>
          <p:cNvPr id="568" name="resource-3-url">
            <a:extLst xmlns:a="http://schemas.openxmlformats.org/drawingml/2006/main">
              <a:ext uri="{FF2B5EF4-FFF2-40B4-BE49-F238E27FC236}">
                <a16:creationId xmlns:a16="http://schemas.microsoft.com/office/drawing/2014/main" id="{A57C2A25-EB41-4DDF-AC97-2A9A16266B1D}"/>
              </a:ext>
            </a:extLst>
          </p:cNvPr>
          <p:cNvSpPr>
            <a:spLocks xmlns:a="http://schemas.openxmlformats.org/drawingml/2006/main"/>
          </p:cNvSpPr>
          <p:nvPr/>
        </p:nvSpPr>
        <p:spPr>
          <a:xfrm xmlns:a="http://schemas.openxmlformats.org/drawingml/2006/main">
            <a:off x="609600" y="5105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ADACA9"/>
                </a:solidFill>
                <a:latin typeface="Helvetica"/>
                <a:ea typeface="Helvetica"/>
                <a:cs typeface="Helvetica"/>
                <a:hlinkClick xmlns:r="http://schemas.openxmlformats.org/officeDocument/2006/relationships" r:id="Rdf10d22359614c7f"/>
              </a:rPr>
              <a:t>dwarkesh.com/</a:t>
            </a:r>
          </a:p>
        </p:txBody>
      </p:sp>
      <p:sp>
        <p:nvSpPr>
          <p:cNvPr id="569" name="resource-guidance">
            <a:extLst xmlns:a="http://schemas.openxmlformats.org/drawingml/2006/main">
              <a:ext uri="{FF2B5EF4-FFF2-40B4-BE49-F238E27FC236}">
                <a16:creationId xmlns:a16="http://schemas.microsoft.com/office/drawing/2014/main" id="{CBB60A04-7EB6-4F4B-ABFB-E62DB788D548}"/>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Supplementary learning alongside your project.</a:t>
            </a:r>
          </a:p>
        </p:txBody>
      </p:sp>
      <p:sp>
        <p:nvSpPr>
          <p:cNvPr id="570" name="narrative-number">
            <a:extLst xmlns:a="http://schemas.openxmlformats.org/drawingml/2006/main">
              <a:ext uri="{FF2B5EF4-FFF2-40B4-BE49-F238E27FC236}">
                <a16:creationId xmlns:a16="http://schemas.microsoft.com/office/drawing/2014/main" id="{7E01B414-189F-4B1A-BE88-01F676163B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51</a:t>
            </a:r>
          </a:p>
        </p:txBody>
      </p:sp>
    </p:spTree>
    <p:extLst>
      <p:ext uri="{BB962C8B-B14F-4D97-AF65-F5344CB8AC3E}">
        <p14:creationId xmlns:p14="http://schemas.microsoft.com/office/powerpoint/2010/main" val="2434689025"/>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2026-09-17T01:00:22.2410000Z</dcterms:created>
  <dcterms:modified xsi:type="dcterms:W3CDTF">2026-09-17T01:00:22.2410000Z</dcterms:modified>
</coreProperties>
</file>