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c34a3f4f094db0" /><Relationship Type="http://schemas.openxmlformats.org/officeDocument/2006/relationships/extended-properties" Target="/docProps/app.xml" Id="Rb36c6509c3514f58" /><Relationship Type="http://schemas.openxmlformats.org/officeDocument/2006/relationships/officeDocument" Target="/ppt/presentation.xml" Id="R75f4e950ca3c4292"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efa16be6ea5b4010"/>
    <p:sldMasterId xmlns:r="http://schemas.openxmlformats.org/officeDocument/2006/relationships" id="2147483650" r:id="R4478f91eb2254933"/>
  </p:sldMasterIdLst>
  <p:notesMasterIdLst>
    <p:notesMasterId xmlns:r="http://schemas.openxmlformats.org/officeDocument/2006/relationships" r:id="R39e5358b017b4092"/>
  </p:notesMasterIdLst>
  <p:sldIdLst>
    <p:sldId xmlns:r="http://schemas.openxmlformats.org/officeDocument/2006/relationships" id="256" r:id="Re13a95d8bd8048da"/>
    <p:sldId xmlns:r="http://schemas.openxmlformats.org/officeDocument/2006/relationships" id="257" r:id="R844fdd3630034e52"/>
    <p:sldId xmlns:r="http://schemas.openxmlformats.org/officeDocument/2006/relationships" id="258" r:id="R33d40f3588b94b66"/>
    <p:sldId xmlns:r="http://schemas.openxmlformats.org/officeDocument/2006/relationships" id="259" r:id="Rf3d259d1c4db48de"/>
    <p:sldId xmlns:r="http://schemas.openxmlformats.org/officeDocument/2006/relationships" id="260" r:id="Rdc619e1467444e2f"/>
    <p:sldId xmlns:r="http://schemas.openxmlformats.org/officeDocument/2006/relationships" id="261" r:id="R63281f269b1f4ee3"/>
    <p:sldId xmlns:r="http://schemas.openxmlformats.org/officeDocument/2006/relationships" id="262" r:id="Rfb4984887cd2445d"/>
    <p:sldId xmlns:r="http://schemas.openxmlformats.org/officeDocument/2006/relationships" id="263" r:id="R7dfd71b471e649a4"/>
    <p:sldId xmlns:r="http://schemas.openxmlformats.org/officeDocument/2006/relationships" id="264" r:id="R14ae178a7c304c57"/>
    <p:sldId xmlns:r="http://schemas.openxmlformats.org/officeDocument/2006/relationships" id="265" r:id="R0886a9785b9a44ed"/>
    <p:sldId xmlns:r="http://schemas.openxmlformats.org/officeDocument/2006/relationships" id="266" r:id="R404171d3033f4905"/>
    <p:sldId xmlns:r="http://schemas.openxmlformats.org/officeDocument/2006/relationships" id="267" r:id="R49ab17efdca44c82"/>
    <p:sldId xmlns:r="http://schemas.openxmlformats.org/officeDocument/2006/relationships" id="268" r:id="Rd49b3dbd226e4b5a"/>
    <p:sldId xmlns:r="http://schemas.openxmlformats.org/officeDocument/2006/relationships" id="269" r:id="R95938d18b578452f"/>
    <p:sldId xmlns:r="http://schemas.openxmlformats.org/officeDocument/2006/relationships" id="270" r:id="R4069bd5640a742ee"/>
    <p:sldId xmlns:r="http://schemas.openxmlformats.org/officeDocument/2006/relationships" id="271" r:id="R337032ff463a47ec"/>
    <p:sldId xmlns:r="http://schemas.openxmlformats.org/officeDocument/2006/relationships" id="272" r:id="R9247a576c1264c7d"/>
    <p:sldId xmlns:r="http://schemas.openxmlformats.org/officeDocument/2006/relationships" id="273" r:id="R54ca543b87654f80"/>
    <p:sldId xmlns:r="http://schemas.openxmlformats.org/officeDocument/2006/relationships" id="274" r:id="Rafa1b5c6fc32431b"/>
    <p:sldId xmlns:r="http://schemas.openxmlformats.org/officeDocument/2006/relationships" id="275" r:id="R41f0e1680ace46fe"/>
    <p:sldId xmlns:r="http://schemas.openxmlformats.org/officeDocument/2006/relationships" id="276" r:id="Reffa07454a4c43a8"/>
    <p:sldId xmlns:r="http://schemas.openxmlformats.org/officeDocument/2006/relationships" id="277" r:id="R6c5db48137d3480b"/>
    <p:sldId xmlns:r="http://schemas.openxmlformats.org/officeDocument/2006/relationships" id="278" r:id="Reaba7c5f8f5f4962"/>
    <p:sldId xmlns:r="http://schemas.openxmlformats.org/officeDocument/2006/relationships" id="279" r:id="Rbad4047373d14d9c"/>
    <p:sldId xmlns:r="http://schemas.openxmlformats.org/officeDocument/2006/relationships" id="280" r:id="Rf6188fc987104931"/>
    <p:sldId xmlns:r="http://schemas.openxmlformats.org/officeDocument/2006/relationships" id="281" r:id="R076e1488fd0d40b9"/>
    <p:sldId xmlns:r="http://schemas.openxmlformats.org/officeDocument/2006/relationships" id="282" r:id="Rf6f9a6d8f71a40b9"/>
    <p:sldId xmlns:r="http://schemas.openxmlformats.org/officeDocument/2006/relationships" id="283" r:id="Rea24625be79644e5"/>
    <p:sldId xmlns:r="http://schemas.openxmlformats.org/officeDocument/2006/relationships" id="284" r:id="Rcbd51b8c34574311"/>
    <p:sldId xmlns:r="http://schemas.openxmlformats.org/officeDocument/2006/relationships" id="285" r:id="Rf850ea7495f84c80"/>
    <p:sldId xmlns:r="http://schemas.openxmlformats.org/officeDocument/2006/relationships" id="286" r:id="R2834c53726f34f2f"/>
    <p:sldId xmlns:r="http://schemas.openxmlformats.org/officeDocument/2006/relationships" id="287" r:id="Rdcb1c744fa4b4498"/>
    <p:sldId xmlns:r="http://schemas.openxmlformats.org/officeDocument/2006/relationships" id="288" r:id="Rf9a827bace984799"/>
    <p:sldId xmlns:r="http://schemas.openxmlformats.org/officeDocument/2006/relationships" id="289" r:id="R6041ab75d6ab47e9"/>
    <p:sldId xmlns:r="http://schemas.openxmlformats.org/officeDocument/2006/relationships" id="290" r:id="Re8267afa737d4f90"/>
    <p:sldId xmlns:r="http://schemas.openxmlformats.org/officeDocument/2006/relationships" id="291" r:id="Rd856e349fb3248de"/>
    <p:sldId xmlns:r="http://schemas.openxmlformats.org/officeDocument/2006/relationships" id="292" r:id="R8c4dfcd131da4c9a"/>
    <p:sldId xmlns:r="http://schemas.openxmlformats.org/officeDocument/2006/relationships" id="293" r:id="R4f678d02fdf743b3"/>
    <p:sldId xmlns:r="http://schemas.openxmlformats.org/officeDocument/2006/relationships" id="294" r:id="Rb053e4cdab4c42f8"/>
    <p:sldId xmlns:r="http://schemas.openxmlformats.org/officeDocument/2006/relationships" id="295" r:id="R702843eb94d14c01"/>
    <p:sldId xmlns:r="http://schemas.openxmlformats.org/officeDocument/2006/relationships" id="296" r:id="Rb63d1001e18e4a56"/>
    <p:sldId xmlns:r="http://schemas.openxmlformats.org/officeDocument/2006/relationships" id="297" r:id="R94ee15d540d44cb1"/>
    <p:sldId xmlns:r="http://schemas.openxmlformats.org/officeDocument/2006/relationships" id="298" r:id="R26d362cfc533485f"/>
    <p:sldId xmlns:r="http://schemas.openxmlformats.org/officeDocument/2006/relationships" id="299" r:id="Ra3a3150817c44c78"/>
    <p:sldId xmlns:r="http://schemas.openxmlformats.org/officeDocument/2006/relationships" id="300" r:id="Rff2bf307d69c43ef"/>
    <p:sldId xmlns:r="http://schemas.openxmlformats.org/officeDocument/2006/relationships" id="301" r:id="R29d2c51668024610"/>
    <p:sldId xmlns:r="http://schemas.openxmlformats.org/officeDocument/2006/relationships" id="302" r:id="Rd7384e09a8a54048"/>
    <p:sldId xmlns:r="http://schemas.openxmlformats.org/officeDocument/2006/relationships" id="303" r:id="Re1e204f35ced4e81"/>
    <p:sldId xmlns:r="http://schemas.openxmlformats.org/officeDocument/2006/relationships" id="304" r:id="R06c05f9a788547f1"/>
    <p:sldId xmlns:r="http://schemas.openxmlformats.org/officeDocument/2006/relationships" id="305" r:id="Rd3591dcf0cc44e5d"/>
    <p:sldId xmlns:r="http://schemas.openxmlformats.org/officeDocument/2006/relationships" id="306" r:id="Rc7bc6df758c44b94"/>
    <p:sldId xmlns:r="http://schemas.openxmlformats.org/officeDocument/2006/relationships" id="307" r:id="R762747c685bf41e7"/>
    <p:sldId xmlns:r="http://schemas.openxmlformats.org/officeDocument/2006/relationships" id="308" r:id="R5133db9f4f034352"/>
    <p:sldId xmlns:r="http://schemas.openxmlformats.org/officeDocument/2006/relationships" id="309" r:id="R080e49388cb645b4"/>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159a75147d4cfe" /><Relationship Type="http://schemas.openxmlformats.org/officeDocument/2006/relationships/slideMaster" Target="/ppt/slideMasters/slideMaster1.xml" Id="Refa16be6ea5b4010" /><Relationship Type="http://schemas.openxmlformats.org/officeDocument/2006/relationships/slideMaster" Target="/ppt/slideMasters/slideMaster2.xml" Id="R4478f91eb2254933" /><Relationship Type="http://schemas.openxmlformats.org/officeDocument/2006/relationships/notesMaster" Target="/ppt/notesMasters/notesMaster1.xml" Id="R39e5358b017b4092" /><Relationship Type="http://schemas.openxmlformats.org/officeDocument/2006/relationships/presProps" Target="/ppt/presProps.xml" Id="R95d5189374cb400e" /><Relationship Type="http://schemas.openxmlformats.org/officeDocument/2006/relationships/tableStyles" Target="/ppt/tableStyles.xml" Id="R380315b5078d46ca" /><Relationship Type="http://schemas.openxmlformats.org/officeDocument/2006/relationships/slide" Target="/ppt/slides/slide1.xml" Id="Re13a95d8bd8048da" /><Relationship Type="http://schemas.openxmlformats.org/officeDocument/2006/relationships/slide" Target="/ppt/slides/slide2.xml" Id="R844fdd3630034e52" /><Relationship Type="http://schemas.openxmlformats.org/officeDocument/2006/relationships/slide" Target="/ppt/slides/slide3.xml" Id="R33d40f3588b94b66" /><Relationship Type="http://schemas.openxmlformats.org/officeDocument/2006/relationships/slide" Target="/ppt/slides/slide4.xml" Id="Rf3d259d1c4db48de" /><Relationship Type="http://schemas.openxmlformats.org/officeDocument/2006/relationships/slide" Target="/ppt/slides/slide5.xml" Id="Rdc619e1467444e2f" /><Relationship Type="http://schemas.openxmlformats.org/officeDocument/2006/relationships/slide" Target="/ppt/slides/slide6.xml" Id="R63281f269b1f4ee3" /><Relationship Type="http://schemas.openxmlformats.org/officeDocument/2006/relationships/slide" Target="/ppt/slides/slide7.xml" Id="Rfb4984887cd2445d" /><Relationship Type="http://schemas.openxmlformats.org/officeDocument/2006/relationships/slide" Target="/ppt/slides/slide8.xml" Id="R7dfd71b471e649a4" /><Relationship Type="http://schemas.openxmlformats.org/officeDocument/2006/relationships/slide" Target="/ppt/slides/slide9.xml" Id="R14ae178a7c304c57" /><Relationship Type="http://schemas.openxmlformats.org/officeDocument/2006/relationships/slide" Target="/ppt/slides/slide10.xml" Id="R0886a9785b9a44ed" /><Relationship Type="http://schemas.openxmlformats.org/officeDocument/2006/relationships/slide" Target="/ppt/slides/slide11.xml" Id="R404171d3033f4905" /><Relationship Type="http://schemas.openxmlformats.org/officeDocument/2006/relationships/slide" Target="/ppt/slides/slide12.xml" Id="R49ab17efdca44c82" /><Relationship Type="http://schemas.openxmlformats.org/officeDocument/2006/relationships/slide" Target="/ppt/slides/slide13.xml" Id="Rd49b3dbd226e4b5a" /><Relationship Type="http://schemas.openxmlformats.org/officeDocument/2006/relationships/slide" Target="/ppt/slides/slide14.xml" Id="R95938d18b578452f" /><Relationship Type="http://schemas.openxmlformats.org/officeDocument/2006/relationships/slide" Target="/ppt/slides/slide15.xml" Id="R4069bd5640a742ee" /><Relationship Type="http://schemas.openxmlformats.org/officeDocument/2006/relationships/slide" Target="/ppt/slides/slide16.xml" Id="R337032ff463a47ec" /><Relationship Type="http://schemas.openxmlformats.org/officeDocument/2006/relationships/slide" Target="/ppt/slides/slide17.xml" Id="R9247a576c1264c7d" /><Relationship Type="http://schemas.openxmlformats.org/officeDocument/2006/relationships/slide" Target="/ppt/slides/slide18.xml" Id="R54ca543b87654f80" /><Relationship Type="http://schemas.openxmlformats.org/officeDocument/2006/relationships/slide" Target="/ppt/slides/slide19.xml" Id="Rafa1b5c6fc32431b" /><Relationship Type="http://schemas.openxmlformats.org/officeDocument/2006/relationships/slide" Target="/ppt/slides/slide20.xml" Id="R41f0e1680ace46fe" /><Relationship Type="http://schemas.openxmlformats.org/officeDocument/2006/relationships/slide" Target="/ppt/slides/slide21.xml" Id="Reffa07454a4c43a8" /><Relationship Type="http://schemas.openxmlformats.org/officeDocument/2006/relationships/slide" Target="/ppt/slides/slide22.xml" Id="R6c5db48137d3480b" /><Relationship Type="http://schemas.openxmlformats.org/officeDocument/2006/relationships/slide" Target="/ppt/slides/slide23.xml" Id="Reaba7c5f8f5f4962" /><Relationship Type="http://schemas.openxmlformats.org/officeDocument/2006/relationships/slide" Target="/ppt/slides/slide24.xml" Id="Rbad4047373d14d9c" /><Relationship Type="http://schemas.openxmlformats.org/officeDocument/2006/relationships/slide" Target="/ppt/slides/slide25.xml" Id="Rf6188fc987104931" /><Relationship Type="http://schemas.openxmlformats.org/officeDocument/2006/relationships/slide" Target="/ppt/slides/slide26.xml" Id="R076e1488fd0d40b9" /><Relationship Type="http://schemas.openxmlformats.org/officeDocument/2006/relationships/slide" Target="/ppt/slides/slide27.xml" Id="Rf6f9a6d8f71a40b9" /><Relationship Type="http://schemas.openxmlformats.org/officeDocument/2006/relationships/slide" Target="/ppt/slides/slide28.xml" Id="Rea24625be79644e5" /><Relationship Type="http://schemas.openxmlformats.org/officeDocument/2006/relationships/slide" Target="/ppt/slides/slide29.xml" Id="Rcbd51b8c34574311" /><Relationship Type="http://schemas.openxmlformats.org/officeDocument/2006/relationships/slide" Target="/ppt/slides/slide30.xml" Id="Rf850ea7495f84c80" /><Relationship Type="http://schemas.openxmlformats.org/officeDocument/2006/relationships/slide" Target="/ppt/slides/slide31.xml" Id="R2834c53726f34f2f" /><Relationship Type="http://schemas.openxmlformats.org/officeDocument/2006/relationships/slide" Target="/ppt/slides/slide32.xml" Id="Rdcb1c744fa4b4498" /><Relationship Type="http://schemas.openxmlformats.org/officeDocument/2006/relationships/slide" Target="/ppt/slides/slide33.xml" Id="Rf9a827bace984799" /><Relationship Type="http://schemas.openxmlformats.org/officeDocument/2006/relationships/slide" Target="/ppt/slides/slide34.xml" Id="R6041ab75d6ab47e9" /><Relationship Type="http://schemas.openxmlformats.org/officeDocument/2006/relationships/slide" Target="/ppt/slides/slide35.xml" Id="Re8267afa737d4f90" /><Relationship Type="http://schemas.openxmlformats.org/officeDocument/2006/relationships/slide" Target="/ppt/slides/slide36.xml" Id="Rd856e349fb3248de" /><Relationship Type="http://schemas.openxmlformats.org/officeDocument/2006/relationships/slide" Target="/ppt/slides/slide37.xml" Id="R8c4dfcd131da4c9a" /><Relationship Type="http://schemas.openxmlformats.org/officeDocument/2006/relationships/slide" Target="/ppt/slides/slide38.xml" Id="R4f678d02fdf743b3" /><Relationship Type="http://schemas.openxmlformats.org/officeDocument/2006/relationships/slide" Target="/ppt/slides/slide39.xml" Id="Rb053e4cdab4c42f8" /><Relationship Type="http://schemas.openxmlformats.org/officeDocument/2006/relationships/slide" Target="/ppt/slides/slide40.xml" Id="R702843eb94d14c01" /><Relationship Type="http://schemas.openxmlformats.org/officeDocument/2006/relationships/slide" Target="/ppt/slides/slide41.xml" Id="Rb63d1001e18e4a56" /><Relationship Type="http://schemas.openxmlformats.org/officeDocument/2006/relationships/slide" Target="/ppt/slides/slide42.xml" Id="R94ee15d540d44cb1" /><Relationship Type="http://schemas.openxmlformats.org/officeDocument/2006/relationships/slide" Target="/ppt/slides/slide43.xml" Id="R26d362cfc533485f" /><Relationship Type="http://schemas.openxmlformats.org/officeDocument/2006/relationships/slide" Target="/ppt/slides/slide44.xml" Id="Ra3a3150817c44c78" /><Relationship Type="http://schemas.openxmlformats.org/officeDocument/2006/relationships/slide" Target="/ppt/slides/slide45.xml" Id="Rff2bf307d69c43ef" /><Relationship Type="http://schemas.openxmlformats.org/officeDocument/2006/relationships/slide" Target="/ppt/slides/slide46.xml" Id="R29d2c51668024610" /><Relationship Type="http://schemas.openxmlformats.org/officeDocument/2006/relationships/slide" Target="/ppt/slides/slide47.xml" Id="Rd7384e09a8a54048" /><Relationship Type="http://schemas.openxmlformats.org/officeDocument/2006/relationships/slide" Target="/ppt/slides/slide48.xml" Id="Re1e204f35ced4e81" /><Relationship Type="http://schemas.openxmlformats.org/officeDocument/2006/relationships/slide" Target="/ppt/slides/slide49.xml" Id="R06c05f9a788547f1" /><Relationship Type="http://schemas.openxmlformats.org/officeDocument/2006/relationships/slide" Target="/ppt/slides/slide50.xml" Id="Rd3591dcf0cc44e5d" /><Relationship Type="http://schemas.openxmlformats.org/officeDocument/2006/relationships/slide" Target="/ppt/slides/slide51.xml" Id="Rc7bc6df758c44b94" /><Relationship Type="http://schemas.openxmlformats.org/officeDocument/2006/relationships/slide" Target="/ppt/slides/slide52.xml" Id="R762747c685bf41e7" /><Relationship Type="http://schemas.openxmlformats.org/officeDocument/2006/relationships/slide" Target="/ppt/slides/slide53.xml" Id="R5133db9f4f034352" /><Relationship Type="http://schemas.openxmlformats.org/officeDocument/2006/relationships/slide" Target="/ppt/slides/slide54.xml" Id="R080e49388cb645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94f12b76f114e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4da336d8be4922" /><Relationship Type="http://schemas.openxmlformats.org/officeDocument/2006/relationships/notesMaster" Target="/ppt/notesMasters/notesMaster1.xml" Id="R87fb2d32824540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b83050a085400f" /><Relationship Type="http://schemas.openxmlformats.org/officeDocument/2006/relationships/notesMaster" Target="/ppt/notesMasters/notesMaster1.xml" Id="Ra883af2a3aee4b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ddff035b844bd8" /><Relationship Type="http://schemas.openxmlformats.org/officeDocument/2006/relationships/notesMaster" Target="/ppt/notesMasters/notesMaster1.xml" Id="R4513dc73061149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c6e66cfc1340d1" /><Relationship Type="http://schemas.openxmlformats.org/officeDocument/2006/relationships/notesMaster" Target="/ppt/notesMasters/notesMaster1.xml" Id="Rfb5a83891c8749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5f0c66a7944d1d" /><Relationship Type="http://schemas.openxmlformats.org/officeDocument/2006/relationships/notesMaster" Target="/ppt/notesMasters/notesMaster1.xml" Id="R3e6d2eb90e924a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4994ae0f0846d2" /><Relationship Type="http://schemas.openxmlformats.org/officeDocument/2006/relationships/notesMaster" Target="/ppt/notesMasters/notesMaster1.xml" Id="R036a16a102be4d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ab015cb3a644cf" /><Relationship Type="http://schemas.openxmlformats.org/officeDocument/2006/relationships/notesMaster" Target="/ppt/notesMasters/notesMaster1.xml" Id="R6e931e94297e4d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f2bddc479d42e6" /><Relationship Type="http://schemas.openxmlformats.org/officeDocument/2006/relationships/notesMaster" Target="/ppt/notesMasters/notesMaster1.xml" Id="R3974b8d3502841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26bf573fad4f97" /><Relationship Type="http://schemas.openxmlformats.org/officeDocument/2006/relationships/notesMaster" Target="/ppt/notesMasters/notesMaster1.xml" Id="R478f24f27c4342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d3c18ca1824121" /><Relationship Type="http://schemas.openxmlformats.org/officeDocument/2006/relationships/notesMaster" Target="/ppt/notesMasters/notesMaster1.xml" Id="Rd665043f5e8e40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13a434ad7147ae" /><Relationship Type="http://schemas.openxmlformats.org/officeDocument/2006/relationships/notesMaster" Target="/ppt/notesMasters/notesMaster1.xml" Id="R018e583b300a43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63eb58b5bd4632" /><Relationship Type="http://schemas.openxmlformats.org/officeDocument/2006/relationships/notesMaster" Target="/ppt/notesMasters/notesMaster1.xml" Id="R523b7dad6bed4d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c4a1794c414b0a" /><Relationship Type="http://schemas.openxmlformats.org/officeDocument/2006/relationships/notesMaster" Target="/ppt/notesMasters/notesMaster1.xml" Id="R9dcd2912ec504f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ceaad1e2fd4eb5" /><Relationship Type="http://schemas.openxmlformats.org/officeDocument/2006/relationships/notesMaster" Target="/ppt/notesMasters/notesMaster1.xml" Id="R6d90f4e3472247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3649c4a63d4d7f" /><Relationship Type="http://schemas.openxmlformats.org/officeDocument/2006/relationships/notesMaster" Target="/ppt/notesMasters/notesMaster1.xml" Id="R3f5f603e06a442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61367a70324eaa" /><Relationship Type="http://schemas.openxmlformats.org/officeDocument/2006/relationships/notesMaster" Target="/ppt/notesMasters/notesMaster1.xml" Id="R632304c216784e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8e30b89eb44746" /><Relationship Type="http://schemas.openxmlformats.org/officeDocument/2006/relationships/notesMaster" Target="/ppt/notesMasters/notesMaster1.xml" Id="R92e8f21c2dcb49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a00d792c6a490a" /><Relationship Type="http://schemas.openxmlformats.org/officeDocument/2006/relationships/notesMaster" Target="/ppt/notesMasters/notesMaster1.xml" Id="Rcc85d323234b49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7c0bf6c95c4c97" /><Relationship Type="http://schemas.openxmlformats.org/officeDocument/2006/relationships/notesMaster" Target="/ppt/notesMasters/notesMaster1.xml" Id="Rfca68bf3beab4f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c81eccef9d4a61" /><Relationship Type="http://schemas.openxmlformats.org/officeDocument/2006/relationships/notesMaster" Target="/ppt/notesMasters/notesMaster1.xml" Id="R6159e43ec3634d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fdd9b4ba134a5d" /><Relationship Type="http://schemas.openxmlformats.org/officeDocument/2006/relationships/notesMaster" Target="/ppt/notesMasters/notesMaster1.xml" Id="Rfcc2babc334c40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08552772fc4787" /><Relationship Type="http://schemas.openxmlformats.org/officeDocument/2006/relationships/notesMaster" Target="/ppt/notesMasters/notesMaster1.xml" Id="R497cc45474a54b4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72520c39274fbf" /><Relationship Type="http://schemas.openxmlformats.org/officeDocument/2006/relationships/notesMaster" Target="/ppt/notesMasters/notesMaster1.xml" Id="R74f5a9a3521c40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b0bec4fd7a4422b" /><Relationship Type="http://schemas.openxmlformats.org/officeDocument/2006/relationships/notesMaster" Target="/ppt/notesMasters/notesMaster1.xml" Id="R2fc6df70f8a647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f658ef070c4ad4" /><Relationship Type="http://schemas.openxmlformats.org/officeDocument/2006/relationships/notesMaster" Target="/ppt/notesMasters/notesMaster1.xml" Id="Rfcc3d6868f644bd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f033e011764c9a" /><Relationship Type="http://schemas.openxmlformats.org/officeDocument/2006/relationships/notesMaster" Target="/ppt/notesMasters/notesMaster1.xml" Id="R056ba9b0b1bc44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e008b113ad4de6" /><Relationship Type="http://schemas.openxmlformats.org/officeDocument/2006/relationships/notesMaster" Target="/ppt/notesMasters/notesMaster1.xml" Id="R1979317dd0834d4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9a3ad36fc3475e" /><Relationship Type="http://schemas.openxmlformats.org/officeDocument/2006/relationships/notesMaster" Target="/ppt/notesMasters/notesMaster1.xml" Id="Rec1ba19de46e4a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8f9e4fee9634432" /><Relationship Type="http://schemas.openxmlformats.org/officeDocument/2006/relationships/notesMaster" Target="/ppt/notesMasters/notesMaster1.xml" Id="Ra5631d7a49b14ee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f90f8ec3f54a67" /><Relationship Type="http://schemas.openxmlformats.org/officeDocument/2006/relationships/notesMaster" Target="/ppt/notesMasters/notesMaster1.xml" Id="Rfe56eb5c394a42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9798496cdf4c17" /><Relationship Type="http://schemas.openxmlformats.org/officeDocument/2006/relationships/notesMaster" Target="/ppt/notesMasters/notesMaster1.xml" Id="Re2214da3c3e34ed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6a044a9ead499c" /><Relationship Type="http://schemas.openxmlformats.org/officeDocument/2006/relationships/notesMaster" Target="/ppt/notesMasters/notesMaster1.xml" Id="R6ac5fc7d54d842f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fb4127b0574b55" /><Relationship Type="http://schemas.openxmlformats.org/officeDocument/2006/relationships/notesMaster" Target="/ppt/notesMasters/notesMaster1.xml" Id="R262e93b5115a434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bfec9aa3874fe4" /><Relationship Type="http://schemas.openxmlformats.org/officeDocument/2006/relationships/notesMaster" Target="/ppt/notesMasters/notesMaster1.xml" Id="R73bb69bdf15a40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b60808155544272" /><Relationship Type="http://schemas.openxmlformats.org/officeDocument/2006/relationships/notesMaster" Target="/ppt/notesMasters/notesMaster1.xml" Id="R37d444b5aedf4e8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7f49b090831436a" /><Relationship Type="http://schemas.openxmlformats.org/officeDocument/2006/relationships/notesMaster" Target="/ppt/notesMasters/notesMaster1.xml" Id="R5550a8c0753e45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231566327ed4ef9" /><Relationship Type="http://schemas.openxmlformats.org/officeDocument/2006/relationships/notesMaster" Target="/ppt/notesMasters/notesMaster1.xml" Id="Ra2e074e0265d443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62d69dd7f1a4b14" /><Relationship Type="http://schemas.openxmlformats.org/officeDocument/2006/relationships/notesMaster" Target="/ppt/notesMasters/notesMaster1.xml" Id="R87e861c56aae4e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a70521541474480" /><Relationship Type="http://schemas.openxmlformats.org/officeDocument/2006/relationships/notesMaster" Target="/ppt/notesMasters/notesMaster1.xml" Id="Ree11137023ee40e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0bf4e232d94482" /><Relationship Type="http://schemas.openxmlformats.org/officeDocument/2006/relationships/notesMaster" Target="/ppt/notesMasters/notesMaster1.xml" Id="R84d1494081fb43a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ab286a4310f49c2" /><Relationship Type="http://schemas.openxmlformats.org/officeDocument/2006/relationships/notesMaster" Target="/ppt/notesMasters/notesMaster1.xml" Id="R3699cfbdc41b4fc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3ab8f5c61024a97" /><Relationship Type="http://schemas.openxmlformats.org/officeDocument/2006/relationships/notesMaster" Target="/ppt/notesMasters/notesMaster1.xml" Id="Re7f312a91bf5403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7e31d309d7e466b" /><Relationship Type="http://schemas.openxmlformats.org/officeDocument/2006/relationships/notesMaster" Target="/ppt/notesMasters/notesMaster1.xml" Id="R6ffeff22887b426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8b7e4e1be554630" /><Relationship Type="http://schemas.openxmlformats.org/officeDocument/2006/relationships/notesMaster" Target="/ppt/notesMasters/notesMaster1.xml" Id="R9d023c65239241b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7c20c536cba400f" /><Relationship Type="http://schemas.openxmlformats.org/officeDocument/2006/relationships/notesMaster" Target="/ppt/notesMasters/notesMaster1.xml" Id="R89ea7e341a53449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3c2258d818845d8" /><Relationship Type="http://schemas.openxmlformats.org/officeDocument/2006/relationships/notesMaster" Target="/ppt/notesMasters/notesMaster1.xml" Id="R52142cafa3b0460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f5d1c998fa64566" /><Relationship Type="http://schemas.openxmlformats.org/officeDocument/2006/relationships/notesMaster" Target="/ppt/notesMasters/notesMaster1.xml" Id="R45addc3aae9345f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4691e6f14d14576" /><Relationship Type="http://schemas.openxmlformats.org/officeDocument/2006/relationships/notesMaster" Target="/ppt/notesMasters/notesMaster1.xml" Id="R8ad07d3b03484c4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0c8f45efff14884" /><Relationship Type="http://schemas.openxmlformats.org/officeDocument/2006/relationships/notesMaster" Target="/ppt/notesMasters/notesMaster1.xml" Id="R3378a2d5c137446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376e74f91e744b1" /><Relationship Type="http://schemas.openxmlformats.org/officeDocument/2006/relationships/notesMaster" Target="/ppt/notesMasters/notesMaster1.xml" Id="Ra19b904f5db24c6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bde3e92ebbb4edd" /><Relationship Type="http://schemas.openxmlformats.org/officeDocument/2006/relationships/notesMaster" Target="/ppt/notesMasters/notesMaster1.xml" Id="R6f0a3c9d3a6940c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c5d941a06df49d0" /><Relationship Type="http://schemas.openxmlformats.org/officeDocument/2006/relationships/notesMaster" Target="/ppt/notesMasters/notesMaster1.xml" Id="Rdc9537023d374a6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357e84ff87448dc" /><Relationship Type="http://schemas.openxmlformats.org/officeDocument/2006/relationships/notesMaster" Target="/ppt/notesMasters/notesMaster1.xml" Id="R19df5f8776f0430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77518038c874ccd" /><Relationship Type="http://schemas.openxmlformats.org/officeDocument/2006/relationships/notesMaster" Target="/ppt/notesMasters/notesMaster1.xml" Id="Rbb880f454f1e48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46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82052cf49542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e6d110030a245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76ec3949d414c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EC9975CA-D515-428E-87A1-8BAC76B8F12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9036a91fc34b81" /><Relationship Type="http://schemas.openxmlformats.org/officeDocument/2006/relationships/slideLayout" Target="/ppt/slideLayouts/slideLayout1.xml" Id="Rbec9614ffe40422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62c5f1aa1864938" /><Relationship Type="http://schemas.openxmlformats.org/officeDocument/2006/relationships/slideLayout" Target="/ppt/slideLayouts/slideLayout2.xml" Id="R38c51729ea264fbe" /><Relationship Type="http://schemas.openxmlformats.org/officeDocument/2006/relationships/slideLayout" Target="/ppt/slideLayouts/slideLayout3.xml" Id="R94ba8be1ebe64c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c9614ffe404226"/>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38c51729ea264fbe"/>
    <p:sldLayoutId xmlns:r="http://schemas.openxmlformats.org/officeDocument/2006/relationships" id="2147483652" r:id="R94ba8be1ebe64c59"/>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4ac44f010ee42ec" /><Relationship Type="http://schemas.openxmlformats.org/officeDocument/2006/relationships/notesSlide" Target="/ppt/notesSlides/notesSlide1.xml" Id="R21cdfe39479f4e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a78f12892184f81" /><Relationship Type="http://schemas.openxmlformats.org/officeDocument/2006/relationships/image" Target="/ppt/media/image.png" Id="R6655552dd8cb499f" /><Relationship Type="http://schemas.openxmlformats.org/officeDocument/2006/relationships/notesSlide" Target="/ppt/notesSlides/notesSlide2.xml" Id="R2cc176aaa9cb4f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7b821b0a1b349f9" /><Relationship Type="http://schemas.openxmlformats.org/officeDocument/2006/relationships/notesSlide" Target="/ppt/notesSlides/notesSlide3.xml" Id="R940643aba5dc47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1be014079c44c70" /><Relationship Type="http://schemas.openxmlformats.org/officeDocument/2006/relationships/notesSlide" Target="/ppt/notesSlides/notesSlide4.xml" Id="R2f108b1bc39043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1410d7eca3e44da" /><Relationship Type="http://schemas.openxmlformats.org/officeDocument/2006/relationships/notesSlide" Target="/ppt/notesSlides/notesSlide5.xml" Id="Rada3563ce923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3a4e3ef7a9a4647" /><Relationship Type="http://schemas.openxmlformats.org/officeDocument/2006/relationships/notesSlide" Target="/ppt/notesSlides/notesSlide6.xml" Id="R7cb0a3751e2d4d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11a07b6cc584122" /><Relationship Type="http://schemas.openxmlformats.org/officeDocument/2006/relationships/notesSlide" Target="/ppt/notesSlides/notesSlide7.xml" Id="Rc787d47af09a46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7b7561f408547d2" /><Relationship Type="http://schemas.openxmlformats.org/officeDocument/2006/relationships/notesSlide" Target="/ppt/notesSlides/notesSlide8.xml" Id="R89a14513328546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9d3c9be912044fb" /><Relationship Type="http://schemas.openxmlformats.org/officeDocument/2006/relationships/notesSlide" Target="/ppt/notesSlides/notesSlide9.xml" Id="R7e20b571edb24e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13ddb2327d7495c" /><Relationship Type="http://schemas.openxmlformats.org/officeDocument/2006/relationships/image" Target="/ppt/media/image2.png" Id="R027a0db7a8ba4039" /><Relationship Type="http://schemas.openxmlformats.org/officeDocument/2006/relationships/notesSlide" Target="/ppt/notesSlides/notesSlide10.xml" Id="R331c01d09c1b42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a2017fb954541cd" /><Relationship Type="http://schemas.openxmlformats.org/officeDocument/2006/relationships/image" Target="/ppt/media/image3.png" Id="R7b2a85b0c7824b25" /><Relationship Type="http://schemas.openxmlformats.org/officeDocument/2006/relationships/notesSlide" Target="/ppt/notesSlides/notesSlide11.xml" Id="Rcaa9a228766b49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bf5a9e6c7fc43db" /><Relationship Type="http://schemas.openxmlformats.org/officeDocument/2006/relationships/image" Target="/ppt/media/image4.png" Id="Rd51edc9522c84bfd" /><Relationship Type="http://schemas.openxmlformats.org/officeDocument/2006/relationships/notesSlide" Target="/ppt/notesSlides/notesSlide12.xml" Id="R2a0c751ba67745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7da43564cd34ad5" /><Relationship Type="http://schemas.openxmlformats.org/officeDocument/2006/relationships/image" Target="/ppt/media/image5.png" Id="R7b1cbdbd70a64ab5" /><Relationship Type="http://schemas.openxmlformats.org/officeDocument/2006/relationships/notesSlide" Target="/ppt/notesSlides/notesSlide13.xml" Id="R85cf0372bed543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bedc05a4eb444b4" /><Relationship Type="http://schemas.openxmlformats.org/officeDocument/2006/relationships/image" Target="/ppt/media/image6.png" Id="Rea0e5056cf2242aa" /><Relationship Type="http://schemas.openxmlformats.org/officeDocument/2006/relationships/notesSlide" Target="/ppt/notesSlides/notesSlide14.xml" Id="R31703c7c67ab4c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3aba36f134b4416" /><Relationship Type="http://schemas.openxmlformats.org/officeDocument/2006/relationships/image" Target="/ppt/media/image7.png" Id="R412e36958d634a94" /><Relationship Type="http://schemas.openxmlformats.org/officeDocument/2006/relationships/notesSlide" Target="/ppt/notesSlides/notesSlide15.xml" Id="Rec0201daa43349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8e441d691ed490f" /><Relationship Type="http://schemas.openxmlformats.org/officeDocument/2006/relationships/image" Target="/ppt/media/image8.png" Id="R60fd700c34b243b6" /><Relationship Type="http://schemas.openxmlformats.org/officeDocument/2006/relationships/image" Target="/ppt/media/image9.png" Id="R305c76598e53438f" /><Relationship Type="http://schemas.openxmlformats.org/officeDocument/2006/relationships/notesSlide" Target="/ppt/notesSlides/notesSlide16.xml" Id="Rb8a8dd04784343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b0984bb1bba4a88" /><Relationship Type="http://schemas.openxmlformats.org/officeDocument/2006/relationships/image" Target="/ppt/media/image10.png" Id="R1493979094c447dc" /><Relationship Type="http://schemas.openxmlformats.org/officeDocument/2006/relationships/notesSlide" Target="/ppt/notesSlides/notesSlide17.xml" Id="R24109c4d28a348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78683d9cdd34407" /><Relationship Type="http://schemas.openxmlformats.org/officeDocument/2006/relationships/image" Target="/ppt/media/image11.png" Id="Rc265953915854235" /><Relationship Type="http://schemas.openxmlformats.org/officeDocument/2006/relationships/notesSlide" Target="/ppt/notesSlides/notesSlide18.xml" Id="R1aa82bd848e8478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014d2646d254703" /><Relationship Type="http://schemas.openxmlformats.org/officeDocument/2006/relationships/image" Target="/ppt/media/image12.png" Id="R6de8cf10b9234f0f" /><Relationship Type="http://schemas.openxmlformats.org/officeDocument/2006/relationships/notesSlide" Target="/ppt/notesSlides/notesSlide19.xml" Id="Rbd520e4a590f41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409b0092b174cdc" /><Relationship Type="http://schemas.openxmlformats.org/officeDocument/2006/relationships/image" Target="/ppt/media/image13.png" Id="R44b6aa642d0145a3" /><Relationship Type="http://schemas.openxmlformats.org/officeDocument/2006/relationships/notesSlide" Target="/ppt/notesSlides/notesSlide20.xml" Id="Reae3e84f8645451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7e04075aa1e4d0b" /><Relationship Type="http://schemas.openxmlformats.org/officeDocument/2006/relationships/image" Target="/ppt/media/image14.png" Id="Rdabc1e7d4ef6453c" /><Relationship Type="http://schemas.openxmlformats.org/officeDocument/2006/relationships/image" Target="/ppt/media/image15.png" Id="R5976480f6d824bb5" /><Relationship Type="http://schemas.openxmlformats.org/officeDocument/2006/relationships/notesSlide" Target="/ppt/notesSlides/notesSlide21.xml" Id="Racec8b75465540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f321cea20c9404f" /><Relationship Type="http://schemas.openxmlformats.org/officeDocument/2006/relationships/image" Target="/ppt/media/image16.png" Id="R822c0feb68114a4e" /><Relationship Type="http://schemas.openxmlformats.org/officeDocument/2006/relationships/notesSlide" Target="/ppt/notesSlides/notesSlide22.xml" Id="Rffdab0a3c4bf42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4ef5f4dbc6f4634" /><Relationship Type="http://schemas.openxmlformats.org/officeDocument/2006/relationships/image" Target="/ppt/media/image17.png" Id="Rc42114765029498f" /><Relationship Type="http://schemas.openxmlformats.org/officeDocument/2006/relationships/notesSlide" Target="/ppt/notesSlides/notesSlide23.xml" Id="R04bd0de4a00f4a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84be0166b954a83" /><Relationship Type="http://schemas.openxmlformats.org/officeDocument/2006/relationships/image" Target="/ppt/media/image18.png" Id="R42bedeab898b499a" /><Relationship Type="http://schemas.openxmlformats.org/officeDocument/2006/relationships/notesSlide" Target="/ppt/notesSlides/notesSlide24.xml" Id="Rbab73b7e384b44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9054bd4df904a90" /><Relationship Type="http://schemas.openxmlformats.org/officeDocument/2006/relationships/image" Target="/ppt/media/image19.png" Id="R312cf7d76a6b4cb2" /><Relationship Type="http://schemas.openxmlformats.org/officeDocument/2006/relationships/notesSlide" Target="/ppt/notesSlides/notesSlide25.xml" Id="R101f07b15b72457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cd56aac81c74715" /><Relationship Type="http://schemas.openxmlformats.org/officeDocument/2006/relationships/image" Target="/ppt/media/image20.png" Id="Rdc8db6fc62ec4e8f" /><Relationship Type="http://schemas.openxmlformats.org/officeDocument/2006/relationships/image" Target="/ppt/media/image21.png" Id="R8b490f9c69bc480e" /><Relationship Type="http://schemas.openxmlformats.org/officeDocument/2006/relationships/notesSlide" Target="/ppt/notesSlides/notesSlide26.xml" Id="R860daf9442f942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d115edf21f5b4443" /><Relationship Type="http://schemas.openxmlformats.org/officeDocument/2006/relationships/image" Target="/ppt/media/image22.png" Id="Rbd62ff0f7bde48c8" /><Relationship Type="http://schemas.openxmlformats.org/officeDocument/2006/relationships/notesSlide" Target="/ppt/notesSlides/notesSlide27.xml" Id="R380f39dac1724c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e45de318aa404037" /><Relationship Type="http://schemas.openxmlformats.org/officeDocument/2006/relationships/image" Target="/ppt/media/image23.png" Id="R62a6574705794952" /><Relationship Type="http://schemas.openxmlformats.org/officeDocument/2006/relationships/notesSlide" Target="/ppt/notesSlides/notesSlide28.xml" Id="R07aea33d0bfc4d3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17ea1403bcd4e70" /><Relationship Type="http://schemas.openxmlformats.org/officeDocument/2006/relationships/image" Target="/ppt/media/image24.png" Id="R49c9079c7c004af9" /><Relationship Type="http://schemas.openxmlformats.org/officeDocument/2006/relationships/notesSlide" Target="/ppt/notesSlides/notesSlide29.xml" Id="R01d42ef50528458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f8f13ef0af84076" /><Relationship Type="http://schemas.openxmlformats.org/officeDocument/2006/relationships/image" Target="/ppt/media/image25.png" Id="R72fd7eb5eb6b47eb" /><Relationship Type="http://schemas.openxmlformats.org/officeDocument/2006/relationships/notesSlide" Target="/ppt/notesSlides/notesSlide30.xml" Id="R4c64a2cdff5548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e08a6a4cba34554" /><Relationship Type="http://schemas.openxmlformats.org/officeDocument/2006/relationships/image" Target="/ppt/media/image26.png" Id="Rf823e5f7d61345b0" /><Relationship Type="http://schemas.openxmlformats.org/officeDocument/2006/relationships/image" Target="/ppt/media/image27.png" Id="R487de522c9a94720" /><Relationship Type="http://schemas.openxmlformats.org/officeDocument/2006/relationships/notesSlide" Target="/ppt/notesSlides/notesSlide31.xml" Id="R7b4d2ebae3ff41d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7eb846c0a1c457d" /><Relationship Type="http://schemas.openxmlformats.org/officeDocument/2006/relationships/image" Target="/ppt/media/image28.png" Id="R1d922060abbf4df0" /><Relationship Type="http://schemas.openxmlformats.org/officeDocument/2006/relationships/notesSlide" Target="/ppt/notesSlides/notesSlide32.xml" Id="Rc4d83c842187464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0141f237cef9491e" /><Relationship Type="http://schemas.openxmlformats.org/officeDocument/2006/relationships/image" Target="/ppt/media/image29.png" Id="R7ef1283fc6e04cd8" /><Relationship Type="http://schemas.openxmlformats.org/officeDocument/2006/relationships/notesSlide" Target="/ppt/notesSlides/notesSlide33.xml" Id="Rfd7be8ebaa8c41f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49eff648ed94c94" /><Relationship Type="http://schemas.openxmlformats.org/officeDocument/2006/relationships/image" Target="/ppt/media/image30.png" Id="R2ccfaab7b4464d69" /><Relationship Type="http://schemas.openxmlformats.org/officeDocument/2006/relationships/notesSlide" Target="/ppt/notesSlides/notesSlide34.xml" Id="Rad3649c92f18463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5e8ed0515c049a5" /><Relationship Type="http://schemas.openxmlformats.org/officeDocument/2006/relationships/image" Target="/ppt/media/image31.png" Id="R530d66969b07432f" /><Relationship Type="http://schemas.openxmlformats.org/officeDocument/2006/relationships/notesSlide" Target="/ppt/notesSlides/notesSlide35.xml" Id="Ree61ab93ef7749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143ca760a5c3449b" /><Relationship Type="http://schemas.openxmlformats.org/officeDocument/2006/relationships/image" Target="/ppt/media/image32.png" Id="Re34341b6a6e24668" /><Relationship Type="http://schemas.openxmlformats.org/officeDocument/2006/relationships/image" Target="/ppt/media/image33.png" Id="Raf62cb07bf714aa3" /><Relationship Type="http://schemas.openxmlformats.org/officeDocument/2006/relationships/notesSlide" Target="/ppt/notesSlides/notesSlide36.xml" Id="R82ef803eb4e244e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783a361f90044827" /><Relationship Type="http://schemas.openxmlformats.org/officeDocument/2006/relationships/image" Target="/ppt/media/image34.png" Id="Rd6f76741e16a4bbd" /><Relationship Type="http://schemas.openxmlformats.org/officeDocument/2006/relationships/notesSlide" Target="/ppt/notesSlides/notesSlide37.xml" Id="R2c79de74f4f9421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61a2c081938d4c85" /><Relationship Type="http://schemas.openxmlformats.org/officeDocument/2006/relationships/image" Target="/ppt/media/image35.png" Id="R09da1729956346e4" /><Relationship Type="http://schemas.openxmlformats.org/officeDocument/2006/relationships/notesSlide" Target="/ppt/notesSlides/notesSlide38.xml" Id="Rfd1a0c5c1c9a44c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e62e23e7d494b73" /><Relationship Type="http://schemas.openxmlformats.org/officeDocument/2006/relationships/image" Target="/ppt/media/image36.png" Id="Red406d6701a14b0b" /><Relationship Type="http://schemas.openxmlformats.org/officeDocument/2006/relationships/notesSlide" Target="/ppt/notesSlides/notesSlide39.xml" Id="Rd65a9f1e24524c2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512318a7d99f4eb9" /><Relationship Type="http://schemas.openxmlformats.org/officeDocument/2006/relationships/image" Target="/ppt/media/image37.png" Id="R1c18e51f10ae4d5b" /><Relationship Type="http://schemas.openxmlformats.org/officeDocument/2006/relationships/notesSlide" Target="/ppt/notesSlides/notesSlide40.xml" Id="Rf34d027a2cfb4fd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4df9787920724738" /><Relationship Type="http://schemas.openxmlformats.org/officeDocument/2006/relationships/image" Target="/ppt/media/image38.png" Id="Rab444c6cca864427" /><Relationship Type="http://schemas.openxmlformats.org/officeDocument/2006/relationships/image" Target="/ppt/media/image39.png" Id="Rb6adbf2583984bf9" /><Relationship Type="http://schemas.openxmlformats.org/officeDocument/2006/relationships/notesSlide" Target="/ppt/notesSlides/notesSlide41.xml" Id="R777d22e39a434dc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69b596e94a144b14" /><Relationship Type="http://schemas.openxmlformats.org/officeDocument/2006/relationships/image" Target="/ppt/media/image40.png" Id="R2ee07b6e99b24e2c" /><Relationship Type="http://schemas.openxmlformats.org/officeDocument/2006/relationships/notesSlide" Target="/ppt/notesSlides/notesSlide42.xml" Id="R5af620e87d344d9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92bf7384eddc4c7f" /><Relationship Type="http://schemas.openxmlformats.org/officeDocument/2006/relationships/image" Target="/ppt/media/image41.png" Id="Rc36bedffb741461e" /><Relationship Type="http://schemas.openxmlformats.org/officeDocument/2006/relationships/notesSlide" Target="/ppt/notesSlides/notesSlide43.xml" Id="Rf046dfea2d574e4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ae993c0f0b774e16" /><Relationship Type="http://schemas.openxmlformats.org/officeDocument/2006/relationships/image" Target="/ppt/media/image42.png" Id="R38428a1092a74c7e" /><Relationship Type="http://schemas.openxmlformats.org/officeDocument/2006/relationships/notesSlide" Target="/ppt/notesSlides/notesSlide44.xml" Id="Rda34f3c2869f45f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907908216f49419e" /><Relationship Type="http://schemas.openxmlformats.org/officeDocument/2006/relationships/image" Target="/ppt/media/image43.png" Id="Rc83197556cc74cce" /><Relationship Type="http://schemas.openxmlformats.org/officeDocument/2006/relationships/notesSlide" Target="/ppt/notesSlides/notesSlide45.xml" Id="Rc95a13f3ab48480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db67bfe18d404305" /><Relationship Type="http://schemas.openxmlformats.org/officeDocument/2006/relationships/image" Target="/ppt/media/image44.png" Id="R7ba24fcadd8f4d72" /><Relationship Type="http://schemas.openxmlformats.org/officeDocument/2006/relationships/notesSlide" Target="/ppt/notesSlides/notesSlide46.xml" Id="Rf104098cf43a403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be62cdf80a534f1a" /><Relationship Type="http://schemas.openxmlformats.org/officeDocument/2006/relationships/notesSlide" Target="/ppt/notesSlides/notesSlide47.xml" Id="R9dfc1d56a0974c6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0d6698291cb448b" /><Relationship Type="http://schemas.openxmlformats.org/officeDocument/2006/relationships/image" Target="/ppt/media/image45.png" Id="R6871f65803fa4d21" /><Relationship Type="http://schemas.openxmlformats.org/officeDocument/2006/relationships/notesSlide" Target="/ppt/notesSlides/notesSlide48.xml" Id="R395ddd35c2aa4c2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08bc4affe753431a" /><Relationship Type="http://schemas.openxmlformats.org/officeDocument/2006/relationships/image" Target="/ppt/media/image46.png" Id="R569a0635cc34418f" /><Relationship Type="http://schemas.openxmlformats.org/officeDocument/2006/relationships/notesSlide" Target="/ppt/notesSlides/notesSlide49.xml" Id="Reeae81b9e55c418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fe9292fd47f64381" /><Relationship Type="http://schemas.openxmlformats.org/officeDocument/2006/relationships/notesSlide" Target="/ppt/notesSlides/notesSlide50.xml" Id="Rf26cec7628b445a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7ee7c14507404073" /><Relationship Type="http://schemas.openxmlformats.org/officeDocument/2006/relationships/image" Target="/ppt/media/image47.png" Id="Ra49e4227a5be452e" /><Relationship Type="http://schemas.openxmlformats.org/officeDocument/2006/relationships/notesSlide" Target="/ppt/notesSlides/notesSlide51.xml" Id="R7a17d5a0b5c04bd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98549045aca24afc" /><Relationship Type="http://schemas.openxmlformats.org/officeDocument/2006/relationships/image" Target="/ppt/media/image47.png" Id="R00374dbe6c4c4125" /><Relationship Type="http://schemas.openxmlformats.org/officeDocument/2006/relationships/notesSlide" Target="/ppt/notesSlides/notesSlide52.xml" Id="Rcb087d93f9904ca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f10c9e5e0f424f9f" /><Relationship Type="http://schemas.openxmlformats.org/officeDocument/2006/relationships/notesSlide" Target="/ppt/notesSlides/notesSlide53.xml" Id="R0f7c79ad445f4b8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1997b2e782de4128" /><Relationship Type="http://schemas.openxmlformats.org/officeDocument/2006/relationships/notesSlide" Target="/ppt/notesSlides/notesSlide54.xml" Id="Rac63893ebddf430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6BBD8109-37AA-4C9F-B1C3-B615927E1D74}"/>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0576F579-9EE7-45AE-BAF0-B98A4C87BE6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6D2F0D1A-96F8-4583-BDAA-DC1EC8A1E0B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4C67867C-7C7C-4DA1-B980-A30E44B9F2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863159644"/>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6655552dd8cb499f"/>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2523FB8D-69E5-4802-B61D-427A2EFAFA45}"/>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BAC0C938-B1D4-42C2-94A7-9ED2CCE46799}"/>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14AD0BBF-0519-493F-BCFB-61B4FB4D51A9}"/>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9217169A-2BF5-42F0-9AFE-60F10BC44066}"/>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C71F161E-C7B1-424F-B6CE-F13F44FE2F9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705F9E44-6067-4C39-BB94-D17730A4D9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88160324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1244B179-9CE3-41FA-9E1F-72DBA8D5CA96}"/>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2F45FA3-0348-4426-96D5-005B5F661E68}"/>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348B4B9A-5DD9-4DEE-A21F-AC72F19729F3}"/>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6D5C1670-2B15-4B25-B819-BEEC18FE3AC4}"/>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BB1FCF7D-BC95-4DD4-B243-F751FF1C3BA4}"/>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54019C35-85EA-42BD-9AB2-2DD22A7D04C5}"/>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24D819AC-A83C-4DB9-B695-12202A9C44F6}"/>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14F6E19F-EA1E-423D-A462-4EDE5DDB7C2E}"/>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17DEB292-DD94-4604-9072-A7C9D3BD1135}"/>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3C0A8A1F-4F0E-4197-99F8-5E48258EBB0E}"/>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EA308916-A2E5-4D06-B1FB-CEEEC5D8D438}"/>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C99E4FD8-878E-4950-8968-56662B7F7B4E}"/>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D594ED15-4F0B-4729-A8BE-15FA420BD590}"/>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737B1CC2-2561-45AD-B4BC-9AF43587DAF7}"/>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C297575F-A9C8-40E7-90F2-934175B2A384}"/>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CF730206-7379-4804-B925-B8D40961B71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0D31057F-2552-4BD3-97E8-4364A1CDC690}"/>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67FC94C1-CD26-4843-A3BD-A036A86038E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2A26B87C-EE4B-4A5A-8BB6-B5010D6BDAC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1131E989-47A4-4326-83B7-E28265A6757B}"/>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9477F9F7-2EBA-48CB-83BC-1F9BB7ECB70F}"/>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B30BFDB3-49BE-47EC-8D91-D458A14F32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47857579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4C0894D2-E8AD-4BEB-A283-36E42B8235EF}"/>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DAB1749A-DFF1-4A2D-82B6-F5B9110AFA8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CCEA15A7-FF31-492C-BDFA-C3650B37FF6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3C277109-BD34-4E79-8A12-8ED4A68325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295442941"/>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0B10AAB8-DE09-4A01-A754-EF09DA934883}"/>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17C92165-18AC-49FD-9D89-1579EEC8756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C507FAA1-CF1D-442A-9ECD-4D141506A5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18910453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A1C19607-76B4-4AC9-9864-A30E3E0AC31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E33E0C3B-D596-4065-A514-B014A98C9D5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6479EA65-EE4C-4F9E-84BF-182BEA4CC6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50738165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82C0F1E6-F495-4ADD-9C92-D9798BA100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17632135"/>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6763DB35-DBE4-4B02-BEBE-98352A034CFC}"/>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E83FF97B-22AA-48D7-8EE4-D3BF8554E9AD}"/>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E938B5DA-A36B-4DBA-9D13-DBFDEBFB10DD}"/>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11994584-7846-4051-B7AE-BD3B775BD1BF}"/>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4BB372B0-C845-4AD7-8CB7-A6A0E31A609E}"/>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91E3D86F-016F-4D72-B90D-10DA51C3C35E}"/>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92E271BC-B252-4282-9C3F-2DC2EBC01F76}"/>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0BEF9274-3A74-4BDD-8C86-184DE6F83311}"/>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21E3A139-EA26-4B93-A1BE-D81D89310F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54105859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82261E53-0F34-489C-9428-E614E1A2EDD4}"/>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906AEEB0-EE4E-4B15-A091-716BCCC0468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CE8D8232-25E2-41EA-A79E-4D809768506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72FFA181-CBF5-494C-B5F5-ECF4C091B8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19864450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027a0db7a8ba403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6DD6947-A3CB-4AFD-A3BF-88F8EE7853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4582158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7b2a85b0c7824b2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232D68A1-8E22-42A9-BE49-8CD8FB42BC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2273005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d51edc9522c84b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CED75EE3-CC7B-45BE-8A7A-85B92B4DB9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0767765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7b1cbdbd70a64a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49CCC043-4AC6-4FE4-A416-48F3912F65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129722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ea0e5056cf2242a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66E5DE6A-CBBB-4F56-AD46-DE2A425C4B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12676148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412e36958d634a9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E4CAB715-D1DC-4AE7-8D78-77BC0A6C7D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06465151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90D36680-39D3-4A0D-96AE-3EC893C7FB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60fd700c34b243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6FB48225-1B03-4291-BB0F-803394CDC7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485992F0-F66B-4129-9F42-438F5A4C79D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54F1E641-B866-4269-910C-2D0EB1F18EFE}"/>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4A60B316-B51B-4CCF-8901-FB055282FA2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305c76598e53438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9DE55A8C-D6CB-4388-9252-B16DEB2B487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41477364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FA92F063-62D4-4BE0-8D3D-D39FFC3F72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1493979094c447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480A8261-A297-4BC3-B60B-DE8B1DB0AE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96AC74C6-35C3-42A2-A2AA-8609821516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E6B1927B-6767-4B61-B604-EAA73F7E347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005C02E8-8446-4264-997A-BCA87566135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FBB3932B-5F1B-4EDA-9A75-4189EBB3930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FAE7A59C-72B5-4DE4-9893-1B67F0636F35}"/>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A525B8B1-B3B4-4FA9-A6FC-F6B9C1989B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06720443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70B3AE24-E0BD-4AF2-9522-2B633D2EF6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c26595391585423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459F32E1-7AAF-49AB-BF1A-FAA1C325F66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8981F52B-0E2F-42DF-961C-8EF535645D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2D9D148D-42B7-486B-8D86-975CA38343F7}"/>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A37B2E1A-712F-49E5-A77F-67FB48E2C6DE}"/>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DB542340-012A-4C04-ACD0-03D856EDFD8F}"/>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611BADA7-4330-493B-98A3-1231F71587E3}"/>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94973FBC-08E4-402C-BA02-99E8FD8582D7}"/>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5291EAFC-8C97-4834-A804-A02D72B46C39}"/>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DAF66426-470D-4905-94DD-100767E0117B}"/>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368DD2C1-419C-43A3-BEDC-097927951C9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019A856A-C7D5-4125-BA50-E30605E8B0E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384299171"/>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CBAA5D6F-BC29-46ED-8A0D-81D5882434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6de8cf10b9234f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C1EE75A4-6D00-409A-8451-CE17862DB4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D6D7CCFA-410C-4C0D-BE5D-5FE38A4EBF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EB3F5F1A-8F20-448C-BE15-FD67FF83CC4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D8809852-BFEC-41DD-A4EB-0BD72CA2FC7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069B560D-4A95-4D60-ABAA-AF4C355E3CB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51D50596-95C0-4744-9304-41876167205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7776BD8D-50E4-4423-B3A1-5B5939A5F6C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E7838E19-F9F0-450E-98EF-6A1964F57F6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3323614C-44EE-4CE1-8599-F4B088DFE82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46B096B1-F98A-40DE-A26A-BE243CE8F54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13" name="narrative-number">
            <a:extLst xmlns:a="http://schemas.openxmlformats.org/drawingml/2006/main">
              <a:ext uri="{FF2B5EF4-FFF2-40B4-BE49-F238E27FC236}">
                <a16:creationId xmlns:a16="http://schemas.microsoft.com/office/drawing/2014/main" id="{A7D510C6-86D9-4308-A953-614AB165F5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63850201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80D652EC-3526-485E-96E5-95FC3F2B1D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44b6aa642d0145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BDB36A43-57CE-45F3-847F-00F3D9EB4F5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77EBEB35-0E0A-4CBF-AB49-2A524A812F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F875E2F5-4FA6-4D48-89FB-4B2C1720DE6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D47C88F1-23E5-4CBF-AF32-3423416418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71162910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3574893C-DC30-4C20-B803-3E3059596B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dabc1e7d4ef6453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3DF924F1-2FAA-4842-A74D-6BDB4DE043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1A70AAD1-2D9E-472D-AA35-3BCDE5106D68}"/>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4E9D22F9-AD92-4E9B-9362-93615E79619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C70463F9-57F5-4C45-9B99-E95D52305C5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5976480f6d824bb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F153C185-80C1-49FB-A2F0-9CE6AD1659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427718777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2F1AD85F-0A2A-415E-AE0F-95FC0882B4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822c0feb68114a4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57C1CA67-97EB-4270-B3BD-D24F134C7C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A6C8970F-F376-41F1-BFA0-8863369542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9DD2366C-08D8-4C32-B4C7-BCA2B3430903}"/>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07CD627B-D145-44C0-AB1C-D72518ED436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B40C4B82-E421-452E-8677-DC3FE434633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09856C3D-B505-401F-B51D-78465A701461}"/>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D12ADAD9-7C18-4BF9-94B0-430A6A557C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717874855"/>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F77C7C44-0EBD-41CB-AA14-CD2FFD9F5B1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c4211476502949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49121925-55E3-4F5E-9EDB-0709AAD9D40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BDEF5AD7-4772-47BB-9413-252F2FE20F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23D3553D-B735-4532-A318-CABE632E378A}"/>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1540B2FC-80F9-487C-A07F-81158C797163}"/>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BF98F784-A015-4761-AA8B-0306C9C81198}"/>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AF9058B1-C99B-4CEF-A771-BD34177C42CB}"/>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118DBF8D-F112-4E20-BD16-8B8A291872EE}"/>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5771787A-DDD2-46AC-9B57-9A58884A8410}"/>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CBA94257-25BE-452A-9081-87A8D8913E22}"/>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6B11DD56-8CDF-48E6-AC2A-0B25A5515612}"/>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30A1072A-505C-41A3-88D0-D262A0EC08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845254893"/>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460B3778-0664-40F2-A1EE-3F4523FFAB9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42bedeab898b49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E2366B2C-DC7B-4248-B43C-FC99D6B6E35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DF4DB08B-68AA-472F-A52E-7AD88157A7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ADD35AC7-5631-414D-AABC-1585300C066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BF51C045-AEB0-4FD8-9E19-33B91CA9758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235FB5BB-1B77-4E00-99A4-117E68C09D8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0E9AFADA-B6F4-4848-9366-23FC5D36CF4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B4A35B8A-6515-4740-AA32-9F44327F2D0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22B27E70-F199-415C-BD45-A4A1BA601FF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ABCC944C-BADD-49FB-BD2F-89746B672DF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7A17695B-68BB-45E5-A72E-A4933DD327C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3" name="narrative-number">
            <a:extLst xmlns:a="http://schemas.openxmlformats.org/drawingml/2006/main">
              <a:ext uri="{FF2B5EF4-FFF2-40B4-BE49-F238E27FC236}">
                <a16:creationId xmlns:a16="http://schemas.microsoft.com/office/drawing/2014/main" id="{A5A740D8-6949-4369-825C-8B381602FC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90798726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466C706D-CBE4-4F6C-9664-D2F1B5F123E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312cf7d76a6b4c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37866DF1-DE55-434A-99C1-1A7515BD51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C4DE6F72-788B-47F4-A91F-0C90ED0B8FE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B050C68E-09D3-4CA9-A2A2-501F56A20E7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DB379E29-8040-4E77-8F5F-4010B1E3A23D}"/>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65BBF0C0-D429-4181-973C-C21EBDCEE416}"/>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D43C758F-9CEB-4E13-8226-57355D50585D}"/>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BFF43462-4321-4ADB-A5B8-FB43CF800432}"/>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D880EBB7-5735-4167-858F-94793A603AA2}"/>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AA0733C8-532E-4F88-9092-79824B0A9B8A}"/>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4B213B9C-7D32-435A-B2AF-1E8720C06A0C}"/>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9A8CBFA5-0EFA-497B-BD9F-0CC8623EF8B2}"/>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56D264AF-8145-408D-B198-05DD65269405}"/>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A7BA987C-E3B4-4A04-A221-DFCA1EB37B0D}"/>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3FB437D8-0F3B-435C-B1CE-FAB854505F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861844940"/>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F38F7EE3-6C28-431C-806F-A41A72D248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dc8db6fc62ec4e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908FF1C0-8CA5-4D19-9051-826CEDDAEE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EF07CAA5-5437-4124-B82F-65598293E0D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054E429B-9784-4D3A-8AD3-CA718AE764A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6A5A3BCF-4D02-408A-81D5-01D69BDB645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8b490f9c69bc480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19073B8D-E755-43DA-969C-62556C600D9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49516386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CFB4A8B3-7C98-491C-84D5-268117700D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bd62ff0f7bde48c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16C01803-4A7B-400B-B2A3-220B51A1A35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39F5D913-ABE6-43AB-8B00-2E9901BA63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6F717827-3226-4205-92B6-3CF507A1E65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D97FA225-2B52-435A-A2F5-E74E327FAFDE}"/>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A72EFD65-DF57-4057-BA8F-122832D80D6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E08A214A-0A6D-4D3E-BAF9-ABF0510F9E9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30E81823-01E9-431D-BAA6-21893FF158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47414147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991F340D-076F-4E3F-833D-829FAC6DB9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62a65747057949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B7B2743F-D660-4D76-83D3-846776C2ED8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597643D7-DD37-4746-A64D-0EA2B8001E1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2F1ECE20-5DCF-401C-AA27-F16B53C1919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91411393-4E75-4B21-9C54-F4B5C5B6136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E3F0AB39-A078-48BF-898D-9E9417C65B2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A9A9B7D6-4816-4B73-A189-3B23BF95F07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498D1634-DF87-4F30-9969-DA7F6980FB4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80C72E6F-FC03-4F78-A5D1-30B1C51551B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5889CCBF-E0E2-4198-9418-0553877BB1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053766169"/>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8D4CD130-C945-4507-94A8-7E165822ED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49c9079c7c004a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12611E2A-6853-4836-92E5-5A661B37DE2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AF4A64D8-F2BA-4B81-8278-60A69CC850E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3CCD2575-6E05-4925-B16E-8B132AC7820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136982BA-8307-4730-9C63-1A9C26A0645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EE2BA3E3-9D5B-41A8-81B3-6FA0A079170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2E5AC172-CFC9-44C9-9B2E-2265BAAFD9C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8FD07409-1AB6-4489-9D72-019FF5327E2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925DC9F0-14DA-4E56-A455-BB1C2223769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FC3DD4F3-789B-409A-8945-10173EC9F4F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121AE8BA-3FF1-4B49-AA66-41EE9FB6EEE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20" name="narrative-number">
            <a:extLst xmlns:a="http://schemas.openxmlformats.org/drawingml/2006/main">
              <a:ext uri="{FF2B5EF4-FFF2-40B4-BE49-F238E27FC236}">
                <a16:creationId xmlns:a16="http://schemas.microsoft.com/office/drawing/2014/main" id="{34426340-052B-4F69-BA87-09847EB4F3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302387171"/>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7EFD33B9-18D3-4B85-8B86-1F20A1EB08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72fd7eb5eb6b47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53DDE0AE-AD4A-4FD2-BF5E-7236874993B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68D040F6-B50C-4615-BDB1-1D15CC6A873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A4053D1D-4C2C-465C-9C45-CAE62B6A41B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67D38FA4-1C88-4903-A9B3-EEB375DC12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8190450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9E912861-C054-4DA6-A302-1E3644C49D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f823e5f7d61345b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12A94EC9-0F26-4E5D-AC84-69BA1D6826F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CAADE01C-4612-42AC-AB51-23C53CF13488}"/>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8C7D7438-8C85-4808-9BE3-3C96B97C93B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2BBD3CAD-CF5E-4092-915F-E149FAC69F3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487de522c9a9472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8B11A3A7-7B91-4B09-ABB2-ED45F95BBD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348706024"/>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978C8E7C-7DE5-4D52-9097-0F23A9D2E4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1d922060abbf4df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7203B5C8-CC8F-4D1F-A900-42E2672D49A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7A73978B-45A8-4388-AAD9-45E9514B2D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0FD2E0B7-6CD3-403E-9E16-9FEE43F304B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46FD7E3E-2B4B-4D6D-B2FA-3C6AC15CF3E4}"/>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9B711318-3E9F-4301-AB45-ED637016FFE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E8659342-9CF8-424F-B774-67D943FDDC2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31CAF509-53A3-4B3D-B4E4-B042D235A9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61168368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84772C94-6F75-40AF-865B-F5F047F669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7ef1283fc6e04cd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23444FD5-4EBA-4CDE-9EAE-431576FAA6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31835A49-39FE-4EA5-83EB-66AA4E02CC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6B8026DF-4E87-4250-82C5-31266861B7F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83028C00-E79B-4729-86E1-223233C7647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FFD0262C-E939-4588-A21A-9925A5D9AB2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A8B157E6-B899-4EE7-97DA-4BD8769DE0F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86D9042C-3E5F-4E37-BAD5-4924BF8E44C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15726603-3CA1-4AAD-923F-A42DE582EB05}"/>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CB181200-970E-42E0-8051-B6C0553FE76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690269530"/>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100A74B1-A3BF-4DB5-A247-DB6DBD5A2F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2ccfaab7b4464d6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A3F3163C-57CD-400F-B436-12FCAFF20A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A1EE3B4D-05B8-428F-B865-CECEB018DAD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B45F845A-5F6F-464A-83CC-1C8C2F8AB4F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EA512C28-E8B8-4838-BC07-1D669C1791A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ED99449F-751D-4D18-BD83-F06426410DE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CAA03B62-C66C-4AC1-BFA1-9AC5DCE87DE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4F61D1DA-3FF3-45BF-B415-46200BDAA13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0B47E060-171E-4910-8398-63899F6D48A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347DC831-918A-417D-90F8-F50C03E7913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C6810F40-31DD-46BC-A4BA-0244241721D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68" name="narrative-number">
            <a:extLst xmlns:a="http://schemas.openxmlformats.org/drawingml/2006/main">
              <a:ext uri="{FF2B5EF4-FFF2-40B4-BE49-F238E27FC236}">
                <a16:creationId xmlns:a16="http://schemas.microsoft.com/office/drawing/2014/main" id="{216477C5-8A75-484F-9281-4AF5A647B8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7970316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5DBB881A-588A-45A6-AF56-F4C7F7A3C6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530d66969b07432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42653398-5FF9-4AD8-A7D2-1D5AD09FEC2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CA5B188D-6B30-4E1A-8B0B-2E8B076AC5D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A622E027-115F-412A-8918-7C34C0ABB9E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E6016103-C9A6-4932-A463-E8B5B7ED4155}"/>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8126A7A4-2FA4-4EA7-A1BB-55B105FEB1C4}"/>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DCF63B98-1A83-4BB0-B739-BE6048780B97}"/>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8B2568A6-02E6-4A59-AEEF-3F0494023B84}"/>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D42AC95F-A1DF-4E19-ADF6-C29AE2B50C4A}"/>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778FE147-0E84-415E-A481-E362A8069C9C}"/>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7B788AC4-5109-4B66-943F-2F82E4C9D8B8}"/>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DE56BD88-2DD6-4BB9-89AC-7238696783F6}"/>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0CAFC746-4C27-4693-95E5-66D5B27FBA91}"/>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937E416D-1B14-4072-A48C-91B2E4262595}"/>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FE27A08F-F1B2-4F9A-BBBE-E3807F845B5E}"/>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B62B9021-8E51-49DC-9FE3-2BA6FA2ED384}"/>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FFFDBE78-3435-4587-9972-74235E45BD43}"/>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819B9972-D36D-43A8-AEDE-1287E8C9CAB0}"/>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849F69AF-2F22-4D5D-959A-3C2FF4B8B7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539756971"/>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5BB78C4D-506F-4B10-A66D-6C50BF91C2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e34341b6a6e246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B3EE935A-4CCE-4360-9AEE-8D7D40B54A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349E5FA4-DDA7-4F2F-BB63-DE149B2CD89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26D75379-F481-4AEC-AA1B-E2E9B272C6C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865774CE-9E6D-49FE-B8C6-5996D652EA7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af62cb07bf714aa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AECE659E-71FA-4199-831C-5F6A311096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710187135"/>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B28B13CE-070D-4B7D-BC2F-E6DCDAC0462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d6f76741e16a4b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7526D1C7-0967-4030-B001-D35C570A98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7ED9A434-1733-4541-B3D0-569FCE5587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970E21CA-3907-4774-8DE5-1F66BBB9B32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994BB667-B774-473D-9367-3BC8CCB2FD54}"/>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8F6DB221-E382-462E-A90D-968F5B63EBB7}"/>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07FC8C47-FDB1-4B2A-959D-2AD53BEC90B4}"/>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F498FFBA-77D6-4EE8-A273-9B2BCF9809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171782775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6E441D39-EF48-4622-8E39-E0015F75C0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09da1729956346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1567B8E4-4121-4605-8238-026130A80C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B670D531-885F-4EA9-A1CF-B3510E8B792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CD9A3534-ACDC-4B4D-8494-93E8AA11CC6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E219744C-45E6-4528-AF63-1781D447FBA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F87863DA-31D1-49F4-B5BF-3EC76A3EB882}"/>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9BE5DAE9-2D54-4B8E-897B-152E7629E6F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E357D6D6-7062-4011-A036-359A009FBAE9}"/>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F62666A2-BC31-40FB-9B1F-5832E21E013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1799BAD7-A7F9-4F00-B55F-64F04E9728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99726348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FDE4293B-7E34-459B-8B60-81A0FD2364B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ed406d6701a14b0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CCC522F9-4568-444A-BFFD-49D55CEBF5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C0CC535F-E797-41DB-9F87-57A8427215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620D9289-A34C-45B8-A1AC-B961340D77F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3D6F868F-4878-490F-8AF5-6AC0498AFDE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5729C816-07C2-4078-B61D-EDFA18E4749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C8B6F438-98FF-4249-A9EF-1B578527269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EAC58EB4-2855-43A4-BF60-D4E9A6F7402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D7C3001A-340D-4833-80F1-ED5C145DD5A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BA67CF12-F89F-4FB4-9B4E-1372A660CE4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3BD88E80-7335-4B8C-B13B-5582B18DB7E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6E6EDFCF-F318-4B24-9909-835AAFC7DB6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30" name="narrative-number">
            <a:extLst xmlns:a="http://schemas.openxmlformats.org/drawingml/2006/main">
              <a:ext uri="{FF2B5EF4-FFF2-40B4-BE49-F238E27FC236}">
                <a16:creationId xmlns:a16="http://schemas.microsoft.com/office/drawing/2014/main" id="{7D1D8EC4-ADEB-4A17-B458-072FBCD8C0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532079468"/>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E8FD05E8-E7EC-4CDF-93C8-00DEF3DCEF0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1c18e51f10ae4d5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8101C8E3-3A19-441C-BA82-90F4C92FD53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CF22151D-43F8-4428-BEBD-5BE19886700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CCED1594-E257-4E57-866B-A48D0B8B3C2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BC0939C7-2B01-4785-8D43-12F807D90932}"/>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2316A176-205C-4F46-9910-6053ED5705C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E308B764-3A87-426F-9C02-38B4BBF27E6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7787C863-F8B3-431F-8CC8-6EDBE89DC464}"/>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AFC6F689-ABFA-4AC3-B1E0-72604303083E}"/>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81F9B428-FE5C-4865-A0E2-779FD4277B44}"/>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B0A3BE7B-FC45-4A25-8F08-C68E00E1BCFF}"/>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31AF2FEF-5C28-4579-BAA3-9FD7940C8D21}"/>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D4A96F1C-B7F6-4FE3-A689-85C362E1CD7C}"/>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0F9F684E-18D0-4116-B1DF-2962B10012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29501661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E6C48823-F8B8-417D-8087-CBF357F19D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ab444c6cca86442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A7446F8C-2B38-451E-AE75-33EDCA4BB3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23FC9447-C4D2-4709-8C3F-007517E2678B}"/>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b6adbf2583984bf9"/>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42A110E9-1591-4E96-8C38-3FBBB478AAD1}"/>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3DBA3764-11F9-4A0A-AC3C-A04800B8C6AC}"/>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3E23865E-045C-47EC-9839-32FAD24119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69833913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80EE297E-FE68-46B4-8D05-18454ED785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2ee07b6e99b24e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196C129D-9826-4E8C-ADA0-9092B4AF36E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CFA7388B-6EA6-4F29-8265-461D40A820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9918297F-0966-4568-A4B4-39D1F8BB77A9}"/>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1B42867B-55BD-4AF8-AB32-5FC8666C1A4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83CCABC6-47BC-4D71-80AA-A5F995E5AA1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277B6542-6ED6-4617-A067-246251489831}"/>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32B7A467-24CF-4375-82CC-9E9E734801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80855752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EC730072-5640-469A-910D-F83D81FC50C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c36bedffb74146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96BF3975-2AE8-4A31-9955-4653AB4DE6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477FC497-16B2-41FC-A95D-D9BEC7CA0A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62CF6E62-50FC-41CB-B741-5A20C2BA33E8}"/>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65C28C91-FF9B-4300-81B2-0A22EA30922F}"/>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722797C0-24D4-49E8-8B07-FC8F6CF3C289}"/>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799B8680-A7AE-4E39-84DC-447F226DDB9D}"/>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6C257EA1-6111-4646-8484-ECED4634B299}"/>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9492C059-3A41-4A83-A4BC-DFC9A9B24159}"/>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BBA5F480-E328-4898-8E15-A0DF3EC73339}"/>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ABACEE9F-4840-4C06-BE53-EC4AC9893056}"/>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CCDE842C-ACDE-4674-B9B6-0E4A39FC63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719532866"/>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35CB289F-A4A2-43A6-BC81-B9D20BCE74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38428a1092a74c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02C9AA50-5044-4D9A-8943-6718281FE7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158EEC31-C526-424A-AB0A-4E7EEC82B8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A5E713F4-8A8F-42DA-9046-AC8EA6F703D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59764AA3-6041-48C3-B13B-5EA03ACE973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91C21B61-67D9-4B16-B779-A6D274FCADA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24E66EA1-D355-4853-882B-02438DEA8CB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755CA6A8-7242-4F1C-B70C-FDBFA3830A3E}"/>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A19CA584-0C04-4E48-9949-8197DCD8336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1A50B449-9EB4-4BBA-B99F-83AE57678768}"/>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2727BFCD-7D20-4660-9171-6042F408D09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F599C2BC-CC6E-425E-BAAE-2D3DA077E7E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89" name="narrative-number">
            <a:extLst xmlns:a="http://schemas.openxmlformats.org/drawingml/2006/main">
              <a:ext uri="{FF2B5EF4-FFF2-40B4-BE49-F238E27FC236}">
                <a16:creationId xmlns:a16="http://schemas.microsoft.com/office/drawing/2014/main" id="{67F9D317-5138-424F-8425-5D11E7B620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80969614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5DD1EBA0-5B97-408E-95B6-7DCEB1825C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c83197556cc74cc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A1E7B04A-98DE-4165-891E-7E47C92492C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BC616160-39DD-4FB2-B46E-976D692D557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8F612B00-F4BD-4F6A-8640-3B1E3D801B4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C2DA9156-9282-45C7-85FB-23D792C888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4272802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7ba24fcadd8f4d7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BB20E6A6-15B0-48F9-9F5C-7EBAFD778A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854098025"/>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80FFBFF2-BF8A-4FFA-8D71-69F9F1233B0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49E8F83D-7742-4849-B7F4-F2A17A2AC82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C0498F2F-2EDF-4D4A-9E56-EF1D38B1C8B5}"/>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2870BF1D-722C-45CC-86AA-18E3041232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4043433021"/>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A48A87B0-4A07-430C-AA7F-70CC9CAB26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6871f65803fa4d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53C0B300-9CC6-4FA1-861A-210156CCDA7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B7843663-B1D7-4E1E-8A13-DACCE8C8ED5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2F1FAF5A-793E-4E3E-AA3F-F9313214BC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588265427"/>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B9C57EE4-65D2-4A70-BF90-C2D21FBEBC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569a0635cc34418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A0064CE4-21CA-4840-AD08-BC8480862F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12" name="header-divider">
            <a:extLst xmlns:a="http://schemas.openxmlformats.org/drawingml/2006/main">
              <a:ext uri="{FF2B5EF4-FFF2-40B4-BE49-F238E27FC236}">
                <a16:creationId xmlns:a16="http://schemas.microsoft.com/office/drawing/2014/main" id="{84A8B2C6-3F70-4256-AB44-1A4D607354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9"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4" name="narrative-number">
            <a:extLst xmlns:a="http://schemas.openxmlformats.org/drawingml/2006/main">
              <a:ext uri="{FF2B5EF4-FFF2-40B4-BE49-F238E27FC236}">
                <a16:creationId xmlns:a16="http://schemas.microsoft.com/office/drawing/2014/main" id="{B9E2C430-839C-43C3-9DB8-3D0988A1D3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57430260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43907397-43E4-4DCE-827B-6DA9168B0FDD}"/>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16" name="header-divider">
            <a:extLst xmlns:a="http://schemas.openxmlformats.org/drawingml/2006/main">
              <a:ext uri="{FF2B5EF4-FFF2-40B4-BE49-F238E27FC236}">
                <a16:creationId xmlns:a16="http://schemas.microsoft.com/office/drawing/2014/main" id="{C5C20098-E49D-4D04-A9FA-FE6296DAA68D}"/>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44-shape-1">
            <a:extLst xmlns:a="http://schemas.openxmlformats.org/drawingml/2006/main">
              <a:ext uri="{FF2B5EF4-FFF2-40B4-BE49-F238E27FC236}">
                <a16:creationId xmlns:a16="http://schemas.microsoft.com/office/drawing/2014/main" id="{90B985A5-0900-42B8-A185-25CD71A41FD8}"/>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8" name="44-shape-2">
            <a:extLst xmlns:a="http://schemas.openxmlformats.org/drawingml/2006/main">
              <a:ext uri="{FF2B5EF4-FFF2-40B4-BE49-F238E27FC236}">
                <a16:creationId xmlns:a16="http://schemas.microsoft.com/office/drawing/2014/main" id="{122434E6-536E-4912-A382-CAD2733C8F9D}"/>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19" name="44-text-3">
            <a:extLst xmlns:a="http://schemas.openxmlformats.org/drawingml/2006/main">
              <a:ext uri="{FF2B5EF4-FFF2-40B4-BE49-F238E27FC236}">
                <a16:creationId xmlns:a16="http://schemas.microsoft.com/office/drawing/2014/main" id="{1F1F3F46-8BC5-4A33-9E1A-A496DAA3DE4B}"/>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20" name="44-text-4">
            <a:extLst xmlns:a="http://schemas.openxmlformats.org/drawingml/2006/main">
              <a:ext uri="{FF2B5EF4-FFF2-40B4-BE49-F238E27FC236}">
                <a16:creationId xmlns:a16="http://schemas.microsoft.com/office/drawing/2014/main" id="{7B6578D8-59C3-486D-8187-A8583D4FBB3F}"/>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21" name="44-shape-5">
            <a:extLst xmlns:a="http://schemas.openxmlformats.org/drawingml/2006/main">
              <a:ext uri="{FF2B5EF4-FFF2-40B4-BE49-F238E27FC236}">
                <a16:creationId xmlns:a16="http://schemas.microsoft.com/office/drawing/2014/main" id="{C268CDAC-C0D1-4834-9A15-692F0CEDAC89}"/>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2" name="44-shape-6">
            <a:extLst xmlns:a="http://schemas.openxmlformats.org/drawingml/2006/main">
              <a:ext uri="{FF2B5EF4-FFF2-40B4-BE49-F238E27FC236}">
                <a16:creationId xmlns:a16="http://schemas.microsoft.com/office/drawing/2014/main" id="{C21C46A2-8AA1-4245-B627-2F7E5FB8D2E6}"/>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3" name="44-text-7">
            <a:extLst xmlns:a="http://schemas.openxmlformats.org/drawingml/2006/main">
              <a:ext uri="{FF2B5EF4-FFF2-40B4-BE49-F238E27FC236}">
                <a16:creationId xmlns:a16="http://schemas.microsoft.com/office/drawing/2014/main" id="{D4436D93-F4C9-4DBA-8D7F-4BA52E7E769F}"/>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24" name="44-text-8">
            <a:extLst xmlns:a="http://schemas.openxmlformats.org/drawingml/2006/main">
              <a:ext uri="{FF2B5EF4-FFF2-40B4-BE49-F238E27FC236}">
                <a16:creationId xmlns:a16="http://schemas.microsoft.com/office/drawing/2014/main" id="{3FE8B7DE-AB7A-41B3-A91D-05ABD55915FA}"/>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25" name="44-shape-9">
            <a:extLst xmlns:a="http://schemas.openxmlformats.org/drawingml/2006/main">
              <a:ext uri="{FF2B5EF4-FFF2-40B4-BE49-F238E27FC236}">
                <a16:creationId xmlns:a16="http://schemas.microsoft.com/office/drawing/2014/main" id="{4EEEE9D5-1F6F-43FA-A5EA-BEED497FBB55}"/>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6" name="44-shape-10">
            <a:extLst xmlns:a="http://schemas.openxmlformats.org/drawingml/2006/main">
              <a:ext uri="{FF2B5EF4-FFF2-40B4-BE49-F238E27FC236}">
                <a16:creationId xmlns:a16="http://schemas.microsoft.com/office/drawing/2014/main" id="{F3D7DD44-A912-42FB-BD86-EE06AD4EFDF5}"/>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7" name="44-text-11">
            <a:extLst xmlns:a="http://schemas.openxmlformats.org/drawingml/2006/main">
              <a:ext uri="{FF2B5EF4-FFF2-40B4-BE49-F238E27FC236}">
                <a16:creationId xmlns:a16="http://schemas.microsoft.com/office/drawing/2014/main" id="{C6D85BAF-E93F-4B0B-B61D-5A742659C6E3}"/>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28" name="44-text-12">
            <a:extLst xmlns:a="http://schemas.openxmlformats.org/drawingml/2006/main">
              <a:ext uri="{FF2B5EF4-FFF2-40B4-BE49-F238E27FC236}">
                <a16:creationId xmlns:a16="http://schemas.microsoft.com/office/drawing/2014/main" id="{6ED4A3E4-E6D2-418E-90F8-93C326493291}"/>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29" name="44-shape-13">
            <a:extLst xmlns:a="http://schemas.openxmlformats.org/drawingml/2006/main">
              <a:ext uri="{FF2B5EF4-FFF2-40B4-BE49-F238E27FC236}">
                <a16:creationId xmlns:a16="http://schemas.microsoft.com/office/drawing/2014/main" id="{94FF0280-73A8-4864-A709-03139DB8365F}"/>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0" name="44-shape-14">
            <a:extLst xmlns:a="http://schemas.openxmlformats.org/drawingml/2006/main">
              <a:ext uri="{FF2B5EF4-FFF2-40B4-BE49-F238E27FC236}">
                <a16:creationId xmlns:a16="http://schemas.microsoft.com/office/drawing/2014/main" id="{3F3392C5-FE5D-43DA-9B63-2D07FCCF49F2}"/>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1" name="44-text-15">
            <a:extLst xmlns:a="http://schemas.openxmlformats.org/drawingml/2006/main">
              <a:ext uri="{FF2B5EF4-FFF2-40B4-BE49-F238E27FC236}">
                <a16:creationId xmlns:a16="http://schemas.microsoft.com/office/drawing/2014/main" id="{D5FDAE45-CC72-4BF5-8717-0CD54CCE748D}"/>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32" name="44-text-16">
            <a:extLst xmlns:a="http://schemas.openxmlformats.org/drawingml/2006/main">
              <a:ext uri="{FF2B5EF4-FFF2-40B4-BE49-F238E27FC236}">
                <a16:creationId xmlns:a16="http://schemas.microsoft.com/office/drawing/2014/main" id="{6E112452-643A-42F6-917E-6843B6425DCF}"/>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33" name="44-shape-17">
            <a:extLst xmlns:a="http://schemas.openxmlformats.org/drawingml/2006/main">
              <a:ext uri="{FF2B5EF4-FFF2-40B4-BE49-F238E27FC236}">
                <a16:creationId xmlns:a16="http://schemas.microsoft.com/office/drawing/2014/main" id="{F65101B5-F90A-4D47-8505-6BA6E906FBC8}"/>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4" name="44-shape-18">
            <a:extLst xmlns:a="http://schemas.openxmlformats.org/drawingml/2006/main">
              <a:ext uri="{FF2B5EF4-FFF2-40B4-BE49-F238E27FC236}">
                <a16:creationId xmlns:a16="http://schemas.microsoft.com/office/drawing/2014/main" id="{C4BDE833-CC3B-4E4D-809C-B009244632BC}"/>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5" name="44-text-19">
            <a:extLst xmlns:a="http://schemas.openxmlformats.org/drawingml/2006/main">
              <a:ext uri="{FF2B5EF4-FFF2-40B4-BE49-F238E27FC236}">
                <a16:creationId xmlns:a16="http://schemas.microsoft.com/office/drawing/2014/main" id="{3A5D235C-F8A1-4755-9AC9-C2FD89219FAA}"/>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36" name="44-text-20">
            <a:extLst xmlns:a="http://schemas.openxmlformats.org/drawingml/2006/main">
              <a:ext uri="{FF2B5EF4-FFF2-40B4-BE49-F238E27FC236}">
                <a16:creationId xmlns:a16="http://schemas.microsoft.com/office/drawing/2014/main" id="{BB3B3F52-2344-4DA4-A29C-5A35DF67CA2E}"/>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37" name="44-shape-21">
            <a:extLst xmlns:a="http://schemas.openxmlformats.org/drawingml/2006/main">
              <a:ext uri="{FF2B5EF4-FFF2-40B4-BE49-F238E27FC236}">
                <a16:creationId xmlns:a16="http://schemas.microsoft.com/office/drawing/2014/main" id="{F31A5402-D0C4-412C-BD54-A1FD4AE4FB29}"/>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44-shape-22">
            <a:extLst xmlns:a="http://schemas.openxmlformats.org/drawingml/2006/main">
              <a:ext uri="{FF2B5EF4-FFF2-40B4-BE49-F238E27FC236}">
                <a16:creationId xmlns:a16="http://schemas.microsoft.com/office/drawing/2014/main" id="{E3818110-69EB-4FE1-9E0A-B6F1C40472BC}"/>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44-text-23">
            <a:extLst xmlns:a="http://schemas.openxmlformats.org/drawingml/2006/main">
              <a:ext uri="{FF2B5EF4-FFF2-40B4-BE49-F238E27FC236}">
                <a16:creationId xmlns:a16="http://schemas.microsoft.com/office/drawing/2014/main" id="{B1733B43-6D97-4DD4-85EC-83A1A4894661}"/>
              </a:ext>
            </a:extLst>
          </p:cNvPr>
          <p:cNvSpPr>
            <a:spLocks xmlns:a="http://schemas.openxmlformats.org/drawingml/2006/main"/>
          </p:cNvSpPr>
          <p:nvPr/>
        </p:nvSpPr>
        <p:spPr>
          <a:xfrm xmlns:a="http://schemas.openxmlformats.org/drawingml/2006/main">
            <a:off x="609600" y="56769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40" name="44-text-24">
            <a:extLst xmlns:a="http://schemas.openxmlformats.org/drawingml/2006/main">
              <a:ext uri="{FF2B5EF4-FFF2-40B4-BE49-F238E27FC236}">
                <a16:creationId xmlns:a16="http://schemas.microsoft.com/office/drawing/2014/main" id="{52D63A10-A0FA-41CF-AA0C-6A71334025DC}"/>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41" name="narrative-number">
            <a:extLst xmlns:a="http://schemas.openxmlformats.org/drawingml/2006/main">
              <a:ext uri="{FF2B5EF4-FFF2-40B4-BE49-F238E27FC236}">
                <a16:creationId xmlns:a16="http://schemas.microsoft.com/office/drawing/2014/main" id="{B73FA40E-E1F2-49AE-BE43-8FFF182BE73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47501817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72D006DA-41FE-44A1-948A-3C2081FFBE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a49e4227a5be45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E9A06FF9-FA66-4641-9D3E-1B2489ED06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45" name="header-divider">
            <a:extLst xmlns:a="http://schemas.openxmlformats.org/drawingml/2006/main">
              <a:ext uri="{FF2B5EF4-FFF2-40B4-BE49-F238E27FC236}">
                <a16:creationId xmlns:a16="http://schemas.microsoft.com/office/drawing/2014/main" id="{6D1FC33D-8515-411C-A758-35EBD0B92A6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45-shape-1">
            <a:extLst xmlns:a="http://schemas.openxmlformats.org/drawingml/2006/main">
              <a:ext uri="{FF2B5EF4-FFF2-40B4-BE49-F238E27FC236}">
                <a16:creationId xmlns:a16="http://schemas.microsoft.com/office/drawing/2014/main" id="{164C210D-CF13-438F-AB3C-BDB26FDA1ECF}"/>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47" name="45-text-2">
            <a:extLst xmlns:a="http://schemas.openxmlformats.org/drawingml/2006/main">
              <a:ext uri="{FF2B5EF4-FFF2-40B4-BE49-F238E27FC236}">
                <a16:creationId xmlns:a16="http://schemas.microsoft.com/office/drawing/2014/main" id="{6B1E82C5-F519-4385-9F20-FB53D221A720}"/>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45-text-3">
            <a:extLst xmlns:a="http://schemas.openxmlformats.org/drawingml/2006/main">
              <a:ext uri="{FF2B5EF4-FFF2-40B4-BE49-F238E27FC236}">
                <a16:creationId xmlns:a16="http://schemas.microsoft.com/office/drawing/2014/main" id="{CBA5365B-D3D8-45C3-AB0E-CB2B38330330}"/>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49" name="45-shape-4">
            <a:extLst xmlns:a="http://schemas.openxmlformats.org/drawingml/2006/main">
              <a:ext uri="{FF2B5EF4-FFF2-40B4-BE49-F238E27FC236}">
                <a16:creationId xmlns:a16="http://schemas.microsoft.com/office/drawing/2014/main" id="{F8DC62EC-D2B0-490D-84A2-2CEEF66A27D7}"/>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0" name="45-text-5">
            <a:extLst xmlns:a="http://schemas.openxmlformats.org/drawingml/2006/main">
              <a:ext uri="{FF2B5EF4-FFF2-40B4-BE49-F238E27FC236}">
                <a16:creationId xmlns:a16="http://schemas.microsoft.com/office/drawing/2014/main" id="{570CE7AA-82FC-46E0-8070-70FB7B1A9D53}"/>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45-text-6">
            <a:extLst xmlns:a="http://schemas.openxmlformats.org/drawingml/2006/main">
              <a:ext uri="{FF2B5EF4-FFF2-40B4-BE49-F238E27FC236}">
                <a16:creationId xmlns:a16="http://schemas.microsoft.com/office/drawing/2014/main" id="{F5576232-3012-470C-9C9B-722F2F79D1C5}"/>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52" name="45-shape-7">
            <a:extLst xmlns:a="http://schemas.openxmlformats.org/drawingml/2006/main">
              <a:ext uri="{FF2B5EF4-FFF2-40B4-BE49-F238E27FC236}">
                <a16:creationId xmlns:a16="http://schemas.microsoft.com/office/drawing/2014/main" id="{F4BBB02E-5F68-4201-82C9-D4E282865FF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3" name="45-text-8">
            <a:extLst xmlns:a="http://schemas.openxmlformats.org/drawingml/2006/main">
              <a:ext uri="{FF2B5EF4-FFF2-40B4-BE49-F238E27FC236}">
                <a16:creationId xmlns:a16="http://schemas.microsoft.com/office/drawing/2014/main" id="{7DFA25D7-85FE-41DA-9D41-33BCC8175DB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45-text-9">
            <a:extLst xmlns:a="http://schemas.openxmlformats.org/drawingml/2006/main">
              <a:ext uri="{FF2B5EF4-FFF2-40B4-BE49-F238E27FC236}">
                <a16:creationId xmlns:a16="http://schemas.microsoft.com/office/drawing/2014/main" id="{43413370-FDD1-4DE3-82A1-26981F89A612}"/>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55" name="45-shape-10">
            <a:extLst xmlns:a="http://schemas.openxmlformats.org/drawingml/2006/main">
              <a:ext uri="{FF2B5EF4-FFF2-40B4-BE49-F238E27FC236}">
                <a16:creationId xmlns:a16="http://schemas.microsoft.com/office/drawing/2014/main" id="{4C6AF97A-2601-4543-8948-F8E25C568FD3}"/>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6" name="45-text-11">
            <a:extLst xmlns:a="http://schemas.openxmlformats.org/drawingml/2006/main">
              <a:ext uri="{FF2B5EF4-FFF2-40B4-BE49-F238E27FC236}">
                <a16:creationId xmlns:a16="http://schemas.microsoft.com/office/drawing/2014/main" id="{DC655C22-A99E-44CD-AB8D-2FC3BD468729}"/>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57" name="45-text-12">
            <a:extLst xmlns:a="http://schemas.openxmlformats.org/drawingml/2006/main">
              <a:ext uri="{FF2B5EF4-FFF2-40B4-BE49-F238E27FC236}">
                <a16:creationId xmlns:a16="http://schemas.microsoft.com/office/drawing/2014/main" id="{85F0079D-1E26-4A7A-88C8-A2AC0478CF55}"/>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58" name="narrative-number">
            <a:extLst xmlns:a="http://schemas.openxmlformats.org/drawingml/2006/main">
              <a:ext uri="{FF2B5EF4-FFF2-40B4-BE49-F238E27FC236}">
                <a16:creationId xmlns:a16="http://schemas.microsoft.com/office/drawing/2014/main" id="{4DA2CE56-D73A-4CE2-A0E5-BB6470ADB8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23981609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9B0C8216-864F-4BB3-A5E7-182624D29E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00374dbe6c4c41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1A689E60-3A5B-440F-8C4A-AF663C0F87A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2" name="header-divider">
            <a:extLst xmlns:a="http://schemas.openxmlformats.org/drawingml/2006/main">
              <a:ext uri="{FF2B5EF4-FFF2-40B4-BE49-F238E27FC236}">
                <a16:creationId xmlns:a16="http://schemas.microsoft.com/office/drawing/2014/main" id="{5ADED6BD-0232-48BA-BA87-A0620BEDF98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45-text-13">
            <a:extLst xmlns:a="http://schemas.openxmlformats.org/drawingml/2006/main">
              <a:ext uri="{FF2B5EF4-FFF2-40B4-BE49-F238E27FC236}">
                <a16:creationId xmlns:a16="http://schemas.microsoft.com/office/drawing/2014/main" id="{0B08EEDE-C9C5-41A7-BE0B-25049C67BB49}"/>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464" name="45-text-14">
            <a:extLst xmlns:a="http://schemas.openxmlformats.org/drawingml/2006/main">
              <a:ext uri="{FF2B5EF4-FFF2-40B4-BE49-F238E27FC236}">
                <a16:creationId xmlns:a16="http://schemas.microsoft.com/office/drawing/2014/main" id="{6092D18F-8A81-4CA5-9872-C3F5F995BDA8}"/>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65" name="45-text-15">
            <a:extLst xmlns:a="http://schemas.openxmlformats.org/drawingml/2006/main">
              <a:ext uri="{FF2B5EF4-FFF2-40B4-BE49-F238E27FC236}">
                <a16:creationId xmlns:a16="http://schemas.microsoft.com/office/drawing/2014/main" id="{E99126C7-F82A-424C-8703-C16E1B941A28}"/>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475"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11B7FA90-AC69-4DD5-8F96-59E846C0CA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0920520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slide-title">
            <a:extLst xmlns:a="http://schemas.openxmlformats.org/drawingml/2006/main">
              <a:ext uri="{FF2B5EF4-FFF2-40B4-BE49-F238E27FC236}">
                <a16:creationId xmlns:a16="http://schemas.microsoft.com/office/drawing/2014/main" id="{36C169A3-D3E4-485B-9088-9BD2FB31423E}"/>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69" name="header-divider">
            <a:extLst xmlns:a="http://schemas.openxmlformats.org/drawingml/2006/main">
              <a:ext uri="{FF2B5EF4-FFF2-40B4-BE49-F238E27FC236}">
                <a16:creationId xmlns:a16="http://schemas.microsoft.com/office/drawing/2014/main" id="{8BC84A3B-6A7C-4139-A35D-CB2D999D9E7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6-text-1">
            <a:extLst xmlns:a="http://schemas.openxmlformats.org/drawingml/2006/main">
              <a:ext uri="{FF2B5EF4-FFF2-40B4-BE49-F238E27FC236}">
                <a16:creationId xmlns:a16="http://schemas.microsoft.com/office/drawing/2014/main" id="{436BF5FD-355A-4C85-90C6-2EF1D4FBFC1B}"/>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71" name="46-text-2">
            <a:extLst xmlns:a="http://schemas.openxmlformats.org/drawingml/2006/main">
              <a:ext uri="{FF2B5EF4-FFF2-40B4-BE49-F238E27FC236}">
                <a16:creationId xmlns:a16="http://schemas.microsoft.com/office/drawing/2014/main" id="{EE3FB0CB-7E08-4B77-9164-E79D873CAA46}"/>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72" name="46-text-3">
            <a:extLst xmlns:a="http://schemas.openxmlformats.org/drawingml/2006/main">
              <a:ext uri="{FF2B5EF4-FFF2-40B4-BE49-F238E27FC236}">
                <a16:creationId xmlns:a16="http://schemas.microsoft.com/office/drawing/2014/main" id="{4A08E3C9-DF14-4C5F-9FB9-9BFB1E6767C3}"/>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73" name="46-text-4">
            <a:extLst xmlns:a="http://schemas.openxmlformats.org/drawingml/2006/main">
              <a:ext uri="{FF2B5EF4-FFF2-40B4-BE49-F238E27FC236}">
                <a16:creationId xmlns:a16="http://schemas.microsoft.com/office/drawing/2014/main" id="{D394CBF8-81C1-4E71-B0F8-A52C0E895283}"/>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74" name="46-text-5">
            <a:extLst xmlns:a="http://schemas.openxmlformats.org/drawingml/2006/main">
              <a:ext uri="{FF2B5EF4-FFF2-40B4-BE49-F238E27FC236}">
                <a16:creationId xmlns:a16="http://schemas.microsoft.com/office/drawing/2014/main" id="{699A4D22-F6BD-495B-8091-BAC2553DAB24}"/>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75" name="46-text-6">
            <a:extLst xmlns:a="http://schemas.openxmlformats.org/drawingml/2006/main">
              <a:ext uri="{FF2B5EF4-FFF2-40B4-BE49-F238E27FC236}">
                <a16:creationId xmlns:a16="http://schemas.microsoft.com/office/drawing/2014/main" id="{C9B7946D-0F73-42CF-97BD-E130F6383452}"/>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76" name="46-text-7">
            <a:extLst xmlns:a="http://schemas.openxmlformats.org/drawingml/2006/main">
              <a:ext uri="{FF2B5EF4-FFF2-40B4-BE49-F238E27FC236}">
                <a16:creationId xmlns:a16="http://schemas.microsoft.com/office/drawing/2014/main" id="{5F2A0E24-A9BD-49A6-B2B1-3636F3226A7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77" name="46-text-8">
            <a:extLst xmlns:a="http://schemas.openxmlformats.org/drawingml/2006/main">
              <a:ext uri="{FF2B5EF4-FFF2-40B4-BE49-F238E27FC236}">
                <a16:creationId xmlns:a16="http://schemas.microsoft.com/office/drawing/2014/main" id="{1B06E672-3514-4438-B585-37E8B2B8444C}"/>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78" name="46-text-9">
            <a:extLst xmlns:a="http://schemas.openxmlformats.org/drawingml/2006/main">
              <a:ext uri="{FF2B5EF4-FFF2-40B4-BE49-F238E27FC236}">
                <a16:creationId xmlns:a16="http://schemas.microsoft.com/office/drawing/2014/main" id="{D102548E-F747-42B3-BE20-935E94563696}"/>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79" name="46-text-10">
            <a:extLst xmlns:a="http://schemas.openxmlformats.org/drawingml/2006/main">
              <a:ext uri="{FF2B5EF4-FFF2-40B4-BE49-F238E27FC236}">
                <a16:creationId xmlns:a16="http://schemas.microsoft.com/office/drawing/2014/main" id="{E731E40A-12E4-459B-B201-A53331343F3D}"/>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80" name="46-text-11">
            <a:extLst xmlns:a="http://schemas.openxmlformats.org/drawingml/2006/main">
              <a:ext uri="{FF2B5EF4-FFF2-40B4-BE49-F238E27FC236}">
                <a16:creationId xmlns:a16="http://schemas.microsoft.com/office/drawing/2014/main" id="{94F1C412-6370-4265-81A7-733DF1075EB9}"/>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81" name="46-text-12">
            <a:extLst xmlns:a="http://schemas.openxmlformats.org/drawingml/2006/main">
              <a:ext uri="{FF2B5EF4-FFF2-40B4-BE49-F238E27FC236}">
                <a16:creationId xmlns:a16="http://schemas.microsoft.com/office/drawing/2014/main" id="{48C6E462-66DC-41FB-82B6-B4DFE00B85A1}"/>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82" name="narrative-number">
            <a:extLst xmlns:a="http://schemas.openxmlformats.org/drawingml/2006/main">
              <a:ext uri="{FF2B5EF4-FFF2-40B4-BE49-F238E27FC236}">
                <a16:creationId xmlns:a16="http://schemas.microsoft.com/office/drawing/2014/main" id="{B1F061F2-CFFD-4B35-BF23-676CBAFD09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858099581"/>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47-text-1">
            <a:extLst xmlns:a="http://schemas.openxmlformats.org/drawingml/2006/main">
              <a:ext uri="{FF2B5EF4-FFF2-40B4-BE49-F238E27FC236}">
                <a16:creationId xmlns:a16="http://schemas.microsoft.com/office/drawing/2014/main" id="{8F63AF86-F394-4903-9B04-D247631B09D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84" name="47-text-2">
            <a:extLst xmlns:a="http://schemas.openxmlformats.org/drawingml/2006/main">
              <a:ext uri="{FF2B5EF4-FFF2-40B4-BE49-F238E27FC236}">
                <a16:creationId xmlns:a16="http://schemas.microsoft.com/office/drawing/2014/main" id="{F29E95B7-5556-4228-A5C1-0FBD531953C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85" name="47-text-3">
            <a:extLst xmlns:a="http://schemas.openxmlformats.org/drawingml/2006/main">
              <a:ext uri="{FF2B5EF4-FFF2-40B4-BE49-F238E27FC236}">
                <a16:creationId xmlns:a16="http://schemas.microsoft.com/office/drawing/2014/main" id="{0E86A1C9-738C-4844-B41A-D0FDF46DB4F8}"/>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486" name="narrative-number">
            <a:extLst xmlns:a="http://schemas.openxmlformats.org/drawingml/2006/main">
              <a:ext uri="{FF2B5EF4-FFF2-40B4-BE49-F238E27FC236}">
                <a16:creationId xmlns:a16="http://schemas.microsoft.com/office/drawing/2014/main" id="{3E77C45A-F841-408E-9BCF-B282CF9310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34112043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2026-09-16T06:42:22.8720000Z</dcterms:created>
  <dcterms:modified xsi:type="dcterms:W3CDTF">2026-09-16T06:42:22.8720000Z</dcterms:modified>
</coreProperties>
</file>