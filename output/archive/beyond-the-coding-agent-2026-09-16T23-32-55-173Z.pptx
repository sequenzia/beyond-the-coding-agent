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874253a435483d" /><Relationship Type="http://schemas.openxmlformats.org/officeDocument/2006/relationships/extended-properties" Target="/docProps/app.xml" Id="R76a30072a4fe41ec" /><Relationship Type="http://schemas.openxmlformats.org/officeDocument/2006/relationships/officeDocument" Target="/ppt/presentation.xml" Id="R7e0475e827bf4d81"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b015eb1ef518430f"/>
    <p:sldMasterId xmlns:r="http://schemas.openxmlformats.org/officeDocument/2006/relationships" id="2147483650" r:id="R6a058c8437aa492c"/>
  </p:sldMasterIdLst>
  <p:notesMasterIdLst>
    <p:notesMasterId xmlns:r="http://schemas.openxmlformats.org/officeDocument/2006/relationships" r:id="R712c8b21b8484714"/>
  </p:notesMasterIdLst>
  <p:sldIdLst>
    <p:sldId xmlns:r="http://schemas.openxmlformats.org/officeDocument/2006/relationships" id="256" r:id="R191e537919d1463c"/>
    <p:sldId xmlns:r="http://schemas.openxmlformats.org/officeDocument/2006/relationships" id="257" r:id="Rc04d5915f6f242b8"/>
    <p:sldId xmlns:r="http://schemas.openxmlformats.org/officeDocument/2006/relationships" id="258" r:id="Rc5be8bd3269d493a"/>
    <p:sldId xmlns:r="http://schemas.openxmlformats.org/officeDocument/2006/relationships" id="259" r:id="R72cc4ab3a19b4a7c"/>
    <p:sldId xmlns:r="http://schemas.openxmlformats.org/officeDocument/2006/relationships" id="260" r:id="R913852ca824a4be0"/>
    <p:sldId xmlns:r="http://schemas.openxmlformats.org/officeDocument/2006/relationships" id="261" r:id="R17268e550c3e4a5e"/>
    <p:sldId xmlns:r="http://schemas.openxmlformats.org/officeDocument/2006/relationships" id="262" r:id="Rdbf68153bfbe4282"/>
    <p:sldId xmlns:r="http://schemas.openxmlformats.org/officeDocument/2006/relationships" id="263" r:id="R468ed0bf3d35472a"/>
    <p:sldId xmlns:r="http://schemas.openxmlformats.org/officeDocument/2006/relationships" id="264" r:id="Rac9fc9adb8ed4c5a"/>
    <p:sldId xmlns:r="http://schemas.openxmlformats.org/officeDocument/2006/relationships" id="265" r:id="Rda52b8147e214f80"/>
    <p:sldId xmlns:r="http://schemas.openxmlformats.org/officeDocument/2006/relationships" id="266" r:id="Rf6aca8a1e36546ef"/>
    <p:sldId xmlns:r="http://schemas.openxmlformats.org/officeDocument/2006/relationships" id="267" r:id="R5ed6669910384e04"/>
    <p:sldId xmlns:r="http://schemas.openxmlformats.org/officeDocument/2006/relationships" id="268" r:id="R11c8d5f3e22f4162"/>
    <p:sldId xmlns:r="http://schemas.openxmlformats.org/officeDocument/2006/relationships" id="269" r:id="Rfc1517fff7a84dd9"/>
    <p:sldId xmlns:r="http://schemas.openxmlformats.org/officeDocument/2006/relationships" id="270" r:id="R93457879dc4c47fb"/>
    <p:sldId xmlns:r="http://schemas.openxmlformats.org/officeDocument/2006/relationships" id="271" r:id="Rdb85b6d38dc24888"/>
    <p:sldId xmlns:r="http://schemas.openxmlformats.org/officeDocument/2006/relationships" id="272" r:id="R4269a62f8e1941f1"/>
    <p:sldId xmlns:r="http://schemas.openxmlformats.org/officeDocument/2006/relationships" id="273" r:id="R7347da4563484c1d"/>
    <p:sldId xmlns:r="http://schemas.openxmlformats.org/officeDocument/2006/relationships" id="274" r:id="R41b066257e5048ba"/>
    <p:sldId xmlns:r="http://schemas.openxmlformats.org/officeDocument/2006/relationships" id="275" r:id="R9d71b5cfd5f44e6d"/>
    <p:sldId xmlns:r="http://schemas.openxmlformats.org/officeDocument/2006/relationships" id="276" r:id="R53856aa94df34db8"/>
    <p:sldId xmlns:r="http://schemas.openxmlformats.org/officeDocument/2006/relationships" id="277" r:id="R194b220347fd4631"/>
    <p:sldId xmlns:r="http://schemas.openxmlformats.org/officeDocument/2006/relationships" id="278" r:id="R2ceb7123c88c45f6"/>
    <p:sldId xmlns:r="http://schemas.openxmlformats.org/officeDocument/2006/relationships" id="279" r:id="R063b4911ab6f497b"/>
    <p:sldId xmlns:r="http://schemas.openxmlformats.org/officeDocument/2006/relationships" id="280" r:id="R6e512ad871fd4b18"/>
    <p:sldId xmlns:r="http://schemas.openxmlformats.org/officeDocument/2006/relationships" id="281" r:id="R6ad6ea64be5a4d19"/>
    <p:sldId xmlns:r="http://schemas.openxmlformats.org/officeDocument/2006/relationships" id="282" r:id="R3be77e1d3695468f"/>
    <p:sldId xmlns:r="http://schemas.openxmlformats.org/officeDocument/2006/relationships" id="283" r:id="Ra57b6d1dbe82432a"/>
    <p:sldId xmlns:r="http://schemas.openxmlformats.org/officeDocument/2006/relationships" id="284" r:id="R1828990efd154f66"/>
    <p:sldId xmlns:r="http://schemas.openxmlformats.org/officeDocument/2006/relationships" id="285" r:id="Rd4bb52a6ff814619"/>
    <p:sldId xmlns:r="http://schemas.openxmlformats.org/officeDocument/2006/relationships" id="286" r:id="R21f75af221ca4f04"/>
    <p:sldId xmlns:r="http://schemas.openxmlformats.org/officeDocument/2006/relationships" id="287" r:id="R9dbce908b96a4eab"/>
    <p:sldId xmlns:r="http://schemas.openxmlformats.org/officeDocument/2006/relationships" id="288" r:id="Raefe2d3579144ea9"/>
    <p:sldId xmlns:r="http://schemas.openxmlformats.org/officeDocument/2006/relationships" id="289" r:id="Rd64eee96f9114ef9"/>
    <p:sldId xmlns:r="http://schemas.openxmlformats.org/officeDocument/2006/relationships" id="290" r:id="R85864b0091794243"/>
    <p:sldId xmlns:r="http://schemas.openxmlformats.org/officeDocument/2006/relationships" id="291" r:id="Rccbf1ed3de9b42ff"/>
    <p:sldId xmlns:r="http://schemas.openxmlformats.org/officeDocument/2006/relationships" id="292" r:id="R1f75acddd4cf403b"/>
    <p:sldId xmlns:r="http://schemas.openxmlformats.org/officeDocument/2006/relationships" id="293" r:id="R9ce109f5799a45b3"/>
    <p:sldId xmlns:r="http://schemas.openxmlformats.org/officeDocument/2006/relationships" id="294" r:id="R5208149201f94162"/>
    <p:sldId xmlns:r="http://schemas.openxmlformats.org/officeDocument/2006/relationships" id="295" r:id="R4ff168246431499d"/>
    <p:sldId xmlns:r="http://schemas.openxmlformats.org/officeDocument/2006/relationships" id="296" r:id="R7651277500fd467e"/>
    <p:sldId xmlns:r="http://schemas.openxmlformats.org/officeDocument/2006/relationships" id="297" r:id="R986e87f685244815"/>
    <p:sldId xmlns:r="http://schemas.openxmlformats.org/officeDocument/2006/relationships" id="298" r:id="R5e4da8541df944a9"/>
    <p:sldId xmlns:r="http://schemas.openxmlformats.org/officeDocument/2006/relationships" id="299" r:id="R6bd849444ef04ede"/>
    <p:sldId xmlns:r="http://schemas.openxmlformats.org/officeDocument/2006/relationships" id="300" r:id="Ra14346c2d9a74304"/>
    <p:sldId xmlns:r="http://schemas.openxmlformats.org/officeDocument/2006/relationships" id="301" r:id="R58a6d730965d4e6d"/>
    <p:sldId xmlns:r="http://schemas.openxmlformats.org/officeDocument/2006/relationships" id="302" r:id="R36baad46243d4b77"/>
    <p:sldId xmlns:r="http://schemas.openxmlformats.org/officeDocument/2006/relationships" id="303" r:id="R931c07ce09f2425e"/>
    <p:sldId xmlns:r="http://schemas.openxmlformats.org/officeDocument/2006/relationships" id="304" r:id="R059ef3f38ad549f0"/>
    <p:sldId xmlns:r="http://schemas.openxmlformats.org/officeDocument/2006/relationships" id="305" r:id="R1a728c0455d34649"/>
    <p:sldId xmlns:r="http://schemas.openxmlformats.org/officeDocument/2006/relationships" id="306" r:id="R53b0fbcced4f4b29"/>
    <p:sldId xmlns:r="http://schemas.openxmlformats.org/officeDocument/2006/relationships" id="307" r:id="R65294ca6ec0b427f"/>
    <p:sldId xmlns:r="http://schemas.openxmlformats.org/officeDocument/2006/relationships" id="308" r:id="R1a6599d3a43149f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d37d0d4e664562" /><Relationship Type="http://schemas.openxmlformats.org/officeDocument/2006/relationships/slideMaster" Target="/ppt/slideMasters/slideMaster1.xml" Id="Rb015eb1ef518430f" /><Relationship Type="http://schemas.openxmlformats.org/officeDocument/2006/relationships/slideMaster" Target="/ppt/slideMasters/slideMaster2.xml" Id="R6a058c8437aa492c" /><Relationship Type="http://schemas.openxmlformats.org/officeDocument/2006/relationships/notesMaster" Target="/ppt/notesMasters/notesMaster1.xml" Id="R712c8b21b8484714" /><Relationship Type="http://schemas.openxmlformats.org/officeDocument/2006/relationships/presProps" Target="/ppt/presProps.xml" Id="Rebe483bd328347d0" /><Relationship Type="http://schemas.openxmlformats.org/officeDocument/2006/relationships/tableStyles" Target="/ppt/tableStyles.xml" Id="Ra69f50ddb9c14773" /><Relationship Type="http://schemas.openxmlformats.org/officeDocument/2006/relationships/slide" Target="/ppt/slides/slide1.xml" Id="R191e537919d1463c" /><Relationship Type="http://schemas.openxmlformats.org/officeDocument/2006/relationships/slide" Target="/ppt/slides/slide2.xml" Id="Rc04d5915f6f242b8" /><Relationship Type="http://schemas.openxmlformats.org/officeDocument/2006/relationships/slide" Target="/ppt/slides/slide3.xml" Id="Rc5be8bd3269d493a" /><Relationship Type="http://schemas.openxmlformats.org/officeDocument/2006/relationships/slide" Target="/ppt/slides/slide4.xml" Id="R72cc4ab3a19b4a7c" /><Relationship Type="http://schemas.openxmlformats.org/officeDocument/2006/relationships/slide" Target="/ppt/slides/slide5.xml" Id="R913852ca824a4be0" /><Relationship Type="http://schemas.openxmlformats.org/officeDocument/2006/relationships/slide" Target="/ppt/slides/slide6.xml" Id="R17268e550c3e4a5e" /><Relationship Type="http://schemas.openxmlformats.org/officeDocument/2006/relationships/slide" Target="/ppt/slides/slide7.xml" Id="Rdbf68153bfbe4282" /><Relationship Type="http://schemas.openxmlformats.org/officeDocument/2006/relationships/slide" Target="/ppt/slides/slide8.xml" Id="R468ed0bf3d35472a" /><Relationship Type="http://schemas.openxmlformats.org/officeDocument/2006/relationships/slide" Target="/ppt/slides/slide9.xml" Id="Rac9fc9adb8ed4c5a" /><Relationship Type="http://schemas.openxmlformats.org/officeDocument/2006/relationships/slide" Target="/ppt/slides/slide10.xml" Id="Rda52b8147e214f80" /><Relationship Type="http://schemas.openxmlformats.org/officeDocument/2006/relationships/slide" Target="/ppt/slides/slide11.xml" Id="Rf6aca8a1e36546ef" /><Relationship Type="http://schemas.openxmlformats.org/officeDocument/2006/relationships/slide" Target="/ppt/slides/slide12.xml" Id="R5ed6669910384e04" /><Relationship Type="http://schemas.openxmlformats.org/officeDocument/2006/relationships/slide" Target="/ppt/slides/slide13.xml" Id="R11c8d5f3e22f4162" /><Relationship Type="http://schemas.openxmlformats.org/officeDocument/2006/relationships/slide" Target="/ppt/slides/slide14.xml" Id="Rfc1517fff7a84dd9" /><Relationship Type="http://schemas.openxmlformats.org/officeDocument/2006/relationships/slide" Target="/ppt/slides/slide15.xml" Id="R93457879dc4c47fb" /><Relationship Type="http://schemas.openxmlformats.org/officeDocument/2006/relationships/slide" Target="/ppt/slides/slide16.xml" Id="Rdb85b6d38dc24888" /><Relationship Type="http://schemas.openxmlformats.org/officeDocument/2006/relationships/slide" Target="/ppt/slides/slide17.xml" Id="R4269a62f8e1941f1" /><Relationship Type="http://schemas.openxmlformats.org/officeDocument/2006/relationships/slide" Target="/ppt/slides/slide18.xml" Id="R7347da4563484c1d" /><Relationship Type="http://schemas.openxmlformats.org/officeDocument/2006/relationships/slide" Target="/ppt/slides/slide19.xml" Id="R41b066257e5048ba" /><Relationship Type="http://schemas.openxmlformats.org/officeDocument/2006/relationships/slide" Target="/ppt/slides/slide20.xml" Id="R9d71b5cfd5f44e6d" /><Relationship Type="http://schemas.openxmlformats.org/officeDocument/2006/relationships/slide" Target="/ppt/slides/slide21.xml" Id="R53856aa94df34db8" /><Relationship Type="http://schemas.openxmlformats.org/officeDocument/2006/relationships/slide" Target="/ppt/slides/slide22.xml" Id="R194b220347fd4631" /><Relationship Type="http://schemas.openxmlformats.org/officeDocument/2006/relationships/slide" Target="/ppt/slides/slide23.xml" Id="R2ceb7123c88c45f6" /><Relationship Type="http://schemas.openxmlformats.org/officeDocument/2006/relationships/slide" Target="/ppt/slides/slide24.xml" Id="R063b4911ab6f497b" /><Relationship Type="http://schemas.openxmlformats.org/officeDocument/2006/relationships/slide" Target="/ppt/slides/slide25.xml" Id="R6e512ad871fd4b18" /><Relationship Type="http://schemas.openxmlformats.org/officeDocument/2006/relationships/slide" Target="/ppt/slides/slide26.xml" Id="R6ad6ea64be5a4d19" /><Relationship Type="http://schemas.openxmlformats.org/officeDocument/2006/relationships/slide" Target="/ppt/slides/slide27.xml" Id="R3be77e1d3695468f" /><Relationship Type="http://schemas.openxmlformats.org/officeDocument/2006/relationships/slide" Target="/ppt/slides/slide28.xml" Id="Ra57b6d1dbe82432a" /><Relationship Type="http://schemas.openxmlformats.org/officeDocument/2006/relationships/slide" Target="/ppt/slides/slide29.xml" Id="R1828990efd154f66" /><Relationship Type="http://schemas.openxmlformats.org/officeDocument/2006/relationships/slide" Target="/ppt/slides/slide30.xml" Id="Rd4bb52a6ff814619" /><Relationship Type="http://schemas.openxmlformats.org/officeDocument/2006/relationships/slide" Target="/ppt/slides/slide31.xml" Id="R21f75af221ca4f04" /><Relationship Type="http://schemas.openxmlformats.org/officeDocument/2006/relationships/slide" Target="/ppt/slides/slide32.xml" Id="R9dbce908b96a4eab" /><Relationship Type="http://schemas.openxmlformats.org/officeDocument/2006/relationships/slide" Target="/ppt/slides/slide33.xml" Id="Raefe2d3579144ea9" /><Relationship Type="http://schemas.openxmlformats.org/officeDocument/2006/relationships/slide" Target="/ppt/slides/slide34.xml" Id="Rd64eee96f9114ef9" /><Relationship Type="http://schemas.openxmlformats.org/officeDocument/2006/relationships/slide" Target="/ppt/slides/slide35.xml" Id="R85864b0091794243" /><Relationship Type="http://schemas.openxmlformats.org/officeDocument/2006/relationships/slide" Target="/ppt/slides/slide36.xml" Id="Rccbf1ed3de9b42ff" /><Relationship Type="http://schemas.openxmlformats.org/officeDocument/2006/relationships/slide" Target="/ppt/slides/slide37.xml" Id="R1f75acddd4cf403b" /><Relationship Type="http://schemas.openxmlformats.org/officeDocument/2006/relationships/slide" Target="/ppt/slides/slide38.xml" Id="R9ce109f5799a45b3" /><Relationship Type="http://schemas.openxmlformats.org/officeDocument/2006/relationships/slide" Target="/ppt/slides/slide39.xml" Id="R5208149201f94162" /><Relationship Type="http://schemas.openxmlformats.org/officeDocument/2006/relationships/slide" Target="/ppt/slides/slide40.xml" Id="R4ff168246431499d" /><Relationship Type="http://schemas.openxmlformats.org/officeDocument/2006/relationships/slide" Target="/ppt/slides/slide41.xml" Id="R7651277500fd467e" /><Relationship Type="http://schemas.openxmlformats.org/officeDocument/2006/relationships/slide" Target="/ppt/slides/slide42.xml" Id="R986e87f685244815" /><Relationship Type="http://schemas.openxmlformats.org/officeDocument/2006/relationships/slide" Target="/ppt/slides/slide43.xml" Id="R5e4da8541df944a9" /><Relationship Type="http://schemas.openxmlformats.org/officeDocument/2006/relationships/slide" Target="/ppt/slides/slide44.xml" Id="R6bd849444ef04ede" /><Relationship Type="http://schemas.openxmlformats.org/officeDocument/2006/relationships/slide" Target="/ppt/slides/slide45.xml" Id="Ra14346c2d9a74304" /><Relationship Type="http://schemas.openxmlformats.org/officeDocument/2006/relationships/slide" Target="/ppt/slides/slide46.xml" Id="R58a6d730965d4e6d" /><Relationship Type="http://schemas.openxmlformats.org/officeDocument/2006/relationships/slide" Target="/ppt/slides/slide47.xml" Id="R36baad46243d4b77" /><Relationship Type="http://schemas.openxmlformats.org/officeDocument/2006/relationships/slide" Target="/ppt/slides/slide48.xml" Id="R931c07ce09f2425e" /><Relationship Type="http://schemas.openxmlformats.org/officeDocument/2006/relationships/slide" Target="/ppt/slides/slide49.xml" Id="R059ef3f38ad549f0" /><Relationship Type="http://schemas.openxmlformats.org/officeDocument/2006/relationships/slide" Target="/ppt/slides/slide50.xml" Id="R1a728c0455d34649" /><Relationship Type="http://schemas.openxmlformats.org/officeDocument/2006/relationships/slide" Target="/ppt/slides/slide51.xml" Id="R53b0fbcced4f4b29" /><Relationship Type="http://schemas.openxmlformats.org/officeDocument/2006/relationships/slide" Target="/ppt/slides/slide52.xml" Id="R65294ca6ec0b427f" /><Relationship Type="http://schemas.openxmlformats.org/officeDocument/2006/relationships/slide" Target="/ppt/slides/slide53.xml" Id="R1a6599d3a43149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9794f604e034f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76390fbc5a464b" /><Relationship Type="http://schemas.openxmlformats.org/officeDocument/2006/relationships/notesMaster" Target="/ppt/notesMasters/notesMaster1.xml" Id="Ra9ccd026056044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e6bd51625b448b" /><Relationship Type="http://schemas.openxmlformats.org/officeDocument/2006/relationships/notesMaster" Target="/ppt/notesMasters/notesMaster1.xml" Id="Rf7aebda65d5d42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d6e1161c0b4aab" /><Relationship Type="http://schemas.openxmlformats.org/officeDocument/2006/relationships/notesMaster" Target="/ppt/notesMasters/notesMaster1.xml" Id="R2aab85ef7d1c4e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807bde0cc74fcb" /><Relationship Type="http://schemas.openxmlformats.org/officeDocument/2006/relationships/notesMaster" Target="/ppt/notesMasters/notesMaster1.xml" Id="R780fe169ccdf49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006eda87c3483e" /><Relationship Type="http://schemas.openxmlformats.org/officeDocument/2006/relationships/notesMaster" Target="/ppt/notesMasters/notesMaster1.xml" Id="R598ff74a56fb4e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430fb139994c20" /><Relationship Type="http://schemas.openxmlformats.org/officeDocument/2006/relationships/notesMaster" Target="/ppt/notesMasters/notesMaster1.xml" Id="R3b9fcfd7955945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ffd63e7ed4429d" /><Relationship Type="http://schemas.openxmlformats.org/officeDocument/2006/relationships/notesMaster" Target="/ppt/notesMasters/notesMaster1.xml" Id="R8024af5cd7c340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930f043a744be8" /><Relationship Type="http://schemas.openxmlformats.org/officeDocument/2006/relationships/notesMaster" Target="/ppt/notesMasters/notesMaster1.xml" Id="R3f5cda3331134e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86c11420b24a18" /><Relationship Type="http://schemas.openxmlformats.org/officeDocument/2006/relationships/notesMaster" Target="/ppt/notesMasters/notesMaster1.xml" Id="R777837b8ea164f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1be37f5d1b42df" /><Relationship Type="http://schemas.openxmlformats.org/officeDocument/2006/relationships/notesMaster" Target="/ppt/notesMasters/notesMaster1.xml" Id="R55918b589b0141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348af966f8421e" /><Relationship Type="http://schemas.openxmlformats.org/officeDocument/2006/relationships/notesMaster" Target="/ppt/notesMasters/notesMaster1.xml" Id="Ra9cc1c1fcbb14c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961ef376ce49e0" /><Relationship Type="http://schemas.openxmlformats.org/officeDocument/2006/relationships/notesMaster" Target="/ppt/notesMasters/notesMaster1.xml" Id="R537ca562639749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54ff23beed42dd" /><Relationship Type="http://schemas.openxmlformats.org/officeDocument/2006/relationships/notesMaster" Target="/ppt/notesMasters/notesMaster1.xml" Id="Rf49a1fd2fb5b43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cecbc342294e06" /><Relationship Type="http://schemas.openxmlformats.org/officeDocument/2006/relationships/notesMaster" Target="/ppt/notesMasters/notesMaster1.xml" Id="Rc92bee4567d346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99e5d6d7b149ad" /><Relationship Type="http://schemas.openxmlformats.org/officeDocument/2006/relationships/notesMaster" Target="/ppt/notesMasters/notesMaster1.xml" Id="Reabbe0d1f09745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213a6185c54832" /><Relationship Type="http://schemas.openxmlformats.org/officeDocument/2006/relationships/notesMaster" Target="/ppt/notesMasters/notesMaster1.xml" Id="R807c8db6d05640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2de391681a4bcd" /><Relationship Type="http://schemas.openxmlformats.org/officeDocument/2006/relationships/notesMaster" Target="/ppt/notesMasters/notesMaster1.xml" Id="Rc1a0741d25c84a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9d542affcd4f0c" /><Relationship Type="http://schemas.openxmlformats.org/officeDocument/2006/relationships/notesMaster" Target="/ppt/notesMasters/notesMaster1.xml" Id="R9a72f9fe559d41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f561206182436a" /><Relationship Type="http://schemas.openxmlformats.org/officeDocument/2006/relationships/notesMaster" Target="/ppt/notesMasters/notesMaster1.xml" Id="Rabdde9ba90da4e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3486fa41b842fb" /><Relationship Type="http://schemas.openxmlformats.org/officeDocument/2006/relationships/notesMaster" Target="/ppt/notesMasters/notesMaster1.xml" Id="R3a91167784214d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f8b096e7304077" /><Relationship Type="http://schemas.openxmlformats.org/officeDocument/2006/relationships/notesMaster" Target="/ppt/notesMasters/notesMaster1.xml" Id="Rcaa01bd991824c1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03d72e64ffb478f" /><Relationship Type="http://schemas.openxmlformats.org/officeDocument/2006/relationships/notesMaster" Target="/ppt/notesMasters/notesMaster1.xml" Id="R81cfb0c9e36142c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960886e5dd44db" /><Relationship Type="http://schemas.openxmlformats.org/officeDocument/2006/relationships/notesMaster" Target="/ppt/notesMasters/notesMaster1.xml" Id="R80d4eefe64014f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c18eab55684cbd" /><Relationship Type="http://schemas.openxmlformats.org/officeDocument/2006/relationships/notesMaster" Target="/ppt/notesMasters/notesMaster1.xml" Id="Rdbb2ea64cd2b4b6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3e38f06df654db7" /><Relationship Type="http://schemas.openxmlformats.org/officeDocument/2006/relationships/notesMaster" Target="/ppt/notesMasters/notesMaster1.xml" Id="Rb4575efa0d00418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19b9f7c4944b8c" /><Relationship Type="http://schemas.openxmlformats.org/officeDocument/2006/relationships/notesMaster" Target="/ppt/notesMasters/notesMaster1.xml" Id="Ra779601cf502490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7f24c09ec174dd2" /><Relationship Type="http://schemas.openxmlformats.org/officeDocument/2006/relationships/notesMaster" Target="/ppt/notesMasters/notesMaster1.xml" Id="R899d60be177c480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117bdfcf6f470a" /><Relationship Type="http://schemas.openxmlformats.org/officeDocument/2006/relationships/notesMaster" Target="/ppt/notesMasters/notesMaster1.xml" Id="R9cd95b5da3dd48d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8dbec3572fe4b12" /><Relationship Type="http://schemas.openxmlformats.org/officeDocument/2006/relationships/notesMaster" Target="/ppt/notesMasters/notesMaster1.xml" Id="R9b5c417eec2048e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a9860c7283c4642" /><Relationship Type="http://schemas.openxmlformats.org/officeDocument/2006/relationships/notesMaster" Target="/ppt/notesMasters/notesMaster1.xml" Id="R510f81510df84e0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dd03c5bc9b448e" /><Relationship Type="http://schemas.openxmlformats.org/officeDocument/2006/relationships/notesMaster" Target="/ppt/notesMasters/notesMaster1.xml" Id="Rc1a7d428711447f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cb786c91c50421f" /><Relationship Type="http://schemas.openxmlformats.org/officeDocument/2006/relationships/notesMaster" Target="/ppt/notesMasters/notesMaster1.xml" Id="Rcf506b9e7032404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09e7738e8bd41db" /><Relationship Type="http://schemas.openxmlformats.org/officeDocument/2006/relationships/notesMaster" Target="/ppt/notesMasters/notesMaster1.xml" Id="Rff53540f96ef42c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1f84470ea864fe5" /><Relationship Type="http://schemas.openxmlformats.org/officeDocument/2006/relationships/notesMaster" Target="/ppt/notesMasters/notesMaster1.xml" Id="Rec81dadddbb944e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288a493a7d044ac" /><Relationship Type="http://schemas.openxmlformats.org/officeDocument/2006/relationships/notesMaster" Target="/ppt/notesMasters/notesMaster1.xml" Id="Rfd9af992d29247a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c568361b1464de5" /><Relationship Type="http://schemas.openxmlformats.org/officeDocument/2006/relationships/notesMaster" Target="/ppt/notesMasters/notesMaster1.xml" Id="R979887acd078415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5c690afef354de9" /><Relationship Type="http://schemas.openxmlformats.org/officeDocument/2006/relationships/notesMaster" Target="/ppt/notesMasters/notesMaster1.xml" Id="R304717d80b1a4cc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f7c7bc3b89543dc" /><Relationship Type="http://schemas.openxmlformats.org/officeDocument/2006/relationships/notesMaster" Target="/ppt/notesMasters/notesMaster1.xml" Id="R36b2c4d06d16405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d291c1a96b049cd" /><Relationship Type="http://schemas.openxmlformats.org/officeDocument/2006/relationships/notesMaster" Target="/ppt/notesMasters/notesMaster1.xml" Id="Ra86556c0f689460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677dda9a2774bd0" /><Relationship Type="http://schemas.openxmlformats.org/officeDocument/2006/relationships/notesMaster" Target="/ppt/notesMasters/notesMaster1.xml" Id="Rd669f7bc1da7479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f39787f39da4ead" /><Relationship Type="http://schemas.openxmlformats.org/officeDocument/2006/relationships/notesMaster" Target="/ppt/notesMasters/notesMaster1.xml" Id="Rb11fb4049f10467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43fd54179f746af" /><Relationship Type="http://schemas.openxmlformats.org/officeDocument/2006/relationships/notesMaster" Target="/ppt/notesMasters/notesMaster1.xml" Id="R9f733ca032e9463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a0d55f9703d4f6b" /><Relationship Type="http://schemas.openxmlformats.org/officeDocument/2006/relationships/notesMaster" Target="/ppt/notesMasters/notesMaster1.xml" Id="R74cd971f647941b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7c0ed17688c47cf" /><Relationship Type="http://schemas.openxmlformats.org/officeDocument/2006/relationships/notesMaster" Target="/ppt/notesMasters/notesMaster1.xml" Id="R2dc806bfa60844d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9ae550ecb9a497b" /><Relationship Type="http://schemas.openxmlformats.org/officeDocument/2006/relationships/notesMaster" Target="/ppt/notesMasters/notesMaster1.xml" Id="Rfd00256185b4481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0d7222a9fff4d7a" /><Relationship Type="http://schemas.openxmlformats.org/officeDocument/2006/relationships/notesMaster" Target="/ppt/notesMasters/notesMaster1.xml" Id="Reeacae36569e4c8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2e17f73995746bb" /><Relationship Type="http://schemas.openxmlformats.org/officeDocument/2006/relationships/notesMaster" Target="/ppt/notesMasters/notesMaster1.xml" Id="Re775a0c855e24a2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1b8d1ae72ec4283" /><Relationship Type="http://schemas.openxmlformats.org/officeDocument/2006/relationships/notesMaster" Target="/ppt/notesMasters/notesMaster1.xml" Id="Rf3e2e39368ca448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cdcb5d0cfa64a6a" /><Relationship Type="http://schemas.openxmlformats.org/officeDocument/2006/relationships/notesMaster" Target="/ppt/notesMasters/notesMaster1.xml" Id="Rd932337ce6484ae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4a39efdecf34c52" /><Relationship Type="http://schemas.openxmlformats.org/officeDocument/2006/relationships/notesMaster" Target="/ppt/notesMasters/notesMaster1.xml" Id="R8aa28ef4d2ec439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ab378c2e4d6453e" /><Relationship Type="http://schemas.openxmlformats.org/officeDocument/2006/relationships/notesMaster" Target="/ppt/notesMasters/notesMaster1.xml" Id="Rec5ab7664257423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a89e84f8ee94e47" /><Relationship Type="http://schemas.openxmlformats.org/officeDocument/2006/relationships/notesMaster" Target="/ppt/notesMasters/notesMaster1.xml" Id="R4457ecf394334cb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9d81eec3c89469c" /><Relationship Type="http://schemas.openxmlformats.org/officeDocument/2006/relationships/notesMaster" Target="/ppt/notesMasters/notesMaster1.xml" Id="Rdf9de7a226aa4d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98522f055e40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43b020c69a1140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12d7cb6e799e43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2FCAC933-C6CA-472A-8B04-6DF5B260CD49}"/>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0a407a75544d74" /><Relationship Type="http://schemas.openxmlformats.org/officeDocument/2006/relationships/slideLayout" Target="/ppt/slideLayouts/slideLayout1.xml" Id="R63649a9277c2486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0093befd0c74553" /><Relationship Type="http://schemas.openxmlformats.org/officeDocument/2006/relationships/slideLayout" Target="/ppt/slideLayouts/slideLayout2.xml" Id="Rb2aacb633fdb477a" /><Relationship Type="http://schemas.openxmlformats.org/officeDocument/2006/relationships/slideLayout" Target="/ppt/slideLayouts/slideLayout3.xml" Id="R59726e01a5b546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649a9277c24869"/>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b2aacb633fdb477a"/>
    <p:sldLayoutId xmlns:r="http://schemas.openxmlformats.org/officeDocument/2006/relationships" id="2147483652" r:id="R59726e01a5b546dc"/>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43230ea4daa4f9a" /><Relationship Type="http://schemas.openxmlformats.org/officeDocument/2006/relationships/notesSlide" Target="/ppt/notesSlides/notesSlide1.xml" Id="R1eb9d9d9c93242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3fdf64eac1d4e67" /><Relationship Type="http://schemas.openxmlformats.org/officeDocument/2006/relationships/image" Target="/ppt/media/image.png" Id="R151a9a4bc695487c" /><Relationship Type="http://schemas.openxmlformats.org/officeDocument/2006/relationships/notesSlide" Target="/ppt/notesSlides/notesSlide2.xml" Id="Rb93327e9af2847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33d867b76cc4765" /><Relationship Type="http://schemas.openxmlformats.org/officeDocument/2006/relationships/notesSlide" Target="/ppt/notesSlides/notesSlide3.xml" Id="R31c9a5e6e32042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1f102a0aabc43a3" /><Relationship Type="http://schemas.openxmlformats.org/officeDocument/2006/relationships/notesSlide" Target="/ppt/notesSlides/notesSlide4.xml" Id="R930be17dc3e64c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4db5c0c059f465e" /><Relationship Type="http://schemas.openxmlformats.org/officeDocument/2006/relationships/notesSlide" Target="/ppt/notesSlides/notesSlide5.xml" Id="R0c70831dff0c47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a3b310f2ec54254" /><Relationship Type="http://schemas.openxmlformats.org/officeDocument/2006/relationships/notesSlide" Target="/ppt/notesSlides/notesSlide6.xml" Id="Rd17f1d406ae742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ad9954666504f7e" /><Relationship Type="http://schemas.openxmlformats.org/officeDocument/2006/relationships/notesSlide" Target="/ppt/notesSlides/notesSlide7.xml" Id="Rcfdcc92c433b45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9cd02a65f0040d2" /><Relationship Type="http://schemas.openxmlformats.org/officeDocument/2006/relationships/notesSlide" Target="/ppt/notesSlides/notesSlide8.xml" Id="R9851a21748a845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6d5ff1be1ed4d1d" /><Relationship Type="http://schemas.openxmlformats.org/officeDocument/2006/relationships/image" Target="/ppt/media/image2.png" Id="R1121e1c163e14be6" /><Relationship Type="http://schemas.openxmlformats.org/officeDocument/2006/relationships/notesSlide" Target="/ppt/notesSlides/notesSlide9.xml" Id="R0d74a2afb64a49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2f2fd2bc34147fb" /><Relationship Type="http://schemas.openxmlformats.org/officeDocument/2006/relationships/image" Target="/ppt/media/image3.png" Id="R45da12bd5f994c26" /><Relationship Type="http://schemas.openxmlformats.org/officeDocument/2006/relationships/notesSlide" Target="/ppt/notesSlides/notesSlide10.xml" Id="R3b08ea9cd1344e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79a439c48f44047" /><Relationship Type="http://schemas.openxmlformats.org/officeDocument/2006/relationships/image" Target="/ppt/media/image4.png" Id="R16e21374a4844660" /><Relationship Type="http://schemas.openxmlformats.org/officeDocument/2006/relationships/notesSlide" Target="/ppt/notesSlides/notesSlide11.xml" Id="Rd1d4f492a73b4a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9b4a7ed6d4c4b88" /><Relationship Type="http://schemas.openxmlformats.org/officeDocument/2006/relationships/image" Target="/ppt/media/image5.png" Id="Ra51535f15a7b46f4" /><Relationship Type="http://schemas.openxmlformats.org/officeDocument/2006/relationships/notesSlide" Target="/ppt/notesSlides/notesSlide12.xml" Id="R9b292be420eb48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0e2ef2079164f2e" /><Relationship Type="http://schemas.openxmlformats.org/officeDocument/2006/relationships/image" Target="/ppt/media/image6.png" Id="R14af86b875914e3c" /><Relationship Type="http://schemas.openxmlformats.org/officeDocument/2006/relationships/notesSlide" Target="/ppt/notesSlides/notesSlide13.xml" Id="R80de8713b73046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5a0d5ddfd16427a" /><Relationship Type="http://schemas.openxmlformats.org/officeDocument/2006/relationships/image" Target="/ppt/media/image7.png" Id="R564028ca3fc14bd9" /><Relationship Type="http://schemas.openxmlformats.org/officeDocument/2006/relationships/notesSlide" Target="/ppt/notesSlides/notesSlide14.xml" Id="R244a14c168f543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cffb011ff1d45bc" /><Relationship Type="http://schemas.openxmlformats.org/officeDocument/2006/relationships/image" Target="/ppt/media/image8.png" Id="Rf1ae97d5fdf44001" /><Relationship Type="http://schemas.openxmlformats.org/officeDocument/2006/relationships/notesSlide" Target="/ppt/notesSlides/notesSlide15.xml" Id="R95804e1139ca45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fecceaae7054b16" /><Relationship Type="http://schemas.openxmlformats.org/officeDocument/2006/relationships/image" Target="/ppt/media/image9.png" Id="Rcb09e97965b84b3b" /><Relationship Type="http://schemas.openxmlformats.org/officeDocument/2006/relationships/image" Target="/ppt/media/image10.png" Id="R3881bb4d5ade43cd" /><Relationship Type="http://schemas.openxmlformats.org/officeDocument/2006/relationships/notesSlide" Target="/ppt/notesSlides/notesSlide16.xml" Id="R9466d933ff5442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e40095ee2a54276" /><Relationship Type="http://schemas.openxmlformats.org/officeDocument/2006/relationships/image" Target="/ppt/media/image11.png" Id="Ra8e37a4e9db54d54" /><Relationship Type="http://schemas.openxmlformats.org/officeDocument/2006/relationships/notesSlide" Target="/ppt/notesSlides/notesSlide17.xml" Id="Redc89b593b774d9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fe3b7b0d3dc4acd" /><Relationship Type="http://schemas.openxmlformats.org/officeDocument/2006/relationships/image" Target="/ppt/media/image12.png" Id="R8fba385d7e2d4b2f" /><Relationship Type="http://schemas.openxmlformats.org/officeDocument/2006/relationships/notesSlide" Target="/ppt/notesSlides/notesSlide18.xml" Id="R372f804ae7c54d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18f9d8afd934b7a" /><Relationship Type="http://schemas.openxmlformats.org/officeDocument/2006/relationships/image" Target="/ppt/media/image13.png" Id="R02f364c32be149c9" /><Relationship Type="http://schemas.openxmlformats.org/officeDocument/2006/relationships/notesSlide" Target="/ppt/notesSlides/notesSlide19.xml" Id="R1695707ca7154a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3267a90c50843c2" /><Relationship Type="http://schemas.openxmlformats.org/officeDocument/2006/relationships/image" Target="/ppt/media/image14.png" Id="R2d191ee4c2854e5e" /><Relationship Type="http://schemas.openxmlformats.org/officeDocument/2006/relationships/notesSlide" Target="/ppt/notesSlides/notesSlide20.xml" Id="Ra8d0e9891c2841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ee0d1e56d5504733" /><Relationship Type="http://schemas.openxmlformats.org/officeDocument/2006/relationships/image" Target="/ppt/media/image15.png" Id="R0b77e441e9534566" /><Relationship Type="http://schemas.openxmlformats.org/officeDocument/2006/relationships/image" Target="/ppt/media/image16.png" Id="R8e01ac76447d41a8" /><Relationship Type="http://schemas.openxmlformats.org/officeDocument/2006/relationships/notesSlide" Target="/ppt/notesSlides/notesSlide21.xml" Id="R96150211f4b6413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0137d4a83ea4912" /><Relationship Type="http://schemas.openxmlformats.org/officeDocument/2006/relationships/image" Target="/ppt/media/image17.png" Id="R1a685a4e31d64d40" /><Relationship Type="http://schemas.openxmlformats.org/officeDocument/2006/relationships/notesSlide" Target="/ppt/notesSlides/notesSlide22.xml" Id="Rd5ad3370f46945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22ed0e48b9042fa" /><Relationship Type="http://schemas.openxmlformats.org/officeDocument/2006/relationships/image" Target="/ppt/media/image18.png" Id="R5e15fb7a4c5a46f9" /><Relationship Type="http://schemas.openxmlformats.org/officeDocument/2006/relationships/notesSlide" Target="/ppt/notesSlides/notesSlide23.xml" Id="Rd80160c80aa948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3fdcc9681244952" /><Relationship Type="http://schemas.openxmlformats.org/officeDocument/2006/relationships/image" Target="/ppt/media/image19.png" Id="R9d4ea17aa7244e9c" /><Relationship Type="http://schemas.openxmlformats.org/officeDocument/2006/relationships/notesSlide" Target="/ppt/notesSlides/notesSlide24.xml" Id="R5551f79bb30646b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2a5c6ed2b154dcd" /><Relationship Type="http://schemas.openxmlformats.org/officeDocument/2006/relationships/image" Target="/ppt/media/image20.png" Id="R1d3c53591a424831" /><Relationship Type="http://schemas.openxmlformats.org/officeDocument/2006/relationships/notesSlide" Target="/ppt/notesSlides/notesSlide25.xml" Id="R794291d7ce2649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9be6189bb0f4c9f" /><Relationship Type="http://schemas.openxmlformats.org/officeDocument/2006/relationships/image" Target="/ppt/media/image21.png" Id="R6697df1d968a4106" /><Relationship Type="http://schemas.openxmlformats.org/officeDocument/2006/relationships/image" Target="/ppt/media/image22.png" Id="R1225f4f1a86c4ef7" /><Relationship Type="http://schemas.openxmlformats.org/officeDocument/2006/relationships/notesSlide" Target="/ppt/notesSlides/notesSlide26.xml" Id="R48e5d76b78b74eb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4132b803865f49ce" /><Relationship Type="http://schemas.openxmlformats.org/officeDocument/2006/relationships/image" Target="/ppt/media/image23.png" Id="R925f389e70114358" /><Relationship Type="http://schemas.openxmlformats.org/officeDocument/2006/relationships/notesSlide" Target="/ppt/notesSlides/notesSlide27.xml" Id="Rb9c69c11b37046f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37844f658f34b85" /><Relationship Type="http://schemas.openxmlformats.org/officeDocument/2006/relationships/image" Target="/ppt/media/image24.png" Id="Rbaceb3d6a4f44b9d" /><Relationship Type="http://schemas.openxmlformats.org/officeDocument/2006/relationships/notesSlide" Target="/ppt/notesSlides/notesSlide28.xml" Id="Rd1ef8ac76114426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9d50c7ccf6e437e" /><Relationship Type="http://schemas.openxmlformats.org/officeDocument/2006/relationships/image" Target="/ppt/media/image25.png" Id="Rf48c5d6bba194f99" /><Relationship Type="http://schemas.openxmlformats.org/officeDocument/2006/relationships/notesSlide" Target="/ppt/notesSlides/notesSlide29.xml" Id="Rd11837a729f7403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d12173ae50e944b4" /><Relationship Type="http://schemas.openxmlformats.org/officeDocument/2006/relationships/image" Target="/ppt/media/image26.png" Id="R7c6882e4e34b492b" /><Relationship Type="http://schemas.openxmlformats.org/officeDocument/2006/relationships/notesSlide" Target="/ppt/notesSlides/notesSlide30.xml" Id="R42cf3c7e7ac347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51f9f65bd3e47dc" /><Relationship Type="http://schemas.openxmlformats.org/officeDocument/2006/relationships/image" Target="/ppt/media/image27.png" Id="Radb33dea9e87477f" /><Relationship Type="http://schemas.openxmlformats.org/officeDocument/2006/relationships/image" Target="/ppt/media/image28.png" Id="Rf831f88d408b4e00" /><Relationship Type="http://schemas.openxmlformats.org/officeDocument/2006/relationships/notesSlide" Target="/ppt/notesSlides/notesSlide31.xml" Id="R78b051c4e0f44c5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0caa7fa701f421d" /><Relationship Type="http://schemas.openxmlformats.org/officeDocument/2006/relationships/image" Target="/ppt/media/image29.png" Id="R7ef1c6334bc44410" /><Relationship Type="http://schemas.openxmlformats.org/officeDocument/2006/relationships/notesSlide" Target="/ppt/notesSlides/notesSlide32.xml" Id="R4989f0493e8443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15ac4d3b80a8478d" /><Relationship Type="http://schemas.openxmlformats.org/officeDocument/2006/relationships/image" Target="/ppt/media/image30.png" Id="Rdccdeea2aed14e3e" /><Relationship Type="http://schemas.openxmlformats.org/officeDocument/2006/relationships/notesSlide" Target="/ppt/notesSlides/notesSlide33.xml" Id="Rbc3395deac714b7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31dbe528e80044d0" /><Relationship Type="http://schemas.openxmlformats.org/officeDocument/2006/relationships/image" Target="/ppt/media/image31.png" Id="R23546241a31f45bc" /><Relationship Type="http://schemas.openxmlformats.org/officeDocument/2006/relationships/notesSlide" Target="/ppt/notesSlides/notesSlide34.xml" Id="R5558f98a567b4ce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b66497798314395" /><Relationship Type="http://schemas.openxmlformats.org/officeDocument/2006/relationships/image" Target="/ppt/media/image32.png" Id="R1ebcae049d584d82" /><Relationship Type="http://schemas.openxmlformats.org/officeDocument/2006/relationships/notesSlide" Target="/ppt/notesSlides/notesSlide35.xml" Id="R4b276f1255e44c1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9344f44d4ed47b5" /><Relationship Type="http://schemas.openxmlformats.org/officeDocument/2006/relationships/image" Target="/ppt/media/image33.png" Id="R27486a3397f5445b" /><Relationship Type="http://schemas.openxmlformats.org/officeDocument/2006/relationships/image" Target="/ppt/media/image34.png" Id="R17c4041a112b47d6" /><Relationship Type="http://schemas.openxmlformats.org/officeDocument/2006/relationships/notesSlide" Target="/ppt/notesSlides/notesSlide36.xml" Id="Rb0064d83fada434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7e1f3a6d16454bc1" /><Relationship Type="http://schemas.openxmlformats.org/officeDocument/2006/relationships/image" Target="/ppt/media/image35.png" Id="R366d43e62b78435e" /><Relationship Type="http://schemas.openxmlformats.org/officeDocument/2006/relationships/notesSlide" Target="/ppt/notesSlides/notesSlide37.xml" Id="Re9e6648555414bb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b32fb3964cd847e2" /><Relationship Type="http://schemas.openxmlformats.org/officeDocument/2006/relationships/image" Target="/ppt/media/image36.png" Id="Rc9a688df99d448f1" /><Relationship Type="http://schemas.openxmlformats.org/officeDocument/2006/relationships/notesSlide" Target="/ppt/notesSlides/notesSlide38.xml" Id="Rdb323809fde8431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c88b428fe1b34033" /><Relationship Type="http://schemas.openxmlformats.org/officeDocument/2006/relationships/image" Target="/ppt/media/image37.png" Id="R82686dfdf49343ec" /><Relationship Type="http://schemas.openxmlformats.org/officeDocument/2006/relationships/notesSlide" Target="/ppt/notesSlides/notesSlide39.xml" Id="Rc58223cac72c495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8c14f4e8875543d9" /><Relationship Type="http://schemas.openxmlformats.org/officeDocument/2006/relationships/image" Target="/ppt/media/image38.png" Id="R4dddd637999a48ae" /><Relationship Type="http://schemas.openxmlformats.org/officeDocument/2006/relationships/notesSlide" Target="/ppt/notesSlides/notesSlide40.xml" Id="R48ca978bca524de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dc7df2db57464819" /><Relationship Type="http://schemas.openxmlformats.org/officeDocument/2006/relationships/image" Target="/ppt/media/image39.png" Id="R421a4d65a52942f2" /><Relationship Type="http://schemas.openxmlformats.org/officeDocument/2006/relationships/image" Target="/ppt/media/image40.png" Id="Racf1e5cb34434728" /><Relationship Type="http://schemas.openxmlformats.org/officeDocument/2006/relationships/notesSlide" Target="/ppt/notesSlides/notesSlide41.xml" Id="Rb5ebdce2991b4e5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61be33cf81d04a4c" /><Relationship Type="http://schemas.openxmlformats.org/officeDocument/2006/relationships/image" Target="/ppt/media/image41.png" Id="R355f873f4ba84dd2" /><Relationship Type="http://schemas.openxmlformats.org/officeDocument/2006/relationships/notesSlide" Target="/ppt/notesSlides/notesSlide42.xml" Id="Rafd00ade4490473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af970177b4a24105" /><Relationship Type="http://schemas.openxmlformats.org/officeDocument/2006/relationships/image" Target="/ppt/media/image42.png" Id="R95253bb4f6944bd9" /><Relationship Type="http://schemas.openxmlformats.org/officeDocument/2006/relationships/notesSlide" Target="/ppt/notesSlides/notesSlide43.xml" Id="Rc21a34b25df14b3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27d7ab9639d24fb8" /><Relationship Type="http://schemas.openxmlformats.org/officeDocument/2006/relationships/image" Target="/ppt/media/image43.png" Id="R509f6df394ec4bd0" /><Relationship Type="http://schemas.openxmlformats.org/officeDocument/2006/relationships/notesSlide" Target="/ppt/notesSlides/notesSlide44.xml" Id="R33877ccc8b5d457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858f2c1440234772" /><Relationship Type="http://schemas.openxmlformats.org/officeDocument/2006/relationships/image" Target="/ppt/media/image44.png" Id="Rfb877cef170f4651" /><Relationship Type="http://schemas.openxmlformats.org/officeDocument/2006/relationships/notesSlide" Target="/ppt/notesSlides/notesSlide45.xml" Id="Ra379177cb15c483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f8f88015d664ba3" /><Relationship Type="http://schemas.openxmlformats.org/officeDocument/2006/relationships/image" Target="/ppt/media/image45.png" Id="R0598bcb84cc84f49" /><Relationship Type="http://schemas.openxmlformats.org/officeDocument/2006/relationships/notesSlide" Target="/ppt/notesSlides/notesSlide46.xml" Id="Rd8000041da2e427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ab1297327475473f" /><Relationship Type="http://schemas.openxmlformats.org/officeDocument/2006/relationships/notesSlide" Target="/ppt/notesSlides/notesSlide47.xml" Id="Rf49fd52eeb9443c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f8f8e0106a524b56" /><Relationship Type="http://schemas.openxmlformats.org/officeDocument/2006/relationships/image" Target="/ppt/media/image46.png" Id="R25eadbc27cda457f" /><Relationship Type="http://schemas.openxmlformats.org/officeDocument/2006/relationships/notesSlide" Target="/ppt/notesSlides/notesSlide48.xml" Id="Ra6c4a498e5a84d7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7d7eb6347afb498e" /><Relationship Type="http://schemas.openxmlformats.org/officeDocument/2006/relationships/image" Target="/ppt/media/image47.png" Id="R333fe2b3db474155" /><Relationship Type="http://schemas.openxmlformats.org/officeDocument/2006/relationships/notesSlide" Target="/ppt/notesSlides/notesSlide49.xml" Id="Rc08204ddadf6488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32bf2c5372fe43c9" /><Relationship Type="http://schemas.openxmlformats.org/officeDocument/2006/relationships/notesSlide" Target="/ppt/notesSlides/notesSlide50.xml" Id="R951136e41f6648b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a766d99fef7344cd" /><Relationship Type="http://schemas.openxmlformats.org/officeDocument/2006/relationships/image" Target="/ppt/media/image48.png" Id="Rce270e1d84f245f7" /><Relationship Type="http://schemas.openxmlformats.org/officeDocument/2006/relationships/notesSlide" Target="/ppt/notesSlides/notesSlide51.xml" Id="R0c5bdb4d0a42442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8f6ec84fea6e4649" /><Relationship Type="http://schemas.openxmlformats.org/officeDocument/2006/relationships/notesSlide" Target="/ppt/notesSlides/notesSlide52.xml" Id="Rfa3daba9b5434ee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dc9c1f2eb91d43a0" /><Relationship Type="http://schemas.openxmlformats.org/officeDocument/2006/relationships/notesSlide" Target="/ppt/notesSlides/notesSlide53.xml" Id="R6e0ebd32c8a044d5"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1B7F71B5-845B-4298-A17B-C4435BB2620B}"/>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4C4D8384-D9C3-4B78-90AD-C98CDD309F05}"/>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4C096925-FAA2-4530-AACF-3E3C84433794}"/>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349CF7D2-28A3-416B-8DC0-9D05480BF3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91412451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151a9a4bc695487c"/>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8C478FE0-D2BF-46B3-836E-49F31CDDA8FC}"/>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CBAEBCD4-9D4E-44F4-89B2-B0233051112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0153F759-2F77-4F89-8654-4E0298787435}"/>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6672DB67-A59E-4B0D-B3FC-A8F05A1D5F60}"/>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2FDA10D4-0CF7-4D40-B9C5-A34E5206CE97}"/>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458A3BE7-2157-4A75-962A-74A8310B70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014491539"/>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2E182897-87B5-406A-A3D1-3FB517284036}"/>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E25BCF55-6688-4A93-887C-6601660A0E13}"/>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3E7AE040-7120-4B8A-91E2-72A763259A94}"/>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35607815-F825-4BBA-86D3-6C9C4894BF1B}"/>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5A4B53C8-1557-4D3D-AD09-2CF74579825A}"/>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4C70D735-D6CE-46E8-A5DF-0A66BC463856}"/>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0E0A9E28-EAFB-4498-A9A7-C8B818B58E2A}"/>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446B44D5-6977-4680-B671-1B573D1A454A}"/>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298F35EC-97F0-42D0-A489-6F414CBB3724}"/>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2F34B5DA-02AC-425A-9277-FD4BE634EA82}"/>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D0E8314B-8C84-4807-9789-EAFD5869A705}"/>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B14277E3-641A-4DFA-89BA-41E70D306C7C}"/>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ADF2A068-8A7F-423C-A26C-A224EE264001}"/>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BFAE620B-10D9-4AB4-975E-33243CD59496}"/>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9255F92A-196E-492C-BB49-38B4FBD10843}"/>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081D39B1-D90F-4396-8331-1BEBC2025EBF}"/>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443CA223-75B0-4B6C-BEC8-F0B92B97AB1F}"/>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56E867F0-62A4-4E79-A10E-02D827BC7524}"/>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68336328-047C-4E1B-A9DE-529B9FAC6CF7}"/>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54E78B17-7FE5-4D48-BB95-2C9D63AA1E8A}"/>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507E6B13-17B2-4898-A491-B306D595FF3D}"/>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52F5469E-C9A7-41A4-ADB1-71A77E143C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55550632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0ED50690-E314-4AC2-A859-932243C4FAC2}"/>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C020B1BC-3A66-4510-8D73-7513582BBED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087D9677-CD4C-4E59-8B0C-5C58FB7D183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1C43BA9F-888C-4080-BDE5-BA6EE4967B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977740850"/>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87066C2F-A6FE-41DE-8806-8C0CBC294193}"/>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52010168-CFF1-4A96-86D5-ACBBBD0C1F6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C84300C0-733F-40A6-AD77-DF328F8822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167186595"/>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32A39C4E-1F91-43A1-AC14-20E974A76407}"/>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680F3A83-04D2-408B-8470-E1EC403C53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11C57EDE-F9B2-46DA-A885-9E9B97156B2E}"/>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7ECF3C2E-566A-46BA-A6EE-5B6725F9D73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E9A4AA0E-D92D-44BE-A6E6-2A9A1F395858}"/>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253324B4-C93D-45C1-84B1-82DE2DE04B2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4E87BFC1-6170-4E53-84F8-B24FB986CCFF}"/>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1A8A86DD-59A8-4EEE-AD7E-1A88DD7014E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2AD3C774-15F6-4687-88ED-991E110AED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26495297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4F392FCC-0BA2-47B7-B550-A906E1E084B2}"/>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8E658964-6BF4-4A07-BA78-D6C8FF1E16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983F7577-D6A8-4D59-A210-F26677B994B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EEF520FA-4F26-4945-B7E8-E4C1531E40B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340E20D8-A71E-4E96-89AE-5703E809BC36}"/>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556A27E9-01A3-4219-B3CB-F2E523ED7B7C}"/>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E9059D8B-5D08-4856-9D80-EC3BC7F6109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C7AD2B15-EF99-4A4C-AF22-F361245063C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F87E0BF1-5AD9-456B-A26E-43634E9873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36390642"/>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DA856445-05CD-429F-A593-906A69CAC00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16AF127E-53AF-4AC4-ABCC-8ED5A6C0A7A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469C2887-961F-4F45-9408-18903C393A5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459242C1-6E89-48FA-B8F4-80E6983932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707030170"/>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1121e1c163e14be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3085D739-498D-4569-B5FB-759862D4FC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331779650"/>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45da12bd5f994c2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F9DE0442-5688-4B21-8DC2-A1B88AED07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8409007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16e21374a484466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8D5F4B58-CD4E-4B0C-A94E-F832324389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637543814"/>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a51535f15a7b46f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7DE8A441-360B-422C-AD58-B1E0D71C97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155193054"/>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14af86b875914e3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0BE7286B-31C6-4409-806C-373799ECFD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34463221"/>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564028ca3fc14bd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75027E67-B3A0-43B5-B319-EE9E23B09E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710943346"/>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DE6189AE-BAD3-45B5-B559-00B87A1BAF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f1ae97d5fdf440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98B07520-A1C3-4A3E-9A74-B1572095BA7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9CA42A95-BE90-4BC2-B71E-D789CBC9C77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95D4E537-D5F5-4AD5-B1F6-16C6C43E522E}"/>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583D8C54-4F3F-4918-99B5-8A2AD0F12EF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38C083B6-0303-4E4B-8C93-D7ED97D56BF5}"/>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73B836E4-56F8-4FE1-9423-BAFA8A40743F}"/>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55A20E3D-CC16-43F8-A9C3-7A2BC5FDAA6A}"/>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B410332F-98C2-4DA2-BC46-262AE8BA7685}"/>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B74206A8-D7CF-4A1A-83DC-46A5319BBD72}"/>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67EDE864-5458-4B68-B146-C99207A02A3F}"/>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5BED02A9-6059-4B18-92EB-16044E53DBAD}"/>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4FB374D0-0243-4640-BD14-092E8312177C}"/>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905D981F-14D3-45EA-83FD-6C41576659CE}"/>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1DC56EBB-469A-4745-8A05-AA65101BBA12}"/>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6C3CE31B-8B02-4C67-8955-4519518A545C}"/>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69125A3E-7559-40F5-8EA9-2461ACD4BE62}"/>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B188B463-6B11-4225-9CBE-273C4203CAB6}"/>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C6ECFC71-8674-4CA6-8449-E8F0F0A387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767281903"/>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42D6F74B-FEB2-43DB-85F3-DC32435EA4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cb09e97965b84b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A6C16F2E-3D00-4415-959A-FA0A083014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DA4281BA-1556-44B6-9427-4D6D25900768}"/>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C3103F49-4DFA-4A09-95B5-8135808515E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F837F7F8-CB1E-4741-BEB4-4B65F354219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3881bb4d5ade43c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DBD5E859-50E9-4E73-91BF-E5EC063B98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98862252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2923B2FE-F703-420B-95B8-965973A6E32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a8e37a4e9db54d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210EC0A9-60A6-4634-9D2F-3431D6F2DE1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C2E55660-EB96-489C-B05A-0BFE6585C8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84C395F5-96AA-4D6C-90E6-5F9A89E9004D}"/>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5F5F5004-B872-4310-890C-D2FB69F934B3}"/>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2E5A89BE-939E-4B6D-B9DF-94767471608F}"/>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EB30991B-45F1-44F9-B804-F3DD7DC4807B}"/>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B65CDE35-69AA-4C52-BCC1-EA3EAF8735EB}"/>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1DADDA17-D951-4E87-A67F-AABC342ADD31}"/>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177AB61C-15B7-41E9-8CD8-9EB5A28ABFBA}"/>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367AE935-92FC-4221-9F19-109B0C5BED09}"/>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C7F14C0A-9CFB-47C7-ABF2-AFA8949194B9}"/>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209EDF72-B948-4F7F-8877-4F72DB9D3843}"/>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15A12BD7-C944-4FC3-9611-A31E036A7279}"/>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D04DCAAC-EC96-4FF4-A8B8-5E55B24123FE}"/>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CF3E0BF0-C8A8-41FD-8675-8B5FD598BE25}"/>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54F9BBE1-AD30-4618-963E-A983DA96D6DE}"/>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9BCD07B3-898D-4F5E-8C91-99CF69A622AB}"/>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609B684D-BE91-498B-8B80-5FB21C7C3B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955810048"/>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D29D25A2-053C-4CA9-83B4-E9EB566957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8fba385d7e2d4b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3AF6AB57-D943-4952-B62F-41007532F8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E1EF8CBA-1285-4BF1-A519-DF1E7B812B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24A63C32-1C60-45C0-A6CA-C730A22E705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7D327342-81F1-4883-B400-892AC444053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D9DBE7E7-10AE-4106-9FFB-D1A1362CF91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40B875EC-81F4-4BDC-9B33-52BCAF4F56E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B654D66A-4B9A-4182-AC91-FCD1168FF1F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D6420DDF-69FF-4B36-A7F4-8E378AEF7BC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DF11195F-7FEA-4FF8-B777-813C786452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6660095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B290BF43-1AD2-443D-9EB1-DA7BD2B0A2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02f364c32be149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CBFFE962-5DA5-44A9-86F5-E00EB7DCA2C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68F460B3-C6EB-4556-AD63-A5177078E67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9F1245CD-46AD-4763-A36F-59FC5123974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428A9C6C-169A-4CDB-B2FB-5A1733131D5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B28608C0-2966-4FF7-82C8-84AF7295633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60194499-1C0D-4743-A0C4-BD07F9759D5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4386411F-92CF-4641-8BA9-E486AB41680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503752C9-D958-49AF-928B-712FB57E0E2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F973F94E-F811-4B01-858E-158F536CF28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F01EB0AF-7FC8-494B-86A0-8D26FCD0B48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9DDB53C8-8CC2-4FF9-B0C8-763E621F15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88379597"/>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54D2E465-88F9-42BC-9498-9709112186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2d191ee4c2854e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9D97F28E-7360-486A-AF43-4439DEE209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BF938F63-CA50-420B-AD50-51D7F0E487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ED810D7B-522C-4E07-9C7D-A1FCF5A6AF0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0DD8F112-CD68-4378-AD3A-04A8F873A9D2}"/>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49741F11-3372-482D-A082-3AA8122D3D30}"/>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EBDE1B9E-E63A-480C-A230-8330DE5CE7C1}"/>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0B69F893-FD97-4136-A41C-C7B5E6CF75F1}"/>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3C7ABCED-B915-4A70-8FAC-82593857686E}"/>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D3200527-32B3-448E-BA1C-A703618062B8}"/>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8E876E1D-281F-4B4C-805C-38E11B6D11B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74839681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6BEE1657-3AF3-4F92-A86A-6B96188B87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0b77e441e953456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6BA12B45-FA9D-40F4-99AC-6E136BCF27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795876C3-E3C4-423E-850F-1AC53D61E12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ABA2BCC7-6EA7-47F7-8618-40B14577A17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1B918C04-23D7-467E-BEAF-B47EA66C7D9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8e01ac76447d41a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C987D812-6D2F-49EB-BC1D-AC6E53448E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879761016"/>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C769A977-384B-48CC-93E3-9102D2FFCF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1a685a4e31d64d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1F250728-8486-4112-A82E-32C65597CE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991464AA-F9EE-489B-9D56-D36CB0CD363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59821B46-6795-4721-9466-0AA6DB080973}"/>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822B0515-592B-42CB-BBE9-58F3EE3E97EA}"/>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57CDBDED-007F-4DC7-900F-1DFCC4E0E9D9}"/>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7A1D1691-E6FA-49DE-9A17-76355D283AB7}"/>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01BDCE11-5849-463F-9CDB-B0BEFED74B77}"/>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BCA09C81-8B9C-408D-A5FC-E681E9CDE4B7}"/>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F21A52D8-592F-4C32-885F-7CC513A6F03D}"/>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FAADDA4C-E67E-4A13-9D28-733608637F96}"/>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9F1D8465-A786-49D0-8734-ECF3EA429920}"/>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2171E6E7-EDDA-49D7-9E86-809FD5AFE762}"/>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4025B5EF-67FA-46BB-82F5-493EBF87B107}"/>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12E58026-0152-4F7F-B067-4A8EDC18E68A}"/>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28860587-67D5-4A81-A926-060C368C89F7}"/>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B43D988A-F073-4F00-999A-B3042B771093}"/>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BD4A80A2-5CF3-450D-A5D1-F283F3341B65}"/>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1086D049-81E2-49D1-A3AB-80DE7AABE614}"/>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E206E3CC-943E-4469-8470-759ABEEFF200}"/>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1814E81B-4A5A-4629-8CCE-78B58999EB7E}"/>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F30F9142-DE9F-4E9F-82C3-E3D8DAF2F4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660963190"/>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EA81F4DE-F74E-40B9-A6C6-88CEB30E8F5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5e15fb7a4c5a46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3B823B4C-D3FA-45C3-8648-7007D5C8C0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74CE1BF7-0BE5-43C2-9D87-5B2576C8B0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F5C4176F-12D2-4FBA-A45D-0C57CD8F132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EAF5C85E-99FB-4099-93B5-D90FCA04D07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46447BEA-EB75-4B5D-944B-C997190DFBA0}"/>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6A70E1FE-ACC3-4EFE-840A-81ECC88B46FC}"/>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5072D88E-8745-4C4E-B886-643DDE61C825}"/>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DCEE8A7B-0D79-4413-8C64-32E6D27BBB23}"/>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E2E7F81F-FD1C-47D1-8817-2846D0000123}"/>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7AB066B1-754C-477A-A1EF-1E25D17443F9}"/>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9234BC06-6D0B-44CE-8AA0-462195852669}"/>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B75B7CDD-9249-4794-95FB-426697D308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79755629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B35D5769-F1A8-4E06-A488-F2488C351E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9d4ea17aa7244e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6A9DEB7A-7AD4-4D3C-855B-1737DF0BB9A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2F10620B-7103-433B-B913-C29FF0C1611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120D5174-6E64-47FF-83D4-21E4FFAC22E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6075EFF6-FD73-4EA1-9A0A-CC239A686E7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24DDF2A5-3DF8-45AC-9B54-8607FBFCD0E5}"/>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7C69CFB7-0E2E-4D46-BE7F-A50C1BBEDF6E}"/>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F6E4E7FD-63CF-4B21-8E0B-DAAC7B7BA792}"/>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329CEEAC-2CA4-4B59-B830-691D6FE842BC}"/>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1D4CBE24-1E6F-48E6-AD7A-1D2721E40552}"/>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789B478B-81CB-4FC6-B4D5-94D84F5297B8}"/>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4B7EFD8C-A813-4D59-B383-CC3F0CC9F86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31511594-0730-4D36-B8F0-C0408E35AAC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E2B79880-B558-40E8-ADB5-920834DC61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410021458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CD6DF27C-590C-4015-9035-5F5FC85074B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1d3c53591a42483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F577A922-7F48-49BB-BB62-EDDFFE4F000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592E9DB3-7242-4779-9059-E520C5B20C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6BA1EBDB-3292-4923-ADC2-9ADB55E3817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4BB191D7-3669-4E80-BB06-CE24D13179AB}"/>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3BC318D3-B6E7-4A35-8D95-EA0EDCC81A00}"/>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4BE5959C-B80E-4ABD-96F5-0AB3DB0D1B3A}"/>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9D377233-03B8-4106-A116-53F142B5EE60}"/>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7D47CDE8-9913-4053-A3B0-9F9FE182545F}"/>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9C66329E-1837-4013-93B7-3CC5E4FB4208}"/>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D04FCB40-BAC4-4FA3-8B4C-26E1B73A75AC}"/>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94EE3849-1070-4D24-ADA8-B8CB2BC5CC3F}"/>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B828DD18-A84B-4D62-A075-756D0D1338C0}"/>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0E824DCA-4581-4891-9425-FD0250F250B6}"/>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41F55290-0E32-4FB0-9828-A659AC27E1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413152065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46D9A2E4-C452-4E55-A316-A05E3169ED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6697df1d968a41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E7BF3035-98EE-4511-9664-27D0251A52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9E616687-D989-48AD-88D7-8A35D5ECE17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343ED376-5CCB-43D6-B7CE-9FDAF3463F0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1DF90D8E-9971-4F93-9C42-B1ACD2FF664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1225f4f1a86c4ef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157E61D9-6DF7-4CBC-9287-F3AF8B8E2C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11920977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BEC49750-0909-480A-AB67-7F3492BB1C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925f389e701143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6E52A3DB-FDE6-4764-9183-6ED920F789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9BE079E7-B2F4-4598-ACCD-415B533130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0A8501BA-9FA3-4AD8-A70E-BDE3C9220956}"/>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73B8F6C5-2E05-4B2C-A814-1E921AA68321}"/>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05613D79-2230-461C-8446-72560E9DE246}"/>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4D1FA846-9429-44CA-8DB4-3BF9A133AA2D}"/>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ED6B1AA8-56BC-481A-823E-A5EAD8183E15}"/>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02433F76-D5E7-4A3F-958B-BE386DA22197}"/>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B88B4DA8-B4B8-4C9C-85AA-E999484C1369}"/>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475A7311-EB18-4CE1-A46D-B59E3DE421D1}"/>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DD00CBB5-0A0F-4D02-A413-08177393FE9F}"/>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C083895E-FCEC-4555-84C1-A79296F44000}"/>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1E4F37BA-5D3B-4726-A418-E9897AD7B8F7}"/>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0A493611-3D75-43A1-AA7A-4F70A930B4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531802086"/>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D481303C-2F49-46A9-B134-75A8D8AB56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baceb3d6a4f44b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696BEE88-EA53-4EC6-B31D-7354FA7768F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DC1D3E7D-00E7-4BC1-985D-495A8FA3501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2F842EB1-21D0-4910-B83A-16DB8677AC3D}"/>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CA642A9A-B387-484E-B63A-DF3C99AE54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414633163"/>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AA0EBA6A-426B-411C-B7E5-746A93D48C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f48c5d6bba194f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1EEF009F-9A62-41A7-AD3D-5E05F623E0B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24CFBDC4-B5CE-48C1-BC3A-DF34909300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C5A2309C-ADFF-44DF-BC04-87B75E51800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1CF04BDE-46FF-4DDC-8EF9-CBCAB066698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20ACE72D-7A3F-4840-9FFC-F5D473E6C78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BDE4AC78-C56D-453D-9FB1-4CCC0E587A1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7C7FC6E5-5334-4BA7-8E05-34581C27533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0793B205-CA01-4CB9-BAAB-153F609FB92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5987BC22-0560-4EF2-96DB-4DCC243F40F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5ABFFF61-017E-4CD0-BD97-FF5ACE6B4C4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D082E270-CD13-4BB6-8D08-B8A45FAA4A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78627786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0FE46764-3C65-4408-BF6D-B897473621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7c6882e4e34b492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B300644F-67A1-4A5E-A751-EA741C93D02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9A0CCEF8-5CEB-40C1-B06A-7898FF4F8B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FAF1892A-54B0-4D83-AE95-146EF6C7355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F3D5AA11-6118-4C4C-B053-43174DD1B21F}"/>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BA10F3BE-7D50-4F28-8230-9B58A823F18B}"/>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7D95F42F-36EF-4C13-9BDE-75886939EACE}"/>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0D7D2960-BC4D-4861-8253-36CBBB3A161F}"/>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DC1EF71B-D439-4912-9443-28E984E85C6E}"/>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30E82866-DF8A-467B-ACC9-228BA984F142}"/>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7C49452F-8DCE-40E9-9BE7-5C80454C17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141402839"/>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043E0B0A-CD2E-4352-95A4-3912CE3492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adb33dea9e8747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3C17A5D8-8BA6-4D22-8F2D-F62FC28C4D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733DB332-A50F-4E8D-8DC5-52E142F6B43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14E8CF8E-4FBD-4D29-86D8-1C8AD459588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20C1B788-C37B-4217-9FB8-A55F92393A9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f831f88d408b4e0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F862F055-3FFE-48E2-93FC-D01705CD72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927196678"/>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A4A2DD98-B9F6-4C1C-9031-09D70FE1F7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7ef1c6334bc4441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D546A58D-06F5-4DF5-B314-E586D66290B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BA3F76FD-4ED6-47B7-ADDD-CBC7666E95E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4FEFF2F0-27B8-4477-B2C6-2DF8646A097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F208264B-6469-45EF-AE0E-CE1D348DB357}"/>
              </a:ext>
            </a:extLst>
          </p:cNvPr>
          <p:cNvSpPr>
            <a:spLocks xmlns:a="http://schemas.openxmlformats.org/drawingml/2006/main"/>
          </p:cNvSpPr>
          <p:nvPr/>
        </p:nvSpPr>
        <p:spPr>
          <a:xfrm xmlns:a="http://schemas.openxmlformats.org/drawingml/2006/main">
            <a:off x="609600" y="29210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A9067C56-5355-4DD4-8AE5-71CEB0EB9DBA}"/>
              </a:ext>
            </a:extLst>
          </p:cNvPr>
          <p:cNvSpPr>
            <a:spLocks xmlns:a="http://schemas.openxmlformats.org/drawingml/2006/main"/>
          </p:cNvSpPr>
          <p:nvPr/>
        </p:nvSpPr>
        <p:spPr>
          <a:xfrm xmlns:a="http://schemas.openxmlformats.org/drawingml/2006/main">
            <a:off x="609600" y="3733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Stages can use scripts, rules,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model calls.</a:t>
            </a:r>
          </a:p>
        </p:txBody>
      </p:sp>
      <p:sp>
        <p:nvSpPr>
          <p:cNvPr id="309" name="27-text-4">
            <a:extLst xmlns:a="http://schemas.openxmlformats.org/drawingml/2006/main">
              <a:ext uri="{FF2B5EF4-FFF2-40B4-BE49-F238E27FC236}">
                <a16:creationId xmlns:a16="http://schemas.microsoft.com/office/drawing/2014/main" id="{F71BA089-E2DE-41D3-868E-5E3FCD55B84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10" name="27-text-5">
            <a:extLst xmlns:a="http://schemas.openxmlformats.org/drawingml/2006/main">
              <a:ext uri="{FF2B5EF4-FFF2-40B4-BE49-F238E27FC236}">
                <a16:creationId xmlns:a16="http://schemas.microsoft.com/office/drawing/2014/main" id="{565E6558-3873-465B-BD59-E77A82E43782}"/>
              </a:ext>
            </a:extLst>
          </p:cNvPr>
          <p:cNvSpPr>
            <a:spLocks xmlns:a="http://schemas.openxmlformats.org/drawingml/2006/main"/>
          </p:cNvSpPr>
          <p:nvPr/>
        </p:nvSpPr>
        <p:spPr>
          <a:xfrm xmlns:a="http://schemas.openxmlformats.org/drawingml/2006/main">
            <a:off x="6248400" y="29210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1" name="27-text-6">
            <a:extLst xmlns:a="http://schemas.openxmlformats.org/drawingml/2006/main">
              <a:ext uri="{FF2B5EF4-FFF2-40B4-BE49-F238E27FC236}">
                <a16:creationId xmlns:a16="http://schemas.microsoft.com/office/drawing/2014/main" id="{4481CC2D-4F20-4959-9439-E8DB58F1ACD6}"/>
              </a:ext>
            </a:extLst>
          </p:cNvPr>
          <p:cNvSpPr>
            <a:spLocks xmlns:a="http://schemas.openxmlformats.org/drawingml/2006/main"/>
          </p:cNvSpPr>
          <p:nvPr/>
        </p:nvSpPr>
        <p:spPr>
          <a:xfrm xmlns:a="http://schemas.openxmlformats.org/drawingml/2006/main">
            <a:off x="6248400" y="3733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Actions repeat within enforced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limits.</a:t>
            </a:r>
          </a:p>
        </p:txBody>
      </p:sp>
      <p:sp>
        <p:nvSpPr>
          <p:cNvPr id="312" name="27-text-7">
            <a:extLst xmlns:a="http://schemas.openxmlformats.org/drawingml/2006/main">
              <a:ext uri="{FF2B5EF4-FFF2-40B4-BE49-F238E27FC236}">
                <a16:creationId xmlns:a16="http://schemas.microsoft.com/office/drawing/2014/main" id="{2C233CA0-9BBE-48BC-B5BB-1E47E16B5D27}"/>
              </a:ext>
            </a:extLst>
          </p:cNvPr>
          <p:cNvSpPr>
            <a:spLocks xmlns:a="http://schemas.openxmlformats.org/drawingml/2006/main"/>
          </p:cNvSpPr>
          <p:nvPr/>
        </p:nvSpPr>
        <p:spPr>
          <a:xfrm xmlns:a="http://schemas.openxmlformats.org/drawingml/2006/main">
            <a:off x="609600" y="495300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3" name="27-text-8">
            <a:extLst xmlns:a="http://schemas.openxmlformats.org/drawingml/2006/main">
              <a:ext uri="{FF2B5EF4-FFF2-40B4-BE49-F238E27FC236}">
                <a16:creationId xmlns:a16="http://schemas.microsoft.com/office/drawing/2014/main" id="{B4B75AA5-430B-47DA-AF68-2DF4382DED71}"/>
              </a:ext>
            </a:extLst>
          </p:cNvPr>
          <p:cNvSpPr>
            <a:spLocks xmlns:a="http://schemas.openxmlformats.org/drawingml/2006/main"/>
          </p:cNvSpPr>
          <p:nvPr/>
        </p:nvSpPr>
        <p:spPr>
          <a:xfrm xmlns:a="http://schemas.openxmlformats.org/drawingml/2006/main">
            <a:off x="2438400" y="4953000"/>
            <a:ext cx="132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Stage 2</a:t>
            </a:r>
          </a:p>
        </p:txBody>
      </p:sp>
      <p:sp>
        <p:nvSpPr>
          <p:cNvPr id="314" name="27-text-9">
            <a:extLst xmlns:a="http://schemas.openxmlformats.org/drawingml/2006/main">
              <a:ext uri="{FF2B5EF4-FFF2-40B4-BE49-F238E27FC236}">
                <a16:creationId xmlns:a16="http://schemas.microsoft.com/office/drawing/2014/main" id="{1DEDC75C-F59E-45BB-9FAF-E8056A214DC4}"/>
              </a:ext>
            </a:extLst>
          </p:cNvPr>
          <p:cNvSpPr>
            <a:spLocks xmlns:a="http://schemas.openxmlformats.org/drawingml/2006/main"/>
          </p:cNvSpPr>
          <p:nvPr/>
        </p:nvSpPr>
        <p:spPr>
          <a:xfrm xmlns:a="http://schemas.openxmlformats.org/drawingml/2006/main">
            <a:off x="4318000" y="4800600"/>
            <a:ext cx="1625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5" name="27-line-11">
            <a:extLst xmlns:a="http://schemas.openxmlformats.org/drawingml/2006/main">
              <a:ext uri="{FF2B5EF4-FFF2-40B4-BE49-F238E27FC236}">
                <a16:creationId xmlns:a16="http://schemas.microsoft.com/office/drawing/2014/main" id="{315B6AC0-ECE0-4E00-8183-D4A3DAB1AC7F}"/>
              </a:ext>
            </a:extLst>
          </p:cNvPr>
          <p:cNvSpPr>
            <a:spLocks xmlns:a="http://schemas.openxmlformats.org/drawingml/2006/main"/>
          </p:cNvSpPr>
          <p:nvPr/>
        </p:nvSpPr>
        <p:spPr>
          <a:xfrm xmlns:a="http://schemas.openxmlformats.org/drawingml/2006/main" flipH="0" flipV="0">
            <a:off x="1955800" y="5118100"/>
            <a:ext cx="330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6" name="27-line-13">
            <a:extLst xmlns:a="http://schemas.openxmlformats.org/drawingml/2006/main">
              <a:ext uri="{FF2B5EF4-FFF2-40B4-BE49-F238E27FC236}">
                <a16:creationId xmlns:a16="http://schemas.microsoft.com/office/drawing/2014/main" id="{0CF05777-5D10-4D8F-9F8A-659D41573933}"/>
              </a:ext>
            </a:extLst>
          </p:cNvPr>
          <p:cNvSpPr>
            <a:spLocks xmlns:a="http://schemas.openxmlformats.org/drawingml/2006/main"/>
          </p:cNvSpPr>
          <p:nvPr/>
        </p:nvSpPr>
        <p:spPr>
          <a:xfrm xmlns:a="http://schemas.openxmlformats.org/drawingml/2006/main" flipH="0" flipV="0">
            <a:off x="3937000" y="51181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7" name="optional-loop-stage">
            <a:extLst xmlns:a="http://schemas.openxmlformats.org/drawingml/2006/main">
              <a:ext uri="{FF2B5EF4-FFF2-40B4-BE49-F238E27FC236}">
                <a16:creationId xmlns:a16="http://schemas.microsoft.com/office/drawing/2014/main" id="{D52AB539-EE3D-4F17-841E-D8E68069742C}"/>
              </a:ext>
            </a:extLst>
          </p:cNvPr>
          <p:cNvSpPr>
            <a:spLocks xmlns:a="http://schemas.openxmlformats.org/drawingml/2006/main"/>
          </p:cNvSpPr>
          <p:nvPr/>
        </p:nvSpPr>
        <p:spPr>
          <a:xfrm xmlns:a="http://schemas.openxmlformats.org/drawingml/2006/main">
            <a:off x="2387600" y="4648200"/>
            <a:ext cx="1422400" cy="812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8" name="27-line-15">
            <a:extLst xmlns:a="http://schemas.openxmlformats.org/drawingml/2006/main">
              <a:ext uri="{FF2B5EF4-FFF2-40B4-BE49-F238E27FC236}">
                <a16:creationId xmlns:a16="http://schemas.microsoft.com/office/drawing/2014/main" id="{98E922B0-7176-4895-941D-81D1C699658E}"/>
              </a:ext>
            </a:extLst>
          </p:cNvPr>
          <p:cNvSpPr>
            <a:spLocks xmlns:a="http://schemas.openxmlformats.org/drawingml/2006/main"/>
          </p:cNvSpPr>
          <p:nvPr/>
        </p:nvSpPr>
        <p:spPr>
          <a:xfrm xmlns:a="http://schemas.openxmlformats.org/drawingml/2006/main" flipH="0" flipV="0">
            <a:off x="3098800" y="5461000"/>
            <a:ext cx="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19" name="27-line-17">
            <a:extLst xmlns:a="http://schemas.openxmlformats.org/drawingml/2006/main">
              <a:ext uri="{FF2B5EF4-FFF2-40B4-BE49-F238E27FC236}">
                <a16:creationId xmlns:a16="http://schemas.microsoft.com/office/drawing/2014/main" id="{67D397FD-AFB2-42A2-AD10-EFFBF257E481}"/>
              </a:ext>
            </a:extLst>
          </p:cNvPr>
          <p:cNvSpPr>
            <a:spLocks xmlns:a="http://schemas.openxmlformats.org/drawingml/2006/main"/>
          </p:cNvSpPr>
          <p:nvPr/>
        </p:nvSpPr>
        <p:spPr>
          <a:xfrm xmlns:a="http://schemas.openxmlformats.org/drawingml/2006/main" flipH="0" flipV="0">
            <a:off x="3098800" y="5765800"/>
            <a:ext cx="3149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bounded-agent-loop">
            <a:extLst xmlns:a="http://schemas.openxmlformats.org/drawingml/2006/main">
              <a:ext uri="{FF2B5EF4-FFF2-40B4-BE49-F238E27FC236}">
                <a16:creationId xmlns:a16="http://schemas.microsoft.com/office/drawing/2014/main" id="{92CCB5F2-6F0B-4E4B-91C5-03CD98465226}"/>
              </a:ext>
            </a:extLst>
          </p:cNvPr>
          <p:cNvSpPr>
            <a:spLocks xmlns:a="http://schemas.openxmlformats.org/drawingml/2006/main"/>
          </p:cNvSpPr>
          <p:nvPr/>
        </p:nvSpPr>
        <p:spPr>
          <a:xfrm xmlns:a="http://schemas.openxmlformats.org/drawingml/2006/main">
            <a:off x="6248400" y="4546600"/>
            <a:ext cx="5334000" cy="1320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1" name="27-text-18">
            <a:extLst xmlns:a="http://schemas.openxmlformats.org/drawingml/2006/main">
              <a:ext uri="{FF2B5EF4-FFF2-40B4-BE49-F238E27FC236}">
                <a16:creationId xmlns:a16="http://schemas.microsoft.com/office/drawing/2014/main" id="{A41DFC86-0ECC-466F-9AE8-1681FCE8715B}"/>
              </a:ext>
            </a:extLst>
          </p:cNvPr>
          <p:cNvSpPr>
            <a:spLocks xmlns:a="http://schemas.openxmlformats.org/drawingml/2006/main"/>
          </p:cNvSpPr>
          <p:nvPr/>
        </p:nvSpPr>
        <p:spPr>
          <a:xfrm xmlns:a="http://schemas.openxmlformats.org/drawingml/2006/main">
            <a:off x="6400800" y="4800600"/>
            <a:ext cx="152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2" name="27-text-19">
            <a:extLst xmlns:a="http://schemas.openxmlformats.org/drawingml/2006/main">
              <a:ext uri="{FF2B5EF4-FFF2-40B4-BE49-F238E27FC236}">
                <a16:creationId xmlns:a16="http://schemas.microsoft.com/office/drawing/2014/main" id="{E8AF2E2D-FD9B-4F97-AC8C-4E535CEA89F2}"/>
              </a:ext>
            </a:extLst>
          </p:cNvPr>
          <p:cNvSpPr>
            <a:spLocks xmlns:a="http://schemas.openxmlformats.org/drawingml/2006/main"/>
          </p:cNvSpPr>
          <p:nvPr/>
        </p:nvSpPr>
        <p:spPr>
          <a:xfrm xmlns:a="http://schemas.openxmlformats.org/drawingml/2006/main">
            <a:off x="8432800" y="49530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23" name="27-text-20">
            <a:extLst xmlns:a="http://schemas.openxmlformats.org/drawingml/2006/main">
              <a:ext uri="{FF2B5EF4-FFF2-40B4-BE49-F238E27FC236}">
                <a16:creationId xmlns:a16="http://schemas.microsoft.com/office/drawing/2014/main" id="{D3EA4559-A46E-419C-9AD3-05EF746A0925}"/>
              </a:ext>
            </a:extLst>
          </p:cNvPr>
          <p:cNvSpPr>
            <a:spLocks xmlns:a="http://schemas.openxmlformats.org/drawingml/2006/main"/>
          </p:cNvSpPr>
          <p:nvPr/>
        </p:nvSpPr>
        <p:spPr>
          <a:xfrm xmlns:a="http://schemas.openxmlformats.org/drawingml/2006/main">
            <a:off x="9601200" y="4800600"/>
            <a:ext cx="1828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24" name="27-line-22">
            <a:extLst xmlns:a="http://schemas.openxmlformats.org/drawingml/2006/main">
              <a:ext uri="{FF2B5EF4-FFF2-40B4-BE49-F238E27FC236}">
                <a16:creationId xmlns:a16="http://schemas.microsoft.com/office/drawing/2014/main" id="{F07BD735-819A-4E4D-9D53-D4D4D938ED6E}"/>
              </a:ext>
            </a:extLst>
          </p:cNvPr>
          <p:cNvSpPr>
            <a:spLocks xmlns:a="http://schemas.openxmlformats.org/drawingml/2006/main"/>
          </p:cNvSpPr>
          <p:nvPr/>
        </p:nvSpPr>
        <p:spPr>
          <a:xfrm xmlns:a="http://schemas.openxmlformats.org/drawingml/2006/main" flipH="0" flipV="0">
            <a:off x="8001000" y="5118100"/>
            <a:ext cx="330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24">
            <a:extLst xmlns:a="http://schemas.openxmlformats.org/drawingml/2006/main">
              <a:ext uri="{FF2B5EF4-FFF2-40B4-BE49-F238E27FC236}">
                <a16:creationId xmlns:a16="http://schemas.microsoft.com/office/drawing/2014/main" id="{C6C474E4-1A5D-45CF-9BD1-486E70564171}"/>
              </a:ext>
            </a:extLst>
          </p:cNvPr>
          <p:cNvSpPr>
            <a:spLocks xmlns:a="http://schemas.openxmlformats.org/drawingml/2006/main"/>
          </p:cNvSpPr>
          <p:nvPr/>
        </p:nvSpPr>
        <p:spPr>
          <a:xfrm xmlns:a="http://schemas.openxmlformats.org/drawingml/2006/main" flipH="0" flipV="0">
            <a:off x="9245600" y="51181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6" name="27-line-26">
            <a:extLst xmlns:a="http://schemas.openxmlformats.org/drawingml/2006/main">
              <a:ext uri="{FF2B5EF4-FFF2-40B4-BE49-F238E27FC236}">
                <a16:creationId xmlns:a16="http://schemas.microsoft.com/office/drawing/2014/main" id="{F45AD2B1-A91A-4B96-A51D-660F72BF0E1E}"/>
              </a:ext>
            </a:extLst>
          </p:cNvPr>
          <p:cNvSpPr>
            <a:spLocks xmlns:a="http://schemas.openxmlformats.org/drawingml/2006/main"/>
          </p:cNvSpPr>
          <p:nvPr/>
        </p:nvSpPr>
        <p:spPr>
          <a:xfrm xmlns:a="http://schemas.openxmlformats.org/drawingml/2006/main" flipH="0" flipV="0">
            <a:off x="10515600" y="5486400"/>
            <a:ext cx="0" cy="177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7" name="27-line-28">
            <a:extLst xmlns:a="http://schemas.openxmlformats.org/drawingml/2006/main">
              <a:ext uri="{FF2B5EF4-FFF2-40B4-BE49-F238E27FC236}">
                <a16:creationId xmlns:a16="http://schemas.microsoft.com/office/drawing/2014/main" id="{B3FC3A7D-B9CB-4BB5-9E77-9E37A3399128}"/>
              </a:ext>
            </a:extLst>
          </p:cNvPr>
          <p:cNvSpPr>
            <a:spLocks xmlns:a="http://schemas.openxmlformats.org/drawingml/2006/main"/>
          </p:cNvSpPr>
          <p:nvPr/>
        </p:nvSpPr>
        <p:spPr>
          <a:xfrm xmlns:a="http://schemas.openxmlformats.org/drawingml/2006/main" flipH="1" flipV="0">
            <a:off x="7162800" y="0"/>
            <a:ext cx="3352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8" name="27-line-30">
            <a:extLst xmlns:a="http://schemas.openxmlformats.org/drawingml/2006/main">
              <a:ext uri="{FF2B5EF4-FFF2-40B4-BE49-F238E27FC236}">
                <a16:creationId xmlns:a16="http://schemas.microsoft.com/office/drawing/2014/main" id="{533AD07A-BE05-43B5-A670-B57C52B1EF5F}"/>
              </a:ext>
            </a:extLst>
          </p:cNvPr>
          <p:cNvSpPr>
            <a:spLocks xmlns:a="http://schemas.openxmlformats.org/drawingml/2006/main"/>
          </p:cNvSpPr>
          <p:nvPr/>
        </p:nvSpPr>
        <p:spPr>
          <a:xfrm xmlns:a="http://schemas.openxmlformats.org/drawingml/2006/main" flipH="0" flipV="1">
            <a:off x="7162800" y="5486400"/>
            <a:ext cx="0" cy="1778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9" name="27-text-31">
            <a:extLst xmlns:a="http://schemas.openxmlformats.org/drawingml/2006/main">
              <a:ext uri="{FF2B5EF4-FFF2-40B4-BE49-F238E27FC236}">
                <a16:creationId xmlns:a16="http://schemas.microsoft.com/office/drawing/2014/main" id="{320A86CF-0695-414A-8378-B8A6893DBD38}"/>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checks remain outside the model's discretion.</a:t>
            </a:r>
          </a:p>
        </p:txBody>
      </p:sp>
      <p:sp>
        <p:nvSpPr>
          <p:cNvPr id="330" name="narrative-number">
            <a:extLst xmlns:a="http://schemas.openxmlformats.org/drawingml/2006/main">
              <a:ext uri="{FF2B5EF4-FFF2-40B4-BE49-F238E27FC236}">
                <a16:creationId xmlns:a16="http://schemas.microsoft.com/office/drawing/2014/main" id="{EF6652BF-8729-4D90-AEE1-51A1BC12DA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308779506"/>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C6FEBF0C-3876-4690-BFAA-E6B40983BF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dccdeea2aed14e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3D3A090A-C566-4AFF-BA9C-F056C75B87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34" name="header-divider">
            <a:extLst xmlns:a="http://schemas.openxmlformats.org/drawingml/2006/main">
              <a:ext uri="{FF2B5EF4-FFF2-40B4-BE49-F238E27FC236}">
                <a16:creationId xmlns:a16="http://schemas.microsoft.com/office/drawing/2014/main" id="{295C34B1-8864-4F9C-AB41-DE66817724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28-text-1">
            <a:extLst xmlns:a="http://schemas.openxmlformats.org/drawingml/2006/main">
              <a:ext uri="{FF2B5EF4-FFF2-40B4-BE49-F238E27FC236}">
                <a16:creationId xmlns:a16="http://schemas.microsoft.com/office/drawing/2014/main" id="{87C0CEC6-088F-4444-A203-08E9F8A6FFC7}"/>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6" name="28-text-2">
            <a:extLst xmlns:a="http://schemas.openxmlformats.org/drawingml/2006/main">
              <a:ext uri="{FF2B5EF4-FFF2-40B4-BE49-F238E27FC236}">
                <a16:creationId xmlns:a16="http://schemas.microsoft.com/office/drawing/2014/main" id="{7C3D1D72-9178-40E6-AFF1-AEB625D42362}"/>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7" name="28-text-3">
            <a:extLst xmlns:a="http://schemas.openxmlformats.org/drawingml/2006/main">
              <a:ext uri="{FF2B5EF4-FFF2-40B4-BE49-F238E27FC236}">
                <a16:creationId xmlns:a16="http://schemas.microsoft.com/office/drawing/2014/main" id="{0728A88F-E232-4154-A35E-2ECBEF5AF670}"/>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8" name="28-text-4">
            <a:extLst xmlns:a="http://schemas.openxmlformats.org/drawingml/2006/main">
              <a:ext uri="{FF2B5EF4-FFF2-40B4-BE49-F238E27FC236}">
                <a16:creationId xmlns:a16="http://schemas.microsoft.com/office/drawing/2014/main" id="{73AC370A-9ACA-46CA-888C-846E390DFE44}"/>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9" name="28-text-5">
            <a:extLst xmlns:a="http://schemas.openxmlformats.org/drawingml/2006/main">
              <a:ext uri="{FF2B5EF4-FFF2-40B4-BE49-F238E27FC236}">
                <a16:creationId xmlns:a16="http://schemas.microsoft.com/office/drawing/2014/main" id="{92637220-EBD8-4BDF-A594-31AFCA8C4AF0}"/>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40" name="28-text-6">
            <a:extLst xmlns:a="http://schemas.openxmlformats.org/drawingml/2006/main">
              <a:ext uri="{FF2B5EF4-FFF2-40B4-BE49-F238E27FC236}">
                <a16:creationId xmlns:a16="http://schemas.microsoft.com/office/drawing/2014/main" id="{03D523DF-EB42-4588-BCDD-4EE958FF9E1A}"/>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41" name="28-text-7">
            <a:extLst xmlns:a="http://schemas.openxmlformats.org/drawingml/2006/main">
              <a:ext uri="{FF2B5EF4-FFF2-40B4-BE49-F238E27FC236}">
                <a16:creationId xmlns:a16="http://schemas.microsoft.com/office/drawing/2014/main" id="{D8E3E3B3-4B7B-47A9-B360-A28EB7F778C3}"/>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42" name="narrative-number">
            <a:extLst xmlns:a="http://schemas.openxmlformats.org/drawingml/2006/main">
              <a:ext uri="{FF2B5EF4-FFF2-40B4-BE49-F238E27FC236}">
                <a16:creationId xmlns:a16="http://schemas.microsoft.com/office/drawing/2014/main" id="{5C8FE9CC-F42A-40AA-9F88-8855522E05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56334940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name">
            <a:extLst xmlns:a="http://schemas.openxmlformats.org/drawingml/2006/main">
              <a:ext uri="{FF2B5EF4-FFF2-40B4-BE49-F238E27FC236}">
                <a16:creationId xmlns:a16="http://schemas.microsoft.com/office/drawing/2014/main" id="{F8C54BE4-C4FC-4BE2-A627-C1FB0D3BFF0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7" name="mini-map"/>
          <p:cNvPicPr>
            <a:picLocks xmlns:a="http://schemas.openxmlformats.org/drawingml/2006/main" noChangeAspect="1"/>
          </p:cNvPicPr>
          <p:nvPr/>
        </p:nvPicPr>
        <p:blipFill>
          <a:blip xmlns:r="http://schemas.openxmlformats.org/officeDocument/2006/relationships" xmlns:a="http://schemas.openxmlformats.org/drawingml/2006/main" r:embed="R23546241a31f45b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5" name="slide-title">
            <a:extLst xmlns:a="http://schemas.openxmlformats.org/drawingml/2006/main">
              <a:ext uri="{FF2B5EF4-FFF2-40B4-BE49-F238E27FC236}">
                <a16:creationId xmlns:a16="http://schemas.microsoft.com/office/drawing/2014/main" id="{AB464068-D357-490D-8444-167BC44C57D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6" name="header-divider">
            <a:extLst xmlns:a="http://schemas.openxmlformats.org/drawingml/2006/main">
              <a:ext uri="{FF2B5EF4-FFF2-40B4-BE49-F238E27FC236}">
                <a16:creationId xmlns:a16="http://schemas.microsoft.com/office/drawing/2014/main" id="{34637E25-CEE4-48C0-B8AF-AEA484BF683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29-text-1">
            <a:extLst xmlns:a="http://schemas.openxmlformats.org/drawingml/2006/main">
              <a:ext uri="{FF2B5EF4-FFF2-40B4-BE49-F238E27FC236}">
                <a16:creationId xmlns:a16="http://schemas.microsoft.com/office/drawing/2014/main" id="{3F835CA4-3434-4917-BECD-3AB3B421EB5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8" name="29-text-2">
            <a:extLst xmlns:a="http://schemas.openxmlformats.org/drawingml/2006/main">
              <a:ext uri="{FF2B5EF4-FFF2-40B4-BE49-F238E27FC236}">
                <a16:creationId xmlns:a16="http://schemas.microsoft.com/office/drawing/2014/main" id="{293CD08F-44A2-4728-A487-A27CB25050B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9" name="29-text-3">
            <a:extLst xmlns:a="http://schemas.openxmlformats.org/drawingml/2006/main">
              <a:ext uri="{FF2B5EF4-FFF2-40B4-BE49-F238E27FC236}">
                <a16:creationId xmlns:a16="http://schemas.microsoft.com/office/drawing/2014/main" id="{3373FE69-5EB3-4824-AAFC-FD1B9A89530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50" name="29-text-4">
            <a:extLst xmlns:a="http://schemas.openxmlformats.org/drawingml/2006/main">
              <a:ext uri="{FF2B5EF4-FFF2-40B4-BE49-F238E27FC236}">
                <a16:creationId xmlns:a16="http://schemas.microsoft.com/office/drawing/2014/main" id="{EE44129E-8D8F-4900-8A1A-59F170B0C23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51" name="29-text-5">
            <a:extLst xmlns:a="http://schemas.openxmlformats.org/drawingml/2006/main">
              <a:ext uri="{FF2B5EF4-FFF2-40B4-BE49-F238E27FC236}">
                <a16:creationId xmlns:a16="http://schemas.microsoft.com/office/drawing/2014/main" id="{6D814B24-7671-4C92-B599-AE19ED76998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2" name="29-text-6">
            <a:extLst xmlns:a="http://schemas.openxmlformats.org/drawingml/2006/main">
              <a:ext uri="{FF2B5EF4-FFF2-40B4-BE49-F238E27FC236}">
                <a16:creationId xmlns:a16="http://schemas.microsoft.com/office/drawing/2014/main" id="{98519F71-A792-44E3-8F86-3D9BC99F559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53" name="29-text-7">
            <a:extLst xmlns:a="http://schemas.openxmlformats.org/drawingml/2006/main">
              <a:ext uri="{FF2B5EF4-FFF2-40B4-BE49-F238E27FC236}">
                <a16:creationId xmlns:a16="http://schemas.microsoft.com/office/drawing/2014/main" id="{D158E2FF-EAF1-4B94-9F6B-2E94262DFC8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54" name="29-text-8">
            <a:extLst xmlns:a="http://schemas.openxmlformats.org/drawingml/2006/main">
              <a:ext uri="{FF2B5EF4-FFF2-40B4-BE49-F238E27FC236}">
                <a16:creationId xmlns:a16="http://schemas.microsoft.com/office/drawing/2014/main" id="{080CE033-3A80-48C6-A186-9A8EA01D780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55" name="narrative-number">
            <a:extLst xmlns:a="http://schemas.openxmlformats.org/drawingml/2006/main">
              <a:ext uri="{FF2B5EF4-FFF2-40B4-BE49-F238E27FC236}">
                <a16:creationId xmlns:a16="http://schemas.microsoft.com/office/drawing/2014/main" id="{0527D219-BD92-4476-B20B-DAA0415371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90046183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6" name="!!area-name">
            <a:extLst xmlns:a="http://schemas.openxmlformats.org/drawingml/2006/main">
              <a:ext uri="{FF2B5EF4-FFF2-40B4-BE49-F238E27FC236}">
                <a16:creationId xmlns:a16="http://schemas.microsoft.com/office/drawing/2014/main" id="{1638C22E-1689-461E-BFD0-B1E9A87EFC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0" name="mini-map"/>
          <p:cNvPicPr>
            <a:picLocks xmlns:a="http://schemas.openxmlformats.org/drawingml/2006/main" noChangeAspect="1"/>
          </p:cNvPicPr>
          <p:nvPr/>
        </p:nvPicPr>
        <p:blipFill>
          <a:blip xmlns:r="http://schemas.openxmlformats.org/officeDocument/2006/relationships" xmlns:a="http://schemas.openxmlformats.org/drawingml/2006/main" r:embed="R1ebcae049d584d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8" name="slide-title">
            <a:extLst xmlns:a="http://schemas.openxmlformats.org/drawingml/2006/main">
              <a:ext uri="{FF2B5EF4-FFF2-40B4-BE49-F238E27FC236}">
                <a16:creationId xmlns:a16="http://schemas.microsoft.com/office/drawing/2014/main" id="{EF72D546-BE88-47AB-9870-2D28FDB96E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9" name="header-divider">
            <a:extLst xmlns:a="http://schemas.openxmlformats.org/drawingml/2006/main">
              <a:ext uri="{FF2B5EF4-FFF2-40B4-BE49-F238E27FC236}">
                <a16:creationId xmlns:a16="http://schemas.microsoft.com/office/drawing/2014/main" id="{9CA0DC04-2AF2-4C82-BA53-0460228F5F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0" name="30-text-1">
            <a:extLst xmlns:a="http://schemas.openxmlformats.org/drawingml/2006/main">
              <a:ext uri="{FF2B5EF4-FFF2-40B4-BE49-F238E27FC236}">
                <a16:creationId xmlns:a16="http://schemas.microsoft.com/office/drawing/2014/main" id="{99A04AD3-E4E6-48FA-AFD6-DE71A913DF8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1" name="30-text-2">
            <a:extLst xmlns:a="http://schemas.openxmlformats.org/drawingml/2006/main">
              <a:ext uri="{FF2B5EF4-FFF2-40B4-BE49-F238E27FC236}">
                <a16:creationId xmlns:a16="http://schemas.microsoft.com/office/drawing/2014/main" id="{9DCB4FC0-E126-4832-8FE3-B24695EF7515}"/>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2" name="30-text-3">
            <a:extLst xmlns:a="http://schemas.openxmlformats.org/drawingml/2006/main">
              <a:ext uri="{FF2B5EF4-FFF2-40B4-BE49-F238E27FC236}">
                <a16:creationId xmlns:a16="http://schemas.microsoft.com/office/drawing/2014/main" id="{DE15F39F-BCDE-40B2-8982-56C14C590176}"/>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3" name="30-text-4">
            <a:extLst xmlns:a="http://schemas.openxmlformats.org/drawingml/2006/main">
              <a:ext uri="{FF2B5EF4-FFF2-40B4-BE49-F238E27FC236}">
                <a16:creationId xmlns:a16="http://schemas.microsoft.com/office/drawing/2014/main" id="{11AA171D-A10A-4881-89AA-718D7EA3FDD5}"/>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64" name="30-text-5">
            <a:extLst xmlns:a="http://schemas.openxmlformats.org/drawingml/2006/main">
              <a:ext uri="{FF2B5EF4-FFF2-40B4-BE49-F238E27FC236}">
                <a16:creationId xmlns:a16="http://schemas.microsoft.com/office/drawing/2014/main" id="{566ACFF4-F884-47E3-BE3E-F8129FDD7DD1}"/>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65" name="30-line-7">
            <a:extLst xmlns:a="http://schemas.openxmlformats.org/drawingml/2006/main">
              <a:ext uri="{FF2B5EF4-FFF2-40B4-BE49-F238E27FC236}">
                <a16:creationId xmlns:a16="http://schemas.microsoft.com/office/drawing/2014/main" id="{F972CD01-595A-47AC-93E1-9100DDC29359}"/>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6" name="30-text-8">
            <a:extLst xmlns:a="http://schemas.openxmlformats.org/drawingml/2006/main">
              <a:ext uri="{FF2B5EF4-FFF2-40B4-BE49-F238E27FC236}">
                <a16:creationId xmlns:a16="http://schemas.microsoft.com/office/drawing/2014/main" id="{C7BCB0B9-A291-4613-B39E-69F5BD4BFAEA}"/>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7" name="30-text-9">
            <a:extLst xmlns:a="http://schemas.openxmlformats.org/drawingml/2006/main">
              <a:ext uri="{FF2B5EF4-FFF2-40B4-BE49-F238E27FC236}">
                <a16:creationId xmlns:a16="http://schemas.microsoft.com/office/drawing/2014/main" id="{5470D1A4-F064-4247-BA7A-2ECD0C7874C7}"/>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8" name="30-line-11">
            <a:extLst xmlns:a="http://schemas.openxmlformats.org/drawingml/2006/main">
              <a:ext uri="{FF2B5EF4-FFF2-40B4-BE49-F238E27FC236}">
                <a16:creationId xmlns:a16="http://schemas.microsoft.com/office/drawing/2014/main" id="{9D867695-A1AF-41D4-AF6A-AB3FED26651A}"/>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9" name="30-line-13">
            <a:extLst xmlns:a="http://schemas.openxmlformats.org/drawingml/2006/main">
              <a:ext uri="{FF2B5EF4-FFF2-40B4-BE49-F238E27FC236}">
                <a16:creationId xmlns:a16="http://schemas.microsoft.com/office/drawing/2014/main" id="{E0D01A3C-FAF3-4F1D-95DE-68B8ED8BCB71}"/>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0" name="30-line-15">
            <a:extLst xmlns:a="http://schemas.openxmlformats.org/drawingml/2006/main">
              <a:ext uri="{FF2B5EF4-FFF2-40B4-BE49-F238E27FC236}">
                <a16:creationId xmlns:a16="http://schemas.microsoft.com/office/drawing/2014/main" id="{F8091134-7D53-4E2B-BFC0-6FE4C9E1321D}"/>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1" name="30-line-17">
            <a:extLst xmlns:a="http://schemas.openxmlformats.org/drawingml/2006/main">
              <a:ext uri="{FF2B5EF4-FFF2-40B4-BE49-F238E27FC236}">
                <a16:creationId xmlns:a16="http://schemas.microsoft.com/office/drawing/2014/main" id="{60507DAE-5F74-483B-AAB0-8130CD768B13}"/>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2" name="30-text-18">
            <a:extLst xmlns:a="http://schemas.openxmlformats.org/drawingml/2006/main">
              <a:ext uri="{FF2B5EF4-FFF2-40B4-BE49-F238E27FC236}">
                <a16:creationId xmlns:a16="http://schemas.microsoft.com/office/drawing/2014/main" id="{CBC8ADBD-0E5A-4BE6-B8E9-C8D0B465C853}"/>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3" name="30-text-19">
            <a:extLst xmlns:a="http://schemas.openxmlformats.org/drawingml/2006/main">
              <a:ext uri="{FF2B5EF4-FFF2-40B4-BE49-F238E27FC236}">
                <a16:creationId xmlns:a16="http://schemas.microsoft.com/office/drawing/2014/main" id="{DE7A4943-3A3B-4DBE-839C-8FD744474FC2}"/>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74" name="30-line-21">
            <a:extLst xmlns:a="http://schemas.openxmlformats.org/drawingml/2006/main">
              <a:ext uri="{FF2B5EF4-FFF2-40B4-BE49-F238E27FC236}">
                <a16:creationId xmlns:a16="http://schemas.microsoft.com/office/drawing/2014/main" id="{97448D89-B887-4B3D-A081-D2CEABC5A9FE}"/>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5" name="30-text-22">
            <a:extLst xmlns:a="http://schemas.openxmlformats.org/drawingml/2006/main">
              <a:ext uri="{FF2B5EF4-FFF2-40B4-BE49-F238E27FC236}">
                <a16:creationId xmlns:a16="http://schemas.microsoft.com/office/drawing/2014/main" id="{FEDEB744-EA18-4BC9-9119-DDF92F5D8FCA}"/>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6" name="30-text-23">
            <a:extLst xmlns:a="http://schemas.openxmlformats.org/drawingml/2006/main">
              <a:ext uri="{FF2B5EF4-FFF2-40B4-BE49-F238E27FC236}">
                <a16:creationId xmlns:a16="http://schemas.microsoft.com/office/drawing/2014/main" id="{DE719783-0DA9-4010-AE3D-092A0CCC3DA3}"/>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7" name="30-text-24">
            <a:extLst xmlns:a="http://schemas.openxmlformats.org/drawingml/2006/main">
              <a:ext uri="{FF2B5EF4-FFF2-40B4-BE49-F238E27FC236}">
                <a16:creationId xmlns:a16="http://schemas.microsoft.com/office/drawing/2014/main" id="{FD2F0CE0-4BD8-4581-A36C-948126FB1237}"/>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8" name="narrative-number">
            <a:extLst xmlns:a="http://schemas.openxmlformats.org/drawingml/2006/main">
              <a:ext uri="{FF2B5EF4-FFF2-40B4-BE49-F238E27FC236}">
                <a16:creationId xmlns:a16="http://schemas.microsoft.com/office/drawing/2014/main" id="{2C7ABBD4-EE32-466B-BA5E-7E429C1E6A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3469939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9" name="!!area-name">
            <a:extLst xmlns:a="http://schemas.openxmlformats.org/drawingml/2006/main">
              <a:ext uri="{FF2B5EF4-FFF2-40B4-BE49-F238E27FC236}">
                <a16:creationId xmlns:a16="http://schemas.microsoft.com/office/drawing/2014/main" id="{A8C6F5F3-0878-4CA8-BF88-E285C5C9F0E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27486a3397f544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1" name="header-divider">
            <a:extLst xmlns:a="http://schemas.openxmlformats.org/drawingml/2006/main">
              <a:ext uri="{FF2B5EF4-FFF2-40B4-BE49-F238E27FC236}">
                <a16:creationId xmlns:a16="http://schemas.microsoft.com/office/drawing/2014/main" id="{1E29DF11-7F2A-4D7D-8B30-74BE1EFD6A5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31-text-1">
            <a:extLst xmlns:a="http://schemas.openxmlformats.org/drawingml/2006/main">
              <a:ext uri="{FF2B5EF4-FFF2-40B4-BE49-F238E27FC236}">
                <a16:creationId xmlns:a16="http://schemas.microsoft.com/office/drawing/2014/main" id="{6DC35390-F72D-48B7-8F9D-5E2190AFDC9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3" name="31-text-2">
            <a:extLst xmlns:a="http://schemas.openxmlformats.org/drawingml/2006/main">
              <a:ext uri="{FF2B5EF4-FFF2-40B4-BE49-F238E27FC236}">
                <a16:creationId xmlns:a16="http://schemas.microsoft.com/office/drawing/2014/main" id="{C1AA8D37-C065-4C8F-B2CD-88CA1163EAB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84" name="31-text-3">
            <a:extLst xmlns:a="http://schemas.openxmlformats.org/drawingml/2006/main">
              <a:ext uri="{FF2B5EF4-FFF2-40B4-BE49-F238E27FC236}">
                <a16:creationId xmlns:a16="http://schemas.microsoft.com/office/drawing/2014/main" id="{A574C0E2-267E-439D-8108-7B62FE3D427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3" name="31-image-4"/>
          <p:cNvPicPr>
            <a:picLocks xmlns:a="http://schemas.openxmlformats.org/drawingml/2006/main" noChangeAspect="1"/>
          </p:cNvPicPr>
          <p:nvPr/>
        </p:nvPicPr>
        <p:blipFill>
          <a:blip xmlns:r="http://schemas.openxmlformats.org/officeDocument/2006/relationships" xmlns:a="http://schemas.openxmlformats.org/drawingml/2006/main" r:embed="R17c4041a112b47d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6" name="narrative-number">
            <a:extLst xmlns:a="http://schemas.openxmlformats.org/drawingml/2006/main">
              <a:ext uri="{FF2B5EF4-FFF2-40B4-BE49-F238E27FC236}">
                <a16:creationId xmlns:a16="http://schemas.microsoft.com/office/drawing/2014/main" id="{46BF9604-C5AE-4BF1-A29C-4B458524D6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32801629"/>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BFEDDF0C-B6FF-404F-890B-B7A071EC7A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04" name="mini-map"/>
          <p:cNvPicPr>
            <a:picLocks xmlns:a="http://schemas.openxmlformats.org/drawingml/2006/main" noChangeAspect="1"/>
          </p:cNvPicPr>
          <p:nvPr/>
        </p:nvPicPr>
        <p:blipFill>
          <a:blip xmlns:r="http://schemas.openxmlformats.org/officeDocument/2006/relationships" xmlns:a="http://schemas.openxmlformats.org/drawingml/2006/main" r:embed="R366d43e62b7843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slide-title">
            <a:extLst xmlns:a="http://schemas.openxmlformats.org/drawingml/2006/main">
              <a:ext uri="{FF2B5EF4-FFF2-40B4-BE49-F238E27FC236}">
                <a16:creationId xmlns:a16="http://schemas.microsoft.com/office/drawing/2014/main" id="{351FA1F1-55D2-4569-BE3F-0E65756E1C4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0" name="header-divider">
            <a:extLst xmlns:a="http://schemas.openxmlformats.org/drawingml/2006/main">
              <a:ext uri="{FF2B5EF4-FFF2-40B4-BE49-F238E27FC236}">
                <a16:creationId xmlns:a16="http://schemas.microsoft.com/office/drawing/2014/main" id="{4F100CE1-57A5-4DC7-AC30-DE6E7F5764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1" name="32-text-1">
            <a:extLst xmlns:a="http://schemas.openxmlformats.org/drawingml/2006/main">
              <a:ext uri="{FF2B5EF4-FFF2-40B4-BE49-F238E27FC236}">
                <a16:creationId xmlns:a16="http://schemas.microsoft.com/office/drawing/2014/main" id="{9E0FDE00-CA23-495A-B8B7-85EF901621C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2" name="32-text-2">
            <a:extLst xmlns:a="http://schemas.openxmlformats.org/drawingml/2006/main">
              <a:ext uri="{FF2B5EF4-FFF2-40B4-BE49-F238E27FC236}">
                <a16:creationId xmlns:a16="http://schemas.microsoft.com/office/drawing/2014/main" id="{66E251D1-ABCB-471C-A7FA-A5E62A8EFA69}"/>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3" name="32-text-3">
            <a:extLst xmlns:a="http://schemas.openxmlformats.org/drawingml/2006/main">
              <a:ext uri="{FF2B5EF4-FFF2-40B4-BE49-F238E27FC236}">
                <a16:creationId xmlns:a16="http://schemas.microsoft.com/office/drawing/2014/main" id="{F1BA2372-6535-4686-BD95-5F1AADF27F0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94" name="32-text-4">
            <a:extLst xmlns:a="http://schemas.openxmlformats.org/drawingml/2006/main">
              <a:ext uri="{FF2B5EF4-FFF2-40B4-BE49-F238E27FC236}">
                <a16:creationId xmlns:a16="http://schemas.microsoft.com/office/drawing/2014/main" id="{C78E38FC-4CED-4CA2-B74F-572D8FB02D93}"/>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95" name="32-shape-5">
            <a:extLst xmlns:a="http://schemas.openxmlformats.org/drawingml/2006/main">
              <a:ext uri="{FF2B5EF4-FFF2-40B4-BE49-F238E27FC236}">
                <a16:creationId xmlns:a16="http://schemas.microsoft.com/office/drawing/2014/main" id="{185619B4-F080-499B-898A-B493122DE637}"/>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6" name="32-text-6">
            <a:extLst xmlns:a="http://schemas.openxmlformats.org/drawingml/2006/main">
              <a:ext uri="{FF2B5EF4-FFF2-40B4-BE49-F238E27FC236}">
                <a16:creationId xmlns:a16="http://schemas.microsoft.com/office/drawing/2014/main" id="{00908F9A-705B-4589-9213-45D1DCCE9D4E}"/>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7" name="32-text-7">
            <a:extLst xmlns:a="http://schemas.openxmlformats.org/drawingml/2006/main">
              <a:ext uri="{FF2B5EF4-FFF2-40B4-BE49-F238E27FC236}">
                <a16:creationId xmlns:a16="http://schemas.microsoft.com/office/drawing/2014/main" id="{B7A8D94E-D94C-4FE0-8113-84BC26884798}"/>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8" name="32-text-8">
            <a:extLst xmlns:a="http://schemas.openxmlformats.org/drawingml/2006/main">
              <a:ext uri="{FF2B5EF4-FFF2-40B4-BE49-F238E27FC236}">
                <a16:creationId xmlns:a16="http://schemas.microsoft.com/office/drawing/2014/main" id="{6C6A5669-22A6-4A2A-99BD-6BB0DC387A70}"/>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9" name="32-text-9">
            <a:extLst xmlns:a="http://schemas.openxmlformats.org/drawingml/2006/main">
              <a:ext uri="{FF2B5EF4-FFF2-40B4-BE49-F238E27FC236}">
                <a16:creationId xmlns:a16="http://schemas.microsoft.com/office/drawing/2014/main" id="{9AFB42C6-FF87-45E3-A62F-F0A1E629EED6}"/>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0" name="32-text-10">
            <a:extLst xmlns:a="http://schemas.openxmlformats.org/drawingml/2006/main">
              <a:ext uri="{FF2B5EF4-FFF2-40B4-BE49-F238E27FC236}">
                <a16:creationId xmlns:a16="http://schemas.microsoft.com/office/drawing/2014/main" id="{29A400D2-3751-4520-9549-112F0BBB23E9}"/>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1" name="32-text-11">
            <a:extLst xmlns:a="http://schemas.openxmlformats.org/drawingml/2006/main">
              <a:ext uri="{FF2B5EF4-FFF2-40B4-BE49-F238E27FC236}">
                <a16:creationId xmlns:a16="http://schemas.microsoft.com/office/drawing/2014/main" id="{081DE70C-B48F-4463-9A02-7A64AD1EE212}"/>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2" name="narrative-number">
            <a:extLst xmlns:a="http://schemas.openxmlformats.org/drawingml/2006/main">
              <a:ext uri="{FF2B5EF4-FFF2-40B4-BE49-F238E27FC236}">
                <a16:creationId xmlns:a16="http://schemas.microsoft.com/office/drawing/2014/main" id="{D7D63456-6E47-4378-BF4D-75570E0C12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876801774"/>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2DCE351E-7273-40FB-B812-C1003C28ABB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3" name="mini-map"/>
          <p:cNvPicPr>
            <a:picLocks xmlns:a="http://schemas.openxmlformats.org/drawingml/2006/main" noChangeAspect="1"/>
          </p:cNvPicPr>
          <p:nvPr/>
        </p:nvPicPr>
        <p:blipFill>
          <a:blip xmlns:r="http://schemas.openxmlformats.org/officeDocument/2006/relationships" xmlns:a="http://schemas.openxmlformats.org/drawingml/2006/main" r:embed="Rc9a688df99d448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5CC4E094-D753-4D3D-BA48-B745DC2C925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6" name="header-divider">
            <a:extLst xmlns:a="http://schemas.openxmlformats.org/drawingml/2006/main">
              <a:ext uri="{FF2B5EF4-FFF2-40B4-BE49-F238E27FC236}">
                <a16:creationId xmlns:a16="http://schemas.microsoft.com/office/drawing/2014/main" id="{9D672D76-FCC8-4C86-9479-EAA83E2113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7" name="33-text-1">
            <a:extLst xmlns:a="http://schemas.openxmlformats.org/drawingml/2006/main">
              <a:ext uri="{FF2B5EF4-FFF2-40B4-BE49-F238E27FC236}">
                <a16:creationId xmlns:a16="http://schemas.microsoft.com/office/drawing/2014/main" id="{B0EEF6DA-7417-4A02-ADA4-6CEF8149B72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7"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9" name="33-text-3">
            <a:extLst xmlns:a="http://schemas.openxmlformats.org/drawingml/2006/main">
              <a:ext uri="{FF2B5EF4-FFF2-40B4-BE49-F238E27FC236}">
                <a16:creationId xmlns:a16="http://schemas.microsoft.com/office/drawing/2014/main" id="{B150E919-8727-4908-8E92-BF75784FF940}"/>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0" name="33-text-4">
            <a:extLst xmlns:a="http://schemas.openxmlformats.org/drawingml/2006/main">
              <a:ext uri="{FF2B5EF4-FFF2-40B4-BE49-F238E27FC236}">
                <a16:creationId xmlns:a16="http://schemas.microsoft.com/office/drawing/2014/main" id="{C45831D3-6D7B-48BA-B2B7-1E264E199C3A}"/>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1" name="narrative-number">
            <a:extLst xmlns:a="http://schemas.openxmlformats.org/drawingml/2006/main">
              <a:ext uri="{FF2B5EF4-FFF2-40B4-BE49-F238E27FC236}">
                <a16:creationId xmlns:a16="http://schemas.microsoft.com/office/drawing/2014/main" id="{4E710A8E-38FE-44E8-95B6-595E24AD1A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44161700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2" name="!!area-name">
            <a:extLst xmlns:a="http://schemas.openxmlformats.org/drawingml/2006/main">
              <a:ext uri="{FF2B5EF4-FFF2-40B4-BE49-F238E27FC236}">
                <a16:creationId xmlns:a16="http://schemas.microsoft.com/office/drawing/2014/main" id="{A588D584-9C06-426A-A53B-055C423C4E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7" name="mini-map"/>
          <p:cNvPicPr>
            <a:picLocks xmlns:a="http://schemas.openxmlformats.org/drawingml/2006/main" noChangeAspect="1"/>
          </p:cNvPicPr>
          <p:nvPr/>
        </p:nvPicPr>
        <p:blipFill>
          <a:blip xmlns:r="http://schemas.openxmlformats.org/officeDocument/2006/relationships" xmlns:a="http://schemas.openxmlformats.org/drawingml/2006/main" r:embed="R82686dfdf49343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4" name="slide-title">
            <a:extLst xmlns:a="http://schemas.openxmlformats.org/drawingml/2006/main">
              <a:ext uri="{FF2B5EF4-FFF2-40B4-BE49-F238E27FC236}">
                <a16:creationId xmlns:a16="http://schemas.microsoft.com/office/drawing/2014/main" id="{D7248047-EBB1-4B72-B951-6D6A5FBDC57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5" name="header-divider">
            <a:extLst xmlns:a="http://schemas.openxmlformats.org/drawingml/2006/main">
              <a:ext uri="{FF2B5EF4-FFF2-40B4-BE49-F238E27FC236}">
                <a16:creationId xmlns:a16="http://schemas.microsoft.com/office/drawing/2014/main" id="{7DEB8679-9554-451F-8C3B-6FF90A9718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6" name="34-text-1">
            <a:extLst xmlns:a="http://schemas.openxmlformats.org/drawingml/2006/main">
              <a:ext uri="{FF2B5EF4-FFF2-40B4-BE49-F238E27FC236}">
                <a16:creationId xmlns:a16="http://schemas.microsoft.com/office/drawing/2014/main" id="{778C84B5-A3D6-4F97-BC5F-82E8A9687D1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7" name="34-text-2">
            <a:extLst xmlns:a="http://schemas.openxmlformats.org/drawingml/2006/main">
              <a:ext uri="{FF2B5EF4-FFF2-40B4-BE49-F238E27FC236}">
                <a16:creationId xmlns:a16="http://schemas.microsoft.com/office/drawing/2014/main" id="{3AA06252-EBA0-4D13-955F-575DA443273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8" name="34-text-3">
            <a:extLst xmlns:a="http://schemas.openxmlformats.org/drawingml/2006/main">
              <a:ext uri="{FF2B5EF4-FFF2-40B4-BE49-F238E27FC236}">
                <a16:creationId xmlns:a16="http://schemas.microsoft.com/office/drawing/2014/main" id="{2ED08A85-722B-44F5-A1C1-8A32A1BCA2D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9" name="34-text-4">
            <a:extLst xmlns:a="http://schemas.openxmlformats.org/drawingml/2006/main">
              <a:ext uri="{FF2B5EF4-FFF2-40B4-BE49-F238E27FC236}">
                <a16:creationId xmlns:a16="http://schemas.microsoft.com/office/drawing/2014/main" id="{BD97BF90-BAD6-482B-B132-8C1558BEF12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0" name="34-text-5">
            <a:extLst xmlns:a="http://schemas.openxmlformats.org/drawingml/2006/main">
              <a:ext uri="{FF2B5EF4-FFF2-40B4-BE49-F238E27FC236}">
                <a16:creationId xmlns:a16="http://schemas.microsoft.com/office/drawing/2014/main" id="{0F7F9C98-D1A5-435E-BB15-75A783ECBF5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1" name="34-text-6">
            <a:extLst xmlns:a="http://schemas.openxmlformats.org/drawingml/2006/main">
              <a:ext uri="{FF2B5EF4-FFF2-40B4-BE49-F238E27FC236}">
                <a16:creationId xmlns:a16="http://schemas.microsoft.com/office/drawing/2014/main" id="{1AD70CBB-4F3E-4DC7-A77E-35EA6A82F44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2" name="34-text-7">
            <a:extLst xmlns:a="http://schemas.openxmlformats.org/drawingml/2006/main">
              <a:ext uri="{FF2B5EF4-FFF2-40B4-BE49-F238E27FC236}">
                <a16:creationId xmlns:a16="http://schemas.microsoft.com/office/drawing/2014/main" id="{CF059FD3-67B3-4376-8D4F-3EFB485699D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3" name="34-text-8">
            <a:extLst xmlns:a="http://schemas.openxmlformats.org/drawingml/2006/main">
              <a:ext uri="{FF2B5EF4-FFF2-40B4-BE49-F238E27FC236}">
                <a16:creationId xmlns:a16="http://schemas.microsoft.com/office/drawing/2014/main" id="{93A171A0-D7EF-47CE-921E-22FC13FCA00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4" name="34-text-9">
            <a:extLst xmlns:a="http://schemas.openxmlformats.org/drawingml/2006/main">
              <a:ext uri="{FF2B5EF4-FFF2-40B4-BE49-F238E27FC236}">
                <a16:creationId xmlns:a16="http://schemas.microsoft.com/office/drawing/2014/main" id="{6F6FB53C-B2BF-47BE-9EFD-CBB2BA97552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5" name="narrative-number">
            <a:extLst xmlns:a="http://schemas.openxmlformats.org/drawingml/2006/main">
              <a:ext uri="{FF2B5EF4-FFF2-40B4-BE49-F238E27FC236}">
                <a16:creationId xmlns:a16="http://schemas.microsoft.com/office/drawing/2014/main" id="{63E7E7CF-A641-458D-A671-B3AAB9B7E6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21724752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6" name="!!area-name">
            <a:extLst xmlns:a="http://schemas.openxmlformats.org/drawingml/2006/main">
              <a:ext uri="{FF2B5EF4-FFF2-40B4-BE49-F238E27FC236}">
                <a16:creationId xmlns:a16="http://schemas.microsoft.com/office/drawing/2014/main" id="{379F058D-0605-4271-A1F2-18CCEF0BA8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4dddd637999a48a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8" name="slide-title">
            <a:extLst xmlns:a="http://schemas.openxmlformats.org/drawingml/2006/main">
              <a:ext uri="{FF2B5EF4-FFF2-40B4-BE49-F238E27FC236}">
                <a16:creationId xmlns:a16="http://schemas.microsoft.com/office/drawing/2014/main" id="{9E3AEC88-FFC5-4D66-B0F2-79EB64FC31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9" name="header-divider">
            <a:extLst xmlns:a="http://schemas.openxmlformats.org/drawingml/2006/main">
              <a:ext uri="{FF2B5EF4-FFF2-40B4-BE49-F238E27FC236}">
                <a16:creationId xmlns:a16="http://schemas.microsoft.com/office/drawing/2014/main" id="{E18A3FF5-B294-4451-9917-84DDCBF25D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0" name="35-text-1">
            <a:extLst xmlns:a="http://schemas.openxmlformats.org/drawingml/2006/main">
              <a:ext uri="{FF2B5EF4-FFF2-40B4-BE49-F238E27FC236}">
                <a16:creationId xmlns:a16="http://schemas.microsoft.com/office/drawing/2014/main" id="{045C1016-3114-4915-B69A-97FAFD5A77A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1" name="35-text-2">
            <a:extLst xmlns:a="http://schemas.openxmlformats.org/drawingml/2006/main">
              <a:ext uri="{FF2B5EF4-FFF2-40B4-BE49-F238E27FC236}">
                <a16:creationId xmlns:a16="http://schemas.microsoft.com/office/drawing/2014/main" id="{78E6DB95-2A88-4FA4-80E5-057F3024AC60}"/>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2" name="35-text-3">
            <a:extLst xmlns:a="http://schemas.openxmlformats.org/drawingml/2006/main">
              <a:ext uri="{FF2B5EF4-FFF2-40B4-BE49-F238E27FC236}">
                <a16:creationId xmlns:a16="http://schemas.microsoft.com/office/drawing/2014/main" id="{7C662C0F-CDAF-40DD-A018-1C341CEA4B6C}"/>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3" name="35-text-4">
            <a:extLst xmlns:a="http://schemas.openxmlformats.org/drawingml/2006/main">
              <a:ext uri="{FF2B5EF4-FFF2-40B4-BE49-F238E27FC236}">
                <a16:creationId xmlns:a16="http://schemas.microsoft.com/office/drawing/2014/main" id="{0E4801A8-201D-4134-B6D6-AAE8AFB5DAE4}"/>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4" name="35-text-5">
            <a:extLst xmlns:a="http://schemas.openxmlformats.org/drawingml/2006/main">
              <a:ext uri="{FF2B5EF4-FFF2-40B4-BE49-F238E27FC236}">
                <a16:creationId xmlns:a16="http://schemas.microsoft.com/office/drawing/2014/main" id="{194C71C9-8DA7-4296-A3F2-B9D47E55A3A0}"/>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5" name="35-text-6">
            <a:extLst xmlns:a="http://schemas.openxmlformats.org/drawingml/2006/main">
              <a:ext uri="{FF2B5EF4-FFF2-40B4-BE49-F238E27FC236}">
                <a16:creationId xmlns:a16="http://schemas.microsoft.com/office/drawing/2014/main" id="{F70AC2D1-05D6-45B6-BC18-31EC814F11D1}"/>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6" name="35-text-7">
            <a:extLst xmlns:a="http://schemas.openxmlformats.org/drawingml/2006/main">
              <a:ext uri="{FF2B5EF4-FFF2-40B4-BE49-F238E27FC236}">
                <a16:creationId xmlns:a16="http://schemas.microsoft.com/office/drawing/2014/main" id="{B38625B1-79AA-4775-80CB-8F09674842DC}"/>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7" name="35-text-8">
            <a:extLst xmlns:a="http://schemas.openxmlformats.org/drawingml/2006/main">
              <a:ext uri="{FF2B5EF4-FFF2-40B4-BE49-F238E27FC236}">
                <a16:creationId xmlns:a16="http://schemas.microsoft.com/office/drawing/2014/main" id="{C533A9E7-7660-426A-9FDB-F7ED4799922E}"/>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8" name="35-text-9">
            <a:extLst xmlns:a="http://schemas.openxmlformats.org/drawingml/2006/main">
              <a:ext uri="{FF2B5EF4-FFF2-40B4-BE49-F238E27FC236}">
                <a16:creationId xmlns:a16="http://schemas.microsoft.com/office/drawing/2014/main" id="{8CAF183A-2D76-443A-BA9D-AC0E12C0AE80}"/>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9" name="35-text-10">
            <a:extLst xmlns:a="http://schemas.openxmlformats.org/drawingml/2006/main">
              <a:ext uri="{FF2B5EF4-FFF2-40B4-BE49-F238E27FC236}">
                <a16:creationId xmlns:a16="http://schemas.microsoft.com/office/drawing/2014/main" id="{286C8A53-212C-4E50-A3C1-7BE941EC2C43}"/>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0" name="narrative-number">
            <a:extLst xmlns:a="http://schemas.openxmlformats.org/drawingml/2006/main">
              <a:ext uri="{FF2B5EF4-FFF2-40B4-BE49-F238E27FC236}">
                <a16:creationId xmlns:a16="http://schemas.microsoft.com/office/drawing/2014/main" id="{65F32178-F475-4D32-BFC1-CE79C2C35D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080628749"/>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name">
            <a:extLst xmlns:a="http://schemas.openxmlformats.org/drawingml/2006/main">
              <a:ext uri="{FF2B5EF4-FFF2-40B4-BE49-F238E27FC236}">
                <a16:creationId xmlns:a16="http://schemas.microsoft.com/office/drawing/2014/main" id="{6BCAE3F3-92F7-40D4-85C6-12DD2B003C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0" name="mini-map"/>
          <p:cNvPicPr>
            <a:picLocks xmlns:a="http://schemas.openxmlformats.org/drawingml/2006/main" noChangeAspect="1"/>
          </p:cNvPicPr>
          <p:nvPr/>
        </p:nvPicPr>
        <p:blipFill>
          <a:blip xmlns:r="http://schemas.openxmlformats.org/officeDocument/2006/relationships" xmlns:a="http://schemas.openxmlformats.org/drawingml/2006/main" r:embed="R421a4d65a52942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3" name="header-divider">
            <a:extLst xmlns:a="http://schemas.openxmlformats.org/drawingml/2006/main">
              <a:ext uri="{FF2B5EF4-FFF2-40B4-BE49-F238E27FC236}">
                <a16:creationId xmlns:a16="http://schemas.microsoft.com/office/drawing/2014/main" id="{78F67913-8F1A-47D0-9827-DDD36FF0155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4" name="36-text-1">
            <a:extLst xmlns:a="http://schemas.openxmlformats.org/drawingml/2006/main">
              <a:ext uri="{FF2B5EF4-FFF2-40B4-BE49-F238E27FC236}">
                <a16:creationId xmlns:a16="http://schemas.microsoft.com/office/drawing/2014/main" id="{8FF99527-B19B-4FCA-9E36-E767E581306A}"/>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3" name="36-image-2"/>
          <p:cNvPicPr>
            <a:picLocks xmlns:a="http://schemas.openxmlformats.org/drawingml/2006/main" noChangeAspect="1"/>
          </p:cNvPicPr>
          <p:nvPr/>
        </p:nvPicPr>
        <p:blipFill>
          <a:blip xmlns:r="http://schemas.openxmlformats.org/officeDocument/2006/relationships" xmlns:a="http://schemas.openxmlformats.org/drawingml/2006/main" r:embed="Racf1e5cb34434728"/>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6" name="36-text-3">
            <a:extLst xmlns:a="http://schemas.openxmlformats.org/drawingml/2006/main">
              <a:ext uri="{FF2B5EF4-FFF2-40B4-BE49-F238E27FC236}">
                <a16:creationId xmlns:a16="http://schemas.microsoft.com/office/drawing/2014/main" id="{1DEB2FD0-8E5E-46DE-8FC7-308C7B058C8B}"/>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7" name="36-text-4">
            <a:extLst xmlns:a="http://schemas.openxmlformats.org/drawingml/2006/main">
              <a:ext uri="{FF2B5EF4-FFF2-40B4-BE49-F238E27FC236}">
                <a16:creationId xmlns:a16="http://schemas.microsoft.com/office/drawing/2014/main" id="{DBD9A8FE-B044-4845-BFE1-5C3E3364ECBB}"/>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8" name="narrative-number">
            <a:extLst xmlns:a="http://schemas.openxmlformats.org/drawingml/2006/main">
              <a:ext uri="{FF2B5EF4-FFF2-40B4-BE49-F238E27FC236}">
                <a16:creationId xmlns:a16="http://schemas.microsoft.com/office/drawing/2014/main" id="{4878B175-BFEE-4493-9906-2709E19658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4003481305"/>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9" name="!!area-name">
            <a:extLst xmlns:a="http://schemas.openxmlformats.org/drawingml/2006/main">
              <a:ext uri="{FF2B5EF4-FFF2-40B4-BE49-F238E27FC236}">
                <a16:creationId xmlns:a16="http://schemas.microsoft.com/office/drawing/2014/main" id="{3F50FA51-5F03-48F8-AA56-80C9757563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1" name="mini-map"/>
          <p:cNvPicPr>
            <a:picLocks xmlns:a="http://schemas.openxmlformats.org/drawingml/2006/main" noChangeAspect="1"/>
          </p:cNvPicPr>
          <p:nvPr/>
        </p:nvPicPr>
        <p:blipFill>
          <a:blip xmlns:r="http://schemas.openxmlformats.org/officeDocument/2006/relationships" xmlns:a="http://schemas.openxmlformats.org/drawingml/2006/main" r:embed="R355f873f4ba84d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1" name="slide-title">
            <a:extLst xmlns:a="http://schemas.openxmlformats.org/drawingml/2006/main">
              <a:ext uri="{FF2B5EF4-FFF2-40B4-BE49-F238E27FC236}">
                <a16:creationId xmlns:a16="http://schemas.microsoft.com/office/drawing/2014/main" id="{5996299F-AB9E-4001-869E-8AB29D60015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2" name="header-divider">
            <a:extLst xmlns:a="http://schemas.openxmlformats.org/drawingml/2006/main">
              <a:ext uri="{FF2B5EF4-FFF2-40B4-BE49-F238E27FC236}">
                <a16:creationId xmlns:a16="http://schemas.microsoft.com/office/drawing/2014/main" id="{4E17C769-8CCF-4228-B7CE-682505A848E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3" name="37-text-1">
            <a:extLst xmlns:a="http://schemas.openxmlformats.org/drawingml/2006/main">
              <a:ext uri="{FF2B5EF4-FFF2-40B4-BE49-F238E27FC236}">
                <a16:creationId xmlns:a16="http://schemas.microsoft.com/office/drawing/2014/main" id="{A4ADCF13-CAD9-4FE3-9E22-36D4AA73D4CA}"/>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4" name="37-text-2">
            <a:extLst xmlns:a="http://schemas.openxmlformats.org/drawingml/2006/main">
              <a:ext uri="{FF2B5EF4-FFF2-40B4-BE49-F238E27FC236}">
                <a16:creationId xmlns:a16="http://schemas.microsoft.com/office/drawing/2014/main" id="{2F8DEEC2-0AD8-4C38-A966-67956600C268}"/>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5" name="37-text-3">
            <a:extLst xmlns:a="http://schemas.openxmlformats.org/drawingml/2006/main">
              <a:ext uri="{FF2B5EF4-FFF2-40B4-BE49-F238E27FC236}">
                <a16:creationId xmlns:a16="http://schemas.microsoft.com/office/drawing/2014/main" id="{599A4FFD-CF22-4130-8445-A86B05EDBCC8}"/>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6" name="37-text-4">
            <a:extLst xmlns:a="http://schemas.openxmlformats.org/drawingml/2006/main">
              <a:ext uri="{FF2B5EF4-FFF2-40B4-BE49-F238E27FC236}">
                <a16:creationId xmlns:a16="http://schemas.microsoft.com/office/drawing/2014/main" id="{5BD4E8E6-C770-409C-AEBB-16196DCAB34B}"/>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7" name="37-text-5">
            <a:extLst xmlns:a="http://schemas.openxmlformats.org/drawingml/2006/main">
              <a:ext uri="{FF2B5EF4-FFF2-40B4-BE49-F238E27FC236}">
                <a16:creationId xmlns:a16="http://schemas.microsoft.com/office/drawing/2014/main" id="{FF63187A-A6B7-4F5A-9FEC-2E34515ADA9C}"/>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8" name="37-text-6">
            <a:extLst xmlns:a="http://schemas.openxmlformats.org/drawingml/2006/main">
              <a:ext uri="{FF2B5EF4-FFF2-40B4-BE49-F238E27FC236}">
                <a16:creationId xmlns:a16="http://schemas.microsoft.com/office/drawing/2014/main" id="{E430F1D0-746A-421A-BE47-20F6C9AFC0E7}"/>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9" name="37-text-7">
            <a:extLst xmlns:a="http://schemas.openxmlformats.org/drawingml/2006/main">
              <a:ext uri="{FF2B5EF4-FFF2-40B4-BE49-F238E27FC236}">
                <a16:creationId xmlns:a16="http://schemas.microsoft.com/office/drawing/2014/main" id="{27ACB58A-696E-4A2C-B945-6B7A131FE857}"/>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0" name="37-text-8">
            <a:extLst xmlns:a="http://schemas.openxmlformats.org/drawingml/2006/main">
              <a:ext uri="{FF2B5EF4-FFF2-40B4-BE49-F238E27FC236}">
                <a16:creationId xmlns:a16="http://schemas.microsoft.com/office/drawing/2014/main" id="{04A67987-2CAC-4327-BFAA-13BD4EB9398F}"/>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1" name="37-text-9">
            <a:extLst xmlns:a="http://schemas.openxmlformats.org/drawingml/2006/main">
              <a:ext uri="{FF2B5EF4-FFF2-40B4-BE49-F238E27FC236}">
                <a16:creationId xmlns:a16="http://schemas.microsoft.com/office/drawing/2014/main" id="{2651B54C-B56C-427B-B8A1-E7CEE8342DAE}"/>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2" name="37-text-10">
            <a:extLst xmlns:a="http://schemas.openxmlformats.org/drawingml/2006/main">
              <a:ext uri="{FF2B5EF4-FFF2-40B4-BE49-F238E27FC236}">
                <a16:creationId xmlns:a16="http://schemas.microsoft.com/office/drawing/2014/main" id="{DCACA228-1555-4781-8261-8FA47E603551}"/>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3" name="37-text-11">
            <a:extLst xmlns:a="http://schemas.openxmlformats.org/drawingml/2006/main">
              <a:ext uri="{FF2B5EF4-FFF2-40B4-BE49-F238E27FC236}">
                <a16:creationId xmlns:a16="http://schemas.microsoft.com/office/drawing/2014/main" id="{3C2B8669-D85B-444B-8D7C-81BCCEB51B5F}"/>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4" name="37-line-13">
            <a:extLst xmlns:a="http://schemas.openxmlformats.org/drawingml/2006/main">
              <a:ext uri="{FF2B5EF4-FFF2-40B4-BE49-F238E27FC236}">
                <a16:creationId xmlns:a16="http://schemas.microsoft.com/office/drawing/2014/main" id="{B82DC6D0-6775-4EF2-954F-5C9099F0F2AF}"/>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5" name="37-line-15">
            <a:extLst xmlns:a="http://schemas.openxmlformats.org/drawingml/2006/main">
              <a:ext uri="{FF2B5EF4-FFF2-40B4-BE49-F238E27FC236}">
                <a16:creationId xmlns:a16="http://schemas.microsoft.com/office/drawing/2014/main" id="{9DB769DC-EBD6-4064-B5C0-69FBC858BBA1}"/>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6" name="37-line-17">
            <a:extLst xmlns:a="http://schemas.openxmlformats.org/drawingml/2006/main">
              <a:ext uri="{FF2B5EF4-FFF2-40B4-BE49-F238E27FC236}">
                <a16:creationId xmlns:a16="http://schemas.microsoft.com/office/drawing/2014/main" id="{16214302-89FE-46DE-9FCA-85E194471097}"/>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7" name="37-shape-18">
            <a:extLst xmlns:a="http://schemas.openxmlformats.org/drawingml/2006/main">
              <a:ext uri="{FF2B5EF4-FFF2-40B4-BE49-F238E27FC236}">
                <a16:creationId xmlns:a16="http://schemas.microsoft.com/office/drawing/2014/main" id="{EDEFCBBB-0299-4B52-925B-FCA1549B2CB2}"/>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8" name="37-text-19">
            <a:extLst xmlns:a="http://schemas.openxmlformats.org/drawingml/2006/main">
              <a:ext uri="{FF2B5EF4-FFF2-40B4-BE49-F238E27FC236}">
                <a16:creationId xmlns:a16="http://schemas.microsoft.com/office/drawing/2014/main" id="{0020C3AE-30F2-4975-9E47-A1275CBA0445}"/>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9" name="narrative-number">
            <a:extLst xmlns:a="http://schemas.openxmlformats.org/drawingml/2006/main">
              <a:ext uri="{FF2B5EF4-FFF2-40B4-BE49-F238E27FC236}">
                <a16:creationId xmlns:a16="http://schemas.microsoft.com/office/drawing/2014/main" id="{30D9E4CE-CFDC-4E11-BD52-8589902EBF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53127592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0" name="!!area-name">
            <a:extLst xmlns:a="http://schemas.openxmlformats.org/drawingml/2006/main">
              <a:ext uri="{FF2B5EF4-FFF2-40B4-BE49-F238E27FC236}">
                <a16:creationId xmlns:a16="http://schemas.microsoft.com/office/drawing/2014/main" id="{8AE4FDAC-88B8-4FB8-B191-2C5403C37C0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2" name="mini-map"/>
          <p:cNvPicPr>
            <a:picLocks xmlns:a="http://schemas.openxmlformats.org/drawingml/2006/main" noChangeAspect="1"/>
          </p:cNvPicPr>
          <p:nvPr/>
        </p:nvPicPr>
        <p:blipFill>
          <a:blip xmlns:r="http://schemas.openxmlformats.org/officeDocument/2006/relationships" xmlns:a="http://schemas.openxmlformats.org/drawingml/2006/main" r:embed="R95253bb4f6944bd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2" name="slide-title">
            <a:extLst xmlns:a="http://schemas.openxmlformats.org/drawingml/2006/main">
              <a:ext uri="{FF2B5EF4-FFF2-40B4-BE49-F238E27FC236}">
                <a16:creationId xmlns:a16="http://schemas.microsoft.com/office/drawing/2014/main" id="{A760033A-241C-4EEE-A142-893E772E9CA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3" name="header-divider">
            <a:extLst xmlns:a="http://schemas.openxmlformats.org/drawingml/2006/main">
              <a:ext uri="{FF2B5EF4-FFF2-40B4-BE49-F238E27FC236}">
                <a16:creationId xmlns:a16="http://schemas.microsoft.com/office/drawing/2014/main" id="{06896F00-708D-4C0E-AA32-48A8BB9A52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4" name="38-text-1">
            <a:extLst xmlns:a="http://schemas.openxmlformats.org/drawingml/2006/main">
              <a:ext uri="{FF2B5EF4-FFF2-40B4-BE49-F238E27FC236}">
                <a16:creationId xmlns:a16="http://schemas.microsoft.com/office/drawing/2014/main" id="{19C7AFB5-E06A-45B0-82ED-74E67D7364C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5" name="38-text-2">
            <a:extLst xmlns:a="http://schemas.openxmlformats.org/drawingml/2006/main">
              <a:ext uri="{FF2B5EF4-FFF2-40B4-BE49-F238E27FC236}">
                <a16:creationId xmlns:a16="http://schemas.microsoft.com/office/drawing/2014/main" id="{F89FE36D-DDD5-4FF9-A7D2-403DD64ECD8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6" name="38-text-3">
            <a:extLst xmlns:a="http://schemas.openxmlformats.org/drawingml/2006/main">
              <a:ext uri="{FF2B5EF4-FFF2-40B4-BE49-F238E27FC236}">
                <a16:creationId xmlns:a16="http://schemas.microsoft.com/office/drawing/2014/main" id="{9A67EC33-981D-4959-890A-B7D92DFFFF98}"/>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7" name="38-text-4">
            <a:extLst xmlns:a="http://schemas.openxmlformats.org/drawingml/2006/main">
              <a:ext uri="{FF2B5EF4-FFF2-40B4-BE49-F238E27FC236}">
                <a16:creationId xmlns:a16="http://schemas.microsoft.com/office/drawing/2014/main" id="{F9F03098-F46A-4DB1-8C00-4129C6A69FEB}"/>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8" name="38-text-5">
            <a:extLst xmlns:a="http://schemas.openxmlformats.org/drawingml/2006/main">
              <a:ext uri="{FF2B5EF4-FFF2-40B4-BE49-F238E27FC236}">
                <a16:creationId xmlns:a16="http://schemas.microsoft.com/office/drawing/2014/main" id="{054E2E63-F2A8-40D1-9131-D4388C0E1039}"/>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9" name="38-text-6">
            <a:extLst xmlns:a="http://schemas.openxmlformats.org/drawingml/2006/main">
              <a:ext uri="{FF2B5EF4-FFF2-40B4-BE49-F238E27FC236}">
                <a16:creationId xmlns:a16="http://schemas.microsoft.com/office/drawing/2014/main" id="{EA5F8E57-01AC-4E70-A33E-081A04BE077F}"/>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0" name="narrative-number">
            <a:extLst xmlns:a="http://schemas.openxmlformats.org/drawingml/2006/main">
              <a:ext uri="{FF2B5EF4-FFF2-40B4-BE49-F238E27FC236}">
                <a16:creationId xmlns:a16="http://schemas.microsoft.com/office/drawing/2014/main" id="{72D3BC10-A499-4913-B883-12A7069138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94570853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1" name="!!area-name">
            <a:extLst xmlns:a="http://schemas.openxmlformats.org/drawingml/2006/main">
              <a:ext uri="{FF2B5EF4-FFF2-40B4-BE49-F238E27FC236}">
                <a16:creationId xmlns:a16="http://schemas.microsoft.com/office/drawing/2014/main" id="{01CCE11C-5E38-4DBC-98C3-A789D60C8D9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509f6df394ec4b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3" name="slide-title">
            <a:extLst xmlns:a="http://schemas.openxmlformats.org/drawingml/2006/main">
              <a:ext uri="{FF2B5EF4-FFF2-40B4-BE49-F238E27FC236}">
                <a16:creationId xmlns:a16="http://schemas.microsoft.com/office/drawing/2014/main" id="{B86C0F37-2203-4A51-8B44-9EAC3A7365E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4" name="header-divider">
            <a:extLst xmlns:a="http://schemas.openxmlformats.org/drawingml/2006/main">
              <a:ext uri="{FF2B5EF4-FFF2-40B4-BE49-F238E27FC236}">
                <a16:creationId xmlns:a16="http://schemas.microsoft.com/office/drawing/2014/main" id="{62210381-C602-4C40-BC50-4D886A40B3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5" name="39-text-1">
            <a:extLst xmlns:a="http://schemas.openxmlformats.org/drawingml/2006/main">
              <a:ext uri="{FF2B5EF4-FFF2-40B4-BE49-F238E27FC236}">
                <a16:creationId xmlns:a16="http://schemas.microsoft.com/office/drawing/2014/main" id="{BFCB9BDC-8474-4BAC-A616-941E97CA366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6" name="39-text-2">
            <a:extLst xmlns:a="http://schemas.openxmlformats.org/drawingml/2006/main">
              <a:ext uri="{FF2B5EF4-FFF2-40B4-BE49-F238E27FC236}">
                <a16:creationId xmlns:a16="http://schemas.microsoft.com/office/drawing/2014/main" id="{C42F0E40-BCFD-4F3E-A3D9-BAC5B382933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7" name="39-text-3">
            <a:extLst xmlns:a="http://schemas.openxmlformats.org/drawingml/2006/main">
              <a:ext uri="{FF2B5EF4-FFF2-40B4-BE49-F238E27FC236}">
                <a16:creationId xmlns:a16="http://schemas.microsoft.com/office/drawing/2014/main" id="{FAF4FA52-5E1A-4DB8-918F-2136C9617A1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8" name="39-text-4">
            <a:extLst xmlns:a="http://schemas.openxmlformats.org/drawingml/2006/main">
              <a:ext uri="{FF2B5EF4-FFF2-40B4-BE49-F238E27FC236}">
                <a16:creationId xmlns:a16="http://schemas.microsoft.com/office/drawing/2014/main" id="{516B1697-1C2D-45F8-BBD4-F654CF6B1C9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89" name="39-text-5">
            <a:extLst xmlns:a="http://schemas.openxmlformats.org/drawingml/2006/main">
              <a:ext uri="{FF2B5EF4-FFF2-40B4-BE49-F238E27FC236}">
                <a16:creationId xmlns:a16="http://schemas.microsoft.com/office/drawing/2014/main" id="{95556C41-325C-431B-9E2E-B0D1DA42D07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0" name="39-text-6">
            <a:extLst xmlns:a="http://schemas.openxmlformats.org/drawingml/2006/main">
              <a:ext uri="{FF2B5EF4-FFF2-40B4-BE49-F238E27FC236}">
                <a16:creationId xmlns:a16="http://schemas.microsoft.com/office/drawing/2014/main" id="{7973F2B0-D511-4D6F-A96D-E661FBBF95E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1" name="39-text-7">
            <a:extLst xmlns:a="http://schemas.openxmlformats.org/drawingml/2006/main">
              <a:ext uri="{FF2B5EF4-FFF2-40B4-BE49-F238E27FC236}">
                <a16:creationId xmlns:a16="http://schemas.microsoft.com/office/drawing/2014/main" id="{B12955C7-9769-47C1-9473-181D3B1DE1DD}"/>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2" name="39-text-8">
            <a:extLst xmlns:a="http://schemas.openxmlformats.org/drawingml/2006/main">
              <a:ext uri="{FF2B5EF4-FFF2-40B4-BE49-F238E27FC236}">
                <a16:creationId xmlns:a16="http://schemas.microsoft.com/office/drawing/2014/main" id="{5B62FD5A-FC02-4D5E-8837-3426BAC66BD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3" name="39-text-9">
            <a:extLst xmlns:a="http://schemas.openxmlformats.org/drawingml/2006/main">
              <a:ext uri="{FF2B5EF4-FFF2-40B4-BE49-F238E27FC236}">
                <a16:creationId xmlns:a16="http://schemas.microsoft.com/office/drawing/2014/main" id="{44F3426C-7B12-410E-BBAE-7884D598D3C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4" name="narrative-number">
            <a:extLst xmlns:a="http://schemas.openxmlformats.org/drawingml/2006/main">
              <a:ext uri="{FF2B5EF4-FFF2-40B4-BE49-F238E27FC236}">
                <a16:creationId xmlns:a16="http://schemas.microsoft.com/office/drawing/2014/main" id="{5354298F-CEA2-4ED0-A6C8-9A09544C46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506939097"/>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name">
            <a:extLst xmlns:a="http://schemas.openxmlformats.org/drawingml/2006/main">
              <a:ext uri="{FF2B5EF4-FFF2-40B4-BE49-F238E27FC236}">
                <a16:creationId xmlns:a16="http://schemas.microsoft.com/office/drawing/2014/main" id="{A85EF555-79CB-46DE-9DE5-CC1AAB3521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4" name="mini-map"/>
          <p:cNvPicPr>
            <a:picLocks xmlns:a="http://schemas.openxmlformats.org/drawingml/2006/main" noChangeAspect="1"/>
          </p:cNvPicPr>
          <p:nvPr/>
        </p:nvPicPr>
        <p:blipFill>
          <a:blip xmlns:r="http://schemas.openxmlformats.org/officeDocument/2006/relationships" xmlns:a="http://schemas.openxmlformats.org/drawingml/2006/main" r:embed="Rfb877cef170f46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7" name="slide-title">
            <a:extLst xmlns:a="http://schemas.openxmlformats.org/drawingml/2006/main">
              <a:ext uri="{FF2B5EF4-FFF2-40B4-BE49-F238E27FC236}">
                <a16:creationId xmlns:a16="http://schemas.microsoft.com/office/drawing/2014/main" id="{2730BF75-83A6-45F7-B221-6F4AB786958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8" name="header-divider">
            <a:extLst xmlns:a="http://schemas.openxmlformats.org/drawingml/2006/main">
              <a:ext uri="{FF2B5EF4-FFF2-40B4-BE49-F238E27FC236}">
                <a16:creationId xmlns:a16="http://schemas.microsoft.com/office/drawing/2014/main" id="{D00093D0-C00E-4F4D-BDD2-E71CC2D1E4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9" name="40-text-1">
            <a:extLst xmlns:a="http://schemas.openxmlformats.org/drawingml/2006/main">
              <a:ext uri="{FF2B5EF4-FFF2-40B4-BE49-F238E27FC236}">
                <a16:creationId xmlns:a16="http://schemas.microsoft.com/office/drawing/2014/main" id="{481FFFAE-DBBD-442E-BB41-CD18E4BF5FE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8"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1" name="40-text-3">
            <a:extLst xmlns:a="http://schemas.openxmlformats.org/drawingml/2006/main">
              <a:ext uri="{FF2B5EF4-FFF2-40B4-BE49-F238E27FC236}">
                <a16:creationId xmlns:a16="http://schemas.microsoft.com/office/drawing/2014/main" id="{D3252A3B-50B5-47F2-8FD1-7D7DA09ABE2E}"/>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2" name="narrative-number">
            <a:extLst xmlns:a="http://schemas.openxmlformats.org/drawingml/2006/main">
              <a:ext uri="{FF2B5EF4-FFF2-40B4-BE49-F238E27FC236}">
                <a16:creationId xmlns:a16="http://schemas.microsoft.com/office/drawing/2014/main" id="{5B1D605B-EFCD-46A0-9448-BF297796EB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735462737"/>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2" name="41-image-1"/>
          <p:cNvPicPr>
            <a:picLocks xmlns:a="http://schemas.openxmlformats.org/drawingml/2006/main" noChangeAspect="1"/>
          </p:cNvPicPr>
          <p:nvPr/>
        </p:nvPicPr>
        <p:blipFill>
          <a:blip xmlns:r="http://schemas.openxmlformats.org/officeDocument/2006/relationships" xmlns:a="http://schemas.openxmlformats.org/drawingml/2006/main" r:embed="R0598bcb84cc84f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4" name="slide-title">
            <a:extLst xmlns:a="http://schemas.openxmlformats.org/drawingml/2006/main">
              <a:ext uri="{FF2B5EF4-FFF2-40B4-BE49-F238E27FC236}">
                <a16:creationId xmlns:a16="http://schemas.microsoft.com/office/drawing/2014/main" id="{F80DAD64-D025-4B46-8A96-449F988F3656}"/>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5" name="area-key-1">
            <a:extLst xmlns:a="http://schemas.openxmlformats.org/drawingml/2006/main">
              <a:ext uri="{FF2B5EF4-FFF2-40B4-BE49-F238E27FC236}">
                <a16:creationId xmlns:a16="http://schemas.microsoft.com/office/drawing/2014/main" id="{318B7041-CDE1-4563-AC24-60956FEF48EA}"/>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6" name="area-key-2">
            <a:extLst xmlns:a="http://schemas.openxmlformats.org/drawingml/2006/main">
              <a:ext uri="{FF2B5EF4-FFF2-40B4-BE49-F238E27FC236}">
                <a16:creationId xmlns:a16="http://schemas.microsoft.com/office/drawing/2014/main" id="{AC68138D-4146-4D22-AB29-D4F21ABA10E3}"/>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7" name="area-key-3">
            <a:extLst xmlns:a="http://schemas.openxmlformats.org/drawingml/2006/main">
              <a:ext uri="{FF2B5EF4-FFF2-40B4-BE49-F238E27FC236}">
                <a16:creationId xmlns:a16="http://schemas.microsoft.com/office/drawing/2014/main" id="{7205A51E-0376-4C96-BD58-02F415CCE8ED}"/>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8" name="area-key-4">
            <a:extLst xmlns:a="http://schemas.openxmlformats.org/drawingml/2006/main">
              <a:ext uri="{FF2B5EF4-FFF2-40B4-BE49-F238E27FC236}">
                <a16:creationId xmlns:a16="http://schemas.microsoft.com/office/drawing/2014/main" id="{7D61DF21-6C7B-48B1-996E-3446BDCF20C3}"/>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9" name="area-key-5">
            <a:extLst xmlns:a="http://schemas.openxmlformats.org/drawingml/2006/main">
              <a:ext uri="{FF2B5EF4-FFF2-40B4-BE49-F238E27FC236}">
                <a16:creationId xmlns:a16="http://schemas.microsoft.com/office/drawing/2014/main" id="{7BAFC87A-18A6-497B-B659-0B852459D2D8}"/>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0" name="area-key-6">
            <a:extLst xmlns:a="http://schemas.openxmlformats.org/drawingml/2006/main">
              <a:ext uri="{FF2B5EF4-FFF2-40B4-BE49-F238E27FC236}">
                <a16:creationId xmlns:a16="http://schemas.microsoft.com/office/drawing/2014/main" id="{C722AEBC-BB75-4EB2-BA05-F9EA7B4C870F}"/>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1" name="narrative-number">
            <a:extLst xmlns:a="http://schemas.openxmlformats.org/drawingml/2006/main">
              <a:ext uri="{FF2B5EF4-FFF2-40B4-BE49-F238E27FC236}">
                <a16:creationId xmlns:a16="http://schemas.microsoft.com/office/drawing/2014/main" id="{78AE21EB-8F9E-494B-A6B8-B3BBC74B6A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88954883"/>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2" name="section-label">
            <a:extLst xmlns:a="http://schemas.openxmlformats.org/drawingml/2006/main">
              <a:ext uri="{FF2B5EF4-FFF2-40B4-BE49-F238E27FC236}">
                <a16:creationId xmlns:a16="http://schemas.microsoft.com/office/drawing/2014/main" id="{C5A1D2CF-8E84-4B4C-BA6F-35E5621F137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3" name="section-rule">
            <a:extLst xmlns:a="http://schemas.openxmlformats.org/drawingml/2006/main">
              <a:ext uri="{FF2B5EF4-FFF2-40B4-BE49-F238E27FC236}">
                <a16:creationId xmlns:a16="http://schemas.microsoft.com/office/drawing/2014/main" id="{3ACE7C76-B824-4334-B3EB-AB166502AC50}"/>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4" name="section-title">
            <a:extLst xmlns:a="http://schemas.openxmlformats.org/drawingml/2006/main">
              <a:ext uri="{FF2B5EF4-FFF2-40B4-BE49-F238E27FC236}">
                <a16:creationId xmlns:a16="http://schemas.microsoft.com/office/drawing/2014/main" id="{026F53B7-6A39-488C-9C4D-BBFA5D11717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5" name="narrative-number">
            <a:extLst xmlns:a="http://schemas.openxmlformats.org/drawingml/2006/main">
              <a:ext uri="{FF2B5EF4-FFF2-40B4-BE49-F238E27FC236}">
                <a16:creationId xmlns:a16="http://schemas.microsoft.com/office/drawing/2014/main" id="{32DB7DB7-F00A-4C5D-944E-B48212B4C0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139159501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1EDCAB9D-18D1-4661-BECA-447AB9C6CC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3" name="mini-map"/>
          <p:cNvPicPr>
            <a:picLocks xmlns:a="http://schemas.openxmlformats.org/drawingml/2006/main" noChangeAspect="1"/>
          </p:cNvPicPr>
          <p:nvPr/>
        </p:nvPicPr>
        <p:blipFill>
          <a:blip xmlns:r="http://schemas.openxmlformats.org/officeDocument/2006/relationships" xmlns:a="http://schemas.openxmlformats.org/drawingml/2006/main" r:embed="R25eadbc27cda45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D45B43C4-CF2F-4E81-B8BB-8B14062E46E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9" name="header-divider">
            <a:extLst xmlns:a="http://schemas.openxmlformats.org/drawingml/2006/main">
              <a:ext uri="{FF2B5EF4-FFF2-40B4-BE49-F238E27FC236}">
                <a16:creationId xmlns:a16="http://schemas.microsoft.com/office/drawing/2014/main" id="{0F2F66B6-4BF3-454A-B560-C3D9393391E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6"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narrative-number">
            <a:extLst xmlns:a="http://schemas.openxmlformats.org/drawingml/2006/main">
              <a:ext uri="{FF2B5EF4-FFF2-40B4-BE49-F238E27FC236}">
                <a16:creationId xmlns:a16="http://schemas.microsoft.com/office/drawing/2014/main" id="{AC217780-D4F2-4E2B-BE18-0BDE578AEF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437596435"/>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EE468ACB-CBE7-4669-B3AD-54F9DDF881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9" name="mini-map"/>
          <p:cNvPicPr>
            <a:picLocks xmlns:a="http://schemas.openxmlformats.org/drawingml/2006/main" noChangeAspect="1"/>
          </p:cNvPicPr>
          <p:nvPr/>
        </p:nvPicPr>
        <p:blipFill>
          <a:blip xmlns:r="http://schemas.openxmlformats.org/officeDocument/2006/relationships" xmlns:a="http://schemas.openxmlformats.org/drawingml/2006/main" r:embed="R333fe2b3db47415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4" name="slide-title">
            <a:extLst xmlns:a="http://schemas.openxmlformats.org/drawingml/2006/main">
              <a:ext uri="{FF2B5EF4-FFF2-40B4-BE49-F238E27FC236}">
                <a16:creationId xmlns:a16="http://schemas.microsoft.com/office/drawing/2014/main" id="{68169D85-6ED0-4382-98F1-9283D2DE6D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5" name="header-divider">
            <a:extLst xmlns:a="http://schemas.openxmlformats.org/drawingml/2006/main">
              <a:ext uri="{FF2B5EF4-FFF2-40B4-BE49-F238E27FC236}">
                <a16:creationId xmlns:a16="http://schemas.microsoft.com/office/drawing/2014/main" id="{14C84B5E-330D-48EA-AC2B-7768C64528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2"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7" name="narrative-number">
            <a:extLst xmlns:a="http://schemas.openxmlformats.org/drawingml/2006/main">
              <a:ext uri="{FF2B5EF4-FFF2-40B4-BE49-F238E27FC236}">
                <a16:creationId xmlns:a16="http://schemas.microsoft.com/office/drawing/2014/main" id="{273AC535-F711-49B1-A335-8A609AB25C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538096412"/>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8" name="!!area-name">
            <a:extLst xmlns:a="http://schemas.openxmlformats.org/drawingml/2006/main">
              <a:ext uri="{FF2B5EF4-FFF2-40B4-BE49-F238E27FC236}">
                <a16:creationId xmlns:a16="http://schemas.microsoft.com/office/drawing/2014/main" id="{A319F4D5-697F-4177-885D-FF0A6921D00E}"/>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9" name="header-divider">
            <a:extLst xmlns:a="http://schemas.openxmlformats.org/drawingml/2006/main">
              <a:ext uri="{FF2B5EF4-FFF2-40B4-BE49-F238E27FC236}">
                <a16:creationId xmlns:a16="http://schemas.microsoft.com/office/drawing/2014/main" id="{BEE1B8BA-CCF7-4703-978D-5A61AFBEB160}"/>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0" name="45-shape-1">
            <a:extLst xmlns:a="http://schemas.openxmlformats.org/drawingml/2006/main">
              <a:ext uri="{FF2B5EF4-FFF2-40B4-BE49-F238E27FC236}">
                <a16:creationId xmlns:a16="http://schemas.microsoft.com/office/drawing/2014/main" id="{228EA1A5-8248-4EC9-9AD4-E884E4AF68DC}"/>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1" name="45-shape-2">
            <a:extLst xmlns:a="http://schemas.openxmlformats.org/drawingml/2006/main">
              <a:ext uri="{FF2B5EF4-FFF2-40B4-BE49-F238E27FC236}">
                <a16:creationId xmlns:a16="http://schemas.microsoft.com/office/drawing/2014/main" id="{5D522E7A-1CB3-488A-95AE-AAFDD979A060}"/>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2" name="45-text-3">
            <a:extLst xmlns:a="http://schemas.openxmlformats.org/drawingml/2006/main">
              <a:ext uri="{FF2B5EF4-FFF2-40B4-BE49-F238E27FC236}">
                <a16:creationId xmlns:a16="http://schemas.microsoft.com/office/drawing/2014/main" id="{DBB552EC-C2E3-472F-85C0-0BF527A51CC1}"/>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3" name="45-text-4">
            <a:extLst xmlns:a="http://schemas.openxmlformats.org/drawingml/2006/main">
              <a:ext uri="{FF2B5EF4-FFF2-40B4-BE49-F238E27FC236}">
                <a16:creationId xmlns:a16="http://schemas.microsoft.com/office/drawing/2014/main" id="{ECE3C189-6BBC-4E0B-89A2-BE197DF8BCB3}"/>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4" name="45-shape-5">
            <a:extLst xmlns:a="http://schemas.openxmlformats.org/drawingml/2006/main">
              <a:ext uri="{FF2B5EF4-FFF2-40B4-BE49-F238E27FC236}">
                <a16:creationId xmlns:a16="http://schemas.microsoft.com/office/drawing/2014/main" id="{42A44E99-321D-4B3B-8E44-6A7B99917370}"/>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5" name="45-shape-6">
            <a:extLst xmlns:a="http://schemas.openxmlformats.org/drawingml/2006/main">
              <a:ext uri="{FF2B5EF4-FFF2-40B4-BE49-F238E27FC236}">
                <a16:creationId xmlns:a16="http://schemas.microsoft.com/office/drawing/2014/main" id="{FAFECE4B-101A-43B8-A9FC-9E4557445809}"/>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6" name="45-text-7">
            <a:extLst xmlns:a="http://schemas.openxmlformats.org/drawingml/2006/main">
              <a:ext uri="{FF2B5EF4-FFF2-40B4-BE49-F238E27FC236}">
                <a16:creationId xmlns:a16="http://schemas.microsoft.com/office/drawing/2014/main" id="{4A45840C-1469-4384-801A-B9902D6C2845}"/>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7" name="45-text-8">
            <a:extLst xmlns:a="http://schemas.openxmlformats.org/drawingml/2006/main">
              <a:ext uri="{FF2B5EF4-FFF2-40B4-BE49-F238E27FC236}">
                <a16:creationId xmlns:a16="http://schemas.microsoft.com/office/drawing/2014/main" id="{5851CD62-261A-47A4-B590-2E4C64C15671}"/>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8" name="45-shape-9">
            <a:extLst xmlns:a="http://schemas.openxmlformats.org/drawingml/2006/main">
              <a:ext uri="{FF2B5EF4-FFF2-40B4-BE49-F238E27FC236}">
                <a16:creationId xmlns:a16="http://schemas.microsoft.com/office/drawing/2014/main" id="{55C36CB8-5819-43B1-B652-0EFB233C40F2}"/>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9" name="45-shape-10">
            <a:extLst xmlns:a="http://schemas.openxmlformats.org/drawingml/2006/main">
              <a:ext uri="{FF2B5EF4-FFF2-40B4-BE49-F238E27FC236}">
                <a16:creationId xmlns:a16="http://schemas.microsoft.com/office/drawing/2014/main" id="{518F06E4-302F-4F23-9BA8-ED0DE1EE5BF3}"/>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0" name="45-text-11">
            <a:extLst xmlns:a="http://schemas.openxmlformats.org/drawingml/2006/main">
              <a:ext uri="{FF2B5EF4-FFF2-40B4-BE49-F238E27FC236}">
                <a16:creationId xmlns:a16="http://schemas.microsoft.com/office/drawing/2014/main" id="{60DBFDB9-A2C8-4748-B9CF-F87EF3AC07A5}"/>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1" name="45-text-12">
            <a:extLst xmlns:a="http://schemas.openxmlformats.org/drawingml/2006/main">
              <a:ext uri="{FF2B5EF4-FFF2-40B4-BE49-F238E27FC236}">
                <a16:creationId xmlns:a16="http://schemas.microsoft.com/office/drawing/2014/main" id="{EC7E03A4-5FF8-4A95-89E2-3ECB801AD65C}"/>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2" name="45-shape-13">
            <a:extLst xmlns:a="http://schemas.openxmlformats.org/drawingml/2006/main">
              <a:ext uri="{FF2B5EF4-FFF2-40B4-BE49-F238E27FC236}">
                <a16:creationId xmlns:a16="http://schemas.microsoft.com/office/drawing/2014/main" id="{20FA2ABD-7DC3-4A9F-9F55-0AB697FC7134}"/>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45-shape-14">
            <a:extLst xmlns:a="http://schemas.openxmlformats.org/drawingml/2006/main">
              <a:ext uri="{FF2B5EF4-FFF2-40B4-BE49-F238E27FC236}">
                <a16:creationId xmlns:a16="http://schemas.microsoft.com/office/drawing/2014/main" id="{86ED8859-B1C8-4179-9646-99B75AA86649}"/>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4" name="45-text-15">
            <a:extLst xmlns:a="http://schemas.openxmlformats.org/drawingml/2006/main">
              <a:ext uri="{FF2B5EF4-FFF2-40B4-BE49-F238E27FC236}">
                <a16:creationId xmlns:a16="http://schemas.microsoft.com/office/drawing/2014/main" id="{2BDA4211-76D6-4A02-A506-35B9B44FAE7C}"/>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5" name="45-text-16">
            <a:extLst xmlns:a="http://schemas.openxmlformats.org/drawingml/2006/main">
              <a:ext uri="{FF2B5EF4-FFF2-40B4-BE49-F238E27FC236}">
                <a16:creationId xmlns:a16="http://schemas.microsoft.com/office/drawing/2014/main" id="{32961978-4D0E-4075-8C8F-A46680E03538}"/>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6" name="45-shape-17">
            <a:extLst xmlns:a="http://schemas.openxmlformats.org/drawingml/2006/main">
              <a:ext uri="{FF2B5EF4-FFF2-40B4-BE49-F238E27FC236}">
                <a16:creationId xmlns:a16="http://schemas.microsoft.com/office/drawing/2014/main" id="{E197B8CE-B3D7-4CD8-B3B6-EB0F3DABA0E8}"/>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45-shape-18">
            <a:extLst xmlns:a="http://schemas.openxmlformats.org/drawingml/2006/main">
              <a:ext uri="{FF2B5EF4-FFF2-40B4-BE49-F238E27FC236}">
                <a16:creationId xmlns:a16="http://schemas.microsoft.com/office/drawing/2014/main" id="{6D1EA3FD-94A9-4219-876E-E4E623BBE60B}"/>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8" name="45-text-19">
            <a:extLst xmlns:a="http://schemas.openxmlformats.org/drawingml/2006/main">
              <a:ext uri="{FF2B5EF4-FFF2-40B4-BE49-F238E27FC236}">
                <a16:creationId xmlns:a16="http://schemas.microsoft.com/office/drawing/2014/main" id="{95CD457F-2F1E-44CD-BB53-A1812026D072}"/>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9" name="45-text-20">
            <a:extLst xmlns:a="http://schemas.openxmlformats.org/drawingml/2006/main">
              <a:ext uri="{FF2B5EF4-FFF2-40B4-BE49-F238E27FC236}">
                <a16:creationId xmlns:a16="http://schemas.microsoft.com/office/drawing/2014/main" id="{C95BA771-D4C0-4138-83FA-53C06618D775}"/>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0" name="45-shape-21">
            <a:extLst xmlns:a="http://schemas.openxmlformats.org/drawingml/2006/main">
              <a:ext uri="{FF2B5EF4-FFF2-40B4-BE49-F238E27FC236}">
                <a16:creationId xmlns:a16="http://schemas.microsoft.com/office/drawing/2014/main" id="{D7A6411D-EF84-448B-BE00-941A161EBDA2}"/>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1" name="45-shape-22">
            <a:extLst xmlns:a="http://schemas.openxmlformats.org/drawingml/2006/main">
              <a:ext uri="{FF2B5EF4-FFF2-40B4-BE49-F238E27FC236}">
                <a16:creationId xmlns:a16="http://schemas.microsoft.com/office/drawing/2014/main" id="{FEB86831-6FA8-4198-95B9-0D95B3B65812}"/>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2" name="45-text-23">
            <a:extLst xmlns:a="http://schemas.openxmlformats.org/drawingml/2006/main">
              <a:ext uri="{FF2B5EF4-FFF2-40B4-BE49-F238E27FC236}">
                <a16:creationId xmlns:a16="http://schemas.microsoft.com/office/drawing/2014/main" id="{F00AB426-7992-4A63-BFD9-67E5C9A267CF}"/>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3" name="45-text-24">
            <a:extLst xmlns:a="http://schemas.openxmlformats.org/drawingml/2006/main">
              <a:ext uri="{FF2B5EF4-FFF2-40B4-BE49-F238E27FC236}">
                <a16:creationId xmlns:a16="http://schemas.microsoft.com/office/drawing/2014/main" id="{A324B03A-D171-4BE6-AE32-0D11878A44F7}"/>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4" name="narrative-number">
            <a:extLst xmlns:a="http://schemas.openxmlformats.org/drawingml/2006/main">
              <a:ext uri="{FF2B5EF4-FFF2-40B4-BE49-F238E27FC236}">
                <a16:creationId xmlns:a16="http://schemas.microsoft.com/office/drawing/2014/main" id="{4C2038BE-E600-4CE0-8E26-02E80C705FA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66230021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5" name="!!area-name">
            <a:extLst xmlns:a="http://schemas.openxmlformats.org/drawingml/2006/main">
              <a:ext uri="{FF2B5EF4-FFF2-40B4-BE49-F238E27FC236}">
                <a16:creationId xmlns:a16="http://schemas.microsoft.com/office/drawing/2014/main" id="{1DA6B137-E673-4713-AF4A-734E75ECA6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3" name="mini-map"/>
          <p:cNvPicPr>
            <a:picLocks xmlns:a="http://schemas.openxmlformats.org/drawingml/2006/main" noChangeAspect="1"/>
          </p:cNvPicPr>
          <p:nvPr/>
        </p:nvPicPr>
        <p:blipFill>
          <a:blip xmlns:r="http://schemas.openxmlformats.org/officeDocument/2006/relationships" xmlns:a="http://schemas.openxmlformats.org/drawingml/2006/main" r:embed="Rce270e1d84f245f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7" name="slide-title">
            <a:extLst xmlns:a="http://schemas.openxmlformats.org/drawingml/2006/main">
              <a:ext uri="{FF2B5EF4-FFF2-40B4-BE49-F238E27FC236}">
                <a16:creationId xmlns:a16="http://schemas.microsoft.com/office/drawing/2014/main" id="{033BD0B9-BE4E-4328-AB41-97E6F0CCF0D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8" name="header-divider">
            <a:extLst xmlns:a="http://schemas.openxmlformats.org/drawingml/2006/main">
              <a:ext uri="{FF2B5EF4-FFF2-40B4-BE49-F238E27FC236}">
                <a16:creationId xmlns:a16="http://schemas.microsoft.com/office/drawing/2014/main" id="{68D5EB3A-450A-4708-BD6D-352178EA74A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9" name="46-shape-1">
            <a:extLst xmlns:a="http://schemas.openxmlformats.org/drawingml/2006/main">
              <a:ext uri="{FF2B5EF4-FFF2-40B4-BE49-F238E27FC236}">
                <a16:creationId xmlns:a16="http://schemas.microsoft.com/office/drawing/2014/main" id="{C6BAE305-CB6B-4971-BB0F-F44C15E294D4}"/>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0" name="46-text-2">
            <a:extLst xmlns:a="http://schemas.openxmlformats.org/drawingml/2006/main">
              <a:ext uri="{FF2B5EF4-FFF2-40B4-BE49-F238E27FC236}">
                <a16:creationId xmlns:a16="http://schemas.microsoft.com/office/drawing/2014/main" id="{099E67E2-5E4B-4626-891C-0A4EDC26AD4F}"/>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1" name="46-text-3">
            <a:extLst xmlns:a="http://schemas.openxmlformats.org/drawingml/2006/main">
              <a:ext uri="{FF2B5EF4-FFF2-40B4-BE49-F238E27FC236}">
                <a16:creationId xmlns:a16="http://schemas.microsoft.com/office/drawing/2014/main" id="{0189FACE-B5D0-485F-AD00-AEFDA27B3A42}"/>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2" name="46-shape-4">
            <a:extLst xmlns:a="http://schemas.openxmlformats.org/drawingml/2006/main">
              <a:ext uri="{FF2B5EF4-FFF2-40B4-BE49-F238E27FC236}">
                <a16:creationId xmlns:a16="http://schemas.microsoft.com/office/drawing/2014/main" id="{B56885B5-1D67-40D9-A2F6-383487C8783A}"/>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3" name="46-text-5">
            <a:extLst xmlns:a="http://schemas.openxmlformats.org/drawingml/2006/main">
              <a:ext uri="{FF2B5EF4-FFF2-40B4-BE49-F238E27FC236}">
                <a16:creationId xmlns:a16="http://schemas.microsoft.com/office/drawing/2014/main" id="{1DBD90B3-511C-4041-AD12-E2DE17505892}"/>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4" name="46-text-6">
            <a:extLst xmlns:a="http://schemas.openxmlformats.org/drawingml/2006/main">
              <a:ext uri="{FF2B5EF4-FFF2-40B4-BE49-F238E27FC236}">
                <a16:creationId xmlns:a16="http://schemas.microsoft.com/office/drawing/2014/main" id="{E06ECD00-FE88-4367-B82E-4A62F0E4C6FA}"/>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5" name="46-shape-7">
            <a:extLst xmlns:a="http://schemas.openxmlformats.org/drawingml/2006/main">
              <a:ext uri="{FF2B5EF4-FFF2-40B4-BE49-F238E27FC236}">
                <a16:creationId xmlns:a16="http://schemas.microsoft.com/office/drawing/2014/main" id="{E969B102-D83E-486E-850D-7EE8BA04D79E}"/>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6" name="46-text-8">
            <a:extLst xmlns:a="http://schemas.openxmlformats.org/drawingml/2006/main">
              <a:ext uri="{FF2B5EF4-FFF2-40B4-BE49-F238E27FC236}">
                <a16:creationId xmlns:a16="http://schemas.microsoft.com/office/drawing/2014/main" id="{3B05AC7F-7A05-4A66-8BB2-96B42543B272}"/>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7" name="46-text-9">
            <a:extLst xmlns:a="http://schemas.openxmlformats.org/drawingml/2006/main">
              <a:ext uri="{FF2B5EF4-FFF2-40B4-BE49-F238E27FC236}">
                <a16:creationId xmlns:a16="http://schemas.microsoft.com/office/drawing/2014/main" id="{CB557762-0B68-4A7E-8C28-E98D00A7FFFD}"/>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8" name="46-shape-10">
            <a:extLst xmlns:a="http://schemas.openxmlformats.org/drawingml/2006/main">
              <a:ext uri="{FF2B5EF4-FFF2-40B4-BE49-F238E27FC236}">
                <a16:creationId xmlns:a16="http://schemas.microsoft.com/office/drawing/2014/main" id="{8A152EF4-D133-47DF-A8CF-5E199575A30F}"/>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9" name="46-text-11">
            <a:extLst xmlns:a="http://schemas.openxmlformats.org/drawingml/2006/main">
              <a:ext uri="{FF2B5EF4-FFF2-40B4-BE49-F238E27FC236}">
                <a16:creationId xmlns:a16="http://schemas.microsoft.com/office/drawing/2014/main" id="{365215EF-11E3-46A0-B12A-A6095BA53457}"/>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0" name="46-text-12">
            <a:extLst xmlns:a="http://schemas.openxmlformats.org/drawingml/2006/main">
              <a:ext uri="{FF2B5EF4-FFF2-40B4-BE49-F238E27FC236}">
                <a16:creationId xmlns:a16="http://schemas.microsoft.com/office/drawing/2014/main" id="{AC607CB0-88A0-4D3B-95D0-066BEB520F57}"/>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1" name="narrative-number">
            <a:extLst xmlns:a="http://schemas.openxmlformats.org/drawingml/2006/main">
              <a:ext uri="{FF2B5EF4-FFF2-40B4-BE49-F238E27FC236}">
                <a16:creationId xmlns:a16="http://schemas.microsoft.com/office/drawing/2014/main" id="{662C5AFB-937A-4AD3-8314-2E815E17CB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19555423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2" name="47-text-1">
            <a:extLst xmlns:a="http://schemas.openxmlformats.org/drawingml/2006/main">
              <a:ext uri="{FF2B5EF4-FFF2-40B4-BE49-F238E27FC236}">
                <a16:creationId xmlns:a16="http://schemas.microsoft.com/office/drawing/2014/main" id="{5D8CD1F8-DD61-4B5C-AD36-E5493EF94ED1}"/>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3" name="47-text-2">
            <a:extLst xmlns:a="http://schemas.openxmlformats.org/drawingml/2006/main">
              <a:ext uri="{FF2B5EF4-FFF2-40B4-BE49-F238E27FC236}">
                <a16:creationId xmlns:a16="http://schemas.microsoft.com/office/drawing/2014/main" id="{D96B783B-3123-4475-84B2-B6CB88BDC75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4" name="47-text-3">
            <a:extLst xmlns:a="http://schemas.openxmlformats.org/drawingml/2006/main">
              <a:ext uri="{FF2B5EF4-FFF2-40B4-BE49-F238E27FC236}">
                <a16:creationId xmlns:a16="http://schemas.microsoft.com/office/drawing/2014/main" id="{3D57D49E-C961-4846-A76E-82942508C6FA}"/>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5" name="narrative-number">
            <a:extLst xmlns:a="http://schemas.openxmlformats.org/drawingml/2006/main">
              <a:ext uri="{FF2B5EF4-FFF2-40B4-BE49-F238E27FC236}">
                <a16:creationId xmlns:a16="http://schemas.microsoft.com/office/drawing/2014/main" id="{D267A769-10DD-410F-9292-2EDF6112DF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88931326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6" name="slide-title">
            <a:extLst xmlns:a="http://schemas.openxmlformats.org/drawingml/2006/main">
              <a:ext uri="{FF2B5EF4-FFF2-40B4-BE49-F238E27FC236}">
                <a16:creationId xmlns:a16="http://schemas.microsoft.com/office/drawing/2014/main" id="{51074D0E-B240-4851-A1BE-CBA81A3BCDA2}"/>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7" name="header-divider">
            <a:extLst xmlns:a="http://schemas.openxmlformats.org/drawingml/2006/main">
              <a:ext uri="{FF2B5EF4-FFF2-40B4-BE49-F238E27FC236}">
                <a16:creationId xmlns:a16="http://schemas.microsoft.com/office/drawing/2014/main" id="{E3D0DA3B-13AF-4C31-836F-0270A33F4535}"/>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8" name="48-text-1">
            <a:extLst xmlns:a="http://schemas.openxmlformats.org/drawingml/2006/main">
              <a:ext uri="{FF2B5EF4-FFF2-40B4-BE49-F238E27FC236}">
                <a16:creationId xmlns:a16="http://schemas.microsoft.com/office/drawing/2014/main" id="{A7C9571A-A38E-43BA-98D0-50F5DCFAE1A9}"/>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9" name="48-text-2">
            <a:extLst xmlns:a="http://schemas.openxmlformats.org/drawingml/2006/main">
              <a:ext uri="{FF2B5EF4-FFF2-40B4-BE49-F238E27FC236}">
                <a16:creationId xmlns:a16="http://schemas.microsoft.com/office/drawing/2014/main" id="{0A3B1057-A109-4880-AAC1-FD5035EF1FE0}"/>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0" name="48-text-3">
            <a:extLst xmlns:a="http://schemas.openxmlformats.org/drawingml/2006/main">
              <a:ext uri="{FF2B5EF4-FFF2-40B4-BE49-F238E27FC236}">
                <a16:creationId xmlns:a16="http://schemas.microsoft.com/office/drawing/2014/main" id="{A3A4DDF0-90CE-43D8-9C7B-70595FFF6769}"/>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1" name="48-text-4">
            <a:extLst xmlns:a="http://schemas.openxmlformats.org/drawingml/2006/main">
              <a:ext uri="{FF2B5EF4-FFF2-40B4-BE49-F238E27FC236}">
                <a16:creationId xmlns:a16="http://schemas.microsoft.com/office/drawing/2014/main" id="{B7417224-8A43-44A9-9E37-219BC7343236}"/>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2" name="48-text-5">
            <a:extLst xmlns:a="http://schemas.openxmlformats.org/drawingml/2006/main">
              <a:ext uri="{FF2B5EF4-FFF2-40B4-BE49-F238E27FC236}">
                <a16:creationId xmlns:a16="http://schemas.microsoft.com/office/drawing/2014/main" id="{38F55359-073D-4628-9756-B974FE4C3632}"/>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3" name="48-text-6">
            <a:extLst xmlns:a="http://schemas.openxmlformats.org/drawingml/2006/main">
              <a:ext uri="{FF2B5EF4-FFF2-40B4-BE49-F238E27FC236}">
                <a16:creationId xmlns:a16="http://schemas.microsoft.com/office/drawing/2014/main" id="{A0E227A1-FFD6-4492-9E77-6ECB30FE08A5}"/>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4" name="48-text-7">
            <a:extLst xmlns:a="http://schemas.openxmlformats.org/drawingml/2006/main">
              <a:ext uri="{FF2B5EF4-FFF2-40B4-BE49-F238E27FC236}">
                <a16:creationId xmlns:a16="http://schemas.microsoft.com/office/drawing/2014/main" id="{8B74587E-7172-4D24-BD37-FF17F3432DEA}"/>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5" name="48-text-8">
            <a:extLst xmlns:a="http://schemas.openxmlformats.org/drawingml/2006/main">
              <a:ext uri="{FF2B5EF4-FFF2-40B4-BE49-F238E27FC236}">
                <a16:creationId xmlns:a16="http://schemas.microsoft.com/office/drawing/2014/main" id="{6869E467-3689-4BF5-AAEE-26A3BD71CA68}"/>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6" name="48-text-9">
            <a:extLst xmlns:a="http://schemas.openxmlformats.org/drawingml/2006/main">
              <a:ext uri="{FF2B5EF4-FFF2-40B4-BE49-F238E27FC236}">
                <a16:creationId xmlns:a16="http://schemas.microsoft.com/office/drawing/2014/main" id="{EC70E263-F151-4034-910E-CC31DF6A8F07}"/>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7" name="48-text-10">
            <a:extLst xmlns:a="http://schemas.openxmlformats.org/drawingml/2006/main">
              <a:ext uri="{FF2B5EF4-FFF2-40B4-BE49-F238E27FC236}">
                <a16:creationId xmlns:a16="http://schemas.microsoft.com/office/drawing/2014/main" id="{98D6A46F-6D51-4155-A9C6-07F72027B761}"/>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8" name="48-text-11">
            <a:extLst xmlns:a="http://schemas.openxmlformats.org/drawingml/2006/main">
              <a:ext uri="{FF2B5EF4-FFF2-40B4-BE49-F238E27FC236}">
                <a16:creationId xmlns:a16="http://schemas.microsoft.com/office/drawing/2014/main" id="{6B8CA357-7F09-4D7D-8E16-19CFC5E5B931}"/>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9" name="48-text-12">
            <a:extLst xmlns:a="http://schemas.openxmlformats.org/drawingml/2006/main">
              <a:ext uri="{FF2B5EF4-FFF2-40B4-BE49-F238E27FC236}">
                <a16:creationId xmlns:a16="http://schemas.microsoft.com/office/drawing/2014/main" id="{19B7A133-BEE9-4AD9-9170-68A9F031590D}"/>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0" name="narrative-number">
            <a:extLst xmlns:a="http://schemas.openxmlformats.org/drawingml/2006/main">
              <a:ext uri="{FF2B5EF4-FFF2-40B4-BE49-F238E27FC236}">
                <a16:creationId xmlns:a16="http://schemas.microsoft.com/office/drawing/2014/main" id="{D6D53912-7A9D-4C5B-B3DC-E63EC8C375E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645870190"/>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2026-09-16T23:32:57.3490000Z</dcterms:created>
  <dcterms:modified xsi:type="dcterms:W3CDTF">2026-09-16T23:32:57.3490000Z</dcterms:modified>
</coreProperties>
</file>