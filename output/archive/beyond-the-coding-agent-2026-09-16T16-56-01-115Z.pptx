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242d2bda4e646d0" /><Relationship Type="http://schemas.openxmlformats.org/officeDocument/2006/relationships/extended-properties" Target="/docProps/app.xml" Id="R063daef310cf4d05" /><Relationship Type="http://schemas.openxmlformats.org/officeDocument/2006/relationships/officeDocument" Target="/ppt/presentation.xml" Id="R7e4986577ac4435f"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12d646c7106d4385"/>
    <p:sldMasterId xmlns:r="http://schemas.openxmlformats.org/officeDocument/2006/relationships" id="2147483650" r:id="R874ebd69a864439d"/>
  </p:sldMasterIdLst>
  <p:notesMasterIdLst>
    <p:notesMasterId xmlns:r="http://schemas.openxmlformats.org/officeDocument/2006/relationships" r:id="R539bf36de91a408a"/>
  </p:notesMasterIdLst>
  <p:sldIdLst>
    <p:sldId xmlns:r="http://schemas.openxmlformats.org/officeDocument/2006/relationships" id="256" r:id="Rf432da85bab0409d"/>
    <p:sldId xmlns:r="http://schemas.openxmlformats.org/officeDocument/2006/relationships" id="257" r:id="Rce5d822115d74970"/>
    <p:sldId xmlns:r="http://schemas.openxmlformats.org/officeDocument/2006/relationships" id="258" r:id="R17c85031f9974d6f"/>
    <p:sldId xmlns:r="http://schemas.openxmlformats.org/officeDocument/2006/relationships" id="259" r:id="Rbdf270943d1049f7"/>
    <p:sldId xmlns:r="http://schemas.openxmlformats.org/officeDocument/2006/relationships" id="260" r:id="Rbcebbfba77244432"/>
    <p:sldId xmlns:r="http://schemas.openxmlformats.org/officeDocument/2006/relationships" id="261" r:id="R52ee90e16140463b"/>
    <p:sldId xmlns:r="http://schemas.openxmlformats.org/officeDocument/2006/relationships" id="262" r:id="R7d35765885084dca"/>
    <p:sldId xmlns:r="http://schemas.openxmlformats.org/officeDocument/2006/relationships" id="263" r:id="R2d67e8c4f2304903"/>
    <p:sldId xmlns:r="http://schemas.openxmlformats.org/officeDocument/2006/relationships" id="264" r:id="R527b4978bb9b43ac"/>
    <p:sldId xmlns:r="http://schemas.openxmlformats.org/officeDocument/2006/relationships" id="265" r:id="Rda6e7fd842ab49bc"/>
    <p:sldId xmlns:r="http://schemas.openxmlformats.org/officeDocument/2006/relationships" id="266" r:id="R386291c9739b4b82"/>
    <p:sldId xmlns:r="http://schemas.openxmlformats.org/officeDocument/2006/relationships" id="267" r:id="Rb4ef0b30d9664923"/>
    <p:sldId xmlns:r="http://schemas.openxmlformats.org/officeDocument/2006/relationships" id="268" r:id="R900f520afe5f4044"/>
    <p:sldId xmlns:r="http://schemas.openxmlformats.org/officeDocument/2006/relationships" id="269" r:id="Rabcaca70c3624536"/>
    <p:sldId xmlns:r="http://schemas.openxmlformats.org/officeDocument/2006/relationships" id="270" r:id="Reca3d072693744d0"/>
    <p:sldId xmlns:r="http://schemas.openxmlformats.org/officeDocument/2006/relationships" id="271" r:id="R1ce8b37c2bf74303"/>
    <p:sldId xmlns:r="http://schemas.openxmlformats.org/officeDocument/2006/relationships" id="272" r:id="Rf07eb87425b04e8a"/>
    <p:sldId xmlns:r="http://schemas.openxmlformats.org/officeDocument/2006/relationships" id="273" r:id="R527f16cc5c844133"/>
    <p:sldId xmlns:r="http://schemas.openxmlformats.org/officeDocument/2006/relationships" id="274" r:id="R0562078a754a4f66"/>
    <p:sldId xmlns:r="http://schemas.openxmlformats.org/officeDocument/2006/relationships" id="275" r:id="Rf758f810a1bb44ac"/>
    <p:sldId xmlns:r="http://schemas.openxmlformats.org/officeDocument/2006/relationships" id="276" r:id="Rc41b2a2def064be3"/>
    <p:sldId xmlns:r="http://schemas.openxmlformats.org/officeDocument/2006/relationships" id="277" r:id="R27d3fea86b0e4953"/>
    <p:sldId xmlns:r="http://schemas.openxmlformats.org/officeDocument/2006/relationships" id="278" r:id="Rd1d030dbc83c42d9"/>
    <p:sldId xmlns:r="http://schemas.openxmlformats.org/officeDocument/2006/relationships" id="279" r:id="R42e53ea1c506437a"/>
    <p:sldId xmlns:r="http://schemas.openxmlformats.org/officeDocument/2006/relationships" id="280" r:id="Rca316a065a084e91"/>
    <p:sldId xmlns:r="http://schemas.openxmlformats.org/officeDocument/2006/relationships" id="281" r:id="R5e502d0e8d7d4b4a"/>
    <p:sldId xmlns:r="http://schemas.openxmlformats.org/officeDocument/2006/relationships" id="282" r:id="R194b5dc9aba94ab1"/>
    <p:sldId xmlns:r="http://schemas.openxmlformats.org/officeDocument/2006/relationships" id="283" r:id="R535eb2d185174b5a"/>
    <p:sldId xmlns:r="http://schemas.openxmlformats.org/officeDocument/2006/relationships" id="284" r:id="Rb7396b7068d34072"/>
    <p:sldId xmlns:r="http://schemas.openxmlformats.org/officeDocument/2006/relationships" id="285" r:id="Rffaa7037226c4fe6"/>
    <p:sldId xmlns:r="http://schemas.openxmlformats.org/officeDocument/2006/relationships" id="286" r:id="Reffd016a16ec41e2"/>
    <p:sldId xmlns:r="http://schemas.openxmlformats.org/officeDocument/2006/relationships" id="287" r:id="R491db681420e46be"/>
    <p:sldId xmlns:r="http://schemas.openxmlformats.org/officeDocument/2006/relationships" id="288" r:id="Rf584ccc867ad4055"/>
    <p:sldId xmlns:r="http://schemas.openxmlformats.org/officeDocument/2006/relationships" id="289" r:id="Rc29a967441f44cea"/>
    <p:sldId xmlns:r="http://schemas.openxmlformats.org/officeDocument/2006/relationships" id="290" r:id="R5253543104db408c"/>
    <p:sldId xmlns:r="http://schemas.openxmlformats.org/officeDocument/2006/relationships" id="291" r:id="Rd5707940e69e4ccb"/>
    <p:sldId xmlns:r="http://schemas.openxmlformats.org/officeDocument/2006/relationships" id="292" r:id="R9aa5b41ed983431f"/>
    <p:sldId xmlns:r="http://schemas.openxmlformats.org/officeDocument/2006/relationships" id="293" r:id="Rdb00dc7100844028"/>
    <p:sldId xmlns:r="http://schemas.openxmlformats.org/officeDocument/2006/relationships" id="294" r:id="R592bcb355d7e45ed"/>
    <p:sldId xmlns:r="http://schemas.openxmlformats.org/officeDocument/2006/relationships" id="295" r:id="R4bf60b5359a84f98"/>
    <p:sldId xmlns:r="http://schemas.openxmlformats.org/officeDocument/2006/relationships" id="296" r:id="Raf6fd813b2a448f1"/>
    <p:sldId xmlns:r="http://schemas.openxmlformats.org/officeDocument/2006/relationships" id="297" r:id="R743acee881704941"/>
    <p:sldId xmlns:r="http://schemas.openxmlformats.org/officeDocument/2006/relationships" id="298" r:id="R7f9f864053d54ff9"/>
    <p:sldId xmlns:r="http://schemas.openxmlformats.org/officeDocument/2006/relationships" id="299" r:id="Rbcca86da0dc74983"/>
    <p:sldId xmlns:r="http://schemas.openxmlformats.org/officeDocument/2006/relationships" id="300" r:id="Rb5acfff7551342c5"/>
    <p:sldId xmlns:r="http://schemas.openxmlformats.org/officeDocument/2006/relationships" id="301" r:id="R47a4c50667bc43c6"/>
    <p:sldId xmlns:r="http://schemas.openxmlformats.org/officeDocument/2006/relationships" id="302" r:id="Rd4195f2888034a0e"/>
    <p:sldId xmlns:r="http://schemas.openxmlformats.org/officeDocument/2006/relationships" id="303" r:id="Re1d4ac182d47404a"/>
    <p:sldId xmlns:r="http://schemas.openxmlformats.org/officeDocument/2006/relationships" id="304" r:id="Rf55fb2a74cb7410f"/>
    <p:sldId xmlns:r="http://schemas.openxmlformats.org/officeDocument/2006/relationships" id="305" r:id="R815d9025a2cb4146"/>
    <p:sldId xmlns:r="http://schemas.openxmlformats.org/officeDocument/2006/relationships" id="306" r:id="R8a1a0ba17f634665"/>
    <p:sldId xmlns:r="http://schemas.openxmlformats.org/officeDocument/2006/relationships" id="307" r:id="R4a68cda95a1448f3"/>
    <p:sldId xmlns:r="http://schemas.openxmlformats.org/officeDocument/2006/relationships" id="308" r:id="R4e014337766144d3"/>
    <p:sldId xmlns:r="http://schemas.openxmlformats.org/officeDocument/2006/relationships" id="309" r:id="Rd8eb3aa4c8f546bf"/>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fb27f780ab9478a" /><Relationship Type="http://schemas.openxmlformats.org/officeDocument/2006/relationships/slideMaster" Target="/ppt/slideMasters/slideMaster1.xml" Id="R12d646c7106d4385" /><Relationship Type="http://schemas.openxmlformats.org/officeDocument/2006/relationships/slideMaster" Target="/ppt/slideMasters/slideMaster2.xml" Id="R874ebd69a864439d" /><Relationship Type="http://schemas.openxmlformats.org/officeDocument/2006/relationships/notesMaster" Target="/ppt/notesMasters/notesMaster1.xml" Id="R539bf36de91a408a" /><Relationship Type="http://schemas.openxmlformats.org/officeDocument/2006/relationships/presProps" Target="/ppt/presProps.xml" Id="R19acb339651e4c10" /><Relationship Type="http://schemas.openxmlformats.org/officeDocument/2006/relationships/tableStyles" Target="/ppt/tableStyles.xml" Id="R744a39f68f8849ee" /><Relationship Type="http://schemas.openxmlformats.org/officeDocument/2006/relationships/slide" Target="/ppt/slides/slide1.xml" Id="Rf432da85bab0409d" /><Relationship Type="http://schemas.openxmlformats.org/officeDocument/2006/relationships/slide" Target="/ppt/slides/slide2.xml" Id="Rce5d822115d74970" /><Relationship Type="http://schemas.openxmlformats.org/officeDocument/2006/relationships/slide" Target="/ppt/slides/slide3.xml" Id="R17c85031f9974d6f" /><Relationship Type="http://schemas.openxmlformats.org/officeDocument/2006/relationships/slide" Target="/ppt/slides/slide4.xml" Id="Rbdf270943d1049f7" /><Relationship Type="http://schemas.openxmlformats.org/officeDocument/2006/relationships/slide" Target="/ppt/slides/slide5.xml" Id="Rbcebbfba77244432" /><Relationship Type="http://schemas.openxmlformats.org/officeDocument/2006/relationships/slide" Target="/ppt/slides/slide6.xml" Id="R52ee90e16140463b" /><Relationship Type="http://schemas.openxmlformats.org/officeDocument/2006/relationships/slide" Target="/ppt/slides/slide7.xml" Id="R7d35765885084dca" /><Relationship Type="http://schemas.openxmlformats.org/officeDocument/2006/relationships/slide" Target="/ppt/slides/slide8.xml" Id="R2d67e8c4f2304903" /><Relationship Type="http://schemas.openxmlformats.org/officeDocument/2006/relationships/slide" Target="/ppt/slides/slide9.xml" Id="R527b4978bb9b43ac" /><Relationship Type="http://schemas.openxmlformats.org/officeDocument/2006/relationships/slide" Target="/ppt/slides/slide10.xml" Id="Rda6e7fd842ab49bc" /><Relationship Type="http://schemas.openxmlformats.org/officeDocument/2006/relationships/slide" Target="/ppt/slides/slide11.xml" Id="R386291c9739b4b82" /><Relationship Type="http://schemas.openxmlformats.org/officeDocument/2006/relationships/slide" Target="/ppt/slides/slide12.xml" Id="Rb4ef0b30d9664923" /><Relationship Type="http://schemas.openxmlformats.org/officeDocument/2006/relationships/slide" Target="/ppt/slides/slide13.xml" Id="R900f520afe5f4044" /><Relationship Type="http://schemas.openxmlformats.org/officeDocument/2006/relationships/slide" Target="/ppt/slides/slide14.xml" Id="Rabcaca70c3624536" /><Relationship Type="http://schemas.openxmlformats.org/officeDocument/2006/relationships/slide" Target="/ppt/slides/slide15.xml" Id="Reca3d072693744d0" /><Relationship Type="http://schemas.openxmlformats.org/officeDocument/2006/relationships/slide" Target="/ppt/slides/slide16.xml" Id="R1ce8b37c2bf74303" /><Relationship Type="http://schemas.openxmlformats.org/officeDocument/2006/relationships/slide" Target="/ppt/slides/slide17.xml" Id="Rf07eb87425b04e8a" /><Relationship Type="http://schemas.openxmlformats.org/officeDocument/2006/relationships/slide" Target="/ppt/slides/slide18.xml" Id="R527f16cc5c844133" /><Relationship Type="http://schemas.openxmlformats.org/officeDocument/2006/relationships/slide" Target="/ppt/slides/slide19.xml" Id="R0562078a754a4f66" /><Relationship Type="http://schemas.openxmlformats.org/officeDocument/2006/relationships/slide" Target="/ppt/slides/slide20.xml" Id="Rf758f810a1bb44ac" /><Relationship Type="http://schemas.openxmlformats.org/officeDocument/2006/relationships/slide" Target="/ppt/slides/slide21.xml" Id="Rc41b2a2def064be3" /><Relationship Type="http://schemas.openxmlformats.org/officeDocument/2006/relationships/slide" Target="/ppt/slides/slide22.xml" Id="R27d3fea86b0e4953" /><Relationship Type="http://schemas.openxmlformats.org/officeDocument/2006/relationships/slide" Target="/ppt/slides/slide23.xml" Id="Rd1d030dbc83c42d9" /><Relationship Type="http://schemas.openxmlformats.org/officeDocument/2006/relationships/slide" Target="/ppt/slides/slide24.xml" Id="R42e53ea1c506437a" /><Relationship Type="http://schemas.openxmlformats.org/officeDocument/2006/relationships/slide" Target="/ppt/slides/slide25.xml" Id="Rca316a065a084e91" /><Relationship Type="http://schemas.openxmlformats.org/officeDocument/2006/relationships/slide" Target="/ppt/slides/slide26.xml" Id="R5e502d0e8d7d4b4a" /><Relationship Type="http://schemas.openxmlformats.org/officeDocument/2006/relationships/slide" Target="/ppt/slides/slide27.xml" Id="R194b5dc9aba94ab1" /><Relationship Type="http://schemas.openxmlformats.org/officeDocument/2006/relationships/slide" Target="/ppt/slides/slide28.xml" Id="R535eb2d185174b5a" /><Relationship Type="http://schemas.openxmlformats.org/officeDocument/2006/relationships/slide" Target="/ppt/slides/slide29.xml" Id="Rb7396b7068d34072" /><Relationship Type="http://schemas.openxmlformats.org/officeDocument/2006/relationships/slide" Target="/ppt/slides/slide30.xml" Id="Rffaa7037226c4fe6" /><Relationship Type="http://schemas.openxmlformats.org/officeDocument/2006/relationships/slide" Target="/ppt/slides/slide31.xml" Id="Reffd016a16ec41e2" /><Relationship Type="http://schemas.openxmlformats.org/officeDocument/2006/relationships/slide" Target="/ppt/slides/slide32.xml" Id="R491db681420e46be" /><Relationship Type="http://schemas.openxmlformats.org/officeDocument/2006/relationships/slide" Target="/ppt/slides/slide33.xml" Id="Rf584ccc867ad4055" /><Relationship Type="http://schemas.openxmlformats.org/officeDocument/2006/relationships/slide" Target="/ppt/slides/slide34.xml" Id="Rc29a967441f44cea" /><Relationship Type="http://schemas.openxmlformats.org/officeDocument/2006/relationships/slide" Target="/ppt/slides/slide35.xml" Id="R5253543104db408c" /><Relationship Type="http://schemas.openxmlformats.org/officeDocument/2006/relationships/slide" Target="/ppt/slides/slide36.xml" Id="Rd5707940e69e4ccb" /><Relationship Type="http://schemas.openxmlformats.org/officeDocument/2006/relationships/slide" Target="/ppt/slides/slide37.xml" Id="R9aa5b41ed983431f" /><Relationship Type="http://schemas.openxmlformats.org/officeDocument/2006/relationships/slide" Target="/ppt/slides/slide38.xml" Id="Rdb00dc7100844028" /><Relationship Type="http://schemas.openxmlformats.org/officeDocument/2006/relationships/slide" Target="/ppt/slides/slide39.xml" Id="R592bcb355d7e45ed" /><Relationship Type="http://schemas.openxmlformats.org/officeDocument/2006/relationships/slide" Target="/ppt/slides/slide40.xml" Id="R4bf60b5359a84f98" /><Relationship Type="http://schemas.openxmlformats.org/officeDocument/2006/relationships/slide" Target="/ppt/slides/slide41.xml" Id="Raf6fd813b2a448f1" /><Relationship Type="http://schemas.openxmlformats.org/officeDocument/2006/relationships/slide" Target="/ppt/slides/slide42.xml" Id="R743acee881704941" /><Relationship Type="http://schemas.openxmlformats.org/officeDocument/2006/relationships/slide" Target="/ppt/slides/slide43.xml" Id="R7f9f864053d54ff9" /><Relationship Type="http://schemas.openxmlformats.org/officeDocument/2006/relationships/slide" Target="/ppt/slides/slide44.xml" Id="Rbcca86da0dc74983" /><Relationship Type="http://schemas.openxmlformats.org/officeDocument/2006/relationships/slide" Target="/ppt/slides/slide45.xml" Id="Rb5acfff7551342c5" /><Relationship Type="http://schemas.openxmlformats.org/officeDocument/2006/relationships/slide" Target="/ppt/slides/slide46.xml" Id="R47a4c50667bc43c6" /><Relationship Type="http://schemas.openxmlformats.org/officeDocument/2006/relationships/slide" Target="/ppt/slides/slide47.xml" Id="Rd4195f2888034a0e" /><Relationship Type="http://schemas.openxmlformats.org/officeDocument/2006/relationships/slide" Target="/ppt/slides/slide48.xml" Id="Re1d4ac182d47404a" /><Relationship Type="http://schemas.openxmlformats.org/officeDocument/2006/relationships/slide" Target="/ppt/slides/slide49.xml" Id="Rf55fb2a74cb7410f" /><Relationship Type="http://schemas.openxmlformats.org/officeDocument/2006/relationships/slide" Target="/ppt/slides/slide50.xml" Id="R815d9025a2cb4146" /><Relationship Type="http://schemas.openxmlformats.org/officeDocument/2006/relationships/slide" Target="/ppt/slides/slide51.xml" Id="R8a1a0ba17f634665" /><Relationship Type="http://schemas.openxmlformats.org/officeDocument/2006/relationships/slide" Target="/ppt/slides/slide52.xml" Id="R4a68cda95a1448f3" /><Relationship Type="http://schemas.openxmlformats.org/officeDocument/2006/relationships/slide" Target="/ppt/slides/slide53.xml" Id="R4e014337766144d3" /><Relationship Type="http://schemas.openxmlformats.org/officeDocument/2006/relationships/slide" Target="/ppt/slides/slide54.xml" Id="Rd8eb3aa4c8f546b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b2cce27ea66d47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7ecdcb89284a0f" /><Relationship Type="http://schemas.openxmlformats.org/officeDocument/2006/relationships/notesMaster" Target="/ppt/notesMasters/notesMaster1.xml" Id="Rce33e8da96eb436b" /></Relationships>
</file>

<file path=ppt/notesSlides/_rels/notesSlide2.xml.rels>&#65279;<?xml version="1.0" encoding="utf-8"?><Relationships xmlns="http://schemas.openxmlformats.org/package/2006/relationships"><Relationship Type="http://schemas.openxmlformats.org/officeDocument/2006/relationships/slide" Target="/ppt/slides/slide2.xml" Id="R0e9c2bf9193e44a6" /><Relationship Type="http://schemas.openxmlformats.org/officeDocument/2006/relationships/notesMaster" Target="/ppt/notesMasters/notesMaster1.xml" Id="Ra508c6e54f2f45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d4b4ed47274caa" /><Relationship Type="http://schemas.openxmlformats.org/officeDocument/2006/relationships/notesMaster" Target="/ppt/notesMasters/notesMaster1.xml" Id="R14163a94770641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8f72accafd41cc" /><Relationship Type="http://schemas.openxmlformats.org/officeDocument/2006/relationships/notesMaster" Target="/ppt/notesMasters/notesMaster1.xml" Id="R226bc1edc4e444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0754af3a5b45f3" /><Relationship Type="http://schemas.openxmlformats.org/officeDocument/2006/relationships/notesMaster" Target="/ppt/notesMasters/notesMaster1.xml" Id="R7c2292e7a7c3491c" /></Relationships>
</file>

<file path=ppt/notesSlides/_rels/notesSlide6.xml.rels>&#65279;<?xml version="1.0" encoding="utf-8"?><Relationships xmlns="http://schemas.openxmlformats.org/package/2006/relationships"><Relationship Type="http://schemas.openxmlformats.org/officeDocument/2006/relationships/slide" Target="/ppt/slides/slide6.xml" Id="R2d35a1622aea437b" /><Relationship Type="http://schemas.openxmlformats.org/officeDocument/2006/relationships/notesMaster" Target="/ppt/notesMasters/notesMaster1.xml" Id="Rde2cee6d7c2249a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b774373ff8c4364" /><Relationship Type="http://schemas.openxmlformats.org/officeDocument/2006/relationships/notesMaster" Target="/ppt/notesMasters/notesMaster1.xml" Id="R14e1b84d1d9842fd" /></Relationships>
</file>

<file path=ppt/notesSlides/_rels/notesSlide8.xml.rels>&#65279;<?xml version="1.0" encoding="utf-8"?><Relationships xmlns="http://schemas.openxmlformats.org/package/2006/relationships"><Relationship Type="http://schemas.openxmlformats.org/officeDocument/2006/relationships/slide" Target="/ppt/slides/slide8.xml" Id="Rf7705fbb960f478a" /><Relationship Type="http://schemas.openxmlformats.org/officeDocument/2006/relationships/notesMaster" Target="/ppt/notesMasters/notesMaster1.xml" Id="Rca81d7d0a80e43d5" /></Relationships>
</file>

<file path=ppt/notesSlides/_rels/notesSlide9.xml.rels>&#65279;<?xml version="1.0" encoding="utf-8"?><Relationships xmlns="http://schemas.openxmlformats.org/package/2006/relationships"><Relationship Type="http://schemas.openxmlformats.org/officeDocument/2006/relationships/slide" Target="/ppt/slides/slide9.xml" Id="R45a5012b064d4c31" /><Relationship Type="http://schemas.openxmlformats.org/officeDocument/2006/relationships/notesMaster" Target="/ppt/notesMasters/notesMaster1.xml" Id="Rf933f37182d14ef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8fa4a93d757455b" /><Relationship Type="http://schemas.openxmlformats.org/officeDocument/2006/relationships/notesMaster" Target="/ppt/notesMasters/notesMaster1.xml" Id="R0d9ad74dd3b845a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3c8d5d7b0fa47df" /><Relationship Type="http://schemas.openxmlformats.org/officeDocument/2006/relationships/notesMaster" Target="/ppt/notesMasters/notesMaster1.xml" Id="Rec446cbc5b5f44d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4afc7cbd4614669" /><Relationship Type="http://schemas.openxmlformats.org/officeDocument/2006/relationships/notesMaster" Target="/ppt/notesMasters/notesMaster1.xml" Id="Rb94c0fedddaf4e4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7b7d3f7689640cc" /><Relationship Type="http://schemas.openxmlformats.org/officeDocument/2006/relationships/notesMaster" Target="/ppt/notesMasters/notesMaster1.xml" Id="R838779c15f4a419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904a988a941433e" /><Relationship Type="http://schemas.openxmlformats.org/officeDocument/2006/relationships/notesMaster" Target="/ppt/notesMasters/notesMaster1.xml" Id="Rba7638428ade44a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dd19015d9544775" /><Relationship Type="http://schemas.openxmlformats.org/officeDocument/2006/relationships/notesMaster" Target="/ppt/notesMasters/notesMaster1.xml" Id="R99fa6c3d6fb0432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e6eaff2a5c740c5" /><Relationship Type="http://schemas.openxmlformats.org/officeDocument/2006/relationships/notesMaster" Target="/ppt/notesMasters/notesMaster1.xml" Id="R799200ab674847c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f026bffcd2f46e8" /><Relationship Type="http://schemas.openxmlformats.org/officeDocument/2006/relationships/notesMaster" Target="/ppt/notesMasters/notesMaster1.xml" Id="R1d616184ce30485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18df65ac0cb46b8" /><Relationship Type="http://schemas.openxmlformats.org/officeDocument/2006/relationships/notesMaster" Target="/ppt/notesMasters/notesMaster1.xml" Id="R1a1355cdb7ce489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3c93dc6727b42cb" /><Relationship Type="http://schemas.openxmlformats.org/officeDocument/2006/relationships/notesMaster" Target="/ppt/notesMasters/notesMaster1.xml" Id="Rd391ea2be4ec48d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6c9dd19c50a499f" /><Relationship Type="http://schemas.openxmlformats.org/officeDocument/2006/relationships/notesMaster" Target="/ppt/notesMasters/notesMaster1.xml" Id="R119ff5cbbb27435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f3a54bcb7c743c5" /><Relationship Type="http://schemas.openxmlformats.org/officeDocument/2006/relationships/notesMaster" Target="/ppt/notesMasters/notesMaster1.xml" Id="R002c0ac93d3943f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6f80ecfd9ec44f1" /><Relationship Type="http://schemas.openxmlformats.org/officeDocument/2006/relationships/notesMaster" Target="/ppt/notesMasters/notesMaster1.xml" Id="R70f9280d38404a9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5c9bb2b75fa4f85" /><Relationship Type="http://schemas.openxmlformats.org/officeDocument/2006/relationships/notesMaster" Target="/ppt/notesMasters/notesMaster1.xml" Id="Rca5b69e916034ac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15e92a1bc464e2b" /><Relationship Type="http://schemas.openxmlformats.org/officeDocument/2006/relationships/notesMaster" Target="/ppt/notesMasters/notesMaster1.xml" Id="R907652433fd5481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be46b12f95048c7" /><Relationship Type="http://schemas.openxmlformats.org/officeDocument/2006/relationships/notesMaster" Target="/ppt/notesMasters/notesMaster1.xml" Id="R26e0e446501b420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0644db2124a40b2" /><Relationship Type="http://schemas.openxmlformats.org/officeDocument/2006/relationships/notesMaster" Target="/ppt/notesMasters/notesMaster1.xml" Id="R5cac621e0872443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96bd2a8e7a449d2" /><Relationship Type="http://schemas.openxmlformats.org/officeDocument/2006/relationships/notesMaster" Target="/ppt/notesMasters/notesMaster1.xml" Id="R9ec8fc107d3545c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4182cd95dbb4c5b" /><Relationship Type="http://schemas.openxmlformats.org/officeDocument/2006/relationships/notesMaster" Target="/ppt/notesMasters/notesMaster1.xml" Id="R3b02f74a2880412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aef1e69d86c461a" /><Relationship Type="http://schemas.openxmlformats.org/officeDocument/2006/relationships/notesMaster" Target="/ppt/notesMasters/notesMaster1.xml" Id="R7b1034cf743a40d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d2ccf5e09e44b68" /><Relationship Type="http://schemas.openxmlformats.org/officeDocument/2006/relationships/notesMaster" Target="/ppt/notesMasters/notesMaster1.xml" Id="R161929fb8499452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1501ee6fcc441f6" /><Relationship Type="http://schemas.openxmlformats.org/officeDocument/2006/relationships/notesMaster" Target="/ppt/notesMasters/notesMaster1.xml" Id="Rb8bcd8cac66b470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4410882aa6f460e" /><Relationship Type="http://schemas.openxmlformats.org/officeDocument/2006/relationships/notesMaster" Target="/ppt/notesMasters/notesMaster1.xml" Id="Rb9475784cc74466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5c53e32a1f54739" /><Relationship Type="http://schemas.openxmlformats.org/officeDocument/2006/relationships/notesMaster" Target="/ppt/notesMasters/notesMaster1.xml" Id="R47db2860c371414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abdea36378d4c42" /><Relationship Type="http://schemas.openxmlformats.org/officeDocument/2006/relationships/notesMaster" Target="/ppt/notesMasters/notesMaster1.xml" Id="Rf99700a5e094483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adf297414e04f6d" /><Relationship Type="http://schemas.openxmlformats.org/officeDocument/2006/relationships/notesMaster" Target="/ppt/notesMasters/notesMaster1.xml" Id="Re45b124cdf71449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14896ab4a5342ea" /><Relationship Type="http://schemas.openxmlformats.org/officeDocument/2006/relationships/notesMaster" Target="/ppt/notesMasters/notesMaster1.xml" Id="R66c72ccd9674430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138ab01bc2f41b2" /><Relationship Type="http://schemas.openxmlformats.org/officeDocument/2006/relationships/notesMaster" Target="/ppt/notesMasters/notesMaster1.xml" Id="Rc861ddf0073b4b4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1726b72e09640d4" /><Relationship Type="http://schemas.openxmlformats.org/officeDocument/2006/relationships/notesMaster" Target="/ppt/notesMasters/notesMaster1.xml" Id="R9a730a861d2f410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65f3eef5b02486b" /><Relationship Type="http://schemas.openxmlformats.org/officeDocument/2006/relationships/notesMaster" Target="/ppt/notesMasters/notesMaster1.xml" Id="R6a7221e7ca48458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17f0dd029b742cf" /><Relationship Type="http://schemas.openxmlformats.org/officeDocument/2006/relationships/notesMaster" Target="/ppt/notesMasters/notesMaster1.xml" Id="R2435eb92bd304b7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ebf5a485896545ee" /><Relationship Type="http://schemas.openxmlformats.org/officeDocument/2006/relationships/notesMaster" Target="/ppt/notesMasters/notesMaster1.xml" Id="R05d2c246e98e4bb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06d12ce58c942c3" /><Relationship Type="http://schemas.openxmlformats.org/officeDocument/2006/relationships/notesMaster" Target="/ppt/notesMasters/notesMaster1.xml" Id="Rcb9b2f4ac9c3449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bc40c3b583847f8" /><Relationship Type="http://schemas.openxmlformats.org/officeDocument/2006/relationships/notesMaster" Target="/ppt/notesMasters/notesMaster1.xml" Id="Ra215d34942c54d4e"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0c524370cc9046f6" /><Relationship Type="http://schemas.openxmlformats.org/officeDocument/2006/relationships/notesMaster" Target="/ppt/notesMasters/notesMaster1.xml" Id="R69f872fd14084a0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cf40758107a24485" /><Relationship Type="http://schemas.openxmlformats.org/officeDocument/2006/relationships/notesMaster" Target="/ppt/notesMasters/notesMaster1.xml" Id="R587175c30cf7431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85e4c6d0aaba4717" /><Relationship Type="http://schemas.openxmlformats.org/officeDocument/2006/relationships/notesMaster" Target="/ppt/notesMasters/notesMaster1.xml" Id="R7c7bdc9f318d4ab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369d68bad82460c" /><Relationship Type="http://schemas.openxmlformats.org/officeDocument/2006/relationships/notesMaster" Target="/ppt/notesMasters/notesMaster1.xml" Id="R9e4e1e49ceef49a7"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170233720514368" /><Relationship Type="http://schemas.openxmlformats.org/officeDocument/2006/relationships/notesMaster" Target="/ppt/notesMasters/notesMaster1.xml" Id="Re9f836faa2b24b73"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9e8ade9425e04bc7" /><Relationship Type="http://schemas.openxmlformats.org/officeDocument/2006/relationships/notesMaster" Target="/ppt/notesMasters/notesMaster1.xml" Id="Rd3c79f01f8174cd9"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da3bc6cefb044dd4" /><Relationship Type="http://schemas.openxmlformats.org/officeDocument/2006/relationships/notesMaster" Target="/ppt/notesMasters/notesMaster1.xml" Id="Rac4c092fd9ae4643"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c86c9174be704eb9" /><Relationship Type="http://schemas.openxmlformats.org/officeDocument/2006/relationships/notesMaster" Target="/ppt/notesMasters/notesMaster1.xml" Id="Rd2a0131b97fa488b"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ca054bced9334054" /><Relationship Type="http://schemas.openxmlformats.org/officeDocument/2006/relationships/notesMaster" Target="/ppt/notesMasters/notesMaster1.xml" Id="R2c53bce0a9884f7e"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ec051c1b32b34658" /><Relationship Type="http://schemas.openxmlformats.org/officeDocument/2006/relationships/notesMaster" Target="/ppt/notesMasters/notesMaster1.xml" Id="R129eb28a910e42b3"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5265d5c779e9433a" /><Relationship Type="http://schemas.openxmlformats.org/officeDocument/2006/relationships/notesMaster" Target="/ppt/notesMasters/notesMaster1.xml" Id="R88280a81055240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opening metaphor,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You've probably seen a coding agent do something impressive.</a:t>
            </a:r>
            <a:r>
              <a:rPr b="0"/>
              <a:t> Andrej Karpathy captures the gap between that moment and a product with these two lines.</a:t>
            </a:r>
          </a:p>
          <a:p xmlns:a="http://schemas.openxmlformats.org/drawingml/2006/main">
            <a:r>
              <a:t/>
            </a:r>
          </a:p>
          <a:p xmlns:a="http://schemas.openxmlformats.org/drawingml/2006/main">
            <a:r>
              <a:rPr b="1"/>
              <a:t>A demo shows that a useful path exists. A product needs reliable behavior across its intended use, including a safe response when it can't complete the task.</a:t>
            </a:r>
          </a:p>
          <a:p xmlns:a="http://schemas.openxmlformats.org/drawingml/2006/main">
            <a:r>
              <a:t/>
            </a:r>
          </a:p>
          <a:p xmlns:a="http://schemas.openxmlformats.org/drawingml/2006/main">
            <a:r>
              <a:rPr b="1"/>
              <a:t>When AI becomes part of the product, engineering that behavior becomes your responsibility.</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talk focuses on products built around foundation models. Your software engineering skills are the foundation.</a:t>
            </a:r>
          </a:p>
          <a:p xmlns:a="http://schemas.openxmlformats.org/drawingml/2006/main">
            <a:r>
              <a:t/>
            </a:r>
          </a:p>
          <a:p xmlns:a="http://schemas.openxmlformats.org/drawingml/2006/main">
            <a:r>
              <a:rPr b="0"/>
              <a:t>ML engineers typically focus on models and the pipelines that produce them. AI engineers typically focus on products around those models. </a:t>
            </a:r>
            <a:r>
              <a:rPr b="1"/>
              <a:t>The roles overlap.</a:t>
            </a:r>
          </a:p>
          <a:p xmlns:a="http://schemas.openxmlformats.org/drawingml/2006/main">
            <a:r>
              <a:t/>
            </a:r>
          </a:p>
          <a:p xmlns:a="http://schemas.openxmlformats.org/drawingml/2006/main">
            <a:r>
              <a:rPr b="1"/>
              <a:t>The added responsibility is measuring and controlling the model's contribution to the product's behavior.</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the engineering each part requires.</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 First, establish what happens in one model call.</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Your application supplies instructions, a request, relevant evidence, and available tools. </a:t>
            </a:r>
            <a:r>
              <a:rPr b="1"/>
              <a:t>Inference is running an already trained model on that input to obtain an output.</a:t>
            </a:r>
            <a:r>
              <a:rPr b="0"/>
              <a:t> That output can be a response or a proposed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understand usage and capacity.</a:t>
            </a:r>
          </a:p>
          <a:p xmlns:a="http://schemas.openxmlformats.org/drawingml/2006/main">
            <a:r>
              <a:t/>
            </a:r>
          </a:p>
          <a:p xmlns:a="http://schemas.openxmlformats.org/drawingml/2006/main">
            <a:r>
              <a:rPr b="0"/>
              <a:t>The context window limits the tokens available for a call. Leave room for generated output and, where applicable, reasoning tokens. The precise limits depend on the model.</a:t>
            </a:r>
          </a:p>
          <a:p xmlns:a="http://schemas.openxmlformats.org/drawingml/2006/main">
            <a:r>
              <a:t/>
            </a:r>
          </a:p>
          <a:p xmlns:a="http://schemas.openxmlformats.org/drawingml/2006/main">
            <a:r>
              <a:rPr b="0"/>
              <a:t>Some models expose reasoning settings. </a:t>
            </a:r>
            <a:r>
              <a:rPr b="1"/>
              <a:t>Treat effort as part of the configuration you evaluate.</a:t>
            </a:r>
            <a:r>
              <a:rPr b="0"/>
              <a:t> Measure whether it improves the task enough to justify its cost and delay. Choosing a model and effort for a coding task is a familiar version of this decision.</a:t>
            </a:r>
          </a:p>
          <a:p xmlns:a="http://schemas.openxmlformats.org/drawingml/2006/main">
            <a:r>
              <a:t/>
            </a:r>
          </a:p>
          <a:p xmlns:a="http://schemas.openxmlformats.org/drawingml/2006/main">
            <a:r>
              <a:rPr b="0"/>
              <a:t>Our responsibility is to choose and maintain a configuration that fits the task and is approved for the data. Next, compare the eligible options.</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1"/>
              <a:t>First establish which configurations are eligible for the data and intended use.</a:t>
            </a:r>
            <a:r>
              <a:rPr b="0"/>
              <a:t> For this audience, CUI and export-controlled information make that a familiar constraint. Hard cost or response-time limits can also exclude options.</a:t>
            </a:r>
          </a:p>
          <a:p xmlns:a="http://schemas.openxmlformats.org/drawingml/2006/main">
            <a:r>
              <a:t/>
            </a:r>
          </a:p>
          <a:p xmlns:a="http://schemas.openxmlformats.org/drawingml/2006/main">
            <a:r>
              <a:rPr b="0"/>
              <a:t>Define an acceptable result and compare configurations on representative work. Keep the intended context, tools, and workflow in the comparison. Record the model version and reasoning settings.</a:t>
            </a:r>
          </a:p>
          <a:p xmlns:a="http://schemas.openxmlformats.org/drawingml/2006/main">
            <a:r>
              <a:t/>
            </a:r>
          </a:p>
          <a:p xmlns:a="http://schemas.openxmlformats.org/drawingml/2006/main">
            <a:r>
              <a:rPr b="0"/>
              <a:t>Among configurations that meet the requirements, compare time to a completed outcome and cost per successful task. Include retrieval, tool calls, retries, verification, and human review. Account for failed attempts too.</a:t>
            </a:r>
          </a:p>
          <a:p xmlns:a="http://schemas.openxmlformats.org/drawingml/2006/main">
            <a:r>
              <a:t/>
            </a:r>
          </a:p>
          <a:p xmlns:a="http://schemas.openxmlformats.org/drawingml/2006/main">
            <a:r>
              <a:rPr b="0"/>
              <a:t>Start with one configuration. Add routing when measurements justify it. </a:t>
            </a:r>
            <a:r>
              <a:rPr b="1"/>
              <a:t>Pinned versions need a migration plan. Moving aliases need regression monitoring.</a:t>
            </a:r>
            <a:r>
              <a:rPr b="0"/>
              <a:t> Both choices need ongoing task checks.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Capacity, effort, and token price each tell us only part of the story. </a:t>
            </a:r>
            <a:r>
              <a:rPr b="1"/>
              <a:t>Selecting or changing models without testing them on your task</a:t>
            </a:r>
            <a:r>
              <a:rPr b="0"/>
              <a:t> is the headline pitfall. A pinned model also leaves other dependencies free to change. Inspect the failure before choosing a replacement.</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Our invented FRB corpus includes CUI and ECI. Assume the approved options are older and less capable for this synthesis. </a:t>
            </a:r>
            <a:r>
              <a:rPr b="1"/>
              <a:t>Evaluate useful work within that approved set.</a:t>
            </a:r>
          </a:p>
          <a:p xmlns:a="http://schemas.openxmlformats.org/drawingml/2006/main">
            <a:r>
              <a:t/>
            </a:r>
          </a:p>
          <a:p xmlns:a="http://schemas.openxmlformats.org/drawingml/2006/main">
            <a:r>
              <a:rPr b="0"/>
              <a:t>Start with one eligible configuration. Test single-case summaries and cross-case synthesis separately. The preliminary briefing calls bearing wear a possible cause. The later minutes leave the cause unresolved and require inspection. A candidate that reports a confirmed cause has failed this case.</a:t>
            </a:r>
          </a:p>
          <a:p xmlns:a="http://schemas.openxmlformats.org/drawingml/2006/main">
            <a:r>
              <a:t/>
            </a:r>
          </a:p>
          <a:p xmlns:a="http://schemas.openxmlformats.org/drawingml/2006/main">
            <a:r>
              <a:rPr b="0"/>
              <a:t>That answer alone does not identify the faulty component. Check which evidence reached the model and how the workflow handled it.</a:t>
            </a:r>
          </a:p>
          <a:p xmlns:a="http://schemas.openxmlformats.org/drawingml/2006/main">
            <a:r>
              <a:t/>
            </a:r>
          </a:p>
          <a:p xmlns:a="http://schemas.openxmlformats.org/drawingml/2006/main">
            <a:r>
              <a:rPr b="0"/>
              <a:t>The scorecard records supported findings and preserved uncertainty, completion time, and total cost, including failed attempts and review. It contains evidence to collect. No winning model or measured result is supplied.</a:t>
            </a:r>
          </a:p>
          <a:p xmlns:a="http://schemas.openxmlformats.org/drawingml/2006/main">
            <a:r>
              <a:t/>
            </a:r>
          </a:p>
          <a:p xmlns:a="http://schemas.openxmlformats.org/drawingml/2006/main">
            <a:r>
              <a:rPr b="0"/>
              <a:t>If the full brief falls short, evaluate preparing cited findings for an engineer to reconcile. </a:t>
            </a:r>
            <a:r>
              <a:rPr b="1"/>
              <a:t>Keep the evidence requirement and the approved processing boundary.</a:t>
            </a:r>
            <a:r>
              <a:rPr b="0"/>
              <a:t> If the narrower task still fails, limit or defer it.</a:t>
            </a:r>
          </a:p>
          <a:p xmlns:a="http://schemas.openxmlformats.org/drawingml/2006/main">
            <a:r>
              <a:t/>
            </a:r>
          </a:p>
          <a:p xmlns:a="http://schemas.openxmlformats.org/drawingml/2006/main">
            <a:r>
              <a:rPr b="0"/>
              <a:t>Context Engineering develops the information we supply. </a:t>
            </a:r>
            <a:r>
              <a:rPr b="1"/>
              <a:t>The model is a versioned, expiring dependency. Treat it like one.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Model Selection established the available capacity. Context Engineering decides what information the next step needs and how to supply it. A larger context window does not establish that every available piece will help.</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WORKING CONTEXT</a:t>
            </a:r>
          </a:p>
          <a:p xmlns:a="http://schemas.openxmlformats.org/drawingml/2006/main">
            <a:r>
              <a:t/>
            </a:r>
          </a:p>
          <a:p xmlns:a="http://schemas.openxmlformats.org/drawingml/2006/main">
            <a:r>
              <a:rPr b="0"/>
              <a:t>Model Selection showed a model call. </a:t>
            </a:r>
            <a:r>
              <a:rPr b="1"/>
              <a:t>Context Engineering assembles the information for its next step.</a:t>
            </a:r>
            <a:r>
              <a:rPr b="0"/>
              <a:t> That includes instructions, the request, relevant evidence, tool information, and useful history. Prompt engineering addresses the instructions within that larger input.</a:t>
            </a:r>
          </a:p>
          <a:p xmlns:a="http://schemas.openxmlformats.org/drawingml/2006/main">
            <a:r>
              <a:t/>
            </a:r>
          </a:p>
          <a:p xmlns:a="http://schemas.openxmlformats.org/drawingml/2006/main">
            <a:r>
              <a:rPr b="0"/>
              <a:t>Memory is selected information retained for later use. The system still chooses what to bring into this call. Compaction condenses working history to make room for further work. Both need checks that important details survive.</a:t>
            </a:r>
          </a:p>
          <a:p xmlns:a="http://schemas.openxmlformats.org/drawingml/2006/main">
            <a:r>
              <a:t/>
            </a:r>
          </a:p>
          <a:p xmlns:a="http://schemas.openxmlformats.org/drawingml/2006/main">
            <a:r>
              <a:rPr b="0"/>
              <a:t>Keep source documents and application records distinct from a generated summary. For our FRB system, a remembered description of a finding must remain traceable to the board record. Access and confirmed actions come from application records.</a:t>
            </a:r>
          </a:p>
          <a:p xmlns:a="http://schemas.openxmlformats.org/drawingml/2006/main">
            <a:r>
              <a:t/>
            </a:r>
          </a:p>
          <a:p xmlns:a="http://schemas.openxmlformats.org/drawingml/2006/main">
            <a:r>
              <a:rPr b="0"/>
              <a:t>A coding agent similarly combines repository instructions, relevant files, and test output for its next decision.</a:t>
            </a:r>
          </a:p>
          <a:p xmlns:a="http://schemas.openxmlformats.org/drawingml/2006/main">
            <a:r>
              <a:t/>
            </a:r>
          </a:p>
          <a:p xmlns:a="http://schemas.openxmlformats.org/drawingml/2006/main">
            <a:r>
              <a:rPr b="1"/>
              <a:t>The responsibility is to supply relevant information while preserving its meaning and source.</a:t>
            </a:r>
            <a:r>
              <a:rPr b="0"/>
              <a:t> Next, follow the evidence into that input.</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RETRIEVAL AND CONTEXT DECISIONS</a:t>
            </a:r>
          </a:p>
          <a:p xmlns:a="http://schemas.openxmlformats.org/drawingml/2006/main">
            <a:r>
              <a:t/>
            </a:r>
          </a:p>
          <a:p xmlns:a="http://schemas.openxmlformats.org/drawingml/2006/main">
            <a:r>
              <a:rPr b="1"/>
              <a:t>RAG means retrieval-augmented generation.</a:t>
            </a:r>
            <a:r>
              <a:rPr b="0"/>
              <a:t> Retrieve relevant information and supply it as evidence for the model's response. Authorized internal records can supply that information.</a:t>
            </a:r>
          </a:p>
          <a:p xmlns:a="http://schemas.openxmlformats.org/drawingml/2006/main">
            <a:r>
              <a:t/>
            </a:r>
          </a:p>
          <a:p xmlns:a="http://schemas.openxmlformats.org/drawingml/2006/main">
            <a:r>
              <a:rPr b="0"/>
              <a:t>Follow the path from sources, through retrieval and selection, into the actual model input. Keep document identity, revision, and location attached. Enforce access before restricted content reaches an unauthorized recipient or processing service.</a:t>
            </a:r>
          </a:p>
          <a:p xmlns:a="http://schemas.openxmlformats.org/drawingml/2006/main">
            <a:r>
              <a:t/>
            </a:r>
          </a:p>
          <a:p xmlns:a="http://schemas.openxmlformats.org/drawingml/2006/main">
            <a:r>
              <a:rPr b="0"/>
              <a:t>If we know the board ID, use direct lookup or exact search. Keyword search matches terms and identifiers. </a:t>
            </a:r>
            <a:r>
              <a:rPr b="1"/>
              <a:t>An embedding represents content numerically so a search system can compare similarity.</a:t>
            </a:r>
            <a:r>
              <a:rPr b="0"/>
              <a:t> Semantic search can help with differently worded descriptions of similar shutdowns. Hybrid retrieval combines both signals. Test which approach finds the evidence this task needs.</a:t>
            </a:r>
          </a:p>
          <a:p xmlns:a="http://schemas.openxmlformats.org/drawingml/2006/main">
            <a:r>
              <a:t/>
            </a:r>
          </a:p>
          <a:p xmlns:a="http://schemas.openxmlformats.org/drawingml/2006/main">
            <a:r>
              <a:rPr b="0"/>
              <a:t>Then decide what to preload and what to fetch when needed. Retain essential constraints and source references. Refresh retained information and access when the task resumes or records change.</a:t>
            </a:r>
          </a:p>
          <a:p xmlns:a="http://schemas.openxmlformats.org/drawingml/2006/main">
            <a:r>
              <a:t/>
            </a:r>
          </a:p>
          <a:p xmlns:a="http://schemas.openxmlformats.org/drawingml/2006/main">
            <a:r>
              <a:rPr b="0"/>
              <a:t>The question is whether the assembled input contains the right evidence with its meaning intact.</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context without curating it</a:t>
            </a:r>
            <a:r>
              <a:rPr b="0"/>
              <a:t> is the headline pitfall. Check for missing evidence, lost qualifications, and stale or misattributed sources. A retained summary still needs supporting records. Keep findings attached to their own cases when information is reused.</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identifies bearing wear as a possible cause. The later minutes leave the cause unresolved and require inspection. These are different documents with distinct identities and source locations.</a:t>
            </a:r>
          </a:p>
          <a:p xmlns:a="http://schemas.openxmlformats.org/drawingml/2006/main">
            <a:r>
              <a:t/>
            </a:r>
          </a:p>
          <a:p xmlns:a="http://schemas.openxmlformats.org/drawingml/2006/main">
            <a:r>
              <a:rPr b="1"/>
              <a:t>Suppose retrieval returns the briefing but misses the minutes. The decisive passage never reaches the model.</a:t>
            </a:r>
            <a:r>
              <a:rPr b="0"/>
              <a:t> This is our hypothetical failure, not a measured result.</a:t>
            </a:r>
          </a:p>
          <a:p xmlns:a="http://schemas.openxmlformats.org/drawingml/2006/main">
            <a:r>
              <a:t/>
            </a:r>
          </a:p>
          <a:p xmlns:a="http://schemas.openxmlformats.org/drawingml/2006/main">
            <a:r>
              <a:rPr b="0"/>
              <a:t>Inspect the path. Were the minutes available and readable within the authorized scope? Did retrieval return the passage? Did context assembly retain it? Those checks locate where the information was lost.</a:t>
            </a:r>
          </a:p>
          <a:p xmlns:a="http://schemas.openxmlformats.org/drawingml/2006/main">
            <a:r>
              <a:t/>
            </a:r>
          </a:p>
          <a:p xmlns:a="http://schemas.openxmlformats.org/drawingml/2006/main">
            <a:r>
              <a:rPr b="0"/>
              <a:t>The expected input includes both passages and their references. A working summary preserves the unresolved cause and required inspection. Refresh revisions and access before finalizing. Missing or unreadable evidence remains an explicit limitation. Preparation services stay within the same approved processing boundary.</a:t>
            </a:r>
          </a:p>
          <a:p xmlns:a="http://schemas.openxmlformats.org/drawingml/2006/main">
            <a:r>
              <a:t/>
            </a:r>
          </a:p>
          <a:p xmlns:a="http://schemas.openxmlformats.org/drawingml/2006/main">
            <a:r>
              <a:rPr b="0"/>
              <a:t>Next, Tools &amp; Extensibility explains the operations that obtain information and act on it. </a:t>
            </a:r>
            <a:r>
              <a:rPr b="1"/>
              <a:t>Context is a budget, not a bucket.</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gives the model an operation it can request. The contract must make that operation useful to the caller and enforceable by the application.</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TOOL CALLS AND EXECUTION</a:t>
            </a:r>
          </a:p>
          <a:p xmlns:a="http://schemas.openxmlformats.org/drawingml/2006/main">
            <a:r>
              <a:t/>
            </a:r>
          </a:p>
          <a:p xmlns:a="http://schemas.openxmlformats.org/drawingml/2006/main">
            <a:r>
              <a:rPr b="1"/>
              <a:t>A tool call is a request for an operation.</a:t>
            </a:r>
            <a:r>
              <a:rPr b="0"/>
              <a:t> The model selects the tool and supplies arguments. Application software checks the request, performs the permitted operation, and returns a result. A coding agent reading a file or running tests uses this pattern.</a:t>
            </a:r>
          </a:p>
          <a:p xmlns:a="http://schemas.openxmlformats.org/drawingml/2006/main">
            <a:r>
              <a:t/>
            </a:r>
          </a:p>
          <a:p xmlns:a="http://schemas.openxmlformats.org/drawingml/2006/main">
            <a:r>
              <a:rPr b="0"/>
              <a:t>Our illustrative call requests export of a draft, its citations, and a destination. The application supplies authenticated identity and checks current access. The export service also establishes that this exact content passed verification and that the destination is permitted.</a:t>
            </a:r>
          </a:p>
          <a:p xmlns:a="http://schemas.openxmlformats.org/drawingml/2006/main">
            <a:r>
              <a:t/>
            </a:r>
          </a:p>
          <a:p xmlns:a="http://schemas.openxmlformats.org/drawingml/2006/main">
            <a:r>
              <a:rPr b="0"/>
              <a:t>The input schema describes the argument structure. A well-formed destination can still be outside the permitted scope. </a:t>
            </a:r>
            <a:r>
              <a:rPr b="1"/>
              <a:t>Code enforces that boundary.</a:t>
            </a:r>
          </a:p>
          <a:p xmlns:a="http://schemas.openxmlformats.org/drawingml/2006/main">
            <a:r>
              <a:t/>
            </a:r>
          </a:p>
          <a:p xmlns:a="http://schemas.openxmlformats.org/drawingml/2006/main">
            <a:r>
              <a:rPr b="0"/>
              <a:t>The result must distinguish confirmed completion, a known failure, and an unknown outcome. Those observations help the caller decide what to do next.</a:t>
            </a:r>
          </a:p>
          <a:p xmlns:a="http://schemas.openxmlformats.org/drawingml/2006/main">
            <a:r>
              <a:t/>
            </a:r>
          </a:p>
          <a:p xmlns:a="http://schemas.openxmlformats.org/drawingml/2006/main">
            <a:r>
              <a:rPr b="0"/>
              <a:t>Tool design therefore includes the operation, its inputs, the checks, and the meaning of its result.</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DESIGN AND EXTENSION DECISIONS</a:t>
            </a:r>
          </a:p>
          <a:p xmlns:a="http://schemas.openxmlformats.org/drawingml/2006/main">
            <a:r>
              <a:t/>
            </a:r>
          </a:p>
          <a:p xmlns:a="http://schemas.openxmlformats.org/drawingml/2006/main">
            <a:r>
              <a:rPr b="0"/>
              <a:t>First choose the capability boundary. Small operations give the caller more combinations and more steps to coordinate. A task-oriented operation can handle more work in code, while embedding assumptions about the task. Evaluate that trade-off.</a:t>
            </a:r>
          </a:p>
          <a:p xmlns:a="http://schemas.openxmlformats.org/drawingml/2006/main">
            <a:r>
              <a:t/>
            </a:r>
          </a:p>
          <a:p xmlns:a="http://schemas.openxmlformats.org/drawingml/2006/main">
            <a:r>
              <a:rPr b="0"/>
              <a:t>Then choose how to extend the system. </a:t>
            </a:r>
            <a:r>
              <a:rPr b="1"/>
              <a:t>MCP, the Model Context Protocol, connects applications to providers of tools and context.</a:t>
            </a:r>
            <a:r>
              <a:rPr b="0"/>
              <a:t> The application can discover operations and call them through a common interface.</a:t>
            </a:r>
          </a:p>
          <a:p xmlns:a="http://schemas.openxmlformats.org/drawingml/2006/main">
            <a:r>
              <a:t/>
            </a:r>
          </a:p>
          <a:p xmlns:a="http://schemas.openxmlformats.org/drawingml/2006/main">
            <a:r>
              <a:rPr b="1"/>
              <a:t>A skill supplies reusable instructions and supporting resources for a task.</a:t>
            </a:r>
            <a:r>
              <a:rPr b="0"/>
              <a:t> It can include scripts or examples. </a:t>
            </a:r>
            <a:r>
              <a:rPr b="1"/>
              <a:t>A plugin packages capabilities for installation and distribution</a:t>
            </a:r>
            <a:r>
              <a:rPr b="0"/>
              <a:t>, such as a skill together with an MCP integration. Exact packaging depends on the host.</a:t>
            </a:r>
          </a:p>
          <a:p xmlns:a="http://schemas.openxmlformats.org/drawingml/2006/main">
            <a:r>
              <a:t/>
            </a:r>
          </a:p>
          <a:p xmlns:a="http://schemas.openxmlformats.org/drawingml/2006/main">
            <a:r>
              <a:rPr b="0"/>
              <a:t>These mechanisms can work together. None replaces the execution checks we just saw. Someone still owns the descriptions, schemas, implementation, permissions, and failure behavior. Keep those pieces aligned as the capability changes, and check that the model can find and use the appropriate operation.</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Copying APIs without evaluating task fit</a:t>
            </a:r>
            <a:r>
              <a:rPr b="0"/>
              <a:t> is the headline pitfall. Keep descriptions and behavior aligned, remove confusing overlap, and enforce permissions even when the arguments look valid. Return confirmed results, known failures, and unknown outcomes distinctly.</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FRB brief is ready for export. Our contract requires the exact draft that passed verification, its citations, and a destination permitted for these records.</a:t>
            </a:r>
          </a:p>
          <a:p xmlns:a="http://schemas.openxmlformats.org/drawingml/2006/main">
            <a:r>
              <a:t/>
            </a:r>
          </a:p>
          <a:p xmlns:a="http://schemas.openxmlformats.org/drawingml/2006/main">
            <a:r>
              <a:rPr b="1"/>
              <a:t>Suppose the model requests an export to a destination outside that approved scope.</a:t>
            </a:r>
            <a:r>
              <a:rPr b="0"/>
              <a:t> Its arguments can be well formed and still fail the permission check.</a:t>
            </a:r>
          </a:p>
          <a:p xmlns:a="http://schemas.openxmlformats.org/drawingml/2006/main">
            <a:r>
              <a:t/>
            </a:r>
          </a:p>
          <a:p xmlns:a="http://schemas.openxmlformats.org/drawingml/2006/main">
            <a:r>
              <a:rPr b="0"/>
              <a:t>The expected behavior is for the service to reject the request before transfer and return a clear reason. In a test, check both the rejection and the absence of an export at that destination. An error message alone does not establish that no transfer occurred.</a:t>
            </a:r>
          </a:p>
          <a:p xmlns:a="http://schemas.openxmlformats.org/drawingml/2006/main">
            <a:r>
              <a:t/>
            </a:r>
          </a:p>
          <a:p xmlns:a="http://schemas.openxmlformats.org/drawingml/2006/main">
            <a:r>
              <a:rPr b="0"/>
              <a:t>This preserves the CUI/ECI boundary. A permitted export must still retain the checked wording, citations, and uncertainty and return a matching receipt.</a:t>
            </a:r>
          </a:p>
          <a:p xmlns:a="http://schemas.openxmlformats.org/drawingml/2006/main">
            <a:r>
              <a:t/>
            </a:r>
          </a:p>
          <a:p xmlns:a="http://schemas.openxmlformats.org/drawingml/2006/main">
            <a:r>
              <a:rPr b="0"/>
              <a:t>This rejection is a known outcome. Orchestration next handles continuation and uncertainty after execution. </a:t>
            </a:r>
            <a:r>
              <a:rPr b="1"/>
              <a:t>A description guides the model. Code enforces the contract.</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transitions code controls and where the model can choose an action. Then establish how work progresses, stops, and resumes.</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WORKFLOW AND AGENT LOOP</a:t>
            </a:r>
          </a:p>
          <a:p xmlns:a="http://schemas.openxmlformats.org/drawingml/2006/main">
            <a:r>
              <a:t/>
            </a:r>
          </a:p>
          <a:p xmlns:a="http://schemas.openxmlformats.org/drawingml/2006/main">
            <a:r>
              <a:rPr b="1"/>
              <a:t>Orchestration controls how the work progresses.</a:t>
            </a:r>
            <a:r>
              <a:rPr b="0"/>
              <a:t> A workflow defines stages and permitted transitions in code. An agent loop lets the model choose its next action from what it observes. They can work together.</a:t>
            </a:r>
          </a:p>
          <a:p xmlns:a="http://schemas.openxmlformats.org/drawingml/2006/main">
            <a:r>
              <a:t/>
            </a:r>
          </a:p>
          <a:p xmlns:a="http://schemas.openxmlformats.org/drawingml/2006/main">
            <a:r>
              <a:rPr b="0"/>
              <a:t>Our FRB workflow retrieves, inspects, compares, reconciles, verifies, and exports. Inside inspection, the model might choose to read another passage, inspect the result, and continue within the allowed scope. That is a bounded agent loop inside a controlled workflow.</a:t>
            </a:r>
          </a:p>
          <a:p xmlns:a="http://schemas.openxmlformats.org/drawingml/2006/main">
            <a:r>
              <a:t/>
            </a:r>
          </a:p>
          <a:p xmlns:a="http://schemas.openxmlformats.org/drawingml/2006/main">
            <a:r>
              <a:rPr b="0"/>
              <a:t>The outer system still enforces permissions, work limits, and the verification gate. </a:t>
            </a:r>
            <a:r>
              <a:rPr b="1"/>
              <a:t>The exact draft must pass its checks before export.</a:t>
            </a:r>
            <a:r>
              <a:rPr b="0"/>
              <a:t> A model-generated plan does not enforce those conditions.</a:t>
            </a:r>
          </a:p>
          <a:p xmlns:a="http://schemas.openxmlformats.org/drawingml/2006/main">
            <a:r>
              <a:t/>
            </a:r>
          </a:p>
          <a:p xmlns:a="http://schemas.openxmlformats.org/drawingml/2006/main">
            <a:r>
              <a:rPr b="0"/>
              <a:t>A coding agent's inspect, edit, and check cycle uses the same action-and-observation idea. The execution system must also know when to stop or resume.</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EXECUTION DECISIONS</a:t>
            </a:r>
          </a:p>
          <a:p xmlns:a="http://schemas.openxmlformats.org/drawingml/2006/main">
            <a:r>
              <a:t/>
            </a:r>
          </a:p>
          <a:p xmlns:a="http://schemas.openxmlformats.org/drawingml/2006/main">
            <a:r>
              <a:rPr b="0"/>
              <a:t>Record pending work, completed stages, check results, and operation status. </a:t>
            </a:r>
            <a:r>
              <a:rPr b="1"/>
              <a:t>A checkpoint is saved execution state from which work can resume.</a:t>
            </a:r>
            <a:r>
              <a:rPr b="0"/>
              <a:t> Use durable storage when it must survive a process restart.</a:t>
            </a:r>
          </a:p>
          <a:p xmlns:a="http://schemas.openxmlformats.org/drawingml/2006/main">
            <a:r>
              <a:t/>
            </a:r>
          </a:p>
          <a:p xmlns:a="http://schemas.openxmlformats.org/drawingml/2006/main">
            <a:r>
              <a:rPr b="0"/>
              <a:t>Resuming computation does not establish what an external service did. Reconcile dispatched actions with their actual outcomes before deciding whether to repeat them. Recheck source freshness and access on resume.</a:t>
            </a:r>
          </a:p>
          <a:p xmlns:a="http://schemas.openxmlformats.org/drawingml/2006/main">
            <a:r>
              <a:t/>
            </a:r>
          </a:p>
          <a:p xmlns:a="http://schemas.openxmlformats.org/drawingml/2006/main">
            <a:r>
              <a:rPr b="0"/>
              <a:t>Define completion and distinguish it from waiting, failure, cancellation, or exhausted budget. Bound actions, tokens, retries, and elapsed time. Repeated work without progress needs a stop or handoff.</a:t>
            </a:r>
          </a:p>
          <a:p xmlns:a="http://schemas.openxmlformats.org/drawingml/2006/main">
            <a:r>
              <a:t/>
            </a:r>
          </a:p>
          <a:p xmlns:a="http://schemas.openxmlformats.org/drawingml/2006/main">
            <a:r>
              <a:rPr b="0"/>
              <a:t>Delegation is another design choice. Independent case comparisons may benefit from workers, but assignments and returned evidence need clear ownership. Add them only when measured benefit justifies the handoff and reconciliation work.</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multiple agents before trying a workflow</a:t>
            </a:r>
            <a:r>
              <a:rPr b="0"/>
              <a:t> is the headline pitfall. Extra workers add handoffs and reconciliation. Also watch for skipped gates, repeated work without progress, and early completion claims. </a:t>
            </a:r>
            <a:r>
              <a:rPr b="1"/>
              <a:t>A timeout does not establish that an action failed.</a:t>
            </a:r>
            <a:r>
              <a:rPr b="0"/>
              <a:t> Inspect what happened before repeating it.</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RECOVERY APPLICATION</a:t>
            </a:r>
          </a:p>
          <a:p xmlns:a="http://schemas.openxmlformats.org/drawingml/2006/main">
            <a:r>
              <a:t/>
            </a:r>
          </a:p>
          <a:p xmlns:a="http://schemas.openxmlformats.org/drawingml/2006/main">
            <a:r>
              <a:rPr b="0"/>
              <a:t>This is a separate export to a permitted destination, using the exact checked draft. Suppose the service creates the brief, but the response never reaches the caller.</a:t>
            </a:r>
          </a:p>
          <a:p xmlns:a="http://schemas.openxmlformats.org/drawingml/2006/main">
            <a:r>
              <a:t/>
            </a:r>
          </a:p>
          <a:p xmlns:a="http://schemas.openxmlformats.org/drawingml/2006/main">
            <a:r>
              <a:rPr b="1"/>
              <a:t>Record outcome unknown. Check the export state before deciding whether to retry.</a:t>
            </a:r>
            <a:r>
              <a:rPr b="0"/>
              <a:t> Use the intended operation's reference to inspect its receipt and output. A matching checked artifact can establish completion without another export.</a:t>
            </a:r>
          </a:p>
          <a:p xmlns:a="http://schemas.openxmlformats.org/drawingml/2006/main">
            <a:r>
              <a:t/>
            </a:r>
          </a:p>
          <a:p xmlns:a="http://schemas.openxmlformats.org/drawingml/2006/main">
            <a:r>
              <a:rPr b="1"/>
              <a:t>Idempotency means retrying the same intended operation does not duplicate its effects.</a:t>
            </a:r>
            <a:r>
              <a:rPr b="0"/>
              <a:t> The service must support that contract. An identifier in our log alone is insufficient.</a:t>
            </a:r>
          </a:p>
          <a:p xmlns:a="http://schemas.openxmlformats.org/drawingml/2006/main">
            <a:r>
              <a:t/>
            </a:r>
          </a:p>
          <a:p xmlns:a="http://schemas.openxmlformats.org/drawingml/2006/main">
            <a:r>
              <a:rPr b="0"/>
              <a:t>If the outcome remains uncertain, pause or hand off. Recheck permissions and freshness when work resumes, and repeat verification if the draft changes. Reaching a work limit does not make an incomplete brief complete.</a:t>
            </a:r>
          </a:p>
          <a:p xmlns:a="http://schemas.openxmlformats.org/drawingml/2006/main">
            <a:r>
              <a:t/>
            </a:r>
          </a:p>
          <a:p xmlns:a="http://schemas.openxmlformats.org/drawingml/2006/main">
            <a:r>
              <a:rPr b="0"/>
              <a:t>Next, Verification &amp; Evals explains what the checks should establish. </a:t>
            </a:r>
            <a:r>
              <a:rPr b="1"/>
              <a:t>The loop is where autonomy gets its limits. Start with the workflow.</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the trace before choosing a repair. A score becomes useful when the team understands the behavior behind it.</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Verification informs acceptance of a particular result or action. Evaluation measures behavior across representative cases and repeated attempts. The same checks can serve both purposes. Evals are tests of an AI system. Ordinary software tests remain part of the work.</a:t>
            </a:r>
          </a:p>
          <a:p xmlns:a="http://schemas.openxmlformats.org/drawingml/2006/main">
            <a:r>
              <a:t/>
            </a:r>
          </a:p>
          <a:p xmlns:a="http://schemas.openxmlformats.org/drawingml/2006/main">
            <a:r>
              <a:rPr b="0"/>
              <a:t>A coding agent running repository checks gives you evidence to inspect. Its statement that everything passed still needs to agree with the actual result and the task's requirements.</a:t>
            </a:r>
          </a:p>
          <a:p xmlns:a="http://schemas.openxmlformats.org/drawingml/2006/main">
            <a:r>
              <a:t/>
            </a:r>
          </a:p>
          <a:p xmlns:a="http://schemas.openxmlformats.org/drawingml/2006/main">
            <a:r>
              <a:rPr b="0"/>
              <a:t>A successful demonstration shows a useful path. A product needs evidence about intended use and its important failure cases. </a:t>
            </a:r>
            <a:r>
              <a:rPr b="1"/>
              <a:t>An implementation can pass interface checks while producing an unsupported conclusion.</a:t>
            </a:r>
            <a:r>
              <a:rPr b="0"/>
              <a:t> Evaluate the outcome the user depends on, including required constraints.</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success criteria. Define acceptable outcomes, serious failures, and useful limitations with domain experts. Broad criteria can be hard to apply consistently. Narrow checks can miss important behavior or reject valid variation. Reviewing outputs helps expose requirements you did not initially express.</a:t>
            </a:r>
          </a:p>
          <a:p xmlns:a="http://schemas.openxmlformats.org/drawingml/2006/main">
            <a:r>
              <a:t/>
            </a:r>
          </a:p>
          <a:p xmlns:a="http://schemas.openxmlformats.org/drawingml/2006/main">
            <a:r>
              <a:rPr b="0"/>
              <a:t>Second, which graders? Code checks are useful for conditions you can establish directly, such as a reference resolving or an expected state existing. Model graders can help judge varied outputs against criteria, but add cost and can disagree with experts. Expert review supplies domain judgment and uses limited expert time.</a:t>
            </a:r>
          </a:p>
          <a:p xmlns:a="http://schemas.openxmlformats.org/drawingml/2006/main">
            <a:r>
              <a:t/>
            </a:r>
          </a:p>
          <a:p xmlns:a="http://schemas.openxmlformats.org/drawingml/2006/main">
            <a:r>
              <a:rPr b="0"/>
              <a:t>Use direct checks where they fit. Compare model-grader decisions with expert decisions, inspect disagreements, and recheck as tasks or graders change. </a:t>
            </a:r>
            <a:r>
              <a:rPr b="1"/>
              <a:t>A grader also needs evaluation.</a:t>
            </a:r>
            <a:r>
              <a:rPr b="0"/>
              <a:t> In this example, a model that can receive the data is not automatically a suitable grader.</a:t>
            </a:r>
          </a:p>
          <a:p xmlns:a="http://schemas.openxmlformats.org/drawingml/2006/main">
            <a:r>
              <a:t/>
            </a:r>
          </a:p>
          <a:p xmlns:a="http://schemas.openxmlformats.org/drawingml/2006/main">
            <a:r>
              <a:rPr b="0"/>
              <a:t>Third, cases and trials. Begin with manageable cases from real work and failures, then expand coverage. Include conditions where a limitation or handoff is correct. Repeat trials where consistency matters. One successful attempt and reliable repeated use answer different questions. Preserve established cases for regression checks and add production failures.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Using a generic judge without error analysis or result checks.</a:t>
            </a:r>
            <a:r>
              <a:rPr b="0"/>
              <a:t> Inspect actual outcomes, representative coverage, and the grader itself before selecting a repair. Evaluation continues after deployment and after changes to the model or harness.</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says, “The board confirmed bearing wear,” and cites FRB-042-MIN revision two, section three, paragraph two. That reference exists. The direct reference check passes.</a:t>
            </a:r>
          </a:p>
          <a:p xmlns:a="http://schemas.openxmlformats.org/drawingml/2006/main">
            <a:r>
              <a:t/>
            </a:r>
          </a:p>
          <a:p xmlns:a="http://schemas.openxmlformats.org/drawingml/2006/main">
            <a:r>
              <a:rPr b="0"/>
              <a:t>But the minutes leave the cause unresolved and require inspection before assigning one. The source-support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expert-calibrated model grader within the approved data scope, for that judgment. The failing draft cannot proceed to export. Corrected content must be checked again.</a:t>
            </a:r>
          </a:p>
          <a:p xmlns:a="http://schemas.openxmlformats.org/drawingml/2006/main">
            <a:r>
              <a:t/>
            </a:r>
          </a:p>
          <a:p xmlns:a="http://schemas.openxmlformats.org/drawingml/2006/main">
            <a:r>
              <a:rPr b="0"/>
              <a:t>Retain this as one regression case within the broader suite. Inspect the trace: did parsing, retrieval, compaction, or synthesis lose the qualification? Repair what the evidence identifies and rerun relevant cases. Passing this single check does not establish every other requirement.</a:t>
            </a:r>
          </a:p>
          <a:p xmlns:a="http://schemas.openxmlformats.org/drawingml/2006/main">
            <a:r>
              <a:t/>
            </a:r>
          </a:p>
          <a:p xmlns:a="http://schemas.openxmlformats.org/drawingml/2006/main">
            <a:r>
              <a:rPr b="0"/>
              <a:t>AgentOps connects that evidence to response during real use.</a:t>
            </a:r>
          </a:p>
          <a:p xmlns:a="http://schemas.openxmlformats.org/drawingml/2006/main">
            <a:r>
              <a:t/>
            </a:r>
          </a:p>
          <a:p xmlns:a="http://schemas.openxmlformats.org/drawingml/2006/main">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AgentOps means operating agentic systems with observability, enforced controls, and accountable response. Observability connects actions and outcomes. Guardrails constrain behavior. Identity and security establish access and authority. Governance assigns responsibility for changes and incidents. Permissions, execution limits, and usage information are familiar from coding agents; a deployed product needs a responsible team behind them.</a:t>
            </a:r>
          </a:p>
          <a:p xmlns:a="http://schemas.openxmlformats.org/drawingml/2006/main">
            <a:r>
              <a:t/>
            </a:r>
          </a:p>
          <a:p xmlns:a="http://schemas.openxmlformats.org/drawingml/2006/main">
            <a:r>
              <a:rPr b="0"/>
              <a:t>Models, prompts, records, permissions, and services can change without a corresponding application-code change. Quality, cost, latency, and access may change with them. New integrations also create combinations of capabilities that deserve a fresh review.</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authority. Define whose scope an action uses, which records it permits, and where information may go. Start with least privilege and enforce boundaries outside the model. Broader access makes more tasks possible and expands what a wrong request can affect.</a:t>
            </a:r>
          </a:p>
          <a:p xmlns:a="http://schemas.openxmlformats.org/drawingml/2006/main">
            <a:r>
              <a:t/>
            </a:r>
          </a:p>
          <a:p xmlns:a="http://schemas.openxmlformats.org/drawingml/2006/main">
            <a:r>
              <a:rPr b="0"/>
              <a:t>Second, observation. Connect requests to source revisions, observable actions, checks, and outcomes. Track quality, cost per completed task, and end-to-end latency, including retries and verification. Choose evidence that supports investigation and protect access to it. More telemetry also creates more information to manage.</a:t>
            </a:r>
          </a:p>
          <a:p xmlns:a="http://schemas.openxmlformats.org/drawingml/2006/main">
            <a:r>
              <a:t/>
            </a:r>
          </a:p>
          <a:p xmlns:a="http://schemas.openxmlformats.org/drawingml/2006/main">
            <a:r>
              <a:rPr b="0"/>
              <a:t>Third, operating limits and handoff. Orchestration implements the run's rules. Here, assign the product policy and response: what happens when a check fails, evidence is unavailable, or a budget is exhausted? The person taking over needs the task, known state, relevant evidence, and unresolved questions.</a:t>
            </a:r>
          </a:p>
          <a:p xmlns:a="http://schemas.openxmlformats.org/drawingml/2006/main">
            <a:r>
              <a:t/>
            </a:r>
          </a:p>
          <a:p xmlns:a="http://schemas.openxmlformats.org/drawingml/2006/main">
            <a:r>
              <a:rPr b="0"/>
              <a:t>Fourth, accountability. Identify who approves changes and who investigates incidents. Keep a way to restrict a capability or revert a problematic configuration. Evaluate changes and monitor their effects. Reverting configuration does not automatically undo an action already completed.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Combining private data, untrusted content, and outbound access without reviewing the risk.</a:t>
            </a:r>
            <a:r>
              <a:rPr b="0"/>
              <a:t> Willison describes private data, untrusted content, and external communication combining into a potential path for data theft. A document can contain instructions, and an outbound request can carry information. Review the combined path and break or constrain it.</a:t>
            </a:r>
          </a:p>
          <a:p xmlns:a="http://schemas.openxmlformats.org/drawingml/2006/main">
            <a:r>
              <a:t/>
            </a:r>
          </a:p>
          <a:p xmlns:a="http://schemas.openxmlformats.org/drawingml/2006/main">
            <a:r>
              <a:rPr b="0"/>
              <a:t>This is one threat model, not a complete safety test. A probabilistic filter can contribute to protection but is insufficient as the sole security boundary.</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operating agreement carries forward our approved processing scope and permitted export destinations. Apply those restrictions to derived context, traces, and evaluation artifacts too.</a:t>
            </a:r>
          </a:p>
          <a:p xmlns:a="http://schemas.openxmlformats.org/drawingml/2006/main">
            <a:r>
              <a:t/>
            </a:r>
          </a:p>
          <a:p xmlns:a="http://schemas.openxmlformats.org/drawingml/2006/main">
            <a:r>
              <a:rPr b="0"/>
              <a:t>Connect each brief to the source revisions, actions, checks, and export receipt or unknown state. Monitor supported findings, freshness, parsing and tool failures, cost per completed brief, and latency. Assign an authorized responder for failed checks, missing evidence, exhausted budgets, and unresolved export outcomes.</a:t>
            </a:r>
          </a:p>
          <a:p xmlns:a="http://schemas.openxmlformats.org/drawingml/2006/main">
            <a:r>
              <a:t/>
            </a:r>
          </a:p>
          <a:p xmlns:a="http://schemas.openxmlformats.org/drawingml/2006/main">
            <a:r>
              <a:rPr b="1"/>
              <a:t>People remain responsible for official causes, decisions, and board records.</a:t>
            </a:r>
            <a:r>
              <a:rPr b="0"/>
              <a:t> If failures increase, the team investigates the evidence, repairs the responsible component, reruns the relevant evals, and monitors after the change. Useful controls and signals need people accountable for acting on them.</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0"/>
              <a:t>We have followed one system through six connected responsibilities: Model Selection, Context Engineering, Tools &amp; Extensibility, Orchestration, Verification &amp; Evals, and AgentOps. A change in one can affect the others.</a:t>
            </a:r>
          </a:p>
          <a:p xmlns:a="http://schemas.openxmlformats.org/drawingml/2006/main">
            <a:r>
              <a:t/>
            </a:r>
          </a:p>
          <a:p xmlns:a="http://schemas.openxmlformats.org/drawingml/2006/main">
            <a:r>
              <a:rPr b="0"/>
              <a:t>The diagram is now a map of engineering work you can identify, test, and improve. Much of it builds on software engineering skills you already have. The next section connects those foundations to the additional competencies you need.</a:t>
            </a:r>
          </a:p>
          <a:p xmlns:a="http://schemas.openxmlformats.org/drawingml/2006/main">
            <a:r>
              <a:t/>
            </a:r>
          </a:p>
          <a:p xmlns:a="http://schemas.openxmlformats.org/drawingml/2006/main">
            <a:r>
              <a:rPr b="1"/>
              <a:t>The responsibilities connect. Your existing engineering skills give you a foundation.</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Review twenty to fifty outputs for that task. Record the input, observed behavior, expected behavior, and check.</a:t>
            </a:r>
          </a:p>
          <a:p xmlns:a="http://schemas.openxmlformats.org/drawingml/2006/main">
            <a:r>
              <a:t/>
            </a:r>
          </a:p>
          <a:p xmlns:a="http://schemas.openxmlformats.org/drawingml/2006/main">
            <a:r>
              <a:rPr b="0"/>
              <a:t>For the FRB, check the false confirmation against the unresolved cause. Fix the cause, then rerun this case. </a:t>
            </a:r>
            <a:r>
              <a:rPr b="1"/>
              <a:t>Use the same record for your task.</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Review twenty to fifty outputs for that task. Record the input, observed behavior, expected behavior, and check.</a:t>
            </a:r>
          </a:p>
          <a:p xmlns:a="http://schemas.openxmlformats.org/drawingml/2006/main">
            <a:r>
              <a:t/>
            </a:r>
          </a:p>
          <a:p xmlns:a="http://schemas.openxmlformats.org/drawingml/2006/main">
            <a:r>
              <a:rPr b="0"/>
              <a:t>For the FRB, check the false confirmation against the unresolved cause. Fix the cause, then rerun this case. </a:t>
            </a:r>
            <a:r>
              <a:rPr b="1"/>
              <a:t>Use the same record for your task.</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153cbf3286478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d254d755b0514cb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cfed4292871f43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4D5770D4-F721-4C06-9C2C-34FFF1AE2276}"/>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e57733c076d4270" /><Relationship Type="http://schemas.openxmlformats.org/officeDocument/2006/relationships/slideLayout" Target="/ppt/slideLayouts/slideLayout1.xml" Id="Rea9afa0c8814478f"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26f205e929a6425d" /><Relationship Type="http://schemas.openxmlformats.org/officeDocument/2006/relationships/slideLayout" Target="/ppt/slideLayouts/slideLayout2.xml" Id="Red40ff1b751540d3" /><Relationship Type="http://schemas.openxmlformats.org/officeDocument/2006/relationships/slideLayout" Target="/ppt/slideLayouts/slideLayout3.xml" Id="R21107685480941f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a9afa0c8814478f"/>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ed40ff1b751540d3"/>
    <p:sldLayoutId xmlns:r="http://schemas.openxmlformats.org/officeDocument/2006/relationships" id="2147483652" r:id="R21107685480941f0"/>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1a3d56b07b4f4b7a" /><Relationship Type="http://schemas.openxmlformats.org/officeDocument/2006/relationships/notesSlide" Target="/ppt/notesSlides/notesSlide1.xml" Id="R8a057f3e136e44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17a6dfc84dc741e2" /><Relationship Type="http://schemas.openxmlformats.org/officeDocument/2006/relationships/image" Target="/ppt/media/image.png" Id="Rb6db8a90f32c48e2" /><Relationship Type="http://schemas.openxmlformats.org/officeDocument/2006/relationships/notesSlide" Target="/ppt/notesSlides/notesSlide2.xml" Id="R913dc5cf12854e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df1fa5e1a394e2b" /><Relationship Type="http://schemas.openxmlformats.org/officeDocument/2006/relationships/notesSlide" Target="/ppt/notesSlides/notesSlide3.xml" Id="Rb3fcd26be1204b7e"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9dfda4dbc5d64ad7" /><Relationship Type="http://schemas.openxmlformats.org/officeDocument/2006/relationships/notesSlide" Target="/ppt/notesSlides/notesSlide4.xml" Id="R4e03b544d65e45cb"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05b179d45eea4c19" /><Relationship Type="http://schemas.openxmlformats.org/officeDocument/2006/relationships/notesSlide" Target="/ppt/notesSlides/notesSlide5.xml" Id="R5930503127ca4a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63585d516b6941a2" /><Relationship Type="http://schemas.openxmlformats.org/officeDocument/2006/relationships/notesSlide" Target="/ppt/notesSlides/notesSlide6.xml" Id="R30ee2a3821c94c8a"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f325b8e8cea84aeb" /><Relationship Type="http://schemas.openxmlformats.org/officeDocument/2006/relationships/notesSlide" Target="/ppt/notesSlides/notesSlide7.xml" Id="R2171cb941f4e44fa"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76ead3a36be34fac" /><Relationship Type="http://schemas.openxmlformats.org/officeDocument/2006/relationships/notesSlide" Target="/ppt/notesSlides/notesSlide8.xml" Id="Rc65df22f718d456b"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4e98d56d6e784dbc" /><Relationship Type="http://schemas.openxmlformats.org/officeDocument/2006/relationships/notesSlide" Target="/ppt/notesSlides/notesSlide9.xml" Id="R2d3ee4d2fe3d4ba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63bd0509c1fd4a65" /><Relationship Type="http://schemas.openxmlformats.org/officeDocument/2006/relationships/image" Target="/ppt/media/image2.png" Id="R675f09929c9a4849" /><Relationship Type="http://schemas.openxmlformats.org/officeDocument/2006/relationships/notesSlide" Target="/ppt/notesSlides/notesSlide10.xml" Id="Rd1d2b5166a5144a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67b280b8d10f453f" /><Relationship Type="http://schemas.openxmlformats.org/officeDocument/2006/relationships/image" Target="/ppt/media/image3.png" Id="Rf73c3525f0854d72" /><Relationship Type="http://schemas.openxmlformats.org/officeDocument/2006/relationships/notesSlide" Target="/ppt/notesSlides/notesSlide11.xml" Id="R9ab557d46fe2428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1c5d6b1254bd40c2" /><Relationship Type="http://schemas.openxmlformats.org/officeDocument/2006/relationships/image" Target="/ppt/media/image4.png" Id="Rb66b99d6e0324f78" /><Relationship Type="http://schemas.openxmlformats.org/officeDocument/2006/relationships/notesSlide" Target="/ppt/notesSlides/notesSlide12.xml" Id="R904fd11267d7434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dd99464e215d434d" /><Relationship Type="http://schemas.openxmlformats.org/officeDocument/2006/relationships/image" Target="/ppt/media/image5.png" Id="R8f238fff922a4bf1" /><Relationship Type="http://schemas.openxmlformats.org/officeDocument/2006/relationships/notesSlide" Target="/ppt/notesSlides/notesSlide13.xml" Id="R18549d7e857b471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ba4e2f8a919e4d37" /><Relationship Type="http://schemas.openxmlformats.org/officeDocument/2006/relationships/image" Target="/ppt/media/image6.png" Id="R3d9c861a765d4d0d" /><Relationship Type="http://schemas.openxmlformats.org/officeDocument/2006/relationships/notesSlide" Target="/ppt/notesSlides/notesSlide14.xml" Id="R520a3f80d77d43d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09bd0edbfca04c62" /><Relationship Type="http://schemas.openxmlformats.org/officeDocument/2006/relationships/image" Target="/ppt/media/image7.png" Id="Ra77806abb12344a4" /><Relationship Type="http://schemas.openxmlformats.org/officeDocument/2006/relationships/notesSlide" Target="/ppt/notesSlides/notesSlide15.xml" Id="R3c300532a1784fc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7c2f8fee96b243b8" /><Relationship Type="http://schemas.openxmlformats.org/officeDocument/2006/relationships/image" Target="/ppt/media/image8.png" Id="R18c2df2262c44dab" /><Relationship Type="http://schemas.openxmlformats.org/officeDocument/2006/relationships/image" Target="/ppt/media/image9.png" Id="R569a60a459284380" /><Relationship Type="http://schemas.openxmlformats.org/officeDocument/2006/relationships/notesSlide" Target="/ppt/notesSlides/notesSlide16.xml" Id="R6f726b14fd0b41a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0b80591f4bdf4b9a" /><Relationship Type="http://schemas.openxmlformats.org/officeDocument/2006/relationships/image" Target="/ppt/media/image10.png" Id="Rcc005aa28ec048b7" /><Relationship Type="http://schemas.openxmlformats.org/officeDocument/2006/relationships/notesSlide" Target="/ppt/notesSlides/notesSlide17.xml" Id="R17ed662d13b44a2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6a8db54f7cc546d2" /><Relationship Type="http://schemas.openxmlformats.org/officeDocument/2006/relationships/image" Target="/ppt/media/image11.png" Id="R604c4d497d33432c" /><Relationship Type="http://schemas.openxmlformats.org/officeDocument/2006/relationships/notesSlide" Target="/ppt/notesSlides/notesSlide18.xml" Id="R08881f5fb2c6427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5851f64e9006490f" /><Relationship Type="http://schemas.openxmlformats.org/officeDocument/2006/relationships/image" Target="/ppt/media/image12.png" Id="R19a4a95f680a4fed" /><Relationship Type="http://schemas.openxmlformats.org/officeDocument/2006/relationships/notesSlide" Target="/ppt/notesSlides/notesSlide19.xml" Id="Rd94679d75da9409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d33357110633492b" /><Relationship Type="http://schemas.openxmlformats.org/officeDocument/2006/relationships/image" Target="/ppt/media/image13.png" Id="R2a2c01a611aa4ae8" /><Relationship Type="http://schemas.openxmlformats.org/officeDocument/2006/relationships/notesSlide" Target="/ppt/notesSlides/notesSlide20.xml" Id="R20da05fc38804d1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97095930a54a41e8" /><Relationship Type="http://schemas.openxmlformats.org/officeDocument/2006/relationships/image" Target="/ppt/media/image14.png" Id="Rc55804233a4b47e6" /><Relationship Type="http://schemas.openxmlformats.org/officeDocument/2006/relationships/image" Target="/ppt/media/image15.png" Id="Rf23a99fa4f9149dd" /><Relationship Type="http://schemas.openxmlformats.org/officeDocument/2006/relationships/notesSlide" Target="/ppt/notesSlides/notesSlide21.xml" Id="R195411939485422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332384458f8f4062" /><Relationship Type="http://schemas.openxmlformats.org/officeDocument/2006/relationships/image" Target="/ppt/media/image16.png" Id="R750fefe8c8d54f4b" /><Relationship Type="http://schemas.openxmlformats.org/officeDocument/2006/relationships/notesSlide" Target="/ppt/notesSlides/notesSlide22.xml" Id="Rd39b1ce01f1a458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f8b7483a41ac4ca6" /><Relationship Type="http://schemas.openxmlformats.org/officeDocument/2006/relationships/image" Target="/ppt/media/image17.png" Id="R0cfe94682f664169" /><Relationship Type="http://schemas.openxmlformats.org/officeDocument/2006/relationships/notesSlide" Target="/ppt/notesSlides/notesSlide23.xml" Id="R02df0e666733428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84387aa941dc430b" /><Relationship Type="http://schemas.openxmlformats.org/officeDocument/2006/relationships/image" Target="/ppt/media/image18.png" Id="R0fdc26217c2c4bd7" /><Relationship Type="http://schemas.openxmlformats.org/officeDocument/2006/relationships/notesSlide" Target="/ppt/notesSlides/notesSlide24.xml" Id="R4331f9a6abb741b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1b58304d708944d7" /><Relationship Type="http://schemas.openxmlformats.org/officeDocument/2006/relationships/image" Target="/ppt/media/image19.png" Id="R367f6396855247cf" /><Relationship Type="http://schemas.openxmlformats.org/officeDocument/2006/relationships/notesSlide" Target="/ppt/notesSlides/notesSlide25.xml" Id="R98f60a4777724e4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0e5e091611534b6f" /><Relationship Type="http://schemas.openxmlformats.org/officeDocument/2006/relationships/image" Target="/ppt/media/image20.png" Id="R180fb077624c4384" /><Relationship Type="http://schemas.openxmlformats.org/officeDocument/2006/relationships/image" Target="/ppt/media/image21.png" Id="Ref73047aaafc4483" /><Relationship Type="http://schemas.openxmlformats.org/officeDocument/2006/relationships/notesSlide" Target="/ppt/notesSlides/notesSlide26.xml" Id="R63eac06fed9a44e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d010e43e08fa44dd" /><Relationship Type="http://schemas.openxmlformats.org/officeDocument/2006/relationships/image" Target="/ppt/media/image22.png" Id="R43b79fb89f72470c" /><Relationship Type="http://schemas.openxmlformats.org/officeDocument/2006/relationships/notesSlide" Target="/ppt/notesSlides/notesSlide27.xml" Id="Rfe8d30bf083546a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a436fbb6cf7548e2" /><Relationship Type="http://schemas.openxmlformats.org/officeDocument/2006/relationships/image" Target="/ppt/media/image23.png" Id="Rfb4a3d7122e04940" /><Relationship Type="http://schemas.openxmlformats.org/officeDocument/2006/relationships/notesSlide" Target="/ppt/notesSlides/notesSlide28.xml" Id="R5e45352a19d249b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1d100c7fce0f4bb3" /><Relationship Type="http://schemas.openxmlformats.org/officeDocument/2006/relationships/image" Target="/ppt/media/image24.png" Id="R13d722811f7f4780" /><Relationship Type="http://schemas.openxmlformats.org/officeDocument/2006/relationships/notesSlide" Target="/ppt/notesSlides/notesSlide29.xml" Id="R32e51f03f7184b7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93fc95594f3d48cf" /><Relationship Type="http://schemas.openxmlformats.org/officeDocument/2006/relationships/image" Target="/ppt/media/image25.png" Id="Rd9e5ccca77994f9d" /><Relationship Type="http://schemas.openxmlformats.org/officeDocument/2006/relationships/notesSlide" Target="/ppt/notesSlides/notesSlide30.xml" Id="R6f3abd52e8ad480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47ef51b0a9d045bd" /><Relationship Type="http://schemas.openxmlformats.org/officeDocument/2006/relationships/image" Target="/ppt/media/image26.png" Id="R96aa9392445b48dc" /><Relationship Type="http://schemas.openxmlformats.org/officeDocument/2006/relationships/image" Target="/ppt/media/image27.png" Id="R1651aea641eb492e" /><Relationship Type="http://schemas.openxmlformats.org/officeDocument/2006/relationships/notesSlide" Target="/ppt/notesSlides/notesSlide31.xml" Id="R9d865d0a7ae64f8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27afc589a6b04565" /><Relationship Type="http://schemas.openxmlformats.org/officeDocument/2006/relationships/image" Target="/ppt/media/image28.png" Id="Rce18a71cc4d54957" /><Relationship Type="http://schemas.openxmlformats.org/officeDocument/2006/relationships/notesSlide" Target="/ppt/notesSlides/notesSlide32.xml" Id="R426b7e70c0584e1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2e97043dcce04d8e" /><Relationship Type="http://schemas.openxmlformats.org/officeDocument/2006/relationships/image" Target="/ppt/media/image29.png" Id="R88151ac7e416499e" /><Relationship Type="http://schemas.openxmlformats.org/officeDocument/2006/relationships/notesSlide" Target="/ppt/notesSlides/notesSlide33.xml" Id="Re6a68b944932494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5158758aaebf46e4" /><Relationship Type="http://schemas.openxmlformats.org/officeDocument/2006/relationships/image" Target="/ppt/media/image30.png" Id="R05a1e9dd3534486a" /><Relationship Type="http://schemas.openxmlformats.org/officeDocument/2006/relationships/notesSlide" Target="/ppt/notesSlides/notesSlide34.xml" Id="R9bc80a9078ad469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2fb16b41e9ee4f4b" /><Relationship Type="http://schemas.openxmlformats.org/officeDocument/2006/relationships/image" Target="/ppt/media/image31.png" Id="Ree9a76dccca2441b" /><Relationship Type="http://schemas.openxmlformats.org/officeDocument/2006/relationships/notesSlide" Target="/ppt/notesSlides/notesSlide35.xml" Id="Rb07db8edf371418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fc7abee133c946d2" /><Relationship Type="http://schemas.openxmlformats.org/officeDocument/2006/relationships/image" Target="/ppt/media/image32.png" Id="R9d764d2977044ad2" /><Relationship Type="http://schemas.openxmlformats.org/officeDocument/2006/relationships/image" Target="/ppt/media/image33.png" Id="R0084e6b544144102" /><Relationship Type="http://schemas.openxmlformats.org/officeDocument/2006/relationships/notesSlide" Target="/ppt/notesSlides/notesSlide36.xml" Id="R07132d191497489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a167fad4af8a4914" /><Relationship Type="http://schemas.openxmlformats.org/officeDocument/2006/relationships/image" Target="/ppt/media/image34.png" Id="R8325d9c1ddcc405f" /><Relationship Type="http://schemas.openxmlformats.org/officeDocument/2006/relationships/notesSlide" Target="/ppt/notesSlides/notesSlide37.xml" Id="R8b70ff34a58a453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66b1bd3a18ca4b18" /><Relationship Type="http://schemas.openxmlformats.org/officeDocument/2006/relationships/image" Target="/ppt/media/image35.png" Id="R5548cd54819840de" /><Relationship Type="http://schemas.openxmlformats.org/officeDocument/2006/relationships/notesSlide" Target="/ppt/notesSlides/notesSlide38.xml" Id="Rc354e18da38f4d3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8d0ee7089e834d69" /><Relationship Type="http://schemas.openxmlformats.org/officeDocument/2006/relationships/image" Target="/ppt/media/image36.png" Id="R822d90445f2f4f85" /><Relationship Type="http://schemas.openxmlformats.org/officeDocument/2006/relationships/notesSlide" Target="/ppt/notesSlides/notesSlide39.xml" Id="Rff2905080e2b437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f960246949d344a2" /><Relationship Type="http://schemas.openxmlformats.org/officeDocument/2006/relationships/image" Target="/ppt/media/image37.png" Id="R239fa1a358304c6f" /><Relationship Type="http://schemas.openxmlformats.org/officeDocument/2006/relationships/notesSlide" Target="/ppt/notesSlides/notesSlide40.xml" Id="Rb36333644fcc4c10"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b3079f4443604c60" /><Relationship Type="http://schemas.openxmlformats.org/officeDocument/2006/relationships/image" Target="/ppt/media/image38.png" Id="Rd569fa6a06d84f16" /><Relationship Type="http://schemas.openxmlformats.org/officeDocument/2006/relationships/image" Target="/ppt/media/image39.png" Id="R62cc586a2f6845b8" /><Relationship Type="http://schemas.openxmlformats.org/officeDocument/2006/relationships/notesSlide" Target="/ppt/notesSlides/notesSlide41.xml" Id="R54089317e8bd420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9d849f83b3d740b5" /><Relationship Type="http://schemas.openxmlformats.org/officeDocument/2006/relationships/image" Target="/ppt/media/image40.png" Id="R4a7eaac3ba83425c" /><Relationship Type="http://schemas.openxmlformats.org/officeDocument/2006/relationships/notesSlide" Target="/ppt/notesSlides/notesSlide42.xml" Id="Ra2a336c72b6a4cb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58474e8640f7467c" /><Relationship Type="http://schemas.openxmlformats.org/officeDocument/2006/relationships/image" Target="/ppt/media/image41.png" Id="Rffe31ed8a0ec4b7f" /><Relationship Type="http://schemas.openxmlformats.org/officeDocument/2006/relationships/notesSlide" Target="/ppt/notesSlides/notesSlide43.xml" Id="R84f25809bd694d50"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d21159333f134e3e" /><Relationship Type="http://schemas.openxmlformats.org/officeDocument/2006/relationships/image" Target="/ppt/media/image42.png" Id="R4d29431691da4aa8" /><Relationship Type="http://schemas.openxmlformats.org/officeDocument/2006/relationships/notesSlide" Target="/ppt/notesSlides/notesSlide44.xml" Id="R387595fc65f64688"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b8bef630157b467e" /><Relationship Type="http://schemas.openxmlformats.org/officeDocument/2006/relationships/image" Target="/ppt/media/image43.png" Id="R07b3ed5fb57349a4" /><Relationship Type="http://schemas.openxmlformats.org/officeDocument/2006/relationships/notesSlide" Target="/ppt/notesSlides/notesSlide45.xml" Id="Rb3738b18c86d4d1c"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b33d25617b544cc4" /><Relationship Type="http://schemas.openxmlformats.org/officeDocument/2006/relationships/image" Target="/ppt/media/image44.png" Id="R25ab7de0e3bd4042" /><Relationship Type="http://schemas.openxmlformats.org/officeDocument/2006/relationships/notesSlide" Target="/ppt/notesSlides/notesSlide46.xml" Id="Rbf6707dc40474bc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1cbb675268e74148" /><Relationship Type="http://schemas.openxmlformats.org/officeDocument/2006/relationships/notesSlide" Target="/ppt/notesSlides/notesSlide47.xml" Id="R75d81c6428ec40b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e53bb9345ec04d75" /><Relationship Type="http://schemas.openxmlformats.org/officeDocument/2006/relationships/image" Target="/ppt/media/image45.png" Id="Rb64e90e4e7ea41d3" /><Relationship Type="http://schemas.openxmlformats.org/officeDocument/2006/relationships/notesSlide" Target="/ppt/notesSlides/notesSlide48.xml" Id="R8365762d163a4d64"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68ec0d673c53492b" /><Relationship Type="http://schemas.openxmlformats.org/officeDocument/2006/relationships/image" Target="/ppt/media/image46.png" Id="R4cd91208824543c3" /><Relationship Type="http://schemas.openxmlformats.org/officeDocument/2006/relationships/notesSlide" Target="/ppt/notesSlides/notesSlide49.xml" Id="R0456ab7df4c04c26"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e076032d3cac43df" /><Relationship Type="http://schemas.openxmlformats.org/officeDocument/2006/relationships/notesSlide" Target="/ppt/notesSlides/notesSlide50.xml" Id="Ref99b866a0d74760"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33b9ac28c06f441c" /><Relationship Type="http://schemas.openxmlformats.org/officeDocument/2006/relationships/image" Target="/ppt/media/image47.png" Id="R16323234f3734098" /><Relationship Type="http://schemas.openxmlformats.org/officeDocument/2006/relationships/notesSlide" Target="/ppt/notesSlides/notesSlide51.xml" Id="Ra3d2cdb8108b4675"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0b356a98a42c4059" /><Relationship Type="http://schemas.openxmlformats.org/officeDocument/2006/relationships/image" Target="/ppt/media/image47.png" Id="R76be7228a0884a24" /><Relationship Type="http://schemas.openxmlformats.org/officeDocument/2006/relationships/notesSlide" Target="/ppt/notesSlides/notesSlide52.xml" Id="R6a607eca00f3406a"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d7639caba65f4e68" /><Relationship Type="http://schemas.openxmlformats.org/officeDocument/2006/relationships/notesSlide" Target="/ppt/notesSlides/notesSlide53.xml" Id="R93824e37f01b4b81"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e526fd65c6d04c7d" /><Relationship Type="http://schemas.openxmlformats.org/officeDocument/2006/relationships/notesSlide" Target="/ppt/notesSlides/notesSlide54.xml" Id="Rf86d8d02220d4e2d"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7E9AC031-6E3E-4C1B-9926-4C5837E567B8}"/>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88102E7F-64FC-43E4-B4E4-3FD7923D0D06}"/>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7F1B0AF4-71F9-4449-A964-E208B6BA3FE9}"/>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74538472-7FB8-46D8-9882-CBDDF268FF2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3857512235"/>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b6db8a90f32c48e2"/>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6DB8E21A-03A6-49C4-93E5-0B8DE3E512F9}"/>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2A7C9C97-1A64-4D2D-B546-0ED84A8764A3}"/>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F36283C4-8F7B-4B44-A285-98620420323A}"/>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C1456205-111A-4A30-BA8C-82137B602223}"/>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154CE08A-0FF7-4D0F-8FA3-611EF01A95F8}"/>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A677108F-C962-47C5-83BD-96E2423DCC6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709693122"/>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C419916E-D17C-4B6D-ADEB-29B0904E1F49}"/>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CB6BC307-5ACE-4CB7-9DAA-37287EE80918}"/>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5563E6DC-8D8A-4104-B273-1DF1A5EE6F1C}"/>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ECCD1545-84A6-460A-AE9B-5DFE5EC342BD}"/>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F2747249-7385-4787-8E7D-10E17B9EE593}"/>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30F44476-6C27-4653-9BB2-79999C38AEC0}"/>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6E709A2E-97FE-46E7-833D-9F0A41253F71}"/>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40D2C812-674A-472B-8092-EEC65BD71F5A}"/>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6F9FEBAA-FE6E-46AA-9BB9-B8E1E8FE7BC5}"/>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54C00B0C-64C6-4322-948C-08D6170EF904}"/>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0D6F3D56-FDA3-4CA1-B754-16352307EAC3}"/>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B318177B-0BF4-4672-B224-7A39217DBB17}"/>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6C3E574E-026C-4340-9AFB-8F25E6C813B2}"/>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1F402FC8-A81F-40F9-B91C-161A2B64FDA8}"/>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36700728-36BC-4C6F-92D8-DA50C998A9AA}"/>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B8505E17-FECD-402C-A0F1-D996B1147F37}"/>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EDB52CD4-5FB9-4685-98ED-D8C85E4D5D52}"/>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17E74809-580C-4B9C-A0B6-F85239A3F66E}"/>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E0CAFB32-3A29-41D9-849C-9A2F5C1379A7}"/>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B07E9507-4D4E-47E0-A466-1243006661B0}"/>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824EC01C-1DF5-4734-8178-744DB003064D}"/>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83ABE7FE-9C51-4F7C-8616-939D98BC259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4119254252"/>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F380A20D-32D7-46E4-9C7D-DBF7A2B06F61}"/>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ABAB1A4F-84FF-45FB-9EC0-1FF2D1CA43CF}"/>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DBD55632-0AFE-4DBC-927D-05DC52AEF92D}"/>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4FCB5831-8767-4926-AB42-AAE859309AD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3535065052"/>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05-text-1">
            <a:extLst xmlns:a="http://schemas.openxmlformats.org/drawingml/2006/main">
              <a:ext uri="{FF2B5EF4-FFF2-40B4-BE49-F238E27FC236}">
                <a16:creationId xmlns:a16="http://schemas.microsoft.com/office/drawing/2014/main" id="{4EF897EF-ABBE-420A-9798-40B69519AE9C}"/>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39" name="05-text-2">
            <a:extLst xmlns:a="http://schemas.openxmlformats.org/drawingml/2006/main">
              <a:ext uri="{FF2B5EF4-FFF2-40B4-BE49-F238E27FC236}">
                <a16:creationId xmlns:a16="http://schemas.microsoft.com/office/drawing/2014/main" id="{FB02FBA2-96AC-4BC3-84E2-C0841B52E944}"/>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40" name="narrative-number">
            <a:extLst xmlns:a="http://schemas.openxmlformats.org/drawingml/2006/main">
              <a:ext uri="{FF2B5EF4-FFF2-40B4-BE49-F238E27FC236}">
                <a16:creationId xmlns:a16="http://schemas.microsoft.com/office/drawing/2014/main" id="{35FFA54D-7ACD-4AB0-BD71-1881F0AC373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2566899669"/>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 name="06-text-1">
            <a:extLst xmlns:a="http://schemas.openxmlformats.org/drawingml/2006/main">
              <a:ext uri="{FF2B5EF4-FFF2-40B4-BE49-F238E27FC236}">
                <a16:creationId xmlns:a16="http://schemas.microsoft.com/office/drawing/2014/main" id="{571CB155-C1D5-4611-B32E-5255C5E4B8E4}"/>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42" name="06-text-2">
            <a:extLst xmlns:a="http://schemas.openxmlformats.org/drawingml/2006/main">
              <a:ext uri="{FF2B5EF4-FFF2-40B4-BE49-F238E27FC236}">
                <a16:creationId xmlns:a16="http://schemas.microsoft.com/office/drawing/2014/main" id="{237F4EE2-9D6A-48AE-A92E-11BF3039EE01}"/>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43" name="narrative-number">
            <a:extLst xmlns:a="http://schemas.openxmlformats.org/drawingml/2006/main">
              <a:ext uri="{FF2B5EF4-FFF2-40B4-BE49-F238E27FC236}">
                <a16:creationId xmlns:a16="http://schemas.microsoft.com/office/drawing/2014/main" id="{2BA3A373-F749-4D83-823F-C2473C8019C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3140468363"/>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46" name="07-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during software</a:t>
                      </a:r>
                    </a:p>
                    <a:p>
                      <a:pPr>
                        <a:lnSpc>
                          <a:spcPct val="125000"/>
                        </a:lnSpc>
                        <a:buNone/>
                      </a:pPr>
                      <a:r>
                        <a:rPr sz="2400" b="1">
                          <a:solidFill>
                            <a:srgbClr val="F948BE"/>
                          </a:solidFill>
                          <a:latin typeface="Helvetica"/>
                          <a:ea typeface="Helvetica"/>
                          <a:cs typeface="Helvetica"/>
                        </a:rPr>
                        <a:t>development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AI helps you build the software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AI contributes to its behavior</a:t>
                      </a:r>
                    </a:p>
                    <a:p>
                      <a:pPr>
                        <a:lnSpc>
                          <a:spcPct val="125000"/>
                        </a:lnSpc>
                        <a:buNone/>
                      </a:pPr>
                      <a:r>
                        <a:rPr sz="2000" b="0">
                          <a:solidFill>
                            <a:srgbClr val="FFFCF5"/>
                          </a:solidFill>
                          <a:latin typeface="Helvetica"/>
                          <a:ea typeface="Helvetica"/>
                          <a:cs typeface="Helvetica"/>
                        </a:rPr>
                        <a:t>during use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review and test what you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also evaluate model behavior</a:t>
                      </a:r>
                    </a:p>
                    <a:p>
                      <a:pPr>
                        <a:lnSpc>
                          <a:spcPct val="125000"/>
                        </a:lnSpc>
                        <a:buNone/>
                      </a:pPr>
                      <a:r>
                        <a:rPr sz="2000" b="0">
                          <a:solidFill>
                            <a:srgbClr val="FFFCF5"/>
                          </a:solidFill>
                          <a:latin typeface="Helvetica"/>
                          <a:ea typeface="Helvetica"/>
                          <a:cs typeface="Helvetica"/>
                        </a:rPr>
                        <a:t>across 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AI system's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5" name="narrative-number">
            <a:extLst xmlns:a="http://schemas.openxmlformats.org/drawingml/2006/main">
              <a:ext uri="{FF2B5EF4-FFF2-40B4-BE49-F238E27FC236}">
                <a16:creationId xmlns:a16="http://schemas.microsoft.com/office/drawing/2014/main" id="{0F6B3015-2E9E-4862-925F-1A89C8D3309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841074777"/>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 name="07-text-2">
            <a:extLst xmlns:a="http://schemas.openxmlformats.org/drawingml/2006/main">
              <a:ext uri="{FF2B5EF4-FFF2-40B4-BE49-F238E27FC236}">
                <a16:creationId xmlns:a16="http://schemas.microsoft.com/office/drawing/2014/main" id="{C9D7B2E7-BC50-4E09-AE3A-9DFB317FBFFB}"/>
              </a:ext>
            </a:extLst>
          </p:cNvPr>
          <p:cNvSpPr>
            <a:spLocks xmlns:a="http://schemas.openxmlformats.org/drawingml/2006/main"/>
          </p:cNvSpPr>
          <p:nvPr/>
        </p:nvSpPr>
        <p:spPr>
          <a:xfrm xmlns:a="http://schemas.openxmlformats.org/drawingml/2006/main">
            <a:off x="1397000" y="863600"/>
            <a:ext cx="94996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readiness</a:t>
            </a:r>
          </a:p>
        </p:txBody>
      </p:sp>
      <p:sp>
        <p:nvSpPr>
          <p:cNvPr id="47" name="07-text-3">
            <a:extLst xmlns:a="http://schemas.openxmlformats.org/drawingml/2006/main">
              <a:ext uri="{FF2B5EF4-FFF2-40B4-BE49-F238E27FC236}">
                <a16:creationId xmlns:a16="http://schemas.microsoft.com/office/drawing/2014/main" id="{10E2CD7A-FD09-40C7-B92E-8E1D4EC879A4}"/>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8" name="07-text-4">
            <a:extLst xmlns:a="http://schemas.openxmlformats.org/drawingml/2006/main">
              <a:ext uri="{FF2B5EF4-FFF2-40B4-BE49-F238E27FC236}">
                <a16:creationId xmlns:a16="http://schemas.microsoft.com/office/drawing/2014/main" id="{12A9A768-3B4D-447F-B9FA-7F0A35F69175}"/>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49" name="07-text-5">
            <a:extLst xmlns:a="http://schemas.openxmlformats.org/drawingml/2006/main">
              <a:ext uri="{FF2B5EF4-FFF2-40B4-BE49-F238E27FC236}">
                <a16:creationId xmlns:a16="http://schemas.microsoft.com/office/drawing/2014/main" id="{5B8599D9-860C-4B71-A944-B9053F2ADA1A}"/>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0" name="07-text-6">
            <a:extLst xmlns:a="http://schemas.openxmlformats.org/drawingml/2006/main">
              <a:ext uri="{FF2B5EF4-FFF2-40B4-BE49-F238E27FC236}">
                <a16:creationId xmlns:a16="http://schemas.microsoft.com/office/drawing/2014/main" id="{CC658A83-E9EB-4654-8723-4A8977F7ED92}"/>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51" name="07-text-7">
            <a:extLst xmlns:a="http://schemas.openxmlformats.org/drawingml/2006/main">
              <a:ext uri="{FF2B5EF4-FFF2-40B4-BE49-F238E27FC236}">
                <a16:creationId xmlns:a16="http://schemas.microsoft.com/office/drawing/2014/main" id="{48A3C800-6330-486F-A351-1B24F6DF3F12}"/>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2" name="07-text-8">
            <a:extLst xmlns:a="http://schemas.openxmlformats.org/drawingml/2006/main">
              <a:ext uri="{FF2B5EF4-FFF2-40B4-BE49-F238E27FC236}">
                <a16:creationId xmlns:a16="http://schemas.microsoft.com/office/drawing/2014/main" id="{CD300482-2C64-4550-BDF2-5277776C3381}"/>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53" name="07-text-9">
            <a:extLst xmlns:a="http://schemas.openxmlformats.org/drawingml/2006/main">
              <a:ext uri="{FF2B5EF4-FFF2-40B4-BE49-F238E27FC236}">
                <a16:creationId xmlns:a16="http://schemas.microsoft.com/office/drawing/2014/main" id="{744FADDC-2229-4634-B645-DBB40B68D140}"/>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54" name="narrative-number">
            <a:extLst xmlns:a="http://schemas.openxmlformats.org/drawingml/2006/main">
              <a:ext uri="{FF2B5EF4-FFF2-40B4-BE49-F238E27FC236}">
                <a16:creationId xmlns:a16="http://schemas.microsoft.com/office/drawing/2014/main" id="{28B0B5DE-2ACB-4FE0-BB97-94C0053757C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640121086"/>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 name="section-label">
            <a:extLst xmlns:a="http://schemas.openxmlformats.org/drawingml/2006/main">
              <a:ext uri="{FF2B5EF4-FFF2-40B4-BE49-F238E27FC236}">
                <a16:creationId xmlns:a16="http://schemas.microsoft.com/office/drawing/2014/main" id="{E14A5EF8-7229-4326-93F8-998BFEB64039}"/>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56" name="section-rule">
            <a:extLst xmlns:a="http://schemas.openxmlformats.org/drawingml/2006/main">
              <a:ext uri="{FF2B5EF4-FFF2-40B4-BE49-F238E27FC236}">
                <a16:creationId xmlns:a16="http://schemas.microsoft.com/office/drawing/2014/main" id="{CDD0FD92-5FE5-4954-B748-21C04BC32C87}"/>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 name="section-title">
            <a:extLst xmlns:a="http://schemas.openxmlformats.org/drawingml/2006/main">
              <a:ext uri="{FF2B5EF4-FFF2-40B4-BE49-F238E27FC236}">
                <a16:creationId xmlns:a16="http://schemas.microsoft.com/office/drawing/2014/main" id="{774EDDA0-804E-42A1-AFDE-A3298E1E35E3}"/>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8" name="narrative-number">
            <a:extLst xmlns:a="http://schemas.openxmlformats.org/drawingml/2006/main">
              <a:ext uri="{FF2B5EF4-FFF2-40B4-BE49-F238E27FC236}">
                <a16:creationId xmlns:a16="http://schemas.microsoft.com/office/drawing/2014/main" id="{0CA8150D-DC27-466E-B654-6CE50A2BC09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3604426116"/>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9-image-1"/>
          <p:cNvPicPr>
            <a:picLocks xmlns:a="http://schemas.openxmlformats.org/drawingml/2006/main" noChangeAspect="1"/>
          </p:cNvPicPr>
          <p:nvPr/>
        </p:nvPicPr>
        <p:blipFill>
          <a:blip xmlns:r="http://schemas.openxmlformats.org/officeDocument/2006/relationships" xmlns:a="http://schemas.openxmlformats.org/drawingml/2006/main" r:embed="R675f09929c9a484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968A056D-503F-432B-B094-E19F9C4ABF4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307182412"/>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9-image-2"/>
          <p:cNvPicPr>
            <a:picLocks xmlns:a="http://schemas.openxmlformats.org/drawingml/2006/main" noChangeAspect="1"/>
          </p:cNvPicPr>
          <p:nvPr/>
        </p:nvPicPr>
        <p:blipFill>
          <a:blip xmlns:r="http://schemas.openxmlformats.org/officeDocument/2006/relationships" xmlns:a="http://schemas.openxmlformats.org/drawingml/2006/main" r:embed="Rf73c3525f0854d7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C0D83F7D-462C-4E7A-BC0B-7248C7AFF5A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481801591"/>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5" name="09-image-3"/>
          <p:cNvPicPr>
            <a:picLocks xmlns:a="http://schemas.openxmlformats.org/drawingml/2006/main" noChangeAspect="1"/>
          </p:cNvPicPr>
          <p:nvPr/>
        </p:nvPicPr>
        <p:blipFill>
          <a:blip xmlns:r="http://schemas.openxmlformats.org/officeDocument/2006/relationships" xmlns:a="http://schemas.openxmlformats.org/drawingml/2006/main" r:embed="Rb66b99d6e0324f7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4" name="narrative-number">
            <a:extLst xmlns:a="http://schemas.openxmlformats.org/drawingml/2006/main">
              <a:ext uri="{FF2B5EF4-FFF2-40B4-BE49-F238E27FC236}">
                <a16:creationId xmlns:a16="http://schemas.microsoft.com/office/drawing/2014/main" id="{68D7DE32-950C-4305-B5A8-04444923470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339780654"/>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7" name="09-image-4"/>
          <p:cNvPicPr>
            <a:picLocks xmlns:a="http://schemas.openxmlformats.org/drawingml/2006/main" noChangeAspect="1"/>
          </p:cNvPicPr>
          <p:nvPr/>
        </p:nvPicPr>
        <p:blipFill>
          <a:blip xmlns:r="http://schemas.openxmlformats.org/officeDocument/2006/relationships" xmlns:a="http://schemas.openxmlformats.org/drawingml/2006/main" r:embed="R8f238fff922a4bf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6" name="narrative-number">
            <a:extLst xmlns:a="http://schemas.openxmlformats.org/drawingml/2006/main">
              <a:ext uri="{FF2B5EF4-FFF2-40B4-BE49-F238E27FC236}">
                <a16:creationId xmlns:a16="http://schemas.microsoft.com/office/drawing/2014/main" id="{79CDBF49-662F-4BF9-AF8B-8916BDB6C7F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286625578"/>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9" name="09-image-5"/>
          <p:cNvPicPr>
            <a:picLocks xmlns:a="http://schemas.openxmlformats.org/drawingml/2006/main" noChangeAspect="1"/>
          </p:cNvPicPr>
          <p:nvPr/>
        </p:nvPicPr>
        <p:blipFill>
          <a:blip xmlns:r="http://schemas.openxmlformats.org/officeDocument/2006/relationships" xmlns:a="http://schemas.openxmlformats.org/drawingml/2006/main" r:embed="R3d9c861a765d4d0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8" name="narrative-number">
            <a:extLst xmlns:a="http://schemas.openxmlformats.org/drawingml/2006/main">
              <a:ext uri="{FF2B5EF4-FFF2-40B4-BE49-F238E27FC236}">
                <a16:creationId xmlns:a16="http://schemas.microsoft.com/office/drawing/2014/main" id="{36CDCF4F-A2F8-46DE-B733-F9EFEFE0C3E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188957629"/>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1" name="09-image-6"/>
          <p:cNvPicPr>
            <a:picLocks xmlns:a="http://schemas.openxmlformats.org/drawingml/2006/main" noChangeAspect="1"/>
          </p:cNvPicPr>
          <p:nvPr/>
        </p:nvPicPr>
        <p:blipFill>
          <a:blip xmlns:r="http://schemas.openxmlformats.org/officeDocument/2006/relationships" xmlns:a="http://schemas.openxmlformats.org/drawingml/2006/main" r:embed="Ra77806abb12344a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0" name="narrative-number">
            <a:extLst xmlns:a="http://schemas.openxmlformats.org/drawingml/2006/main">
              <a:ext uri="{FF2B5EF4-FFF2-40B4-BE49-F238E27FC236}">
                <a16:creationId xmlns:a16="http://schemas.microsoft.com/office/drawing/2014/main" id="{B5AEA955-35FC-4FCE-AF94-B9F2F248798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552722931"/>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1" name="!!area-name">
            <a:extLst xmlns:a="http://schemas.openxmlformats.org/drawingml/2006/main">
              <a:ext uri="{FF2B5EF4-FFF2-40B4-BE49-F238E27FC236}">
                <a16:creationId xmlns:a16="http://schemas.microsoft.com/office/drawing/2014/main" id="{755E96B1-F70A-4EF9-951A-C5EB42FF0F8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80" name="mini-map"/>
          <p:cNvPicPr>
            <a:picLocks xmlns:a="http://schemas.openxmlformats.org/drawingml/2006/main" noChangeAspect="1"/>
          </p:cNvPicPr>
          <p:nvPr/>
        </p:nvPicPr>
        <p:blipFill>
          <a:blip xmlns:r="http://schemas.openxmlformats.org/officeDocument/2006/relationships" xmlns:a="http://schemas.openxmlformats.org/drawingml/2006/main" r:embed="R18c2df2262c44da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3" name="header-divider">
            <a:extLst xmlns:a="http://schemas.openxmlformats.org/drawingml/2006/main">
              <a:ext uri="{FF2B5EF4-FFF2-40B4-BE49-F238E27FC236}">
                <a16:creationId xmlns:a16="http://schemas.microsoft.com/office/drawing/2014/main" id="{9CB16188-8DA2-427E-A7DC-71516CD3626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4" name="10-text-1">
            <a:extLst xmlns:a="http://schemas.openxmlformats.org/drawingml/2006/main">
              <a:ext uri="{FF2B5EF4-FFF2-40B4-BE49-F238E27FC236}">
                <a16:creationId xmlns:a16="http://schemas.microsoft.com/office/drawing/2014/main" id="{C0F07A5C-D567-4DAB-A6EB-EE811E940810}"/>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75" name="10-text-2">
            <a:extLst xmlns:a="http://schemas.openxmlformats.org/drawingml/2006/main">
              <a:ext uri="{FF2B5EF4-FFF2-40B4-BE49-F238E27FC236}">
                <a16:creationId xmlns:a16="http://schemas.microsoft.com/office/drawing/2014/main" id="{DF0AE9CC-0295-4366-ABF6-6DCA96D59134}"/>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76" name="10-text-3">
            <a:extLst xmlns:a="http://schemas.openxmlformats.org/drawingml/2006/main">
              <a:ext uri="{FF2B5EF4-FFF2-40B4-BE49-F238E27FC236}">
                <a16:creationId xmlns:a16="http://schemas.microsoft.com/office/drawing/2014/main" id="{1DDE484C-642B-43F8-8A9B-1B7D567D0AFE}"/>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85" name="10-image-4"/>
          <p:cNvPicPr>
            <a:picLocks xmlns:a="http://schemas.openxmlformats.org/drawingml/2006/main" noChangeAspect="1"/>
          </p:cNvPicPr>
          <p:nvPr/>
        </p:nvPicPr>
        <p:blipFill>
          <a:blip xmlns:r="http://schemas.openxmlformats.org/officeDocument/2006/relationships" xmlns:a="http://schemas.openxmlformats.org/drawingml/2006/main" r:embed="R569a60a459284380"/>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78" name="narrative-number">
            <a:extLst xmlns:a="http://schemas.openxmlformats.org/drawingml/2006/main">
              <a:ext uri="{FF2B5EF4-FFF2-40B4-BE49-F238E27FC236}">
                <a16:creationId xmlns:a16="http://schemas.microsoft.com/office/drawing/2014/main" id="{F21DBD83-7DC5-46E1-9E84-A26DCABA2ED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3268092464"/>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9" name="!!area-name">
            <a:extLst xmlns:a="http://schemas.openxmlformats.org/drawingml/2006/main">
              <a:ext uri="{FF2B5EF4-FFF2-40B4-BE49-F238E27FC236}">
                <a16:creationId xmlns:a16="http://schemas.microsoft.com/office/drawing/2014/main" id="{7FA694E0-4497-4799-BDA2-6088547E01F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00" name="mini-map"/>
          <p:cNvPicPr>
            <a:picLocks xmlns:a="http://schemas.openxmlformats.org/drawingml/2006/main" noChangeAspect="1"/>
          </p:cNvPicPr>
          <p:nvPr/>
        </p:nvPicPr>
        <p:blipFill>
          <a:blip xmlns:r="http://schemas.openxmlformats.org/officeDocument/2006/relationships" xmlns:a="http://schemas.openxmlformats.org/drawingml/2006/main" r:embed="Rcc005aa28ec048b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81" name="slide-title">
            <a:extLst xmlns:a="http://schemas.openxmlformats.org/drawingml/2006/main">
              <a:ext uri="{FF2B5EF4-FFF2-40B4-BE49-F238E27FC236}">
                <a16:creationId xmlns:a16="http://schemas.microsoft.com/office/drawing/2014/main" id="{D1363713-F0CA-403E-81C2-7C54FC49DAE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82" name="header-divider">
            <a:extLst xmlns:a="http://schemas.openxmlformats.org/drawingml/2006/main">
              <a:ext uri="{FF2B5EF4-FFF2-40B4-BE49-F238E27FC236}">
                <a16:creationId xmlns:a16="http://schemas.microsoft.com/office/drawing/2014/main" id="{0A8B4AB2-06F5-4641-ADA6-00ADA5E756E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3" name="11-text-1">
            <a:extLst xmlns:a="http://schemas.openxmlformats.org/drawingml/2006/main">
              <a:ext uri="{FF2B5EF4-FFF2-40B4-BE49-F238E27FC236}">
                <a16:creationId xmlns:a16="http://schemas.microsoft.com/office/drawing/2014/main" id="{F82C0230-49DA-4920-A998-71F25F10F4F0}"/>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84" name="11-text-2">
            <a:extLst xmlns:a="http://schemas.openxmlformats.org/drawingml/2006/main">
              <a:ext uri="{FF2B5EF4-FFF2-40B4-BE49-F238E27FC236}">
                <a16:creationId xmlns:a16="http://schemas.microsoft.com/office/drawing/2014/main" id="{EB8ED4FC-FABC-42FB-A281-87C76CC7D0EC}"/>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85" name="11-text-3">
            <a:extLst xmlns:a="http://schemas.openxmlformats.org/drawingml/2006/main">
              <a:ext uri="{FF2B5EF4-FFF2-40B4-BE49-F238E27FC236}">
                <a16:creationId xmlns:a16="http://schemas.microsoft.com/office/drawing/2014/main" id="{257955B0-7F6B-4272-A9B9-60212F1CA69C}"/>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86" name="11-text-4">
            <a:extLst xmlns:a="http://schemas.openxmlformats.org/drawingml/2006/main">
              <a:ext uri="{FF2B5EF4-FFF2-40B4-BE49-F238E27FC236}">
                <a16:creationId xmlns:a16="http://schemas.microsoft.com/office/drawing/2014/main" id="{F1C873CD-F8E5-4639-91D7-279F4BC16BEA}"/>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87" name="11-text-5">
            <a:extLst xmlns:a="http://schemas.openxmlformats.org/drawingml/2006/main">
              <a:ext uri="{FF2B5EF4-FFF2-40B4-BE49-F238E27FC236}">
                <a16:creationId xmlns:a16="http://schemas.microsoft.com/office/drawing/2014/main" id="{4BDD668C-69F6-4D97-940A-01F51CCA23D6}"/>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88" name="11-text-6">
            <a:extLst xmlns:a="http://schemas.openxmlformats.org/drawingml/2006/main">
              <a:ext uri="{FF2B5EF4-FFF2-40B4-BE49-F238E27FC236}">
                <a16:creationId xmlns:a16="http://schemas.microsoft.com/office/drawing/2014/main" id="{745AD3B9-BC79-457B-A164-48D9D094BEE2}"/>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89" name="11-line-8">
            <a:extLst xmlns:a="http://schemas.openxmlformats.org/drawingml/2006/main">
              <a:ext uri="{FF2B5EF4-FFF2-40B4-BE49-F238E27FC236}">
                <a16:creationId xmlns:a16="http://schemas.microsoft.com/office/drawing/2014/main" id="{1FFED037-8DA6-41B2-BF5C-8930F98F6E9D}"/>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90" name="11-line-10">
            <a:extLst xmlns:a="http://schemas.openxmlformats.org/drawingml/2006/main">
              <a:ext uri="{FF2B5EF4-FFF2-40B4-BE49-F238E27FC236}">
                <a16:creationId xmlns:a16="http://schemas.microsoft.com/office/drawing/2014/main" id="{46715F96-633D-47F0-8440-DE6EF0248A7B}"/>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91" name="11-text-11">
            <a:extLst xmlns:a="http://schemas.openxmlformats.org/drawingml/2006/main">
              <a:ext uri="{FF2B5EF4-FFF2-40B4-BE49-F238E27FC236}">
                <a16:creationId xmlns:a16="http://schemas.microsoft.com/office/drawing/2014/main" id="{59D98AB1-54C1-422F-BA7C-7B3386532722}"/>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92" name="11-text-12">
            <a:extLst xmlns:a="http://schemas.openxmlformats.org/drawingml/2006/main">
              <a:ext uri="{FF2B5EF4-FFF2-40B4-BE49-F238E27FC236}">
                <a16:creationId xmlns:a16="http://schemas.microsoft.com/office/drawing/2014/main" id="{3509F8B0-108A-4A1C-AB77-8882BDEDFF29}"/>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of content the model processes and generates.</a:t>
            </a:r>
          </a:p>
        </p:txBody>
      </p:sp>
      <p:sp>
        <p:nvSpPr>
          <p:cNvPr id="93" name="11-text-13">
            <a:extLst xmlns:a="http://schemas.openxmlformats.org/drawingml/2006/main">
              <a:ext uri="{FF2B5EF4-FFF2-40B4-BE49-F238E27FC236}">
                <a16:creationId xmlns:a16="http://schemas.microsoft.com/office/drawing/2014/main" id="{278A9A9F-480C-4E6D-808E-4592FCE20865}"/>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94" name="11-text-14">
            <a:extLst xmlns:a="http://schemas.openxmlformats.org/drawingml/2006/main">
              <a:ext uri="{FF2B5EF4-FFF2-40B4-BE49-F238E27FC236}">
                <a16:creationId xmlns:a16="http://schemas.microsoft.com/office/drawing/2014/main" id="{01170EDF-4727-4F96-A5E0-013259877D1C}"/>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input and generated tokens.</a:t>
            </a:r>
          </a:p>
        </p:txBody>
      </p:sp>
      <p:sp>
        <p:nvSpPr>
          <p:cNvPr id="95" name="11-text-15">
            <a:extLst xmlns:a="http://schemas.openxmlformats.org/drawingml/2006/main">
              <a:ext uri="{FF2B5EF4-FFF2-40B4-BE49-F238E27FC236}">
                <a16:creationId xmlns:a16="http://schemas.microsoft.com/office/drawing/2014/main" id="{9A2A81B9-94DA-4F21-9A15-81379C544FB2}"/>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96" name="11-text-16">
            <a:extLst xmlns:a="http://schemas.openxmlformats.org/drawingml/2006/main">
              <a:ext uri="{FF2B5EF4-FFF2-40B4-BE49-F238E27FC236}">
                <a16:creationId xmlns:a16="http://schemas.microsoft.com/office/drawing/2014/main" id="{3178757D-D3E7-448D-A19F-824707E73442}"/>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Control reasoning effort where supported.</a:t>
            </a:r>
          </a:p>
        </p:txBody>
      </p:sp>
      <p:sp>
        <p:nvSpPr>
          <p:cNvPr id="97" name="11-text-17">
            <a:extLst xmlns:a="http://schemas.openxmlformats.org/drawingml/2006/main">
              <a:ext uri="{FF2B5EF4-FFF2-40B4-BE49-F238E27FC236}">
                <a16:creationId xmlns:a16="http://schemas.microsoft.com/office/drawing/2014/main" id="{F43CBCC8-0A1B-44C7-8A73-D9BC9C685203}"/>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configuration suited to the task and approved for the data.</a:t>
            </a:r>
          </a:p>
        </p:txBody>
      </p:sp>
      <p:sp>
        <p:nvSpPr>
          <p:cNvPr id="98" name="narrative-number">
            <a:extLst xmlns:a="http://schemas.openxmlformats.org/drawingml/2006/main">
              <a:ext uri="{FF2B5EF4-FFF2-40B4-BE49-F238E27FC236}">
                <a16:creationId xmlns:a16="http://schemas.microsoft.com/office/drawing/2014/main" id="{E0E95937-358D-43F4-9222-4ABCD5C2520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3001687318"/>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9" name="!!area-name">
            <a:extLst xmlns:a="http://schemas.openxmlformats.org/drawingml/2006/main">
              <a:ext uri="{FF2B5EF4-FFF2-40B4-BE49-F238E27FC236}">
                <a16:creationId xmlns:a16="http://schemas.microsoft.com/office/drawing/2014/main" id="{334D76F1-D347-4B0C-922C-0AE2C6D2C85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11" name="mini-map"/>
          <p:cNvPicPr>
            <a:picLocks xmlns:a="http://schemas.openxmlformats.org/drawingml/2006/main" noChangeAspect="1"/>
          </p:cNvPicPr>
          <p:nvPr/>
        </p:nvPicPr>
        <p:blipFill>
          <a:blip xmlns:r="http://schemas.openxmlformats.org/officeDocument/2006/relationships" xmlns:a="http://schemas.openxmlformats.org/drawingml/2006/main" r:embed="R604c4d497d33432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1" name="slide-title">
            <a:extLst xmlns:a="http://schemas.openxmlformats.org/drawingml/2006/main">
              <a:ext uri="{FF2B5EF4-FFF2-40B4-BE49-F238E27FC236}">
                <a16:creationId xmlns:a16="http://schemas.microsoft.com/office/drawing/2014/main" id="{E0A475DA-7176-4047-8B1F-3DC9FAE1F2D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02" name="header-divider">
            <a:extLst xmlns:a="http://schemas.openxmlformats.org/drawingml/2006/main">
              <a:ext uri="{FF2B5EF4-FFF2-40B4-BE49-F238E27FC236}">
                <a16:creationId xmlns:a16="http://schemas.microsoft.com/office/drawing/2014/main" id="{E8A42304-01AB-4A8F-8653-04884F21C3A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3" name="12-text-1">
            <a:extLst xmlns:a="http://schemas.openxmlformats.org/drawingml/2006/main">
              <a:ext uri="{FF2B5EF4-FFF2-40B4-BE49-F238E27FC236}">
                <a16:creationId xmlns:a16="http://schemas.microsoft.com/office/drawing/2014/main" id="{20CEF58E-89F7-4632-B08E-214C328D5259}"/>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options</a:t>
            </a:r>
          </a:p>
        </p:txBody>
      </p:sp>
      <p:sp>
        <p:nvSpPr>
          <p:cNvPr id="104" name="12-text-2">
            <a:extLst xmlns:a="http://schemas.openxmlformats.org/drawingml/2006/main">
              <a:ext uri="{FF2B5EF4-FFF2-40B4-BE49-F238E27FC236}">
                <a16:creationId xmlns:a16="http://schemas.microsoft.com/office/drawing/2014/main" id="{D79C3805-715B-46C3-8100-EB8E63CABE8B}"/>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Approved for the data, environment, and intended use.</a:t>
            </a:r>
          </a:p>
        </p:txBody>
      </p:sp>
      <p:sp>
        <p:nvSpPr>
          <p:cNvPr id="105" name="12-text-3">
            <a:extLst xmlns:a="http://schemas.openxmlformats.org/drawingml/2006/main">
              <a:ext uri="{FF2B5EF4-FFF2-40B4-BE49-F238E27FC236}">
                <a16:creationId xmlns:a16="http://schemas.microsoft.com/office/drawing/2014/main" id="{EBA24B84-11AD-40F6-94D3-B887EA65151A}"/>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Required quality</a:t>
            </a:r>
          </a:p>
        </p:txBody>
      </p:sp>
      <p:sp>
        <p:nvSpPr>
          <p:cNvPr id="106" name="12-text-4">
            <a:extLst xmlns:a="http://schemas.openxmlformats.org/drawingml/2006/main">
              <a:ext uri="{FF2B5EF4-FFF2-40B4-BE49-F238E27FC236}">
                <a16:creationId xmlns:a16="http://schemas.microsoft.com/office/drawing/2014/main" id="{4E9614FE-7321-4C03-A13D-865C37EA64C3}"/>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Representative tasks, with clear acceptance criteria.</a:t>
            </a:r>
          </a:p>
        </p:txBody>
      </p:sp>
      <p:sp>
        <p:nvSpPr>
          <p:cNvPr id="107" name="12-text-5">
            <a:extLst xmlns:a="http://schemas.openxmlformats.org/drawingml/2006/main">
              <a:ext uri="{FF2B5EF4-FFF2-40B4-BE49-F238E27FC236}">
                <a16:creationId xmlns:a16="http://schemas.microsoft.com/office/drawing/2014/main" id="{81CEC785-BC69-45A1-A5EE-628680C1E6D8}"/>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Task efficiency</a:t>
            </a:r>
          </a:p>
        </p:txBody>
      </p:sp>
      <p:sp>
        <p:nvSpPr>
          <p:cNvPr id="108" name="12-text-6">
            <a:extLst xmlns:a="http://schemas.openxmlformats.org/drawingml/2006/main">
              <a:ext uri="{FF2B5EF4-FFF2-40B4-BE49-F238E27FC236}">
                <a16:creationId xmlns:a16="http://schemas.microsoft.com/office/drawing/2014/main" id="{6E31A090-2B82-495B-9910-1D48AE560E7B}"/>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retries and review.</a:t>
            </a:r>
          </a:p>
        </p:txBody>
      </p:sp>
      <p:sp>
        <p:nvSpPr>
          <p:cNvPr id="109" name="narrative-number">
            <a:extLst xmlns:a="http://schemas.openxmlformats.org/drawingml/2006/main">
              <a:ext uri="{FF2B5EF4-FFF2-40B4-BE49-F238E27FC236}">
                <a16:creationId xmlns:a16="http://schemas.microsoft.com/office/drawing/2014/main" id="{8D751D9D-3577-4AA9-8507-E3211A9163E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2549615480"/>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0" name="!!area-name">
            <a:extLst xmlns:a="http://schemas.openxmlformats.org/drawingml/2006/main">
              <a:ext uri="{FF2B5EF4-FFF2-40B4-BE49-F238E27FC236}">
                <a16:creationId xmlns:a16="http://schemas.microsoft.com/office/drawing/2014/main" id="{BAEBB841-0088-4FC2-BE6B-1C518FAB119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24" name="mini-map"/>
          <p:cNvPicPr>
            <a:picLocks xmlns:a="http://schemas.openxmlformats.org/drawingml/2006/main" noChangeAspect="1"/>
          </p:cNvPicPr>
          <p:nvPr/>
        </p:nvPicPr>
        <p:blipFill>
          <a:blip xmlns:r="http://schemas.openxmlformats.org/officeDocument/2006/relationships" xmlns:a="http://schemas.openxmlformats.org/drawingml/2006/main" r:embed="R19a4a95f680a4fe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12" name="slide-title">
            <a:extLst xmlns:a="http://schemas.openxmlformats.org/drawingml/2006/main">
              <a:ext uri="{FF2B5EF4-FFF2-40B4-BE49-F238E27FC236}">
                <a16:creationId xmlns:a16="http://schemas.microsoft.com/office/drawing/2014/main" id="{41554AD0-430E-4EEE-9B81-4164D8C2221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13" name="header-divider">
            <a:extLst xmlns:a="http://schemas.openxmlformats.org/drawingml/2006/main">
              <a:ext uri="{FF2B5EF4-FFF2-40B4-BE49-F238E27FC236}">
                <a16:creationId xmlns:a16="http://schemas.microsoft.com/office/drawing/2014/main" id="{3F80396F-969D-4D9B-B691-3896837D969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14" name="13-text-1">
            <a:extLst xmlns:a="http://schemas.openxmlformats.org/drawingml/2006/main">
              <a:ext uri="{FF2B5EF4-FFF2-40B4-BE49-F238E27FC236}">
                <a16:creationId xmlns:a16="http://schemas.microsoft.com/office/drawing/2014/main" id="{C4080525-633C-431D-B68F-AD2674F9EC52}"/>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Capacity</a:t>
            </a:r>
          </a:p>
        </p:txBody>
      </p:sp>
      <p:sp>
        <p:nvSpPr>
          <p:cNvPr id="115" name="13-text-2">
            <a:extLst xmlns:a="http://schemas.openxmlformats.org/drawingml/2006/main">
              <a:ext uri="{FF2B5EF4-FFF2-40B4-BE49-F238E27FC236}">
                <a16:creationId xmlns:a16="http://schemas.microsoft.com/office/drawing/2014/main" id="{CCA1E0E8-FB52-4622-9BE0-3D32D5BB4070}"/>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fits, but the result still needs checking.</a:t>
            </a:r>
          </a:p>
        </p:txBody>
      </p:sp>
      <p:sp>
        <p:nvSpPr>
          <p:cNvPr id="116" name="13-text-3">
            <a:extLst xmlns:a="http://schemas.openxmlformats.org/drawingml/2006/main">
              <a:ext uri="{FF2B5EF4-FFF2-40B4-BE49-F238E27FC236}">
                <a16:creationId xmlns:a16="http://schemas.microsoft.com/office/drawing/2014/main" id="{53CA3633-E29C-4342-9A5E-F1D90C226488}"/>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Effort</a:t>
            </a:r>
          </a:p>
        </p:txBody>
      </p:sp>
      <p:sp>
        <p:nvSpPr>
          <p:cNvPr id="117" name="13-text-4">
            <a:extLst xmlns:a="http://schemas.openxmlformats.org/drawingml/2006/main">
              <a:ext uri="{FF2B5EF4-FFF2-40B4-BE49-F238E27FC236}">
                <a16:creationId xmlns:a16="http://schemas.microsoft.com/office/drawing/2014/main" id="{28DB8425-97FF-42F3-9FCD-BDEE7F605F5B}"/>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task evidence.</a:t>
            </a:r>
          </a:p>
        </p:txBody>
      </p:sp>
      <p:sp>
        <p:nvSpPr>
          <p:cNvPr id="118" name="13-text-5">
            <a:extLst xmlns:a="http://schemas.openxmlformats.org/drawingml/2006/main">
              <a:ext uri="{FF2B5EF4-FFF2-40B4-BE49-F238E27FC236}">
                <a16:creationId xmlns:a16="http://schemas.microsoft.com/office/drawing/2014/main" id="{07883FD6-83D2-4C76-82A8-D00530C404CE}"/>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Cost</a:t>
            </a:r>
          </a:p>
        </p:txBody>
      </p:sp>
      <p:sp>
        <p:nvSpPr>
          <p:cNvPr id="119" name="13-text-6">
            <a:extLst xmlns:a="http://schemas.openxmlformats.org/drawingml/2006/main">
              <a:ext uri="{FF2B5EF4-FFF2-40B4-BE49-F238E27FC236}">
                <a16:creationId xmlns:a16="http://schemas.microsoft.com/office/drawing/2014/main" id="{8F87B7CD-21A7-47BE-8A61-8C37EC0FA4DD}"/>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Token price omits retries and review.</a:t>
            </a:r>
          </a:p>
        </p:txBody>
      </p:sp>
      <p:sp>
        <p:nvSpPr>
          <p:cNvPr id="120" name="13-text-7">
            <a:extLst xmlns:a="http://schemas.openxmlformats.org/drawingml/2006/main">
              <a:ext uri="{FF2B5EF4-FFF2-40B4-BE49-F238E27FC236}">
                <a16:creationId xmlns:a16="http://schemas.microsoft.com/office/drawing/2014/main" id="{E41E042B-DAC9-40AE-98C8-9A92C0FD433D}"/>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21" name="13-text-8">
            <a:extLst xmlns:a="http://schemas.openxmlformats.org/drawingml/2006/main">
              <a:ext uri="{FF2B5EF4-FFF2-40B4-BE49-F238E27FC236}">
                <a16:creationId xmlns:a16="http://schemas.microsoft.com/office/drawing/2014/main" id="{F99938B5-B59C-48D7-8199-B48686E1BF74}"/>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22" name="narrative-number">
            <a:extLst xmlns:a="http://schemas.openxmlformats.org/drawingml/2006/main">
              <a:ext uri="{FF2B5EF4-FFF2-40B4-BE49-F238E27FC236}">
                <a16:creationId xmlns:a16="http://schemas.microsoft.com/office/drawing/2014/main" id="{993BE73B-E955-498D-A710-F5FBB97DD8C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2030645004"/>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3" name="!!area-name">
            <a:extLst xmlns:a="http://schemas.openxmlformats.org/drawingml/2006/main">
              <a:ext uri="{FF2B5EF4-FFF2-40B4-BE49-F238E27FC236}">
                <a16:creationId xmlns:a16="http://schemas.microsoft.com/office/drawing/2014/main" id="{264FEEF5-901D-4450-814E-87625BA9265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application</a:t>
            </a:r>
          </a:p>
        </p:txBody>
      </p:sp>
      <p:pic>
        <p:nvPicPr>
          <p:cNvPr id="137" name="mini-map"/>
          <p:cNvPicPr>
            <a:picLocks xmlns:a="http://schemas.openxmlformats.org/drawingml/2006/main" noChangeAspect="1"/>
          </p:cNvPicPr>
          <p:nvPr/>
        </p:nvPicPr>
        <p:blipFill>
          <a:blip xmlns:r="http://schemas.openxmlformats.org/officeDocument/2006/relationships" xmlns:a="http://schemas.openxmlformats.org/drawingml/2006/main" r:embed="R2a2c01a611aa4ae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5" name="slide-title">
            <a:extLst xmlns:a="http://schemas.openxmlformats.org/drawingml/2006/main">
              <a:ext uri="{FF2B5EF4-FFF2-40B4-BE49-F238E27FC236}">
                <a16:creationId xmlns:a16="http://schemas.microsoft.com/office/drawing/2014/main" id="{4BEDBA31-183E-4F5F-A97A-469242B0C88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26" name="header-divider">
            <a:extLst xmlns:a="http://schemas.openxmlformats.org/drawingml/2006/main">
              <a:ext uri="{FF2B5EF4-FFF2-40B4-BE49-F238E27FC236}">
                <a16:creationId xmlns:a16="http://schemas.microsoft.com/office/drawing/2014/main" id="{8111BDF4-654C-4DC3-92F4-F606FB2CF1D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7" name="14-text-1">
            <a:extLst xmlns:a="http://schemas.openxmlformats.org/drawingml/2006/main">
              <a:ext uri="{FF2B5EF4-FFF2-40B4-BE49-F238E27FC236}">
                <a16:creationId xmlns:a16="http://schemas.microsoft.com/office/drawing/2014/main" id="{0C7C6AF3-C28D-42F4-A3FA-D0FE459C4F59}"/>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sp>
        <p:nvSpPr>
          <p:cNvPr id="128" name="14-text-2">
            <a:extLst xmlns:a="http://schemas.openxmlformats.org/drawingml/2006/main">
              <a:ext uri="{FF2B5EF4-FFF2-40B4-BE49-F238E27FC236}">
                <a16:creationId xmlns:a16="http://schemas.microsoft.com/office/drawing/2014/main" id="{B33FAE3C-96CE-458A-B576-088AF55CC6A3}"/>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CUI/ECI corpus. Approved options assumed older and less capable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synthesis.</a:t>
            </a:r>
          </a:p>
        </p:txBody>
      </p:sp>
      <p:sp>
        <p:nvSpPr>
          <p:cNvPr id="129" name="14-text-3">
            <a:extLst xmlns:a="http://schemas.openxmlformats.org/drawingml/2006/main">
              <a:ext uri="{FF2B5EF4-FFF2-40B4-BE49-F238E27FC236}">
                <a16:creationId xmlns:a16="http://schemas.microsoft.com/office/drawing/2014/main" id="{86FF095E-655A-40BA-BF8E-80A0A08652EC}"/>
              </a:ext>
            </a:extLst>
          </p:cNvPr>
          <p:cNvSpPr>
            <a:spLocks xmlns:a="http://schemas.openxmlformats.org/drawingml/2006/main"/>
          </p:cNvSpPr>
          <p:nvPr/>
        </p:nvSpPr>
        <p:spPr>
          <a:xfrm xmlns:a="http://schemas.openxmlformats.org/drawingml/2006/main">
            <a:off x="6096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Design</a:t>
            </a:r>
          </a:p>
        </p:txBody>
      </p:sp>
      <p:sp>
        <p:nvSpPr>
          <p:cNvPr id="130" name="14-text-4">
            <a:extLst xmlns:a="http://schemas.openxmlformats.org/drawingml/2006/main">
              <a:ext uri="{FF2B5EF4-FFF2-40B4-BE49-F238E27FC236}">
                <a16:creationId xmlns:a16="http://schemas.microsoft.com/office/drawing/2014/main" id="{237040A1-849E-4BB2-B3D3-B2EDDE852479}"/>
              </a:ext>
            </a:extLst>
          </p:cNvPr>
          <p:cNvSpPr>
            <a:spLocks xmlns:a="http://schemas.openxmlformats.org/drawingml/2006/main"/>
          </p:cNvSpPr>
          <p:nvPr/>
        </p:nvSpPr>
        <p:spPr>
          <a:xfrm xmlns:a="http://schemas.openxmlformats.org/drawingml/2006/main">
            <a:off x="609600" y="4140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one eligible configuration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summaries and cross-case synthesis.</a:t>
            </a:r>
          </a:p>
        </p:txBody>
      </p:sp>
      <p:sp>
        <p:nvSpPr>
          <p:cNvPr id="131" name="14-text-5">
            <a:extLst xmlns:a="http://schemas.openxmlformats.org/drawingml/2006/main">
              <a:ext uri="{FF2B5EF4-FFF2-40B4-BE49-F238E27FC236}">
                <a16:creationId xmlns:a16="http://schemas.microsoft.com/office/drawing/2014/main" id="{5EC44B40-B9B7-4554-B600-9D3DEF9F7FEC}"/>
              </a:ext>
            </a:extLst>
          </p:cNvPr>
          <p:cNvSpPr>
            <a:spLocks xmlns:a="http://schemas.openxmlformats.org/drawingml/2006/main"/>
          </p:cNvSpPr>
          <p:nvPr/>
        </p:nvSpPr>
        <p:spPr>
          <a:xfrm xmlns:a="http://schemas.openxmlformats.org/drawingml/2006/main">
            <a:off x="6096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Failure to test</a:t>
            </a:r>
          </a:p>
        </p:txBody>
      </p:sp>
      <p:sp>
        <p:nvSpPr>
          <p:cNvPr id="132" name="14-text-6">
            <a:extLst xmlns:a="http://schemas.openxmlformats.org/drawingml/2006/main">
              <a:ext uri="{FF2B5EF4-FFF2-40B4-BE49-F238E27FC236}">
                <a16:creationId xmlns:a16="http://schemas.microsoft.com/office/drawing/2014/main" id="{32D7D719-E31F-4CC8-96AA-DACFBFD8D4F9}"/>
              </a:ext>
            </a:extLst>
          </p:cNvPr>
          <p:cNvSpPr>
            <a:spLocks xmlns:a="http://schemas.openxmlformats.org/drawingml/2006/main"/>
          </p:cNvSpPr>
          <p:nvPr/>
        </p:nvSpPr>
        <p:spPr>
          <a:xfrm xmlns:a="http://schemas.openxmlformats.org/drawingml/2006/main">
            <a:off x="6096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Possible bearing wear becomes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confirmed cause.</a:t>
            </a:r>
          </a:p>
        </p:txBody>
      </p:sp>
      <p:sp>
        <p:nvSpPr>
          <p:cNvPr id="133" name="14-text-7">
            <a:extLst xmlns:a="http://schemas.openxmlformats.org/drawingml/2006/main">
              <a:ext uri="{FF2B5EF4-FFF2-40B4-BE49-F238E27FC236}">
                <a16:creationId xmlns:a16="http://schemas.microsoft.com/office/drawing/2014/main" id="{3449BFB7-D29E-4FA0-A95D-8B4C4FF0085B}"/>
              </a:ext>
            </a:extLst>
          </p:cNvPr>
          <p:cNvSpPr>
            <a:spLocks xmlns:a="http://schemas.openxmlformats.org/drawingml/2006/main"/>
          </p:cNvSpPr>
          <p:nvPr/>
        </p:nvSpPr>
        <p:spPr>
          <a:xfrm xmlns:a="http://schemas.openxmlformats.org/drawingml/2006/main">
            <a:off x="62484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Selection scorecard</a:t>
            </a:r>
          </a:p>
        </p:txBody>
      </p:sp>
      <p:graphicFrame>
        <p:nvGraphicFramePr>
          <p:cNvPr id="147" name="14-table-8"/>
          <p:cNvGraphicFramePr/>
          <p:nvPr/>
        </p:nvGraphicFramePr>
        <p:xfrm>
          <a:off xmlns:a="http://schemas.openxmlformats.org/drawingml/2006/main" x="6248400" y="4191000"/>
          <a:ext xmlns:a="http://schemas.openxmlformats.org/drawingml/2006/main" cx="5334000" cy="2032000"/>
        </p:xfrm>
        <a:graphic xmlns:a="http://schemas.openxmlformats.org/drawingml/2006/main">
          <a:graphicData uri="http://schemas.openxmlformats.org/drawingml/2006/table">
            <a:tbl>
              <a:tblPr firstRow="0" firstCol="0" lastCol="0" bandRow="0" bandCol="0"/>
              <a:tblGrid>
                <a:gridCol w="1270000"/>
                <a:gridCol w="4064000"/>
              </a:tblGrid>
              <a:tr h="381000">
                <a:tc>
                  <a:txBody>
                    <a:bodyPr>
                      <a:noAutofit/>
                    </a:bodyPr>
                    <a:lstStyle/>
                    <a:p>
                      <a:pPr>
                        <a:lnSpc>
                          <a:spcPct val="125000"/>
                        </a:lnSpc>
                        <a:buNone/>
                      </a:pPr>
                      <a:r>
                        <a:rPr sz="2000" b="1">
                          <a:solidFill>
                            <a:srgbClr val="1064F8"/>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Evidence to collect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Quality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381000">
                <a:tc>
                  <a:txBody>
                    <a:bodyPr>
                      <a:noAutofit/>
                    </a:bodyPr>
                    <a:lstStyle/>
                    <a:p>
                      <a:pPr>
                        <a:lnSpc>
                          <a:spcPct val="125000"/>
                        </a:lnSpc>
                        <a:buNone/>
                      </a:pPr>
                      <a:r>
                        <a:rPr sz="2000" b="0">
                          <a:solidFill>
                            <a:srgbClr val="FFFCF5"/>
                          </a:solidFill>
                          <a:latin typeface="Helvetica"/>
                          <a:ea typeface="Helvetica"/>
                          <a:cs typeface="Helvetica"/>
                        </a:rPr>
                        <a:t>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Completion 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Cost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 attempts and review</a:t>
                      </a:r>
                    </a:p>
                    <a:p>
                      <a:pPr>
                        <a:lnSpc>
                          <a:spcPct val="125000"/>
                        </a:lnSpc>
                        <a:buNone/>
                      </a:pPr>
                      <a:r>
                        <a:rPr sz="2000" b="0">
                          <a:solidFill>
                            <a:srgbClr val="FFFCF5"/>
                          </a:solidFill>
                          <a:latin typeface="Helvetica"/>
                          <a:ea typeface="Helvetica"/>
                          <a:cs typeface="Helvetica"/>
                        </a:rPr>
                        <a:t>per successful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35" name="narrative-number">
            <a:extLst xmlns:a="http://schemas.openxmlformats.org/drawingml/2006/main">
              <a:ext uri="{FF2B5EF4-FFF2-40B4-BE49-F238E27FC236}">
                <a16:creationId xmlns:a16="http://schemas.microsoft.com/office/drawing/2014/main" id="{4D41BFEB-92B2-4FB5-BAC0-C6BB8869B58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2519028567"/>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6" name="!!area-name">
            <a:extLst xmlns:a="http://schemas.openxmlformats.org/drawingml/2006/main">
              <a:ext uri="{FF2B5EF4-FFF2-40B4-BE49-F238E27FC236}">
                <a16:creationId xmlns:a16="http://schemas.microsoft.com/office/drawing/2014/main" id="{6C996219-D7D7-4EE7-8D39-894606BB290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45" name="mini-map"/>
          <p:cNvPicPr>
            <a:picLocks xmlns:a="http://schemas.openxmlformats.org/drawingml/2006/main" noChangeAspect="1"/>
          </p:cNvPicPr>
          <p:nvPr/>
        </p:nvPicPr>
        <p:blipFill>
          <a:blip xmlns:r="http://schemas.openxmlformats.org/officeDocument/2006/relationships" xmlns:a="http://schemas.openxmlformats.org/drawingml/2006/main" r:embed="Rc55804233a4b47e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8" name="header-divider">
            <a:extLst xmlns:a="http://schemas.openxmlformats.org/drawingml/2006/main">
              <a:ext uri="{FF2B5EF4-FFF2-40B4-BE49-F238E27FC236}">
                <a16:creationId xmlns:a16="http://schemas.microsoft.com/office/drawing/2014/main" id="{A08A33BF-A8DB-4416-9508-2FF94FEEBAE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9" name="15-text-1">
            <a:extLst xmlns:a="http://schemas.openxmlformats.org/drawingml/2006/main">
              <a:ext uri="{FF2B5EF4-FFF2-40B4-BE49-F238E27FC236}">
                <a16:creationId xmlns:a16="http://schemas.microsoft.com/office/drawing/2014/main" id="{7EE0C95D-7164-4A9F-B1AF-8448AD45CDA4}"/>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40" name="15-text-2">
            <a:extLst xmlns:a="http://schemas.openxmlformats.org/drawingml/2006/main">
              <a:ext uri="{FF2B5EF4-FFF2-40B4-BE49-F238E27FC236}">
                <a16:creationId xmlns:a16="http://schemas.microsoft.com/office/drawing/2014/main" id="{678688FC-5867-4B26-AB0C-32301A9A1F5E}"/>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41" name="15-text-3">
            <a:extLst xmlns:a="http://schemas.openxmlformats.org/drawingml/2006/main">
              <a:ext uri="{FF2B5EF4-FFF2-40B4-BE49-F238E27FC236}">
                <a16:creationId xmlns:a16="http://schemas.microsoft.com/office/drawing/2014/main" id="{26AA259E-2FEB-4EC6-B1E2-E8CA48A8BBA6}"/>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50" name="15-image-4"/>
          <p:cNvPicPr>
            <a:picLocks xmlns:a="http://schemas.openxmlformats.org/drawingml/2006/main" noChangeAspect="1"/>
          </p:cNvPicPr>
          <p:nvPr/>
        </p:nvPicPr>
        <p:blipFill>
          <a:blip xmlns:r="http://schemas.openxmlformats.org/officeDocument/2006/relationships" xmlns:a="http://schemas.openxmlformats.org/drawingml/2006/main" r:embed="Rf23a99fa4f9149dd"/>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43" name="narrative-number">
            <a:extLst xmlns:a="http://schemas.openxmlformats.org/drawingml/2006/main">
              <a:ext uri="{FF2B5EF4-FFF2-40B4-BE49-F238E27FC236}">
                <a16:creationId xmlns:a16="http://schemas.microsoft.com/office/drawing/2014/main" id="{1E4E0D4C-C259-46A6-A667-C936C9F7F02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40583877"/>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4" name="!!area-name">
            <a:extLst xmlns:a="http://schemas.openxmlformats.org/drawingml/2006/main">
              <a:ext uri="{FF2B5EF4-FFF2-40B4-BE49-F238E27FC236}">
                <a16:creationId xmlns:a16="http://schemas.microsoft.com/office/drawing/2014/main" id="{CA53AD38-B2C3-4FF2-8817-47B75C29846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Foundations</a:t>
            </a:r>
          </a:p>
        </p:txBody>
      </p:sp>
      <p:pic>
        <p:nvPicPr>
          <p:cNvPr id="159" name="mini-map"/>
          <p:cNvPicPr>
            <a:picLocks xmlns:a="http://schemas.openxmlformats.org/drawingml/2006/main" noChangeAspect="1"/>
          </p:cNvPicPr>
          <p:nvPr/>
        </p:nvPicPr>
        <p:blipFill>
          <a:blip xmlns:r="http://schemas.openxmlformats.org/officeDocument/2006/relationships" xmlns:a="http://schemas.openxmlformats.org/drawingml/2006/main" r:embed="R750fefe8c8d54f4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6" name="slide-title">
            <a:extLst xmlns:a="http://schemas.openxmlformats.org/drawingml/2006/main">
              <a:ext uri="{FF2B5EF4-FFF2-40B4-BE49-F238E27FC236}">
                <a16:creationId xmlns:a16="http://schemas.microsoft.com/office/drawing/2014/main" id="{F18A796A-2061-4EB3-806C-086FF508346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the next step</a:t>
            </a:r>
          </a:p>
        </p:txBody>
      </p:sp>
      <p:sp>
        <p:nvSpPr>
          <p:cNvPr id="147" name="header-divider">
            <a:extLst xmlns:a="http://schemas.openxmlformats.org/drawingml/2006/main">
              <a:ext uri="{FF2B5EF4-FFF2-40B4-BE49-F238E27FC236}">
                <a16:creationId xmlns:a16="http://schemas.microsoft.com/office/drawing/2014/main" id="{AEF55EF8-431E-4D0E-86EF-F3BE4E67F0D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8" name="16-text-1">
            <a:extLst xmlns:a="http://schemas.openxmlformats.org/drawingml/2006/main">
              <a:ext uri="{FF2B5EF4-FFF2-40B4-BE49-F238E27FC236}">
                <a16:creationId xmlns:a16="http://schemas.microsoft.com/office/drawing/2014/main" id="{FCD041C5-370C-47E6-BC93-33625FE83D50}"/>
              </a:ext>
            </a:extLst>
          </p:cNvPr>
          <p:cNvSpPr>
            <a:spLocks xmlns:a="http://schemas.openxmlformats.org/drawingml/2006/main"/>
          </p:cNvSpPr>
          <p:nvPr/>
        </p:nvSpPr>
        <p:spPr>
          <a:xfrm xmlns:a="http://schemas.openxmlformats.org/drawingml/2006/main">
            <a:off x="609600" y="24384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Memory</a:t>
            </a:r>
          </a:p>
        </p:txBody>
      </p:sp>
      <p:sp>
        <p:nvSpPr>
          <p:cNvPr id="149" name="16-text-2">
            <a:extLst xmlns:a="http://schemas.openxmlformats.org/drawingml/2006/main">
              <a:ext uri="{FF2B5EF4-FFF2-40B4-BE49-F238E27FC236}">
                <a16:creationId xmlns:a16="http://schemas.microsoft.com/office/drawing/2014/main" id="{E84FA381-D59B-4C1B-B193-5BC593D0C3C8}"/>
              </a:ext>
            </a:extLst>
          </p:cNvPr>
          <p:cNvSpPr>
            <a:spLocks xmlns:a="http://schemas.openxmlformats.org/drawingml/2006/main"/>
          </p:cNvSpPr>
          <p:nvPr/>
        </p:nvSpPr>
        <p:spPr>
          <a:xfrm xmlns:a="http://schemas.openxmlformats.org/drawingml/2006/main">
            <a:off x="609600" y="2921000"/>
            <a:ext cx="381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Selected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retained for later use.</a:t>
            </a:r>
          </a:p>
        </p:txBody>
      </p:sp>
      <p:sp>
        <p:nvSpPr>
          <p:cNvPr id="150" name="16-text-3">
            <a:extLst xmlns:a="http://schemas.openxmlformats.org/drawingml/2006/main">
              <a:ext uri="{FF2B5EF4-FFF2-40B4-BE49-F238E27FC236}">
                <a16:creationId xmlns:a16="http://schemas.microsoft.com/office/drawing/2014/main" id="{C5015A77-DAE1-4E61-82C9-3AD8A4878852}"/>
              </a:ext>
            </a:extLst>
          </p:cNvPr>
          <p:cNvSpPr>
            <a:spLocks xmlns:a="http://schemas.openxmlformats.org/drawingml/2006/main"/>
          </p:cNvSpPr>
          <p:nvPr/>
        </p:nvSpPr>
        <p:spPr>
          <a:xfrm xmlns:a="http://schemas.openxmlformats.org/drawingml/2006/main">
            <a:off x="609600" y="44704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Authoritative records</a:t>
            </a:r>
          </a:p>
        </p:txBody>
      </p:sp>
      <p:sp>
        <p:nvSpPr>
          <p:cNvPr id="151" name="16-text-4">
            <a:extLst xmlns:a="http://schemas.openxmlformats.org/drawingml/2006/main">
              <a:ext uri="{FF2B5EF4-FFF2-40B4-BE49-F238E27FC236}">
                <a16:creationId xmlns:a16="http://schemas.microsoft.com/office/drawing/2014/main" id="{CE1F33EB-B6D8-4AE5-A8CB-A2CEEC5EB3A6}"/>
              </a:ext>
            </a:extLst>
          </p:cNvPr>
          <p:cNvSpPr>
            <a:spLocks xmlns:a="http://schemas.openxmlformats.org/drawingml/2006/main"/>
          </p:cNvSpPr>
          <p:nvPr/>
        </p:nvSpPr>
        <p:spPr>
          <a:xfrm xmlns:a="http://schemas.openxmlformats.org/drawingml/2006/main">
            <a:off x="609600" y="4953000"/>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Source documents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state checked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task.</a:t>
            </a:r>
          </a:p>
        </p:txBody>
      </p:sp>
      <p:sp>
        <p:nvSpPr>
          <p:cNvPr id="152" name="working-context-boundary">
            <a:extLst xmlns:a="http://schemas.openxmlformats.org/drawingml/2006/main">
              <a:ext uri="{FF2B5EF4-FFF2-40B4-BE49-F238E27FC236}">
                <a16:creationId xmlns:a16="http://schemas.microsoft.com/office/drawing/2014/main" id="{F4087378-B12E-4D87-9DEA-6705AAD0ADCA}"/>
              </a:ext>
            </a:extLst>
          </p:cNvPr>
          <p:cNvSpPr>
            <a:spLocks xmlns:a="http://schemas.openxmlformats.org/drawingml/2006/main"/>
          </p:cNvSpPr>
          <p:nvPr/>
        </p:nvSpPr>
        <p:spPr>
          <a:xfrm xmlns:a="http://schemas.openxmlformats.org/drawingml/2006/main">
            <a:off x="5943600" y="2438400"/>
            <a:ext cx="5638800" cy="37592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153" name="16-text-5">
            <a:extLst xmlns:a="http://schemas.openxmlformats.org/drawingml/2006/main">
              <a:ext uri="{FF2B5EF4-FFF2-40B4-BE49-F238E27FC236}">
                <a16:creationId xmlns:a16="http://schemas.microsoft.com/office/drawing/2014/main" id="{35720779-9682-4A09-8793-04D07254BE7F}"/>
              </a:ext>
            </a:extLst>
          </p:cNvPr>
          <p:cNvSpPr>
            <a:spLocks xmlns:a="http://schemas.openxmlformats.org/drawingml/2006/main"/>
          </p:cNvSpPr>
          <p:nvPr/>
        </p:nvSpPr>
        <p:spPr>
          <a:xfrm xmlns:a="http://schemas.openxmlformats.org/drawingml/2006/main">
            <a:off x="6248400" y="2743200"/>
            <a:ext cx="5029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Working context</a:t>
            </a:r>
          </a:p>
        </p:txBody>
      </p:sp>
      <p:sp>
        <p:nvSpPr>
          <p:cNvPr id="154" name="16-text-6">
            <a:extLst xmlns:a="http://schemas.openxmlformats.org/drawingml/2006/main">
              <a:ext uri="{FF2B5EF4-FFF2-40B4-BE49-F238E27FC236}">
                <a16:creationId xmlns:a16="http://schemas.microsoft.com/office/drawing/2014/main" id="{39000645-AA8B-4554-B682-CD7BCDFC1463}"/>
              </a:ext>
            </a:extLst>
          </p:cNvPr>
          <p:cNvSpPr>
            <a:spLocks xmlns:a="http://schemas.openxmlformats.org/drawingml/2006/main"/>
          </p:cNvSpPr>
          <p:nvPr/>
        </p:nvSpPr>
        <p:spPr>
          <a:xfrm xmlns:a="http://schemas.openxmlformats.org/drawingml/2006/main">
            <a:off x="6248400" y="3429000"/>
            <a:ext cx="5029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Instructions, request,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tools, and relevant history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available for this step.</a:t>
            </a:r>
          </a:p>
        </p:txBody>
      </p:sp>
      <p:sp>
        <p:nvSpPr>
          <p:cNvPr id="155" name="16-line-8">
            <a:extLst xmlns:a="http://schemas.openxmlformats.org/drawingml/2006/main">
              <a:ext uri="{FF2B5EF4-FFF2-40B4-BE49-F238E27FC236}">
                <a16:creationId xmlns:a16="http://schemas.microsoft.com/office/drawing/2014/main" id="{CBDAF67F-2FB8-4C92-AD96-4E7ECED86ABF}"/>
              </a:ext>
            </a:extLst>
          </p:cNvPr>
          <p:cNvSpPr>
            <a:spLocks xmlns:a="http://schemas.openxmlformats.org/drawingml/2006/main"/>
          </p:cNvSpPr>
          <p:nvPr/>
        </p:nvSpPr>
        <p:spPr>
          <a:xfrm xmlns:a="http://schemas.openxmlformats.org/drawingml/2006/main" flipH="0" flipV="0">
            <a:off x="4826000" y="3276600"/>
            <a:ext cx="914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56" name="16-line-10">
            <a:extLst xmlns:a="http://schemas.openxmlformats.org/drawingml/2006/main">
              <a:ext uri="{FF2B5EF4-FFF2-40B4-BE49-F238E27FC236}">
                <a16:creationId xmlns:a16="http://schemas.microsoft.com/office/drawing/2014/main" id="{6300B4BF-857A-4F7F-9C39-CF7757E68382}"/>
              </a:ext>
            </a:extLst>
          </p:cNvPr>
          <p:cNvSpPr>
            <a:spLocks xmlns:a="http://schemas.openxmlformats.org/drawingml/2006/main"/>
          </p:cNvSpPr>
          <p:nvPr/>
        </p:nvSpPr>
        <p:spPr>
          <a:xfrm xmlns:a="http://schemas.openxmlformats.org/drawingml/2006/main" flipH="0" flipV="0">
            <a:off x="4826000" y="5283200"/>
            <a:ext cx="914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57" name="narrative-number">
            <a:extLst xmlns:a="http://schemas.openxmlformats.org/drawingml/2006/main">
              <a:ext uri="{FF2B5EF4-FFF2-40B4-BE49-F238E27FC236}">
                <a16:creationId xmlns:a16="http://schemas.microsoft.com/office/drawing/2014/main" id="{DF46EC41-8B4D-4308-B324-4CB7300E750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1900090648"/>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8" name="!!area-name">
            <a:extLst xmlns:a="http://schemas.openxmlformats.org/drawingml/2006/main">
              <a:ext uri="{FF2B5EF4-FFF2-40B4-BE49-F238E27FC236}">
                <a16:creationId xmlns:a16="http://schemas.microsoft.com/office/drawing/2014/main" id="{6BCD026C-1223-4DD6-9081-2755BA8825E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178" name="mini-map"/>
          <p:cNvPicPr>
            <a:picLocks xmlns:a="http://schemas.openxmlformats.org/drawingml/2006/main" noChangeAspect="1"/>
          </p:cNvPicPr>
          <p:nvPr/>
        </p:nvPicPr>
        <p:blipFill>
          <a:blip xmlns:r="http://schemas.openxmlformats.org/officeDocument/2006/relationships" xmlns:a="http://schemas.openxmlformats.org/drawingml/2006/main" r:embed="R0cfe94682f66416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0" name="slide-title">
            <a:extLst xmlns:a="http://schemas.openxmlformats.org/drawingml/2006/main">
              <a:ext uri="{FF2B5EF4-FFF2-40B4-BE49-F238E27FC236}">
                <a16:creationId xmlns:a16="http://schemas.microsoft.com/office/drawing/2014/main" id="{A852F2EB-0380-44E6-A787-0C526980566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Retrieval and context choices</a:t>
            </a:r>
          </a:p>
        </p:txBody>
      </p:sp>
      <p:sp>
        <p:nvSpPr>
          <p:cNvPr id="161" name="header-divider">
            <a:extLst xmlns:a="http://schemas.openxmlformats.org/drawingml/2006/main">
              <a:ext uri="{FF2B5EF4-FFF2-40B4-BE49-F238E27FC236}">
                <a16:creationId xmlns:a16="http://schemas.microsoft.com/office/drawing/2014/main" id="{9C5D4CFE-15D9-41A5-A195-F0A4C840C58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2" name="17-text-1">
            <a:extLst xmlns:a="http://schemas.openxmlformats.org/drawingml/2006/main">
              <a:ext uri="{FF2B5EF4-FFF2-40B4-BE49-F238E27FC236}">
                <a16:creationId xmlns:a16="http://schemas.microsoft.com/office/drawing/2014/main" id="{42A25B1E-412A-4C32-8794-FF20B30FF333}"/>
              </a:ext>
            </a:extLst>
          </p:cNvPr>
          <p:cNvSpPr>
            <a:spLocks xmlns:a="http://schemas.openxmlformats.org/drawingml/2006/main"/>
          </p:cNvSpPr>
          <p:nvPr/>
        </p:nvSpPr>
        <p:spPr>
          <a:xfrm xmlns:a="http://schemas.openxmlformats.org/drawingml/2006/main">
            <a:off x="609600" y="2438400"/>
            <a:ext cx="990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RAG</a:t>
            </a:r>
          </a:p>
        </p:txBody>
      </p:sp>
      <p:sp>
        <p:nvSpPr>
          <p:cNvPr id="163" name="17-text-2">
            <a:extLst xmlns:a="http://schemas.openxmlformats.org/drawingml/2006/main">
              <a:ext uri="{FF2B5EF4-FFF2-40B4-BE49-F238E27FC236}">
                <a16:creationId xmlns:a16="http://schemas.microsoft.com/office/drawing/2014/main" id="{6ECFA9C8-19A2-4D25-B33C-9394A925C823}"/>
              </a:ext>
            </a:extLst>
          </p:cNvPr>
          <p:cNvSpPr>
            <a:spLocks xmlns:a="http://schemas.openxmlformats.org/drawingml/2006/main"/>
          </p:cNvSpPr>
          <p:nvPr/>
        </p:nvSpPr>
        <p:spPr>
          <a:xfrm xmlns:a="http://schemas.openxmlformats.org/drawingml/2006/main">
            <a:off x="1879600" y="2438400"/>
            <a:ext cx="970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information and supply it as evidence for generation.</a:t>
            </a:r>
          </a:p>
        </p:txBody>
      </p:sp>
      <p:sp>
        <p:nvSpPr>
          <p:cNvPr id="164" name="17-text-3">
            <a:extLst xmlns:a="http://schemas.openxmlformats.org/drawingml/2006/main">
              <a:ext uri="{FF2B5EF4-FFF2-40B4-BE49-F238E27FC236}">
                <a16:creationId xmlns:a16="http://schemas.microsoft.com/office/drawing/2014/main" id="{C73C9BAD-8146-44F0-A064-A137C905966A}"/>
              </a:ext>
            </a:extLst>
          </p:cNvPr>
          <p:cNvSpPr>
            <a:spLocks xmlns:a="http://schemas.openxmlformats.org/drawingml/2006/main"/>
          </p:cNvSpPr>
          <p:nvPr/>
        </p:nvSpPr>
        <p:spPr>
          <a:xfrm xmlns:a="http://schemas.openxmlformats.org/drawingml/2006/main">
            <a:off x="6096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Authorized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65" name="17-text-4">
            <a:extLst xmlns:a="http://schemas.openxmlformats.org/drawingml/2006/main">
              <a:ext uri="{FF2B5EF4-FFF2-40B4-BE49-F238E27FC236}">
                <a16:creationId xmlns:a16="http://schemas.microsoft.com/office/drawing/2014/main" id="{4E59F60F-DADA-4C50-8C3E-8FFAB282F0E8}"/>
              </a:ext>
            </a:extLst>
          </p:cNvPr>
          <p:cNvSpPr>
            <a:spLocks xmlns:a="http://schemas.openxmlformats.org/drawingml/2006/main"/>
          </p:cNvSpPr>
          <p:nvPr/>
        </p:nvSpPr>
        <p:spPr>
          <a:xfrm xmlns:a="http://schemas.openxmlformats.org/drawingml/2006/main">
            <a:off x="35560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Retrieval</a:t>
            </a:r>
          </a:p>
        </p:txBody>
      </p:sp>
      <p:sp>
        <p:nvSpPr>
          <p:cNvPr id="166" name="17-text-5">
            <a:extLst xmlns:a="http://schemas.openxmlformats.org/drawingml/2006/main">
              <a:ext uri="{FF2B5EF4-FFF2-40B4-BE49-F238E27FC236}">
                <a16:creationId xmlns:a16="http://schemas.microsoft.com/office/drawing/2014/main" id="{463CBD14-5CD9-4FF1-ABB6-FDBCAA12B10A}"/>
              </a:ext>
            </a:extLst>
          </p:cNvPr>
          <p:cNvSpPr>
            <a:spLocks xmlns:a="http://schemas.openxmlformats.org/drawingml/2006/main"/>
          </p:cNvSpPr>
          <p:nvPr/>
        </p:nvSpPr>
        <p:spPr>
          <a:xfrm xmlns:a="http://schemas.openxmlformats.org/drawingml/2006/main">
            <a:off x="65024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selection</a:t>
            </a:r>
          </a:p>
        </p:txBody>
      </p:sp>
      <p:sp>
        <p:nvSpPr>
          <p:cNvPr id="167" name="17-text-6">
            <a:extLst xmlns:a="http://schemas.openxmlformats.org/drawingml/2006/main">
              <a:ext uri="{FF2B5EF4-FFF2-40B4-BE49-F238E27FC236}">
                <a16:creationId xmlns:a16="http://schemas.microsoft.com/office/drawing/2014/main" id="{8CF793EA-8CA6-4109-8E73-FA54BDE33CF1}"/>
              </a:ext>
            </a:extLst>
          </p:cNvPr>
          <p:cNvSpPr>
            <a:spLocks xmlns:a="http://schemas.openxmlformats.org/drawingml/2006/main"/>
          </p:cNvSpPr>
          <p:nvPr/>
        </p:nvSpPr>
        <p:spPr>
          <a:xfrm xmlns:a="http://schemas.openxmlformats.org/drawingml/2006/main">
            <a:off x="94488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Assembled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input</a:t>
            </a:r>
          </a:p>
        </p:txBody>
      </p:sp>
      <p:sp>
        <p:nvSpPr>
          <p:cNvPr id="168" name="17-line-8">
            <a:extLst xmlns:a="http://schemas.openxmlformats.org/drawingml/2006/main">
              <a:ext uri="{FF2B5EF4-FFF2-40B4-BE49-F238E27FC236}">
                <a16:creationId xmlns:a16="http://schemas.microsoft.com/office/drawing/2014/main" id="{180ADEDB-9051-4BAE-AF18-C48E9E56D52B}"/>
              </a:ext>
            </a:extLst>
          </p:cNvPr>
          <p:cNvSpPr>
            <a:spLocks xmlns:a="http://schemas.openxmlformats.org/drawingml/2006/main"/>
          </p:cNvSpPr>
          <p:nvPr/>
        </p:nvSpPr>
        <p:spPr>
          <a:xfrm xmlns:a="http://schemas.openxmlformats.org/drawingml/2006/main" flipH="0" flipV="0">
            <a:off x="29210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69" name="17-line-10">
            <a:extLst xmlns:a="http://schemas.openxmlformats.org/drawingml/2006/main">
              <a:ext uri="{FF2B5EF4-FFF2-40B4-BE49-F238E27FC236}">
                <a16:creationId xmlns:a16="http://schemas.microsoft.com/office/drawing/2014/main" id="{D9E08DF3-3A7F-4CE7-943D-6FDF5D627864}"/>
              </a:ext>
            </a:extLst>
          </p:cNvPr>
          <p:cNvSpPr>
            <a:spLocks xmlns:a="http://schemas.openxmlformats.org/drawingml/2006/main"/>
          </p:cNvSpPr>
          <p:nvPr/>
        </p:nvSpPr>
        <p:spPr>
          <a:xfrm xmlns:a="http://schemas.openxmlformats.org/drawingml/2006/main" flipH="0" flipV="0">
            <a:off x="58674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70" name="17-line-12">
            <a:extLst xmlns:a="http://schemas.openxmlformats.org/drawingml/2006/main">
              <a:ext uri="{FF2B5EF4-FFF2-40B4-BE49-F238E27FC236}">
                <a16:creationId xmlns:a16="http://schemas.microsoft.com/office/drawing/2014/main" id="{6B0658FB-D81C-410D-9367-290D2E0F7A88}"/>
              </a:ext>
            </a:extLst>
          </p:cNvPr>
          <p:cNvSpPr>
            <a:spLocks xmlns:a="http://schemas.openxmlformats.org/drawingml/2006/main"/>
          </p:cNvSpPr>
          <p:nvPr/>
        </p:nvSpPr>
        <p:spPr>
          <a:xfrm xmlns:a="http://schemas.openxmlformats.org/drawingml/2006/main" flipH="0" flipV="0">
            <a:off x="88138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71" name="17-text-13">
            <a:extLst xmlns:a="http://schemas.openxmlformats.org/drawingml/2006/main">
              <a:ext uri="{FF2B5EF4-FFF2-40B4-BE49-F238E27FC236}">
                <a16:creationId xmlns:a16="http://schemas.microsoft.com/office/drawing/2014/main" id="{81B5ACA4-A36A-4732-862F-AB74180658BF}"/>
              </a:ext>
            </a:extLst>
          </p:cNvPr>
          <p:cNvSpPr>
            <a:spLocks xmlns:a="http://schemas.openxmlformats.org/drawingml/2006/main"/>
          </p:cNvSpPr>
          <p:nvPr/>
        </p:nvSpPr>
        <p:spPr>
          <a:xfrm xmlns:a="http://schemas.openxmlformats.org/drawingml/2006/main">
            <a:off x="609600" y="4064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Preserve source identity, revision, and access scope.</a:t>
            </a:r>
          </a:p>
        </p:txBody>
      </p:sp>
      <p:sp>
        <p:nvSpPr>
          <p:cNvPr id="172" name="17-text-14">
            <a:extLst xmlns:a="http://schemas.openxmlformats.org/drawingml/2006/main">
              <a:ext uri="{FF2B5EF4-FFF2-40B4-BE49-F238E27FC236}">
                <a16:creationId xmlns:a16="http://schemas.microsoft.com/office/drawing/2014/main" id="{2949CEEE-A497-480B-9795-CE15C9969441}"/>
              </a:ext>
            </a:extLst>
          </p:cNvPr>
          <p:cNvSpPr>
            <a:spLocks xmlns:a="http://schemas.openxmlformats.org/drawingml/2006/main"/>
          </p:cNvSpPr>
          <p:nvPr/>
        </p:nvSpPr>
        <p:spPr>
          <a:xfrm xmlns:a="http://schemas.openxmlformats.org/drawingml/2006/main">
            <a:off x="6096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Find the evidence</a:t>
            </a:r>
          </a:p>
        </p:txBody>
      </p:sp>
      <p:sp>
        <p:nvSpPr>
          <p:cNvPr id="173" name="17-text-15">
            <a:extLst xmlns:a="http://schemas.openxmlformats.org/drawingml/2006/main">
              <a:ext uri="{FF2B5EF4-FFF2-40B4-BE49-F238E27FC236}">
                <a16:creationId xmlns:a16="http://schemas.microsoft.com/office/drawing/2014/main" id="{BA05782A-4A92-415B-9CCC-54A420E40FC3}"/>
              </a:ext>
            </a:extLst>
          </p:cNvPr>
          <p:cNvSpPr>
            <a:spLocks xmlns:a="http://schemas.openxmlformats.org/drawingml/2006/main"/>
          </p:cNvSpPr>
          <p:nvPr/>
        </p:nvSpPr>
        <p:spPr>
          <a:xfrm xmlns:a="http://schemas.openxmlformats.org/drawingml/2006/main">
            <a:off x="6096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Keyword: terms and identifiers.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Semantic: similarity using embeddings.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Hybrid: both signals.</a:t>
            </a:r>
          </a:p>
        </p:txBody>
      </p:sp>
      <p:sp>
        <p:nvSpPr>
          <p:cNvPr id="174" name="17-text-16">
            <a:extLst xmlns:a="http://schemas.openxmlformats.org/drawingml/2006/main">
              <a:ext uri="{FF2B5EF4-FFF2-40B4-BE49-F238E27FC236}">
                <a16:creationId xmlns:a16="http://schemas.microsoft.com/office/drawing/2014/main" id="{954BF80A-63F0-43CD-A171-0BE3C6797862}"/>
              </a:ext>
            </a:extLst>
          </p:cNvPr>
          <p:cNvSpPr>
            <a:spLocks xmlns:a="http://schemas.openxmlformats.org/drawingml/2006/main"/>
          </p:cNvSpPr>
          <p:nvPr/>
        </p:nvSpPr>
        <p:spPr>
          <a:xfrm xmlns:a="http://schemas.openxmlformats.org/drawingml/2006/main">
            <a:off x="62484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Manage the context</a:t>
            </a:r>
          </a:p>
        </p:txBody>
      </p:sp>
      <p:sp>
        <p:nvSpPr>
          <p:cNvPr id="175" name="17-text-17">
            <a:extLst xmlns:a="http://schemas.openxmlformats.org/drawingml/2006/main">
              <a:ext uri="{FF2B5EF4-FFF2-40B4-BE49-F238E27FC236}">
                <a16:creationId xmlns:a16="http://schemas.microsoft.com/office/drawing/2014/main" id="{6AFD7D9C-9987-4DC3-BDE0-40F07F68BF24}"/>
              </a:ext>
            </a:extLst>
          </p:cNvPr>
          <p:cNvSpPr>
            <a:spLocks xmlns:a="http://schemas.openxmlformats.org/drawingml/2006/main"/>
          </p:cNvSpPr>
          <p:nvPr/>
        </p:nvSpPr>
        <p:spPr>
          <a:xfrm xmlns:a="http://schemas.openxmlformats.org/drawingml/2006/main">
            <a:off x="62484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Preload essentials.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Fetch detail when needed.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 and refresh useful information.</a:t>
            </a:r>
          </a:p>
        </p:txBody>
      </p:sp>
      <p:sp>
        <p:nvSpPr>
          <p:cNvPr id="176" name="narrative-number">
            <a:extLst xmlns:a="http://schemas.openxmlformats.org/drawingml/2006/main">
              <a:ext uri="{FF2B5EF4-FFF2-40B4-BE49-F238E27FC236}">
                <a16:creationId xmlns:a16="http://schemas.microsoft.com/office/drawing/2014/main" id="{76BF699D-808E-440F-9C8A-C1F1EE9D47B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2703718294"/>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77" name="!!area-name">
            <a:extLst xmlns:a="http://schemas.openxmlformats.org/drawingml/2006/main">
              <a:ext uri="{FF2B5EF4-FFF2-40B4-BE49-F238E27FC236}">
                <a16:creationId xmlns:a16="http://schemas.microsoft.com/office/drawing/2014/main" id="{ACAFD971-FF57-4ADC-BD01-7C04D0996C3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191" name="mini-map"/>
          <p:cNvPicPr>
            <a:picLocks xmlns:a="http://schemas.openxmlformats.org/drawingml/2006/main" noChangeAspect="1"/>
          </p:cNvPicPr>
          <p:nvPr/>
        </p:nvPicPr>
        <p:blipFill>
          <a:blip xmlns:r="http://schemas.openxmlformats.org/officeDocument/2006/relationships" xmlns:a="http://schemas.openxmlformats.org/drawingml/2006/main" r:embed="R0fdc26217c2c4bd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9" name="slide-title">
            <a:extLst xmlns:a="http://schemas.openxmlformats.org/drawingml/2006/main">
              <a:ext uri="{FF2B5EF4-FFF2-40B4-BE49-F238E27FC236}">
                <a16:creationId xmlns:a16="http://schemas.microsoft.com/office/drawing/2014/main" id="{B1C1B3ED-0C8E-44DE-A0AD-5B6D36A29D6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180" name="header-divider">
            <a:extLst xmlns:a="http://schemas.openxmlformats.org/drawingml/2006/main">
              <a:ext uri="{FF2B5EF4-FFF2-40B4-BE49-F238E27FC236}">
                <a16:creationId xmlns:a16="http://schemas.microsoft.com/office/drawing/2014/main" id="{AD35DA45-3AE5-4B02-AB14-161EA34D983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1" name="18-text-1">
            <a:extLst xmlns:a="http://schemas.openxmlformats.org/drawingml/2006/main">
              <a:ext uri="{FF2B5EF4-FFF2-40B4-BE49-F238E27FC236}">
                <a16:creationId xmlns:a16="http://schemas.microsoft.com/office/drawing/2014/main" id="{8A4B6A46-EC19-446F-975B-8C25662EE7B8}"/>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Coverage</a:t>
            </a:r>
          </a:p>
        </p:txBody>
      </p:sp>
      <p:sp>
        <p:nvSpPr>
          <p:cNvPr id="182" name="18-text-2">
            <a:extLst xmlns:a="http://schemas.openxmlformats.org/drawingml/2006/main">
              <a:ext uri="{FF2B5EF4-FFF2-40B4-BE49-F238E27FC236}">
                <a16:creationId xmlns:a16="http://schemas.microsoft.com/office/drawing/2014/main" id="{2C6893C4-D93D-4BB2-9854-BB4B43441830}"/>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Decisive evidence can be missing.</a:t>
            </a:r>
          </a:p>
        </p:txBody>
      </p:sp>
      <p:sp>
        <p:nvSpPr>
          <p:cNvPr id="183" name="18-text-3">
            <a:extLst xmlns:a="http://schemas.openxmlformats.org/drawingml/2006/main">
              <a:ext uri="{FF2B5EF4-FFF2-40B4-BE49-F238E27FC236}">
                <a16:creationId xmlns:a16="http://schemas.microsoft.com/office/drawing/2014/main" id="{169E5AFB-2E24-43BD-BB08-14F780FA1C0B}"/>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Summaries</a:t>
            </a:r>
          </a:p>
        </p:txBody>
      </p:sp>
      <p:sp>
        <p:nvSpPr>
          <p:cNvPr id="184" name="18-text-4">
            <a:extLst xmlns:a="http://schemas.openxmlformats.org/drawingml/2006/main">
              <a:ext uri="{FF2B5EF4-FFF2-40B4-BE49-F238E27FC236}">
                <a16:creationId xmlns:a16="http://schemas.microsoft.com/office/drawing/2014/main" id="{0825404F-4A53-48BB-976A-DA33BB17BBBE}"/>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Qualifications can disappear.</a:t>
            </a:r>
          </a:p>
        </p:txBody>
      </p:sp>
      <p:sp>
        <p:nvSpPr>
          <p:cNvPr id="185" name="18-text-5">
            <a:extLst xmlns:a="http://schemas.openxmlformats.org/drawingml/2006/main">
              <a:ext uri="{FF2B5EF4-FFF2-40B4-BE49-F238E27FC236}">
                <a16:creationId xmlns:a16="http://schemas.microsoft.com/office/drawing/2014/main" id="{3B7557BA-E39B-4A65-B510-60C8BDBDECA0}"/>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86" name="18-text-6">
            <a:extLst xmlns:a="http://schemas.openxmlformats.org/drawingml/2006/main">
              <a:ext uri="{FF2B5EF4-FFF2-40B4-BE49-F238E27FC236}">
                <a16:creationId xmlns:a16="http://schemas.microsoft.com/office/drawing/2014/main" id="{2103B4AE-D4E0-4608-BFD7-05C0F9CC3A7E}"/>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and identities must remain traceable.</a:t>
            </a:r>
          </a:p>
        </p:txBody>
      </p:sp>
      <p:sp>
        <p:nvSpPr>
          <p:cNvPr id="187" name="18-text-7">
            <a:extLst xmlns:a="http://schemas.openxmlformats.org/drawingml/2006/main">
              <a:ext uri="{FF2B5EF4-FFF2-40B4-BE49-F238E27FC236}">
                <a16:creationId xmlns:a16="http://schemas.microsoft.com/office/drawing/2014/main" id="{98A4D83A-09CE-4603-9BE0-1FD0426D4631}"/>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188" name="18-text-8">
            <a:extLst xmlns:a="http://schemas.openxmlformats.org/drawingml/2006/main">
              <a:ext uri="{FF2B5EF4-FFF2-40B4-BE49-F238E27FC236}">
                <a16:creationId xmlns:a16="http://schemas.microsoft.com/office/drawing/2014/main" id="{959A5422-B0EC-472D-B29F-247F679770F5}"/>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189" name="narrative-number">
            <a:extLst xmlns:a="http://schemas.openxmlformats.org/drawingml/2006/main">
              <a:ext uri="{FF2B5EF4-FFF2-40B4-BE49-F238E27FC236}">
                <a16:creationId xmlns:a16="http://schemas.microsoft.com/office/drawing/2014/main" id="{87D3F3DE-7B65-40F3-866B-EC7B3BA99E9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3812516243"/>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0" name="!!area-name">
            <a:extLst xmlns:a="http://schemas.openxmlformats.org/drawingml/2006/main">
              <a:ext uri="{FF2B5EF4-FFF2-40B4-BE49-F238E27FC236}">
                <a16:creationId xmlns:a16="http://schemas.microsoft.com/office/drawing/2014/main" id="{1B8D1BCF-B93F-41D3-9AD2-4C2BCA9BF08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application</a:t>
            </a:r>
          </a:p>
        </p:txBody>
      </p:sp>
      <p:pic>
        <p:nvPicPr>
          <p:cNvPr id="207" name="mini-map"/>
          <p:cNvPicPr>
            <a:picLocks xmlns:a="http://schemas.openxmlformats.org/drawingml/2006/main" noChangeAspect="1"/>
          </p:cNvPicPr>
          <p:nvPr/>
        </p:nvPicPr>
        <p:blipFill>
          <a:blip xmlns:r="http://schemas.openxmlformats.org/officeDocument/2006/relationships" xmlns:a="http://schemas.openxmlformats.org/drawingml/2006/main" r:embed="R367f6396855247c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2" name="slide-title">
            <a:extLst xmlns:a="http://schemas.openxmlformats.org/drawingml/2006/main">
              <a:ext uri="{FF2B5EF4-FFF2-40B4-BE49-F238E27FC236}">
                <a16:creationId xmlns:a16="http://schemas.microsoft.com/office/drawing/2014/main" id="{628EFD7E-F450-4326-BB50-C13716BA444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193" name="header-divider">
            <a:extLst xmlns:a="http://schemas.openxmlformats.org/drawingml/2006/main">
              <a:ext uri="{FF2B5EF4-FFF2-40B4-BE49-F238E27FC236}">
                <a16:creationId xmlns:a16="http://schemas.microsoft.com/office/drawing/2014/main" id="{CF724234-3634-46BC-96A7-67738A02A68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4" name="19-text-1">
            <a:extLst xmlns:a="http://schemas.openxmlformats.org/drawingml/2006/main">
              <a:ext uri="{FF2B5EF4-FFF2-40B4-BE49-F238E27FC236}">
                <a16:creationId xmlns:a16="http://schemas.microsoft.com/office/drawing/2014/main" id="{D6C277FE-42FA-4FDA-B53B-0F3E571A1A26}"/>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 and retrieval failure.</a:t>
            </a:r>
          </a:p>
        </p:txBody>
      </p:sp>
      <p:sp>
        <p:nvSpPr>
          <p:cNvPr id="195" name="19-text-2">
            <a:extLst xmlns:a="http://schemas.openxmlformats.org/drawingml/2006/main">
              <a:ext uri="{FF2B5EF4-FFF2-40B4-BE49-F238E27FC236}">
                <a16:creationId xmlns:a16="http://schemas.microsoft.com/office/drawing/2014/main" id="{FCA61789-A001-4B75-B179-8604B4C821AE}"/>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196" name="19-text-3">
            <a:extLst xmlns:a="http://schemas.openxmlformats.org/drawingml/2006/main">
              <a:ext uri="{FF2B5EF4-FFF2-40B4-BE49-F238E27FC236}">
                <a16:creationId xmlns:a16="http://schemas.microsoft.com/office/drawing/2014/main" id="{F8A0E6E4-6C32-44A8-99EE-59EE032AA3A9}"/>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197" name="19-text-4">
            <a:extLst xmlns:a="http://schemas.openxmlformats.org/drawingml/2006/main">
              <a:ext uri="{FF2B5EF4-FFF2-40B4-BE49-F238E27FC236}">
                <a16:creationId xmlns:a16="http://schemas.microsoft.com/office/drawing/2014/main" id="{B9BC3B2A-85D6-422D-97E7-00525F4C300D}"/>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 · omitted in this failure</a:t>
            </a:r>
          </a:p>
        </p:txBody>
      </p:sp>
      <p:sp>
        <p:nvSpPr>
          <p:cNvPr id="198" name="19-text-5">
            <a:extLst xmlns:a="http://schemas.openxmlformats.org/drawingml/2006/main">
              <a:ext uri="{FF2B5EF4-FFF2-40B4-BE49-F238E27FC236}">
                <a16:creationId xmlns:a16="http://schemas.microsoft.com/office/drawing/2014/main" id="{092085D5-6384-468B-A05D-6636B71ECB6C}"/>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199" name="19-text-6">
            <a:extLst xmlns:a="http://schemas.openxmlformats.org/drawingml/2006/main">
              <a:ext uri="{FF2B5EF4-FFF2-40B4-BE49-F238E27FC236}">
                <a16:creationId xmlns:a16="http://schemas.microsoft.com/office/drawing/2014/main" id="{F52359BF-48C5-4833-A276-F949ED4A66EB}"/>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00" name="19-text-7">
            <a:extLst xmlns:a="http://schemas.openxmlformats.org/drawingml/2006/main">
              <a:ext uri="{FF2B5EF4-FFF2-40B4-BE49-F238E27FC236}">
                <a16:creationId xmlns:a16="http://schemas.microsoft.com/office/drawing/2014/main" id="{32AB5EEB-90E9-4004-9AFE-0BD2FA5B24BA}"/>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Supply both passages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their source identities.</a:t>
            </a:r>
          </a:p>
        </p:txBody>
      </p:sp>
      <p:sp>
        <p:nvSpPr>
          <p:cNvPr id="201" name="19-text-8">
            <a:extLst xmlns:a="http://schemas.openxmlformats.org/drawingml/2006/main">
              <a:ext uri="{FF2B5EF4-FFF2-40B4-BE49-F238E27FC236}">
                <a16:creationId xmlns:a16="http://schemas.microsoft.com/office/drawing/2014/main" id="{28B384EF-B305-4D45-AC01-F302108A3574}"/>
              </a:ext>
            </a:extLst>
          </p:cNvPr>
          <p:cNvSpPr>
            <a:spLocks xmlns:a="http://schemas.openxmlformats.org/drawingml/2006/main"/>
          </p:cNvSpPr>
          <p:nvPr/>
        </p:nvSpPr>
        <p:spPr>
          <a:xfrm xmlns:a="http://schemas.openxmlformats.org/drawingml/2006/main">
            <a:off x="6248400" y="3987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Failure</a:t>
            </a:r>
          </a:p>
        </p:txBody>
      </p:sp>
      <p:sp>
        <p:nvSpPr>
          <p:cNvPr id="202" name="19-text-9">
            <a:extLst xmlns:a="http://schemas.openxmlformats.org/drawingml/2006/main">
              <a:ext uri="{FF2B5EF4-FFF2-40B4-BE49-F238E27FC236}">
                <a16:creationId xmlns:a16="http://schemas.microsoft.com/office/drawing/2014/main" id="{AEBEA2CA-A252-4636-A4E9-877A68F86329}"/>
              </a:ext>
            </a:extLst>
          </p:cNvPr>
          <p:cNvSpPr>
            <a:spLocks xmlns:a="http://schemas.openxmlformats.org/drawingml/2006/main"/>
          </p:cNvSpPr>
          <p:nvPr/>
        </p:nvSpPr>
        <p:spPr>
          <a:xfrm xmlns:a="http://schemas.openxmlformats.org/drawingml/2006/main">
            <a:off x="6248400" y="4368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misses the later minutes.</a:t>
            </a:r>
          </a:p>
        </p:txBody>
      </p:sp>
      <p:sp>
        <p:nvSpPr>
          <p:cNvPr id="203" name="19-text-10">
            <a:extLst xmlns:a="http://schemas.openxmlformats.org/drawingml/2006/main">
              <a:ext uri="{FF2B5EF4-FFF2-40B4-BE49-F238E27FC236}">
                <a16:creationId xmlns:a16="http://schemas.microsoft.com/office/drawing/2014/main" id="{4C946B30-AF5C-4BCD-A226-7C461974128B}"/>
              </a:ext>
            </a:extLst>
          </p:cNvPr>
          <p:cNvSpPr>
            <a:spLocks xmlns:a="http://schemas.openxmlformats.org/drawingml/2006/main"/>
          </p:cNvSpPr>
          <p:nvPr/>
        </p:nvSpPr>
        <p:spPr>
          <a:xfrm xmlns:a="http://schemas.openxmlformats.org/drawingml/2006/main">
            <a:off x="6248400" y="4876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04" name="19-text-11">
            <a:extLst xmlns:a="http://schemas.openxmlformats.org/drawingml/2006/main">
              <a:ext uri="{FF2B5EF4-FFF2-40B4-BE49-F238E27FC236}">
                <a16:creationId xmlns:a16="http://schemas.microsoft.com/office/drawing/2014/main" id="{8C0C7947-4C13-466E-B886-E896ABBBCFBA}"/>
              </a:ext>
            </a:extLst>
          </p:cNvPr>
          <p:cNvSpPr>
            <a:spLocks xmlns:a="http://schemas.openxmlformats.org/drawingml/2006/main"/>
          </p:cNvSpPr>
          <p:nvPr/>
        </p:nvSpPr>
        <p:spPr>
          <a:xfrm xmlns:a="http://schemas.openxmlformats.org/drawingml/2006/main">
            <a:off x="6248400" y="52578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Both passages reach the input.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Summary preserves uncertainty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required inspection.</a:t>
            </a:r>
          </a:p>
        </p:txBody>
      </p:sp>
      <p:sp>
        <p:nvSpPr>
          <p:cNvPr id="205" name="narrative-number">
            <a:extLst xmlns:a="http://schemas.openxmlformats.org/drawingml/2006/main">
              <a:ext uri="{FF2B5EF4-FFF2-40B4-BE49-F238E27FC236}">
                <a16:creationId xmlns:a16="http://schemas.microsoft.com/office/drawing/2014/main" id="{644F618C-4FA8-4F6F-B8C4-7BF88C8F26C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3297695802"/>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6" name="!!area-name">
            <a:extLst xmlns:a="http://schemas.openxmlformats.org/drawingml/2006/main">
              <a:ext uri="{FF2B5EF4-FFF2-40B4-BE49-F238E27FC236}">
                <a16:creationId xmlns:a16="http://schemas.microsoft.com/office/drawing/2014/main" id="{30A4F916-C4B5-4077-AB93-A35A3F62EC6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15" name="mini-map"/>
          <p:cNvPicPr>
            <a:picLocks xmlns:a="http://schemas.openxmlformats.org/drawingml/2006/main" noChangeAspect="1"/>
          </p:cNvPicPr>
          <p:nvPr/>
        </p:nvPicPr>
        <p:blipFill>
          <a:blip xmlns:r="http://schemas.openxmlformats.org/officeDocument/2006/relationships" xmlns:a="http://schemas.openxmlformats.org/drawingml/2006/main" r:embed="R180fb077624c438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08" name="header-divider">
            <a:extLst xmlns:a="http://schemas.openxmlformats.org/drawingml/2006/main">
              <a:ext uri="{FF2B5EF4-FFF2-40B4-BE49-F238E27FC236}">
                <a16:creationId xmlns:a16="http://schemas.microsoft.com/office/drawing/2014/main" id="{96A1CB8B-E1F9-4425-B7C7-F26AD58AB26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9" name="20-text-1">
            <a:extLst xmlns:a="http://schemas.openxmlformats.org/drawingml/2006/main">
              <a:ext uri="{FF2B5EF4-FFF2-40B4-BE49-F238E27FC236}">
                <a16:creationId xmlns:a16="http://schemas.microsoft.com/office/drawing/2014/main" id="{DB5A8B62-6DE8-417A-AA09-52A6CEE49BF9}"/>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210" name="20-text-2">
            <a:extLst xmlns:a="http://schemas.openxmlformats.org/drawingml/2006/main">
              <a:ext uri="{FF2B5EF4-FFF2-40B4-BE49-F238E27FC236}">
                <a16:creationId xmlns:a16="http://schemas.microsoft.com/office/drawing/2014/main" id="{A95D93E7-6543-4502-AC92-014B3271112D}"/>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11" name="20-text-3">
            <a:extLst xmlns:a="http://schemas.openxmlformats.org/drawingml/2006/main">
              <a:ext uri="{FF2B5EF4-FFF2-40B4-BE49-F238E27FC236}">
                <a16:creationId xmlns:a16="http://schemas.microsoft.com/office/drawing/2014/main" id="{8F1F7E2E-7CEB-4853-AA6B-FB1E5B6153FE}"/>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20" name="20-image-4"/>
          <p:cNvPicPr>
            <a:picLocks xmlns:a="http://schemas.openxmlformats.org/drawingml/2006/main" noChangeAspect="1"/>
          </p:cNvPicPr>
          <p:nvPr/>
        </p:nvPicPr>
        <p:blipFill>
          <a:blip xmlns:r="http://schemas.openxmlformats.org/officeDocument/2006/relationships" xmlns:a="http://schemas.openxmlformats.org/drawingml/2006/main" r:embed="Ref73047aaafc4483"/>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13" name="narrative-number">
            <a:extLst xmlns:a="http://schemas.openxmlformats.org/drawingml/2006/main">
              <a:ext uri="{FF2B5EF4-FFF2-40B4-BE49-F238E27FC236}">
                <a16:creationId xmlns:a16="http://schemas.microsoft.com/office/drawing/2014/main" id="{0403700A-1621-46CF-84C0-6F4711E9585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254015533"/>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4" name="!!area-name">
            <a:extLst xmlns:a="http://schemas.openxmlformats.org/drawingml/2006/main">
              <a:ext uri="{FF2B5EF4-FFF2-40B4-BE49-F238E27FC236}">
                <a16:creationId xmlns:a16="http://schemas.microsoft.com/office/drawing/2014/main" id="{747B9997-FAC2-48E1-93E3-F6D18802C0B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Foundations</a:t>
            </a:r>
          </a:p>
        </p:txBody>
      </p:sp>
      <p:pic>
        <p:nvPicPr>
          <p:cNvPr id="232" name="mini-map"/>
          <p:cNvPicPr>
            <a:picLocks xmlns:a="http://schemas.openxmlformats.org/drawingml/2006/main" noChangeAspect="1"/>
          </p:cNvPicPr>
          <p:nvPr/>
        </p:nvPicPr>
        <p:blipFill>
          <a:blip xmlns:r="http://schemas.openxmlformats.org/officeDocument/2006/relationships" xmlns:a="http://schemas.openxmlformats.org/drawingml/2006/main" r:embed="R43b79fb89f72470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6" name="slide-title">
            <a:extLst xmlns:a="http://schemas.openxmlformats.org/drawingml/2006/main">
              <a:ext uri="{FF2B5EF4-FFF2-40B4-BE49-F238E27FC236}">
                <a16:creationId xmlns:a16="http://schemas.microsoft.com/office/drawing/2014/main" id="{517A9863-D1D2-467F-B4A0-88FBC447C3C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 calls and execution</a:t>
            </a:r>
          </a:p>
        </p:txBody>
      </p:sp>
      <p:sp>
        <p:nvSpPr>
          <p:cNvPr id="217" name="header-divider">
            <a:extLst xmlns:a="http://schemas.openxmlformats.org/drawingml/2006/main">
              <a:ext uri="{FF2B5EF4-FFF2-40B4-BE49-F238E27FC236}">
                <a16:creationId xmlns:a16="http://schemas.microsoft.com/office/drawing/2014/main" id="{C238E665-EC16-481C-A9DC-B99EC95E83F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8" name="21-text-1">
            <a:extLst xmlns:a="http://schemas.openxmlformats.org/drawingml/2006/main">
              <a:ext uri="{FF2B5EF4-FFF2-40B4-BE49-F238E27FC236}">
                <a16:creationId xmlns:a16="http://schemas.microsoft.com/office/drawing/2014/main" id="{78CAB71E-21E4-4FD5-8996-B3ED07F15D62}"/>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Proposal</a:t>
            </a:r>
          </a:p>
        </p:txBody>
      </p:sp>
      <p:sp>
        <p:nvSpPr>
          <p:cNvPr id="219" name="21-text-2">
            <a:extLst xmlns:a="http://schemas.openxmlformats.org/drawingml/2006/main">
              <a:ext uri="{FF2B5EF4-FFF2-40B4-BE49-F238E27FC236}">
                <a16:creationId xmlns:a16="http://schemas.microsoft.com/office/drawing/2014/main" id="{47CFFC28-131E-447B-A236-4E3B18654E84}"/>
              </a:ext>
            </a:extLst>
          </p:cNvPr>
          <p:cNvSpPr>
            <a:spLocks xmlns:a="http://schemas.openxmlformats.org/drawingml/2006/main"/>
          </p:cNvSpPr>
          <p:nvPr/>
        </p:nvSpPr>
        <p:spPr>
          <a:xfrm xmlns:a="http://schemas.openxmlformats.org/drawingml/2006/main">
            <a:off x="6096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model selects an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operation and supplies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arguments.</a:t>
            </a:r>
          </a:p>
        </p:txBody>
      </p:sp>
      <p:sp>
        <p:nvSpPr>
          <p:cNvPr id="220" name="21-text-3">
            <a:extLst xmlns:a="http://schemas.openxmlformats.org/drawingml/2006/main">
              <a:ext uri="{FF2B5EF4-FFF2-40B4-BE49-F238E27FC236}">
                <a16:creationId xmlns:a16="http://schemas.microsoft.com/office/drawing/2014/main" id="{47916238-D999-4546-BEC1-F919F4661327}"/>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Execution</a:t>
            </a:r>
          </a:p>
        </p:txBody>
      </p:sp>
      <p:sp>
        <p:nvSpPr>
          <p:cNvPr id="221" name="21-text-4">
            <a:extLst xmlns:a="http://schemas.openxmlformats.org/drawingml/2006/main">
              <a:ext uri="{FF2B5EF4-FFF2-40B4-BE49-F238E27FC236}">
                <a16:creationId xmlns:a16="http://schemas.microsoft.com/office/drawing/2014/main" id="{0798479A-8A5E-4334-8D9C-E2735A5BC250}"/>
              </a:ext>
            </a:extLst>
          </p:cNvPr>
          <p:cNvSpPr>
            <a:spLocks xmlns:a="http://schemas.openxmlformats.org/drawingml/2006/main"/>
          </p:cNvSpPr>
          <p:nvPr/>
        </p:nvSpPr>
        <p:spPr>
          <a:xfrm xmlns:a="http://schemas.openxmlformats.org/drawingml/2006/main">
            <a:off x="45212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code validates,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authorizes, and executes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requests.</a:t>
            </a:r>
          </a:p>
        </p:txBody>
      </p:sp>
      <p:sp>
        <p:nvSpPr>
          <p:cNvPr id="222" name="21-text-5">
            <a:extLst xmlns:a="http://schemas.openxmlformats.org/drawingml/2006/main">
              <a:ext uri="{FF2B5EF4-FFF2-40B4-BE49-F238E27FC236}">
                <a16:creationId xmlns:a16="http://schemas.microsoft.com/office/drawing/2014/main" id="{F5FA27D6-6D16-48CC-A3EF-D3E7F705E226}"/>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Observation</a:t>
            </a:r>
          </a:p>
        </p:txBody>
      </p:sp>
      <p:sp>
        <p:nvSpPr>
          <p:cNvPr id="223" name="21-text-6">
            <a:extLst xmlns:a="http://schemas.openxmlformats.org/drawingml/2006/main">
              <a:ext uri="{FF2B5EF4-FFF2-40B4-BE49-F238E27FC236}">
                <a16:creationId xmlns:a16="http://schemas.microsoft.com/office/drawing/2014/main" id="{BBC00E9C-41EB-4739-B530-DBB218E55736}"/>
              </a:ext>
            </a:extLst>
          </p:cNvPr>
          <p:cNvSpPr>
            <a:spLocks xmlns:a="http://schemas.openxmlformats.org/drawingml/2006/main"/>
          </p:cNvSpPr>
          <p:nvPr/>
        </p:nvSpPr>
        <p:spPr>
          <a:xfrm xmlns:a="http://schemas.openxmlformats.org/drawingml/2006/main">
            <a:off x="84328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result informs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next model step.</a:t>
            </a:r>
          </a:p>
        </p:txBody>
      </p:sp>
      <p:sp>
        <p:nvSpPr>
          <p:cNvPr id="224" name="21-line-8">
            <a:extLst xmlns:a="http://schemas.openxmlformats.org/drawingml/2006/main">
              <a:ext uri="{FF2B5EF4-FFF2-40B4-BE49-F238E27FC236}">
                <a16:creationId xmlns:a16="http://schemas.microsoft.com/office/drawing/2014/main" id="{E92BA672-D4FA-4A79-85DB-3B9AEB8C2DAB}"/>
              </a:ext>
            </a:extLst>
          </p:cNvPr>
          <p:cNvSpPr>
            <a:spLocks xmlns:a="http://schemas.openxmlformats.org/drawingml/2006/main"/>
          </p:cNvSpPr>
          <p:nvPr/>
        </p:nvSpPr>
        <p:spPr>
          <a:xfrm xmlns:a="http://schemas.openxmlformats.org/drawingml/2006/main" flipH="0" flipV="0">
            <a:off x="39116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25" name="21-line-10">
            <a:extLst xmlns:a="http://schemas.openxmlformats.org/drawingml/2006/main">
              <a:ext uri="{FF2B5EF4-FFF2-40B4-BE49-F238E27FC236}">
                <a16:creationId xmlns:a16="http://schemas.microsoft.com/office/drawing/2014/main" id="{66148588-4D6E-485A-B5EA-86BB60BF3856}"/>
              </a:ext>
            </a:extLst>
          </p:cNvPr>
          <p:cNvSpPr>
            <a:spLocks xmlns:a="http://schemas.openxmlformats.org/drawingml/2006/main"/>
          </p:cNvSpPr>
          <p:nvPr/>
        </p:nvSpPr>
        <p:spPr>
          <a:xfrm xmlns:a="http://schemas.openxmlformats.org/drawingml/2006/main" flipH="0" flipV="0">
            <a:off x="78232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26" name="21-text-11">
            <a:extLst xmlns:a="http://schemas.openxmlformats.org/drawingml/2006/main">
              <a:ext uri="{FF2B5EF4-FFF2-40B4-BE49-F238E27FC236}">
                <a16:creationId xmlns:a16="http://schemas.microsoft.com/office/drawing/2014/main" id="{A3A77EDE-88AC-42A6-AD45-06705422AFCC}"/>
              </a:ext>
            </a:extLst>
          </p:cNvPr>
          <p:cNvSpPr>
            <a:spLocks xmlns:a="http://schemas.openxmlformats.org/drawingml/2006/main"/>
          </p:cNvSpPr>
          <p:nvPr/>
        </p:nvSpPr>
        <p:spPr>
          <a:xfrm xmlns:a="http://schemas.openxmlformats.org/drawingml/2006/main">
            <a:off x="609600" y="4318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application call</a:t>
            </a:r>
          </a:p>
        </p:txBody>
      </p:sp>
      <p:sp>
        <p:nvSpPr>
          <p:cNvPr id="227" name="21-text-12">
            <a:extLst xmlns:a="http://schemas.openxmlformats.org/drawingml/2006/main">
              <a:ext uri="{FF2B5EF4-FFF2-40B4-BE49-F238E27FC236}">
                <a16:creationId xmlns:a16="http://schemas.microsoft.com/office/drawing/2014/main" id="{2EC2AE0D-7AC9-4541-8790-E0517A58D012}"/>
              </a:ext>
            </a:extLst>
          </p:cNvPr>
          <p:cNvSpPr>
            <a:spLocks xmlns:a="http://schemas.openxmlformats.org/drawingml/2006/main"/>
          </p:cNvSpPr>
          <p:nvPr/>
        </p:nvSpPr>
        <p:spPr>
          <a:xfrm xmlns:a="http://schemas.openxmlformats.org/drawingml/2006/main">
            <a:off x="609600" y="4724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Consolas"/>
                <a:ea typeface="Consolas"/>
                <a:cs typeface="Consolas"/>
              </a:defRPr>
            </a:pPr>
            <a:r>
              <a:rPr b="0">
                <a:solidFill>
                  <a:srgbClr val="FFFCF5"/>
                </a:solidFill>
                <a:latin typeface="Consolas"/>
                <a:ea typeface="Consolas"/>
                <a:cs typeface="Consolas"/>
              </a:rPr>
              <a:t>export_cited_brief(draft, citations, destination)</a:t>
            </a:r>
          </a:p>
        </p:txBody>
      </p:sp>
      <p:sp>
        <p:nvSpPr>
          <p:cNvPr id="228" name="21-text-13">
            <a:extLst xmlns:a="http://schemas.openxmlformats.org/drawingml/2006/main">
              <a:ext uri="{FF2B5EF4-FFF2-40B4-BE49-F238E27FC236}">
                <a16:creationId xmlns:a16="http://schemas.microsoft.com/office/drawing/2014/main" id="{8780C346-1DAB-4D5F-9093-B850C6848C28}"/>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Application checks</a:t>
            </a:r>
          </a:p>
        </p:txBody>
      </p:sp>
      <p:sp>
        <p:nvSpPr>
          <p:cNvPr id="229" name="21-text-14">
            <a:extLst xmlns:a="http://schemas.openxmlformats.org/drawingml/2006/main">
              <a:ext uri="{FF2B5EF4-FFF2-40B4-BE49-F238E27FC236}">
                <a16:creationId xmlns:a16="http://schemas.microsoft.com/office/drawing/2014/main" id="{34DEB4BC-782D-4933-8F43-20040B7A1568}"/>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Authenticated identity. Exact checked content.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destination.</a:t>
            </a:r>
          </a:p>
        </p:txBody>
      </p:sp>
      <p:sp>
        <p:nvSpPr>
          <p:cNvPr id="230" name="narrative-number">
            <a:extLst xmlns:a="http://schemas.openxmlformats.org/drawingml/2006/main">
              <a:ext uri="{FF2B5EF4-FFF2-40B4-BE49-F238E27FC236}">
                <a16:creationId xmlns:a16="http://schemas.microsoft.com/office/drawing/2014/main" id="{EC31B93F-2D95-4AD8-B67A-6A163196BE3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2600451277"/>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1" name="!!area-name">
            <a:extLst xmlns:a="http://schemas.openxmlformats.org/drawingml/2006/main">
              <a:ext uri="{FF2B5EF4-FFF2-40B4-BE49-F238E27FC236}">
                <a16:creationId xmlns:a16="http://schemas.microsoft.com/office/drawing/2014/main" id="{111F6336-FC81-4717-BEA2-464936F82AA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42" name="mini-map"/>
          <p:cNvPicPr>
            <a:picLocks xmlns:a="http://schemas.openxmlformats.org/drawingml/2006/main" noChangeAspect="1"/>
          </p:cNvPicPr>
          <p:nvPr/>
        </p:nvPicPr>
        <p:blipFill>
          <a:blip xmlns:r="http://schemas.openxmlformats.org/officeDocument/2006/relationships" xmlns:a="http://schemas.openxmlformats.org/drawingml/2006/main" r:embed="Rfb4a3d7122e0494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3" name="slide-title">
            <a:extLst xmlns:a="http://schemas.openxmlformats.org/drawingml/2006/main">
              <a:ext uri="{FF2B5EF4-FFF2-40B4-BE49-F238E27FC236}">
                <a16:creationId xmlns:a16="http://schemas.microsoft.com/office/drawing/2014/main" id="{BF156D67-63C0-48B6-A80A-F94418A7A4E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Capabilities and extension mechanisms</a:t>
            </a:r>
          </a:p>
        </p:txBody>
      </p:sp>
      <p:sp>
        <p:nvSpPr>
          <p:cNvPr id="234" name="header-divider">
            <a:extLst xmlns:a="http://schemas.openxmlformats.org/drawingml/2006/main">
              <a:ext uri="{FF2B5EF4-FFF2-40B4-BE49-F238E27FC236}">
                <a16:creationId xmlns:a16="http://schemas.microsoft.com/office/drawing/2014/main" id="{53D6450E-6C6C-456F-9C27-0AB4F146057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5" name="22-text-1">
            <a:extLst xmlns:a="http://schemas.openxmlformats.org/drawingml/2006/main">
              <a:ext uri="{FF2B5EF4-FFF2-40B4-BE49-F238E27FC236}">
                <a16:creationId xmlns:a16="http://schemas.microsoft.com/office/drawing/2014/main" id="{928413B1-7CEB-41AD-B0EE-81C760DFDE6E}"/>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Capability size</a:t>
            </a:r>
          </a:p>
        </p:txBody>
      </p:sp>
      <p:sp>
        <p:nvSpPr>
          <p:cNvPr id="236" name="22-text-2">
            <a:extLst xmlns:a="http://schemas.openxmlformats.org/drawingml/2006/main">
              <a:ext uri="{FF2B5EF4-FFF2-40B4-BE49-F238E27FC236}">
                <a16:creationId xmlns:a16="http://schemas.microsoft.com/office/drawing/2014/main" id="{04FF6242-CB9B-4E2B-8523-3DFBF5FA9532}"/>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Flexible primitives or task-oriented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the boundary on real work.</a:t>
            </a:r>
          </a:p>
        </p:txBody>
      </p:sp>
      <p:graphicFrame>
        <p:nvGraphicFramePr>
          <p:cNvPr id="247" name="22-table-3"/>
          <p:cNvGraphicFramePr/>
          <p:nvPr/>
        </p:nvGraphicFramePr>
        <p:xfrm>
          <a:off xmlns:a="http://schemas.openxmlformats.org/drawingml/2006/main" x="609600" y="3429000"/>
          <a:ext xmlns:a="http://schemas.openxmlformats.org/drawingml/2006/main" cx="10972800" cy="1930400"/>
        </p:xfrm>
        <a:graphic xmlns:a="http://schemas.openxmlformats.org/drawingml/2006/main">
          <a:graphicData uri="http://schemas.openxmlformats.org/drawingml/2006/table">
            <a:tbl>
              <a:tblPr firstRow="0" firstCol="0" lastCol="0" bandRow="0" bandCol="0"/>
              <a:tblGrid>
                <a:gridCol w="2286000"/>
                <a:gridCol w="8686800"/>
              </a:tblGrid>
              <a:tr h="406400">
                <a:tc>
                  <a:txBody>
                    <a:bodyPr>
                      <a:noAutofit/>
                    </a:bodyPr>
                    <a:lstStyle/>
                    <a:p>
                      <a:pPr>
                        <a:lnSpc>
                          <a:spcPct val="125000"/>
                        </a:lnSpc>
                        <a:buNone/>
                      </a:pPr>
                      <a:r>
                        <a:rPr sz="2000" b="1">
                          <a:solidFill>
                            <a:srgbClr val="F948BE"/>
                          </a:solidFill>
                          <a:latin typeface="Helvetica"/>
                          <a:ea typeface="Helvetica"/>
                          <a:cs typeface="Helvetica"/>
                        </a:rPr>
                        <a:t>Mechanism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Role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MCP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Connect applications to tools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Skills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Reusable task instructions and supporting resources.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Plugins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Package capabilities for installation and distribution.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38" name="22-text-4">
            <a:extLst xmlns:a="http://schemas.openxmlformats.org/drawingml/2006/main">
              <a:ext uri="{FF2B5EF4-FFF2-40B4-BE49-F238E27FC236}">
                <a16:creationId xmlns:a16="http://schemas.microsoft.com/office/drawing/2014/main" id="{8AB5CD50-65D4-4A9F-8FAA-1317AF59AA85}"/>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Operational contract</a:t>
            </a:r>
          </a:p>
        </p:txBody>
      </p:sp>
      <p:sp>
        <p:nvSpPr>
          <p:cNvPr id="239" name="22-text-5">
            <a:extLst xmlns:a="http://schemas.openxmlformats.org/drawingml/2006/main">
              <a:ext uri="{FF2B5EF4-FFF2-40B4-BE49-F238E27FC236}">
                <a16:creationId xmlns:a16="http://schemas.microsoft.com/office/drawing/2014/main" id="{3713B6F0-E631-4661-A390-63404C0CCCBD}"/>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Maintain descriptions, inputs, results, and failure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permissions in code.</a:t>
            </a:r>
          </a:p>
        </p:txBody>
      </p:sp>
      <p:sp>
        <p:nvSpPr>
          <p:cNvPr id="240" name="narrative-number">
            <a:extLst xmlns:a="http://schemas.openxmlformats.org/drawingml/2006/main">
              <a:ext uri="{FF2B5EF4-FFF2-40B4-BE49-F238E27FC236}">
                <a16:creationId xmlns:a16="http://schemas.microsoft.com/office/drawing/2014/main" id="{737BAA53-1DB8-4CE7-A2FC-95122E09D2C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2912158273"/>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1" name="!!area-name">
            <a:extLst xmlns:a="http://schemas.openxmlformats.org/drawingml/2006/main">
              <a:ext uri="{FF2B5EF4-FFF2-40B4-BE49-F238E27FC236}">
                <a16:creationId xmlns:a16="http://schemas.microsoft.com/office/drawing/2014/main" id="{9EBFFAFB-609F-43E2-8F25-C0FBD54DBB3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55" name="mini-map"/>
          <p:cNvPicPr>
            <a:picLocks xmlns:a="http://schemas.openxmlformats.org/drawingml/2006/main" noChangeAspect="1"/>
          </p:cNvPicPr>
          <p:nvPr/>
        </p:nvPicPr>
        <p:blipFill>
          <a:blip xmlns:r="http://schemas.openxmlformats.org/officeDocument/2006/relationships" xmlns:a="http://schemas.openxmlformats.org/drawingml/2006/main" r:embed="R13d722811f7f478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3" name="slide-title">
            <a:extLst xmlns:a="http://schemas.openxmlformats.org/drawingml/2006/main">
              <a:ext uri="{FF2B5EF4-FFF2-40B4-BE49-F238E27FC236}">
                <a16:creationId xmlns:a16="http://schemas.microsoft.com/office/drawing/2014/main" id="{FE776410-DB5D-49C2-99F1-5AECA7CF56F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44" name="header-divider">
            <a:extLst xmlns:a="http://schemas.openxmlformats.org/drawingml/2006/main">
              <a:ext uri="{FF2B5EF4-FFF2-40B4-BE49-F238E27FC236}">
                <a16:creationId xmlns:a16="http://schemas.microsoft.com/office/drawing/2014/main" id="{E109037A-60CD-4614-BCA5-14DC3DB84CA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5" name="23-text-1">
            <a:extLst xmlns:a="http://schemas.openxmlformats.org/drawingml/2006/main">
              <a:ext uri="{FF2B5EF4-FFF2-40B4-BE49-F238E27FC236}">
                <a16:creationId xmlns:a16="http://schemas.microsoft.com/office/drawing/2014/main" id="{D28C8462-EAFC-440A-8F42-A124E18226FA}"/>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a:t>
            </a:r>
          </a:p>
        </p:txBody>
      </p:sp>
      <p:sp>
        <p:nvSpPr>
          <p:cNvPr id="246" name="23-text-2">
            <a:extLst xmlns:a="http://schemas.openxmlformats.org/drawingml/2006/main">
              <a:ext uri="{FF2B5EF4-FFF2-40B4-BE49-F238E27FC236}">
                <a16:creationId xmlns:a16="http://schemas.microsoft.com/office/drawing/2014/main" id="{EB152CBA-DB8B-4A63-887C-82332EB1844D}"/>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 schema, and behavior can drift.</a:t>
            </a:r>
          </a:p>
        </p:txBody>
      </p:sp>
      <p:sp>
        <p:nvSpPr>
          <p:cNvPr id="247" name="23-text-3">
            <a:extLst xmlns:a="http://schemas.openxmlformats.org/drawingml/2006/main">
              <a:ext uri="{FF2B5EF4-FFF2-40B4-BE49-F238E27FC236}">
                <a16:creationId xmlns:a16="http://schemas.microsoft.com/office/drawing/2014/main" id="{C414C5C9-E36C-4935-8312-D2AB86612975}"/>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Authority</a:t>
            </a:r>
          </a:p>
        </p:txBody>
      </p:sp>
      <p:sp>
        <p:nvSpPr>
          <p:cNvPr id="248" name="23-text-4">
            <a:extLst xmlns:a="http://schemas.openxmlformats.org/drawingml/2006/main">
              <a:ext uri="{FF2B5EF4-FFF2-40B4-BE49-F238E27FC236}">
                <a16:creationId xmlns:a16="http://schemas.microsoft.com/office/drawing/2014/main" id="{78C8E7EA-8684-4BC6-B4B0-0E55C8FB70D4}"/>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 arguments still require permission checks.</a:t>
            </a:r>
          </a:p>
        </p:txBody>
      </p:sp>
      <p:sp>
        <p:nvSpPr>
          <p:cNvPr id="249" name="23-text-5">
            <a:extLst xmlns:a="http://schemas.openxmlformats.org/drawingml/2006/main">
              <a:ext uri="{FF2B5EF4-FFF2-40B4-BE49-F238E27FC236}">
                <a16:creationId xmlns:a16="http://schemas.microsoft.com/office/drawing/2014/main" id="{3B0F1047-3B16-45AB-B44B-8B75423003F0}"/>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50" name="23-text-6">
            <a:extLst xmlns:a="http://schemas.openxmlformats.org/drawingml/2006/main">
              <a:ext uri="{FF2B5EF4-FFF2-40B4-BE49-F238E27FC236}">
                <a16:creationId xmlns:a16="http://schemas.microsoft.com/office/drawing/2014/main" id="{41FC8CAD-573F-4750-BDEF-EDB169E487EE}"/>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Success, failure, and uncertainty need distinct results.</a:t>
            </a:r>
          </a:p>
        </p:txBody>
      </p:sp>
      <p:sp>
        <p:nvSpPr>
          <p:cNvPr id="251" name="23-text-7">
            <a:extLst xmlns:a="http://schemas.openxmlformats.org/drawingml/2006/main">
              <a:ext uri="{FF2B5EF4-FFF2-40B4-BE49-F238E27FC236}">
                <a16:creationId xmlns:a16="http://schemas.microsoft.com/office/drawing/2014/main" id="{6632F220-EEB2-4746-B72A-3929FF966881}"/>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52" name="23-text-8">
            <a:extLst xmlns:a="http://schemas.openxmlformats.org/drawingml/2006/main">
              <a:ext uri="{FF2B5EF4-FFF2-40B4-BE49-F238E27FC236}">
                <a16:creationId xmlns:a16="http://schemas.microsoft.com/office/drawing/2014/main" id="{33F5208A-8037-469A-80D7-B06E2336599C}"/>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53" name="narrative-number">
            <a:extLst xmlns:a="http://schemas.openxmlformats.org/drawingml/2006/main">
              <a:ext uri="{FF2B5EF4-FFF2-40B4-BE49-F238E27FC236}">
                <a16:creationId xmlns:a16="http://schemas.microsoft.com/office/drawing/2014/main" id="{84CCBF39-25C6-4F0E-B43A-6629A011D7C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981066565"/>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4" name="!!area-name">
            <a:extLst xmlns:a="http://schemas.openxmlformats.org/drawingml/2006/main">
              <a:ext uri="{FF2B5EF4-FFF2-40B4-BE49-F238E27FC236}">
                <a16:creationId xmlns:a16="http://schemas.microsoft.com/office/drawing/2014/main" id="{7B9ABFB8-468C-4124-BC20-733E51B6B12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application</a:t>
            </a:r>
          </a:p>
        </p:txBody>
      </p:sp>
      <p:pic>
        <p:nvPicPr>
          <p:cNvPr id="268" name="mini-map"/>
          <p:cNvPicPr>
            <a:picLocks xmlns:a="http://schemas.openxmlformats.org/drawingml/2006/main" noChangeAspect="1"/>
          </p:cNvPicPr>
          <p:nvPr/>
        </p:nvPicPr>
        <p:blipFill>
          <a:blip xmlns:r="http://schemas.openxmlformats.org/officeDocument/2006/relationships" xmlns:a="http://schemas.openxmlformats.org/drawingml/2006/main" r:embed="Rd9e5ccca77994f9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6" name="slide-title">
            <a:extLst xmlns:a="http://schemas.openxmlformats.org/drawingml/2006/main">
              <a:ext uri="{FF2B5EF4-FFF2-40B4-BE49-F238E27FC236}">
                <a16:creationId xmlns:a16="http://schemas.microsoft.com/office/drawing/2014/main" id="{EB39350F-240D-4509-9DBE-7A93A87D670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57" name="header-divider">
            <a:extLst xmlns:a="http://schemas.openxmlformats.org/drawingml/2006/main">
              <a:ext uri="{FF2B5EF4-FFF2-40B4-BE49-F238E27FC236}">
                <a16:creationId xmlns:a16="http://schemas.microsoft.com/office/drawing/2014/main" id="{84D59048-2B33-40C1-8F12-EE2DA022502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58" name="24-text-1">
            <a:extLst xmlns:a="http://schemas.openxmlformats.org/drawingml/2006/main">
              <a:ext uri="{FF2B5EF4-FFF2-40B4-BE49-F238E27FC236}">
                <a16:creationId xmlns:a16="http://schemas.microsoft.com/office/drawing/2014/main" id="{3F71DBC6-48D0-4E69-88D5-57C27FD841C1}"/>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CUI/ECI export contract test. No deployed result claimed.</a:t>
            </a:r>
          </a:p>
        </p:txBody>
      </p:sp>
      <p:sp>
        <p:nvSpPr>
          <p:cNvPr id="259" name="24-text-2">
            <a:extLst xmlns:a="http://schemas.openxmlformats.org/drawingml/2006/main">
              <a:ext uri="{FF2B5EF4-FFF2-40B4-BE49-F238E27FC236}">
                <a16:creationId xmlns:a16="http://schemas.microsoft.com/office/drawing/2014/main" id="{9B64BDEA-ABB5-4BCE-992B-6F61099B4E2B}"/>
              </a:ext>
            </a:extLst>
          </p:cNvPr>
          <p:cNvSpPr>
            <a:spLocks xmlns:a="http://schemas.openxmlformats.org/drawingml/2006/main"/>
          </p:cNvSpPr>
          <p:nvPr/>
        </p:nvSpPr>
        <p:spPr>
          <a:xfrm xmlns:a="http://schemas.openxmlformats.org/drawingml/2006/main">
            <a:off x="609600" y="28448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60" name="24-text-3">
            <a:extLst xmlns:a="http://schemas.openxmlformats.org/drawingml/2006/main">
              <a:ext uri="{FF2B5EF4-FFF2-40B4-BE49-F238E27FC236}">
                <a16:creationId xmlns:a16="http://schemas.microsoft.com/office/drawing/2014/main" id="{C0980B5E-90CE-42B6-8730-1C349C3FC1C5}"/>
              </a:ext>
            </a:extLst>
          </p:cNvPr>
          <p:cNvSpPr>
            <a:spLocks xmlns:a="http://schemas.openxmlformats.org/drawingml/2006/main"/>
          </p:cNvSpPr>
          <p:nvPr/>
        </p:nvSpPr>
        <p:spPr>
          <a:xfrm xmlns:a="http://schemas.openxmlformats.org/drawingml/2006/main">
            <a:off x="2844800" y="2844800"/>
            <a:ext cx="873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the exact checked draft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 a permitted destination.</a:t>
            </a:r>
          </a:p>
        </p:txBody>
      </p:sp>
      <p:graphicFrame>
        <p:nvGraphicFramePr>
          <p:cNvPr id="274" name="24-table-4"/>
          <p:cNvGraphicFramePr/>
          <p:nvPr/>
        </p:nvGraphicFramePr>
        <p:xfrm>
          <a:off xmlns:a="http://schemas.openxmlformats.org/drawingml/2006/main" x="609600" y="3733800"/>
          <a:ext xmlns:a="http://schemas.openxmlformats.org/drawingml/2006/main" cx="10972800" cy="1143000"/>
        </p:xfrm>
        <a:graphic xmlns:a="http://schemas.openxmlformats.org/drawingml/2006/main">
          <a:graphicData uri="http://schemas.openxmlformats.org/drawingml/2006/table">
            <a:tbl>
              <a:tblPr firstRow="0" firstCol="0" lastCol="0" bandRow="0" bandCol="0"/>
              <a:tblGrid>
                <a:gridCol w="5334000"/>
                <a:gridCol w="304800"/>
                <a:gridCol w="5334000"/>
              </a:tblGrid>
              <a:tr h="406400">
                <a:tc>
                  <a:txBody>
                    <a:bodyPr>
                      <a:noAutofit/>
                    </a:bodyPr>
                    <a:lstStyle/>
                    <a:p>
                      <a:pPr>
                        <a:lnSpc>
                          <a:spcPct val="125000"/>
                        </a:lnSpc>
                        <a:buNone/>
                      </a:pPr>
                      <a:r>
                        <a:rPr sz="2400" b="1">
                          <a:solidFill>
                            <a:srgbClr val="F948BE"/>
                          </a:solidFill>
                          <a:latin typeface="Helvetica"/>
                          <a:ea typeface="Helvetica"/>
                          <a:cs typeface="Helvetica"/>
                        </a:rPr>
                        <a:t>Contract requires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proposes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36600">
                <a:tc>
                  <a:txBody>
                    <a:bodyPr>
                      <a:noAutofit/>
                    </a:bodyPr>
                    <a:lstStyle/>
                    <a:p>
                      <a:pPr>
                        <a:lnSpc>
                          <a:spcPct val="125000"/>
                        </a:lnSpc>
                        <a:buNone/>
                      </a:pPr>
                      <a:r>
                        <a:rPr sz="2000" b="0">
                          <a:solidFill>
                            <a:srgbClr val="FFFCF5"/>
                          </a:solidFill>
                          <a:latin typeface="Helvetica"/>
                          <a:ea typeface="Helvetica"/>
                          <a:cs typeface="Helvetica"/>
                        </a:rPr>
                        <a:t>A destination permitted</a:t>
                      </a:r>
                    </a:p>
                    <a:p>
                      <a:pPr>
                        <a:lnSpc>
                          <a:spcPct val="125000"/>
                        </a:lnSpc>
                        <a:buNone/>
                      </a:pPr>
                      <a:r>
                        <a:rPr sz="2000" b="0">
                          <a:solidFill>
                            <a:srgbClr val="FFFCF5"/>
                          </a:solidFill>
                          <a:latin typeface="Helvetica"/>
                          <a:ea typeface="Helvetica"/>
                          <a:cs typeface="Helvetica"/>
                        </a:rPr>
                        <a:t>for these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 destination outside</a:t>
                      </a:r>
                    </a:p>
                    <a:p>
                      <a:pPr>
                        <a:lnSpc>
                          <a:spcPct val="125000"/>
                        </a:lnSpc>
                        <a:buNone/>
                      </a:pPr>
                      <a:r>
                        <a:rPr sz="2000" b="0">
                          <a:solidFill>
                            <a:srgbClr val="FFFCF5"/>
                          </a:solidFill>
                          <a:latin typeface="Helvetica"/>
                          <a:ea typeface="Helvetica"/>
                          <a:cs typeface="Helvetica"/>
                        </a:rPr>
                        <a:t>the 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62" name="24-text-5">
            <a:extLst xmlns:a="http://schemas.openxmlformats.org/drawingml/2006/main">
              <a:ext uri="{FF2B5EF4-FFF2-40B4-BE49-F238E27FC236}">
                <a16:creationId xmlns:a16="http://schemas.microsoft.com/office/drawing/2014/main" id="{FC1FE042-4E8C-4FF3-8D6C-459B5DC81660}"/>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Expected result</a:t>
            </a:r>
          </a:p>
        </p:txBody>
      </p:sp>
      <p:sp>
        <p:nvSpPr>
          <p:cNvPr id="263" name="24-text-6">
            <a:extLst xmlns:a="http://schemas.openxmlformats.org/drawingml/2006/main">
              <a:ext uri="{FF2B5EF4-FFF2-40B4-BE49-F238E27FC236}">
                <a16:creationId xmlns:a16="http://schemas.microsoft.com/office/drawing/2014/main" id="{CCFD8E92-749B-457A-ADB6-98905074766F}"/>
              </a:ext>
            </a:extLst>
          </p:cNvPr>
          <p:cNvSpPr>
            <a:spLocks xmlns:a="http://schemas.openxmlformats.org/drawingml/2006/main"/>
          </p:cNvSpPr>
          <p:nvPr/>
        </p:nvSpPr>
        <p:spPr>
          <a:xfrm xmlns:a="http://schemas.openxmlformats.org/drawingml/2006/main">
            <a:off x="3708400" y="5080000"/>
            <a:ext cx="787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Export rejected before transfer.</a:t>
            </a:r>
          </a:p>
        </p:txBody>
      </p:sp>
      <p:sp>
        <p:nvSpPr>
          <p:cNvPr id="264" name="24-text-7">
            <a:extLst xmlns:a="http://schemas.openxmlformats.org/drawingml/2006/main">
              <a:ext uri="{FF2B5EF4-FFF2-40B4-BE49-F238E27FC236}">
                <a16:creationId xmlns:a16="http://schemas.microsoft.com/office/drawing/2014/main" id="{14840376-5CC7-49A3-A671-B2754131A484}"/>
              </a:ext>
            </a:extLst>
          </p:cNvPr>
          <p:cNvSpPr>
            <a:spLocks xmlns:a="http://schemas.openxmlformats.org/drawingml/2006/main"/>
          </p:cNvSpPr>
          <p:nvPr/>
        </p:nvSpPr>
        <p:spPr>
          <a:xfrm xmlns:a="http://schemas.openxmlformats.org/drawingml/2006/main">
            <a:off x="609600" y="5613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65" name="24-text-8">
            <a:extLst xmlns:a="http://schemas.openxmlformats.org/drawingml/2006/main">
              <a:ext uri="{FF2B5EF4-FFF2-40B4-BE49-F238E27FC236}">
                <a16:creationId xmlns:a16="http://schemas.microsoft.com/office/drawing/2014/main" id="{DFD7A6B0-18C2-4F24-9CF7-2A1FF8B19E8F}"/>
              </a:ext>
            </a:extLst>
          </p:cNvPr>
          <p:cNvSpPr>
            <a:spLocks xmlns:a="http://schemas.openxmlformats.org/drawingml/2006/main"/>
          </p:cNvSpPr>
          <p:nvPr/>
        </p:nvSpPr>
        <p:spPr>
          <a:xfrm xmlns:a="http://schemas.openxmlformats.org/drawingml/2006/main">
            <a:off x="3708400" y="5613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Clear rejection reason.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export at that destination.</a:t>
            </a:r>
          </a:p>
        </p:txBody>
      </p:sp>
      <p:sp>
        <p:nvSpPr>
          <p:cNvPr id="266" name="narrative-number">
            <a:extLst xmlns:a="http://schemas.openxmlformats.org/drawingml/2006/main">
              <a:ext uri="{FF2B5EF4-FFF2-40B4-BE49-F238E27FC236}">
                <a16:creationId xmlns:a16="http://schemas.microsoft.com/office/drawing/2014/main" id="{5591DC7A-4975-4161-B7EC-AC7A617F22D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4279569620"/>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7" name="!!area-name">
            <a:extLst xmlns:a="http://schemas.openxmlformats.org/drawingml/2006/main">
              <a:ext uri="{FF2B5EF4-FFF2-40B4-BE49-F238E27FC236}">
                <a16:creationId xmlns:a16="http://schemas.microsoft.com/office/drawing/2014/main" id="{497704C3-EBCA-4A3F-B340-478122A3100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276" name="mini-map"/>
          <p:cNvPicPr>
            <a:picLocks xmlns:a="http://schemas.openxmlformats.org/drawingml/2006/main" noChangeAspect="1"/>
          </p:cNvPicPr>
          <p:nvPr/>
        </p:nvPicPr>
        <p:blipFill>
          <a:blip xmlns:r="http://schemas.openxmlformats.org/officeDocument/2006/relationships" xmlns:a="http://schemas.openxmlformats.org/drawingml/2006/main" r:embed="R96aa9392445b48d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9" name="header-divider">
            <a:extLst xmlns:a="http://schemas.openxmlformats.org/drawingml/2006/main">
              <a:ext uri="{FF2B5EF4-FFF2-40B4-BE49-F238E27FC236}">
                <a16:creationId xmlns:a16="http://schemas.microsoft.com/office/drawing/2014/main" id="{959AE3C5-8CD6-4F7B-8AD3-8C174312F2A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0" name="25-text-1">
            <a:extLst xmlns:a="http://schemas.openxmlformats.org/drawingml/2006/main">
              <a:ext uri="{FF2B5EF4-FFF2-40B4-BE49-F238E27FC236}">
                <a16:creationId xmlns:a16="http://schemas.microsoft.com/office/drawing/2014/main" id="{5EAEF386-CDA0-404C-B3DF-0994ABF95DF3}"/>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71" name="25-text-2">
            <a:extLst xmlns:a="http://schemas.openxmlformats.org/drawingml/2006/main">
              <a:ext uri="{FF2B5EF4-FFF2-40B4-BE49-F238E27FC236}">
                <a16:creationId xmlns:a16="http://schemas.microsoft.com/office/drawing/2014/main" id="{8D1FC8A0-B871-46D1-AB8B-70DEEF6C2FD4}"/>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72" name="25-text-3">
            <a:extLst xmlns:a="http://schemas.openxmlformats.org/drawingml/2006/main">
              <a:ext uri="{FF2B5EF4-FFF2-40B4-BE49-F238E27FC236}">
                <a16:creationId xmlns:a16="http://schemas.microsoft.com/office/drawing/2014/main" id="{88509CEB-003D-466B-94F8-BE3F33554C9A}"/>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281" name="25-image-4"/>
          <p:cNvPicPr>
            <a:picLocks xmlns:a="http://schemas.openxmlformats.org/drawingml/2006/main" noChangeAspect="1"/>
          </p:cNvPicPr>
          <p:nvPr/>
        </p:nvPicPr>
        <p:blipFill>
          <a:blip xmlns:r="http://schemas.openxmlformats.org/officeDocument/2006/relationships" xmlns:a="http://schemas.openxmlformats.org/drawingml/2006/main" r:embed="R1651aea641eb492e"/>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74" name="narrative-number">
            <a:extLst xmlns:a="http://schemas.openxmlformats.org/drawingml/2006/main">
              <a:ext uri="{FF2B5EF4-FFF2-40B4-BE49-F238E27FC236}">
                <a16:creationId xmlns:a16="http://schemas.microsoft.com/office/drawing/2014/main" id="{D8ED871E-3F19-4305-9B2E-E66119437C9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4134938797"/>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5" name="!!area-name">
            <a:extLst xmlns:a="http://schemas.openxmlformats.org/drawingml/2006/main">
              <a:ext uri="{FF2B5EF4-FFF2-40B4-BE49-F238E27FC236}">
                <a16:creationId xmlns:a16="http://schemas.microsoft.com/office/drawing/2014/main" id="{C34CF1F0-419F-492C-8289-1D6A6D0FEA7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Foundations</a:t>
            </a:r>
          </a:p>
        </p:txBody>
      </p:sp>
      <p:pic>
        <p:nvPicPr>
          <p:cNvPr id="312" name="mini-map"/>
          <p:cNvPicPr>
            <a:picLocks xmlns:a="http://schemas.openxmlformats.org/drawingml/2006/main" noChangeAspect="1"/>
          </p:cNvPicPr>
          <p:nvPr/>
        </p:nvPicPr>
        <p:blipFill>
          <a:blip xmlns:r="http://schemas.openxmlformats.org/officeDocument/2006/relationships" xmlns:a="http://schemas.openxmlformats.org/drawingml/2006/main" r:embed="Rce18a71cc4d5495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7" name="slide-title">
            <a:extLst xmlns:a="http://schemas.openxmlformats.org/drawingml/2006/main">
              <a:ext uri="{FF2B5EF4-FFF2-40B4-BE49-F238E27FC236}">
                <a16:creationId xmlns:a16="http://schemas.microsoft.com/office/drawing/2014/main" id="{0C604C30-D85F-40B3-BC60-0135D7F143F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Workflows and agent loops</a:t>
            </a:r>
          </a:p>
        </p:txBody>
      </p:sp>
      <p:sp>
        <p:nvSpPr>
          <p:cNvPr id="278" name="header-divider">
            <a:extLst xmlns:a="http://schemas.openxmlformats.org/drawingml/2006/main">
              <a:ext uri="{FF2B5EF4-FFF2-40B4-BE49-F238E27FC236}">
                <a16:creationId xmlns:a16="http://schemas.microsoft.com/office/drawing/2014/main" id="{D5D7E1E3-51E6-4FFC-BCF7-8D2F06805EC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9" name="26-text-1">
            <a:extLst xmlns:a="http://schemas.openxmlformats.org/drawingml/2006/main">
              <a:ext uri="{FF2B5EF4-FFF2-40B4-BE49-F238E27FC236}">
                <a16:creationId xmlns:a16="http://schemas.microsoft.com/office/drawing/2014/main" id="{914DEFA3-A26C-4323-8D7A-50ADDC2B391B}"/>
              </a:ext>
            </a:extLst>
          </p:cNvPr>
          <p:cNvSpPr>
            <a:spLocks xmlns:a="http://schemas.openxmlformats.org/drawingml/2006/main"/>
          </p:cNvSpPr>
          <p:nvPr/>
        </p:nvSpPr>
        <p:spPr>
          <a:xfrm xmlns:a="http://schemas.openxmlformats.org/drawingml/2006/main">
            <a:off x="609600" y="2438400"/>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Workflow</a:t>
            </a:r>
          </a:p>
        </p:txBody>
      </p:sp>
      <p:sp>
        <p:nvSpPr>
          <p:cNvPr id="280" name="26-text-2">
            <a:extLst xmlns:a="http://schemas.openxmlformats.org/drawingml/2006/main">
              <a:ext uri="{FF2B5EF4-FFF2-40B4-BE49-F238E27FC236}">
                <a16:creationId xmlns:a16="http://schemas.microsoft.com/office/drawing/2014/main" id="{A8E1C05A-28DA-4B27-AD7A-AF8FDC73E83C}"/>
              </a:ext>
            </a:extLst>
          </p:cNvPr>
          <p:cNvSpPr>
            <a:spLocks xmlns:a="http://schemas.openxmlformats.org/drawingml/2006/main"/>
          </p:cNvSpPr>
          <p:nvPr/>
        </p:nvSpPr>
        <p:spPr>
          <a:xfrm xmlns:a="http://schemas.openxmlformats.org/drawingml/2006/main">
            <a:off x="3098800" y="2438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defines the stages and permitted transitions.</a:t>
            </a:r>
          </a:p>
        </p:txBody>
      </p:sp>
      <p:sp>
        <p:nvSpPr>
          <p:cNvPr id="281" name="26-text-3">
            <a:extLst xmlns:a="http://schemas.openxmlformats.org/drawingml/2006/main">
              <a:ext uri="{FF2B5EF4-FFF2-40B4-BE49-F238E27FC236}">
                <a16:creationId xmlns:a16="http://schemas.microsoft.com/office/drawing/2014/main" id="{224A2804-80EC-459E-B6EF-837B7FC7CE61}"/>
              </a:ext>
            </a:extLst>
          </p:cNvPr>
          <p:cNvSpPr>
            <a:spLocks xmlns:a="http://schemas.openxmlformats.org/drawingml/2006/main"/>
          </p:cNvSpPr>
          <p:nvPr/>
        </p:nvSpPr>
        <p:spPr>
          <a:xfrm xmlns:a="http://schemas.openxmlformats.org/drawingml/2006/main">
            <a:off x="609600" y="2946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workflow</a:t>
            </a:r>
          </a:p>
        </p:txBody>
      </p:sp>
      <p:sp>
        <p:nvSpPr>
          <p:cNvPr id="282" name="26-text-4">
            <a:extLst xmlns:a="http://schemas.openxmlformats.org/drawingml/2006/main">
              <a:ext uri="{FF2B5EF4-FFF2-40B4-BE49-F238E27FC236}">
                <a16:creationId xmlns:a16="http://schemas.microsoft.com/office/drawing/2014/main" id="{24D62740-C648-4830-BDF1-1DD8ED237F23}"/>
              </a:ext>
            </a:extLst>
          </p:cNvPr>
          <p:cNvSpPr>
            <a:spLocks xmlns:a="http://schemas.openxmlformats.org/drawingml/2006/main"/>
          </p:cNvSpPr>
          <p:nvPr/>
        </p:nvSpPr>
        <p:spPr>
          <a:xfrm xmlns:a="http://schemas.openxmlformats.org/drawingml/2006/main">
            <a:off x="609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Retrieve</a:t>
            </a:r>
          </a:p>
        </p:txBody>
      </p:sp>
      <p:sp>
        <p:nvSpPr>
          <p:cNvPr id="283" name="26-text-5">
            <a:extLst xmlns:a="http://schemas.openxmlformats.org/drawingml/2006/main">
              <a:ext uri="{FF2B5EF4-FFF2-40B4-BE49-F238E27FC236}">
                <a16:creationId xmlns:a16="http://schemas.microsoft.com/office/drawing/2014/main" id="{C95EEE92-F237-44D4-B965-0D4AADE5F722}"/>
              </a:ext>
            </a:extLst>
          </p:cNvPr>
          <p:cNvSpPr>
            <a:spLocks xmlns:a="http://schemas.openxmlformats.org/drawingml/2006/main"/>
          </p:cNvSpPr>
          <p:nvPr/>
        </p:nvSpPr>
        <p:spPr>
          <a:xfrm xmlns:a="http://schemas.openxmlformats.org/drawingml/2006/main">
            <a:off x="24892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Inspect</a:t>
            </a:r>
          </a:p>
        </p:txBody>
      </p:sp>
      <p:sp>
        <p:nvSpPr>
          <p:cNvPr id="284" name="26-text-6">
            <a:extLst xmlns:a="http://schemas.openxmlformats.org/drawingml/2006/main">
              <a:ext uri="{FF2B5EF4-FFF2-40B4-BE49-F238E27FC236}">
                <a16:creationId xmlns:a16="http://schemas.microsoft.com/office/drawing/2014/main" id="{A1CB252E-F6F8-4EE3-A61B-02787CDEA8AE}"/>
              </a:ext>
            </a:extLst>
          </p:cNvPr>
          <p:cNvSpPr>
            <a:spLocks xmlns:a="http://schemas.openxmlformats.org/drawingml/2006/main"/>
          </p:cNvSpPr>
          <p:nvPr/>
        </p:nvSpPr>
        <p:spPr>
          <a:xfrm xmlns:a="http://schemas.openxmlformats.org/drawingml/2006/main">
            <a:off x="43688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Compare</a:t>
            </a:r>
          </a:p>
        </p:txBody>
      </p:sp>
      <p:sp>
        <p:nvSpPr>
          <p:cNvPr id="285" name="26-text-7">
            <a:extLst xmlns:a="http://schemas.openxmlformats.org/drawingml/2006/main">
              <a:ext uri="{FF2B5EF4-FFF2-40B4-BE49-F238E27FC236}">
                <a16:creationId xmlns:a16="http://schemas.microsoft.com/office/drawing/2014/main" id="{B09868A3-2243-4C70-B9C9-55A3398BB5C5}"/>
              </a:ext>
            </a:extLst>
          </p:cNvPr>
          <p:cNvSpPr>
            <a:spLocks xmlns:a="http://schemas.openxmlformats.org/drawingml/2006/main"/>
          </p:cNvSpPr>
          <p:nvPr/>
        </p:nvSpPr>
        <p:spPr>
          <a:xfrm xmlns:a="http://schemas.openxmlformats.org/drawingml/2006/main">
            <a:off x="62484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Reconcile</a:t>
            </a:r>
          </a:p>
        </p:txBody>
      </p:sp>
      <p:sp>
        <p:nvSpPr>
          <p:cNvPr id="286" name="26-text-8">
            <a:extLst xmlns:a="http://schemas.openxmlformats.org/drawingml/2006/main">
              <a:ext uri="{FF2B5EF4-FFF2-40B4-BE49-F238E27FC236}">
                <a16:creationId xmlns:a16="http://schemas.microsoft.com/office/drawing/2014/main" id="{CC51AA41-E8BC-4E14-B583-B08C61EDEA76}"/>
              </a:ext>
            </a:extLst>
          </p:cNvPr>
          <p:cNvSpPr>
            <a:spLocks xmlns:a="http://schemas.openxmlformats.org/drawingml/2006/main"/>
          </p:cNvSpPr>
          <p:nvPr/>
        </p:nvSpPr>
        <p:spPr>
          <a:xfrm xmlns:a="http://schemas.openxmlformats.org/drawingml/2006/main">
            <a:off x="81280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Verify</a:t>
            </a:r>
          </a:p>
        </p:txBody>
      </p:sp>
      <p:sp>
        <p:nvSpPr>
          <p:cNvPr id="287" name="26-text-9">
            <a:extLst xmlns:a="http://schemas.openxmlformats.org/drawingml/2006/main">
              <a:ext uri="{FF2B5EF4-FFF2-40B4-BE49-F238E27FC236}">
                <a16:creationId xmlns:a16="http://schemas.microsoft.com/office/drawing/2014/main" id="{5A93E26F-FC78-4DED-B90B-352A284297AF}"/>
              </a:ext>
            </a:extLst>
          </p:cNvPr>
          <p:cNvSpPr>
            <a:spLocks xmlns:a="http://schemas.openxmlformats.org/drawingml/2006/main"/>
          </p:cNvSpPr>
          <p:nvPr/>
        </p:nvSpPr>
        <p:spPr>
          <a:xfrm xmlns:a="http://schemas.openxmlformats.org/drawingml/2006/main">
            <a:off x="10007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a:t>
            </a:r>
          </a:p>
        </p:txBody>
      </p:sp>
      <p:sp>
        <p:nvSpPr>
          <p:cNvPr id="288" name="26-line-11">
            <a:extLst xmlns:a="http://schemas.openxmlformats.org/drawingml/2006/main">
              <a:ext uri="{FF2B5EF4-FFF2-40B4-BE49-F238E27FC236}">
                <a16:creationId xmlns:a16="http://schemas.microsoft.com/office/drawing/2014/main" id="{FA6CF838-A8CB-4545-AB52-1C164386EB84}"/>
              </a:ext>
            </a:extLst>
          </p:cNvPr>
          <p:cNvSpPr>
            <a:spLocks xmlns:a="http://schemas.openxmlformats.org/drawingml/2006/main"/>
          </p:cNvSpPr>
          <p:nvPr/>
        </p:nvSpPr>
        <p:spPr>
          <a:xfrm xmlns:a="http://schemas.openxmlformats.org/drawingml/2006/main" flipH="0" flipV="0">
            <a:off x="21336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89" name="26-line-13">
            <a:extLst xmlns:a="http://schemas.openxmlformats.org/drawingml/2006/main">
              <a:ext uri="{FF2B5EF4-FFF2-40B4-BE49-F238E27FC236}">
                <a16:creationId xmlns:a16="http://schemas.microsoft.com/office/drawing/2014/main" id="{62494675-5BCA-49EF-9D15-B04D46DE46D9}"/>
              </a:ext>
            </a:extLst>
          </p:cNvPr>
          <p:cNvSpPr>
            <a:spLocks xmlns:a="http://schemas.openxmlformats.org/drawingml/2006/main"/>
          </p:cNvSpPr>
          <p:nvPr/>
        </p:nvSpPr>
        <p:spPr>
          <a:xfrm xmlns:a="http://schemas.openxmlformats.org/drawingml/2006/main" flipH="0" flipV="0">
            <a:off x="40132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90" name="26-line-15">
            <a:extLst xmlns:a="http://schemas.openxmlformats.org/drawingml/2006/main">
              <a:ext uri="{FF2B5EF4-FFF2-40B4-BE49-F238E27FC236}">
                <a16:creationId xmlns:a16="http://schemas.microsoft.com/office/drawing/2014/main" id="{CC213B48-E082-4AC7-B974-F9675816E0CA}"/>
              </a:ext>
            </a:extLst>
          </p:cNvPr>
          <p:cNvSpPr>
            <a:spLocks xmlns:a="http://schemas.openxmlformats.org/drawingml/2006/main"/>
          </p:cNvSpPr>
          <p:nvPr/>
        </p:nvSpPr>
        <p:spPr>
          <a:xfrm xmlns:a="http://schemas.openxmlformats.org/drawingml/2006/main" flipH="0" flipV="0">
            <a:off x="58928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91" name="26-line-17">
            <a:extLst xmlns:a="http://schemas.openxmlformats.org/drawingml/2006/main">
              <a:ext uri="{FF2B5EF4-FFF2-40B4-BE49-F238E27FC236}">
                <a16:creationId xmlns:a16="http://schemas.microsoft.com/office/drawing/2014/main" id="{8446CC01-847C-4E5F-99E2-82E68F770254}"/>
              </a:ext>
            </a:extLst>
          </p:cNvPr>
          <p:cNvSpPr>
            <a:spLocks xmlns:a="http://schemas.openxmlformats.org/drawingml/2006/main"/>
          </p:cNvSpPr>
          <p:nvPr/>
        </p:nvSpPr>
        <p:spPr>
          <a:xfrm xmlns:a="http://schemas.openxmlformats.org/drawingml/2006/main" flipH="0" flipV="0">
            <a:off x="77724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92" name="26-line-19">
            <a:extLst xmlns:a="http://schemas.openxmlformats.org/drawingml/2006/main">
              <a:ext uri="{FF2B5EF4-FFF2-40B4-BE49-F238E27FC236}">
                <a16:creationId xmlns:a16="http://schemas.microsoft.com/office/drawing/2014/main" id="{0620ECC0-7B1B-4FD8-BC90-1D88B8255962}"/>
              </a:ext>
            </a:extLst>
          </p:cNvPr>
          <p:cNvSpPr>
            <a:spLocks xmlns:a="http://schemas.openxmlformats.org/drawingml/2006/main"/>
          </p:cNvSpPr>
          <p:nvPr/>
        </p:nvSpPr>
        <p:spPr>
          <a:xfrm xmlns:a="http://schemas.openxmlformats.org/drawingml/2006/main" flipH="0" flipV="0">
            <a:off x="96520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93" name="inspect-stage">
            <a:extLst xmlns:a="http://schemas.openxmlformats.org/drawingml/2006/main">
              <a:ext uri="{FF2B5EF4-FFF2-40B4-BE49-F238E27FC236}">
                <a16:creationId xmlns:a16="http://schemas.microsoft.com/office/drawing/2014/main" id="{4ED267D4-8417-47D8-83B1-6E05170BFF41}"/>
              </a:ext>
            </a:extLst>
          </p:cNvPr>
          <p:cNvSpPr>
            <a:spLocks xmlns:a="http://schemas.openxmlformats.org/drawingml/2006/main"/>
          </p:cNvSpPr>
          <p:nvPr/>
        </p:nvSpPr>
        <p:spPr>
          <a:xfrm xmlns:a="http://schemas.openxmlformats.org/drawingml/2006/main">
            <a:off x="2413000" y="3175000"/>
            <a:ext cx="1574800" cy="635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294" name="26-line-21">
            <a:extLst xmlns:a="http://schemas.openxmlformats.org/drawingml/2006/main">
              <a:ext uri="{FF2B5EF4-FFF2-40B4-BE49-F238E27FC236}">
                <a16:creationId xmlns:a16="http://schemas.microsoft.com/office/drawing/2014/main" id="{C9A31C54-E47D-4859-9D68-1CE2A582F432}"/>
              </a:ext>
            </a:extLst>
          </p:cNvPr>
          <p:cNvSpPr>
            <a:spLocks xmlns:a="http://schemas.openxmlformats.org/drawingml/2006/main"/>
          </p:cNvSpPr>
          <p:nvPr/>
        </p:nvSpPr>
        <p:spPr>
          <a:xfrm xmlns:a="http://schemas.openxmlformats.org/drawingml/2006/main" flipH="0" flipV="0">
            <a:off x="3200400" y="3810000"/>
            <a:ext cx="0" cy="2032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295" name="bounded-agent-loop">
            <a:extLst xmlns:a="http://schemas.openxmlformats.org/drawingml/2006/main">
              <a:ext uri="{FF2B5EF4-FFF2-40B4-BE49-F238E27FC236}">
                <a16:creationId xmlns:a16="http://schemas.microsoft.com/office/drawing/2014/main" id="{61D6E95A-3119-4BCD-909B-2BEB111A417C}"/>
              </a:ext>
            </a:extLst>
          </p:cNvPr>
          <p:cNvSpPr>
            <a:spLocks xmlns:a="http://schemas.openxmlformats.org/drawingml/2006/main"/>
          </p:cNvSpPr>
          <p:nvPr/>
        </p:nvSpPr>
        <p:spPr>
          <a:xfrm xmlns:a="http://schemas.openxmlformats.org/drawingml/2006/main">
            <a:off x="609600" y="4013200"/>
            <a:ext cx="10972800" cy="17018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296" name="26-text-22">
            <a:extLst xmlns:a="http://schemas.openxmlformats.org/drawingml/2006/main">
              <a:ext uri="{FF2B5EF4-FFF2-40B4-BE49-F238E27FC236}">
                <a16:creationId xmlns:a16="http://schemas.microsoft.com/office/drawing/2014/main" id="{5FD9E18F-ED6E-43F8-A8A5-C8A379BFB8FE}"/>
              </a:ext>
            </a:extLst>
          </p:cNvPr>
          <p:cNvSpPr>
            <a:spLocks xmlns:a="http://schemas.openxmlformats.org/drawingml/2006/main"/>
          </p:cNvSpPr>
          <p:nvPr/>
        </p:nvSpPr>
        <p:spPr>
          <a:xfrm xmlns:a="http://schemas.openxmlformats.org/drawingml/2006/main">
            <a:off x="812800" y="4191000"/>
            <a:ext cx="18796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Agent loop</a:t>
            </a:r>
          </a:p>
        </p:txBody>
      </p:sp>
      <p:sp>
        <p:nvSpPr>
          <p:cNvPr id="297" name="26-text-23">
            <a:extLst xmlns:a="http://schemas.openxmlformats.org/drawingml/2006/main">
              <a:ext uri="{FF2B5EF4-FFF2-40B4-BE49-F238E27FC236}">
                <a16:creationId xmlns:a16="http://schemas.microsoft.com/office/drawing/2014/main" id="{6833BFF2-C00F-4E2C-9895-ABF24E572D53}"/>
              </a:ext>
            </a:extLst>
          </p:cNvPr>
          <p:cNvSpPr>
            <a:spLocks xmlns:a="http://schemas.openxmlformats.org/drawingml/2006/main"/>
          </p:cNvSpPr>
          <p:nvPr/>
        </p:nvSpPr>
        <p:spPr>
          <a:xfrm xmlns:a="http://schemas.openxmlformats.org/drawingml/2006/main">
            <a:off x="2946400" y="4191000"/>
            <a:ext cx="83312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chooses the next action within limits.</a:t>
            </a:r>
          </a:p>
        </p:txBody>
      </p:sp>
      <p:sp>
        <p:nvSpPr>
          <p:cNvPr id="298" name="26-text-24">
            <a:extLst xmlns:a="http://schemas.openxmlformats.org/drawingml/2006/main">
              <a:ext uri="{FF2B5EF4-FFF2-40B4-BE49-F238E27FC236}">
                <a16:creationId xmlns:a16="http://schemas.microsoft.com/office/drawing/2014/main" id="{030AB6B9-645F-4FF2-A712-64960F41CF4C}"/>
              </a:ext>
            </a:extLst>
          </p:cNvPr>
          <p:cNvSpPr>
            <a:spLocks xmlns:a="http://schemas.openxmlformats.org/drawingml/2006/main"/>
          </p:cNvSpPr>
          <p:nvPr/>
        </p:nvSpPr>
        <p:spPr>
          <a:xfrm xmlns:a="http://schemas.openxmlformats.org/drawingml/2006/main">
            <a:off x="8128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a:t>
            </a:r>
          </a:p>
        </p:txBody>
      </p:sp>
      <p:sp>
        <p:nvSpPr>
          <p:cNvPr id="299" name="26-text-25">
            <a:extLst xmlns:a="http://schemas.openxmlformats.org/drawingml/2006/main">
              <a:ext uri="{FF2B5EF4-FFF2-40B4-BE49-F238E27FC236}">
                <a16:creationId xmlns:a16="http://schemas.microsoft.com/office/drawing/2014/main" id="{0BFE54BD-2CC2-49E3-AF91-53576E54FC76}"/>
              </a:ext>
            </a:extLst>
          </p:cNvPr>
          <p:cNvSpPr>
            <a:spLocks xmlns:a="http://schemas.openxmlformats.org/drawingml/2006/main"/>
          </p:cNvSpPr>
          <p:nvPr/>
        </p:nvSpPr>
        <p:spPr>
          <a:xfrm xmlns:a="http://schemas.openxmlformats.org/drawingml/2006/main">
            <a:off x="36322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action</a:t>
            </a:r>
          </a:p>
        </p:txBody>
      </p:sp>
      <p:sp>
        <p:nvSpPr>
          <p:cNvPr id="300" name="26-text-26">
            <a:extLst xmlns:a="http://schemas.openxmlformats.org/drawingml/2006/main">
              <a:ext uri="{FF2B5EF4-FFF2-40B4-BE49-F238E27FC236}">
                <a16:creationId xmlns:a16="http://schemas.microsoft.com/office/drawing/2014/main" id="{CFA6C5CF-16C9-43DC-B3AC-B9AC83718942}"/>
              </a:ext>
            </a:extLst>
          </p:cNvPr>
          <p:cNvSpPr>
            <a:spLocks xmlns:a="http://schemas.openxmlformats.org/drawingml/2006/main"/>
          </p:cNvSpPr>
          <p:nvPr/>
        </p:nvSpPr>
        <p:spPr>
          <a:xfrm xmlns:a="http://schemas.openxmlformats.org/drawingml/2006/main">
            <a:off x="64516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Call</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a:t>
            </a:r>
          </a:p>
        </p:txBody>
      </p:sp>
      <p:sp>
        <p:nvSpPr>
          <p:cNvPr id="301" name="26-text-27">
            <a:extLst xmlns:a="http://schemas.openxmlformats.org/drawingml/2006/main">
              <a:ext uri="{FF2B5EF4-FFF2-40B4-BE49-F238E27FC236}">
                <a16:creationId xmlns:a16="http://schemas.microsoft.com/office/drawing/2014/main" id="{00EC2F97-50C6-456C-8BCA-AF54C1D2CBD5}"/>
              </a:ext>
            </a:extLst>
          </p:cNvPr>
          <p:cNvSpPr>
            <a:spLocks xmlns:a="http://schemas.openxmlformats.org/drawingml/2006/main"/>
          </p:cNvSpPr>
          <p:nvPr/>
        </p:nvSpPr>
        <p:spPr>
          <a:xfrm xmlns:a="http://schemas.openxmlformats.org/drawingml/2006/main">
            <a:off x="92710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Update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state</a:t>
            </a:r>
          </a:p>
        </p:txBody>
      </p:sp>
      <p:sp>
        <p:nvSpPr>
          <p:cNvPr id="302" name="26-line-29">
            <a:extLst xmlns:a="http://schemas.openxmlformats.org/drawingml/2006/main">
              <a:ext uri="{FF2B5EF4-FFF2-40B4-BE49-F238E27FC236}">
                <a16:creationId xmlns:a16="http://schemas.microsoft.com/office/drawing/2014/main" id="{4A0C6376-B61E-402F-A0BB-5125BA213410}"/>
              </a:ext>
            </a:extLst>
          </p:cNvPr>
          <p:cNvSpPr>
            <a:spLocks xmlns:a="http://schemas.openxmlformats.org/drawingml/2006/main"/>
          </p:cNvSpPr>
          <p:nvPr/>
        </p:nvSpPr>
        <p:spPr>
          <a:xfrm xmlns:a="http://schemas.openxmlformats.org/drawingml/2006/main" flipH="0" flipV="0">
            <a:off x="30480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3" name="26-line-31">
            <a:extLst xmlns:a="http://schemas.openxmlformats.org/drawingml/2006/main">
              <a:ext uri="{FF2B5EF4-FFF2-40B4-BE49-F238E27FC236}">
                <a16:creationId xmlns:a16="http://schemas.microsoft.com/office/drawing/2014/main" id="{D509E4F4-D89E-4E28-ACC2-5FB779D0EAD7}"/>
              </a:ext>
            </a:extLst>
          </p:cNvPr>
          <p:cNvSpPr>
            <a:spLocks xmlns:a="http://schemas.openxmlformats.org/drawingml/2006/main"/>
          </p:cNvSpPr>
          <p:nvPr/>
        </p:nvSpPr>
        <p:spPr>
          <a:xfrm xmlns:a="http://schemas.openxmlformats.org/drawingml/2006/main" flipH="0" flipV="0">
            <a:off x="58674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4" name="26-line-33">
            <a:extLst xmlns:a="http://schemas.openxmlformats.org/drawingml/2006/main">
              <a:ext uri="{FF2B5EF4-FFF2-40B4-BE49-F238E27FC236}">
                <a16:creationId xmlns:a16="http://schemas.microsoft.com/office/drawing/2014/main" id="{A1CAE06C-6162-449B-BD7D-F2D9C46C14DC}"/>
              </a:ext>
            </a:extLst>
          </p:cNvPr>
          <p:cNvSpPr>
            <a:spLocks xmlns:a="http://schemas.openxmlformats.org/drawingml/2006/main"/>
          </p:cNvSpPr>
          <p:nvPr/>
        </p:nvSpPr>
        <p:spPr>
          <a:xfrm xmlns:a="http://schemas.openxmlformats.org/drawingml/2006/main" flipH="0" flipV="0">
            <a:off x="86868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5" name="26-line-35">
            <a:extLst xmlns:a="http://schemas.openxmlformats.org/drawingml/2006/main">
              <a:ext uri="{FF2B5EF4-FFF2-40B4-BE49-F238E27FC236}">
                <a16:creationId xmlns:a16="http://schemas.microsoft.com/office/drawing/2014/main" id="{FD5D3272-08EB-4BAE-83A3-60EBFA5853AB}"/>
              </a:ext>
            </a:extLst>
          </p:cNvPr>
          <p:cNvSpPr>
            <a:spLocks xmlns:a="http://schemas.openxmlformats.org/drawingml/2006/main"/>
          </p:cNvSpPr>
          <p:nvPr/>
        </p:nvSpPr>
        <p:spPr>
          <a:xfrm xmlns:a="http://schemas.openxmlformats.org/drawingml/2006/main" flipH="0" flipV="0">
            <a:off x="10312400" y="5334000"/>
            <a:ext cx="0" cy="2032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06" name="26-line-37">
            <a:extLst xmlns:a="http://schemas.openxmlformats.org/drawingml/2006/main">
              <a:ext uri="{FF2B5EF4-FFF2-40B4-BE49-F238E27FC236}">
                <a16:creationId xmlns:a16="http://schemas.microsoft.com/office/drawing/2014/main" id="{85A711B1-FADC-4DDA-8EDC-ADB11C491383}"/>
              </a:ext>
            </a:extLst>
          </p:cNvPr>
          <p:cNvSpPr>
            <a:spLocks xmlns:a="http://schemas.openxmlformats.org/drawingml/2006/main"/>
          </p:cNvSpPr>
          <p:nvPr/>
        </p:nvSpPr>
        <p:spPr>
          <a:xfrm xmlns:a="http://schemas.openxmlformats.org/drawingml/2006/main" flipH="1" flipV="0">
            <a:off x="1854200" y="5537200"/>
            <a:ext cx="8458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7" name="26-line-39">
            <a:extLst xmlns:a="http://schemas.openxmlformats.org/drawingml/2006/main">
              <a:ext uri="{FF2B5EF4-FFF2-40B4-BE49-F238E27FC236}">
                <a16:creationId xmlns:a16="http://schemas.microsoft.com/office/drawing/2014/main" id="{D721B244-F084-4F12-B8FA-D98090CCE665}"/>
              </a:ext>
            </a:extLst>
          </p:cNvPr>
          <p:cNvSpPr>
            <a:spLocks xmlns:a="http://schemas.openxmlformats.org/drawingml/2006/main"/>
          </p:cNvSpPr>
          <p:nvPr/>
        </p:nvSpPr>
        <p:spPr>
          <a:xfrm xmlns:a="http://schemas.openxmlformats.org/drawingml/2006/main" flipH="0" flipV="1">
            <a:off x="1854200" y="5334000"/>
            <a:ext cx="0" cy="2032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08" name="26-text-40">
            <a:extLst xmlns:a="http://schemas.openxmlformats.org/drawingml/2006/main">
              <a:ext uri="{FF2B5EF4-FFF2-40B4-BE49-F238E27FC236}">
                <a16:creationId xmlns:a16="http://schemas.microsoft.com/office/drawing/2014/main" id="{414732D8-BBDD-4B91-86B8-395F8175202F}"/>
              </a:ext>
            </a:extLst>
          </p:cNvPr>
          <p:cNvSpPr>
            <a:spLocks xmlns:a="http://schemas.openxmlformats.org/drawingml/2006/main"/>
          </p:cNvSpPr>
          <p:nvPr/>
        </p:nvSpPr>
        <p:spPr>
          <a:xfrm xmlns:a="http://schemas.openxmlformats.org/drawingml/2006/main">
            <a:off x="609600" y="5918200"/>
            <a:ext cx="2286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Required gate</a:t>
            </a:r>
          </a:p>
        </p:txBody>
      </p:sp>
      <p:sp>
        <p:nvSpPr>
          <p:cNvPr id="309" name="26-text-41">
            <a:extLst xmlns:a="http://schemas.openxmlformats.org/drawingml/2006/main">
              <a:ext uri="{FF2B5EF4-FFF2-40B4-BE49-F238E27FC236}">
                <a16:creationId xmlns:a16="http://schemas.microsoft.com/office/drawing/2014/main" id="{D425F342-9AC5-47B0-B7EF-FA7990D0AA60}"/>
              </a:ext>
            </a:extLst>
          </p:cNvPr>
          <p:cNvSpPr>
            <a:spLocks xmlns:a="http://schemas.openxmlformats.org/drawingml/2006/main"/>
          </p:cNvSpPr>
          <p:nvPr/>
        </p:nvSpPr>
        <p:spPr>
          <a:xfrm xmlns:a="http://schemas.openxmlformats.org/drawingml/2006/main">
            <a:off x="3098800" y="5918200"/>
            <a:ext cx="8483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Exact draft passes verification before export.</a:t>
            </a:r>
          </a:p>
        </p:txBody>
      </p:sp>
      <p:sp>
        <p:nvSpPr>
          <p:cNvPr id="310" name="narrative-number">
            <a:extLst xmlns:a="http://schemas.openxmlformats.org/drawingml/2006/main">
              <a:ext uri="{FF2B5EF4-FFF2-40B4-BE49-F238E27FC236}">
                <a16:creationId xmlns:a16="http://schemas.microsoft.com/office/drawing/2014/main" id="{46EBFD29-0615-47B5-98A5-05F73B9D980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867719771"/>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11" name="!!area-name">
            <a:extLst xmlns:a="http://schemas.openxmlformats.org/drawingml/2006/main">
              <a:ext uri="{FF2B5EF4-FFF2-40B4-BE49-F238E27FC236}">
                <a16:creationId xmlns:a16="http://schemas.microsoft.com/office/drawing/2014/main" id="{2078501C-FD55-40D1-AC14-E15EF314229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325" name="mini-map"/>
          <p:cNvPicPr>
            <a:picLocks xmlns:a="http://schemas.openxmlformats.org/drawingml/2006/main" noChangeAspect="1"/>
          </p:cNvPicPr>
          <p:nvPr/>
        </p:nvPicPr>
        <p:blipFill>
          <a:blip xmlns:r="http://schemas.openxmlformats.org/officeDocument/2006/relationships" xmlns:a="http://schemas.openxmlformats.org/drawingml/2006/main" r:embed="R88151ac7e416499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13" name="slide-title">
            <a:extLst xmlns:a="http://schemas.openxmlformats.org/drawingml/2006/main">
              <a:ext uri="{FF2B5EF4-FFF2-40B4-BE49-F238E27FC236}">
                <a16:creationId xmlns:a16="http://schemas.microsoft.com/office/drawing/2014/main" id="{644F1165-3164-4257-8934-C7A391ED482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State, recovery, and stopping</a:t>
            </a:r>
          </a:p>
        </p:txBody>
      </p:sp>
      <p:sp>
        <p:nvSpPr>
          <p:cNvPr id="314" name="header-divider">
            <a:extLst xmlns:a="http://schemas.openxmlformats.org/drawingml/2006/main">
              <a:ext uri="{FF2B5EF4-FFF2-40B4-BE49-F238E27FC236}">
                <a16:creationId xmlns:a16="http://schemas.microsoft.com/office/drawing/2014/main" id="{31565070-3271-4E06-B902-1D424F6B590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5" name="27-text-1">
            <a:extLst xmlns:a="http://schemas.openxmlformats.org/drawingml/2006/main">
              <a:ext uri="{FF2B5EF4-FFF2-40B4-BE49-F238E27FC236}">
                <a16:creationId xmlns:a16="http://schemas.microsoft.com/office/drawing/2014/main" id="{3D253C5E-3E9C-4F91-94A1-96C730C26F4E}"/>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Explicit state</a:t>
            </a:r>
          </a:p>
        </p:txBody>
      </p:sp>
      <p:sp>
        <p:nvSpPr>
          <p:cNvPr id="316" name="27-text-2">
            <a:extLst xmlns:a="http://schemas.openxmlformats.org/drawingml/2006/main">
              <a:ext uri="{FF2B5EF4-FFF2-40B4-BE49-F238E27FC236}">
                <a16:creationId xmlns:a16="http://schemas.microsoft.com/office/drawing/2014/main" id="{9942AC05-9D30-4404-B405-3363D3C5F4B6}"/>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Pending work, completed stages,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check results, and operation status.</a:t>
            </a:r>
          </a:p>
        </p:txBody>
      </p:sp>
      <p:sp>
        <p:nvSpPr>
          <p:cNvPr id="317" name="27-text-3">
            <a:extLst xmlns:a="http://schemas.openxmlformats.org/drawingml/2006/main">
              <a:ext uri="{FF2B5EF4-FFF2-40B4-BE49-F238E27FC236}">
                <a16:creationId xmlns:a16="http://schemas.microsoft.com/office/drawing/2014/main" id="{D764DDCA-184C-4301-B275-4FA314C4C2C3}"/>
              </a:ext>
            </a:extLst>
          </p:cNvPr>
          <p:cNvSpPr>
            <a:spLocks xmlns:a="http://schemas.openxmlformats.org/drawingml/2006/main"/>
          </p:cNvSpPr>
          <p:nvPr/>
        </p:nvSpPr>
        <p:spPr>
          <a:xfrm xmlns:a="http://schemas.openxmlformats.org/drawingml/2006/main">
            <a:off x="609600" y="3454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18" name="27-text-4">
            <a:extLst xmlns:a="http://schemas.openxmlformats.org/drawingml/2006/main">
              <a:ext uri="{FF2B5EF4-FFF2-40B4-BE49-F238E27FC236}">
                <a16:creationId xmlns:a16="http://schemas.microsoft.com/office/drawing/2014/main" id="{7218003A-2BBF-49F5-8E83-979674721893}"/>
              </a:ext>
            </a:extLst>
          </p:cNvPr>
          <p:cNvSpPr>
            <a:spLocks xmlns:a="http://schemas.openxmlformats.org/drawingml/2006/main"/>
          </p:cNvSpPr>
          <p:nvPr/>
        </p:nvSpPr>
        <p:spPr>
          <a:xfrm xmlns:a="http://schemas.openxmlformats.org/drawingml/2006/main">
            <a:off x="3708400" y="3454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Resume saved state and reconcile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external actions before retrying.</a:t>
            </a:r>
          </a:p>
        </p:txBody>
      </p:sp>
      <p:sp>
        <p:nvSpPr>
          <p:cNvPr id="319" name="27-text-5">
            <a:extLst xmlns:a="http://schemas.openxmlformats.org/drawingml/2006/main">
              <a:ext uri="{FF2B5EF4-FFF2-40B4-BE49-F238E27FC236}">
                <a16:creationId xmlns:a16="http://schemas.microsoft.com/office/drawing/2014/main" id="{2F5827AE-92EC-466B-BFB0-2C2EC80DA007}"/>
              </a:ext>
            </a:extLst>
          </p:cNvPr>
          <p:cNvSpPr>
            <a:spLocks xmlns:a="http://schemas.openxmlformats.org/drawingml/2006/main"/>
          </p:cNvSpPr>
          <p:nvPr/>
        </p:nvSpPr>
        <p:spPr>
          <a:xfrm xmlns:a="http://schemas.openxmlformats.org/drawingml/2006/main">
            <a:off x="609600" y="4470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Stopping conditions</a:t>
            </a:r>
          </a:p>
        </p:txBody>
      </p:sp>
      <p:sp>
        <p:nvSpPr>
          <p:cNvPr id="320" name="27-text-6">
            <a:extLst xmlns:a="http://schemas.openxmlformats.org/drawingml/2006/main">
              <a:ext uri="{FF2B5EF4-FFF2-40B4-BE49-F238E27FC236}">
                <a16:creationId xmlns:a16="http://schemas.microsoft.com/office/drawing/2014/main" id="{B5DC3234-9DF9-4FC1-953C-F42B05C600F9}"/>
              </a:ext>
            </a:extLst>
          </p:cNvPr>
          <p:cNvSpPr>
            <a:spLocks xmlns:a="http://schemas.openxmlformats.org/drawingml/2006/main"/>
          </p:cNvSpPr>
          <p:nvPr/>
        </p:nvSpPr>
        <p:spPr>
          <a:xfrm xmlns:a="http://schemas.openxmlformats.org/drawingml/2006/main">
            <a:off x="3708400" y="4470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waiting, failure,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cancellation, and budget exhaustion.</a:t>
            </a:r>
          </a:p>
        </p:txBody>
      </p:sp>
      <p:sp>
        <p:nvSpPr>
          <p:cNvPr id="321" name="27-text-7">
            <a:extLst xmlns:a="http://schemas.openxmlformats.org/drawingml/2006/main">
              <a:ext uri="{FF2B5EF4-FFF2-40B4-BE49-F238E27FC236}">
                <a16:creationId xmlns:a16="http://schemas.microsoft.com/office/drawing/2014/main" id="{288602AC-CDE4-45D5-8C09-26622E9E97BF}"/>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Checkpoint</a:t>
            </a:r>
          </a:p>
        </p:txBody>
      </p:sp>
      <p:sp>
        <p:nvSpPr>
          <p:cNvPr id="322" name="27-text-8">
            <a:extLst xmlns:a="http://schemas.openxmlformats.org/drawingml/2006/main">
              <a:ext uri="{FF2B5EF4-FFF2-40B4-BE49-F238E27FC236}">
                <a16:creationId xmlns:a16="http://schemas.microsoft.com/office/drawing/2014/main" id="{11F065E3-FB0E-4982-82A2-701F7282F8F2}"/>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Saved execution state for resumption.</a:t>
            </a:r>
          </a:p>
        </p:txBody>
      </p:sp>
      <p:sp>
        <p:nvSpPr>
          <p:cNvPr id="323" name="narrative-number">
            <a:extLst xmlns:a="http://schemas.openxmlformats.org/drawingml/2006/main">
              <a:ext uri="{FF2B5EF4-FFF2-40B4-BE49-F238E27FC236}">
                <a16:creationId xmlns:a16="http://schemas.microsoft.com/office/drawing/2014/main" id="{B18F1A13-8514-4D50-9F33-8FE6C7ACB23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1637735478"/>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4" name="!!area-name">
            <a:extLst xmlns:a="http://schemas.openxmlformats.org/drawingml/2006/main">
              <a:ext uri="{FF2B5EF4-FFF2-40B4-BE49-F238E27FC236}">
                <a16:creationId xmlns:a16="http://schemas.microsoft.com/office/drawing/2014/main" id="{310B8F9B-6194-4A28-9FFE-C3CFDC48C4E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338" name="mini-map"/>
          <p:cNvPicPr>
            <a:picLocks xmlns:a="http://schemas.openxmlformats.org/drawingml/2006/main" noChangeAspect="1"/>
          </p:cNvPicPr>
          <p:nvPr/>
        </p:nvPicPr>
        <p:blipFill>
          <a:blip xmlns:r="http://schemas.openxmlformats.org/officeDocument/2006/relationships" xmlns:a="http://schemas.openxmlformats.org/drawingml/2006/main" r:embed="R05a1e9dd3534486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6" name="slide-title">
            <a:extLst xmlns:a="http://schemas.openxmlformats.org/drawingml/2006/main">
              <a:ext uri="{FF2B5EF4-FFF2-40B4-BE49-F238E27FC236}">
                <a16:creationId xmlns:a16="http://schemas.microsoft.com/office/drawing/2014/main" id="{36FC5891-D29B-4DBE-A9D8-9485EAB6999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327" name="header-divider">
            <a:extLst xmlns:a="http://schemas.openxmlformats.org/drawingml/2006/main">
              <a:ext uri="{FF2B5EF4-FFF2-40B4-BE49-F238E27FC236}">
                <a16:creationId xmlns:a16="http://schemas.microsoft.com/office/drawing/2014/main" id="{7A26363A-B6B7-458E-8628-DA722FB7AC0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8" name="28-text-1">
            <a:extLst xmlns:a="http://schemas.openxmlformats.org/drawingml/2006/main">
              <a:ext uri="{FF2B5EF4-FFF2-40B4-BE49-F238E27FC236}">
                <a16:creationId xmlns:a16="http://schemas.microsoft.com/office/drawing/2014/main" id="{333386E7-3EEA-4405-A3FB-3DEE58D94F4E}"/>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Gates</a:t>
            </a:r>
          </a:p>
        </p:txBody>
      </p:sp>
      <p:sp>
        <p:nvSpPr>
          <p:cNvPr id="329" name="28-text-2">
            <a:extLst xmlns:a="http://schemas.openxmlformats.org/drawingml/2006/main">
              <a:ext uri="{FF2B5EF4-FFF2-40B4-BE49-F238E27FC236}">
                <a16:creationId xmlns:a16="http://schemas.microsoft.com/office/drawing/2014/main" id="{E201CB9C-9921-44C4-B6F3-DDE85B099FBE}"/>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proposed plan does not enforce prerequisites.</a:t>
            </a:r>
          </a:p>
        </p:txBody>
      </p:sp>
      <p:sp>
        <p:nvSpPr>
          <p:cNvPr id="330" name="28-text-3">
            <a:extLst xmlns:a="http://schemas.openxmlformats.org/drawingml/2006/main">
              <a:ext uri="{FF2B5EF4-FFF2-40B4-BE49-F238E27FC236}">
                <a16:creationId xmlns:a16="http://schemas.microsoft.com/office/drawing/2014/main" id="{C635A312-8F49-4EE8-BAA6-042DEF8FD007}"/>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Progress</a:t>
            </a:r>
          </a:p>
        </p:txBody>
      </p:sp>
      <p:sp>
        <p:nvSpPr>
          <p:cNvPr id="331" name="28-text-4">
            <a:extLst xmlns:a="http://schemas.openxmlformats.org/drawingml/2006/main">
              <a:ext uri="{FF2B5EF4-FFF2-40B4-BE49-F238E27FC236}">
                <a16:creationId xmlns:a16="http://schemas.microsoft.com/office/drawing/2014/main" id="{BAF4BFDB-8C79-443E-98E1-A848DF90F836}"/>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Repeated work can exhaust the budget.</a:t>
            </a:r>
          </a:p>
        </p:txBody>
      </p:sp>
      <p:sp>
        <p:nvSpPr>
          <p:cNvPr id="332" name="28-text-5">
            <a:extLst xmlns:a="http://schemas.openxmlformats.org/drawingml/2006/main">
              <a:ext uri="{FF2B5EF4-FFF2-40B4-BE49-F238E27FC236}">
                <a16:creationId xmlns:a16="http://schemas.microsoft.com/office/drawing/2014/main" id="{2F397F9D-C635-429C-9E9C-577EF79FD219}"/>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33" name="28-text-6">
            <a:extLst xmlns:a="http://schemas.openxmlformats.org/drawingml/2006/main">
              <a:ext uri="{FF2B5EF4-FFF2-40B4-BE49-F238E27FC236}">
                <a16:creationId xmlns:a16="http://schemas.microsoft.com/office/drawing/2014/main" id="{11E992B0-F4A0-4FE0-B98A-BEB76A417F2E}"/>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timeout does not establish failure.</a:t>
            </a:r>
          </a:p>
        </p:txBody>
      </p:sp>
      <p:sp>
        <p:nvSpPr>
          <p:cNvPr id="334" name="28-text-7">
            <a:extLst xmlns:a="http://schemas.openxmlformats.org/drawingml/2006/main">
              <a:ext uri="{FF2B5EF4-FFF2-40B4-BE49-F238E27FC236}">
                <a16:creationId xmlns:a16="http://schemas.microsoft.com/office/drawing/2014/main" id="{8328B597-BA16-4797-8B36-499CE5650709}"/>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335" name="28-text-8">
            <a:extLst xmlns:a="http://schemas.openxmlformats.org/drawingml/2006/main">
              <a:ext uri="{FF2B5EF4-FFF2-40B4-BE49-F238E27FC236}">
                <a16:creationId xmlns:a16="http://schemas.microsoft.com/office/drawing/2014/main" id="{6843266C-2CDF-4488-950C-87253EAD2460}"/>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336" name="narrative-number">
            <a:extLst xmlns:a="http://schemas.openxmlformats.org/drawingml/2006/main">
              <a:ext uri="{FF2B5EF4-FFF2-40B4-BE49-F238E27FC236}">
                <a16:creationId xmlns:a16="http://schemas.microsoft.com/office/drawing/2014/main" id="{01DBC288-E622-4780-9816-AD84224BF1F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1608694405"/>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7" name="!!area-name">
            <a:extLst xmlns:a="http://schemas.openxmlformats.org/drawingml/2006/main">
              <a:ext uri="{FF2B5EF4-FFF2-40B4-BE49-F238E27FC236}">
                <a16:creationId xmlns:a16="http://schemas.microsoft.com/office/drawing/2014/main" id="{65941648-22E8-4097-B2E9-D5087AC359F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361" name="mini-map"/>
          <p:cNvPicPr>
            <a:picLocks xmlns:a="http://schemas.openxmlformats.org/drawingml/2006/main" noChangeAspect="1"/>
          </p:cNvPicPr>
          <p:nvPr/>
        </p:nvPicPr>
        <p:blipFill>
          <a:blip xmlns:r="http://schemas.openxmlformats.org/officeDocument/2006/relationships" xmlns:a="http://schemas.openxmlformats.org/drawingml/2006/main" r:embed="Ree9a76dccca2441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9" name="slide-title">
            <a:extLst xmlns:a="http://schemas.openxmlformats.org/drawingml/2006/main">
              <a:ext uri="{FF2B5EF4-FFF2-40B4-BE49-F238E27FC236}">
                <a16:creationId xmlns:a16="http://schemas.microsoft.com/office/drawing/2014/main" id="{6C970031-C6AC-46EA-93C2-1BA4CA7D765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Recovery after an uncertain export</a:t>
            </a:r>
          </a:p>
        </p:txBody>
      </p:sp>
      <p:sp>
        <p:nvSpPr>
          <p:cNvPr id="340" name="header-divider">
            <a:extLst xmlns:a="http://schemas.openxmlformats.org/drawingml/2006/main">
              <a:ext uri="{FF2B5EF4-FFF2-40B4-BE49-F238E27FC236}">
                <a16:creationId xmlns:a16="http://schemas.microsoft.com/office/drawing/2014/main" id="{DB0D8DA6-BE63-468E-8314-EC2002328FE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1" name="29-text-1">
            <a:extLst xmlns:a="http://schemas.openxmlformats.org/drawingml/2006/main">
              <a:ext uri="{FF2B5EF4-FFF2-40B4-BE49-F238E27FC236}">
                <a16:creationId xmlns:a16="http://schemas.microsoft.com/office/drawing/2014/main" id="{DA656585-74B2-4090-A3E4-13C27FDC5D54}"/>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permitted export and recovery test.</a:t>
            </a:r>
          </a:p>
        </p:txBody>
      </p:sp>
      <p:sp>
        <p:nvSpPr>
          <p:cNvPr id="342" name="29-text-2">
            <a:extLst xmlns:a="http://schemas.openxmlformats.org/drawingml/2006/main">
              <a:ext uri="{FF2B5EF4-FFF2-40B4-BE49-F238E27FC236}">
                <a16:creationId xmlns:a16="http://schemas.microsoft.com/office/drawing/2014/main" id="{DFF32231-AD47-458D-AE4D-3C732BC2339F}"/>
              </a:ext>
            </a:extLst>
          </p:cNvPr>
          <p:cNvSpPr>
            <a:spLocks xmlns:a="http://schemas.openxmlformats.org/drawingml/2006/main"/>
          </p:cNvSpPr>
          <p:nvPr/>
        </p:nvSpPr>
        <p:spPr>
          <a:xfrm xmlns:a="http://schemas.openxmlformats.org/drawingml/2006/main">
            <a:off x="6096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Orchestrator</a:t>
            </a:r>
          </a:p>
        </p:txBody>
      </p:sp>
      <p:sp>
        <p:nvSpPr>
          <p:cNvPr id="343" name="29-text-3">
            <a:extLst xmlns:a="http://schemas.openxmlformats.org/drawingml/2006/main">
              <a:ext uri="{FF2B5EF4-FFF2-40B4-BE49-F238E27FC236}">
                <a16:creationId xmlns:a16="http://schemas.microsoft.com/office/drawing/2014/main" id="{2F966E3E-3061-4E63-8A74-6996F80EF835}"/>
              </a:ext>
            </a:extLst>
          </p:cNvPr>
          <p:cNvSpPr>
            <a:spLocks xmlns:a="http://schemas.openxmlformats.org/drawingml/2006/main"/>
          </p:cNvSpPr>
          <p:nvPr/>
        </p:nvSpPr>
        <p:spPr>
          <a:xfrm xmlns:a="http://schemas.openxmlformats.org/drawingml/2006/main">
            <a:off x="81280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Export service</a:t>
            </a:r>
          </a:p>
        </p:txBody>
      </p:sp>
      <p:sp>
        <p:nvSpPr>
          <p:cNvPr id="344" name="29-text-4">
            <a:extLst xmlns:a="http://schemas.openxmlformats.org/drawingml/2006/main">
              <a:ext uri="{FF2B5EF4-FFF2-40B4-BE49-F238E27FC236}">
                <a16:creationId xmlns:a16="http://schemas.microsoft.com/office/drawing/2014/main" id="{2160FE12-7A66-4A82-B767-6C48C9A1CCFF}"/>
              </a:ext>
            </a:extLst>
          </p:cNvPr>
          <p:cNvSpPr>
            <a:spLocks xmlns:a="http://schemas.openxmlformats.org/drawingml/2006/main"/>
          </p:cNvSpPr>
          <p:nvPr/>
        </p:nvSpPr>
        <p:spPr>
          <a:xfrm xmlns:a="http://schemas.openxmlformats.org/drawingml/2006/main">
            <a:off x="6096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Record and dispatch export</a:t>
            </a:r>
          </a:p>
        </p:txBody>
      </p:sp>
      <p:sp>
        <p:nvSpPr>
          <p:cNvPr id="345" name="29-text-5">
            <a:extLst xmlns:a="http://schemas.openxmlformats.org/drawingml/2006/main">
              <a:ext uri="{FF2B5EF4-FFF2-40B4-BE49-F238E27FC236}">
                <a16:creationId xmlns:a16="http://schemas.microsoft.com/office/drawing/2014/main" id="{9E67BE36-618B-4F8D-B13D-2D1091B76F47}"/>
              </a:ext>
            </a:extLst>
          </p:cNvPr>
          <p:cNvSpPr>
            <a:spLocks xmlns:a="http://schemas.openxmlformats.org/drawingml/2006/main"/>
          </p:cNvSpPr>
          <p:nvPr/>
        </p:nvSpPr>
        <p:spPr>
          <a:xfrm xmlns:a="http://schemas.openxmlformats.org/drawingml/2006/main">
            <a:off x="81280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occurs</a:t>
            </a:r>
          </a:p>
        </p:txBody>
      </p:sp>
      <p:sp>
        <p:nvSpPr>
          <p:cNvPr id="346" name="29-line-7">
            <a:extLst xmlns:a="http://schemas.openxmlformats.org/drawingml/2006/main">
              <a:ext uri="{FF2B5EF4-FFF2-40B4-BE49-F238E27FC236}">
                <a16:creationId xmlns:a16="http://schemas.microsoft.com/office/drawing/2014/main" id="{2A137EE4-7F61-4631-94AF-46556CD6CE1C}"/>
              </a:ext>
            </a:extLst>
          </p:cNvPr>
          <p:cNvSpPr>
            <a:spLocks xmlns:a="http://schemas.openxmlformats.org/drawingml/2006/main"/>
          </p:cNvSpPr>
          <p:nvPr/>
        </p:nvSpPr>
        <p:spPr>
          <a:xfrm xmlns:a="http://schemas.openxmlformats.org/drawingml/2006/main" flipH="0" flipV="0">
            <a:off x="4267200" y="34544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47" name="29-text-8">
            <a:extLst xmlns:a="http://schemas.openxmlformats.org/drawingml/2006/main">
              <a:ext uri="{FF2B5EF4-FFF2-40B4-BE49-F238E27FC236}">
                <a16:creationId xmlns:a16="http://schemas.microsoft.com/office/drawing/2014/main" id="{35826808-9847-49F4-B134-A63EFF1EEADE}"/>
              </a:ext>
            </a:extLst>
          </p:cNvPr>
          <p:cNvSpPr>
            <a:spLocks xmlns:a="http://schemas.openxmlformats.org/drawingml/2006/main"/>
          </p:cNvSpPr>
          <p:nvPr/>
        </p:nvSpPr>
        <p:spPr>
          <a:xfrm xmlns:a="http://schemas.openxmlformats.org/drawingml/2006/main">
            <a:off x="609600" y="3835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 unknown</a:t>
            </a:r>
          </a:p>
        </p:txBody>
      </p:sp>
      <p:sp>
        <p:nvSpPr>
          <p:cNvPr id="348" name="29-text-9">
            <a:extLst xmlns:a="http://schemas.openxmlformats.org/drawingml/2006/main">
              <a:ext uri="{FF2B5EF4-FFF2-40B4-BE49-F238E27FC236}">
                <a16:creationId xmlns:a16="http://schemas.microsoft.com/office/drawing/2014/main" id="{98FC177F-A44F-4899-A227-6EE8E92DEA27}"/>
              </a:ext>
            </a:extLst>
          </p:cNvPr>
          <p:cNvSpPr>
            <a:spLocks xmlns:a="http://schemas.openxmlformats.org/drawingml/2006/main"/>
          </p:cNvSpPr>
          <p:nvPr/>
        </p:nvSpPr>
        <p:spPr>
          <a:xfrm xmlns:a="http://schemas.openxmlformats.org/drawingml/2006/main">
            <a:off x="4927600" y="3657600"/>
            <a:ext cx="2540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Response lost</a:t>
            </a:r>
          </a:p>
        </p:txBody>
      </p:sp>
      <p:sp>
        <p:nvSpPr>
          <p:cNvPr id="349" name="29-line-11">
            <a:extLst xmlns:a="http://schemas.openxmlformats.org/drawingml/2006/main">
              <a:ext uri="{FF2B5EF4-FFF2-40B4-BE49-F238E27FC236}">
                <a16:creationId xmlns:a16="http://schemas.microsoft.com/office/drawing/2014/main" id="{2EFB7821-A9C4-4D29-8492-21DDF4CD08E8}"/>
              </a:ext>
            </a:extLst>
          </p:cNvPr>
          <p:cNvSpPr>
            <a:spLocks xmlns:a="http://schemas.openxmlformats.org/drawingml/2006/main"/>
          </p:cNvSpPr>
          <p:nvPr/>
        </p:nvSpPr>
        <p:spPr>
          <a:xfrm xmlns:a="http://schemas.openxmlformats.org/drawingml/2006/main" flipH="1" flipV="0">
            <a:off x="6477000" y="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50" name="29-line-13">
            <a:extLst xmlns:a="http://schemas.openxmlformats.org/drawingml/2006/main">
              <a:ext uri="{FF2B5EF4-FFF2-40B4-BE49-F238E27FC236}">
                <a16:creationId xmlns:a16="http://schemas.microsoft.com/office/drawing/2014/main" id="{1642857E-A425-4AA9-95B8-60755FF60AAC}"/>
              </a:ext>
            </a:extLst>
          </p:cNvPr>
          <p:cNvSpPr>
            <a:spLocks xmlns:a="http://schemas.openxmlformats.org/drawingml/2006/main"/>
          </p:cNvSpPr>
          <p:nvPr/>
        </p:nvSpPr>
        <p:spPr>
          <a:xfrm xmlns:a="http://schemas.openxmlformats.org/drawingml/2006/main" flipH="1" flipV="0">
            <a:off x="42672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51" name="29-line-15">
            <a:extLst xmlns:a="http://schemas.openxmlformats.org/drawingml/2006/main">
              <a:ext uri="{FF2B5EF4-FFF2-40B4-BE49-F238E27FC236}">
                <a16:creationId xmlns:a16="http://schemas.microsoft.com/office/drawing/2014/main" id="{898C8A9A-D89D-4635-AA5E-F9B623814362}"/>
              </a:ext>
            </a:extLst>
          </p:cNvPr>
          <p:cNvSpPr>
            <a:spLocks xmlns:a="http://schemas.openxmlformats.org/drawingml/2006/main"/>
          </p:cNvSpPr>
          <p:nvPr/>
        </p:nvSpPr>
        <p:spPr>
          <a:xfrm xmlns:a="http://schemas.openxmlformats.org/drawingml/2006/main" flipH="0" flipV="0">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52" name="29-line-17">
            <a:extLst xmlns:a="http://schemas.openxmlformats.org/drawingml/2006/main">
              <a:ext uri="{FF2B5EF4-FFF2-40B4-BE49-F238E27FC236}">
                <a16:creationId xmlns:a16="http://schemas.microsoft.com/office/drawing/2014/main" id="{BAE786F7-14C2-43E7-987F-C4A11B5F8728}"/>
              </a:ext>
            </a:extLst>
          </p:cNvPr>
          <p:cNvSpPr>
            <a:spLocks xmlns:a="http://schemas.openxmlformats.org/drawingml/2006/main"/>
          </p:cNvSpPr>
          <p:nvPr/>
        </p:nvSpPr>
        <p:spPr>
          <a:xfrm xmlns:a="http://schemas.openxmlformats.org/drawingml/2006/main" flipH="0" flipV="1">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53" name="29-text-18">
            <a:extLst xmlns:a="http://schemas.openxmlformats.org/drawingml/2006/main">
              <a:ext uri="{FF2B5EF4-FFF2-40B4-BE49-F238E27FC236}">
                <a16:creationId xmlns:a16="http://schemas.microsoft.com/office/drawing/2014/main" id="{45A5A73B-AF98-4F13-B4D3-29836E886286}"/>
              </a:ext>
            </a:extLst>
          </p:cNvPr>
          <p:cNvSpPr>
            <a:spLocks xmlns:a="http://schemas.openxmlformats.org/drawingml/2006/main"/>
          </p:cNvSpPr>
          <p:nvPr/>
        </p:nvSpPr>
        <p:spPr>
          <a:xfrm xmlns:a="http://schemas.openxmlformats.org/drawingml/2006/main">
            <a:off x="6096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export state</a:t>
            </a:r>
          </a:p>
        </p:txBody>
      </p:sp>
      <p:sp>
        <p:nvSpPr>
          <p:cNvPr id="354" name="29-text-19">
            <a:extLst xmlns:a="http://schemas.openxmlformats.org/drawingml/2006/main">
              <a:ext uri="{FF2B5EF4-FFF2-40B4-BE49-F238E27FC236}">
                <a16:creationId xmlns:a16="http://schemas.microsoft.com/office/drawing/2014/main" id="{B9CC8470-AEF5-45C1-8518-A6FE9079753A}"/>
              </a:ext>
            </a:extLst>
          </p:cNvPr>
          <p:cNvSpPr>
            <a:spLocks xmlns:a="http://schemas.openxmlformats.org/drawingml/2006/main"/>
          </p:cNvSpPr>
          <p:nvPr/>
        </p:nvSpPr>
        <p:spPr>
          <a:xfrm xmlns:a="http://schemas.openxmlformats.org/drawingml/2006/main">
            <a:off x="81280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Receipt and artifact</a:t>
            </a:r>
          </a:p>
        </p:txBody>
      </p:sp>
      <p:sp>
        <p:nvSpPr>
          <p:cNvPr id="355" name="29-line-21">
            <a:extLst xmlns:a="http://schemas.openxmlformats.org/drawingml/2006/main">
              <a:ext uri="{FF2B5EF4-FFF2-40B4-BE49-F238E27FC236}">
                <a16:creationId xmlns:a16="http://schemas.microsoft.com/office/drawing/2014/main" id="{83749312-30C5-459A-AAB9-9673380AA9AB}"/>
              </a:ext>
            </a:extLst>
          </p:cNvPr>
          <p:cNvSpPr>
            <a:spLocks xmlns:a="http://schemas.openxmlformats.org/drawingml/2006/main"/>
          </p:cNvSpPr>
          <p:nvPr/>
        </p:nvSpPr>
        <p:spPr>
          <a:xfrm xmlns:a="http://schemas.openxmlformats.org/drawingml/2006/main" flipH="0" flipV="0">
            <a:off x="4267200" y="46228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56" name="29-text-22">
            <a:extLst xmlns:a="http://schemas.openxmlformats.org/drawingml/2006/main">
              <a:ext uri="{FF2B5EF4-FFF2-40B4-BE49-F238E27FC236}">
                <a16:creationId xmlns:a16="http://schemas.microsoft.com/office/drawing/2014/main" id="{4B7D2E60-DCB6-4B67-9A9E-E776888881BE}"/>
              </a:ext>
            </a:extLst>
          </p:cNvPr>
          <p:cNvSpPr>
            <a:spLocks xmlns:a="http://schemas.openxmlformats.org/drawingml/2006/main"/>
          </p:cNvSpPr>
          <p:nvPr/>
        </p:nvSpPr>
        <p:spPr>
          <a:xfrm xmlns:a="http://schemas.openxmlformats.org/drawingml/2006/main">
            <a:off x="609600" y="5105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357" name="29-text-23">
            <a:extLst xmlns:a="http://schemas.openxmlformats.org/drawingml/2006/main">
              <a:ext uri="{FF2B5EF4-FFF2-40B4-BE49-F238E27FC236}">
                <a16:creationId xmlns:a16="http://schemas.microsoft.com/office/drawing/2014/main" id="{B8950F85-6FBF-44EF-A257-A9042CDE6D63}"/>
              </a:ext>
            </a:extLst>
          </p:cNvPr>
          <p:cNvSpPr>
            <a:spLocks xmlns:a="http://schemas.openxmlformats.org/drawingml/2006/main"/>
          </p:cNvSpPr>
          <p:nvPr/>
        </p:nvSpPr>
        <p:spPr>
          <a:xfrm xmlns:a="http://schemas.openxmlformats.org/drawingml/2006/main">
            <a:off x="3708400" y="5105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Matching receipt and checked artifact.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duplicate export.</a:t>
            </a:r>
          </a:p>
        </p:txBody>
      </p:sp>
      <p:sp>
        <p:nvSpPr>
          <p:cNvPr id="358" name="29-text-24">
            <a:extLst xmlns:a="http://schemas.openxmlformats.org/drawingml/2006/main">
              <a:ext uri="{FF2B5EF4-FFF2-40B4-BE49-F238E27FC236}">
                <a16:creationId xmlns:a16="http://schemas.microsoft.com/office/drawing/2014/main" id="{1555FF6A-75FF-4381-B632-95FFC5971FD2}"/>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If unresolved: pause or hand off with uncertainty intact.</a:t>
            </a:r>
          </a:p>
        </p:txBody>
      </p:sp>
      <p:sp>
        <p:nvSpPr>
          <p:cNvPr id="359" name="narrative-number">
            <a:extLst xmlns:a="http://schemas.openxmlformats.org/drawingml/2006/main">
              <a:ext uri="{FF2B5EF4-FFF2-40B4-BE49-F238E27FC236}">
                <a16:creationId xmlns:a16="http://schemas.microsoft.com/office/drawing/2014/main" id="{C5E03654-1F1F-4293-A434-CC8FD83E39B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3837103606"/>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0" name="!!area-name">
            <a:extLst xmlns:a="http://schemas.openxmlformats.org/drawingml/2006/main">
              <a:ext uri="{FF2B5EF4-FFF2-40B4-BE49-F238E27FC236}">
                <a16:creationId xmlns:a16="http://schemas.microsoft.com/office/drawing/2014/main" id="{B34721A1-B787-4F9C-8173-89A4F40D8FA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369" name="mini-map"/>
          <p:cNvPicPr>
            <a:picLocks xmlns:a="http://schemas.openxmlformats.org/drawingml/2006/main" noChangeAspect="1"/>
          </p:cNvPicPr>
          <p:nvPr/>
        </p:nvPicPr>
        <p:blipFill>
          <a:blip xmlns:r="http://schemas.openxmlformats.org/officeDocument/2006/relationships" xmlns:a="http://schemas.openxmlformats.org/drawingml/2006/main" r:embed="R9d764d2977044ad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2" name="header-divider">
            <a:extLst xmlns:a="http://schemas.openxmlformats.org/drawingml/2006/main">
              <a:ext uri="{FF2B5EF4-FFF2-40B4-BE49-F238E27FC236}">
                <a16:creationId xmlns:a16="http://schemas.microsoft.com/office/drawing/2014/main" id="{CF884BD8-56C6-4A1F-9486-AD8D8957ADC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3" name="30-text-1">
            <a:extLst xmlns:a="http://schemas.openxmlformats.org/drawingml/2006/main">
              <a:ext uri="{FF2B5EF4-FFF2-40B4-BE49-F238E27FC236}">
                <a16:creationId xmlns:a16="http://schemas.microsoft.com/office/drawing/2014/main" id="{1596F273-CDD1-4185-86E0-7283E8756ADB}"/>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364" name="30-text-2">
            <a:extLst xmlns:a="http://schemas.openxmlformats.org/drawingml/2006/main">
              <a:ext uri="{FF2B5EF4-FFF2-40B4-BE49-F238E27FC236}">
                <a16:creationId xmlns:a16="http://schemas.microsoft.com/office/drawing/2014/main" id="{00E5E4E3-5854-48C5-A965-79E3C157D31B}"/>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365" name="30-text-3">
            <a:extLst xmlns:a="http://schemas.openxmlformats.org/drawingml/2006/main">
              <a:ext uri="{FF2B5EF4-FFF2-40B4-BE49-F238E27FC236}">
                <a16:creationId xmlns:a16="http://schemas.microsoft.com/office/drawing/2014/main" id="{98ADD1BC-61CA-487F-8C9F-9396379166DE}"/>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374" name="30-image-4"/>
          <p:cNvPicPr>
            <a:picLocks xmlns:a="http://schemas.openxmlformats.org/drawingml/2006/main" noChangeAspect="1"/>
          </p:cNvPicPr>
          <p:nvPr/>
        </p:nvPicPr>
        <p:blipFill>
          <a:blip xmlns:r="http://schemas.openxmlformats.org/officeDocument/2006/relationships" xmlns:a="http://schemas.openxmlformats.org/drawingml/2006/main" r:embed="R0084e6b544144102"/>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67" name="narrative-number">
            <a:extLst xmlns:a="http://schemas.openxmlformats.org/drawingml/2006/main">
              <a:ext uri="{FF2B5EF4-FFF2-40B4-BE49-F238E27FC236}">
                <a16:creationId xmlns:a16="http://schemas.microsoft.com/office/drawing/2014/main" id="{F189B29F-164A-48B4-80F7-BE6CFA61318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3494938086"/>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8" name="!!area-name">
            <a:extLst xmlns:a="http://schemas.openxmlformats.org/drawingml/2006/main">
              <a:ext uri="{FF2B5EF4-FFF2-40B4-BE49-F238E27FC236}">
                <a16:creationId xmlns:a16="http://schemas.microsoft.com/office/drawing/2014/main" id="{0A324169-1F1C-4117-AD10-13F880F8ACA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What and why</a:t>
            </a:r>
          </a:p>
        </p:txBody>
      </p:sp>
      <p:pic>
        <p:nvPicPr>
          <p:cNvPr id="378" name="mini-map"/>
          <p:cNvPicPr>
            <a:picLocks xmlns:a="http://schemas.openxmlformats.org/drawingml/2006/main" noChangeAspect="1"/>
          </p:cNvPicPr>
          <p:nvPr/>
        </p:nvPicPr>
        <p:blipFill>
          <a:blip xmlns:r="http://schemas.openxmlformats.org/officeDocument/2006/relationships" xmlns:a="http://schemas.openxmlformats.org/drawingml/2006/main" r:embed="R8325d9c1ddcc405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0" name="slide-title">
            <a:extLst xmlns:a="http://schemas.openxmlformats.org/drawingml/2006/main">
              <a:ext uri="{FF2B5EF4-FFF2-40B4-BE49-F238E27FC236}">
                <a16:creationId xmlns:a16="http://schemas.microsoft.com/office/drawing/2014/main" id="{C4ABA006-902A-4393-8582-2E5AED6B28D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71" name="header-divider">
            <a:extLst xmlns:a="http://schemas.openxmlformats.org/drawingml/2006/main">
              <a:ext uri="{FF2B5EF4-FFF2-40B4-BE49-F238E27FC236}">
                <a16:creationId xmlns:a16="http://schemas.microsoft.com/office/drawing/2014/main" id="{F9D5E452-6010-4A62-996F-A1EEFD1ECC2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2" name="31-text-1">
            <a:extLst xmlns:a="http://schemas.openxmlformats.org/drawingml/2006/main">
              <a:ext uri="{FF2B5EF4-FFF2-40B4-BE49-F238E27FC236}">
                <a16:creationId xmlns:a16="http://schemas.microsoft.com/office/drawing/2014/main" id="{0AF919F1-B7D4-4514-8FF5-AEE6586A27BF}"/>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What it is</a:t>
            </a:r>
          </a:p>
        </p:txBody>
      </p:sp>
      <p:sp>
        <p:nvSpPr>
          <p:cNvPr id="373" name="31-text-2">
            <a:extLst xmlns:a="http://schemas.openxmlformats.org/drawingml/2006/main">
              <a:ext uri="{FF2B5EF4-FFF2-40B4-BE49-F238E27FC236}">
                <a16:creationId xmlns:a16="http://schemas.microsoft.com/office/drawing/2014/main" id="{9D7348FF-43D8-4884-B4FD-F2FB17DD9908}"/>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Verification: acceptance of this result.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behavior across cases and repeated trials.</a:t>
            </a:r>
          </a:p>
        </p:txBody>
      </p:sp>
      <p:sp>
        <p:nvSpPr>
          <p:cNvPr id="374" name="31-text-3">
            <a:extLst xmlns:a="http://schemas.openxmlformats.org/drawingml/2006/main">
              <a:ext uri="{FF2B5EF4-FFF2-40B4-BE49-F238E27FC236}">
                <a16:creationId xmlns:a16="http://schemas.microsoft.com/office/drawing/2014/main" id="{2D5DBD03-0CD3-4D74-83B4-7BDB3FD6B27D}"/>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Why it matters</a:t>
            </a:r>
          </a:p>
        </p:txBody>
      </p:sp>
      <p:sp>
        <p:nvSpPr>
          <p:cNvPr id="375" name="31-text-4">
            <a:extLst xmlns:a="http://schemas.openxmlformats.org/drawingml/2006/main">
              <a:ext uri="{FF2B5EF4-FFF2-40B4-BE49-F238E27FC236}">
                <a16:creationId xmlns:a16="http://schemas.microsoft.com/office/drawing/2014/main" id="{728D92AF-F42E-40EE-A7A0-D604A0AE413B}"/>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Ordinary tests remain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Check outcomes, required constraints, and consistency.</a:t>
            </a:r>
          </a:p>
        </p:txBody>
      </p:sp>
      <p:sp>
        <p:nvSpPr>
          <p:cNvPr id="376" name="narrative-number">
            <a:extLst xmlns:a="http://schemas.openxmlformats.org/drawingml/2006/main">
              <a:ext uri="{FF2B5EF4-FFF2-40B4-BE49-F238E27FC236}">
                <a16:creationId xmlns:a16="http://schemas.microsoft.com/office/drawing/2014/main" id="{9F858D20-703A-4D21-B4E4-CE1231B4976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2529142598"/>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7" name="!!area-name">
            <a:extLst xmlns:a="http://schemas.openxmlformats.org/drawingml/2006/main">
              <a:ext uri="{FF2B5EF4-FFF2-40B4-BE49-F238E27FC236}">
                <a16:creationId xmlns:a16="http://schemas.microsoft.com/office/drawing/2014/main" id="{E5C14AD4-C6E5-414C-9B3F-E5FFE44AE20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389" name="mini-map"/>
          <p:cNvPicPr>
            <a:picLocks xmlns:a="http://schemas.openxmlformats.org/drawingml/2006/main" noChangeAspect="1"/>
          </p:cNvPicPr>
          <p:nvPr/>
        </p:nvPicPr>
        <p:blipFill>
          <a:blip xmlns:r="http://schemas.openxmlformats.org/officeDocument/2006/relationships" xmlns:a="http://schemas.openxmlformats.org/drawingml/2006/main" r:embed="R5548cd54819840d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9" name="slide-title">
            <a:extLst xmlns:a="http://schemas.openxmlformats.org/drawingml/2006/main">
              <a:ext uri="{FF2B5EF4-FFF2-40B4-BE49-F238E27FC236}">
                <a16:creationId xmlns:a16="http://schemas.microsoft.com/office/drawing/2014/main" id="{F0DC0665-3AED-479D-8130-2B2E08020CA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decisions</a:t>
            </a:r>
          </a:p>
        </p:txBody>
      </p:sp>
      <p:sp>
        <p:nvSpPr>
          <p:cNvPr id="380" name="header-divider">
            <a:extLst xmlns:a="http://schemas.openxmlformats.org/drawingml/2006/main">
              <a:ext uri="{FF2B5EF4-FFF2-40B4-BE49-F238E27FC236}">
                <a16:creationId xmlns:a16="http://schemas.microsoft.com/office/drawing/2014/main" id="{E8ED837D-0553-4B06-A9F8-7E78B16116C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1" name="32-text-1">
            <a:extLst xmlns:a="http://schemas.openxmlformats.org/drawingml/2006/main">
              <a:ext uri="{FF2B5EF4-FFF2-40B4-BE49-F238E27FC236}">
                <a16:creationId xmlns:a16="http://schemas.microsoft.com/office/drawing/2014/main" id="{0463454B-0E31-4E6E-BC31-0B8D1E8DA28A}"/>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counts as success?</a:t>
            </a:r>
          </a:p>
        </p:txBody>
      </p:sp>
      <p:sp>
        <p:nvSpPr>
          <p:cNvPr id="382" name="32-text-2">
            <a:extLst xmlns:a="http://schemas.openxmlformats.org/drawingml/2006/main">
              <a:ext uri="{FF2B5EF4-FFF2-40B4-BE49-F238E27FC236}">
                <a16:creationId xmlns:a16="http://schemas.microsoft.com/office/drawing/2014/main" id="{43E4DCFC-A37E-40EE-BCF9-9B33F7E11404}"/>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Outcomes, serious failures, and useful limitations.</a:t>
            </a:r>
          </a:p>
        </p:txBody>
      </p:sp>
      <p:sp>
        <p:nvSpPr>
          <p:cNvPr id="383" name="32-text-3">
            <a:extLst xmlns:a="http://schemas.openxmlformats.org/drawingml/2006/main">
              <a:ext uri="{FF2B5EF4-FFF2-40B4-BE49-F238E27FC236}">
                <a16:creationId xmlns:a16="http://schemas.microsoft.com/office/drawing/2014/main" id="{20D4FCE1-8DCF-4061-B44D-04E424F943C6}"/>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checks fit?</a:t>
            </a:r>
          </a:p>
        </p:txBody>
      </p:sp>
      <p:sp>
        <p:nvSpPr>
          <p:cNvPr id="384" name="32-text-4">
            <a:extLst xmlns:a="http://schemas.openxmlformats.org/drawingml/2006/main">
              <a:ext uri="{FF2B5EF4-FFF2-40B4-BE49-F238E27FC236}">
                <a16:creationId xmlns:a16="http://schemas.microsoft.com/office/drawing/2014/main" id="{7A11BC61-E087-45BE-9931-ABDD1A5AB2D2}"/>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checks, model graders, expert review. Evaluate grader agreement.</a:t>
            </a:r>
          </a:p>
        </p:txBody>
      </p:sp>
      <p:sp>
        <p:nvSpPr>
          <p:cNvPr id="385" name="32-text-5">
            <a:extLst xmlns:a="http://schemas.openxmlformats.org/drawingml/2006/main">
              <a:ext uri="{FF2B5EF4-FFF2-40B4-BE49-F238E27FC236}">
                <a16:creationId xmlns:a16="http://schemas.microsoft.com/office/drawing/2014/main" id="{32DA3A04-7006-4F62-A345-CA437CB312F7}"/>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cases and trials?</a:t>
            </a:r>
          </a:p>
        </p:txBody>
      </p:sp>
      <p:sp>
        <p:nvSpPr>
          <p:cNvPr id="386" name="32-text-6">
            <a:extLst xmlns:a="http://schemas.openxmlformats.org/drawingml/2006/main">
              <a:ext uri="{FF2B5EF4-FFF2-40B4-BE49-F238E27FC236}">
                <a16:creationId xmlns:a16="http://schemas.microsoft.com/office/drawing/2014/main" id="{7695CD7F-B328-48C6-8DB4-1E1328E7277F}"/>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Representative work, known failures, and repeated attempts.</a:t>
            </a:r>
          </a:p>
        </p:txBody>
      </p:sp>
      <p:sp>
        <p:nvSpPr>
          <p:cNvPr id="387" name="narrative-number">
            <a:extLst xmlns:a="http://schemas.openxmlformats.org/drawingml/2006/main">
              <a:ext uri="{FF2B5EF4-FFF2-40B4-BE49-F238E27FC236}">
                <a16:creationId xmlns:a16="http://schemas.microsoft.com/office/drawing/2014/main" id="{D370E26D-8F43-4CB7-B9BB-2F758F80518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1380495969"/>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8" name="!!area-name">
            <a:extLst xmlns:a="http://schemas.openxmlformats.org/drawingml/2006/main">
              <a:ext uri="{FF2B5EF4-FFF2-40B4-BE49-F238E27FC236}">
                <a16:creationId xmlns:a16="http://schemas.microsoft.com/office/drawing/2014/main" id="{E8448E40-2952-4C3B-856A-F34490D96EA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403" name="mini-map"/>
          <p:cNvPicPr>
            <a:picLocks xmlns:a="http://schemas.openxmlformats.org/drawingml/2006/main" noChangeAspect="1"/>
          </p:cNvPicPr>
          <p:nvPr/>
        </p:nvPicPr>
        <p:blipFill>
          <a:blip xmlns:r="http://schemas.openxmlformats.org/officeDocument/2006/relationships" xmlns:a="http://schemas.openxmlformats.org/drawingml/2006/main" r:embed="R822d90445f2f4f8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0" name="slide-title">
            <a:extLst xmlns:a="http://schemas.openxmlformats.org/drawingml/2006/main">
              <a:ext uri="{FF2B5EF4-FFF2-40B4-BE49-F238E27FC236}">
                <a16:creationId xmlns:a16="http://schemas.microsoft.com/office/drawing/2014/main" id="{5A647E80-6393-4810-ACD9-E4CC2BC0B0A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391" name="header-divider">
            <a:extLst xmlns:a="http://schemas.openxmlformats.org/drawingml/2006/main">
              <a:ext uri="{FF2B5EF4-FFF2-40B4-BE49-F238E27FC236}">
                <a16:creationId xmlns:a16="http://schemas.microsoft.com/office/drawing/2014/main" id="{D5A319D6-945B-41BB-81A7-B44EE0CCF0B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2" name="33-text-1">
            <a:extLst xmlns:a="http://schemas.openxmlformats.org/drawingml/2006/main">
              <a:ext uri="{FF2B5EF4-FFF2-40B4-BE49-F238E27FC236}">
                <a16:creationId xmlns:a16="http://schemas.microsoft.com/office/drawing/2014/main" id="{3C1F6FBF-0992-4BE4-9D23-BB6944179169}"/>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393" name="33-text-2">
            <a:extLst xmlns:a="http://schemas.openxmlformats.org/drawingml/2006/main">
              <a:ext uri="{FF2B5EF4-FFF2-40B4-BE49-F238E27FC236}">
                <a16:creationId xmlns:a16="http://schemas.microsoft.com/office/drawing/2014/main" id="{29AED233-EACF-41F7-B9A0-3A1C8B6A408F}"/>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394" name="33-text-3">
            <a:extLst xmlns:a="http://schemas.openxmlformats.org/drawingml/2006/main">
              <a:ext uri="{FF2B5EF4-FFF2-40B4-BE49-F238E27FC236}">
                <a16:creationId xmlns:a16="http://schemas.microsoft.com/office/drawing/2014/main" id="{4AE5C3F9-C515-4353-AC80-48379BFCD8CF}"/>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95" name="33-text-4">
            <a:extLst xmlns:a="http://schemas.openxmlformats.org/drawingml/2006/main">
              <a:ext uri="{FF2B5EF4-FFF2-40B4-BE49-F238E27FC236}">
                <a16:creationId xmlns:a16="http://schemas.microsoft.com/office/drawing/2014/main" id="{1AB01CF6-8048-4927-8772-AFF956C08A03}"/>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396" name="33-text-5">
            <a:extLst xmlns:a="http://schemas.openxmlformats.org/drawingml/2006/main">
              <a:ext uri="{FF2B5EF4-FFF2-40B4-BE49-F238E27FC236}">
                <a16:creationId xmlns:a16="http://schemas.microsoft.com/office/drawing/2014/main" id="{A88450BB-61FF-45E9-AB48-ECAC1FF9894B}"/>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397" name="33-text-6">
            <a:extLst xmlns:a="http://schemas.openxmlformats.org/drawingml/2006/main">
              <a:ext uri="{FF2B5EF4-FFF2-40B4-BE49-F238E27FC236}">
                <a16:creationId xmlns:a16="http://schemas.microsoft.com/office/drawing/2014/main" id="{CB83BC91-C141-4195-8E20-1536A55BB191}"/>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398" name="33-text-7">
            <a:extLst xmlns:a="http://schemas.openxmlformats.org/drawingml/2006/main">
              <a:ext uri="{FF2B5EF4-FFF2-40B4-BE49-F238E27FC236}">
                <a16:creationId xmlns:a16="http://schemas.microsoft.com/office/drawing/2014/main" id="{E0F5DD08-0731-4E3A-AE64-F44E081AFD0B}"/>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399" name="33-text-8">
            <a:extLst xmlns:a="http://schemas.openxmlformats.org/drawingml/2006/main">
              <a:ext uri="{FF2B5EF4-FFF2-40B4-BE49-F238E27FC236}">
                <a16:creationId xmlns:a16="http://schemas.microsoft.com/office/drawing/2014/main" id="{9B68D2BB-5805-49C3-AA13-F5A6E1AD19D2}"/>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400" name="33-text-9">
            <a:extLst xmlns:a="http://schemas.openxmlformats.org/drawingml/2006/main">
              <a:ext uri="{FF2B5EF4-FFF2-40B4-BE49-F238E27FC236}">
                <a16:creationId xmlns:a16="http://schemas.microsoft.com/office/drawing/2014/main" id="{7077BAA4-6B29-4071-A94F-793E6BA55A5B}"/>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401" name="narrative-number">
            <a:extLst xmlns:a="http://schemas.openxmlformats.org/drawingml/2006/main">
              <a:ext uri="{FF2B5EF4-FFF2-40B4-BE49-F238E27FC236}">
                <a16:creationId xmlns:a16="http://schemas.microsoft.com/office/drawing/2014/main" id="{A6B16967-D31A-448C-87CA-8A93E096777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1720358800"/>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2" name="!!area-name">
            <a:extLst xmlns:a="http://schemas.openxmlformats.org/drawingml/2006/main">
              <a:ext uri="{FF2B5EF4-FFF2-40B4-BE49-F238E27FC236}">
                <a16:creationId xmlns:a16="http://schemas.microsoft.com/office/drawing/2014/main" id="{6422B3D9-E8EC-42BE-B755-F06C49A505A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application</a:t>
            </a:r>
          </a:p>
        </p:txBody>
      </p:sp>
      <p:pic>
        <p:nvPicPr>
          <p:cNvPr id="418" name="mini-map"/>
          <p:cNvPicPr>
            <a:picLocks xmlns:a="http://schemas.openxmlformats.org/drawingml/2006/main" noChangeAspect="1"/>
          </p:cNvPicPr>
          <p:nvPr/>
        </p:nvPicPr>
        <p:blipFill>
          <a:blip xmlns:r="http://schemas.openxmlformats.org/officeDocument/2006/relationships" xmlns:a="http://schemas.openxmlformats.org/drawingml/2006/main" r:embed="R239fa1a358304c6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4" name="slide-title">
            <a:extLst xmlns:a="http://schemas.openxmlformats.org/drawingml/2006/main">
              <a:ext uri="{FF2B5EF4-FFF2-40B4-BE49-F238E27FC236}">
                <a16:creationId xmlns:a16="http://schemas.microsoft.com/office/drawing/2014/main" id="{6EB9558E-93E3-479E-B3A5-680A77C8D1A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405" name="header-divider">
            <a:extLst xmlns:a="http://schemas.openxmlformats.org/drawingml/2006/main">
              <a:ext uri="{FF2B5EF4-FFF2-40B4-BE49-F238E27FC236}">
                <a16:creationId xmlns:a16="http://schemas.microsoft.com/office/drawing/2014/main" id="{C1E74547-64DB-42E2-877E-B7503FFE7C8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6" name="34-text-1">
            <a:extLst xmlns:a="http://schemas.openxmlformats.org/drawingml/2006/main">
              <a:ext uri="{FF2B5EF4-FFF2-40B4-BE49-F238E27FC236}">
                <a16:creationId xmlns:a16="http://schemas.microsoft.com/office/drawing/2014/main" id="{05EFDBB8-C625-4B39-9E94-5EDAEE4BCCFC}"/>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407" name="34-text-2">
            <a:extLst xmlns:a="http://schemas.openxmlformats.org/drawingml/2006/main">
              <a:ext uri="{FF2B5EF4-FFF2-40B4-BE49-F238E27FC236}">
                <a16:creationId xmlns:a16="http://schemas.microsoft.com/office/drawing/2014/main" id="{0029A266-2F56-4AAC-B68E-D11D0DAFDFA7}"/>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408" name="34-text-3">
            <a:extLst xmlns:a="http://schemas.openxmlformats.org/drawingml/2006/main">
              <a:ext uri="{FF2B5EF4-FFF2-40B4-BE49-F238E27FC236}">
                <a16:creationId xmlns:a16="http://schemas.microsoft.com/office/drawing/2014/main" id="{1AE8C8D2-B11D-4325-B5D4-58103EE02348}"/>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409" name="34-text-4">
            <a:extLst xmlns:a="http://schemas.openxmlformats.org/drawingml/2006/main">
              <a:ext uri="{FF2B5EF4-FFF2-40B4-BE49-F238E27FC236}">
                <a16:creationId xmlns:a16="http://schemas.microsoft.com/office/drawing/2014/main" id="{6846875B-DECF-4199-96F6-FD4AF43F239C}"/>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410" name="34-text-5">
            <a:extLst xmlns:a="http://schemas.openxmlformats.org/drawingml/2006/main">
              <a:ext uri="{FF2B5EF4-FFF2-40B4-BE49-F238E27FC236}">
                <a16:creationId xmlns:a16="http://schemas.microsoft.com/office/drawing/2014/main" id="{12950DA7-93F5-4670-8DB9-8244D25F2096}"/>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411" name="34-text-6">
            <a:extLst xmlns:a="http://schemas.openxmlformats.org/drawingml/2006/main">
              <a:ext uri="{FF2B5EF4-FFF2-40B4-BE49-F238E27FC236}">
                <a16:creationId xmlns:a16="http://schemas.microsoft.com/office/drawing/2014/main" id="{80123084-9132-4E0D-98A7-922816ADF64D}"/>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412" name="34-text-7">
            <a:extLst xmlns:a="http://schemas.openxmlformats.org/drawingml/2006/main">
              <a:ext uri="{FF2B5EF4-FFF2-40B4-BE49-F238E27FC236}">
                <a16:creationId xmlns:a16="http://schemas.microsoft.com/office/drawing/2014/main" id="{2623611D-B83A-4298-A5B8-DB09A7330E39}"/>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413" name="34-text-8">
            <a:extLst xmlns:a="http://schemas.openxmlformats.org/drawingml/2006/main">
              <a:ext uri="{FF2B5EF4-FFF2-40B4-BE49-F238E27FC236}">
                <a16:creationId xmlns:a16="http://schemas.microsoft.com/office/drawing/2014/main" id="{B460E407-8E70-4451-9FB9-95831CF523A7}"/>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414" name="34-text-9">
            <a:extLst xmlns:a="http://schemas.openxmlformats.org/drawingml/2006/main">
              <a:ext uri="{FF2B5EF4-FFF2-40B4-BE49-F238E27FC236}">
                <a16:creationId xmlns:a16="http://schemas.microsoft.com/office/drawing/2014/main" id="{18963C11-F56D-4D1D-8D26-199F6C97FA93}"/>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415" name="34-text-10">
            <a:extLst xmlns:a="http://schemas.openxmlformats.org/drawingml/2006/main">
              <a:ext uri="{FF2B5EF4-FFF2-40B4-BE49-F238E27FC236}">
                <a16:creationId xmlns:a16="http://schemas.microsoft.com/office/drawing/2014/main" id="{0AE4414A-C416-4EAC-AAAA-322AD9C1BD66}"/>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416" name="narrative-number">
            <a:extLst xmlns:a="http://schemas.openxmlformats.org/drawingml/2006/main">
              <a:ext uri="{FF2B5EF4-FFF2-40B4-BE49-F238E27FC236}">
                <a16:creationId xmlns:a16="http://schemas.microsoft.com/office/drawing/2014/main" id="{30EDAAC8-482F-48AE-85A5-C356AA953B8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4023218766"/>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7" name="!!area-name">
            <a:extLst xmlns:a="http://schemas.openxmlformats.org/drawingml/2006/main">
              <a:ext uri="{FF2B5EF4-FFF2-40B4-BE49-F238E27FC236}">
                <a16:creationId xmlns:a16="http://schemas.microsoft.com/office/drawing/2014/main" id="{6878EFDC-13C2-467A-BD43-6A2301A4360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426" name="mini-map"/>
          <p:cNvPicPr>
            <a:picLocks xmlns:a="http://schemas.openxmlformats.org/drawingml/2006/main" noChangeAspect="1"/>
          </p:cNvPicPr>
          <p:nvPr/>
        </p:nvPicPr>
        <p:blipFill>
          <a:blip xmlns:r="http://schemas.openxmlformats.org/officeDocument/2006/relationships" xmlns:a="http://schemas.openxmlformats.org/drawingml/2006/main" r:embed="Rd569fa6a06d84f1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9" name="header-divider">
            <a:extLst xmlns:a="http://schemas.openxmlformats.org/drawingml/2006/main">
              <a:ext uri="{FF2B5EF4-FFF2-40B4-BE49-F238E27FC236}">
                <a16:creationId xmlns:a16="http://schemas.microsoft.com/office/drawing/2014/main" id="{14190684-D2E1-4535-9B99-23FB78D657E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0" name="35-text-1">
            <a:extLst xmlns:a="http://schemas.openxmlformats.org/drawingml/2006/main">
              <a:ext uri="{FF2B5EF4-FFF2-40B4-BE49-F238E27FC236}">
                <a16:creationId xmlns:a16="http://schemas.microsoft.com/office/drawing/2014/main" id="{1D42BFC1-DFE0-487A-B7CD-C9C7E2EAE2A1}"/>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429" name="35-image-2"/>
          <p:cNvPicPr>
            <a:picLocks xmlns:a="http://schemas.openxmlformats.org/drawingml/2006/main" noChangeAspect="1"/>
          </p:cNvPicPr>
          <p:nvPr/>
        </p:nvPicPr>
        <p:blipFill>
          <a:blip xmlns:r="http://schemas.openxmlformats.org/officeDocument/2006/relationships" xmlns:a="http://schemas.openxmlformats.org/drawingml/2006/main" r:embed="R62cc586a2f6845b8"/>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422" name="35-text-3">
            <a:extLst xmlns:a="http://schemas.openxmlformats.org/drawingml/2006/main">
              <a:ext uri="{FF2B5EF4-FFF2-40B4-BE49-F238E27FC236}">
                <a16:creationId xmlns:a16="http://schemas.microsoft.com/office/drawing/2014/main" id="{C405CAE1-8C5C-464F-8B69-84F1E05D9B98}"/>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423" name="35-text-4">
            <a:extLst xmlns:a="http://schemas.openxmlformats.org/drawingml/2006/main">
              <a:ext uri="{FF2B5EF4-FFF2-40B4-BE49-F238E27FC236}">
                <a16:creationId xmlns:a16="http://schemas.microsoft.com/office/drawing/2014/main" id="{D30E4B9C-874E-4660-A966-8053F5A3B1DB}"/>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424" name="narrative-number">
            <a:extLst xmlns:a="http://schemas.openxmlformats.org/drawingml/2006/main">
              <a:ext uri="{FF2B5EF4-FFF2-40B4-BE49-F238E27FC236}">
                <a16:creationId xmlns:a16="http://schemas.microsoft.com/office/drawing/2014/main" id="{396FF059-5B12-44D6-87C6-44ADF238E52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1012919352"/>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5" name="!!area-name">
            <a:extLst xmlns:a="http://schemas.openxmlformats.org/drawingml/2006/main">
              <a:ext uri="{FF2B5EF4-FFF2-40B4-BE49-F238E27FC236}">
                <a16:creationId xmlns:a16="http://schemas.microsoft.com/office/drawing/2014/main" id="{2C08410D-A42C-4EE5-9143-AB71312A94A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What and why</a:t>
            </a:r>
          </a:p>
        </p:txBody>
      </p:sp>
      <p:pic>
        <p:nvPicPr>
          <p:cNvPr id="435" name="mini-map"/>
          <p:cNvPicPr>
            <a:picLocks xmlns:a="http://schemas.openxmlformats.org/drawingml/2006/main" noChangeAspect="1"/>
          </p:cNvPicPr>
          <p:nvPr/>
        </p:nvPicPr>
        <p:blipFill>
          <a:blip xmlns:r="http://schemas.openxmlformats.org/officeDocument/2006/relationships" xmlns:a="http://schemas.openxmlformats.org/drawingml/2006/main" r:embed="R4a7eaac3ba83425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7" name="slide-title">
            <a:extLst xmlns:a="http://schemas.openxmlformats.org/drawingml/2006/main">
              <a:ext uri="{FF2B5EF4-FFF2-40B4-BE49-F238E27FC236}">
                <a16:creationId xmlns:a16="http://schemas.microsoft.com/office/drawing/2014/main" id="{4908A81F-2C19-4950-83E9-F66219077F2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AgentOps</a:t>
            </a:r>
          </a:p>
        </p:txBody>
      </p:sp>
      <p:sp>
        <p:nvSpPr>
          <p:cNvPr id="428" name="header-divider">
            <a:extLst xmlns:a="http://schemas.openxmlformats.org/drawingml/2006/main">
              <a:ext uri="{FF2B5EF4-FFF2-40B4-BE49-F238E27FC236}">
                <a16:creationId xmlns:a16="http://schemas.microsoft.com/office/drawing/2014/main" id="{24861885-13A6-4CDA-8586-666B12E1B6C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9" name="36-text-1">
            <a:extLst xmlns:a="http://schemas.openxmlformats.org/drawingml/2006/main">
              <a:ext uri="{FF2B5EF4-FFF2-40B4-BE49-F238E27FC236}">
                <a16:creationId xmlns:a16="http://schemas.microsoft.com/office/drawing/2014/main" id="{62FE8846-6B67-4A0C-8D52-21EBB0DB6869}"/>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What it is</a:t>
            </a:r>
          </a:p>
        </p:txBody>
      </p:sp>
      <p:sp>
        <p:nvSpPr>
          <p:cNvPr id="430" name="36-text-2">
            <a:extLst xmlns:a="http://schemas.openxmlformats.org/drawingml/2006/main">
              <a:ext uri="{FF2B5EF4-FFF2-40B4-BE49-F238E27FC236}">
                <a16:creationId xmlns:a16="http://schemas.microsoft.com/office/drawing/2014/main" id="{65EC04C6-CFCE-4A3B-B74F-793A278B1B4A}"/>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Operate agentic systems with observability, enforced controls, and accountable response.</a:t>
            </a:r>
          </a:p>
        </p:txBody>
      </p:sp>
      <p:sp>
        <p:nvSpPr>
          <p:cNvPr id="431" name="36-text-3">
            <a:extLst xmlns:a="http://schemas.openxmlformats.org/drawingml/2006/main">
              <a:ext uri="{FF2B5EF4-FFF2-40B4-BE49-F238E27FC236}">
                <a16:creationId xmlns:a16="http://schemas.microsoft.com/office/drawing/2014/main" id="{F37B7D19-4763-449A-94AE-867BB297335C}"/>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Why it matters</a:t>
            </a:r>
          </a:p>
        </p:txBody>
      </p:sp>
      <p:sp>
        <p:nvSpPr>
          <p:cNvPr id="432" name="36-text-4">
            <a:extLst xmlns:a="http://schemas.openxmlformats.org/drawingml/2006/main">
              <a:ext uri="{FF2B5EF4-FFF2-40B4-BE49-F238E27FC236}">
                <a16:creationId xmlns:a16="http://schemas.microsoft.com/office/drawing/2014/main" id="{AF6B9530-DA90-42A9-BCE8-5C503D824487}"/>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Behavior, access, cost, and latency change over time.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Failures need an accountable response.</a:t>
            </a:r>
          </a:p>
        </p:txBody>
      </p:sp>
      <p:sp>
        <p:nvSpPr>
          <p:cNvPr id="433" name="narrative-number">
            <a:extLst xmlns:a="http://schemas.openxmlformats.org/drawingml/2006/main">
              <a:ext uri="{FF2B5EF4-FFF2-40B4-BE49-F238E27FC236}">
                <a16:creationId xmlns:a16="http://schemas.microsoft.com/office/drawing/2014/main" id="{E2D695FB-8548-47F5-8FC0-D975C41D6D6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2804682644"/>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4" name="!!area-name">
            <a:extLst xmlns:a="http://schemas.openxmlformats.org/drawingml/2006/main">
              <a:ext uri="{FF2B5EF4-FFF2-40B4-BE49-F238E27FC236}">
                <a16:creationId xmlns:a16="http://schemas.microsoft.com/office/drawing/2014/main" id="{4906FFDA-8D8E-4B9E-AD83-5C4F3977E91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448" name="mini-map"/>
          <p:cNvPicPr>
            <a:picLocks xmlns:a="http://schemas.openxmlformats.org/drawingml/2006/main" noChangeAspect="1"/>
          </p:cNvPicPr>
          <p:nvPr/>
        </p:nvPicPr>
        <p:blipFill>
          <a:blip xmlns:r="http://schemas.openxmlformats.org/officeDocument/2006/relationships" xmlns:a="http://schemas.openxmlformats.org/drawingml/2006/main" r:embed="Rffe31ed8a0ec4b7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6" name="slide-title">
            <a:extLst xmlns:a="http://schemas.openxmlformats.org/drawingml/2006/main">
              <a:ext uri="{FF2B5EF4-FFF2-40B4-BE49-F238E27FC236}">
                <a16:creationId xmlns:a16="http://schemas.microsoft.com/office/drawing/2014/main" id="{B47F8241-BE65-4B87-8C08-DB989E500BE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decisions</a:t>
            </a:r>
          </a:p>
        </p:txBody>
      </p:sp>
      <p:sp>
        <p:nvSpPr>
          <p:cNvPr id="437" name="header-divider">
            <a:extLst xmlns:a="http://schemas.openxmlformats.org/drawingml/2006/main">
              <a:ext uri="{FF2B5EF4-FFF2-40B4-BE49-F238E27FC236}">
                <a16:creationId xmlns:a16="http://schemas.microsoft.com/office/drawing/2014/main" id="{DDF67380-DDB2-49F6-85A7-F7CE514CF0D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8" name="37-text-1">
            <a:extLst xmlns:a="http://schemas.openxmlformats.org/drawingml/2006/main">
              <a:ext uri="{FF2B5EF4-FFF2-40B4-BE49-F238E27FC236}">
                <a16:creationId xmlns:a16="http://schemas.microsoft.com/office/drawing/2014/main" id="{1BD967CF-7819-4428-A59E-24C93ABFC714}"/>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Authority</a:t>
            </a:r>
          </a:p>
        </p:txBody>
      </p:sp>
      <p:sp>
        <p:nvSpPr>
          <p:cNvPr id="439" name="37-text-2">
            <a:extLst xmlns:a="http://schemas.openxmlformats.org/drawingml/2006/main">
              <a:ext uri="{FF2B5EF4-FFF2-40B4-BE49-F238E27FC236}">
                <a16:creationId xmlns:a16="http://schemas.microsoft.com/office/drawing/2014/main" id="{D43DCBBA-EE44-4743-AD2B-27CC685B99D1}"/>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identity, scope, and permitted destinations.</a:t>
            </a:r>
          </a:p>
        </p:txBody>
      </p:sp>
      <p:sp>
        <p:nvSpPr>
          <p:cNvPr id="440" name="37-text-3">
            <a:extLst xmlns:a="http://schemas.openxmlformats.org/drawingml/2006/main">
              <a:ext uri="{FF2B5EF4-FFF2-40B4-BE49-F238E27FC236}">
                <a16:creationId xmlns:a16="http://schemas.microsoft.com/office/drawing/2014/main" id="{A2EC95E7-85EB-4D59-AE94-2B2468C84398}"/>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Observation</a:t>
            </a:r>
          </a:p>
        </p:txBody>
      </p:sp>
      <p:sp>
        <p:nvSpPr>
          <p:cNvPr id="441" name="37-text-4">
            <a:extLst xmlns:a="http://schemas.openxmlformats.org/drawingml/2006/main">
              <a:ext uri="{FF2B5EF4-FFF2-40B4-BE49-F238E27FC236}">
                <a16:creationId xmlns:a16="http://schemas.microsoft.com/office/drawing/2014/main" id="{90F13719-7B42-4AD6-83A8-4EA1AB753C69}"/>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Connect evidence to outcomes, quality, cost, and latency.</a:t>
            </a:r>
          </a:p>
        </p:txBody>
      </p:sp>
      <p:sp>
        <p:nvSpPr>
          <p:cNvPr id="442" name="37-text-5">
            <a:extLst xmlns:a="http://schemas.openxmlformats.org/drawingml/2006/main">
              <a:ext uri="{FF2B5EF4-FFF2-40B4-BE49-F238E27FC236}">
                <a16:creationId xmlns:a16="http://schemas.microsoft.com/office/drawing/2014/main" id="{F73446F7-273A-4F4F-AC27-F92769447F95}"/>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Limits and handoff</a:t>
            </a:r>
          </a:p>
        </p:txBody>
      </p:sp>
      <p:sp>
        <p:nvSpPr>
          <p:cNvPr id="443" name="37-text-6">
            <a:extLst xmlns:a="http://schemas.openxmlformats.org/drawingml/2006/main">
              <a:ext uri="{FF2B5EF4-FFF2-40B4-BE49-F238E27FC236}">
                <a16:creationId xmlns:a16="http://schemas.microsoft.com/office/drawing/2014/main" id="{D12289F4-A2C2-4F36-843D-76BDFCDB1894}"/>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Set the policy and assign the authorized responder.</a:t>
            </a:r>
          </a:p>
        </p:txBody>
      </p:sp>
      <p:sp>
        <p:nvSpPr>
          <p:cNvPr id="444" name="37-text-7">
            <a:extLst xmlns:a="http://schemas.openxmlformats.org/drawingml/2006/main">
              <a:ext uri="{FF2B5EF4-FFF2-40B4-BE49-F238E27FC236}">
                <a16:creationId xmlns:a16="http://schemas.microsoft.com/office/drawing/2014/main" id="{EE8F6A54-4755-4DF0-9AAE-4FC38384A1A5}"/>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Changes and incidents</a:t>
            </a:r>
          </a:p>
        </p:txBody>
      </p:sp>
      <p:sp>
        <p:nvSpPr>
          <p:cNvPr id="445" name="37-text-8">
            <a:extLst xmlns:a="http://schemas.openxmlformats.org/drawingml/2006/main">
              <a:ext uri="{FF2B5EF4-FFF2-40B4-BE49-F238E27FC236}">
                <a16:creationId xmlns:a16="http://schemas.microsoft.com/office/drawing/2014/main" id="{F4D7F407-1C69-481A-B29A-C08F4AC52F0E}"/>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changes. Keep a way to restrict or revert configuration.</a:t>
            </a:r>
          </a:p>
        </p:txBody>
      </p:sp>
      <p:sp>
        <p:nvSpPr>
          <p:cNvPr id="446" name="narrative-number">
            <a:extLst xmlns:a="http://schemas.openxmlformats.org/drawingml/2006/main">
              <a:ext uri="{FF2B5EF4-FFF2-40B4-BE49-F238E27FC236}">
                <a16:creationId xmlns:a16="http://schemas.microsoft.com/office/drawing/2014/main" id="{1AEA3E6C-4A76-4B52-88FA-445A85500AA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3253385777"/>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7" name="!!area-name">
            <a:extLst xmlns:a="http://schemas.openxmlformats.org/drawingml/2006/main">
              <a:ext uri="{FF2B5EF4-FFF2-40B4-BE49-F238E27FC236}">
                <a16:creationId xmlns:a16="http://schemas.microsoft.com/office/drawing/2014/main" id="{7E3EA5D8-3634-479D-8E83-DDFEBF94881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462" name="mini-map"/>
          <p:cNvPicPr>
            <a:picLocks xmlns:a="http://schemas.openxmlformats.org/drawingml/2006/main" noChangeAspect="1"/>
          </p:cNvPicPr>
          <p:nvPr/>
        </p:nvPicPr>
        <p:blipFill>
          <a:blip xmlns:r="http://schemas.openxmlformats.org/officeDocument/2006/relationships" xmlns:a="http://schemas.openxmlformats.org/drawingml/2006/main" r:embed="R4d29431691da4aa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9" name="slide-title">
            <a:extLst xmlns:a="http://schemas.openxmlformats.org/drawingml/2006/main">
              <a:ext uri="{FF2B5EF4-FFF2-40B4-BE49-F238E27FC236}">
                <a16:creationId xmlns:a16="http://schemas.microsoft.com/office/drawing/2014/main" id="{D039B02C-9CC7-4D62-9CE9-EEBF18AD486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450" name="header-divider">
            <a:extLst xmlns:a="http://schemas.openxmlformats.org/drawingml/2006/main">
              <a:ext uri="{FF2B5EF4-FFF2-40B4-BE49-F238E27FC236}">
                <a16:creationId xmlns:a16="http://schemas.microsoft.com/office/drawing/2014/main" id="{E12F219C-6BF3-4637-B664-C7C883CFB21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1" name="38-text-1">
            <a:extLst xmlns:a="http://schemas.openxmlformats.org/drawingml/2006/main">
              <a:ext uri="{FF2B5EF4-FFF2-40B4-BE49-F238E27FC236}">
                <a16:creationId xmlns:a16="http://schemas.microsoft.com/office/drawing/2014/main" id="{F60B128A-F908-4CA1-B570-9F149F8A3E54}"/>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452" name="38-text-2">
            <a:extLst xmlns:a="http://schemas.openxmlformats.org/drawingml/2006/main">
              <a:ext uri="{FF2B5EF4-FFF2-40B4-BE49-F238E27FC236}">
                <a16:creationId xmlns:a16="http://schemas.microsoft.com/office/drawing/2014/main" id="{EE8CD3F6-F185-4A66-8056-9D46BC8198CB}"/>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453" name="38-text-3">
            <a:extLst xmlns:a="http://schemas.openxmlformats.org/drawingml/2006/main">
              <a:ext uri="{FF2B5EF4-FFF2-40B4-BE49-F238E27FC236}">
                <a16:creationId xmlns:a16="http://schemas.microsoft.com/office/drawing/2014/main" id="{1BD9F2AD-C758-4E61-8DFD-F5B6C922D0CF}"/>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454" name="38-text-4">
            <a:extLst xmlns:a="http://schemas.openxmlformats.org/drawingml/2006/main">
              <a:ext uri="{FF2B5EF4-FFF2-40B4-BE49-F238E27FC236}">
                <a16:creationId xmlns:a16="http://schemas.microsoft.com/office/drawing/2014/main" id="{18E46BF0-A5B2-4ED7-BBC5-00CA5697DF3E}"/>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455" name="38-text-5">
            <a:extLst xmlns:a="http://schemas.openxmlformats.org/drawingml/2006/main">
              <a:ext uri="{FF2B5EF4-FFF2-40B4-BE49-F238E27FC236}">
                <a16:creationId xmlns:a16="http://schemas.microsoft.com/office/drawing/2014/main" id="{FA8E8EF1-959D-417D-96D1-F4CC47E56C6A}"/>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456" name="38-text-6">
            <a:extLst xmlns:a="http://schemas.openxmlformats.org/drawingml/2006/main">
              <a:ext uri="{FF2B5EF4-FFF2-40B4-BE49-F238E27FC236}">
                <a16:creationId xmlns:a16="http://schemas.microsoft.com/office/drawing/2014/main" id="{84CABA95-A29B-4313-B8D5-43DFC63D28D1}"/>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457" name="38-text-7">
            <a:extLst xmlns:a="http://schemas.openxmlformats.org/drawingml/2006/main">
              <a:ext uri="{FF2B5EF4-FFF2-40B4-BE49-F238E27FC236}">
                <a16:creationId xmlns:a16="http://schemas.microsoft.com/office/drawing/2014/main" id="{0E4AFB70-BFC3-4E7F-8DFE-CA14E55C00BD}"/>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458" name="38-text-8">
            <a:extLst xmlns:a="http://schemas.openxmlformats.org/drawingml/2006/main">
              <a:ext uri="{FF2B5EF4-FFF2-40B4-BE49-F238E27FC236}">
                <a16:creationId xmlns:a16="http://schemas.microsoft.com/office/drawing/2014/main" id="{89DC28CB-E44E-44D9-B1C5-91ED3042D6B7}"/>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459" name="38-text-9">
            <a:extLst xmlns:a="http://schemas.openxmlformats.org/drawingml/2006/main">
              <a:ext uri="{FF2B5EF4-FFF2-40B4-BE49-F238E27FC236}">
                <a16:creationId xmlns:a16="http://schemas.microsoft.com/office/drawing/2014/main" id="{15317AE3-66ED-4FE4-B5D7-2BAAC8319A39}"/>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460" name="narrative-number">
            <a:extLst xmlns:a="http://schemas.openxmlformats.org/drawingml/2006/main">
              <a:ext uri="{FF2B5EF4-FFF2-40B4-BE49-F238E27FC236}">
                <a16:creationId xmlns:a16="http://schemas.microsoft.com/office/drawing/2014/main" id="{0F9ECF62-FC96-479A-B898-88B51CFB6FA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615890841"/>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1" name="!!area-name">
            <a:extLst xmlns:a="http://schemas.openxmlformats.org/drawingml/2006/main">
              <a:ext uri="{FF2B5EF4-FFF2-40B4-BE49-F238E27FC236}">
                <a16:creationId xmlns:a16="http://schemas.microsoft.com/office/drawing/2014/main" id="{27A26517-BE56-4CA2-A263-8DCF4C0C419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application</a:t>
            </a:r>
          </a:p>
        </p:txBody>
      </p:sp>
      <p:pic>
        <p:nvPicPr>
          <p:cNvPr id="469" name="mini-map"/>
          <p:cNvPicPr>
            <a:picLocks xmlns:a="http://schemas.openxmlformats.org/drawingml/2006/main" noChangeAspect="1"/>
          </p:cNvPicPr>
          <p:nvPr/>
        </p:nvPicPr>
        <p:blipFill>
          <a:blip xmlns:r="http://schemas.openxmlformats.org/officeDocument/2006/relationships" xmlns:a="http://schemas.openxmlformats.org/drawingml/2006/main" r:embed="R07b3ed5fb57349a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3" name="slide-title">
            <a:extLst xmlns:a="http://schemas.openxmlformats.org/drawingml/2006/main">
              <a:ext uri="{FF2B5EF4-FFF2-40B4-BE49-F238E27FC236}">
                <a16:creationId xmlns:a16="http://schemas.microsoft.com/office/drawing/2014/main" id="{6CA1DE19-E287-4057-B00B-C52080DD078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FRB operating agreement</a:t>
            </a:r>
          </a:p>
        </p:txBody>
      </p:sp>
      <p:sp>
        <p:nvSpPr>
          <p:cNvPr id="464" name="header-divider">
            <a:extLst xmlns:a="http://schemas.openxmlformats.org/drawingml/2006/main">
              <a:ext uri="{FF2B5EF4-FFF2-40B4-BE49-F238E27FC236}">
                <a16:creationId xmlns:a16="http://schemas.microsoft.com/office/drawing/2014/main" id="{6F450E2E-69EE-46A8-9968-56C7C48D62D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5" name="39-text-1">
            <a:extLst xmlns:a="http://schemas.openxmlformats.org/drawingml/2006/main">
              <a:ext uri="{FF2B5EF4-FFF2-40B4-BE49-F238E27FC236}">
                <a16:creationId xmlns:a16="http://schemas.microsoft.com/office/drawing/2014/main" id="{8E4A604E-B79A-4DE9-8258-D7C5E4735CC5}"/>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operating agreement.</a:t>
            </a:r>
          </a:p>
        </p:txBody>
      </p:sp>
      <p:graphicFrame>
        <p:nvGraphicFramePr>
          <p:cNvPr id="473" name="39-table-2"/>
          <p:cNvGraphicFramePr/>
          <p:nvPr/>
        </p:nvGraphicFramePr>
        <p:xfrm>
          <a:off xmlns:a="http://schemas.openxmlformats.org/drawingml/2006/main" x="609600" y="2895600"/>
          <a:ext xmlns:a="http://schemas.openxmlformats.org/drawingml/2006/main" cx="10972800" cy="3098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DAD00"/>
                          </a:solidFill>
                          <a:latin typeface="Helvetica"/>
                          <a:ea typeface="Helvetica"/>
                          <a:cs typeface="Helvetica"/>
                        </a:rPr>
                        <a:t>Responsibility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rule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Records, services, destinations, traces, and eval artifacts.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Evidence and signals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Revisions, checks, export state.</a:t>
                      </a:r>
                    </a:p>
                    <a:p>
                      <a:pPr>
                        <a:lnSpc>
                          <a:spcPct val="125000"/>
                        </a:lnSpc>
                        <a:buNone/>
                      </a:pPr>
                      <a:r>
                        <a:rPr sz="2000" b="0">
                          <a:solidFill>
                            <a:srgbClr val="FFFCF5"/>
                          </a:solidFill>
                          <a:latin typeface="Helvetica"/>
                          <a:ea typeface="Helvetica"/>
                          <a:cs typeface="Helvetica"/>
                        </a:rPr>
                        <a:t>Quality, freshness, cost,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limits. An assigned, authorized responder.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Accountability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Review changes. People own official findings and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67" name="narrative-number">
            <a:extLst xmlns:a="http://schemas.openxmlformats.org/drawingml/2006/main">
              <a:ext uri="{FF2B5EF4-FFF2-40B4-BE49-F238E27FC236}">
                <a16:creationId xmlns:a16="http://schemas.microsoft.com/office/drawing/2014/main" id="{2CF0C5AA-BD14-4F29-8152-2D66C6EF357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1428268354"/>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470" name="40-image-1"/>
          <p:cNvPicPr>
            <a:picLocks xmlns:a="http://schemas.openxmlformats.org/drawingml/2006/main" noChangeAspect="1"/>
          </p:cNvPicPr>
          <p:nvPr/>
        </p:nvPicPr>
        <p:blipFill>
          <a:blip xmlns:r="http://schemas.openxmlformats.org/officeDocument/2006/relationships" xmlns:a="http://schemas.openxmlformats.org/drawingml/2006/main" r:embed="R25ab7de0e3bd404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469" name="narrative-number">
            <a:extLst xmlns:a="http://schemas.openxmlformats.org/drawingml/2006/main">
              <a:ext uri="{FF2B5EF4-FFF2-40B4-BE49-F238E27FC236}">
                <a16:creationId xmlns:a16="http://schemas.microsoft.com/office/drawing/2014/main" id="{9BD4EBD6-4BD0-4058-8935-C2206182E66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2377392465"/>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0" name="section-label">
            <a:extLst xmlns:a="http://schemas.openxmlformats.org/drawingml/2006/main">
              <a:ext uri="{FF2B5EF4-FFF2-40B4-BE49-F238E27FC236}">
                <a16:creationId xmlns:a16="http://schemas.microsoft.com/office/drawing/2014/main" id="{5BE616FD-27C1-42D4-9769-9FCB0D5A3883}"/>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471" name="section-rule">
            <a:extLst xmlns:a="http://schemas.openxmlformats.org/drawingml/2006/main">
              <a:ext uri="{FF2B5EF4-FFF2-40B4-BE49-F238E27FC236}">
                <a16:creationId xmlns:a16="http://schemas.microsoft.com/office/drawing/2014/main" id="{9A69E52C-41AF-4E68-B530-FDC1BDACC93D}"/>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2" name="section-title">
            <a:extLst xmlns:a="http://schemas.openxmlformats.org/drawingml/2006/main">
              <a:ext uri="{FF2B5EF4-FFF2-40B4-BE49-F238E27FC236}">
                <a16:creationId xmlns:a16="http://schemas.microsoft.com/office/drawing/2014/main" id="{CC9FF6F3-A1C4-4FD3-996B-4D3DC6082C87}"/>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473" name="narrative-number">
            <a:extLst xmlns:a="http://schemas.openxmlformats.org/drawingml/2006/main">
              <a:ext uri="{FF2B5EF4-FFF2-40B4-BE49-F238E27FC236}">
                <a16:creationId xmlns:a16="http://schemas.microsoft.com/office/drawing/2014/main" id="{AF85583A-B341-4EEC-B8BC-9C4FBD91D23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556711619"/>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4" name="!!area-name">
            <a:extLst xmlns:a="http://schemas.openxmlformats.org/drawingml/2006/main">
              <a:ext uri="{FF2B5EF4-FFF2-40B4-BE49-F238E27FC236}">
                <a16:creationId xmlns:a16="http://schemas.microsoft.com/office/drawing/2014/main" id="{6A2EC22A-3E9A-4282-9D4A-78508DBD02F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481" name="mini-map"/>
          <p:cNvPicPr>
            <a:picLocks xmlns:a="http://schemas.openxmlformats.org/drawingml/2006/main" noChangeAspect="1"/>
          </p:cNvPicPr>
          <p:nvPr/>
        </p:nvPicPr>
        <p:blipFill>
          <a:blip xmlns:r="http://schemas.openxmlformats.org/officeDocument/2006/relationships" xmlns:a="http://schemas.openxmlformats.org/drawingml/2006/main" r:embed="Rb64e90e4e7ea41d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76" name="slide-title">
            <a:extLst xmlns:a="http://schemas.openxmlformats.org/drawingml/2006/main">
              <a:ext uri="{FF2B5EF4-FFF2-40B4-BE49-F238E27FC236}">
                <a16:creationId xmlns:a16="http://schemas.microsoft.com/office/drawing/2014/main" id="{6299752E-90FB-4DDC-BCBA-2E879439586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77" name="header-divider">
            <a:extLst xmlns:a="http://schemas.openxmlformats.org/drawingml/2006/main">
              <a:ext uri="{FF2B5EF4-FFF2-40B4-BE49-F238E27FC236}">
                <a16:creationId xmlns:a16="http://schemas.microsoft.com/office/drawing/2014/main" id="{EE68B71B-1F30-4E8E-88EC-8E839DB20F5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84" name="42-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01B66D"/>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79" name="narrative-number">
            <a:extLst xmlns:a="http://schemas.openxmlformats.org/drawingml/2006/main">
              <a:ext uri="{FF2B5EF4-FFF2-40B4-BE49-F238E27FC236}">
                <a16:creationId xmlns:a16="http://schemas.microsoft.com/office/drawing/2014/main" id="{E9D8423F-07E3-45B3-A564-FF75D58D0B5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2040589948"/>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0" name="!!area-name">
            <a:extLst xmlns:a="http://schemas.openxmlformats.org/drawingml/2006/main">
              <a:ext uri="{FF2B5EF4-FFF2-40B4-BE49-F238E27FC236}">
                <a16:creationId xmlns:a16="http://schemas.microsoft.com/office/drawing/2014/main" id="{C5D44D91-DDA7-44B2-80AC-EB87B1C4189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487" name="mini-map"/>
          <p:cNvPicPr>
            <a:picLocks xmlns:a="http://schemas.openxmlformats.org/drawingml/2006/main" noChangeAspect="1"/>
          </p:cNvPicPr>
          <p:nvPr/>
        </p:nvPicPr>
        <p:blipFill>
          <a:blip xmlns:r="http://schemas.openxmlformats.org/officeDocument/2006/relationships" xmlns:a="http://schemas.openxmlformats.org/drawingml/2006/main" r:embed="R4cd91208824543c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2" name="slide-title">
            <a:extLst xmlns:a="http://schemas.openxmlformats.org/drawingml/2006/main">
              <a:ext uri="{FF2B5EF4-FFF2-40B4-BE49-F238E27FC236}">
                <a16:creationId xmlns:a16="http://schemas.microsoft.com/office/drawing/2014/main" id="{C0DE3B24-36BA-4ADD-ACB3-B9CE12F96C4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483" name="header-divider">
            <a:extLst xmlns:a="http://schemas.openxmlformats.org/drawingml/2006/main">
              <a:ext uri="{FF2B5EF4-FFF2-40B4-BE49-F238E27FC236}">
                <a16:creationId xmlns:a16="http://schemas.microsoft.com/office/drawing/2014/main" id="{E6DA041D-B01B-45D7-B321-D163C209833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90" name="43-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01B66D"/>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85" name="narrative-number">
            <a:extLst xmlns:a="http://schemas.openxmlformats.org/drawingml/2006/main">
              <a:ext uri="{FF2B5EF4-FFF2-40B4-BE49-F238E27FC236}">
                <a16:creationId xmlns:a16="http://schemas.microsoft.com/office/drawing/2014/main" id="{0A55E24F-E305-4AA5-9FED-716F9FBF148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2271235742"/>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6" name="!!area-name">
            <a:extLst xmlns:a="http://schemas.openxmlformats.org/drawingml/2006/main">
              <a:ext uri="{FF2B5EF4-FFF2-40B4-BE49-F238E27FC236}">
                <a16:creationId xmlns:a16="http://schemas.microsoft.com/office/drawing/2014/main" id="{21F16C39-05E9-4476-99B3-82544ABA78C2}"/>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487" name="header-divider">
            <a:extLst xmlns:a="http://schemas.openxmlformats.org/drawingml/2006/main">
              <a:ext uri="{FF2B5EF4-FFF2-40B4-BE49-F238E27FC236}">
                <a16:creationId xmlns:a16="http://schemas.microsoft.com/office/drawing/2014/main" id="{22C5A3CD-7951-4A62-8E05-19948B55D988}"/>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8" name="44-shape-1">
            <a:extLst xmlns:a="http://schemas.openxmlformats.org/drawingml/2006/main">
              <a:ext uri="{FF2B5EF4-FFF2-40B4-BE49-F238E27FC236}">
                <a16:creationId xmlns:a16="http://schemas.microsoft.com/office/drawing/2014/main" id="{C102054C-71F7-4246-A9B0-51408DB5706D}"/>
              </a:ext>
            </a:extLst>
          </p:cNvPr>
          <p:cNvSpPr>
            <a:spLocks xmlns:a="http://schemas.openxmlformats.org/drawingml/2006/main"/>
          </p:cNvSpPr>
          <p:nvPr/>
        </p:nvSpPr>
        <p:spPr>
          <a:xfrm xmlns:a="http://schemas.openxmlformats.org/drawingml/2006/main">
            <a:off x="0" y="1270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89" name="44-shape-2">
            <a:extLst xmlns:a="http://schemas.openxmlformats.org/drawingml/2006/main">
              <a:ext uri="{FF2B5EF4-FFF2-40B4-BE49-F238E27FC236}">
                <a16:creationId xmlns:a16="http://schemas.microsoft.com/office/drawing/2014/main" id="{362E20E1-80E3-46AB-A362-AFBF4337D062}"/>
              </a:ext>
            </a:extLst>
          </p:cNvPr>
          <p:cNvSpPr>
            <a:spLocks xmlns:a="http://schemas.openxmlformats.org/drawingml/2006/main"/>
          </p:cNvSpPr>
          <p:nvPr/>
        </p:nvSpPr>
        <p:spPr>
          <a:xfrm xmlns:a="http://schemas.openxmlformats.org/drawingml/2006/main">
            <a:off x="0" y="1270000"/>
            <a:ext cx="34544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490" name="44-text-3">
            <a:extLst xmlns:a="http://schemas.openxmlformats.org/drawingml/2006/main">
              <a:ext uri="{FF2B5EF4-FFF2-40B4-BE49-F238E27FC236}">
                <a16:creationId xmlns:a16="http://schemas.microsoft.com/office/drawing/2014/main" id="{7D6DC74D-3BF5-4155-B09A-42401A521D10}"/>
              </a:ext>
            </a:extLst>
          </p:cNvPr>
          <p:cNvSpPr>
            <a:spLocks xmlns:a="http://schemas.openxmlformats.org/drawingml/2006/main"/>
          </p:cNvSpPr>
          <p:nvPr/>
        </p:nvSpPr>
        <p:spPr>
          <a:xfrm xmlns:a="http://schemas.openxmlformats.org/drawingml/2006/main">
            <a:off x="609600" y="13081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491" name="44-text-4">
            <a:extLst xmlns:a="http://schemas.openxmlformats.org/drawingml/2006/main">
              <a:ext uri="{FF2B5EF4-FFF2-40B4-BE49-F238E27FC236}">
                <a16:creationId xmlns:a16="http://schemas.microsoft.com/office/drawing/2014/main" id="{F1EE0895-648E-4FBF-8257-9BEF73881F27}"/>
              </a:ext>
            </a:extLst>
          </p:cNvPr>
          <p:cNvSpPr>
            <a:spLocks xmlns:a="http://schemas.openxmlformats.org/drawingml/2006/main"/>
          </p:cNvSpPr>
          <p:nvPr/>
        </p:nvSpPr>
        <p:spPr>
          <a:xfrm xmlns:a="http://schemas.openxmlformats.org/drawingml/2006/main">
            <a:off x="3759200" y="1308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492" name="44-shape-5">
            <a:extLst xmlns:a="http://schemas.openxmlformats.org/drawingml/2006/main">
              <a:ext uri="{FF2B5EF4-FFF2-40B4-BE49-F238E27FC236}">
                <a16:creationId xmlns:a16="http://schemas.microsoft.com/office/drawing/2014/main" id="{8A874477-29A7-47A8-92CF-122F55D72B41}"/>
              </a:ext>
            </a:extLst>
          </p:cNvPr>
          <p:cNvSpPr>
            <a:spLocks xmlns:a="http://schemas.openxmlformats.org/drawingml/2006/main"/>
          </p:cNvSpPr>
          <p:nvPr/>
        </p:nvSpPr>
        <p:spPr>
          <a:xfrm xmlns:a="http://schemas.openxmlformats.org/drawingml/2006/main">
            <a:off x="0" y="21082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93" name="44-shape-6">
            <a:extLst xmlns:a="http://schemas.openxmlformats.org/drawingml/2006/main">
              <a:ext uri="{FF2B5EF4-FFF2-40B4-BE49-F238E27FC236}">
                <a16:creationId xmlns:a16="http://schemas.microsoft.com/office/drawing/2014/main" id="{C0D033EA-D9AE-4DEA-8552-001503E80A65}"/>
              </a:ext>
            </a:extLst>
          </p:cNvPr>
          <p:cNvSpPr>
            <a:spLocks xmlns:a="http://schemas.openxmlformats.org/drawingml/2006/main"/>
          </p:cNvSpPr>
          <p:nvPr/>
        </p:nvSpPr>
        <p:spPr>
          <a:xfrm xmlns:a="http://schemas.openxmlformats.org/drawingml/2006/main">
            <a:off x="0" y="21082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94" name="44-text-7">
            <a:extLst xmlns:a="http://schemas.openxmlformats.org/drawingml/2006/main">
              <a:ext uri="{FF2B5EF4-FFF2-40B4-BE49-F238E27FC236}">
                <a16:creationId xmlns:a16="http://schemas.microsoft.com/office/drawing/2014/main" id="{A8C2A875-B6C7-4D25-9007-74E8EEEC44F9}"/>
              </a:ext>
            </a:extLst>
          </p:cNvPr>
          <p:cNvSpPr>
            <a:spLocks xmlns:a="http://schemas.openxmlformats.org/drawingml/2006/main"/>
          </p:cNvSpPr>
          <p:nvPr/>
        </p:nvSpPr>
        <p:spPr>
          <a:xfrm xmlns:a="http://schemas.openxmlformats.org/drawingml/2006/main">
            <a:off x="609600" y="21463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495" name="44-text-8">
            <a:extLst xmlns:a="http://schemas.openxmlformats.org/drawingml/2006/main">
              <a:ext uri="{FF2B5EF4-FFF2-40B4-BE49-F238E27FC236}">
                <a16:creationId xmlns:a16="http://schemas.microsoft.com/office/drawing/2014/main" id="{ED7D32BF-9A27-457E-9628-E33211E9C268}"/>
              </a:ext>
            </a:extLst>
          </p:cNvPr>
          <p:cNvSpPr>
            <a:spLocks xmlns:a="http://schemas.openxmlformats.org/drawingml/2006/main"/>
          </p:cNvSpPr>
          <p:nvPr/>
        </p:nvSpPr>
        <p:spPr>
          <a:xfrm xmlns:a="http://schemas.openxmlformats.org/drawingml/2006/main">
            <a:off x="3759200" y="21463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496" name="44-shape-9">
            <a:extLst xmlns:a="http://schemas.openxmlformats.org/drawingml/2006/main">
              <a:ext uri="{FF2B5EF4-FFF2-40B4-BE49-F238E27FC236}">
                <a16:creationId xmlns:a16="http://schemas.microsoft.com/office/drawing/2014/main" id="{37DC9E6E-258A-436F-981C-04C1B22EE2A6}"/>
              </a:ext>
            </a:extLst>
          </p:cNvPr>
          <p:cNvSpPr>
            <a:spLocks xmlns:a="http://schemas.openxmlformats.org/drawingml/2006/main"/>
          </p:cNvSpPr>
          <p:nvPr/>
        </p:nvSpPr>
        <p:spPr>
          <a:xfrm xmlns:a="http://schemas.openxmlformats.org/drawingml/2006/main">
            <a:off x="0" y="29464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97" name="44-shape-10">
            <a:extLst xmlns:a="http://schemas.openxmlformats.org/drawingml/2006/main">
              <a:ext uri="{FF2B5EF4-FFF2-40B4-BE49-F238E27FC236}">
                <a16:creationId xmlns:a16="http://schemas.microsoft.com/office/drawing/2014/main" id="{9D77546D-D34A-4A20-A7D2-CFD824A4BB9E}"/>
              </a:ext>
            </a:extLst>
          </p:cNvPr>
          <p:cNvSpPr>
            <a:spLocks xmlns:a="http://schemas.openxmlformats.org/drawingml/2006/main"/>
          </p:cNvSpPr>
          <p:nvPr/>
        </p:nvSpPr>
        <p:spPr>
          <a:xfrm xmlns:a="http://schemas.openxmlformats.org/drawingml/2006/main">
            <a:off x="0" y="29464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98" name="44-text-11">
            <a:extLst xmlns:a="http://schemas.openxmlformats.org/drawingml/2006/main">
              <a:ext uri="{FF2B5EF4-FFF2-40B4-BE49-F238E27FC236}">
                <a16:creationId xmlns:a16="http://schemas.microsoft.com/office/drawing/2014/main" id="{3BAB8415-D350-43C3-968A-11D7FFB0D6DD}"/>
              </a:ext>
            </a:extLst>
          </p:cNvPr>
          <p:cNvSpPr>
            <a:spLocks xmlns:a="http://schemas.openxmlformats.org/drawingml/2006/main"/>
          </p:cNvSpPr>
          <p:nvPr/>
        </p:nvSpPr>
        <p:spPr>
          <a:xfrm xmlns:a="http://schemas.openxmlformats.org/drawingml/2006/main">
            <a:off x="609600" y="29845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499" name="44-text-12">
            <a:extLst xmlns:a="http://schemas.openxmlformats.org/drawingml/2006/main">
              <a:ext uri="{FF2B5EF4-FFF2-40B4-BE49-F238E27FC236}">
                <a16:creationId xmlns:a16="http://schemas.microsoft.com/office/drawing/2014/main" id="{50849183-357C-4FD4-BAE3-99660EDA07F4}"/>
              </a:ext>
            </a:extLst>
          </p:cNvPr>
          <p:cNvSpPr>
            <a:spLocks xmlns:a="http://schemas.openxmlformats.org/drawingml/2006/main"/>
          </p:cNvSpPr>
          <p:nvPr/>
        </p:nvSpPr>
        <p:spPr>
          <a:xfrm xmlns:a="http://schemas.openxmlformats.org/drawingml/2006/main">
            <a:off x="3759200" y="29845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500" name="44-shape-13">
            <a:extLst xmlns:a="http://schemas.openxmlformats.org/drawingml/2006/main">
              <a:ext uri="{FF2B5EF4-FFF2-40B4-BE49-F238E27FC236}">
                <a16:creationId xmlns:a16="http://schemas.microsoft.com/office/drawing/2014/main" id="{C29CCCC6-EEDB-461F-AFA0-D2FAAF903CFA}"/>
              </a:ext>
            </a:extLst>
          </p:cNvPr>
          <p:cNvSpPr>
            <a:spLocks xmlns:a="http://schemas.openxmlformats.org/drawingml/2006/main"/>
          </p:cNvSpPr>
          <p:nvPr/>
        </p:nvSpPr>
        <p:spPr>
          <a:xfrm xmlns:a="http://schemas.openxmlformats.org/drawingml/2006/main">
            <a:off x="0" y="37846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01" name="44-shape-14">
            <a:extLst xmlns:a="http://schemas.openxmlformats.org/drawingml/2006/main">
              <a:ext uri="{FF2B5EF4-FFF2-40B4-BE49-F238E27FC236}">
                <a16:creationId xmlns:a16="http://schemas.microsoft.com/office/drawing/2014/main" id="{DBC4C1A3-CCBB-45E3-85A6-EAE2833C7118}"/>
              </a:ext>
            </a:extLst>
          </p:cNvPr>
          <p:cNvSpPr>
            <a:spLocks xmlns:a="http://schemas.openxmlformats.org/drawingml/2006/main"/>
          </p:cNvSpPr>
          <p:nvPr/>
        </p:nvSpPr>
        <p:spPr>
          <a:xfrm xmlns:a="http://schemas.openxmlformats.org/drawingml/2006/main">
            <a:off x="0" y="37846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02" name="44-text-15">
            <a:extLst xmlns:a="http://schemas.openxmlformats.org/drawingml/2006/main">
              <a:ext uri="{FF2B5EF4-FFF2-40B4-BE49-F238E27FC236}">
                <a16:creationId xmlns:a16="http://schemas.microsoft.com/office/drawing/2014/main" id="{9B27BBE4-20E0-4058-B150-D001E60078C7}"/>
              </a:ext>
            </a:extLst>
          </p:cNvPr>
          <p:cNvSpPr>
            <a:spLocks xmlns:a="http://schemas.openxmlformats.org/drawingml/2006/main"/>
          </p:cNvSpPr>
          <p:nvPr/>
        </p:nvSpPr>
        <p:spPr>
          <a:xfrm xmlns:a="http://schemas.openxmlformats.org/drawingml/2006/main">
            <a:off x="609600" y="38227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503" name="44-text-16">
            <a:extLst xmlns:a="http://schemas.openxmlformats.org/drawingml/2006/main">
              <a:ext uri="{FF2B5EF4-FFF2-40B4-BE49-F238E27FC236}">
                <a16:creationId xmlns:a16="http://schemas.microsoft.com/office/drawing/2014/main" id="{6036239A-A375-43FE-99C7-B6F31D215227}"/>
              </a:ext>
            </a:extLst>
          </p:cNvPr>
          <p:cNvSpPr>
            <a:spLocks xmlns:a="http://schemas.openxmlformats.org/drawingml/2006/main"/>
          </p:cNvSpPr>
          <p:nvPr/>
        </p:nvSpPr>
        <p:spPr>
          <a:xfrm xmlns:a="http://schemas.openxmlformats.org/drawingml/2006/main">
            <a:off x="3759200" y="38227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504" name="44-shape-17">
            <a:extLst xmlns:a="http://schemas.openxmlformats.org/drawingml/2006/main">
              <a:ext uri="{FF2B5EF4-FFF2-40B4-BE49-F238E27FC236}">
                <a16:creationId xmlns:a16="http://schemas.microsoft.com/office/drawing/2014/main" id="{6C8A6061-5F34-46DE-BF0D-F650B51470B3}"/>
              </a:ext>
            </a:extLst>
          </p:cNvPr>
          <p:cNvSpPr>
            <a:spLocks xmlns:a="http://schemas.openxmlformats.org/drawingml/2006/main"/>
          </p:cNvSpPr>
          <p:nvPr/>
        </p:nvSpPr>
        <p:spPr>
          <a:xfrm xmlns:a="http://schemas.openxmlformats.org/drawingml/2006/main">
            <a:off x="0" y="46228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05" name="44-shape-18">
            <a:extLst xmlns:a="http://schemas.openxmlformats.org/drawingml/2006/main">
              <a:ext uri="{FF2B5EF4-FFF2-40B4-BE49-F238E27FC236}">
                <a16:creationId xmlns:a16="http://schemas.microsoft.com/office/drawing/2014/main" id="{D6903AA2-88E2-401C-9180-DC224D60923B}"/>
              </a:ext>
            </a:extLst>
          </p:cNvPr>
          <p:cNvSpPr>
            <a:spLocks xmlns:a="http://schemas.openxmlformats.org/drawingml/2006/main"/>
          </p:cNvSpPr>
          <p:nvPr/>
        </p:nvSpPr>
        <p:spPr>
          <a:xfrm xmlns:a="http://schemas.openxmlformats.org/drawingml/2006/main">
            <a:off x="0" y="4622800"/>
            <a:ext cx="34544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506" name="44-text-19">
            <a:extLst xmlns:a="http://schemas.openxmlformats.org/drawingml/2006/main">
              <a:ext uri="{FF2B5EF4-FFF2-40B4-BE49-F238E27FC236}">
                <a16:creationId xmlns:a16="http://schemas.microsoft.com/office/drawing/2014/main" id="{445C91DA-725B-4417-AAD5-BB260033D871}"/>
              </a:ext>
            </a:extLst>
          </p:cNvPr>
          <p:cNvSpPr>
            <a:spLocks xmlns:a="http://schemas.openxmlformats.org/drawingml/2006/main"/>
          </p:cNvSpPr>
          <p:nvPr/>
        </p:nvSpPr>
        <p:spPr>
          <a:xfrm xmlns:a="http://schemas.openxmlformats.org/drawingml/2006/main">
            <a:off x="609600" y="46609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507" name="44-text-20">
            <a:extLst xmlns:a="http://schemas.openxmlformats.org/drawingml/2006/main">
              <a:ext uri="{FF2B5EF4-FFF2-40B4-BE49-F238E27FC236}">
                <a16:creationId xmlns:a16="http://schemas.microsoft.com/office/drawing/2014/main" id="{A1D92CE6-097F-4032-9605-58C2FF97A5ED}"/>
              </a:ext>
            </a:extLst>
          </p:cNvPr>
          <p:cNvSpPr>
            <a:spLocks xmlns:a="http://schemas.openxmlformats.org/drawingml/2006/main"/>
          </p:cNvSpPr>
          <p:nvPr/>
        </p:nvSpPr>
        <p:spPr>
          <a:xfrm xmlns:a="http://schemas.openxmlformats.org/drawingml/2006/main">
            <a:off x="3759200" y="46609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508" name="44-shape-21">
            <a:extLst xmlns:a="http://schemas.openxmlformats.org/drawingml/2006/main">
              <a:ext uri="{FF2B5EF4-FFF2-40B4-BE49-F238E27FC236}">
                <a16:creationId xmlns:a16="http://schemas.microsoft.com/office/drawing/2014/main" id="{739D67A1-50AD-4D44-A1EE-298C3FE02D7A}"/>
              </a:ext>
            </a:extLst>
          </p:cNvPr>
          <p:cNvSpPr>
            <a:spLocks xmlns:a="http://schemas.openxmlformats.org/drawingml/2006/main"/>
          </p:cNvSpPr>
          <p:nvPr/>
        </p:nvSpPr>
        <p:spPr>
          <a:xfrm xmlns:a="http://schemas.openxmlformats.org/drawingml/2006/main">
            <a:off x="0" y="5461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09" name="44-shape-22">
            <a:extLst xmlns:a="http://schemas.openxmlformats.org/drawingml/2006/main">
              <a:ext uri="{FF2B5EF4-FFF2-40B4-BE49-F238E27FC236}">
                <a16:creationId xmlns:a16="http://schemas.microsoft.com/office/drawing/2014/main" id="{E68240B8-0A92-4150-9C82-63D399E37C41}"/>
              </a:ext>
            </a:extLst>
          </p:cNvPr>
          <p:cNvSpPr>
            <a:spLocks xmlns:a="http://schemas.openxmlformats.org/drawingml/2006/main"/>
          </p:cNvSpPr>
          <p:nvPr/>
        </p:nvSpPr>
        <p:spPr>
          <a:xfrm xmlns:a="http://schemas.openxmlformats.org/drawingml/2006/main">
            <a:off x="0" y="5461000"/>
            <a:ext cx="34544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10" name="44-text-23">
            <a:extLst xmlns:a="http://schemas.openxmlformats.org/drawingml/2006/main">
              <a:ext uri="{FF2B5EF4-FFF2-40B4-BE49-F238E27FC236}">
                <a16:creationId xmlns:a16="http://schemas.microsoft.com/office/drawing/2014/main" id="{453ABBC5-317D-43F7-97EA-E55E730B26A6}"/>
              </a:ext>
            </a:extLst>
          </p:cNvPr>
          <p:cNvSpPr>
            <a:spLocks xmlns:a="http://schemas.openxmlformats.org/drawingml/2006/main"/>
          </p:cNvSpPr>
          <p:nvPr/>
        </p:nvSpPr>
        <p:spPr>
          <a:xfrm xmlns:a="http://schemas.openxmlformats.org/drawingml/2006/main">
            <a:off x="609600" y="54991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511" name="44-text-24">
            <a:extLst xmlns:a="http://schemas.openxmlformats.org/drawingml/2006/main">
              <a:ext uri="{FF2B5EF4-FFF2-40B4-BE49-F238E27FC236}">
                <a16:creationId xmlns:a16="http://schemas.microsoft.com/office/drawing/2014/main" id="{23E2B39D-4A16-4E2B-84ED-274F3AE0A8B9}"/>
              </a:ext>
            </a:extLst>
          </p:cNvPr>
          <p:cNvSpPr>
            <a:spLocks xmlns:a="http://schemas.openxmlformats.org/drawingml/2006/main"/>
          </p:cNvSpPr>
          <p:nvPr/>
        </p:nvSpPr>
        <p:spPr>
          <a:xfrm xmlns:a="http://schemas.openxmlformats.org/drawingml/2006/main">
            <a:off x="3759200" y="5499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512" name="narrative-number">
            <a:extLst xmlns:a="http://schemas.openxmlformats.org/drawingml/2006/main">
              <a:ext uri="{FF2B5EF4-FFF2-40B4-BE49-F238E27FC236}">
                <a16:creationId xmlns:a16="http://schemas.microsoft.com/office/drawing/2014/main" id="{BD76179E-5A3E-42C1-A946-FF13F67C4AC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4080868870"/>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3" name="!!area-name">
            <a:extLst xmlns:a="http://schemas.openxmlformats.org/drawingml/2006/main">
              <a:ext uri="{FF2B5EF4-FFF2-40B4-BE49-F238E27FC236}">
                <a16:creationId xmlns:a16="http://schemas.microsoft.com/office/drawing/2014/main" id="{CC7F172B-4F74-4512-A8F2-B6663F66A89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31" name="mini-map"/>
          <p:cNvPicPr>
            <a:picLocks xmlns:a="http://schemas.openxmlformats.org/drawingml/2006/main" noChangeAspect="1"/>
          </p:cNvPicPr>
          <p:nvPr/>
        </p:nvPicPr>
        <p:blipFill>
          <a:blip xmlns:r="http://schemas.openxmlformats.org/officeDocument/2006/relationships" xmlns:a="http://schemas.openxmlformats.org/drawingml/2006/main" r:embed="R16323234f373409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15" name="slide-title">
            <a:extLst xmlns:a="http://schemas.openxmlformats.org/drawingml/2006/main">
              <a:ext uri="{FF2B5EF4-FFF2-40B4-BE49-F238E27FC236}">
                <a16:creationId xmlns:a16="http://schemas.microsoft.com/office/drawing/2014/main" id="{698A26ED-5981-40E2-AEA0-6317D4DBB66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16" name="header-divider">
            <a:extLst xmlns:a="http://schemas.openxmlformats.org/drawingml/2006/main">
              <a:ext uri="{FF2B5EF4-FFF2-40B4-BE49-F238E27FC236}">
                <a16:creationId xmlns:a16="http://schemas.microsoft.com/office/drawing/2014/main" id="{E8AE4F36-F61D-487D-869F-516496BF5D1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17" name="45-shape-1">
            <a:extLst xmlns:a="http://schemas.openxmlformats.org/drawingml/2006/main">
              <a:ext uri="{FF2B5EF4-FFF2-40B4-BE49-F238E27FC236}">
                <a16:creationId xmlns:a16="http://schemas.microsoft.com/office/drawing/2014/main" id="{B280EF9E-CFF8-427A-989B-45730D5C6810}"/>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18" name="45-text-2">
            <a:extLst xmlns:a="http://schemas.openxmlformats.org/drawingml/2006/main">
              <a:ext uri="{FF2B5EF4-FFF2-40B4-BE49-F238E27FC236}">
                <a16:creationId xmlns:a16="http://schemas.microsoft.com/office/drawing/2014/main" id="{E0002F7E-9791-4776-B053-391422988A8B}"/>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519" name="45-text-3">
            <a:extLst xmlns:a="http://schemas.openxmlformats.org/drawingml/2006/main">
              <a:ext uri="{FF2B5EF4-FFF2-40B4-BE49-F238E27FC236}">
                <a16:creationId xmlns:a16="http://schemas.microsoft.com/office/drawing/2014/main" id="{1E8FAE68-B160-4762-8CD6-E3DF3362BBF6}"/>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520" name="45-shape-4">
            <a:extLst xmlns:a="http://schemas.openxmlformats.org/drawingml/2006/main">
              <a:ext uri="{FF2B5EF4-FFF2-40B4-BE49-F238E27FC236}">
                <a16:creationId xmlns:a16="http://schemas.microsoft.com/office/drawing/2014/main" id="{2834243A-3F1A-413B-98CC-00855D01B90E}"/>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21" name="45-text-5">
            <a:extLst xmlns:a="http://schemas.openxmlformats.org/drawingml/2006/main">
              <a:ext uri="{FF2B5EF4-FFF2-40B4-BE49-F238E27FC236}">
                <a16:creationId xmlns:a16="http://schemas.microsoft.com/office/drawing/2014/main" id="{1D87DFFA-3141-4568-9C3A-35A3660E3581}"/>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22" name="45-text-6">
            <a:extLst xmlns:a="http://schemas.openxmlformats.org/drawingml/2006/main">
              <a:ext uri="{FF2B5EF4-FFF2-40B4-BE49-F238E27FC236}">
                <a16:creationId xmlns:a16="http://schemas.microsoft.com/office/drawing/2014/main" id="{14D5857B-607A-4E5B-8CD7-871221500764}"/>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523" name="45-shape-7">
            <a:extLst xmlns:a="http://schemas.openxmlformats.org/drawingml/2006/main">
              <a:ext uri="{FF2B5EF4-FFF2-40B4-BE49-F238E27FC236}">
                <a16:creationId xmlns:a16="http://schemas.microsoft.com/office/drawing/2014/main" id="{58422130-F268-4DC1-829D-0B471CC44C90}"/>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24" name="45-text-8">
            <a:extLst xmlns:a="http://schemas.openxmlformats.org/drawingml/2006/main">
              <a:ext uri="{FF2B5EF4-FFF2-40B4-BE49-F238E27FC236}">
                <a16:creationId xmlns:a16="http://schemas.microsoft.com/office/drawing/2014/main" id="{09CAA207-4132-4AE4-B6E1-9B0348D8FD53}"/>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25" name="45-text-9">
            <a:extLst xmlns:a="http://schemas.openxmlformats.org/drawingml/2006/main">
              <a:ext uri="{FF2B5EF4-FFF2-40B4-BE49-F238E27FC236}">
                <a16:creationId xmlns:a16="http://schemas.microsoft.com/office/drawing/2014/main" id="{51103864-D9C7-4B84-BAC9-A25AA6E47CA9}"/>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526" name="45-shape-10">
            <a:extLst xmlns:a="http://schemas.openxmlformats.org/drawingml/2006/main">
              <a:ext uri="{FF2B5EF4-FFF2-40B4-BE49-F238E27FC236}">
                <a16:creationId xmlns:a16="http://schemas.microsoft.com/office/drawing/2014/main" id="{76FD9D6D-5B83-4F3D-BBFE-59C3CB62633B}"/>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27" name="45-text-11">
            <a:extLst xmlns:a="http://schemas.openxmlformats.org/drawingml/2006/main">
              <a:ext uri="{FF2B5EF4-FFF2-40B4-BE49-F238E27FC236}">
                <a16:creationId xmlns:a16="http://schemas.microsoft.com/office/drawing/2014/main" id="{B42520F5-D15C-4C80-88EC-18325E3FF362}"/>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28" name="45-text-12">
            <a:extLst xmlns:a="http://schemas.openxmlformats.org/drawingml/2006/main">
              <a:ext uri="{FF2B5EF4-FFF2-40B4-BE49-F238E27FC236}">
                <a16:creationId xmlns:a16="http://schemas.microsoft.com/office/drawing/2014/main" id="{BA0CD990-5626-4F94-9E53-DC28F79F47BA}"/>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529" name="narrative-number">
            <a:extLst xmlns:a="http://schemas.openxmlformats.org/drawingml/2006/main">
              <a:ext uri="{FF2B5EF4-FFF2-40B4-BE49-F238E27FC236}">
                <a16:creationId xmlns:a16="http://schemas.microsoft.com/office/drawing/2014/main" id="{1B0FDD56-371B-4C8F-BCCD-A10241CB2AB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1987465657"/>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30" name="!!area-name">
            <a:extLst xmlns:a="http://schemas.openxmlformats.org/drawingml/2006/main">
              <a:ext uri="{FF2B5EF4-FFF2-40B4-BE49-F238E27FC236}">
                <a16:creationId xmlns:a16="http://schemas.microsoft.com/office/drawing/2014/main" id="{4A3CDD4A-CF9D-47D8-91A7-78886AEC9CA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40" name="mini-map"/>
          <p:cNvPicPr>
            <a:picLocks xmlns:a="http://schemas.openxmlformats.org/drawingml/2006/main" noChangeAspect="1"/>
          </p:cNvPicPr>
          <p:nvPr/>
        </p:nvPicPr>
        <p:blipFill>
          <a:blip xmlns:r="http://schemas.openxmlformats.org/officeDocument/2006/relationships" xmlns:a="http://schemas.openxmlformats.org/drawingml/2006/main" r:embed="R76be7228a0884a2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32" name="slide-title">
            <a:extLst xmlns:a="http://schemas.openxmlformats.org/drawingml/2006/main">
              <a:ext uri="{FF2B5EF4-FFF2-40B4-BE49-F238E27FC236}">
                <a16:creationId xmlns:a16="http://schemas.microsoft.com/office/drawing/2014/main" id="{570FE763-8115-4B8C-803E-235ED78AC1B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33" name="header-divider">
            <a:extLst xmlns:a="http://schemas.openxmlformats.org/drawingml/2006/main">
              <a:ext uri="{FF2B5EF4-FFF2-40B4-BE49-F238E27FC236}">
                <a16:creationId xmlns:a16="http://schemas.microsoft.com/office/drawing/2014/main" id="{83BCE712-E90D-4891-8672-06548F29324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4" name="45-text-13">
            <a:extLst xmlns:a="http://schemas.openxmlformats.org/drawingml/2006/main">
              <a:ext uri="{FF2B5EF4-FFF2-40B4-BE49-F238E27FC236}">
                <a16:creationId xmlns:a16="http://schemas.microsoft.com/office/drawing/2014/main" id="{FE58299E-F7FF-4718-AFFC-9EC5892A208D}"/>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 for one task.</a:t>
            </a:r>
          </a:p>
        </p:txBody>
      </p:sp>
      <p:sp>
        <p:nvSpPr>
          <p:cNvPr id="535" name="45-text-14">
            <a:extLst xmlns:a="http://schemas.openxmlformats.org/drawingml/2006/main">
              <a:ext uri="{FF2B5EF4-FFF2-40B4-BE49-F238E27FC236}">
                <a16:creationId xmlns:a16="http://schemas.microsoft.com/office/drawing/2014/main" id="{60E9F358-AEF0-4707-841D-7161FC84985A}"/>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536" name="45-text-15">
            <a:extLst xmlns:a="http://schemas.openxmlformats.org/drawingml/2006/main">
              <a:ext uri="{FF2B5EF4-FFF2-40B4-BE49-F238E27FC236}">
                <a16:creationId xmlns:a16="http://schemas.microsoft.com/office/drawing/2014/main" id="{7B5E5245-09E2-4789-8B8A-4FFA22E675A5}"/>
              </a:ext>
            </a:extLst>
          </p:cNvPr>
          <p:cNvSpPr>
            <a:spLocks xmlns:a="http://schemas.openxmlformats.org/drawingml/2006/main"/>
          </p:cNvSpPr>
          <p:nvPr/>
        </p:nvSpPr>
        <p:spPr>
          <a:xfrm xmlns:a="http://schemas.openxmlformats.org/drawingml/2006/main">
            <a:off x="609600" y="4343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example. Use the same record for your task.</a:t>
            </a:r>
          </a:p>
        </p:txBody>
      </p:sp>
      <p:graphicFrame>
        <p:nvGraphicFramePr>
          <p:cNvPr id="546" name="45-table-16"/>
          <p:cNvGraphicFramePr/>
          <p:nvPr/>
        </p:nvGraphicFramePr>
        <p:xfrm>
          <a:off xmlns:a="http://schemas.openxmlformats.org/drawingml/2006/main" x="609600" y="4749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38" name="narrative-number">
            <a:extLst xmlns:a="http://schemas.openxmlformats.org/drawingml/2006/main">
              <a:ext uri="{FF2B5EF4-FFF2-40B4-BE49-F238E27FC236}">
                <a16:creationId xmlns:a16="http://schemas.microsoft.com/office/drawing/2014/main" id="{1D7480F2-9721-44E1-87EF-B5BB7A1AFDE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1611361673"/>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39" name="slide-title">
            <a:extLst xmlns:a="http://schemas.openxmlformats.org/drawingml/2006/main">
              <a:ext uri="{FF2B5EF4-FFF2-40B4-BE49-F238E27FC236}">
                <a16:creationId xmlns:a16="http://schemas.microsoft.com/office/drawing/2014/main" id="{B2701AB9-DCFB-4EE9-9C27-27480439B3F3}"/>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540" name="header-divider">
            <a:extLst xmlns:a="http://schemas.openxmlformats.org/drawingml/2006/main">
              <a:ext uri="{FF2B5EF4-FFF2-40B4-BE49-F238E27FC236}">
                <a16:creationId xmlns:a16="http://schemas.microsoft.com/office/drawing/2014/main" id="{0BFD35CE-5293-42D7-AA8C-1198CF3AF78A}"/>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41" name="46-text-1">
            <a:extLst xmlns:a="http://schemas.openxmlformats.org/drawingml/2006/main">
              <a:ext uri="{FF2B5EF4-FFF2-40B4-BE49-F238E27FC236}">
                <a16:creationId xmlns:a16="http://schemas.microsoft.com/office/drawing/2014/main" id="{02F0F8C3-4665-4FB4-A5D2-C2325755FA82}"/>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542" name="46-text-2">
            <a:extLst xmlns:a="http://schemas.openxmlformats.org/drawingml/2006/main">
              <a:ext uri="{FF2B5EF4-FFF2-40B4-BE49-F238E27FC236}">
                <a16:creationId xmlns:a16="http://schemas.microsoft.com/office/drawing/2014/main" id="{4134A725-08C2-436F-B71D-F27146307DAF}"/>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43" name="46-text-3">
            <a:extLst xmlns:a="http://schemas.openxmlformats.org/drawingml/2006/main">
              <a:ext uri="{FF2B5EF4-FFF2-40B4-BE49-F238E27FC236}">
                <a16:creationId xmlns:a16="http://schemas.microsoft.com/office/drawing/2014/main" id="{0A350907-3FF5-478C-A6DD-1855DADCC266}"/>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44" name="46-text-4">
            <a:extLst xmlns:a="http://schemas.openxmlformats.org/drawingml/2006/main">
              <a:ext uri="{FF2B5EF4-FFF2-40B4-BE49-F238E27FC236}">
                <a16:creationId xmlns:a16="http://schemas.microsoft.com/office/drawing/2014/main" id="{67CAE68C-1B02-4432-98CA-C5D659B0A8F2}"/>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45" name="46-text-5">
            <a:extLst xmlns:a="http://schemas.openxmlformats.org/drawingml/2006/main">
              <a:ext uri="{FF2B5EF4-FFF2-40B4-BE49-F238E27FC236}">
                <a16:creationId xmlns:a16="http://schemas.microsoft.com/office/drawing/2014/main" id="{FC2C49E6-C9B8-468D-93CF-68AAE3109EA1}"/>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46" name="46-text-6">
            <a:extLst xmlns:a="http://schemas.openxmlformats.org/drawingml/2006/main">
              <a:ext uri="{FF2B5EF4-FFF2-40B4-BE49-F238E27FC236}">
                <a16:creationId xmlns:a16="http://schemas.microsoft.com/office/drawing/2014/main" id="{76C1E0AA-2194-4B80-B69E-A8E81FF76328}"/>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47" name="46-text-7">
            <a:extLst xmlns:a="http://schemas.openxmlformats.org/drawingml/2006/main">
              <a:ext uri="{FF2B5EF4-FFF2-40B4-BE49-F238E27FC236}">
                <a16:creationId xmlns:a16="http://schemas.microsoft.com/office/drawing/2014/main" id="{95FEF8CE-CA93-4383-AED8-4E8A6306D3F0}"/>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48" name="46-text-8">
            <a:extLst xmlns:a="http://schemas.openxmlformats.org/drawingml/2006/main">
              <a:ext uri="{FF2B5EF4-FFF2-40B4-BE49-F238E27FC236}">
                <a16:creationId xmlns:a16="http://schemas.microsoft.com/office/drawing/2014/main" id="{96DD0836-F02D-4A5E-9B55-DF252456AFA0}"/>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49" name="46-text-9">
            <a:extLst xmlns:a="http://schemas.openxmlformats.org/drawingml/2006/main">
              <a:ext uri="{FF2B5EF4-FFF2-40B4-BE49-F238E27FC236}">
                <a16:creationId xmlns:a16="http://schemas.microsoft.com/office/drawing/2014/main" id="{6E7454A8-5F76-4731-8D7D-075621BA7DA6}"/>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50" name="46-text-10">
            <a:extLst xmlns:a="http://schemas.openxmlformats.org/drawingml/2006/main">
              <a:ext uri="{FF2B5EF4-FFF2-40B4-BE49-F238E27FC236}">
                <a16:creationId xmlns:a16="http://schemas.microsoft.com/office/drawing/2014/main" id="{8E485A5F-32F9-4768-BC80-8D705C603F34}"/>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51" name="46-text-11">
            <a:extLst xmlns:a="http://schemas.openxmlformats.org/drawingml/2006/main">
              <a:ext uri="{FF2B5EF4-FFF2-40B4-BE49-F238E27FC236}">
                <a16:creationId xmlns:a16="http://schemas.microsoft.com/office/drawing/2014/main" id="{8E73C4FA-47FA-465A-94E5-B94109EE6A28}"/>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52" name="46-text-12">
            <a:extLst xmlns:a="http://schemas.openxmlformats.org/drawingml/2006/main">
              <a:ext uri="{FF2B5EF4-FFF2-40B4-BE49-F238E27FC236}">
                <a16:creationId xmlns:a16="http://schemas.microsoft.com/office/drawing/2014/main" id="{92D27B30-20B6-4306-A61A-CB0E8C12FC2C}"/>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53" name="narrative-number">
            <a:extLst xmlns:a="http://schemas.openxmlformats.org/drawingml/2006/main">
              <a:ext uri="{FF2B5EF4-FFF2-40B4-BE49-F238E27FC236}">
                <a16:creationId xmlns:a16="http://schemas.microsoft.com/office/drawing/2014/main" id="{9FE2065A-1C9E-47D7-9E20-DAE737F868F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3669105329"/>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4" name="47-text-1">
            <a:extLst xmlns:a="http://schemas.openxmlformats.org/drawingml/2006/main">
              <a:ext uri="{FF2B5EF4-FFF2-40B4-BE49-F238E27FC236}">
                <a16:creationId xmlns:a16="http://schemas.microsoft.com/office/drawing/2014/main" id="{8BE769B0-6DA1-45EC-A31B-87B532A055D0}"/>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55" name="47-text-2">
            <a:extLst xmlns:a="http://schemas.openxmlformats.org/drawingml/2006/main">
              <a:ext uri="{FF2B5EF4-FFF2-40B4-BE49-F238E27FC236}">
                <a16:creationId xmlns:a16="http://schemas.microsoft.com/office/drawing/2014/main" id="{003CFA6F-CA87-44BD-B669-9BA48C244839}"/>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56" name="47-text-3">
            <a:extLst xmlns:a="http://schemas.openxmlformats.org/drawingml/2006/main">
              <a:ext uri="{FF2B5EF4-FFF2-40B4-BE49-F238E27FC236}">
                <a16:creationId xmlns:a16="http://schemas.microsoft.com/office/drawing/2014/main" id="{AC4A7C46-F1D8-4347-8818-B373AB8A5B1B}"/>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57" name="narrative-number">
            <a:extLst xmlns:a="http://schemas.openxmlformats.org/drawingml/2006/main">
              <a:ext uri="{FF2B5EF4-FFF2-40B4-BE49-F238E27FC236}">
                <a16:creationId xmlns:a16="http://schemas.microsoft.com/office/drawing/2014/main" id="{8461C8F7-0A9C-4361-9A02-0BA903ADC9B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229877537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2026-09-16T16:56:03.1400000Z</dcterms:created>
  <dcterms:modified xsi:type="dcterms:W3CDTF">2026-09-16T16:56:03.1400000Z</dcterms:modified>
</coreProperties>
</file>