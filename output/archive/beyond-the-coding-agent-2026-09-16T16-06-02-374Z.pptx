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a68f3851da4df0" /><Relationship Type="http://schemas.openxmlformats.org/officeDocument/2006/relationships/extended-properties" Target="/docProps/app.xml" Id="R80cc06bb1f704e42" /><Relationship Type="http://schemas.openxmlformats.org/officeDocument/2006/relationships/officeDocument" Target="/ppt/presentation.xml" Id="Rb3553d70399a4a0c"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5d78e1c14328450d"/>
    <p:sldMasterId xmlns:r="http://schemas.openxmlformats.org/officeDocument/2006/relationships" id="2147483650" r:id="R0872ae12d3214c26"/>
  </p:sldMasterIdLst>
  <p:notesMasterIdLst>
    <p:notesMasterId xmlns:r="http://schemas.openxmlformats.org/officeDocument/2006/relationships" r:id="Rfaf796ffa5b540d1"/>
  </p:notesMasterIdLst>
  <p:sldIdLst>
    <p:sldId xmlns:r="http://schemas.openxmlformats.org/officeDocument/2006/relationships" id="256" r:id="R7a1783255f334a6a"/>
    <p:sldId xmlns:r="http://schemas.openxmlformats.org/officeDocument/2006/relationships" id="257" r:id="R66227a6e5c0444c3"/>
    <p:sldId xmlns:r="http://schemas.openxmlformats.org/officeDocument/2006/relationships" id="258" r:id="R6c34a74f91ae47f3"/>
    <p:sldId xmlns:r="http://schemas.openxmlformats.org/officeDocument/2006/relationships" id="259" r:id="R830c86b9fabe46cd"/>
    <p:sldId xmlns:r="http://schemas.openxmlformats.org/officeDocument/2006/relationships" id="260" r:id="Rcae3a2e8e85b43b1"/>
    <p:sldId xmlns:r="http://schemas.openxmlformats.org/officeDocument/2006/relationships" id="261" r:id="R9269a674281e480d"/>
    <p:sldId xmlns:r="http://schemas.openxmlformats.org/officeDocument/2006/relationships" id="262" r:id="R6a41beb6d6c14c64"/>
    <p:sldId xmlns:r="http://schemas.openxmlformats.org/officeDocument/2006/relationships" id="263" r:id="R89b75d6db1af4590"/>
    <p:sldId xmlns:r="http://schemas.openxmlformats.org/officeDocument/2006/relationships" id="264" r:id="R1928884204804064"/>
    <p:sldId xmlns:r="http://schemas.openxmlformats.org/officeDocument/2006/relationships" id="265" r:id="R2aca2499c7ea42d8"/>
    <p:sldId xmlns:r="http://schemas.openxmlformats.org/officeDocument/2006/relationships" id="266" r:id="Rd99197783bc24030"/>
    <p:sldId xmlns:r="http://schemas.openxmlformats.org/officeDocument/2006/relationships" id="267" r:id="R0660dd71c539418b"/>
    <p:sldId xmlns:r="http://schemas.openxmlformats.org/officeDocument/2006/relationships" id="268" r:id="R6e052236512d425f"/>
    <p:sldId xmlns:r="http://schemas.openxmlformats.org/officeDocument/2006/relationships" id="269" r:id="R33455bd7d50f42ec"/>
    <p:sldId xmlns:r="http://schemas.openxmlformats.org/officeDocument/2006/relationships" id="270" r:id="R1e6f34a36e1b4628"/>
    <p:sldId xmlns:r="http://schemas.openxmlformats.org/officeDocument/2006/relationships" id="271" r:id="Rea3b840719a84041"/>
    <p:sldId xmlns:r="http://schemas.openxmlformats.org/officeDocument/2006/relationships" id="272" r:id="R16ed4953d9cf49e6"/>
    <p:sldId xmlns:r="http://schemas.openxmlformats.org/officeDocument/2006/relationships" id="273" r:id="Re3dba02fc3774d8d"/>
    <p:sldId xmlns:r="http://schemas.openxmlformats.org/officeDocument/2006/relationships" id="274" r:id="R90cbcf6085a842e8"/>
    <p:sldId xmlns:r="http://schemas.openxmlformats.org/officeDocument/2006/relationships" id="275" r:id="Ra7ac7f2f4a7442fb"/>
    <p:sldId xmlns:r="http://schemas.openxmlformats.org/officeDocument/2006/relationships" id="276" r:id="R3eab86b290654f33"/>
    <p:sldId xmlns:r="http://schemas.openxmlformats.org/officeDocument/2006/relationships" id="277" r:id="R6fa70941eac1495e"/>
    <p:sldId xmlns:r="http://schemas.openxmlformats.org/officeDocument/2006/relationships" id="278" r:id="R907fa47598c84086"/>
    <p:sldId xmlns:r="http://schemas.openxmlformats.org/officeDocument/2006/relationships" id="279" r:id="R357a10f9ca264f3d"/>
    <p:sldId xmlns:r="http://schemas.openxmlformats.org/officeDocument/2006/relationships" id="280" r:id="R59ea15aac25a44c4"/>
    <p:sldId xmlns:r="http://schemas.openxmlformats.org/officeDocument/2006/relationships" id="281" r:id="R53d0bb7bf5a3416a"/>
    <p:sldId xmlns:r="http://schemas.openxmlformats.org/officeDocument/2006/relationships" id="282" r:id="R713666af4e4d4706"/>
    <p:sldId xmlns:r="http://schemas.openxmlformats.org/officeDocument/2006/relationships" id="283" r:id="Ra98d378152304124"/>
    <p:sldId xmlns:r="http://schemas.openxmlformats.org/officeDocument/2006/relationships" id="284" r:id="R48783621fee849ea"/>
    <p:sldId xmlns:r="http://schemas.openxmlformats.org/officeDocument/2006/relationships" id="285" r:id="Rb92816fae0bd4e70"/>
    <p:sldId xmlns:r="http://schemas.openxmlformats.org/officeDocument/2006/relationships" id="286" r:id="Rb5e2270e0ecb4829"/>
    <p:sldId xmlns:r="http://schemas.openxmlformats.org/officeDocument/2006/relationships" id="287" r:id="Rc3fb769f839a46d9"/>
    <p:sldId xmlns:r="http://schemas.openxmlformats.org/officeDocument/2006/relationships" id="288" r:id="Rc736bd04149f497d"/>
    <p:sldId xmlns:r="http://schemas.openxmlformats.org/officeDocument/2006/relationships" id="289" r:id="R786f01d0b9c94269"/>
    <p:sldId xmlns:r="http://schemas.openxmlformats.org/officeDocument/2006/relationships" id="290" r:id="Rfa94740459844a93"/>
    <p:sldId xmlns:r="http://schemas.openxmlformats.org/officeDocument/2006/relationships" id="291" r:id="R39a3633330154170"/>
    <p:sldId xmlns:r="http://schemas.openxmlformats.org/officeDocument/2006/relationships" id="292" r:id="Rdda4b244057f4011"/>
    <p:sldId xmlns:r="http://schemas.openxmlformats.org/officeDocument/2006/relationships" id="293" r:id="R8561c89dd84e45f3"/>
    <p:sldId xmlns:r="http://schemas.openxmlformats.org/officeDocument/2006/relationships" id="294" r:id="R53ad57c137264c79"/>
    <p:sldId xmlns:r="http://schemas.openxmlformats.org/officeDocument/2006/relationships" id="295" r:id="R8c638b5754b244dd"/>
    <p:sldId xmlns:r="http://schemas.openxmlformats.org/officeDocument/2006/relationships" id="296" r:id="Rbaeb3c3e12fa41d8"/>
    <p:sldId xmlns:r="http://schemas.openxmlformats.org/officeDocument/2006/relationships" id="297" r:id="Rc75991a607234639"/>
    <p:sldId xmlns:r="http://schemas.openxmlformats.org/officeDocument/2006/relationships" id="298" r:id="R34948f8bdbb440f8"/>
    <p:sldId xmlns:r="http://schemas.openxmlformats.org/officeDocument/2006/relationships" id="299" r:id="Re659b687345f4390"/>
    <p:sldId xmlns:r="http://schemas.openxmlformats.org/officeDocument/2006/relationships" id="300" r:id="R3c9aae62b20745d6"/>
    <p:sldId xmlns:r="http://schemas.openxmlformats.org/officeDocument/2006/relationships" id="301" r:id="R40d91d7d98644e0a"/>
    <p:sldId xmlns:r="http://schemas.openxmlformats.org/officeDocument/2006/relationships" id="302" r:id="R04d9564c86714278"/>
    <p:sldId xmlns:r="http://schemas.openxmlformats.org/officeDocument/2006/relationships" id="303" r:id="R6c2ca828b2ba4862"/>
    <p:sldId xmlns:r="http://schemas.openxmlformats.org/officeDocument/2006/relationships" id="304" r:id="Rf1b8b00ce957434d"/>
    <p:sldId xmlns:r="http://schemas.openxmlformats.org/officeDocument/2006/relationships" id="305" r:id="R46248b21ded54fed"/>
    <p:sldId xmlns:r="http://schemas.openxmlformats.org/officeDocument/2006/relationships" id="306" r:id="R625a9661f1684945"/>
    <p:sldId xmlns:r="http://schemas.openxmlformats.org/officeDocument/2006/relationships" id="307" r:id="R32473ea063554063"/>
    <p:sldId xmlns:r="http://schemas.openxmlformats.org/officeDocument/2006/relationships" id="308" r:id="R72d56886b5874e2a"/>
    <p:sldId xmlns:r="http://schemas.openxmlformats.org/officeDocument/2006/relationships" id="309" r:id="R2762d843ff634622"/>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4e6b454e4d4ba1" /><Relationship Type="http://schemas.openxmlformats.org/officeDocument/2006/relationships/slideMaster" Target="/ppt/slideMasters/slideMaster1.xml" Id="R5d78e1c14328450d" /><Relationship Type="http://schemas.openxmlformats.org/officeDocument/2006/relationships/slideMaster" Target="/ppt/slideMasters/slideMaster2.xml" Id="R0872ae12d3214c26" /><Relationship Type="http://schemas.openxmlformats.org/officeDocument/2006/relationships/notesMaster" Target="/ppt/notesMasters/notesMaster1.xml" Id="Rfaf796ffa5b540d1" /><Relationship Type="http://schemas.openxmlformats.org/officeDocument/2006/relationships/presProps" Target="/ppt/presProps.xml" Id="R9edd2d4e1530474c" /><Relationship Type="http://schemas.openxmlformats.org/officeDocument/2006/relationships/tableStyles" Target="/ppt/tableStyles.xml" Id="R060099d0fa1a42ce" /><Relationship Type="http://schemas.openxmlformats.org/officeDocument/2006/relationships/slide" Target="/ppt/slides/slide1.xml" Id="R7a1783255f334a6a" /><Relationship Type="http://schemas.openxmlformats.org/officeDocument/2006/relationships/slide" Target="/ppt/slides/slide2.xml" Id="R66227a6e5c0444c3" /><Relationship Type="http://schemas.openxmlformats.org/officeDocument/2006/relationships/slide" Target="/ppt/slides/slide3.xml" Id="R6c34a74f91ae47f3" /><Relationship Type="http://schemas.openxmlformats.org/officeDocument/2006/relationships/slide" Target="/ppt/slides/slide4.xml" Id="R830c86b9fabe46cd" /><Relationship Type="http://schemas.openxmlformats.org/officeDocument/2006/relationships/slide" Target="/ppt/slides/slide5.xml" Id="Rcae3a2e8e85b43b1" /><Relationship Type="http://schemas.openxmlformats.org/officeDocument/2006/relationships/slide" Target="/ppt/slides/slide6.xml" Id="R9269a674281e480d" /><Relationship Type="http://schemas.openxmlformats.org/officeDocument/2006/relationships/slide" Target="/ppt/slides/slide7.xml" Id="R6a41beb6d6c14c64" /><Relationship Type="http://schemas.openxmlformats.org/officeDocument/2006/relationships/slide" Target="/ppt/slides/slide8.xml" Id="R89b75d6db1af4590" /><Relationship Type="http://schemas.openxmlformats.org/officeDocument/2006/relationships/slide" Target="/ppt/slides/slide9.xml" Id="R1928884204804064" /><Relationship Type="http://schemas.openxmlformats.org/officeDocument/2006/relationships/slide" Target="/ppt/slides/slide10.xml" Id="R2aca2499c7ea42d8" /><Relationship Type="http://schemas.openxmlformats.org/officeDocument/2006/relationships/slide" Target="/ppt/slides/slide11.xml" Id="Rd99197783bc24030" /><Relationship Type="http://schemas.openxmlformats.org/officeDocument/2006/relationships/slide" Target="/ppt/slides/slide12.xml" Id="R0660dd71c539418b" /><Relationship Type="http://schemas.openxmlformats.org/officeDocument/2006/relationships/slide" Target="/ppt/slides/slide13.xml" Id="R6e052236512d425f" /><Relationship Type="http://schemas.openxmlformats.org/officeDocument/2006/relationships/slide" Target="/ppt/slides/slide14.xml" Id="R33455bd7d50f42ec" /><Relationship Type="http://schemas.openxmlformats.org/officeDocument/2006/relationships/slide" Target="/ppt/slides/slide15.xml" Id="R1e6f34a36e1b4628" /><Relationship Type="http://schemas.openxmlformats.org/officeDocument/2006/relationships/slide" Target="/ppt/slides/slide16.xml" Id="Rea3b840719a84041" /><Relationship Type="http://schemas.openxmlformats.org/officeDocument/2006/relationships/slide" Target="/ppt/slides/slide17.xml" Id="R16ed4953d9cf49e6" /><Relationship Type="http://schemas.openxmlformats.org/officeDocument/2006/relationships/slide" Target="/ppt/slides/slide18.xml" Id="Re3dba02fc3774d8d" /><Relationship Type="http://schemas.openxmlformats.org/officeDocument/2006/relationships/slide" Target="/ppt/slides/slide19.xml" Id="R90cbcf6085a842e8" /><Relationship Type="http://schemas.openxmlformats.org/officeDocument/2006/relationships/slide" Target="/ppt/slides/slide20.xml" Id="Ra7ac7f2f4a7442fb" /><Relationship Type="http://schemas.openxmlformats.org/officeDocument/2006/relationships/slide" Target="/ppt/slides/slide21.xml" Id="R3eab86b290654f33" /><Relationship Type="http://schemas.openxmlformats.org/officeDocument/2006/relationships/slide" Target="/ppt/slides/slide22.xml" Id="R6fa70941eac1495e" /><Relationship Type="http://schemas.openxmlformats.org/officeDocument/2006/relationships/slide" Target="/ppt/slides/slide23.xml" Id="R907fa47598c84086" /><Relationship Type="http://schemas.openxmlformats.org/officeDocument/2006/relationships/slide" Target="/ppt/slides/slide24.xml" Id="R357a10f9ca264f3d" /><Relationship Type="http://schemas.openxmlformats.org/officeDocument/2006/relationships/slide" Target="/ppt/slides/slide25.xml" Id="R59ea15aac25a44c4" /><Relationship Type="http://schemas.openxmlformats.org/officeDocument/2006/relationships/slide" Target="/ppt/slides/slide26.xml" Id="R53d0bb7bf5a3416a" /><Relationship Type="http://schemas.openxmlformats.org/officeDocument/2006/relationships/slide" Target="/ppt/slides/slide27.xml" Id="R713666af4e4d4706" /><Relationship Type="http://schemas.openxmlformats.org/officeDocument/2006/relationships/slide" Target="/ppt/slides/slide28.xml" Id="Ra98d378152304124" /><Relationship Type="http://schemas.openxmlformats.org/officeDocument/2006/relationships/slide" Target="/ppt/slides/slide29.xml" Id="R48783621fee849ea" /><Relationship Type="http://schemas.openxmlformats.org/officeDocument/2006/relationships/slide" Target="/ppt/slides/slide30.xml" Id="Rb92816fae0bd4e70" /><Relationship Type="http://schemas.openxmlformats.org/officeDocument/2006/relationships/slide" Target="/ppt/slides/slide31.xml" Id="Rb5e2270e0ecb4829" /><Relationship Type="http://schemas.openxmlformats.org/officeDocument/2006/relationships/slide" Target="/ppt/slides/slide32.xml" Id="Rc3fb769f839a46d9" /><Relationship Type="http://schemas.openxmlformats.org/officeDocument/2006/relationships/slide" Target="/ppt/slides/slide33.xml" Id="Rc736bd04149f497d" /><Relationship Type="http://schemas.openxmlformats.org/officeDocument/2006/relationships/slide" Target="/ppt/slides/slide34.xml" Id="R786f01d0b9c94269" /><Relationship Type="http://schemas.openxmlformats.org/officeDocument/2006/relationships/slide" Target="/ppt/slides/slide35.xml" Id="Rfa94740459844a93" /><Relationship Type="http://schemas.openxmlformats.org/officeDocument/2006/relationships/slide" Target="/ppt/slides/slide36.xml" Id="R39a3633330154170" /><Relationship Type="http://schemas.openxmlformats.org/officeDocument/2006/relationships/slide" Target="/ppt/slides/slide37.xml" Id="Rdda4b244057f4011" /><Relationship Type="http://schemas.openxmlformats.org/officeDocument/2006/relationships/slide" Target="/ppt/slides/slide38.xml" Id="R8561c89dd84e45f3" /><Relationship Type="http://schemas.openxmlformats.org/officeDocument/2006/relationships/slide" Target="/ppt/slides/slide39.xml" Id="R53ad57c137264c79" /><Relationship Type="http://schemas.openxmlformats.org/officeDocument/2006/relationships/slide" Target="/ppt/slides/slide40.xml" Id="R8c638b5754b244dd" /><Relationship Type="http://schemas.openxmlformats.org/officeDocument/2006/relationships/slide" Target="/ppt/slides/slide41.xml" Id="Rbaeb3c3e12fa41d8" /><Relationship Type="http://schemas.openxmlformats.org/officeDocument/2006/relationships/slide" Target="/ppt/slides/slide42.xml" Id="Rc75991a607234639" /><Relationship Type="http://schemas.openxmlformats.org/officeDocument/2006/relationships/slide" Target="/ppt/slides/slide43.xml" Id="R34948f8bdbb440f8" /><Relationship Type="http://schemas.openxmlformats.org/officeDocument/2006/relationships/slide" Target="/ppt/slides/slide44.xml" Id="Re659b687345f4390" /><Relationship Type="http://schemas.openxmlformats.org/officeDocument/2006/relationships/slide" Target="/ppt/slides/slide45.xml" Id="R3c9aae62b20745d6" /><Relationship Type="http://schemas.openxmlformats.org/officeDocument/2006/relationships/slide" Target="/ppt/slides/slide46.xml" Id="R40d91d7d98644e0a" /><Relationship Type="http://schemas.openxmlformats.org/officeDocument/2006/relationships/slide" Target="/ppt/slides/slide47.xml" Id="R04d9564c86714278" /><Relationship Type="http://schemas.openxmlformats.org/officeDocument/2006/relationships/slide" Target="/ppt/slides/slide48.xml" Id="R6c2ca828b2ba4862" /><Relationship Type="http://schemas.openxmlformats.org/officeDocument/2006/relationships/slide" Target="/ppt/slides/slide49.xml" Id="Rf1b8b00ce957434d" /><Relationship Type="http://schemas.openxmlformats.org/officeDocument/2006/relationships/slide" Target="/ppt/slides/slide50.xml" Id="R46248b21ded54fed" /><Relationship Type="http://schemas.openxmlformats.org/officeDocument/2006/relationships/slide" Target="/ppt/slides/slide51.xml" Id="R625a9661f1684945" /><Relationship Type="http://schemas.openxmlformats.org/officeDocument/2006/relationships/slide" Target="/ppt/slides/slide52.xml" Id="R32473ea063554063" /><Relationship Type="http://schemas.openxmlformats.org/officeDocument/2006/relationships/slide" Target="/ppt/slides/slide53.xml" Id="R72d56886b5874e2a" /><Relationship Type="http://schemas.openxmlformats.org/officeDocument/2006/relationships/slide" Target="/ppt/slides/slide54.xml" Id="R2762d843ff6346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d2eefbc29194e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aaf11bdf8e4e94" /><Relationship Type="http://schemas.openxmlformats.org/officeDocument/2006/relationships/notesMaster" Target="/ppt/notesMasters/notesMaster1.xml" Id="R730056981b014c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2e13ed27a147f1" /><Relationship Type="http://schemas.openxmlformats.org/officeDocument/2006/relationships/notesMaster" Target="/ppt/notesMasters/notesMaster1.xml" Id="Rd72e4e34b3f14c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db68b1730e4e7a" /><Relationship Type="http://schemas.openxmlformats.org/officeDocument/2006/relationships/notesMaster" Target="/ppt/notesMasters/notesMaster1.xml" Id="R981ba41e4e084a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529b5dfd004734" /><Relationship Type="http://schemas.openxmlformats.org/officeDocument/2006/relationships/notesMaster" Target="/ppt/notesMasters/notesMaster1.xml" Id="Rcc2b3cabe36e47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e0589913f14c16" /><Relationship Type="http://schemas.openxmlformats.org/officeDocument/2006/relationships/notesMaster" Target="/ppt/notesMasters/notesMaster1.xml" Id="Re5564d656f2c48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304feaddf64a1c" /><Relationship Type="http://schemas.openxmlformats.org/officeDocument/2006/relationships/notesMaster" Target="/ppt/notesMasters/notesMaster1.xml" Id="R527b9cdca93743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2a1adf129f48bb" /><Relationship Type="http://schemas.openxmlformats.org/officeDocument/2006/relationships/notesMaster" Target="/ppt/notesMasters/notesMaster1.xml" Id="R3774d19367234d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bd89f86338466c" /><Relationship Type="http://schemas.openxmlformats.org/officeDocument/2006/relationships/notesMaster" Target="/ppt/notesMasters/notesMaster1.xml" Id="Re32e196c06fb47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44ff5a844148a2" /><Relationship Type="http://schemas.openxmlformats.org/officeDocument/2006/relationships/notesMaster" Target="/ppt/notesMasters/notesMaster1.xml" Id="R7fe4f968805b41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cf6034c0f14d60" /><Relationship Type="http://schemas.openxmlformats.org/officeDocument/2006/relationships/notesMaster" Target="/ppt/notesMasters/notesMaster1.xml" Id="R0d45f62baefd4b7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1fc8e9503f4540" /><Relationship Type="http://schemas.openxmlformats.org/officeDocument/2006/relationships/notesMaster" Target="/ppt/notesMasters/notesMaster1.xml" Id="R45bd4e18765f4c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ed14a0f266243cb" /><Relationship Type="http://schemas.openxmlformats.org/officeDocument/2006/relationships/notesMaster" Target="/ppt/notesMasters/notesMaster1.xml" Id="R4df8bb6bc7784a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07a582bc35416b" /><Relationship Type="http://schemas.openxmlformats.org/officeDocument/2006/relationships/notesMaster" Target="/ppt/notesMasters/notesMaster1.xml" Id="Ra32487193e3d4f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a32116b9224bba" /><Relationship Type="http://schemas.openxmlformats.org/officeDocument/2006/relationships/notesMaster" Target="/ppt/notesMasters/notesMaster1.xml" Id="Racc3d41b370d48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efb9632a514e96" /><Relationship Type="http://schemas.openxmlformats.org/officeDocument/2006/relationships/notesMaster" Target="/ppt/notesMasters/notesMaster1.xml" Id="Rcbe3fd4d62d54c7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bc8cf7bf78f4394" /><Relationship Type="http://schemas.openxmlformats.org/officeDocument/2006/relationships/notesMaster" Target="/ppt/notesMasters/notesMaster1.xml" Id="R339139ba39ad46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2d91b32c2d464c" /><Relationship Type="http://schemas.openxmlformats.org/officeDocument/2006/relationships/notesMaster" Target="/ppt/notesMasters/notesMaster1.xml" Id="Rdb6c30548cfd4e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e318108e1b348b4" /><Relationship Type="http://schemas.openxmlformats.org/officeDocument/2006/relationships/notesMaster" Target="/ppt/notesMasters/notesMaster1.xml" Id="R773a634b93964c4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02a6ad5938a41bc" /><Relationship Type="http://schemas.openxmlformats.org/officeDocument/2006/relationships/notesMaster" Target="/ppt/notesMasters/notesMaster1.xml" Id="R64200b1a35ff4b1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88959ec03cd434d" /><Relationship Type="http://schemas.openxmlformats.org/officeDocument/2006/relationships/notesMaster" Target="/ppt/notesMasters/notesMaster1.xml" Id="Rb49729317dad496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a02ced050dc43e9" /><Relationship Type="http://schemas.openxmlformats.org/officeDocument/2006/relationships/notesMaster" Target="/ppt/notesMasters/notesMaster1.xml" Id="R69c23d7ab52b4c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9f3dc865a6d42b9" /><Relationship Type="http://schemas.openxmlformats.org/officeDocument/2006/relationships/notesMaster" Target="/ppt/notesMasters/notesMaster1.xml" Id="Rd03506737e624ad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67c7d002e35416f" /><Relationship Type="http://schemas.openxmlformats.org/officeDocument/2006/relationships/notesMaster" Target="/ppt/notesMasters/notesMaster1.xml" Id="R765fb01eea7842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6c24f70cb784376" /><Relationship Type="http://schemas.openxmlformats.org/officeDocument/2006/relationships/notesMaster" Target="/ppt/notesMasters/notesMaster1.xml" Id="R7c4968c74d4d4ef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1b9b59222554173" /><Relationship Type="http://schemas.openxmlformats.org/officeDocument/2006/relationships/notesMaster" Target="/ppt/notesMasters/notesMaster1.xml" Id="Rb818b7759ff1484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368171616eb4c68" /><Relationship Type="http://schemas.openxmlformats.org/officeDocument/2006/relationships/notesMaster" Target="/ppt/notesMasters/notesMaster1.xml" Id="R22fc7fe51f7b4ef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9dd3b8df64d4d20" /><Relationship Type="http://schemas.openxmlformats.org/officeDocument/2006/relationships/notesMaster" Target="/ppt/notesMasters/notesMaster1.xml" Id="R18bcf9d460044fe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3a1649983e54174" /><Relationship Type="http://schemas.openxmlformats.org/officeDocument/2006/relationships/notesMaster" Target="/ppt/notesMasters/notesMaster1.xml" Id="R92056c4dab88417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dab915154404793" /><Relationship Type="http://schemas.openxmlformats.org/officeDocument/2006/relationships/notesMaster" Target="/ppt/notesMasters/notesMaster1.xml" Id="R73249e432c1e4c6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82a2c7fb2c04934" /><Relationship Type="http://schemas.openxmlformats.org/officeDocument/2006/relationships/notesMaster" Target="/ppt/notesMasters/notesMaster1.xml" Id="R7f1576180dcd437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588d47b58234608" /><Relationship Type="http://schemas.openxmlformats.org/officeDocument/2006/relationships/notesMaster" Target="/ppt/notesMasters/notesMaster1.xml" Id="Rba9b47691337489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2bb19956a1c4708" /><Relationship Type="http://schemas.openxmlformats.org/officeDocument/2006/relationships/notesMaster" Target="/ppt/notesMasters/notesMaster1.xml" Id="R9f4eb0d9adbd48d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2c6901d15294226" /><Relationship Type="http://schemas.openxmlformats.org/officeDocument/2006/relationships/notesMaster" Target="/ppt/notesMasters/notesMaster1.xml" Id="Rc81f2acb414c4d3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83ab512685b4a33" /><Relationship Type="http://schemas.openxmlformats.org/officeDocument/2006/relationships/notesMaster" Target="/ppt/notesMasters/notesMaster1.xml" Id="R1560d8cbb124447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c173a4ab70c4f83" /><Relationship Type="http://schemas.openxmlformats.org/officeDocument/2006/relationships/notesMaster" Target="/ppt/notesMasters/notesMaster1.xml" Id="Rc5cf19fa290c47f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db156974d614aa7" /><Relationship Type="http://schemas.openxmlformats.org/officeDocument/2006/relationships/notesMaster" Target="/ppt/notesMasters/notesMaster1.xml" Id="R0f4e88ff29454d4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af878b24d734bba" /><Relationship Type="http://schemas.openxmlformats.org/officeDocument/2006/relationships/notesMaster" Target="/ppt/notesMasters/notesMaster1.xml" Id="Rfd36f8be8024450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245daa248bc4323" /><Relationship Type="http://schemas.openxmlformats.org/officeDocument/2006/relationships/notesMaster" Target="/ppt/notesMasters/notesMaster1.xml" Id="R7f00737f57e84f8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02c2c4971734cc5" /><Relationship Type="http://schemas.openxmlformats.org/officeDocument/2006/relationships/notesMaster" Target="/ppt/notesMasters/notesMaster1.xml" Id="Rab51f8e76f624a9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0f8e9bc24a14dcd" /><Relationship Type="http://schemas.openxmlformats.org/officeDocument/2006/relationships/notesMaster" Target="/ppt/notesMasters/notesMaster1.xml" Id="Rad3339b3f77c498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9ff34b54ed24f43" /><Relationship Type="http://schemas.openxmlformats.org/officeDocument/2006/relationships/notesMaster" Target="/ppt/notesMasters/notesMaster1.xml" Id="R71a2d62e41d54e8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95fea8cb5ac46d9" /><Relationship Type="http://schemas.openxmlformats.org/officeDocument/2006/relationships/notesMaster" Target="/ppt/notesMasters/notesMaster1.xml" Id="Re4a341157f094d3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538dc4c84d9453e" /><Relationship Type="http://schemas.openxmlformats.org/officeDocument/2006/relationships/notesMaster" Target="/ppt/notesMasters/notesMaster1.xml" Id="R52d6286ed1604ec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183f3e20bfd44b3" /><Relationship Type="http://schemas.openxmlformats.org/officeDocument/2006/relationships/notesMaster" Target="/ppt/notesMasters/notesMaster1.xml" Id="R3c5fb7c488be450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fc80bacbd724bfa" /><Relationship Type="http://schemas.openxmlformats.org/officeDocument/2006/relationships/notesMaster" Target="/ppt/notesMasters/notesMaster1.xml" Id="R10b0c5a4ddfd450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640ac39e8a247b4" /><Relationship Type="http://schemas.openxmlformats.org/officeDocument/2006/relationships/notesMaster" Target="/ppt/notesMasters/notesMaster1.xml" Id="R462cc2da01184d9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74467b34aaf4fcb" /><Relationship Type="http://schemas.openxmlformats.org/officeDocument/2006/relationships/notesMaster" Target="/ppt/notesMasters/notesMaster1.xml" Id="R3d9d6ceb923048a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2cf3282e694434a" /><Relationship Type="http://schemas.openxmlformats.org/officeDocument/2006/relationships/notesMaster" Target="/ppt/notesMasters/notesMaster1.xml" Id="Rd9d794eab24c4fb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e3b6e5cd7db4ced" /><Relationship Type="http://schemas.openxmlformats.org/officeDocument/2006/relationships/notesMaster" Target="/ppt/notesMasters/notesMaster1.xml" Id="R6354b0222662499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939ef33780a4fe7" /><Relationship Type="http://schemas.openxmlformats.org/officeDocument/2006/relationships/notesMaster" Target="/ppt/notesMasters/notesMaster1.xml" Id="R06fdfc6534744f8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3ddffdba39b4734" /><Relationship Type="http://schemas.openxmlformats.org/officeDocument/2006/relationships/notesMaster" Target="/ppt/notesMasters/notesMaster1.xml" Id="R245758c89a0b4ef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a7d918b217b4e50" /><Relationship Type="http://schemas.openxmlformats.org/officeDocument/2006/relationships/notesMaster" Target="/ppt/notesMasters/notesMaster1.xml" Id="R013c97164586422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434435d870546fa" /><Relationship Type="http://schemas.openxmlformats.org/officeDocument/2006/relationships/notesMaster" Target="/ppt/notesMasters/notesMaster1.xml" Id="R82eca9510ce249f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d79e6b36bcb47db" /><Relationship Type="http://schemas.openxmlformats.org/officeDocument/2006/relationships/notesMaster" Target="/ppt/notesMasters/notesMaster1.xml" Id="R62d3f0a4ece640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APIs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multiple agents before trying a workflow.</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Using a generic judge without error analysis or result checks.</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AgentOps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AgentOps means operating agentic systems with observability, enforced controls, and accountable response.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Combining private data, untrusted content, and outbound access without reviewing the risk.</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072985d87745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93f746c25b494d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3aa28cc73ca147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393A275D-1655-4EE5-980B-E190C08A9A99}"/>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319de2da9e4033" /><Relationship Type="http://schemas.openxmlformats.org/officeDocument/2006/relationships/slideLayout" Target="/ppt/slideLayouts/slideLayout1.xml" Id="R372d8498d6824684"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756fe0ad70547ab" /><Relationship Type="http://schemas.openxmlformats.org/officeDocument/2006/relationships/slideLayout" Target="/ppt/slideLayouts/slideLayout2.xml" Id="Ra16d3f61af5c485d" /><Relationship Type="http://schemas.openxmlformats.org/officeDocument/2006/relationships/slideLayout" Target="/ppt/slideLayouts/slideLayout3.xml" Id="Rc9e7a063645e4f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2d8498d6824684"/>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a16d3f61af5c485d"/>
    <p:sldLayoutId xmlns:r="http://schemas.openxmlformats.org/officeDocument/2006/relationships" id="2147483652" r:id="Rc9e7a063645e4fe7"/>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596e415fef842d4" /><Relationship Type="http://schemas.openxmlformats.org/officeDocument/2006/relationships/notesSlide" Target="/ppt/notesSlides/notesSlide1.xml" Id="R1297cebe172941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b9e6a13ce27424a" /><Relationship Type="http://schemas.openxmlformats.org/officeDocument/2006/relationships/image" Target="/ppt/media/image.png" Id="Ra6b3808d4bef467d" /><Relationship Type="http://schemas.openxmlformats.org/officeDocument/2006/relationships/notesSlide" Target="/ppt/notesSlides/notesSlide2.xml" Id="R9af1bca72f8d40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db9f6b29361405a" /><Relationship Type="http://schemas.openxmlformats.org/officeDocument/2006/relationships/notesSlide" Target="/ppt/notesSlides/notesSlide3.xml" Id="R4738c5fa0d3543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f5e2bd222c540ad" /><Relationship Type="http://schemas.openxmlformats.org/officeDocument/2006/relationships/notesSlide" Target="/ppt/notesSlides/notesSlide4.xml" Id="R957f5eb47f3f4d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46c7439c3994197" /><Relationship Type="http://schemas.openxmlformats.org/officeDocument/2006/relationships/notesSlide" Target="/ppt/notesSlides/notesSlide5.xml" Id="Rc3e9d133896a4b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c699adcd38f416e" /><Relationship Type="http://schemas.openxmlformats.org/officeDocument/2006/relationships/notesSlide" Target="/ppt/notesSlides/notesSlide6.xml" Id="R1e030dd9138a4c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26755aeb711475a" /><Relationship Type="http://schemas.openxmlformats.org/officeDocument/2006/relationships/notesSlide" Target="/ppt/notesSlides/notesSlide7.xml" Id="R48ded4367d2b42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1c5c12d16d54c00" /><Relationship Type="http://schemas.openxmlformats.org/officeDocument/2006/relationships/notesSlide" Target="/ppt/notesSlides/notesSlide8.xml" Id="R64f3a9383ba649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a2994d418114741" /><Relationship Type="http://schemas.openxmlformats.org/officeDocument/2006/relationships/notesSlide" Target="/ppt/notesSlides/notesSlide9.xml" Id="Rfac8faea6ec147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a1ac1172f174074" /><Relationship Type="http://schemas.openxmlformats.org/officeDocument/2006/relationships/image" Target="/ppt/media/image2.png" Id="Rd1771ea7559c4575" /><Relationship Type="http://schemas.openxmlformats.org/officeDocument/2006/relationships/notesSlide" Target="/ppt/notesSlides/notesSlide10.xml" Id="R56fd2d164a184b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d653f1c7788740fb" /><Relationship Type="http://schemas.openxmlformats.org/officeDocument/2006/relationships/image" Target="/ppt/media/image3.png" Id="R35180924f82f418f" /><Relationship Type="http://schemas.openxmlformats.org/officeDocument/2006/relationships/notesSlide" Target="/ppt/notesSlides/notesSlide11.xml" Id="Rd42151f08c594c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cfb32d9eeb09452b" /><Relationship Type="http://schemas.openxmlformats.org/officeDocument/2006/relationships/image" Target="/ppt/media/image4.png" Id="Rb886ac983ace406c" /><Relationship Type="http://schemas.openxmlformats.org/officeDocument/2006/relationships/notesSlide" Target="/ppt/notesSlides/notesSlide12.xml" Id="Rad4d0453668b45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89e2f34bfd749ea" /><Relationship Type="http://schemas.openxmlformats.org/officeDocument/2006/relationships/image" Target="/ppt/media/image5.png" Id="Ra8d55ab6476a4d4f" /><Relationship Type="http://schemas.openxmlformats.org/officeDocument/2006/relationships/notesSlide" Target="/ppt/notesSlides/notesSlide13.xml" Id="R0f5109c5446548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ab5b915698114691" /><Relationship Type="http://schemas.openxmlformats.org/officeDocument/2006/relationships/image" Target="/ppt/media/image6.png" Id="Rd6594b5e254e4a10" /><Relationship Type="http://schemas.openxmlformats.org/officeDocument/2006/relationships/notesSlide" Target="/ppt/notesSlides/notesSlide14.xml" Id="R00ede6394ed04c8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a7b6ff03d24344a1" /><Relationship Type="http://schemas.openxmlformats.org/officeDocument/2006/relationships/image" Target="/ppt/media/image7.png" Id="Re0312e512668494b" /><Relationship Type="http://schemas.openxmlformats.org/officeDocument/2006/relationships/notesSlide" Target="/ppt/notesSlides/notesSlide15.xml" Id="R1571973be0e341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58007e362c54d6b" /><Relationship Type="http://schemas.openxmlformats.org/officeDocument/2006/relationships/image" Target="/ppt/media/image8.png" Id="R2faa357cc5b84a85" /><Relationship Type="http://schemas.openxmlformats.org/officeDocument/2006/relationships/image" Target="/ppt/media/image9.png" Id="R79a506ee805b49dd" /><Relationship Type="http://schemas.openxmlformats.org/officeDocument/2006/relationships/notesSlide" Target="/ppt/notesSlides/notesSlide16.xml" Id="R824b73cc1739418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4d07019c0d9d4a28" /><Relationship Type="http://schemas.openxmlformats.org/officeDocument/2006/relationships/image" Target="/ppt/media/image10.png" Id="R7cfab1f9311244ea" /><Relationship Type="http://schemas.openxmlformats.org/officeDocument/2006/relationships/notesSlide" Target="/ppt/notesSlides/notesSlide17.xml" Id="R1965bef998934c6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a4721890671243a6" /><Relationship Type="http://schemas.openxmlformats.org/officeDocument/2006/relationships/image" Target="/ppt/media/image11.png" Id="R0f55252deed8467c" /><Relationship Type="http://schemas.openxmlformats.org/officeDocument/2006/relationships/notesSlide" Target="/ppt/notesSlides/notesSlide18.xml" Id="R5ce946a3460b4f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c5f7fa1be504463f" /><Relationship Type="http://schemas.openxmlformats.org/officeDocument/2006/relationships/image" Target="/ppt/media/image12.png" Id="Ra2cde3249f6a4927" /><Relationship Type="http://schemas.openxmlformats.org/officeDocument/2006/relationships/notesSlide" Target="/ppt/notesSlides/notesSlide19.xml" Id="R36162ce9767f4ce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a50285f5f5c40fa" /><Relationship Type="http://schemas.openxmlformats.org/officeDocument/2006/relationships/image" Target="/ppt/media/image13.png" Id="R1dbad8ab4df2437a" /><Relationship Type="http://schemas.openxmlformats.org/officeDocument/2006/relationships/notesSlide" Target="/ppt/notesSlides/notesSlide20.xml" Id="R56a33e6398b8424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f23a6cc2d6184c40" /><Relationship Type="http://schemas.openxmlformats.org/officeDocument/2006/relationships/image" Target="/ppt/media/image14.png" Id="Rdeda869c79bd4025" /><Relationship Type="http://schemas.openxmlformats.org/officeDocument/2006/relationships/image" Target="/ppt/media/image15.png" Id="R5ca3cea065154bcf" /><Relationship Type="http://schemas.openxmlformats.org/officeDocument/2006/relationships/notesSlide" Target="/ppt/notesSlides/notesSlide21.xml" Id="Rfbb568ba0552457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74cc69d292b344b8" /><Relationship Type="http://schemas.openxmlformats.org/officeDocument/2006/relationships/image" Target="/ppt/media/image16.png" Id="Rbeed93dbdc4b425a" /><Relationship Type="http://schemas.openxmlformats.org/officeDocument/2006/relationships/notesSlide" Target="/ppt/notesSlides/notesSlide22.xml" Id="R88c2195d331a45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ed6e7d1da84b47b0" /><Relationship Type="http://schemas.openxmlformats.org/officeDocument/2006/relationships/image" Target="/ppt/media/image17.png" Id="R6dfd2239a11d4084" /><Relationship Type="http://schemas.openxmlformats.org/officeDocument/2006/relationships/notesSlide" Target="/ppt/notesSlides/notesSlide23.xml" Id="R148d520c4b5b4a0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f1d1fb94fd1c4742" /><Relationship Type="http://schemas.openxmlformats.org/officeDocument/2006/relationships/image" Target="/ppt/media/image18.png" Id="R39a7e5807aa7480e" /><Relationship Type="http://schemas.openxmlformats.org/officeDocument/2006/relationships/notesSlide" Target="/ppt/notesSlides/notesSlide24.xml" Id="R6553e3b48d28431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492f6e5bacfe4ded" /><Relationship Type="http://schemas.openxmlformats.org/officeDocument/2006/relationships/image" Target="/ppt/media/image19.png" Id="Rf3bb451065384829" /><Relationship Type="http://schemas.openxmlformats.org/officeDocument/2006/relationships/notesSlide" Target="/ppt/notesSlides/notesSlide25.xml" Id="R8d5458b18d11436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f389ed79bef7488b" /><Relationship Type="http://schemas.openxmlformats.org/officeDocument/2006/relationships/image" Target="/ppt/media/image20.png" Id="Re50530f95a1a41f7" /><Relationship Type="http://schemas.openxmlformats.org/officeDocument/2006/relationships/image" Target="/ppt/media/image21.png" Id="R4608f2b61aba462d" /><Relationship Type="http://schemas.openxmlformats.org/officeDocument/2006/relationships/notesSlide" Target="/ppt/notesSlides/notesSlide26.xml" Id="R39af59bb18bb4f6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e5b577eda7334abd" /><Relationship Type="http://schemas.openxmlformats.org/officeDocument/2006/relationships/image" Target="/ppt/media/image22.png" Id="Rd54126e42722449f" /><Relationship Type="http://schemas.openxmlformats.org/officeDocument/2006/relationships/notesSlide" Target="/ppt/notesSlides/notesSlide27.xml" Id="Rc06e0b03901f47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61289918a5274ca7" /><Relationship Type="http://schemas.openxmlformats.org/officeDocument/2006/relationships/image" Target="/ppt/media/image23.png" Id="Rd4df9ab33bab4933" /><Relationship Type="http://schemas.openxmlformats.org/officeDocument/2006/relationships/notesSlide" Target="/ppt/notesSlides/notesSlide28.xml" Id="Rde1565e6f8c54a5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6d29d673c90045ca" /><Relationship Type="http://schemas.openxmlformats.org/officeDocument/2006/relationships/image" Target="/ppt/media/image24.png" Id="R97a6dc8707e14ede" /><Relationship Type="http://schemas.openxmlformats.org/officeDocument/2006/relationships/notesSlide" Target="/ppt/notesSlides/notesSlide29.xml" Id="R43155303a26b431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b24be8ff38804301" /><Relationship Type="http://schemas.openxmlformats.org/officeDocument/2006/relationships/image" Target="/ppt/media/image25.png" Id="R398a73c370254bfa" /><Relationship Type="http://schemas.openxmlformats.org/officeDocument/2006/relationships/notesSlide" Target="/ppt/notesSlides/notesSlide30.xml" Id="R0edf2be5cdc44eb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b9d07555256478e" /><Relationship Type="http://schemas.openxmlformats.org/officeDocument/2006/relationships/image" Target="/ppt/media/image26.png" Id="Rc89cf7b141e44ada" /><Relationship Type="http://schemas.openxmlformats.org/officeDocument/2006/relationships/image" Target="/ppt/media/image27.png" Id="Rd50b6979c0194815" /><Relationship Type="http://schemas.openxmlformats.org/officeDocument/2006/relationships/notesSlide" Target="/ppt/notesSlides/notesSlide31.xml" Id="R069b28f55acf412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c462b05fb9464579" /><Relationship Type="http://schemas.openxmlformats.org/officeDocument/2006/relationships/image" Target="/ppt/media/image28.png" Id="R01817528d89745cf" /><Relationship Type="http://schemas.openxmlformats.org/officeDocument/2006/relationships/notesSlide" Target="/ppt/notesSlides/notesSlide32.xml" Id="Rc6d22ded999043c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bee6b5310aea40de" /><Relationship Type="http://schemas.openxmlformats.org/officeDocument/2006/relationships/image" Target="/ppt/media/image29.png" Id="R8b1cc844e0ab4b1b" /><Relationship Type="http://schemas.openxmlformats.org/officeDocument/2006/relationships/notesSlide" Target="/ppt/notesSlides/notesSlide33.xml" Id="R8494d6c6cc364ee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4942195339b24e62" /><Relationship Type="http://schemas.openxmlformats.org/officeDocument/2006/relationships/image" Target="/ppt/media/image30.png" Id="R00dc3afeea9d4a16" /><Relationship Type="http://schemas.openxmlformats.org/officeDocument/2006/relationships/notesSlide" Target="/ppt/notesSlides/notesSlide34.xml" Id="R7b4f1b320921450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decbf51c7a204909" /><Relationship Type="http://schemas.openxmlformats.org/officeDocument/2006/relationships/image" Target="/ppt/media/image31.png" Id="Rdc94b5c40ffe4003" /><Relationship Type="http://schemas.openxmlformats.org/officeDocument/2006/relationships/notesSlide" Target="/ppt/notesSlides/notesSlide35.xml" Id="R4fd86a79ae434e1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7b410cfd681d4781" /><Relationship Type="http://schemas.openxmlformats.org/officeDocument/2006/relationships/image" Target="/ppt/media/image32.png" Id="R28bdc510e6b54f33" /><Relationship Type="http://schemas.openxmlformats.org/officeDocument/2006/relationships/image" Target="/ppt/media/image33.png" Id="Rc364f1beb8dc4a36" /><Relationship Type="http://schemas.openxmlformats.org/officeDocument/2006/relationships/notesSlide" Target="/ppt/notesSlides/notesSlide36.xml" Id="R3804eb2c91a6477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e788319d9cd34eb3" /><Relationship Type="http://schemas.openxmlformats.org/officeDocument/2006/relationships/image" Target="/ppt/media/image34.png" Id="R2b86008b5ad84fd7" /><Relationship Type="http://schemas.openxmlformats.org/officeDocument/2006/relationships/notesSlide" Target="/ppt/notesSlides/notesSlide37.xml" Id="R842115c98f1643f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bb228fd68ef94bb4" /><Relationship Type="http://schemas.openxmlformats.org/officeDocument/2006/relationships/image" Target="/ppt/media/image35.png" Id="R533b840720484ead" /><Relationship Type="http://schemas.openxmlformats.org/officeDocument/2006/relationships/notesSlide" Target="/ppt/notesSlides/notesSlide38.xml" Id="R86c05530e05a4fb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abc7c74a86324069" /><Relationship Type="http://schemas.openxmlformats.org/officeDocument/2006/relationships/image" Target="/ppt/media/image36.png" Id="Raf392c8ad55e4dea" /><Relationship Type="http://schemas.openxmlformats.org/officeDocument/2006/relationships/notesSlide" Target="/ppt/notesSlides/notesSlide39.xml" Id="R2d550ad78572466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c6960eed0c6146f2" /><Relationship Type="http://schemas.openxmlformats.org/officeDocument/2006/relationships/image" Target="/ppt/media/image37.png" Id="R9624c24084674d28" /><Relationship Type="http://schemas.openxmlformats.org/officeDocument/2006/relationships/notesSlide" Target="/ppt/notesSlides/notesSlide40.xml" Id="Ra3100db231bc44d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3ee938645829452b" /><Relationship Type="http://schemas.openxmlformats.org/officeDocument/2006/relationships/image" Target="/ppt/media/image38.png" Id="Reac04b0b96a74eeb" /><Relationship Type="http://schemas.openxmlformats.org/officeDocument/2006/relationships/image" Target="/ppt/media/image39.png" Id="R4abd1af8cd414127" /><Relationship Type="http://schemas.openxmlformats.org/officeDocument/2006/relationships/notesSlide" Target="/ppt/notesSlides/notesSlide41.xml" Id="R1b675ee7b81f49c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6a992abfb33b4f02" /><Relationship Type="http://schemas.openxmlformats.org/officeDocument/2006/relationships/image" Target="/ppt/media/image40.png" Id="R8387691d0bfa4ae8" /><Relationship Type="http://schemas.openxmlformats.org/officeDocument/2006/relationships/notesSlide" Target="/ppt/notesSlides/notesSlide42.xml" Id="Rca54dbccc72c463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1f7804ccb74f4b91" /><Relationship Type="http://schemas.openxmlformats.org/officeDocument/2006/relationships/image" Target="/ppt/media/image41.png" Id="R2c0ed0bca10b49ba" /><Relationship Type="http://schemas.openxmlformats.org/officeDocument/2006/relationships/notesSlide" Target="/ppt/notesSlides/notesSlide43.xml" Id="R2bf5bff5efb44f5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f88c35800e1043f0" /><Relationship Type="http://schemas.openxmlformats.org/officeDocument/2006/relationships/image" Target="/ppt/media/image42.png" Id="Ra61853bbcf7746e6" /><Relationship Type="http://schemas.openxmlformats.org/officeDocument/2006/relationships/notesSlide" Target="/ppt/notesSlides/notesSlide44.xml" Id="Rc59cf47282a3451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77e86b0ce0104532" /><Relationship Type="http://schemas.openxmlformats.org/officeDocument/2006/relationships/image" Target="/ppt/media/image43.png" Id="Rb81dab21c8684e44" /><Relationship Type="http://schemas.openxmlformats.org/officeDocument/2006/relationships/notesSlide" Target="/ppt/notesSlides/notesSlide45.xml" Id="R18c45aa9998e47c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862d7bd296d94d13" /><Relationship Type="http://schemas.openxmlformats.org/officeDocument/2006/relationships/image" Target="/ppt/media/image44.png" Id="R73f4faef0a5d4fe1" /><Relationship Type="http://schemas.openxmlformats.org/officeDocument/2006/relationships/notesSlide" Target="/ppt/notesSlides/notesSlide46.xml" Id="R06370743926d4fc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92c7990befdf4543" /><Relationship Type="http://schemas.openxmlformats.org/officeDocument/2006/relationships/notesSlide" Target="/ppt/notesSlides/notesSlide47.xml" Id="Rc5cf56ec83e8433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4f4bcda827df4148" /><Relationship Type="http://schemas.openxmlformats.org/officeDocument/2006/relationships/image" Target="/ppt/media/image45.png" Id="Rc97988dd27a74232" /><Relationship Type="http://schemas.openxmlformats.org/officeDocument/2006/relationships/notesSlide" Target="/ppt/notesSlides/notesSlide48.xml" Id="R5161bde5d4bb445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e052bbf5111d4d4e" /><Relationship Type="http://schemas.openxmlformats.org/officeDocument/2006/relationships/image" Target="/ppt/media/image46.png" Id="Re37e913b944d4af2" /><Relationship Type="http://schemas.openxmlformats.org/officeDocument/2006/relationships/notesSlide" Target="/ppt/notesSlides/notesSlide49.xml" Id="R4c7ffe24bcbc422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8a238b6596944973" /><Relationship Type="http://schemas.openxmlformats.org/officeDocument/2006/relationships/notesSlide" Target="/ppt/notesSlides/notesSlide50.xml" Id="R1350d08498024c8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ce3bd4d581014a23" /><Relationship Type="http://schemas.openxmlformats.org/officeDocument/2006/relationships/image" Target="/ppt/media/image47.png" Id="R2c9871562d834d43" /><Relationship Type="http://schemas.openxmlformats.org/officeDocument/2006/relationships/notesSlide" Target="/ppt/notesSlides/notesSlide51.xml" Id="R24ca601cb7744d0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b6a7dffcc8574a9f" /><Relationship Type="http://schemas.openxmlformats.org/officeDocument/2006/relationships/image" Target="/ppt/media/image47.png" Id="R9798b9652a00437e" /><Relationship Type="http://schemas.openxmlformats.org/officeDocument/2006/relationships/notesSlide" Target="/ppt/notesSlides/notesSlide52.xml" Id="Rd4bf2392dc7e457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f57f4c188a6b4e6f" /><Relationship Type="http://schemas.openxmlformats.org/officeDocument/2006/relationships/notesSlide" Target="/ppt/notesSlides/notesSlide53.xml" Id="Rdf5b50cfa1154a4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6b4bd5a0049b447f" /><Relationship Type="http://schemas.openxmlformats.org/officeDocument/2006/relationships/notesSlide" Target="/ppt/notesSlides/notesSlide54.xml" Id="R0c5b97ca849a4ea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BF42070A-BB34-4F3E-85C1-5383C9B19680}"/>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0748FC84-B381-415F-A28F-6218516A9360}"/>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B92045A3-B867-4F0D-94D4-CC6E74702312}"/>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65298818-1DD3-4732-A3C3-10350585F6D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544157969"/>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a6b3808d4bef467d"/>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9E1E16C1-57A2-4AB7-A9F2-187551350796}"/>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CE3018B2-8E9A-4730-8EA1-2B4008374E8D}"/>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4C0C0349-9559-48D0-BC82-5BC93E1CC9F4}"/>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F7D68001-BF6A-4630-838A-3DC75C735881}"/>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E6BA7D8E-712E-4EC8-94C7-C8CA0FA4DDC1}"/>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18D44750-6E38-4268-84DE-30CC607790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92401893"/>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D71794F1-EE34-4D92-80AD-EC39A48E911D}"/>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18856F45-6F98-497A-9952-0AAB1C243393}"/>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A7D2C4EE-F1C7-48B5-ADAC-532BAE1EC85E}"/>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DF25DD48-650C-400A-9526-E0E3E872C0B6}"/>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1B675699-7F06-4AA3-9414-274C9CEF85AE}"/>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997DC5FB-10FF-4065-913D-A94ED71BDD47}"/>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E70AB7E5-7B0E-4A35-81F3-56AB63D0D184}"/>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8A0085AA-6CDA-4B4F-9A32-A5D3E3FB7C5A}"/>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314F616E-64BA-44F1-8860-06097A041401}"/>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060EF247-938D-4573-A65C-A6CEB2A062FC}"/>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45B0A8C0-D484-46B7-9B45-E84C3C68BECC}"/>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F9E3766E-C62D-4A3A-8A3D-E5C2BC0768E0}"/>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833EFDF1-457C-4E2B-A7BA-4BBE65AE684B}"/>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F2CECF96-6707-4FE0-B799-75AEAEF2DD35}"/>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A81AD95F-CA82-4AE7-BCF7-F6D63CCD1CBF}"/>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48130C36-27E2-4178-A536-CCA93DD429DA}"/>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FE957E09-45DC-4DE2-9944-7999A43A6543}"/>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D015913F-E9AC-4E21-8CDD-C468C51970E2}"/>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1E4BA9DB-0826-4A72-9FBC-2952DE5D7E21}"/>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1768D498-2AB8-4E16-B17B-28169D65592F}"/>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E949F7B6-1BBD-4395-A5B1-2CD058AD5085}"/>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28EE7A70-A73B-4A9E-9273-54C15FA40B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316709840"/>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27B9E641-44DA-417D-9A18-1435205824A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2FE3DD05-730C-4D68-B604-9F400C9CC62E}"/>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D26CF342-0935-4A6B-AC75-5B29196FB25F}"/>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DE285FBE-7290-48E0-8FDC-F07D711F2FF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232207070"/>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B5D84EB2-38BD-4F8E-946E-729F65D6A715}"/>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508DCD00-11FA-4AD5-9C70-D3F0225722A6}"/>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42193C49-CAF4-4197-A45B-3B027BC707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1476877707"/>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0F924B9B-35AB-4E80-A61D-C96442A19168}"/>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677B0557-7979-49C3-B1A1-BA6F9083FBA5}"/>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BD2C2DA0-7586-43A5-A0B8-CAC7AB14D8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2159464871"/>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82BDE219-248B-43FF-A085-94A6CB918F7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946883312"/>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B67C845D-B895-4F1B-B8FE-4360F85E3705}"/>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2B8CF5B9-6780-4792-A3D7-6837FE99D7B5}"/>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1079DF2B-9AB0-49F0-BA53-0D193426D1EC}"/>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758781F7-1D21-4EDE-89A6-8A94F99C3DDE}"/>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DBB6ACE9-67AD-4ACC-8CEB-44EC5B09DEEA}"/>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6F03D6C1-BB8F-4B62-9774-B0DF1F353222}"/>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0C070868-B48E-4203-BC0C-366D22DC3734}"/>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7756E92F-7E35-42F7-B9E9-0D0D3273A971}"/>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CE5D7FBF-1892-41AC-92AA-E8BF071F16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246574604"/>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CF9A9270-E034-4806-8189-D7E3C9EB97AD}"/>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275003AE-8D49-4C13-A259-836C66391D90}"/>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E3B12D2F-D770-4C42-9F1E-8CA420D5E0C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05EA843B-0CC0-4B0F-A4AB-DF25B0225B8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440036540"/>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d1771ea7559c457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F3141805-0B4C-4FF8-BF8D-C2F7813CD6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721921988"/>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35180924f82f418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758BEDC9-D63D-48FB-8DA7-452E7ED558F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253476620"/>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b886ac983ace406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84DAEBAE-76B9-432A-92A3-977AB2CE1E3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726964897"/>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a8d55ab6476a4d4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8138B55D-9305-4A87-8E4D-EF1C74ADC5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9934506"/>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d6594b5e254e4a1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5D6E63C5-2FA9-4446-9B27-69AEC6F8DE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794563575"/>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e0312e512668494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62055237-2E0F-4B92-9B5B-A021E979E2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37193950"/>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1FB17820-2436-414A-A6F5-73BB6424632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2faa357cc5b84a8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1B65BDFB-749E-40CD-8887-803206A897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0D6FA6F7-79F6-438C-BC1A-003DCE6CB5F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074A62D7-6506-400B-A7FE-C2549163F01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9FC961E3-C6C3-4AD8-8B69-431086FDE67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79a506ee805b49d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3E7EFF03-A3BC-4078-9EAD-8B1114E06B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4287474793"/>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A01DB489-E979-4ED4-89F1-694E72259B9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7cfab1f9311244e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D598241E-90D9-45E6-AD1E-777AF87A2CB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82" name="header-divider">
            <a:extLst xmlns:a="http://schemas.openxmlformats.org/drawingml/2006/main">
              <a:ext uri="{FF2B5EF4-FFF2-40B4-BE49-F238E27FC236}">
                <a16:creationId xmlns:a16="http://schemas.microsoft.com/office/drawing/2014/main" id="{BC57D66A-17C3-4446-84F6-B41ADB37F3F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761DB9F1-E7F9-421A-8649-D2C8E5DC701A}"/>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84" name="11-text-2">
            <a:extLst xmlns:a="http://schemas.openxmlformats.org/drawingml/2006/main">
              <a:ext uri="{FF2B5EF4-FFF2-40B4-BE49-F238E27FC236}">
                <a16:creationId xmlns:a16="http://schemas.microsoft.com/office/drawing/2014/main" id="{13968209-ACBA-40B8-9E87-668E456693BC}"/>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85" name="11-text-3">
            <a:extLst xmlns:a="http://schemas.openxmlformats.org/drawingml/2006/main">
              <a:ext uri="{FF2B5EF4-FFF2-40B4-BE49-F238E27FC236}">
                <a16:creationId xmlns:a16="http://schemas.microsoft.com/office/drawing/2014/main" id="{02EA3A7D-7237-4387-8DB6-D45AA5C66E10}"/>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86" name="11-text-4">
            <a:extLst xmlns:a="http://schemas.openxmlformats.org/drawingml/2006/main">
              <a:ext uri="{FF2B5EF4-FFF2-40B4-BE49-F238E27FC236}">
                <a16:creationId xmlns:a16="http://schemas.microsoft.com/office/drawing/2014/main" id="{A775D172-A176-48B9-84E6-72EB55E145D4}"/>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87" name="11-text-5">
            <a:extLst xmlns:a="http://schemas.openxmlformats.org/drawingml/2006/main">
              <a:ext uri="{FF2B5EF4-FFF2-40B4-BE49-F238E27FC236}">
                <a16:creationId xmlns:a16="http://schemas.microsoft.com/office/drawing/2014/main" id="{1DB9DD89-8D87-4990-85FE-865EF80CC9E5}"/>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88" name="11-text-6">
            <a:extLst xmlns:a="http://schemas.openxmlformats.org/drawingml/2006/main">
              <a:ext uri="{FF2B5EF4-FFF2-40B4-BE49-F238E27FC236}">
                <a16:creationId xmlns:a16="http://schemas.microsoft.com/office/drawing/2014/main" id="{361AF895-E477-4BAB-AE5C-5961782ECD18}"/>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89" name="11-line-8">
            <a:extLst xmlns:a="http://schemas.openxmlformats.org/drawingml/2006/main">
              <a:ext uri="{FF2B5EF4-FFF2-40B4-BE49-F238E27FC236}">
                <a16:creationId xmlns:a16="http://schemas.microsoft.com/office/drawing/2014/main" id="{54C5F0F1-EC78-4E73-BE74-0E9108DB1544}"/>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0" name="11-line-10">
            <a:extLst xmlns:a="http://schemas.openxmlformats.org/drawingml/2006/main">
              <a:ext uri="{FF2B5EF4-FFF2-40B4-BE49-F238E27FC236}">
                <a16:creationId xmlns:a16="http://schemas.microsoft.com/office/drawing/2014/main" id="{95570274-83D8-4344-8430-F8DF31D6C390}"/>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1" name="11-text-11">
            <a:extLst xmlns:a="http://schemas.openxmlformats.org/drawingml/2006/main">
              <a:ext uri="{FF2B5EF4-FFF2-40B4-BE49-F238E27FC236}">
                <a16:creationId xmlns:a16="http://schemas.microsoft.com/office/drawing/2014/main" id="{63E25BB6-6E31-49CA-9C7B-7174CA12172A}"/>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92" name="11-text-12">
            <a:extLst xmlns:a="http://schemas.openxmlformats.org/drawingml/2006/main">
              <a:ext uri="{FF2B5EF4-FFF2-40B4-BE49-F238E27FC236}">
                <a16:creationId xmlns:a16="http://schemas.microsoft.com/office/drawing/2014/main" id="{23931AEC-1E72-4B17-9895-91F0C3B6453E}"/>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93" name="11-text-13">
            <a:extLst xmlns:a="http://schemas.openxmlformats.org/drawingml/2006/main">
              <a:ext uri="{FF2B5EF4-FFF2-40B4-BE49-F238E27FC236}">
                <a16:creationId xmlns:a16="http://schemas.microsoft.com/office/drawing/2014/main" id="{FA7CA9D7-2616-4A2F-8AA5-3A5E0FD2E8B4}"/>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94" name="11-text-14">
            <a:extLst xmlns:a="http://schemas.openxmlformats.org/drawingml/2006/main">
              <a:ext uri="{FF2B5EF4-FFF2-40B4-BE49-F238E27FC236}">
                <a16:creationId xmlns:a16="http://schemas.microsoft.com/office/drawing/2014/main" id="{C084804E-739D-4A24-A90C-5A406B785C67}"/>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95" name="11-text-15">
            <a:extLst xmlns:a="http://schemas.openxmlformats.org/drawingml/2006/main">
              <a:ext uri="{FF2B5EF4-FFF2-40B4-BE49-F238E27FC236}">
                <a16:creationId xmlns:a16="http://schemas.microsoft.com/office/drawing/2014/main" id="{84D0B462-62FD-4FFC-B62E-D90D7CF58C50}"/>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96" name="11-text-16">
            <a:extLst xmlns:a="http://schemas.openxmlformats.org/drawingml/2006/main">
              <a:ext uri="{FF2B5EF4-FFF2-40B4-BE49-F238E27FC236}">
                <a16:creationId xmlns:a16="http://schemas.microsoft.com/office/drawing/2014/main" id="{CB4A3A62-59B4-4DED-B794-E6882CAC60C9}"/>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97" name="11-text-17">
            <a:extLst xmlns:a="http://schemas.openxmlformats.org/drawingml/2006/main">
              <a:ext uri="{FF2B5EF4-FFF2-40B4-BE49-F238E27FC236}">
                <a16:creationId xmlns:a16="http://schemas.microsoft.com/office/drawing/2014/main" id="{6AB0A247-3F41-463A-967F-1755F0EA2BFE}"/>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98" name="narrative-number">
            <a:extLst xmlns:a="http://schemas.openxmlformats.org/drawingml/2006/main">
              <a:ext uri="{FF2B5EF4-FFF2-40B4-BE49-F238E27FC236}">
                <a16:creationId xmlns:a16="http://schemas.microsoft.com/office/drawing/2014/main" id="{F31B2607-C8FF-4D20-83D3-E99CD79299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567611057"/>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396664EC-1025-4887-AD54-BBA9CC4869A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11" name="mini-map"/>
          <p:cNvPicPr>
            <a:picLocks xmlns:a="http://schemas.openxmlformats.org/drawingml/2006/main" noChangeAspect="1"/>
          </p:cNvPicPr>
          <p:nvPr/>
        </p:nvPicPr>
        <p:blipFill>
          <a:blip xmlns:r="http://schemas.openxmlformats.org/officeDocument/2006/relationships" xmlns:a="http://schemas.openxmlformats.org/drawingml/2006/main" r:embed="R0f55252deed8467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E3A7AB57-1884-4E19-8E2F-DA4E715E1BA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02" name="header-divider">
            <a:extLst xmlns:a="http://schemas.openxmlformats.org/drawingml/2006/main">
              <a:ext uri="{FF2B5EF4-FFF2-40B4-BE49-F238E27FC236}">
                <a16:creationId xmlns:a16="http://schemas.microsoft.com/office/drawing/2014/main" id="{966F3285-C061-4097-A659-78D468EDADE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4E25BDE2-BFDC-452A-BF76-9B74565AE4E7}"/>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04" name="12-text-2">
            <a:extLst xmlns:a="http://schemas.openxmlformats.org/drawingml/2006/main">
              <a:ext uri="{FF2B5EF4-FFF2-40B4-BE49-F238E27FC236}">
                <a16:creationId xmlns:a16="http://schemas.microsoft.com/office/drawing/2014/main" id="{92D4EA38-55F1-433B-BB89-5DCB8F89BE50}"/>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05" name="12-text-3">
            <a:extLst xmlns:a="http://schemas.openxmlformats.org/drawingml/2006/main">
              <a:ext uri="{FF2B5EF4-FFF2-40B4-BE49-F238E27FC236}">
                <a16:creationId xmlns:a16="http://schemas.microsoft.com/office/drawing/2014/main" id="{F2C24B09-2772-4D08-A5BF-93193CADA4C3}"/>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06" name="12-text-4">
            <a:extLst xmlns:a="http://schemas.openxmlformats.org/drawingml/2006/main">
              <a:ext uri="{FF2B5EF4-FFF2-40B4-BE49-F238E27FC236}">
                <a16:creationId xmlns:a16="http://schemas.microsoft.com/office/drawing/2014/main" id="{A06AB022-1F37-4280-8D7F-03FADB5269CB}"/>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07" name="12-text-5">
            <a:extLst xmlns:a="http://schemas.openxmlformats.org/drawingml/2006/main">
              <a:ext uri="{FF2B5EF4-FFF2-40B4-BE49-F238E27FC236}">
                <a16:creationId xmlns:a16="http://schemas.microsoft.com/office/drawing/2014/main" id="{D0A7BEB3-CCFC-4BA8-9EE9-59E54374C847}"/>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08" name="12-text-6">
            <a:extLst xmlns:a="http://schemas.openxmlformats.org/drawingml/2006/main">
              <a:ext uri="{FF2B5EF4-FFF2-40B4-BE49-F238E27FC236}">
                <a16:creationId xmlns:a16="http://schemas.microsoft.com/office/drawing/2014/main" id="{F2C8FC2E-0F9F-4642-9076-FFA6976C4411}"/>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09" name="narrative-number">
            <a:extLst xmlns:a="http://schemas.openxmlformats.org/drawingml/2006/main">
              <a:ext uri="{FF2B5EF4-FFF2-40B4-BE49-F238E27FC236}">
                <a16:creationId xmlns:a16="http://schemas.microsoft.com/office/drawing/2014/main" id="{51A3B929-2748-4874-BB20-70295DC3A6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001463189"/>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0" name="!!area-name">
            <a:extLst xmlns:a="http://schemas.openxmlformats.org/drawingml/2006/main">
              <a:ext uri="{FF2B5EF4-FFF2-40B4-BE49-F238E27FC236}">
                <a16:creationId xmlns:a16="http://schemas.microsoft.com/office/drawing/2014/main" id="{A9439DD4-4322-4390-A71B-403D710A4F2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24" name="mini-map"/>
          <p:cNvPicPr>
            <a:picLocks xmlns:a="http://schemas.openxmlformats.org/drawingml/2006/main" noChangeAspect="1"/>
          </p:cNvPicPr>
          <p:nvPr/>
        </p:nvPicPr>
        <p:blipFill>
          <a:blip xmlns:r="http://schemas.openxmlformats.org/officeDocument/2006/relationships" xmlns:a="http://schemas.openxmlformats.org/drawingml/2006/main" r:embed="Ra2cde3249f6a492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2" name="slide-title">
            <a:extLst xmlns:a="http://schemas.openxmlformats.org/drawingml/2006/main">
              <a:ext uri="{FF2B5EF4-FFF2-40B4-BE49-F238E27FC236}">
                <a16:creationId xmlns:a16="http://schemas.microsoft.com/office/drawing/2014/main" id="{FCAC9D76-CD1C-452B-B588-AED2940E35E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13" name="header-divider">
            <a:extLst xmlns:a="http://schemas.openxmlformats.org/drawingml/2006/main">
              <a:ext uri="{FF2B5EF4-FFF2-40B4-BE49-F238E27FC236}">
                <a16:creationId xmlns:a16="http://schemas.microsoft.com/office/drawing/2014/main" id="{F3791E8C-0AF3-40AD-B211-6F49A5A5EB6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4" name="13-text-1">
            <a:extLst xmlns:a="http://schemas.openxmlformats.org/drawingml/2006/main">
              <a:ext uri="{FF2B5EF4-FFF2-40B4-BE49-F238E27FC236}">
                <a16:creationId xmlns:a16="http://schemas.microsoft.com/office/drawing/2014/main" id="{96C390DC-EA36-43B4-B283-21637C4F4CC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15" name="13-text-2">
            <a:extLst xmlns:a="http://schemas.openxmlformats.org/drawingml/2006/main">
              <a:ext uri="{FF2B5EF4-FFF2-40B4-BE49-F238E27FC236}">
                <a16:creationId xmlns:a16="http://schemas.microsoft.com/office/drawing/2014/main" id="{4B163B51-A6A3-4329-849A-4FB8BB32465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16" name="13-text-3">
            <a:extLst xmlns:a="http://schemas.openxmlformats.org/drawingml/2006/main">
              <a:ext uri="{FF2B5EF4-FFF2-40B4-BE49-F238E27FC236}">
                <a16:creationId xmlns:a16="http://schemas.microsoft.com/office/drawing/2014/main" id="{408BE424-6F0C-4C34-9E59-A2B8BED82EF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17" name="13-text-4">
            <a:extLst xmlns:a="http://schemas.openxmlformats.org/drawingml/2006/main">
              <a:ext uri="{FF2B5EF4-FFF2-40B4-BE49-F238E27FC236}">
                <a16:creationId xmlns:a16="http://schemas.microsoft.com/office/drawing/2014/main" id="{E23055E5-B53B-4D73-9D97-31A789C3296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18" name="13-text-5">
            <a:extLst xmlns:a="http://schemas.openxmlformats.org/drawingml/2006/main">
              <a:ext uri="{FF2B5EF4-FFF2-40B4-BE49-F238E27FC236}">
                <a16:creationId xmlns:a16="http://schemas.microsoft.com/office/drawing/2014/main" id="{B863A75A-22F2-400D-89FF-581018254BA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19" name="13-text-6">
            <a:extLst xmlns:a="http://schemas.openxmlformats.org/drawingml/2006/main">
              <a:ext uri="{FF2B5EF4-FFF2-40B4-BE49-F238E27FC236}">
                <a16:creationId xmlns:a16="http://schemas.microsoft.com/office/drawing/2014/main" id="{96A7C15F-2275-4E37-8BB5-A1A2D7BC801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20" name="13-text-7">
            <a:extLst xmlns:a="http://schemas.openxmlformats.org/drawingml/2006/main">
              <a:ext uri="{FF2B5EF4-FFF2-40B4-BE49-F238E27FC236}">
                <a16:creationId xmlns:a16="http://schemas.microsoft.com/office/drawing/2014/main" id="{C8AC83EB-9695-4896-8224-6279E545CF9F}"/>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21" name="13-text-8">
            <a:extLst xmlns:a="http://schemas.openxmlformats.org/drawingml/2006/main">
              <a:ext uri="{FF2B5EF4-FFF2-40B4-BE49-F238E27FC236}">
                <a16:creationId xmlns:a16="http://schemas.microsoft.com/office/drawing/2014/main" id="{5EA68E38-F987-45BB-B775-A1200125E16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22" name="narrative-number">
            <a:extLst xmlns:a="http://schemas.openxmlformats.org/drawingml/2006/main">
              <a:ext uri="{FF2B5EF4-FFF2-40B4-BE49-F238E27FC236}">
                <a16:creationId xmlns:a16="http://schemas.microsoft.com/office/drawing/2014/main" id="{CCA46A26-882F-4EC9-8228-3A66D6DEAD2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676636491"/>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3" name="!!area-name">
            <a:extLst xmlns:a="http://schemas.openxmlformats.org/drawingml/2006/main">
              <a:ext uri="{FF2B5EF4-FFF2-40B4-BE49-F238E27FC236}">
                <a16:creationId xmlns:a16="http://schemas.microsoft.com/office/drawing/2014/main" id="{66C3A53A-D971-4BB4-BF17-B28F5AD05FF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1dbad8ab4df2437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5" name="slide-title">
            <a:extLst xmlns:a="http://schemas.openxmlformats.org/drawingml/2006/main">
              <a:ext uri="{FF2B5EF4-FFF2-40B4-BE49-F238E27FC236}">
                <a16:creationId xmlns:a16="http://schemas.microsoft.com/office/drawing/2014/main" id="{60C4E794-AF5B-40F3-A0DC-8C0D6406895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26" name="header-divider">
            <a:extLst xmlns:a="http://schemas.openxmlformats.org/drawingml/2006/main">
              <a:ext uri="{FF2B5EF4-FFF2-40B4-BE49-F238E27FC236}">
                <a16:creationId xmlns:a16="http://schemas.microsoft.com/office/drawing/2014/main" id="{1DA2A95A-75AE-41BA-8AB0-1FAEA98BC8F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7" name="14-text-1">
            <a:extLst xmlns:a="http://schemas.openxmlformats.org/drawingml/2006/main">
              <a:ext uri="{FF2B5EF4-FFF2-40B4-BE49-F238E27FC236}">
                <a16:creationId xmlns:a16="http://schemas.microsoft.com/office/drawing/2014/main" id="{7D51E87D-B566-4521-9D76-F1575369CF3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28" name="14-text-2">
            <a:extLst xmlns:a="http://schemas.openxmlformats.org/drawingml/2006/main">
              <a:ext uri="{FF2B5EF4-FFF2-40B4-BE49-F238E27FC236}">
                <a16:creationId xmlns:a16="http://schemas.microsoft.com/office/drawing/2014/main" id="{E3F38E3D-32C7-4556-AB95-E23F57D65144}"/>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29" name="14-text-3">
            <a:extLst xmlns:a="http://schemas.openxmlformats.org/drawingml/2006/main">
              <a:ext uri="{FF2B5EF4-FFF2-40B4-BE49-F238E27FC236}">
                <a16:creationId xmlns:a16="http://schemas.microsoft.com/office/drawing/2014/main" id="{21A79A93-A60D-4248-9E94-9D296420FEB1}"/>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30" name="14-text-4">
            <a:extLst xmlns:a="http://schemas.openxmlformats.org/drawingml/2006/main">
              <a:ext uri="{FF2B5EF4-FFF2-40B4-BE49-F238E27FC236}">
                <a16:creationId xmlns:a16="http://schemas.microsoft.com/office/drawing/2014/main" id="{74EA9A3A-90D1-414D-89F2-730400E26F02}"/>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31" name="14-text-5">
            <a:extLst xmlns:a="http://schemas.openxmlformats.org/drawingml/2006/main">
              <a:ext uri="{FF2B5EF4-FFF2-40B4-BE49-F238E27FC236}">
                <a16:creationId xmlns:a16="http://schemas.microsoft.com/office/drawing/2014/main" id="{64F98430-6064-417A-969B-0CF6C9007310}"/>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32" name="14-text-6">
            <a:extLst xmlns:a="http://schemas.openxmlformats.org/drawingml/2006/main">
              <a:ext uri="{FF2B5EF4-FFF2-40B4-BE49-F238E27FC236}">
                <a16:creationId xmlns:a16="http://schemas.microsoft.com/office/drawing/2014/main" id="{707F317D-20A4-4CE2-A10B-6CDC7DFBD4ED}"/>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33" name="14-text-7">
            <a:extLst xmlns:a="http://schemas.openxmlformats.org/drawingml/2006/main">
              <a:ext uri="{FF2B5EF4-FFF2-40B4-BE49-F238E27FC236}">
                <a16:creationId xmlns:a16="http://schemas.microsoft.com/office/drawing/2014/main" id="{C7F04652-AF58-4F49-BAD7-14153459E3A2}"/>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47" name="14-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35" name="narrative-number">
            <a:extLst xmlns:a="http://schemas.openxmlformats.org/drawingml/2006/main">
              <a:ext uri="{FF2B5EF4-FFF2-40B4-BE49-F238E27FC236}">
                <a16:creationId xmlns:a16="http://schemas.microsoft.com/office/drawing/2014/main" id="{4D2E27E9-AEC9-4D1D-A510-95F77089BF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775070881"/>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DF0115AC-7212-43E6-ABF0-5D2FEB794D7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45" name="mini-map"/>
          <p:cNvPicPr>
            <a:picLocks xmlns:a="http://schemas.openxmlformats.org/drawingml/2006/main" noChangeAspect="1"/>
          </p:cNvPicPr>
          <p:nvPr/>
        </p:nvPicPr>
        <p:blipFill>
          <a:blip xmlns:r="http://schemas.openxmlformats.org/officeDocument/2006/relationships" xmlns:a="http://schemas.openxmlformats.org/drawingml/2006/main" r:embed="Rdeda869c79bd402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88AB4321-0F29-4A31-80F5-01B9B76714C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5-text-1">
            <a:extLst xmlns:a="http://schemas.openxmlformats.org/drawingml/2006/main">
              <a:ext uri="{FF2B5EF4-FFF2-40B4-BE49-F238E27FC236}">
                <a16:creationId xmlns:a16="http://schemas.microsoft.com/office/drawing/2014/main" id="{6A4EB83B-22F9-495D-97BA-A75601E5C6A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40" name="15-text-2">
            <a:extLst xmlns:a="http://schemas.openxmlformats.org/drawingml/2006/main">
              <a:ext uri="{FF2B5EF4-FFF2-40B4-BE49-F238E27FC236}">
                <a16:creationId xmlns:a16="http://schemas.microsoft.com/office/drawing/2014/main" id="{727D9D28-C37F-42C5-A224-EEA73DBDA4B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41" name="15-text-3">
            <a:extLst xmlns:a="http://schemas.openxmlformats.org/drawingml/2006/main">
              <a:ext uri="{FF2B5EF4-FFF2-40B4-BE49-F238E27FC236}">
                <a16:creationId xmlns:a16="http://schemas.microsoft.com/office/drawing/2014/main" id="{FEF105A8-360E-48CB-931B-AA7FD9AE0AA0}"/>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50" name="15-image-4"/>
          <p:cNvPicPr>
            <a:picLocks xmlns:a="http://schemas.openxmlformats.org/drawingml/2006/main" noChangeAspect="1"/>
          </p:cNvPicPr>
          <p:nvPr/>
        </p:nvPicPr>
        <p:blipFill>
          <a:blip xmlns:r="http://schemas.openxmlformats.org/officeDocument/2006/relationships" xmlns:a="http://schemas.openxmlformats.org/drawingml/2006/main" r:embed="R5ca3cea065154bc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43" name="narrative-number">
            <a:extLst xmlns:a="http://schemas.openxmlformats.org/drawingml/2006/main">
              <a:ext uri="{FF2B5EF4-FFF2-40B4-BE49-F238E27FC236}">
                <a16:creationId xmlns:a16="http://schemas.microsoft.com/office/drawing/2014/main" id="{14C40A4F-BC3C-4A95-8B23-BCB7F525C16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476579226"/>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4" name="!!area-name">
            <a:extLst xmlns:a="http://schemas.openxmlformats.org/drawingml/2006/main">
              <a:ext uri="{FF2B5EF4-FFF2-40B4-BE49-F238E27FC236}">
                <a16:creationId xmlns:a16="http://schemas.microsoft.com/office/drawing/2014/main" id="{F9A789F0-A8E2-4084-8939-759518618B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59" name="mini-map"/>
          <p:cNvPicPr>
            <a:picLocks xmlns:a="http://schemas.openxmlformats.org/drawingml/2006/main" noChangeAspect="1"/>
          </p:cNvPicPr>
          <p:nvPr/>
        </p:nvPicPr>
        <p:blipFill>
          <a:blip xmlns:r="http://schemas.openxmlformats.org/officeDocument/2006/relationships" xmlns:a="http://schemas.openxmlformats.org/drawingml/2006/main" r:embed="Rbeed93dbdc4b425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6" name="slide-title">
            <a:extLst xmlns:a="http://schemas.openxmlformats.org/drawingml/2006/main">
              <a:ext uri="{FF2B5EF4-FFF2-40B4-BE49-F238E27FC236}">
                <a16:creationId xmlns:a16="http://schemas.microsoft.com/office/drawing/2014/main" id="{576CE03F-AAEF-49A5-B725-17C15F732A2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47" name="header-divider">
            <a:extLst xmlns:a="http://schemas.openxmlformats.org/drawingml/2006/main">
              <a:ext uri="{FF2B5EF4-FFF2-40B4-BE49-F238E27FC236}">
                <a16:creationId xmlns:a16="http://schemas.microsoft.com/office/drawing/2014/main" id="{F7023251-3DCE-464C-819D-BBE81862A6A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8" name="16-text-1">
            <a:extLst xmlns:a="http://schemas.openxmlformats.org/drawingml/2006/main">
              <a:ext uri="{FF2B5EF4-FFF2-40B4-BE49-F238E27FC236}">
                <a16:creationId xmlns:a16="http://schemas.microsoft.com/office/drawing/2014/main" id="{10FAE479-D069-41C1-8AD7-9DF5CC88EC8E}"/>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49" name="16-text-2">
            <a:extLst xmlns:a="http://schemas.openxmlformats.org/drawingml/2006/main">
              <a:ext uri="{FF2B5EF4-FFF2-40B4-BE49-F238E27FC236}">
                <a16:creationId xmlns:a16="http://schemas.microsoft.com/office/drawing/2014/main" id="{D0625A69-8AE6-4AAE-BF9C-4499DD900A10}"/>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50" name="16-text-3">
            <a:extLst xmlns:a="http://schemas.openxmlformats.org/drawingml/2006/main">
              <a:ext uri="{FF2B5EF4-FFF2-40B4-BE49-F238E27FC236}">
                <a16:creationId xmlns:a16="http://schemas.microsoft.com/office/drawing/2014/main" id="{3C878C57-AFC2-4A24-9463-439A11B5A4AE}"/>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51" name="16-text-4">
            <a:extLst xmlns:a="http://schemas.openxmlformats.org/drawingml/2006/main">
              <a:ext uri="{FF2B5EF4-FFF2-40B4-BE49-F238E27FC236}">
                <a16:creationId xmlns:a16="http://schemas.microsoft.com/office/drawing/2014/main" id="{13033231-24D4-4D6C-BF52-C5DCF78C370F}"/>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52" name="working-context-boundary">
            <a:extLst xmlns:a="http://schemas.openxmlformats.org/drawingml/2006/main">
              <a:ext uri="{FF2B5EF4-FFF2-40B4-BE49-F238E27FC236}">
                <a16:creationId xmlns:a16="http://schemas.microsoft.com/office/drawing/2014/main" id="{813AB6AF-1371-4564-9FA1-49F7C43580AF}"/>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53" name="16-text-5">
            <a:extLst xmlns:a="http://schemas.openxmlformats.org/drawingml/2006/main">
              <a:ext uri="{FF2B5EF4-FFF2-40B4-BE49-F238E27FC236}">
                <a16:creationId xmlns:a16="http://schemas.microsoft.com/office/drawing/2014/main" id="{EDA13842-CE7C-4856-BAAC-AD58D8DE6E5D}"/>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54" name="16-text-6">
            <a:extLst xmlns:a="http://schemas.openxmlformats.org/drawingml/2006/main">
              <a:ext uri="{FF2B5EF4-FFF2-40B4-BE49-F238E27FC236}">
                <a16:creationId xmlns:a16="http://schemas.microsoft.com/office/drawing/2014/main" id="{8276B488-B996-4EDB-89CC-8B43B1D0E9A7}"/>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55" name="16-line-8">
            <a:extLst xmlns:a="http://schemas.openxmlformats.org/drawingml/2006/main">
              <a:ext uri="{FF2B5EF4-FFF2-40B4-BE49-F238E27FC236}">
                <a16:creationId xmlns:a16="http://schemas.microsoft.com/office/drawing/2014/main" id="{BFF2BAE4-A0C4-4236-8587-BC973C233CA0}"/>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6" name="16-line-10">
            <a:extLst xmlns:a="http://schemas.openxmlformats.org/drawingml/2006/main">
              <a:ext uri="{FF2B5EF4-FFF2-40B4-BE49-F238E27FC236}">
                <a16:creationId xmlns:a16="http://schemas.microsoft.com/office/drawing/2014/main" id="{7A5E9BD6-0BCB-42CB-A433-85097B49D307}"/>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7" name="narrative-number">
            <a:extLst xmlns:a="http://schemas.openxmlformats.org/drawingml/2006/main">
              <a:ext uri="{FF2B5EF4-FFF2-40B4-BE49-F238E27FC236}">
                <a16:creationId xmlns:a16="http://schemas.microsoft.com/office/drawing/2014/main" id="{7B08B7FC-96D3-4BCD-A7E4-75F59EEA76A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365733514"/>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D4581100-4ACA-4AD1-B5C1-F07CD7032CD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6dfd2239a11d40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8D3B88F2-09C3-48CE-894A-A3974363C7E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61" name="header-divider">
            <a:extLst xmlns:a="http://schemas.openxmlformats.org/drawingml/2006/main">
              <a:ext uri="{FF2B5EF4-FFF2-40B4-BE49-F238E27FC236}">
                <a16:creationId xmlns:a16="http://schemas.microsoft.com/office/drawing/2014/main" id="{B566D4CC-84FA-4280-B932-8701169854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17-text-1">
            <a:extLst xmlns:a="http://schemas.openxmlformats.org/drawingml/2006/main">
              <a:ext uri="{FF2B5EF4-FFF2-40B4-BE49-F238E27FC236}">
                <a16:creationId xmlns:a16="http://schemas.microsoft.com/office/drawing/2014/main" id="{25EFF05A-C633-4315-A034-45309CF1E038}"/>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63" name="17-text-2">
            <a:extLst xmlns:a="http://schemas.openxmlformats.org/drawingml/2006/main">
              <a:ext uri="{FF2B5EF4-FFF2-40B4-BE49-F238E27FC236}">
                <a16:creationId xmlns:a16="http://schemas.microsoft.com/office/drawing/2014/main" id="{C14294F7-E7DA-46ED-AD62-71637C4E2ECE}"/>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64" name="17-text-3">
            <a:extLst xmlns:a="http://schemas.openxmlformats.org/drawingml/2006/main">
              <a:ext uri="{FF2B5EF4-FFF2-40B4-BE49-F238E27FC236}">
                <a16:creationId xmlns:a16="http://schemas.microsoft.com/office/drawing/2014/main" id="{5591B2F4-DA40-4041-A788-AF4B83FC3583}"/>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5" name="17-text-4">
            <a:extLst xmlns:a="http://schemas.openxmlformats.org/drawingml/2006/main">
              <a:ext uri="{FF2B5EF4-FFF2-40B4-BE49-F238E27FC236}">
                <a16:creationId xmlns:a16="http://schemas.microsoft.com/office/drawing/2014/main" id="{8120A6D2-FAA5-44FF-B34A-6D90CBB4FFF6}"/>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66" name="17-text-5">
            <a:extLst xmlns:a="http://schemas.openxmlformats.org/drawingml/2006/main">
              <a:ext uri="{FF2B5EF4-FFF2-40B4-BE49-F238E27FC236}">
                <a16:creationId xmlns:a16="http://schemas.microsoft.com/office/drawing/2014/main" id="{F3C0B479-10A2-4F62-93FD-C91091BC72D3}"/>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67" name="17-text-6">
            <a:extLst xmlns:a="http://schemas.openxmlformats.org/drawingml/2006/main">
              <a:ext uri="{FF2B5EF4-FFF2-40B4-BE49-F238E27FC236}">
                <a16:creationId xmlns:a16="http://schemas.microsoft.com/office/drawing/2014/main" id="{E74B0B54-C659-4DAC-A681-CE8379F66A6B}"/>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68" name="17-line-8">
            <a:extLst xmlns:a="http://schemas.openxmlformats.org/drawingml/2006/main">
              <a:ext uri="{FF2B5EF4-FFF2-40B4-BE49-F238E27FC236}">
                <a16:creationId xmlns:a16="http://schemas.microsoft.com/office/drawing/2014/main" id="{334289BA-B2F9-435B-A42B-49A6246E059C}"/>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69" name="17-line-10">
            <a:extLst xmlns:a="http://schemas.openxmlformats.org/drawingml/2006/main">
              <a:ext uri="{FF2B5EF4-FFF2-40B4-BE49-F238E27FC236}">
                <a16:creationId xmlns:a16="http://schemas.microsoft.com/office/drawing/2014/main" id="{601802C7-1DAB-436A-B93F-A21C0770F4F6}"/>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0" name="17-line-12">
            <a:extLst xmlns:a="http://schemas.openxmlformats.org/drawingml/2006/main">
              <a:ext uri="{FF2B5EF4-FFF2-40B4-BE49-F238E27FC236}">
                <a16:creationId xmlns:a16="http://schemas.microsoft.com/office/drawing/2014/main" id="{3A304944-1977-4D29-8A76-672D7C6D569A}"/>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1" name="17-text-13">
            <a:extLst xmlns:a="http://schemas.openxmlformats.org/drawingml/2006/main">
              <a:ext uri="{FF2B5EF4-FFF2-40B4-BE49-F238E27FC236}">
                <a16:creationId xmlns:a16="http://schemas.microsoft.com/office/drawing/2014/main" id="{13456457-3218-4E28-93E7-815F6D833BD2}"/>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72" name="17-text-14">
            <a:extLst xmlns:a="http://schemas.openxmlformats.org/drawingml/2006/main">
              <a:ext uri="{FF2B5EF4-FFF2-40B4-BE49-F238E27FC236}">
                <a16:creationId xmlns:a16="http://schemas.microsoft.com/office/drawing/2014/main" id="{D5403114-0C35-4B64-8CFA-E6B5D5546A6C}"/>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73" name="17-text-15">
            <a:extLst xmlns:a="http://schemas.openxmlformats.org/drawingml/2006/main">
              <a:ext uri="{FF2B5EF4-FFF2-40B4-BE49-F238E27FC236}">
                <a16:creationId xmlns:a16="http://schemas.microsoft.com/office/drawing/2014/main" id="{73FAA406-4B94-4668-80A0-293CB5021205}"/>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74" name="17-text-16">
            <a:extLst xmlns:a="http://schemas.openxmlformats.org/drawingml/2006/main">
              <a:ext uri="{FF2B5EF4-FFF2-40B4-BE49-F238E27FC236}">
                <a16:creationId xmlns:a16="http://schemas.microsoft.com/office/drawing/2014/main" id="{4CE479CD-4C3B-4159-8F8F-FC349D4E7A7C}"/>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75" name="17-text-17">
            <a:extLst xmlns:a="http://schemas.openxmlformats.org/drawingml/2006/main">
              <a:ext uri="{FF2B5EF4-FFF2-40B4-BE49-F238E27FC236}">
                <a16:creationId xmlns:a16="http://schemas.microsoft.com/office/drawing/2014/main" id="{9B2680E2-5574-49F4-B87C-435407003858}"/>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76" name="narrative-number">
            <a:extLst xmlns:a="http://schemas.openxmlformats.org/drawingml/2006/main">
              <a:ext uri="{FF2B5EF4-FFF2-40B4-BE49-F238E27FC236}">
                <a16:creationId xmlns:a16="http://schemas.microsoft.com/office/drawing/2014/main" id="{2CC89E8A-12A5-4482-B899-ACF8CEA9CA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572212908"/>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name">
            <a:extLst xmlns:a="http://schemas.openxmlformats.org/drawingml/2006/main">
              <a:ext uri="{FF2B5EF4-FFF2-40B4-BE49-F238E27FC236}">
                <a16:creationId xmlns:a16="http://schemas.microsoft.com/office/drawing/2014/main" id="{80AE7494-FB8E-4EE8-ADE8-05FD8E6D6CB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191" name="mini-map"/>
          <p:cNvPicPr>
            <a:picLocks xmlns:a="http://schemas.openxmlformats.org/drawingml/2006/main" noChangeAspect="1"/>
          </p:cNvPicPr>
          <p:nvPr/>
        </p:nvPicPr>
        <p:blipFill>
          <a:blip xmlns:r="http://schemas.openxmlformats.org/officeDocument/2006/relationships" xmlns:a="http://schemas.openxmlformats.org/drawingml/2006/main" r:embed="R39a7e5807aa748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9" name="slide-title">
            <a:extLst xmlns:a="http://schemas.openxmlformats.org/drawingml/2006/main">
              <a:ext uri="{FF2B5EF4-FFF2-40B4-BE49-F238E27FC236}">
                <a16:creationId xmlns:a16="http://schemas.microsoft.com/office/drawing/2014/main" id="{FA422AE6-BD4A-4CFE-B269-825E291A468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80" name="header-divider">
            <a:extLst xmlns:a="http://schemas.openxmlformats.org/drawingml/2006/main">
              <a:ext uri="{FF2B5EF4-FFF2-40B4-BE49-F238E27FC236}">
                <a16:creationId xmlns:a16="http://schemas.microsoft.com/office/drawing/2014/main" id="{03C7F4AA-6FB7-45D9-B731-7F4A659D3D4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18-text-1">
            <a:extLst xmlns:a="http://schemas.openxmlformats.org/drawingml/2006/main">
              <a:ext uri="{FF2B5EF4-FFF2-40B4-BE49-F238E27FC236}">
                <a16:creationId xmlns:a16="http://schemas.microsoft.com/office/drawing/2014/main" id="{5FC6DA5F-2ADA-4131-A8CE-132969EAC7D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82" name="18-text-2">
            <a:extLst xmlns:a="http://schemas.openxmlformats.org/drawingml/2006/main">
              <a:ext uri="{FF2B5EF4-FFF2-40B4-BE49-F238E27FC236}">
                <a16:creationId xmlns:a16="http://schemas.microsoft.com/office/drawing/2014/main" id="{8D112218-AFEA-4373-A2F7-50A484DD0B7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83" name="18-text-3">
            <a:extLst xmlns:a="http://schemas.openxmlformats.org/drawingml/2006/main">
              <a:ext uri="{FF2B5EF4-FFF2-40B4-BE49-F238E27FC236}">
                <a16:creationId xmlns:a16="http://schemas.microsoft.com/office/drawing/2014/main" id="{FE31771D-AF5C-47DA-A7D5-E564C574889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84" name="18-text-4">
            <a:extLst xmlns:a="http://schemas.openxmlformats.org/drawingml/2006/main">
              <a:ext uri="{FF2B5EF4-FFF2-40B4-BE49-F238E27FC236}">
                <a16:creationId xmlns:a16="http://schemas.microsoft.com/office/drawing/2014/main" id="{BF52D3BA-C809-4F60-98F2-C50C6D23467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85" name="18-text-5">
            <a:extLst xmlns:a="http://schemas.openxmlformats.org/drawingml/2006/main">
              <a:ext uri="{FF2B5EF4-FFF2-40B4-BE49-F238E27FC236}">
                <a16:creationId xmlns:a16="http://schemas.microsoft.com/office/drawing/2014/main" id="{7DE109F1-A98F-4851-881A-6278CC24DF7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6" name="18-text-6">
            <a:extLst xmlns:a="http://schemas.openxmlformats.org/drawingml/2006/main">
              <a:ext uri="{FF2B5EF4-FFF2-40B4-BE49-F238E27FC236}">
                <a16:creationId xmlns:a16="http://schemas.microsoft.com/office/drawing/2014/main" id="{7B2BE394-80FE-4576-A19C-FCB2E6DD2F5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87" name="18-text-7">
            <a:extLst xmlns:a="http://schemas.openxmlformats.org/drawingml/2006/main">
              <a:ext uri="{FF2B5EF4-FFF2-40B4-BE49-F238E27FC236}">
                <a16:creationId xmlns:a16="http://schemas.microsoft.com/office/drawing/2014/main" id="{68805428-2CDF-4EE7-90A0-E26F975CF4F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88" name="18-text-8">
            <a:extLst xmlns:a="http://schemas.openxmlformats.org/drawingml/2006/main">
              <a:ext uri="{FF2B5EF4-FFF2-40B4-BE49-F238E27FC236}">
                <a16:creationId xmlns:a16="http://schemas.microsoft.com/office/drawing/2014/main" id="{733E6D2A-1347-48BB-B0B7-983C12D0842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89" name="narrative-number">
            <a:extLst xmlns:a="http://schemas.openxmlformats.org/drawingml/2006/main">
              <a:ext uri="{FF2B5EF4-FFF2-40B4-BE49-F238E27FC236}">
                <a16:creationId xmlns:a16="http://schemas.microsoft.com/office/drawing/2014/main" id="{F6D391AA-836E-410D-B477-969208E6AE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497007315"/>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0" name="!!area-name">
            <a:extLst xmlns:a="http://schemas.openxmlformats.org/drawingml/2006/main">
              <a:ext uri="{FF2B5EF4-FFF2-40B4-BE49-F238E27FC236}">
                <a16:creationId xmlns:a16="http://schemas.microsoft.com/office/drawing/2014/main" id="{36B3DE60-4B13-400E-BDF0-66155F9B233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f3bb45106538482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2" name="slide-title">
            <a:extLst xmlns:a="http://schemas.openxmlformats.org/drawingml/2006/main">
              <a:ext uri="{FF2B5EF4-FFF2-40B4-BE49-F238E27FC236}">
                <a16:creationId xmlns:a16="http://schemas.microsoft.com/office/drawing/2014/main" id="{77ABF603-8538-4263-8BCA-C00F36F6A8C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93" name="header-divider">
            <a:extLst xmlns:a="http://schemas.openxmlformats.org/drawingml/2006/main">
              <a:ext uri="{FF2B5EF4-FFF2-40B4-BE49-F238E27FC236}">
                <a16:creationId xmlns:a16="http://schemas.microsoft.com/office/drawing/2014/main" id="{F2160A3B-7B93-46B8-8C3B-DFC50EDE3EA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4" name="19-text-1">
            <a:extLst xmlns:a="http://schemas.openxmlformats.org/drawingml/2006/main">
              <a:ext uri="{FF2B5EF4-FFF2-40B4-BE49-F238E27FC236}">
                <a16:creationId xmlns:a16="http://schemas.microsoft.com/office/drawing/2014/main" id="{D9C44EE2-4A8C-4543-B803-36AAD080F25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195" name="19-text-2">
            <a:extLst xmlns:a="http://schemas.openxmlformats.org/drawingml/2006/main">
              <a:ext uri="{FF2B5EF4-FFF2-40B4-BE49-F238E27FC236}">
                <a16:creationId xmlns:a16="http://schemas.microsoft.com/office/drawing/2014/main" id="{28E226B8-E08D-41BA-81A3-89615ACAAE3B}"/>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96" name="19-text-3">
            <a:extLst xmlns:a="http://schemas.openxmlformats.org/drawingml/2006/main">
              <a:ext uri="{FF2B5EF4-FFF2-40B4-BE49-F238E27FC236}">
                <a16:creationId xmlns:a16="http://schemas.microsoft.com/office/drawing/2014/main" id="{45E9888B-6EC8-4E21-8EE1-A5072DCA36B9}"/>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97" name="19-text-4">
            <a:extLst xmlns:a="http://schemas.openxmlformats.org/drawingml/2006/main">
              <a:ext uri="{FF2B5EF4-FFF2-40B4-BE49-F238E27FC236}">
                <a16:creationId xmlns:a16="http://schemas.microsoft.com/office/drawing/2014/main" id="{F07E0FDA-D403-4290-B3F8-234D2D81EB41}"/>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198" name="19-text-5">
            <a:extLst xmlns:a="http://schemas.openxmlformats.org/drawingml/2006/main">
              <a:ext uri="{FF2B5EF4-FFF2-40B4-BE49-F238E27FC236}">
                <a16:creationId xmlns:a16="http://schemas.microsoft.com/office/drawing/2014/main" id="{58E438CC-F3CF-428E-9E32-88EE17C16524}"/>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99" name="19-text-6">
            <a:extLst xmlns:a="http://schemas.openxmlformats.org/drawingml/2006/main">
              <a:ext uri="{FF2B5EF4-FFF2-40B4-BE49-F238E27FC236}">
                <a16:creationId xmlns:a16="http://schemas.microsoft.com/office/drawing/2014/main" id="{143CFF76-9864-4835-8132-5C8698E12223}"/>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00" name="19-text-7">
            <a:extLst xmlns:a="http://schemas.openxmlformats.org/drawingml/2006/main">
              <a:ext uri="{FF2B5EF4-FFF2-40B4-BE49-F238E27FC236}">
                <a16:creationId xmlns:a16="http://schemas.microsoft.com/office/drawing/2014/main" id="{F4A45C2C-D560-408D-A0E5-E3E279C38EBE}"/>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01" name="19-text-8">
            <a:extLst xmlns:a="http://schemas.openxmlformats.org/drawingml/2006/main">
              <a:ext uri="{FF2B5EF4-FFF2-40B4-BE49-F238E27FC236}">
                <a16:creationId xmlns:a16="http://schemas.microsoft.com/office/drawing/2014/main" id="{3D6FB22E-EF7F-48AF-9B57-43690E7E5ED2}"/>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02" name="19-text-9">
            <a:extLst xmlns:a="http://schemas.openxmlformats.org/drawingml/2006/main">
              <a:ext uri="{FF2B5EF4-FFF2-40B4-BE49-F238E27FC236}">
                <a16:creationId xmlns:a16="http://schemas.microsoft.com/office/drawing/2014/main" id="{7EAEA3A2-A53F-4A41-A5EA-918B719979AA}"/>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03" name="19-text-10">
            <a:extLst xmlns:a="http://schemas.openxmlformats.org/drawingml/2006/main">
              <a:ext uri="{FF2B5EF4-FFF2-40B4-BE49-F238E27FC236}">
                <a16:creationId xmlns:a16="http://schemas.microsoft.com/office/drawing/2014/main" id="{AF1F782C-6596-47D6-801D-A9C41F14FDF5}"/>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04" name="19-text-11">
            <a:extLst xmlns:a="http://schemas.openxmlformats.org/drawingml/2006/main">
              <a:ext uri="{FF2B5EF4-FFF2-40B4-BE49-F238E27FC236}">
                <a16:creationId xmlns:a16="http://schemas.microsoft.com/office/drawing/2014/main" id="{BAC3C1FC-A508-4E32-A3F3-806D7A6D6F9D}"/>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05" name="narrative-number">
            <a:extLst xmlns:a="http://schemas.openxmlformats.org/drawingml/2006/main">
              <a:ext uri="{FF2B5EF4-FFF2-40B4-BE49-F238E27FC236}">
                <a16:creationId xmlns:a16="http://schemas.microsoft.com/office/drawing/2014/main" id="{4CEE99B9-3763-47EA-9EDE-5064965318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334727064"/>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89EDA23C-9C13-40C6-BA55-31C3A0C9949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15" name="mini-map"/>
          <p:cNvPicPr>
            <a:picLocks xmlns:a="http://schemas.openxmlformats.org/drawingml/2006/main" noChangeAspect="1"/>
          </p:cNvPicPr>
          <p:nvPr/>
        </p:nvPicPr>
        <p:blipFill>
          <a:blip xmlns:r="http://schemas.openxmlformats.org/officeDocument/2006/relationships" xmlns:a="http://schemas.openxmlformats.org/drawingml/2006/main" r:embed="Re50530f95a1a41f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header-divider">
            <a:extLst xmlns:a="http://schemas.openxmlformats.org/drawingml/2006/main">
              <a:ext uri="{FF2B5EF4-FFF2-40B4-BE49-F238E27FC236}">
                <a16:creationId xmlns:a16="http://schemas.microsoft.com/office/drawing/2014/main" id="{80097F34-722D-4AA8-9EA8-0FEE45D18FA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9" name="20-text-1">
            <a:extLst xmlns:a="http://schemas.openxmlformats.org/drawingml/2006/main">
              <a:ext uri="{FF2B5EF4-FFF2-40B4-BE49-F238E27FC236}">
                <a16:creationId xmlns:a16="http://schemas.microsoft.com/office/drawing/2014/main" id="{5FB0CAA6-692D-4E55-8608-9F6D9EF616A4}"/>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0" name="20-text-2">
            <a:extLst xmlns:a="http://schemas.openxmlformats.org/drawingml/2006/main">
              <a:ext uri="{FF2B5EF4-FFF2-40B4-BE49-F238E27FC236}">
                <a16:creationId xmlns:a16="http://schemas.microsoft.com/office/drawing/2014/main" id="{36F9F2C7-7253-4898-9ABE-5B3AC51109E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11" name="20-text-3">
            <a:extLst xmlns:a="http://schemas.openxmlformats.org/drawingml/2006/main">
              <a:ext uri="{FF2B5EF4-FFF2-40B4-BE49-F238E27FC236}">
                <a16:creationId xmlns:a16="http://schemas.microsoft.com/office/drawing/2014/main" id="{9536EF84-3835-42AB-B809-E151DF9E4EB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0" name="20-image-4"/>
          <p:cNvPicPr>
            <a:picLocks xmlns:a="http://schemas.openxmlformats.org/drawingml/2006/main" noChangeAspect="1"/>
          </p:cNvPicPr>
          <p:nvPr/>
        </p:nvPicPr>
        <p:blipFill>
          <a:blip xmlns:r="http://schemas.openxmlformats.org/officeDocument/2006/relationships" xmlns:a="http://schemas.openxmlformats.org/drawingml/2006/main" r:embed="R4608f2b61aba462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13" name="narrative-number">
            <a:extLst xmlns:a="http://schemas.openxmlformats.org/drawingml/2006/main">
              <a:ext uri="{FF2B5EF4-FFF2-40B4-BE49-F238E27FC236}">
                <a16:creationId xmlns:a16="http://schemas.microsoft.com/office/drawing/2014/main" id="{3B725626-625B-4720-90B1-065673CFA34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996334959"/>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4" name="!!area-name">
            <a:extLst xmlns:a="http://schemas.openxmlformats.org/drawingml/2006/main">
              <a:ext uri="{FF2B5EF4-FFF2-40B4-BE49-F238E27FC236}">
                <a16:creationId xmlns:a16="http://schemas.microsoft.com/office/drawing/2014/main" id="{EF2744B8-0EFB-4BD5-9F38-B7E01D1412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What and why</a:t>
            </a:r>
          </a:p>
        </p:txBody>
      </p:sp>
      <p:pic>
        <p:nvPicPr>
          <p:cNvPr id="224" name="mini-map"/>
          <p:cNvPicPr>
            <a:picLocks xmlns:a="http://schemas.openxmlformats.org/drawingml/2006/main" noChangeAspect="1"/>
          </p:cNvPicPr>
          <p:nvPr/>
        </p:nvPicPr>
        <p:blipFill>
          <a:blip xmlns:r="http://schemas.openxmlformats.org/officeDocument/2006/relationships" xmlns:a="http://schemas.openxmlformats.org/drawingml/2006/main" r:embed="Rd54126e42722449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6" name="slide-title">
            <a:extLst xmlns:a="http://schemas.openxmlformats.org/drawingml/2006/main">
              <a:ext uri="{FF2B5EF4-FFF2-40B4-BE49-F238E27FC236}">
                <a16:creationId xmlns:a16="http://schemas.microsoft.com/office/drawing/2014/main" id="{2B3BD8DD-5C37-4300-BF0F-F99D7B13B56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217" name="header-divider">
            <a:extLst xmlns:a="http://schemas.openxmlformats.org/drawingml/2006/main">
              <a:ext uri="{FF2B5EF4-FFF2-40B4-BE49-F238E27FC236}">
                <a16:creationId xmlns:a16="http://schemas.microsoft.com/office/drawing/2014/main" id="{BC9C59C2-0875-4901-9974-DC3BBCAE167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1-text-1">
            <a:extLst xmlns:a="http://schemas.openxmlformats.org/drawingml/2006/main">
              <a:ext uri="{FF2B5EF4-FFF2-40B4-BE49-F238E27FC236}">
                <a16:creationId xmlns:a16="http://schemas.microsoft.com/office/drawing/2014/main" id="{649E7378-D049-4865-8702-2DE090E7F722}"/>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19" name="21-text-2">
            <a:extLst xmlns:a="http://schemas.openxmlformats.org/drawingml/2006/main">
              <a:ext uri="{FF2B5EF4-FFF2-40B4-BE49-F238E27FC236}">
                <a16:creationId xmlns:a16="http://schemas.microsoft.com/office/drawing/2014/main" id="{29292AA9-D6CA-4FD1-ABE8-A5F6E5A144E4}"/>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220" name="21-text-3">
            <a:extLst xmlns:a="http://schemas.openxmlformats.org/drawingml/2006/main">
              <a:ext uri="{FF2B5EF4-FFF2-40B4-BE49-F238E27FC236}">
                <a16:creationId xmlns:a16="http://schemas.microsoft.com/office/drawing/2014/main" id="{520096ED-C39D-48E9-AD1B-9F001396E43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21" name="21-text-4">
            <a:extLst xmlns:a="http://schemas.openxmlformats.org/drawingml/2006/main">
              <a:ext uri="{FF2B5EF4-FFF2-40B4-BE49-F238E27FC236}">
                <a16:creationId xmlns:a16="http://schemas.microsoft.com/office/drawing/2014/main" id="{9AD669FB-BF1A-425D-9551-C4AB8960FC73}"/>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222" name="narrative-number">
            <a:extLst xmlns:a="http://schemas.openxmlformats.org/drawingml/2006/main">
              <a:ext uri="{FF2B5EF4-FFF2-40B4-BE49-F238E27FC236}">
                <a16:creationId xmlns:a16="http://schemas.microsoft.com/office/drawing/2014/main" id="{35C2F7FA-108A-48A8-87DB-952E2F261E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418512787"/>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3" name="!!area-name">
            <a:extLst xmlns:a="http://schemas.openxmlformats.org/drawingml/2006/main">
              <a:ext uri="{FF2B5EF4-FFF2-40B4-BE49-F238E27FC236}">
                <a16:creationId xmlns:a16="http://schemas.microsoft.com/office/drawing/2014/main" id="{D165A122-D264-43E2-BC1A-07895DED05F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35" name="mini-map"/>
          <p:cNvPicPr>
            <a:picLocks xmlns:a="http://schemas.openxmlformats.org/drawingml/2006/main" noChangeAspect="1"/>
          </p:cNvPicPr>
          <p:nvPr/>
        </p:nvPicPr>
        <p:blipFill>
          <a:blip xmlns:r="http://schemas.openxmlformats.org/officeDocument/2006/relationships" xmlns:a="http://schemas.openxmlformats.org/drawingml/2006/main" r:embed="Rd4df9ab33bab493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5" name="slide-title">
            <a:extLst xmlns:a="http://schemas.openxmlformats.org/drawingml/2006/main">
              <a:ext uri="{FF2B5EF4-FFF2-40B4-BE49-F238E27FC236}">
                <a16:creationId xmlns:a16="http://schemas.microsoft.com/office/drawing/2014/main" id="{150C3122-DF1E-45F8-A795-A2F400189FA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226" name="header-divider">
            <a:extLst xmlns:a="http://schemas.openxmlformats.org/drawingml/2006/main">
              <a:ext uri="{FF2B5EF4-FFF2-40B4-BE49-F238E27FC236}">
                <a16:creationId xmlns:a16="http://schemas.microsoft.com/office/drawing/2014/main" id="{800A3C10-8DC5-47EA-838F-B70A4098D3C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7" name="22-text-1">
            <a:extLst xmlns:a="http://schemas.openxmlformats.org/drawingml/2006/main">
              <a:ext uri="{FF2B5EF4-FFF2-40B4-BE49-F238E27FC236}">
                <a16:creationId xmlns:a16="http://schemas.microsoft.com/office/drawing/2014/main" id="{8B5A2AE4-B8E4-4612-A82B-DC1E8D46904C}"/>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228" name="22-text-2">
            <a:extLst xmlns:a="http://schemas.openxmlformats.org/drawingml/2006/main">
              <a:ext uri="{FF2B5EF4-FFF2-40B4-BE49-F238E27FC236}">
                <a16:creationId xmlns:a16="http://schemas.microsoft.com/office/drawing/2014/main" id="{F023A39D-2F71-4663-99B6-DEF1A89765B1}"/>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229" name="22-text-3">
            <a:extLst xmlns:a="http://schemas.openxmlformats.org/drawingml/2006/main">
              <a:ext uri="{FF2B5EF4-FFF2-40B4-BE49-F238E27FC236}">
                <a16:creationId xmlns:a16="http://schemas.microsoft.com/office/drawing/2014/main" id="{20CA8DE5-5CFA-4DAA-9716-B675A7EA218A}"/>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230" name="22-text-4">
            <a:extLst xmlns:a="http://schemas.openxmlformats.org/drawingml/2006/main">
              <a:ext uri="{FF2B5EF4-FFF2-40B4-BE49-F238E27FC236}">
                <a16:creationId xmlns:a16="http://schemas.microsoft.com/office/drawing/2014/main" id="{9BBEA290-0052-433E-9222-4FE0A7FBEB26}"/>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231" name="22-text-5">
            <a:extLst xmlns:a="http://schemas.openxmlformats.org/drawingml/2006/main">
              <a:ext uri="{FF2B5EF4-FFF2-40B4-BE49-F238E27FC236}">
                <a16:creationId xmlns:a16="http://schemas.microsoft.com/office/drawing/2014/main" id="{8760D0FF-6573-4381-A9EB-1D5D2A7A3B9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232" name="22-text-6">
            <a:extLst xmlns:a="http://schemas.openxmlformats.org/drawingml/2006/main">
              <a:ext uri="{FF2B5EF4-FFF2-40B4-BE49-F238E27FC236}">
                <a16:creationId xmlns:a16="http://schemas.microsoft.com/office/drawing/2014/main" id="{52C8653D-EA76-4CED-8574-302EA266C387}"/>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233" name="narrative-number">
            <a:extLst xmlns:a="http://schemas.openxmlformats.org/drawingml/2006/main">
              <a:ext uri="{FF2B5EF4-FFF2-40B4-BE49-F238E27FC236}">
                <a16:creationId xmlns:a16="http://schemas.microsoft.com/office/drawing/2014/main" id="{418F61EE-6437-4A10-AD77-11383564B6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699470924"/>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4" name="!!area-name">
            <a:extLst xmlns:a="http://schemas.openxmlformats.org/drawingml/2006/main">
              <a:ext uri="{FF2B5EF4-FFF2-40B4-BE49-F238E27FC236}">
                <a16:creationId xmlns:a16="http://schemas.microsoft.com/office/drawing/2014/main" id="{2414EC02-95BB-4A9E-857C-A42979B2B90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48" name="mini-map"/>
          <p:cNvPicPr>
            <a:picLocks xmlns:a="http://schemas.openxmlformats.org/drawingml/2006/main" noChangeAspect="1"/>
          </p:cNvPicPr>
          <p:nvPr/>
        </p:nvPicPr>
        <p:blipFill>
          <a:blip xmlns:r="http://schemas.openxmlformats.org/officeDocument/2006/relationships" xmlns:a="http://schemas.openxmlformats.org/drawingml/2006/main" r:embed="R97a6dc8707e14ed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6" name="slide-title">
            <a:extLst xmlns:a="http://schemas.openxmlformats.org/drawingml/2006/main">
              <a:ext uri="{FF2B5EF4-FFF2-40B4-BE49-F238E27FC236}">
                <a16:creationId xmlns:a16="http://schemas.microsoft.com/office/drawing/2014/main" id="{BDDE717A-5E30-4176-8BCF-F30BCF3EE4E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37" name="header-divider">
            <a:extLst xmlns:a="http://schemas.openxmlformats.org/drawingml/2006/main">
              <a:ext uri="{FF2B5EF4-FFF2-40B4-BE49-F238E27FC236}">
                <a16:creationId xmlns:a16="http://schemas.microsoft.com/office/drawing/2014/main" id="{3F3B6E94-1390-4374-B384-B6C93FC0AB6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8" name="23-text-1">
            <a:extLst xmlns:a="http://schemas.openxmlformats.org/drawingml/2006/main">
              <a:ext uri="{FF2B5EF4-FFF2-40B4-BE49-F238E27FC236}">
                <a16:creationId xmlns:a16="http://schemas.microsoft.com/office/drawing/2014/main" id="{86B7951A-C355-441C-9CB0-94D7182EBBD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39" name="23-text-2">
            <a:extLst xmlns:a="http://schemas.openxmlformats.org/drawingml/2006/main">
              <a:ext uri="{FF2B5EF4-FFF2-40B4-BE49-F238E27FC236}">
                <a16:creationId xmlns:a16="http://schemas.microsoft.com/office/drawing/2014/main" id="{9072DAED-2CFE-4948-B736-4B286C7706B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40" name="23-text-3">
            <a:extLst xmlns:a="http://schemas.openxmlformats.org/drawingml/2006/main">
              <a:ext uri="{FF2B5EF4-FFF2-40B4-BE49-F238E27FC236}">
                <a16:creationId xmlns:a16="http://schemas.microsoft.com/office/drawing/2014/main" id="{97500A26-6D7A-4069-B235-60ABCBC1B93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41" name="23-text-4">
            <a:extLst xmlns:a="http://schemas.openxmlformats.org/drawingml/2006/main">
              <a:ext uri="{FF2B5EF4-FFF2-40B4-BE49-F238E27FC236}">
                <a16:creationId xmlns:a16="http://schemas.microsoft.com/office/drawing/2014/main" id="{B951CB41-EF05-4400-9D41-36DF95147BE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42" name="23-text-5">
            <a:extLst xmlns:a="http://schemas.openxmlformats.org/drawingml/2006/main">
              <a:ext uri="{FF2B5EF4-FFF2-40B4-BE49-F238E27FC236}">
                <a16:creationId xmlns:a16="http://schemas.microsoft.com/office/drawing/2014/main" id="{B5593BAD-A97E-4FCF-9977-C3CFED39B95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43" name="23-text-6">
            <a:extLst xmlns:a="http://schemas.openxmlformats.org/drawingml/2006/main">
              <a:ext uri="{FF2B5EF4-FFF2-40B4-BE49-F238E27FC236}">
                <a16:creationId xmlns:a16="http://schemas.microsoft.com/office/drawing/2014/main" id="{DE6A8246-046E-4FB5-B38E-10288C4738C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44" name="23-text-7">
            <a:extLst xmlns:a="http://schemas.openxmlformats.org/drawingml/2006/main">
              <a:ext uri="{FF2B5EF4-FFF2-40B4-BE49-F238E27FC236}">
                <a16:creationId xmlns:a16="http://schemas.microsoft.com/office/drawing/2014/main" id="{881FC4E6-D070-475D-8E5E-00934709833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45" name="23-text-8">
            <a:extLst xmlns:a="http://schemas.openxmlformats.org/drawingml/2006/main">
              <a:ext uri="{FF2B5EF4-FFF2-40B4-BE49-F238E27FC236}">
                <a16:creationId xmlns:a16="http://schemas.microsoft.com/office/drawing/2014/main" id="{545B56E3-C248-4546-A9AE-3CA36314A4A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46" name="narrative-number">
            <a:extLst xmlns:a="http://schemas.openxmlformats.org/drawingml/2006/main">
              <a:ext uri="{FF2B5EF4-FFF2-40B4-BE49-F238E27FC236}">
                <a16:creationId xmlns:a16="http://schemas.microsoft.com/office/drawing/2014/main" id="{67225157-E86F-44A6-A43D-3D64630DD62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1512560776"/>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7" name="!!area-name">
            <a:extLst xmlns:a="http://schemas.openxmlformats.org/drawingml/2006/main">
              <a:ext uri="{FF2B5EF4-FFF2-40B4-BE49-F238E27FC236}">
                <a16:creationId xmlns:a16="http://schemas.microsoft.com/office/drawing/2014/main" id="{D0A29D32-5EFF-4AEC-8FDC-1668B77F50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55" name="mini-map"/>
          <p:cNvPicPr>
            <a:picLocks xmlns:a="http://schemas.openxmlformats.org/drawingml/2006/main" noChangeAspect="1"/>
          </p:cNvPicPr>
          <p:nvPr/>
        </p:nvPicPr>
        <p:blipFill>
          <a:blip xmlns:r="http://schemas.openxmlformats.org/officeDocument/2006/relationships" xmlns:a="http://schemas.openxmlformats.org/drawingml/2006/main" r:embed="R398a73c370254bf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9" name="slide-title">
            <a:extLst xmlns:a="http://schemas.openxmlformats.org/drawingml/2006/main">
              <a:ext uri="{FF2B5EF4-FFF2-40B4-BE49-F238E27FC236}">
                <a16:creationId xmlns:a16="http://schemas.microsoft.com/office/drawing/2014/main" id="{40BA80B5-D95C-4B2F-AE54-252D1E429F8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50" name="header-divider">
            <a:extLst xmlns:a="http://schemas.openxmlformats.org/drawingml/2006/main">
              <a:ext uri="{FF2B5EF4-FFF2-40B4-BE49-F238E27FC236}">
                <a16:creationId xmlns:a16="http://schemas.microsoft.com/office/drawing/2014/main" id="{D4B50C6A-AA72-4E81-8061-1C52B028CEE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1" name="24-text-1">
            <a:extLst xmlns:a="http://schemas.openxmlformats.org/drawingml/2006/main">
              <a:ext uri="{FF2B5EF4-FFF2-40B4-BE49-F238E27FC236}">
                <a16:creationId xmlns:a16="http://schemas.microsoft.com/office/drawing/2014/main" id="{EA6FDD1B-E80D-41E4-BE48-B49B6E60E2D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59" name="24-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53" name="narrative-number">
            <a:extLst xmlns:a="http://schemas.openxmlformats.org/drawingml/2006/main">
              <a:ext uri="{FF2B5EF4-FFF2-40B4-BE49-F238E27FC236}">
                <a16:creationId xmlns:a16="http://schemas.microsoft.com/office/drawing/2014/main" id="{93D99735-8D3E-4F32-9C3C-160D62C2E9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563633125"/>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4" name="!!area-name">
            <a:extLst xmlns:a="http://schemas.openxmlformats.org/drawingml/2006/main">
              <a:ext uri="{FF2B5EF4-FFF2-40B4-BE49-F238E27FC236}">
                <a16:creationId xmlns:a16="http://schemas.microsoft.com/office/drawing/2014/main" id="{FD8D5A48-680B-4B55-80BA-9294595652B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63" name="mini-map"/>
          <p:cNvPicPr>
            <a:picLocks xmlns:a="http://schemas.openxmlformats.org/drawingml/2006/main" noChangeAspect="1"/>
          </p:cNvPicPr>
          <p:nvPr/>
        </p:nvPicPr>
        <p:blipFill>
          <a:blip xmlns:r="http://schemas.openxmlformats.org/officeDocument/2006/relationships" xmlns:a="http://schemas.openxmlformats.org/drawingml/2006/main" r:embed="Rc89cf7b141e44ad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6" name="header-divider">
            <a:extLst xmlns:a="http://schemas.openxmlformats.org/drawingml/2006/main">
              <a:ext uri="{FF2B5EF4-FFF2-40B4-BE49-F238E27FC236}">
                <a16:creationId xmlns:a16="http://schemas.microsoft.com/office/drawing/2014/main" id="{BF7CE909-FB5F-4C67-B689-7F442DE4E00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7" name="25-text-1">
            <a:extLst xmlns:a="http://schemas.openxmlformats.org/drawingml/2006/main">
              <a:ext uri="{FF2B5EF4-FFF2-40B4-BE49-F238E27FC236}">
                <a16:creationId xmlns:a16="http://schemas.microsoft.com/office/drawing/2014/main" id="{233F7FB7-DFA4-4B41-A926-315B39B6F657}"/>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58" name="25-text-2">
            <a:extLst xmlns:a="http://schemas.openxmlformats.org/drawingml/2006/main">
              <a:ext uri="{FF2B5EF4-FFF2-40B4-BE49-F238E27FC236}">
                <a16:creationId xmlns:a16="http://schemas.microsoft.com/office/drawing/2014/main" id="{8C0E1A6B-2D34-4915-A41C-DCC0431F474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59" name="25-text-3">
            <a:extLst xmlns:a="http://schemas.openxmlformats.org/drawingml/2006/main">
              <a:ext uri="{FF2B5EF4-FFF2-40B4-BE49-F238E27FC236}">
                <a16:creationId xmlns:a16="http://schemas.microsoft.com/office/drawing/2014/main" id="{DB4D73B4-59B8-4344-A8F6-62E52C78739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68" name="25-image-4"/>
          <p:cNvPicPr>
            <a:picLocks xmlns:a="http://schemas.openxmlformats.org/drawingml/2006/main" noChangeAspect="1"/>
          </p:cNvPicPr>
          <p:nvPr/>
        </p:nvPicPr>
        <p:blipFill>
          <a:blip xmlns:r="http://schemas.openxmlformats.org/officeDocument/2006/relationships" xmlns:a="http://schemas.openxmlformats.org/drawingml/2006/main" r:embed="Rd50b6979c019481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61" name="narrative-number">
            <a:extLst xmlns:a="http://schemas.openxmlformats.org/drawingml/2006/main">
              <a:ext uri="{FF2B5EF4-FFF2-40B4-BE49-F238E27FC236}">
                <a16:creationId xmlns:a16="http://schemas.microsoft.com/office/drawing/2014/main" id="{7503A561-138E-4A86-BFD2-4A24825EB2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275806546"/>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2" name="!!area-name">
            <a:extLst xmlns:a="http://schemas.openxmlformats.org/drawingml/2006/main">
              <a:ext uri="{FF2B5EF4-FFF2-40B4-BE49-F238E27FC236}">
                <a16:creationId xmlns:a16="http://schemas.microsoft.com/office/drawing/2014/main" id="{27403AD9-90F0-40DE-A5DA-64DCFDA901E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72" name="mini-map"/>
          <p:cNvPicPr>
            <a:picLocks xmlns:a="http://schemas.openxmlformats.org/drawingml/2006/main" noChangeAspect="1"/>
          </p:cNvPicPr>
          <p:nvPr/>
        </p:nvPicPr>
        <p:blipFill>
          <a:blip xmlns:r="http://schemas.openxmlformats.org/officeDocument/2006/relationships" xmlns:a="http://schemas.openxmlformats.org/drawingml/2006/main" r:embed="R01817528d89745c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4" name="slide-title">
            <a:extLst xmlns:a="http://schemas.openxmlformats.org/drawingml/2006/main">
              <a:ext uri="{FF2B5EF4-FFF2-40B4-BE49-F238E27FC236}">
                <a16:creationId xmlns:a16="http://schemas.microsoft.com/office/drawing/2014/main" id="{9D9627DE-2B48-45C9-AC50-D54BFEA6ED5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65" name="header-divider">
            <a:extLst xmlns:a="http://schemas.openxmlformats.org/drawingml/2006/main">
              <a:ext uri="{FF2B5EF4-FFF2-40B4-BE49-F238E27FC236}">
                <a16:creationId xmlns:a16="http://schemas.microsoft.com/office/drawing/2014/main" id="{6031F030-D7E8-4D58-ADD2-BB1585EE84E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6" name="26-text-1">
            <a:extLst xmlns:a="http://schemas.openxmlformats.org/drawingml/2006/main">
              <a:ext uri="{FF2B5EF4-FFF2-40B4-BE49-F238E27FC236}">
                <a16:creationId xmlns:a16="http://schemas.microsoft.com/office/drawing/2014/main" id="{D8C58EBA-E13A-4A6E-B27E-5D66D6C7E372}"/>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67" name="26-text-2">
            <a:extLst xmlns:a="http://schemas.openxmlformats.org/drawingml/2006/main">
              <a:ext uri="{FF2B5EF4-FFF2-40B4-BE49-F238E27FC236}">
                <a16:creationId xmlns:a16="http://schemas.microsoft.com/office/drawing/2014/main" id="{C4E15B3E-2DAC-4C22-B4A1-FCA617C278BB}"/>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68" name="26-text-3">
            <a:extLst xmlns:a="http://schemas.openxmlformats.org/drawingml/2006/main">
              <a:ext uri="{FF2B5EF4-FFF2-40B4-BE49-F238E27FC236}">
                <a16:creationId xmlns:a16="http://schemas.microsoft.com/office/drawing/2014/main" id="{A19BBA11-053A-426B-A3B7-B90EB0929B51}"/>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69" name="26-text-4">
            <a:extLst xmlns:a="http://schemas.openxmlformats.org/drawingml/2006/main">
              <a:ext uri="{FF2B5EF4-FFF2-40B4-BE49-F238E27FC236}">
                <a16:creationId xmlns:a16="http://schemas.microsoft.com/office/drawing/2014/main" id="{7A6B71FC-B2DB-4590-9BB3-84D4E8C79884}"/>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70" name="narrative-number">
            <a:extLst xmlns:a="http://schemas.openxmlformats.org/drawingml/2006/main">
              <a:ext uri="{FF2B5EF4-FFF2-40B4-BE49-F238E27FC236}">
                <a16:creationId xmlns:a16="http://schemas.microsoft.com/office/drawing/2014/main" id="{756171D2-925C-424A-87C5-5D7D7A5E83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479643007"/>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1" name="!!area-name">
            <a:extLst xmlns:a="http://schemas.openxmlformats.org/drawingml/2006/main">
              <a:ext uri="{FF2B5EF4-FFF2-40B4-BE49-F238E27FC236}">
                <a16:creationId xmlns:a16="http://schemas.microsoft.com/office/drawing/2014/main" id="{F410DA28-846D-4147-9AD5-54C659CC811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83" name="mini-map"/>
          <p:cNvPicPr>
            <a:picLocks xmlns:a="http://schemas.openxmlformats.org/drawingml/2006/main" noChangeAspect="1"/>
          </p:cNvPicPr>
          <p:nvPr/>
        </p:nvPicPr>
        <p:blipFill>
          <a:blip xmlns:r="http://schemas.openxmlformats.org/officeDocument/2006/relationships" xmlns:a="http://schemas.openxmlformats.org/drawingml/2006/main" r:embed="R8b1cc844e0ab4b1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3" name="slide-title">
            <a:extLst xmlns:a="http://schemas.openxmlformats.org/drawingml/2006/main">
              <a:ext uri="{FF2B5EF4-FFF2-40B4-BE49-F238E27FC236}">
                <a16:creationId xmlns:a16="http://schemas.microsoft.com/office/drawing/2014/main" id="{7FB6B330-40F4-42F3-95F3-936E04B3083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74" name="header-divider">
            <a:extLst xmlns:a="http://schemas.openxmlformats.org/drawingml/2006/main">
              <a:ext uri="{FF2B5EF4-FFF2-40B4-BE49-F238E27FC236}">
                <a16:creationId xmlns:a16="http://schemas.microsoft.com/office/drawing/2014/main" id="{7A002E1C-80DE-4FDD-940B-C24938DC2DB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5" name="27-text-1">
            <a:extLst xmlns:a="http://schemas.openxmlformats.org/drawingml/2006/main">
              <a:ext uri="{FF2B5EF4-FFF2-40B4-BE49-F238E27FC236}">
                <a16:creationId xmlns:a16="http://schemas.microsoft.com/office/drawing/2014/main" id="{A60A7161-9B4D-49F3-B7ED-1033E2056B0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76" name="27-text-2">
            <a:extLst xmlns:a="http://schemas.openxmlformats.org/drawingml/2006/main">
              <a:ext uri="{FF2B5EF4-FFF2-40B4-BE49-F238E27FC236}">
                <a16:creationId xmlns:a16="http://schemas.microsoft.com/office/drawing/2014/main" id="{DEB0243A-6DFF-4EF8-875F-E21A5020185D}"/>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77" name="27-text-3">
            <a:extLst xmlns:a="http://schemas.openxmlformats.org/drawingml/2006/main">
              <a:ext uri="{FF2B5EF4-FFF2-40B4-BE49-F238E27FC236}">
                <a16:creationId xmlns:a16="http://schemas.microsoft.com/office/drawing/2014/main" id="{227E0BB7-BD9C-47A2-B72F-5262622FB8E1}"/>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78" name="27-text-4">
            <a:extLst xmlns:a="http://schemas.openxmlformats.org/drawingml/2006/main">
              <a:ext uri="{FF2B5EF4-FFF2-40B4-BE49-F238E27FC236}">
                <a16:creationId xmlns:a16="http://schemas.microsoft.com/office/drawing/2014/main" id="{AF00016C-DC32-4E84-BCC6-EE328FA5AB0F}"/>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79" name="27-text-5">
            <a:extLst xmlns:a="http://schemas.openxmlformats.org/drawingml/2006/main">
              <a:ext uri="{FF2B5EF4-FFF2-40B4-BE49-F238E27FC236}">
                <a16:creationId xmlns:a16="http://schemas.microsoft.com/office/drawing/2014/main" id="{EE9B5181-7032-4A94-99F8-3728FE1D8054}"/>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80" name="27-text-6">
            <a:extLst xmlns:a="http://schemas.openxmlformats.org/drawingml/2006/main">
              <a:ext uri="{FF2B5EF4-FFF2-40B4-BE49-F238E27FC236}">
                <a16:creationId xmlns:a16="http://schemas.microsoft.com/office/drawing/2014/main" id="{C3B378FD-6D47-457F-B7BA-1ED9BC7C6C18}"/>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81" name="narrative-number">
            <a:extLst xmlns:a="http://schemas.openxmlformats.org/drawingml/2006/main">
              <a:ext uri="{FF2B5EF4-FFF2-40B4-BE49-F238E27FC236}">
                <a16:creationId xmlns:a16="http://schemas.microsoft.com/office/drawing/2014/main" id="{C0702FC3-86E7-4E15-9E01-F760BD98EB9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4016339850"/>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2" name="!!area-name">
            <a:extLst xmlns:a="http://schemas.openxmlformats.org/drawingml/2006/main">
              <a:ext uri="{FF2B5EF4-FFF2-40B4-BE49-F238E27FC236}">
                <a16:creationId xmlns:a16="http://schemas.microsoft.com/office/drawing/2014/main" id="{6053C467-0676-4152-943B-46360338FAE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00dc3afeea9d4a1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4" name="slide-title">
            <a:extLst xmlns:a="http://schemas.openxmlformats.org/drawingml/2006/main">
              <a:ext uri="{FF2B5EF4-FFF2-40B4-BE49-F238E27FC236}">
                <a16:creationId xmlns:a16="http://schemas.microsoft.com/office/drawing/2014/main" id="{BDCB6AD7-CA92-4217-99F1-319A2CCF969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85" name="header-divider">
            <a:extLst xmlns:a="http://schemas.openxmlformats.org/drawingml/2006/main">
              <a:ext uri="{FF2B5EF4-FFF2-40B4-BE49-F238E27FC236}">
                <a16:creationId xmlns:a16="http://schemas.microsoft.com/office/drawing/2014/main" id="{C5490F1A-C704-4755-B561-3631E75EE1D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6" name="28-text-1">
            <a:extLst xmlns:a="http://schemas.openxmlformats.org/drawingml/2006/main">
              <a:ext uri="{FF2B5EF4-FFF2-40B4-BE49-F238E27FC236}">
                <a16:creationId xmlns:a16="http://schemas.microsoft.com/office/drawing/2014/main" id="{B320C1E3-034D-46F4-868C-D3B0646126D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87" name="28-text-2">
            <a:extLst xmlns:a="http://schemas.openxmlformats.org/drawingml/2006/main">
              <a:ext uri="{FF2B5EF4-FFF2-40B4-BE49-F238E27FC236}">
                <a16:creationId xmlns:a16="http://schemas.microsoft.com/office/drawing/2014/main" id="{D76189D9-104E-4022-BE54-42F4AE28A3F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88" name="28-text-3">
            <a:extLst xmlns:a="http://schemas.openxmlformats.org/drawingml/2006/main">
              <a:ext uri="{FF2B5EF4-FFF2-40B4-BE49-F238E27FC236}">
                <a16:creationId xmlns:a16="http://schemas.microsoft.com/office/drawing/2014/main" id="{397F4A9A-D976-4279-8175-D6F0318D83D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89" name="28-text-4">
            <a:extLst xmlns:a="http://schemas.openxmlformats.org/drawingml/2006/main">
              <a:ext uri="{FF2B5EF4-FFF2-40B4-BE49-F238E27FC236}">
                <a16:creationId xmlns:a16="http://schemas.microsoft.com/office/drawing/2014/main" id="{3A2DFD68-7A74-45BC-BA24-E18F54DE172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90" name="28-text-5">
            <a:extLst xmlns:a="http://schemas.openxmlformats.org/drawingml/2006/main">
              <a:ext uri="{FF2B5EF4-FFF2-40B4-BE49-F238E27FC236}">
                <a16:creationId xmlns:a16="http://schemas.microsoft.com/office/drawing/2014/main" id="{384FD02F-132B-4F05-934E-D120D08DC04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91" name="28-text-6">
            <a:extLst xmlns:a="http://schemas.openxmlformats.org/drawingml/2006/main">
              <a:ext uri="{FF2B5EF4-FFF2-40B4-BE49-F238E27FC236}">
                <a16:creationId xmlns:a16="http://schemas.microsoft.com/office/drawing/2014/main" id="{87AAF0E6-3D3D-49FC-BF59-9F3479EAB04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92" name="28-text-7">
            <a:extLst xmlns:a="http://schemas.openxmlformats.org/drawingml/2006/main">
              <a:ext uri="{FF2B5EF4-FFF2-40B4-BE49-F238E27FC236}">
                <a16:creationId xmlns:a16="http://schemas.microsoft.com/office/drawing/2014/main" id="{3CE5A63A-9083-4D89-96AF-DA0C39ADA99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93" name="28-text-8">
            <a:extLst xmlns:a="http://schemas.openxmlformats.org/drawingml/2006/main">
              <a:ext uri="{FF2B5EF4-FFF2-40B4-BE49-F238E27FC236}">
                <a16:creationId xmlns:a16="http://schemas.microsoft.com/office/drawing/2014/main" id="{99A9CFA2-7FB7-45B1-8FC4-AE1C86566FE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294" name="narrative-number">
            <a:extLst xmlns:a="http://schemas.openxmlformats.org/drawingml/2006/main">
              <a:ext uri="{FF2B5EF4-FFF2-40B4-BE49-F238E27FC236}">
                <a16:creationId xmlns:a16="http://schemas.microsoft.com/office/drawing/2014/main" id="{EE147034-09DE-4F71-867A-EF99CEC086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609832359"/>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3F26028B-1D39-4E7F-A385-B90068983E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16" name="mini-map"/>
          <p:cNvPicPr>
            <a:picLocks xmlns:a="http://schemas.openxmlformats.org/drawingml/2006/main" noChangeAspect="1"/>
          </p:cNvPicPr>
          <p:nvPr/>
        </p:nvPicPr>
        <p:blipFill>
          <a:blip xmlns:r="http://schemas.openxmlformats.org/officeDocument/2006/relationships" xmlns:a="http://schemas.openxmlformats.org/drawingml/2006/main" r:embed="Rdc94b5c40ffe400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75B0D83B-441D-4982-87DD-3722716FF54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98" name="header-divider">
            <a:extLst xmlns:a="http://schemas.openxmlformats.org/drawingml/2006/main">
              <a:ext uri="{FF2B5EF4-FFF2-40B4-BE49-F238E27FC236}">
                <a16:creationId xmlns:a16="http://schemas.microsoft.com/office/drawing/2014/main" id="{19280569-1EA9-44BF-B2BD-830C86BF531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29-text-1">
            <a:extLst xmlns:a="http://schemas.openxmlformats.org/drawingml/2006/main">
              <a:ext uri="{FF2B5EF4-FFF2-40B4-BE49-F238E27FC236}">
                <a16:creationId xmlns:a16="http://schemas.microsoft.com/office/drawing/2014/main" id="{B7B4C8A2-4DD6-44D4-ABA2-62587F78A84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300" name="29-text-2">
            <a:extLst xmlns:a="http://schemas.openxmlformats.org/drawingml/2006/main">
              <a:ext uri="{FF2B5EF4-FFF2-40B4-BE49-F238E27FC236}">
                <a16:creationId xmlns:a16="http://schemas.microsoft.com/office/drawing/2014/main" id="{4AA370BA-AA95-455C-B79D-332464002C8E}"/>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01" name="29-text-3">
            <a:extLst xmlns:a="http://schemas.openxmlformats.org/drawingml/2006/main">
              <a:ext uri="{FF2B5EF4-FFF2-40B4-BE49-F238E27FC236}">
                <a16:creationId xmlns:a16="http://schemas.microsoft.com/office/drawing/2014/main" id="{28897D36-D272-4807-ABDE-953DBEDB62D7}"/>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302" name="29-text-4">
            <a:extLst xmlns:a="http://schemas.openxmlformats.org/drawingml/2006/main">
              <a:ext uri="{FF2B5EF4-FFF2-40B4-BE49-F238E27FC236}">
                <a16:creationId xmlns:a16="http://schemas.microsoft.com/office/drawing/2014/main" id="{1929F869-4FBB-4C08-AE98-DA5E65C4FE87}"/>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03" name="29-text-5">
            <a:extLst xmlns:a="http://schemas.openxmlformats.org/drawingml/2006/main">
              <a:ext uri="{FF2B5EF4-FFF2-40B4-BE49-F238E27FC236}">
                <a16:creationId xmlns:a16="http://schemas.microsoft.com/office/drawing/2014/main" id="{D9422760-A456-4ED8-A84B-0DD57EDF527E}"/>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304" name="29-text-6">
            <a:extLst xmlns:a="http://schemas.openxmlformats.org/drawingml/2006/main">
              <a:ext uri="{FF2B5EF4-FFF2-40B4-BE49-F238E27FC236}">
                <a16:creationId xmlns:a16="http://schemas.microsoft.com/office/drawing/2014/main" id="{FF957CAA-8838-4DFA-856D-30AD417383AA}"/>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05" name="29-text-7">
            <a:extLst xmlns:a="http://schemas.openxmlformats.org/drawingml/2006/main">
              <a:ext uri="{FF2B5EF4-FFF2-40B4-BE49-F238E27FC236}">
                <a16:creationId xmlns:a16="http://schemas.microsoft.com/office/drawing/2014/main" id="{B560D599-615D-4AA9-9231-1748650A8FFD}"/>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306" name="29-text-8">
            <a:extLst xmlns:a="http://schemas.openxmlformats.org/drawingml/2006/main">
              <a:ext uri="{FF2B5EF4-FFF2-40B4-BE49-F238E27FC236}">
                <a16:creationId xmlns:a16="http://schemas.microsoft.com/office/drawing/2014/main" id="{6951AB94-BA23-4605-AE12-78CAC2A7BF6D}"/>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307" name="29-text-9">
            <a:extLst xmlns:a="http://schemas.openxmlformats.org/drawingml/2006/main">
              <a:ext uri="{FF2B5EF4-FFF2-40B4-BE49-F238E27FC236}">
                <a16:creationId xmlns:a16="http://schemas.microsoft.com/office/drawing/2014/main" id="{A5A46F28-04F7-415E-B6E5-0979C3A5FF79}"/>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308" name="29-text-10">
            <a:extLst xmlns:a="http://schemas.openxmlformats.org/drawingml/2006/main">
              <a:ext uri="{FF2B5EF4-FFF2-40B4-BE49-F238E27FC236}">
                <a16:creationId xmlns:a16="http://schemas.microsoft.com/office/drawing/2014/main" id="{8099EDA3-A3C2-4DA6-9396-F0C722ED52D1}"/>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309" name="29-text-11">
            <a:extLst xmlns:a="http://schemas.openxmlformats.org/drawingml/2006/main">
              <a:ext uri="{FF2B5EF4-FFF2-40B4-BE49-F238E27FC236}">
                <a16:creationId xmlns:a16="http://schemas.microsoft.com/office/drawing/2014/main" id="{71938D43-226E-42BE-BB49-D96B8E6E6589}"/>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310" name="29-text-12">
            <a:extLst xmlns:a="http://schemas.openxmlformats.org/drawingml/2006/main">
              <a:ext uri="{FF2B5EF4-FFF2-40B4-BE49-F238E27FC236}">
                <a16:creationId xmlns:a16="http://schemas.microsoft.com/office/drawing/2014/main" id="{9F232AE3-D8B9-4631-BB84-2A275A164200}"/>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11" name="29-text-13">
            <a:extLst xmlns:a="http://schemas.openxmlformats.org/drawingml/2006/main">
              <a:ext uri="{FF2B5EF4-FFF2-40B4-BE49-F238E27FC236}">
                <a16:creationId xmlns:a16="http://schemas.microsoft.com/office/drawing/2014/main" id="{67312694-A305-45A4-B24C-37859831EF53}"/>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12" name="29-text-14">
            <a:extLst xmlns:a="http://schemas.openxmlformats.org/drawingml/2006/main">
              <a:ext uri="{FF2B5EF4-FFF2-40B4-BE49-F238E27FC236}">
                <a16:creationId xmlns:a16="http://schemas.microsoft.com/office/drawing/2014/main" id="{27BF2907-141C-4450-A410-5D49F05232AB}"/>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313" name="29-text-15">
            <a:extLst xmlns:a="http://schemas.openxmlformats.org/drawingml/2006/main">
              <a:ext uri="{FF2B5EF4-FFF2-40B4-BE49-F238E27FC236}">
                <a16:creationId xmlns:a16="http://schemas.microsoft.com/office/drawing/2014/main" id="{EE90D823-FB70-488D-9DFB-59C6D9A47ECE}"/>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314" name="narrative-number">
            <a:extLst xmlns:a="http://schemas.openxmlformats.org/drawingml/2006/main">
              <a:ext uri="{FF2B5EF4-FFF2-40B4-BE49-F238E27FC236}">
                <a16:creationId xmlns:a16="http://schemas.microsoft.com/office/drawing/2014/main" id="{B849D585-E619-4120-B592-4CE65116447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1187275893"/>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5" name="!!area-name">
            <a:extLst xmlns:a="http://schemas.openxmlformats.org/drawingml/2006/main">
              <a:ext uri="{FF2B5EF4-FFF2-40B4-BE49-F238E27FC236}">
                <a16:creationId xmlns:a16="http://schemas.microsoft.com/office/drawing/2014/main" id="{512CFC85-9CC4-47BB-80D5-FA7BC17C6C4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24" name="mini-map"/>
          <p:cNvPicPr>
            <a:picLocks xmlns:a="http://schemas.openxmlformats.org/drawingml/2006/main" noChangeAspect="1"/>
          </p:cNvPicPr>
          <p:nvPr/>
        </p:nvPicPr>
        <p:blipFill>
          <a:blip xmlns:r="http://schemas.openxmlformats.org/officeDocument/2006/relationships" xmlns:a="http://schemas.openxmlformats.org/drawingml/2006/main" r:embed="R28bdc510e6b54f3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7" name="header-divider">
            <a:extLst xmlns:a="http://schemas.openxmlformats.org/drawingml/2006/main">
              <a:ext uri="{FF2B5EF4-FFF2-40B4-BE49-F238E27FC236}">
                <a16:creationId xmlns:a16="http://schemas.microsoft.com/office/drawing/2014/main" id="{AEF41C21-37DF-4E5D-8DC3-1688E672E5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8" name="30-text-1">
            <a:extLst xmlns:a="http://schemas.openxmlformats.org/drawingml/2006/main">
              <a:ext uri="{FF2B5EF4-FFF2-40B4-BE49-F238E27FC236}">
                <a16:creationId xmlns:a16="http://schemas.microsoft.com/office/drawing/2014/main" id="{8929DE8F-AFAF-4F5D-ABB0-9C14CBF256FE}"/>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19" name="30-text-2">
            <a:extLst xmlns:a="http://schemas.openxmlformats.org/drawingml/2006/main">
              <a:ext uri="{FF2B5EF4-FFF2-40B4-BE49-F238E27FC236}">
                <a16:creationId xmlns:a16="http://schemas.microsoft.com/office/drawing/2014/main" id="{390B58D5-0549-42AC-9051-6CD15DC862B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20" name="30-text-3">
            <a:extLst xmlns:a="http://schemas.openxmlformats.org/drawingml/2006/main">
              <a:ext uri="{FF2B5EF4-FFF2-40B4-BE49-F238E27FC236}">
                <a16:creationId xmlns:a16="http://schemas.microsoft.com/office/drawing/2014/main" id="{CF95A2CB-C7D1-4845-9142-5CB0B0972CB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29" name="30-image-4"/>
          <p:cNvPicPr>
            <a:picLocks xmlns:a="http://schemas.openxmlformats.org/drawingml/2006/main" noChangeAspect="1"/>
          </p:cNvPicPr>
          <p:nvPr/>
        </p:nvPicPr>
        <p:blipFill>
          <a:blip xmlns:r="http://schemas.openxmlformats.org/officeDocument/2006/relationships" xmlns:a="http://schemas.openxmlformats.org/drawingml/2006/main" r:embed="Rc364f1beb8dc4a3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22" name="narrative-number">
            <a:extLst xmlns:a="http://schemas.openxmlformats.org/drawingml/2006/main">
              <a:ext uri="{FF2B5EF4-FFF2-40B4-BE49-F238E27FC236}">
                <a16:creationId xmlns:a16="http://schemas.microsoft.com/office/drawing/2014/main" id="{E21CAFE3-3B1E-41AE-85E8-4D6DAA8C3E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302283126"/>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3" name="!!area-name">
            <a:extLst xmlns:a="http://schemas.openxmlformats.org/drawingml/2006/main">
              <a:ext uri="{FF2B5EF4-FFF2-40B4-BE49-F238E27FC236}">
                <a16:creationId xmlns:a16="http://schemas.microsoft.com/office/drawing/2014/main" id="{757C7B80-1D6D-4FA5-A3BA-B0A3B665A4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What and why</a:t>
            </a:r>
          </a:p>
        </p:txBody>
      </p:sp>
      <p:pic>
        <p:nvPicPr>
          <p:cNvPr id="333" name="mini-map"/>
          <p:cNvPicPr>
            <a:picLocks xmlns:a="http://schemas.openxmlformats.org/drawingml/2006/main" noChangeAspect="1"/>
          </p:cNvPicPr>
          <p:nvPr/>
        </p:nvPicPr>
        <p:blipFill>
          <a:blip xmlns:r="http://schemas.openxmlformats.org/officeDocument/2006/relationships" xmlns:a="http://schemas.openxmlformats.org/drawingml/2006/main" r:embed="R2b86008b5ad84fd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5" name="slide-title">
            <a:extLst xmlns:a="http://schemas.openxmlformats.org/drawingml/2006/main">
              <a:ext uri="{FF2B5EF4-FFF2-40B4-BE49-F238E27FC236}">
                <a16:creationId xmlns:a16="http://schemas.microsoft.com/office/drawing/2014/main" id="{8EE84056-DA0B-4402-9343-652432FA9F0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26" name="header-divider">
            <a:extLst xmlns:a="http://schemas.openxmlformats.org/drawingml/2006/main">
              <a:ext uri="{FF2B5EF4-FFF2-40B4-BE49-F238E27FC236}">
                <a16:creationId xmlns:a16="http://schemas.microsoft.com/office/drawing/2014/main" id="{5368760E-D833-4A5A-8CDC-34AC59D9ED1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7" name="31-text-1">
            <a:extLst xmlns:a="http://schemas.openxmlformats.org/drawingml/2006/main">
              <a:ext uri="{FF2B5EF4-FFF2-40B4-BE49-F238E27FC236}">
                <a16:creationId xmlns:a16="http://schemas.microsoft.com/office/drawing/2014/main" id="{86DF32A4-8DAE-453E-9C61-9743B3F195F0}"/>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28" name="31-text-2">
            <a:extLst xmlns:a="http://schemas.openxmlformats.org/drawingml/2006/main">
              <a:ext uri="{FF2B5EF4-FFF2-40B4-BE49-F238E27FC236}">
                <a16:creationId xmlns:a16="http://schemas.microsoft.com/office/drawing/2014/main" id="{E77C558A-8E82-405A-ABF8-39C19BC1650F}"/>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29" name="31-text-3">
            <a:extLst xmlns:a="http://schemas.openxmlformats.org/drawingml/2006/main">
              <a:ext uri="{FF2B5EF4-FFF2-40B4-BE49-F238E27FC236}">
                <a16:creationId xmlns:a16="http://schemas.microsoft.com/office/drawing/2014/main" id="{966F725C-542C-423E-BC7B-BF5B49A0E713}"/>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30" name="31-text-4">
            <a:extLst xmlns:a="http://schemas.openxmlformats.org/drawingml/2006/main">
              <a:ext uri="{FF2B5EF4-FFF2-40B4-BE49-F238E27FC236}">
                <a16:creationId xmlns:a16="http://schemas.microsoft.com/office/drawing/2014/main" id="{78ED6B2B-1958-4036-BF6A-22EB9CA8063F}"/>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31" name="narrative-number">
            <a:extLst xmlns:a="http://schemas.openxmlformats.org/drawingml/2006/main">
              <a:ext uri="{FF2B5EF4-FFF2-40B4-BE49-F238E27FC236}">
                <a16:creationId xmlns:a16="http://schemas.microsoft.com/office/drawing/2014/main" id="{F6982252-E43D-4217-AF00-72C12F7CED0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3426049413"/>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2" name="!!area-name">
            <a:extLst xmlns:a="http://schemas.openxmlformats.org/drawingml/2006/main">
              <a:ext uri="{FF2B5EF4-FFF2-40B4-BE49-F238E27FC236}">
                <a16:creationId xmlns:a16="http://schemas.microsoft.com/office/drawing/2014/main" id="{8F847FCD-5200-46D6-A78D-75BE54DEB11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44" name="mini-map"/>
          <p:cNvPicPr>
            <a:picLocks xmlns:a="http://schemas.openxmlformats.org/drawingml/2006/main" noChangeAspect="1"/>
          </p:cNvPicPr>
          <p:nvPr/>
        </p:nvPicPr>
        <p:blipFill>
          <a:blip xmlns:r="http://schemas.openxmlformats.org/officeDocument/2006/relationships" xmlns:a="http://schemas.openxmlformats.org/drawingml/2006/main" r:embed="R533b840720484ea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4" name="slide-title">
            <a:extLst xmlns:a="http://schemas.openxmlformats.org/drawingml/2006/main">
              <a:ext uri="{FF2B5EF4-FFF2-40B4-BE49-F238E27FC236}">
                <a16:creationId xmlns:a16="http://schemas.microsoft.com/office/drawing/2014/main" id="{2AA76812-F290-4718-8E36-F2C534B15C8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35" name="header-divider">
            <a:extLst xmlns:a="http://schemas.openxmlformats.org/drawingml/2006/main">
              <a:ext uri="{FF2B5EF4-FFF2-40B4-BE49-F238E27FC236}">
                <a16:creationId xmlns:a16="http://schemas.microsoft.com/office/drawing/2014/main" id="{07E82CF3-FAE9-4B8D-983B-8BAC960E667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6" name="32-text-1">
            <a:extLst xmlns:a="http://schemas.openxmlformats.org/drawingml/2006/main">
              <a:ext uri="{FF2B5EF4-FFF2-40B4-BE49-F238E27FC236}">
                <a16:creationId xmlns:a16="http://schemas.microsoft.com/office/drawing/2014/main" id="{FB9C8D2F-45DF-4603-B9E7-E4507288C28A}"/>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37" name="32-text-2">
            <a:extLst xmlns:a="http://schemas.openxmlformats.org/drawingml/2006/main">
              <a:ext uri="{FF2B5EF4-FFF2-40B4-BE49-F238E27FC236}">
                <a16:creationId xmlns:a16="http://schemas.microsoft.com/office/drawing/2014/main" id="{0D2601D5-5541-43FC-AC11-852840EB4524}"/>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38" name="32-text-3">
            <a:extLst xmlns:a="http://schemas.openxmlformats.org/drawingml/2006/main">
              <a:ext uri="{FF2B5EF4-FFF2-40B4-BE49-F238E27FC236}">
                <a16:creationId xmlns:a16="http://schemas.microsoft.com/office/drawing/2014/main" id="{B4B77D2F-CBF5-42AC-9A6E-3C3B0FC975C1}"/>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39" name="32-text-4">
            <a:extLst xmlns:a="http://schemas.openxmlformats.org/drawingml/2006/main">
              <a:ext uri="{FF2B5EF4-FFF2-40B4-BE49-F238E27FC236}">
                <a16:creationId xmlns:a16="http://schemas.microsoft.com/office/drawing/2014/main" id="{29E43348-E1B9-4DF7-B77A-8ADB42736341}"/>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40" name="32-text-5">
            <a:extLst xmlns:a="http://schemas.openxmlformats.org/drawingml/2006/main">
              <a:ext uri="{FF2B5EF4-FFF2-40B4-BE49-F238E27FC236}">
                <a16:creationId xmlns:a16="http://schemas.microsoft.com/office/drawing/2014/main" id="{B6852D72-6DE2-43DC-876E-E9E56B6A769A}"/>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41" name="32-text-6">
            <a:extLst xmlns:a="http://schemas.openxmlformats.org/drawingml/2006/main">
              <a:ext uri="{FF2B5EF4-FFF2-40B4-BE49-F238E27FC236}">
                <a16:creationId xmlns:a16="http://schemas.microsoft.com/office/drawing/2014/main" id="{59D4A819-6EA4-4308-B08E-6CA7BD7C0B8E}"/>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42" name="narrative-number">
            <a:extLst xmlns:a="http://schemas.openxmlformats.org/drawingml/2006/main">
              <a:ext uri="{FF2B5EF4-FFF2-40B4-BE49-F238E27FC236}">
                <a16:creationId xmlns:a16="http://schemas.microsoft.com/office/drawing/2014/main" id="{D2F350E9-A09C-4FE0-BEF9-2FDA0B7117F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189837141"/>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3" name="!!area-name">
            <a:extLst xmlns:a="http://schemas.openxmlformats.org/drawingml/2006/main">
              <a:ext uri="{FF2B5EF4-FFF2-40B4-BE49-F238E27FC236}">
                <a16:creationId xmlns:a16="http://schemas.microsoft.com/office/drawing/2014/main" id="{774B031B-79CD-4A96-B9B8-7EA4BBFC531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358" name="mini-map"/>
          <p:cNvPicPr>
            <a:picLocks xmlns:a="http://schemas.openxmlformats.org/drawingml/2006/main" noChangeAspect="1"/>
          </p:cNvPicPr>
          <p:nvPr/>
        </p:nvPicPr>
        <p:blipFill>
          <a:blip xmlns:r="http://schemas.openxmlformats.org/officeDocument/2006/relationships" xmlns:a="http://schemas.openxmlformats.org/drawingml/2006/main" r:embed="Raf392c8ad55e4de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5" name="slide-title">
            <a:extLst xmlns:a="http://schemas.openxmlformats.org/drawingml/2006/main">
              <a:ext uri="{FF2B5EF4-FFF2-40B4-BE49-F238E27FC236}">
                <a16:creationId xmlns:a16="http://schemas.microsoft.com/office/drawing/2014/main" id="{2DBE3CD4-72AC-41E7-B35C-1EEEB3B3E2F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46" name="header-divider">
            <a:extLst xmlns:a="http://schemas.openxmlformats.org/drawingml/2006/main">
              <a:ext uri="{FF2B5EF4-FFF2-40B4-BE49-F238E27FC236}">
                <a16:creationId xmlns:a16="http://schemas.microsoft.com/office/drawing/2014/main" id="{F2FB723A-D553-42BB-9DF1-5EA9103511A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7" name="33-text-1">
            <a:extLst xmlns:a="http://schemas.openxmlformats.org/drawingml/2006/main">
              <a:ext uri="{FF2B5EF4-FFF2-40B4-BE49-F238E27FC236}">
                <a16:creationId xmlns:a16="http://schemas.microsoft.com/office/drawing/2014/main" id="{34342437-17F6-4EB0-9B43-2E8C7291E47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48" name="33-text-2">
            <a:extLst xmlns:a="http://schemas.openxmlformats.org/drawingml/2006/main">
              <a:ext uri="{FF2B5EF4-FFF2-40B4-BE49-F238E27FC236}">
                <a16:creationId xmlns:a16="http://schemas.microsoft.com/office/drawing/2014/main" id="{A340403C-AE84-4069-91AD-D94C3141709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49" name="33-text-3">
            <a:extLst xmlns:a="http://schemas.openxmlformats.org/drawingml/2006/main">
              <a:ext uri="{FF2B5EF4-FFF2-40B4-BE49-F238E27FC236}">
                <a16:creationId xmlns:a16="http://schemas.microsoft.com/office/drawing/2014/main" id="{BE7E96F1-DD0A-4093-AFF8-66862452897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50" name="33-text-4">
            <a:extLst xmlns:a="http://schemas.openxmlformats.org/drawingml/2006/main">
              <a:ext uri="{FF2B5EF4-FFF2-40B4-BE49-F238E27FC236}">
                <a16:creationId xmlns:a16="http://schemas.microsoft.com/office/drawing/2014/main" id="{7D6397E6-B6B7-4B4E-9246-ECDDB3C8981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51" name="33-text-5">
            <a:extLst xmlns:a="http://schemas.openxmlformats.org/drawingml/2006/main">
              <a:ext uri="{FF2B5EF4-FFF2-40B4-BE49-F238E27FC236}">
                <a16:creationId xmlns:a16="http://schemas.microsoft.com/office/drawing/2014/main" id="{42BCBCEE-7151-4B3C-8C70-F180EADBD853}"/>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52" name="33-text-6">
            <a:extLst xmlns:a="http://schemas.openxmlformats.org/drawingml/2006/main">
              <a:ext uri="{FF2B5EF4-FFF2-40B4-BE49-F238E27FC236}">
                <a16:creationId xmlns:a16="http://schemas.microsoft.com/office/drawing/2014/main" id="{6110DBA2-1A7F-4439-B2D2-13A611FA259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53" name="33-text-7">
            <a:extLst xmlns:a="http://schemas.openxmlformats.org/drawingml/2006/main">
              <a:ext uri="{FF2B5EF4-FFF2-40B4-BE49-F238E27FC236}">
                <a16:creationId xmlns:a16="http://schemas.microsoft.com/office/drawing/2014/main" id="{F5BA0420-AECD-45B0-A833-61574EB7AB21}"/>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54" name="33-text-8">
            <a:extLst xmlns:a="http://schemas.openxmlformats.org/drawingml/2006/main">
              <a:ext uri="{FF2B5EF4-FFF2-40B4-BE49-F238E27FC236}">
                <a16:creationId xmlns:a16="http://schemas.microsoft.com/office/drawing/2014/main" id="{95C87953-6EC6-417F-9764-3B86989D0E9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55" name="33-text-9">
            <a:extLst xmlns:a="http://schemas.openxmlformats.org/drawingml/2006/main">
              <a:ext uri="{FF2B5EF4-FFF2-40B4-BE49-F238E27FC236}">
                <a16:creationId xmlns:a16="http://schemas.microsoft.com/office/drawing/2014/main" id="{2B233D6B-C56C-4F3D-A516-5CAEC1F295C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56" name="narrative-number">
            <a:extLst xmlns:a="http://schemas.openxmlformats.org/drawingml/2006/main">
              <a:ext uri="{FF2B5EF4-FFF2-40B4-BE49-F238E27FC236}">
                <a16:creationId xmlns:a16="http://schemas.microsoft.com/office/drawing/2014/main" id="{F7C15065-859A-4AF3-94CE-22CF3DC331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865194941"/>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7" name="!!area-name">
            <a:extLst xmlns:a="http://schemas.openxmlformats.org/drawingml/2006/main">
              <a:ext uri="{FF2B5EF4-FFF2-40B4-BE49-F238E27FC236}">
                <a16:creationId xmlns:a16="http://schemas.microsoft.com/office/drawing/2014/main" id="{BE0D5CD8-6681-4373-A480-AFE6B571E8F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373" name="mini-map"/>
          <p:cNvPicPr>
            <a:picLocks xmlns:a="http://schemas.openxmlformats.org/drawingml/2006/main" noChangeAspect="1"/>
          </p:cNvPicPr>
          <p:nvPr/>
        </p:nvPicPr>
        <p:blipFill>
          <a:blip xmlns:r="http://schemas.openxmlformats.org/officeDocument/2006/relationships" xmlns:a="http://schemas.openxmlformats.org/drawingml/2006/main" r:embed="R9624c24084674d2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9" name="slide-title">
            <a:extLst xmlns:a="http://schemas.openxmlformats.org/drawingml/2006/main">
              <a:ext uri="{FF2B5EF4-FFF2-40B4-BE49-F238E27FC236}">
                <a16:creationId xmlns:a16="http://schemas.microsoft.com/office/drawing/2014/main" id="{3D9832A8-1370-4BC1-84BD-77FBF3F7DDC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60" name="header-divider">
            <a:extLst xmlns:a="http://schemas.openxmlformats.org/drawingml/2006/main">
              <a:ext uri="{FF2B5EF4-FFF2-40B4-BE49-F238E27FC236}">
                <a16:creationId xmlns:a16="http://schemas.microsoft.com/office/drawing/2014/main" id="{C12D86A3-36C9-4E3A-AAB7-ACD7F2755C9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1" name="34-text-1">
            <a:extLst xmlns:a="http://schemas.openxmlformats.org/drawingml/2006/main">
              <a:ext uri="{FF2B5EF4-FFF2-40B4-BE49-F238E27FC236}">
                <a16:creationId xmlns:a16="http://schemas.microsoft.com/office/drawing/2014/main" id="{A1549E8C-B471-4AD3-AF69-E30B2814E36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62" name="34-text-2">
            <a:extLst xmlns:a="http://schemas.openxmlformats.org/drawingml/2006/main">
              <a:ext uri="{FF2B5EF4-FFF2-40B4-BE49-F238E27FC236}">
                <a16:creationId xmlns:a16="http://schemas.microsoft.com/office/drawing/2014/main" id="{B2B29E00-5AE9-4C33-98F4-1F4E4C1AF2AE}"/>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63" name="34-text-3">
            <a:extLst xmlns:a="http://schemas.openxmlformats.org/drawingml/2006/main">
              <a:ext uri="{FF2B5EF4-FFF2-40B4-BE49-F238E27FC236}">
                <a16:creationId xmlns:a16="http://schemas.microsoft.com/office/drawing/2014/main" id="{D7EA3D06-C770-441A-A32B-F7CB5CE2F8C9}"/>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64" name="34-text-4">
            <a:extLst xmlns:a="http://schemas.openxmlformats.org/drawingml/2006/main">
              <a:ext uri="{FF2B5EF4-FFF2-40B4-BE49-F238E27FC236}">
                <a16:creationId xmlns:a16="http://schemas.microsoft.com/office/drawing/2014/main" id="{07114D63-42DA-495D-9382-B79648A19212}"/>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65" name="34-text-5">
            <a:extLst xmlns:a="http://schemas.openxmlformats.org/drawingml/2006/main">
              <a:ext uri="{FF2B5EF4-FFF2-40B4-BE49-F238E27FC236}">
                <a16:creationId xmlns:a16="http://schemas.microsoft.com/office/drawing/2014/main" id="{026F7E6E-BA43-43A4-B8AD-3D5A5F413748}"/>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66" name="34-text-6">
            <a:extLst xmlns:a="http://schemas.openxmlformats.org/drawingml/2006/main">
              <a:ext uri="{FF2B5EF4-FFF2-40B4-BE49-F238E27FC236}">
                <a16:creationId xmlns:a16="http://schemas.microsoft.com/office/drawing/2014/main" id="{6F7F0716-E5AE-42A7-9ECD-BFFF13F4FF6C}"/>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67" name="34-text-7">
            <a:extLst xmlns:a="http://schemas.openxmlformats.org/drawingml/2006/main">
              <a:ext uri="{FF2B5EF4-FFF2-40B4-BE49-F238E27FC236}">
                <a16:creationId xmlns:a16="http://schemas.microsoft.com/office/drawing/2014/main" id="{88DBB596-CB9D-4B5D-8BBF-CBA4BC9C751C}"/>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68" name="34-text-8">
            <a:extLst xmlns:a="http://schemas.openxmlformats.org/drawingml/2006/main">
              <a:ext uri="{FF2B5EF4-FFF2-40B4-BE49-F238E27FC236}">
                <a16:creationId xmlns:a16="http://schemas.microsoft.com/office/drawing/2014/main" id="{9B752679-C91E-4D19-9B8F-6E96DB922EEB}"/>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69" name="34-text-9">
            <a:extLst xmlns:a="http://schemas.openxmlformats.org/drawingml/2006/main">
              <a:ext uri="{FF2B5EF4-FFF2-40B4-BE49-F238E27FC236}">
                <a16:creationId xmlns:a16="http://schemas.microsoft.com/office/drawing/2014/main" id="{ADCF3CC9-2AAE-4BB4-932F-8F8B49956FE3}"/>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70" name="34-text-10">
            <a:extLst xmlns:a="http://schemas.openxmlformats.org/drawingml/2006/main">
              <a:ext uri="{FF2B5EF4-FFF2-40B4-BE49-F238E27FC236}">
                <a16:creationId xmlns:a16="http://schemas.microsoft.com/office/drawing/2014/main" id="{2B33959A-BFD5-49FA-AD45-85A1EDBA343A}"/>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71" name="narrative-number">
            <a:extLst xmlns:a="http://schemas.openxmlformats.org/drawingml/2006/main">
              <a:ext uri="{FF2B5EF4-FFF2-40B4-BE49-F238E27FC236}">
                <a16:creationId xmlns:a16="http://schemas.microsoft.com/office/drawing/2014/main" id="{7BE0319B-70CC-46B5-9F41-ADB906A530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886702294"/>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2" name="!!area-name">
            <a:extLst xmlns:a="http://schemas.openxmlformats.org/drawingml/2006/main">
              <a:ext uri="{FF2B5EF4-FFF2-40B4-BE49-F238E27FC236}">
                <a16:creationId xmlns:a16="http://schemas.microsoft.com/office/drawing/2014/main" id="{0F510C90-BC81-42DF-BBE3-5DEDCFE7F52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eac04b0b96a74ee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4" name="header-divider">
            <a:extLst xmlns:a="http://schemas.openxmlformats.org/drawingml/2006/main">
              <a:ext uri="{FF2B5EF4-FFF2-40B4-BE49-F238E27FC236}">
                <a16:creationId xmlns:a16="http://schemas.microsoft.com/office/drawing/2014/main" id="{222FDB78-960F-41D1-BF17-D24C1032DD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5" name="35-text-1">
            <a:extLst xmlns:a="http://schemas.openxmlformats.org/drawingml/2006/main">
              <a:ext uri="{FF2B5EF4-FFF2-40B4-BE49-F238E27FC236}">
                <a16:creationId xmlns:a16="http://schemas.microsoft.com/office/drawing/2014/main" id="{F6005C25-6361-43DB-BAFA-010432E7A84D}"/>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84" name="35-image-2"/>
          <p:cNvPicPr>
            <a:picLocks xmlns:a="http://schemas.openxmlformats.org/drawingml/2006/main" noChangeAspect="1"/>
          </p:cNvPicPr>
          <p:nvPr/>
        </p:nvPicPr>
        <p:blipFill>
          <a:blip xmlns:r="http://schemas.openxmlformats.org/officeDocument/2006/relationships" xmlns:a="http://schemas.openxmlformats.org/drawingml/2006/main" r:embed="R4abd1af8cd414127"/>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77" name="35-text-3">
            <a:extLst xmlns:a="http://schemas.openxmlformats.org/drawingml/2006/main">
              <a:ext uri="{FF2B5EF4-FFF2-40B4-BE49-F238E27FC236}">
                <a16:creationId xmlns:a16="http://schemas.microsoft.com/office/drawing/2014/main" id="{0D91A895-8F61-4109-8460-B921E2AFACE6}"/>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78" name="35-text-4">
            <a:extLst xmlns:a="http://schemas.openxmlformats.org/drawingml/2006/main">
              <a:ext uri="{FF2B5EF4-FFF2-40B4-BE49-F238E27FC236}">
                <a16:creationId xmlns:a16="http://schemas.microsoft.com/office/drawing/2014/main" id="{6573588A-5985-406B-9C66-3FB0EBB1EEB6}"/>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79" name="narrative-number">
            <a:extLst xmlns:a="http://schemas.openxmlformats.org/drawingml/2006/main">
              <a:ext uri="{FF2B5EF4-FFF2-40B4-BE49-F238E27FC236}">
                <a16:creationId xmlns:a16="http://schemas.microsoft.com/office/drawing/2014/main" id="{F3FEAEB6-F40C-4562-B9F0-215F5ED08E3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677033194"/>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name">
            <a:extLst xmlns:a="http://schemas.openxmlformats.org/drawingml/2006/main">
              <a:ext uri="{FF2B5EF4-FFF2-40B4-BE49-F238E27FC236}">
                <a16:creationId xmlns:a16="http://schemas.microsoft.com/office/drawing/2014/main" id="{4A70308E-5984-46F0-9715-0369EA67250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What and why</a:t>
            </a:r>
          </a:p>
        </p:txBody>
      </p:sp>
      <p:pic>
        <p:nvPicPr>
          <p:cNvPr id="390" name="mini-map"/>
          <p:cNvPicPr>
            <a:picLocks xmlns:a="http://schemas.openxmlformats.org/drawingml/2006/main" noChangeAspect="1"/>
          </p:cNvPicPr>
          <p:nvPr/>
        </p:nvPicPr>
        <p:blipFill>
          <a:blip xmlns:r="http://schemas.openxmlformats.org/officeDocument/2006/relationships" xmlns:a="http://schemas.openxmlformats.org/drawingml/2006/main" r:embed="R8387691d0bfa4a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2" name="slide-title">
            <a:extLst xmlns:a="http://schemas.openxmlformats.org/drawingml/2006/main">
              <a:ext uri="{FF2B5EF4-FFF2-40B4-BE49-F238E27FC236}">
                <a16:creationId xmlns:a16="http://schemas.microsoft.com/office/drawing/2014/main" id="{48BB40B3-74AF-46A0-AEAF-BBFDEDFF654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AgentOps</a:t>
            </a:r>
          </a:p>
        </p:txBody>
      </p:sp>
      <p:sp>
        <p:nvSpPr>
          <p:cNvPr id="383" name="header-divider">
            <a:extLst xmlns:a="http://schemas.openxmlformats.org/drawingml/2006/main">
              <a:ext uri="{FF2B5EF4-FFF2-40B4-BE49-F238E27FC236}">
                <a16:creationId xmlns:a16="http://schemas.microsoft.com/office/drawing/2014/main" id="{5DFBB845-146B-4E93-A032-D5FB27FBB6A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4" name="36-text-1">
            <a:extLst xmlns:a="http://schemas.openxmlformats.org/drawingml/2006/main">
              <a:ext uri="{FF2B5EF4-FFF2-40B4-BE49-F238E27FC236}">
                <a16:creationId xmlns:a16="http://schemas.microsoft.com/office/drawing/2014/main" id="{F5E33F2A-F51F-464D-BD21-A6CAB1F9F244}"/>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85" name="36-text-2">
            <a:extLst xmlns:a="http://schemas.openxmlformats.org/drawingml/2006/main">
              <a:ext uri="{FF2B5EF4-FFF2-40B4-BE49-F238E27FC236}">
                <a16:creationId xmlns:a16="http://schemas.microsoft.com/office/drawing/2014/main" id="{A040CD13-20B3-41BA-AAD1-28C6B550938B}"/>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 and accountable response.</a:t>
            </a:r>
          </a:p>
        </p:txBody>
      </p:sp>
      <p:sp>
        <p:nvSpPr>
          <p:cNvPr id="386" name="36-text-3">
            <a:extLst xmlns:a="http://schemas.openxmlformats.org/drawingml/2006/main">
              <a:ext uri="{FF2B5EF4-FFF2-40B4-BE49-F238E27FC236}">
                <a16:creationId xmlns:a16="http://schemas.microsoft.com/office/drawing/2014/main" id="{11A79313-F5F4-4CCD-95DB-CA54C6B29E93}"/>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87" name="36-text-4">
            <a:extLst xmlns:a="http://schemas.openxmlformats.org/drawingml/2006/main">
              <a:ext uri="{FF2B5EF4-FFF2-40B4-BE49-F238E27FC236}">
                <a16:creationId xmlns:a16="http://schemas.microsoft.com/office/drawing/2014/main" id="{AF438FBF-A7DC-4622-B894-CED18B9C6143}"/>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88" name="narrative-number">
            <a:extLst xmlns:a="http://schemas.openxmlformats.org/drawingml/2006/main">
              <a:ext uri="{FF2B5EF4-FFF2-40B4-BE49-F238E27FC236}">
                <a16:creationId xmlns:a16="http://schemas.microsoft.com/office/drawing/2014/main" id="{49ED3099-7D00-4DCE-ACC7-0BAE80D201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109211120"/>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9" name="!!area-name">
            <a:extLst xmlns:a="http://schemas.openxmlformats.org/drawingml/2006/main">
              <a:ext uri="{FF2B5EF4-FFF2-40B4-BE49-F238E27FC236}">
                <a16:creationId xmlns:a16="http://schemas.microsoft.com/office/drawing/2014/main" id="{7E64A005-6CBD-41AB-A526-B7BD646E1BB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03" name="mini-map"/>
          <p:cNvPicPr>
            <a:picLocks xmlns:a="http://schemas.openxmlformats.org/drawingml/2006/main" noChangeAspect="1"/>
          </p:cNvPicPr>
          <p:nvPr/>
        </p:nvPicPr>
        <p:blipFill>
          <a:blip xmlns:r="http://schemas.openxmlformats.org/officeDocument/2006/relationships" xmlns:a="http://schemas.openxmlformats.org/drawingml/2006/main" r:embed="R2c0ed0bca10b49b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1" name="slide-title">
            <a:extLst xmlns:a="http://schemas.openxmlformats.org/drawingml/2006/main">
              <a:ext uri="{FF2B5EF4-FFF2-40B4-BE49-F238E27FC236}">
                <a16:creationId xmlns:a16="http://schemas.microsoft.com/office/drawing/2014/main" id="{A385665D-1518-4EC8-902E-C8BBB185B36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92" name="header-divider">
            <a:extLst xmlns:a="http://schemas.openxmlformats.org/drawingml/2006/main">
              <a:ext uri="{FF2B5EF4-FFF2-40B4-BE49-F238E27FC236}">
                <a16:creationId xmlns:a16="http://schemas.microsoft.com/office/drawing/2014/main" id="{C985883F-6C30-4E8D-A55E-74CA24C7D44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3" name="37-text-1">
            <a:extLst xmlns:a="http://schemas.openxmlformats.org/drawingml/2006/main">
              <a:ext uri="{FF2B5EF4-FFF2-40B4-BE49-F238E27FC236}">
                <a16:creationId xmlns:a16="http://schemas.microsoft.com/office/drawing/2014/main" id="{0E4C4E6A-2DCF-4F2E-9714-05908FEB29EE}"/>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94" name="37-text-2">
            <a:extLst xmlns:a="http://schemas.openxmlformats.org/drawingml/2006/main">
              <a:ext uri="{FF2B5EF4-FFF2-40B4-BE49-F238E27FC236}">
                <a16:creationId xmlns:a16="http://schemas.microsoft.com/office/drawing/2014/main" id="{24E064A8-0EDD-4F31-993B-7C21B82CC19A}"/>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95" name="37-text-3">
            <a:extLst xmlns:a="http://schemas.openxmlformats.org/drawingml/2006/main">
              <a:ext uri="{FF2B5EF4-FFF2-40B4-BE49-F238E27FC236}">
                <a16:creationId xmlns:a16="http://schemas.microsoft.com/office/drawing/2014/main" id="{549F6439-7A95-4544-812D-2A9A1B3A4DAC}"/>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96" name="37-text-4">
            <a:extLst xmlns:a="http://schemas.openxmlformats.org/drawingml/2006/main">
              <a:ext uri="{FF2B5EF4-FFF2-40B4-BE49-F238E27FC236}">
                <a16:creationId xmlns:a16="http://schemas.microsoft.com/office/drawing/2014/main" id="{508F7E62-631E-440B-BB2E-376225930B13}"/>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97" name="37-text-5">
            <a:extLst xmlns:a="http://schemas.openxmlformats.org/drawingml/2006/main">
              <a:ext uri="{FF2B5EF4-FFF2-40B4-BE49-F238E27FC236}">
                <a16:creationId xmlns:a16="http://schemas.microsoft.com/office/drawing/2014/main" id="{579CD28E-7996-4D06-A8FB-64296E461282}"/>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98" name="37-text-6">
            <a:extLst xmlns:a="http://schemas.openxmlformats.org/drawingml/2006/main">
              <a:ext uri="{FF2B5EF4-FFF2-40B4-BE49-F238E27FC236}">
                <a16:creationId xmlns:a16="http://schemas.microsoft.com/office/drawing/2014/main" id="{BB116FFB-AF77-4AA9-AF99-770ADE76C243}"/>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99" name="37-text-7">
            <a:extLst xmlns:a="http://schemas.openxmlformats.org/drawingml/2006/main">
              <a:ext uri="{FF2B5EF4-FFF2-40B4-BE49-F238E27FC236}">
                <a16:creationId xmlns:a16="http://schemas.microsoft.com/office/drawing/2014/main" id="{7AF97D31-3D8C-481B-8251-3B82B7CD44E9}"/>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400" name="37-text-8">
            <a:extLst xmlns:a="http://schemas.openxmlformats.org/drawingml/2006/main">
              <a:ext uri="{FF2B5EF4-FFF2-40B4-BE49-F238E27FC236}">
                <a16:creationId xmlns:a16="http://schemas.microsoft.com/office/drawing/2014/main" id="{4A5705FD-72DD-4337-9FBC-1FF0A3F4A11E}"/>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401" name="narrative-number">
            <a:extLst xmlns:a="http://schemas.openxmlformats.org/drawingml/2006/main">
              <a:ext uri="{FF2B5EF4-FFF2-40B4-BE49-F238E27FC236}">
                <a16:creationId xmlns:a16="http://schemas.microsoft.com/office/drawing/2014/main" id="{0EDAA648-D9B2-43EE-A918-B6D7A5B5C9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3965056937"/>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2" name="!!area-name">
            <a:extLst xmlns:a="http://schemas.openxmlformats.org/drawingml/2006/main">
              <a:ext uri="{FF2B5EF4-FFF2-40B4-BE49-F238E27FC236}">
                <a16:creationId xmlns:a16="http://schemas.microsoft.com/office/drawing/2014/main" id="{F050C19E-82F8-42F8-8906-BEEDA896D2A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17" name="mini-map"/>
          <p:cNvPicPr>
            <a:picLocks xmlns:a="http://schemas.openxmlformats.org/drawingml/2006/main" noChangeAspect="1"/>
          </p:cNvPicPr>
          <p:nvPr/>
        </p:nvPicPr>
        <p:blipFill>
          <a:blip xmlns:r="http://schemas.openxmlformats.org/officeDocument/2006/relationships" xmlns:a="http://schemas.openxmlformats.org/drawingml/2006/main" r:embed="Ra61853bbcf7746e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4" name="slide-title">
            <a:extLst xmlns:a="http://schemas.openxmlformats.org/drawingml/2006/main">
              <a:ext uri="{FF2B5EF4-FFF2-40B4-BE49-F238E27FC236}">
                <a16:creationId xmlns:a16="http://schemas.microsoft.com/office/drawing/2014/main" id="{76C49DF1-498C-44A3-AB5B-01E34C82518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05" name="header-divider">
            <a:extLst xmlns:a="http://schemas.openxmlformats.org/drawingml/2006/main">
              <a:ext uri="{FF2B5EF4-FFF2-40B4-BE49-F238E27FC236}">
                <a16:creationId xmlns:a16="http://schemas.microsoft.com/office/drawing/2014/main" id="{E048C466-76DA-4F72-945E-6C0D4676A45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6" name="38-text-1">
            <a:extLst xmlns:a="http://schemas.openxmlformats.org/drawingml/2006/main">
              <a:ext uri="{FF2B5EF4-FFF2-40B4-BE49-F238E27FC236}">
                <a16:creationId xmlns:a16="http://schemas.microsoft.com/office/drawing/2014/main" id="{B4359618-B616-4EA6-BAEE-B10D156DA17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07" name="38-text-2">
            <a:extLst xmlns:a="http://schemas.openxmlformats.org/drawingml/2006/main">
              <a:ext uri="{FF2B5EF4-FFF2-40B4-BE49-F238E27FC236}">
                <a16:creationId xmlns:a16="http://schemas.microsoft.com/office/drawing/2014/main" id="{92AA062A-4B19-4645-9145-AE8DBFCD3F4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08" name="38-text-3">
            <a:extLst xmlns:a="http://schemas.openxmlformats.org/drawingml/2006/main">
              <a:ext uri="{FF2B5EF4-FFF2-40B4-BE49-F238E27FC236}">
                <a16:creationId xmlns:a16="http://schemas.microsoft.com/office/drawing/2014/main" id="{D24A7048-A877-4EC2-A2D6-BAA2F10C470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09" name="38-text-4">
            <a:extLst xmlns:a="http://schemas.openxmlformats.org/drawingml/2006/main">
              <a:ext uri="{FF2B5EF4-FFF2-40B4-BE49-F238E27FC236}">
                <a16:creationId xmlns:a16="http://schemas.microsoft.com/office/drawing/2014/main" id="{6D014A08-B525-47FD-B6C0-98ACB9E5617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10" name="38-text-5">
            <a:extLst xmlns:a="http://schemas.openxmlformats.org/drawingml/2006/main">
              <a:ext uri="{FF2B5EF4-FFF2-40B4-BE49-F238E27FC236}">
                <a16:creationId xmlns:a16="http://schemas.microsoft.com/office/drawing/2014/main" id="{7EDC761A-44F1-474E-A4F9-0D732A79310F}"/>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11" name="38-text-6">
            <a:extLst xmlns:a="http://schemas.openxmlformats.org/drawingml/2006/main">
              <a:ext uri="{FF2B5EF4-FFF2-40B4-BE49-F238E27FC236}">
                <a16:creationId xmlns:a16="http://schemas.microsoft.com/office/drawing/2014/main" id="{A812D3F2-F5D1-4D9E-9B44-8599471442C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12" name="38-text-7">
            <a:extLst xmlns:a="http://schemas.openxmlformats.org/drawingml/2006/main">
              <a:ext uri="{FF2B5EF4-FFF2-40B4-BE49-F238E27FC236}">
                <a16:creationId xmlns:a16="http://schemas.microsoft.com/office/drawing/2014/main" id="{DE815218-3F93-41A1-9638-E2EF5CF30D0D}"/>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13" name="38-text-8">
            <a:extLst xmlns:a="http://schemas.openxmlformats.org/drawingml/2006/main">
              <a:ext uri="{FF2B5EF4-FFF2-40B4-BE49-F238E27FC236}">
                <a16:creationId xmlns:a16="http://schemas.microsoft.com/office/drawing/2014/main" id="{63218D22-50A4-4E78-9060-FE9E3BBD361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14" name="38-text-9">
            <a:extLst xmlns:a="http://schemas.openxmlformats.org/drawingml/2006/main">
              <a:ext uri="{FF2B5EF4-FFF2-40B4-BE49-F238E27FC236}">
                <a16:creationId xmlns:a16="http://schemas.microsoft.com/office/drawing/2014/main" id="{91310C99-84FD-48AC-9160-10408492E46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15" name="narrative-number">
            <a:extLst xmlns:a="http://schemas.openxmlformats.org/drawingml/2006/main">
              <a:ext uri="{FF2B5EF4-FFF2-40B4-BE49-F238E27FC236}">
                <a16:creationId xmlns:a16="http://schemas.microsoft.com/office/drawing/2014/main" id="{66856306-6622-49D0-A4C3-52A0BC8F057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21580671"/>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6" name="!!area-name">
            <a:extLst xmlns:a="http://schemas.openxmlformats.org/drawingml/2006/main">
              <a:ext uri="{FF2B5EF4-FFF2-40B4-BE49-F238E27FC236}">
                <a16:creationId xmlns:a16="http://schemas.microsoft.com/office/drawing/2014/main" id="{B5E32B1F-F961-43EF-9E57-0576BF8429B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24" name="mini-map"/>
          <p:cNvPicPr>
            <a:picLocks xmlns:a="http://schemas.openxmlformats.org/drawingml/2006/main" noChangeAspect="1"/>
          </p:cNvPicPr>
          <p:nvPr/>
        </p:nvPicPr>
        <p:blipFill>
          <a:blip xmlns:r="http://schemas.openxmlformats.org/officeDocument/2006/relationships" xmlns:a="http://schemas.openxmlformats.org/drawingml/2006/main" r:embed="Rb81dab21c8684e4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8" name="slide-title">
            <a:extLst xmlns:a="http://schemas.openxmlformats.org/drawingml/2006/main">
              <a:ext uri="{FF2B5EF4-FFF2-40B4-BE49-F238E27FC236}">
                <a16:creationId xmlns:a16="http://schemas.microsoft.com/office/drawing/2014/main" id="{D60E59A1-0E18-4303-85A5-D315B31BA0E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419" name="header-divider">
            <a:extLst xmlns:a="http://schemas.openxmlformats.org/drawingml/2006/main">
              <a:ext uri="{FF2B5EF4-FFF2-40B4-BE49-F238E27FC236}">
                <a16:creationId xmlns:a16="http://schemas.microsoft.com/office/drawing/2014/main" id="{A52757F5-8535-467E-900A-DBCFB914099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0" name="39-text-1">
            <a:extLst xmlns:a="http://schemas.openxmlformats.org/drawingml/2006/main">
              <a:ext uri="{FF2B5EF4-FFF2-40B4-BE49-F238E27FC236}">
                <a16:creationId xmlns:a16="http://schemas.microsoft.com/office/drawing/2014/main" id="{C82DE3C7-896D-4836-B2AC-FFD1476AB39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28"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22" name="narrative-number">
            <a:extLst xmlns:a="http://schemas.openxmlformats.org/drawingml/2006/main">
              <a:ext uri="{FF2B5EF4-FFF2-40B4-BE49-F238E27FC236}">
                <a16:creationId xmlns:a16="http://schemas.microsoft.com/office/drawing/2014/main" id="{534338F5-7790-48F3-823C-9112A2CCA9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033707688"/>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25" name="40-image-1"/>
          <p:cNvPicPr>
            <a:picLocks xmlns:a="http://schemas.openxmlformats.org/drawingml/2006/main" noChangeAspect="1"/>
          </p:cNvPicPr>
          <p:nvPr/>
        </p:nvPicPr>
        <p:blipFill>
          <a:blip xmlns:r="http://schemas.openxmlformats.org/officeDocument/2006/relationships" xmlns:a="http://schemas.openxmlformats.org/drawingml/2006/main" r:embed="R73f4faef0a5d4fe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24" name="narrative-number">
            <a:extLst xmlns:a="http://schemas.openxmlformats.org/drawingml/2006/main">
              <a:ext uri="{FF2B5EF4-FFF2-40B4-BE49-F238E27FC236}">
                <a16:creationId xmlns:a16="http://schemas.microsoft.com/office/drawing/2014/main" id="{FC2EA932-2FBA-438D-A5E3-BB493F7DCA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4038594742"/>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5" name="section-label">
            <a:extLst xmlns:a="http://schemas.openxmlformats.org/drawingml/2006/main">
              <a:ext uri="{FF2B5EF4-FFF2-40B4-BE49-F238E27FC236}">
                <a16:creationId xmlns:a16="http://schemas.microsoft.com/office/drawing/2014/main" id="{A0D056B5-0A3F-4D11-A855-D2F2D7502F2B}"/>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26" name="section-rule">
            <a:extLst xmlns:a="http://schemas.openxmlformats.org/drawingml/2006/main">
              <a:ext uri="{FF2B5EF4-FFF2-40B4-BE49-F238E27FC236}">
                <a16:creationId xmlns:a16="http://schemas.microsoft.com/office/drawing/2014/main" id="{44DDF821-5A4B-440C-89CB-82781A1DD68F}"/>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7" name="section-title">
            <a:extLst xmlns:a="http://schemas.openxmlformats.org/drawingml/2006/main">
              <a:ext uri="{FF2B5EF4-FFF2-40B4-BE49-F238E27FC236}">
                <a16:creationId xmlns:a16="http://schemas.microsoft.com/office/drawing/2014/main" id="{4202DF94-1139-4ABC-B55C-C3A4C88C30E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28" name="narrative-number">
            <a:extLst xmlns:a="http://schemas.openxmlformats.org/drawingml/2006/main">
              <a:ext uri="{FF2B5EF4-FFF2-40B4-BE49-F238E27FC236}">
                <a16:creationId xmlns:a16="http://schemas.microsoft.com/office/drawing/2014/main" id="{A7489AD9-A9A8-472E-A1E1-C0E94B848A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4222886108"/>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9" name="!!area-name">
            <a:extLst xmlns:a="http://schemas.openxmlformats.org/drawingml/2006/main">
              <a:ext uri="{FF2B5EF4-FFF2-40B4-BE49-F238E27FC236}">
                <a16:creationId xmlns:a16="http://schemas.microsoft.com/office/drawing/2014/main" id="{4AC6794C-D09E-4184-9788-A6291867452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36" name="mini-map"/>
          <p:cNvPicPr>
            <a:picLocks xmlns:a="http://schemas.openxmlformats.org/drawingml/2006/main" noChangeAspect="1"/>
          </p:cNvPicPr>
          <p:nvPr/>
        </p:nvPicPr>
        <p:blipFill>
          <a:blip xmlns:r="http://schemas.openxmlformats.org/officeDocument/2006/relationships" xmlns:a="http://schemas.openxmlformats.org/drawingml/2006/main" r:embed="Rc97988dd27a7423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1" name="slide-title">
            <a:extLst xmlns:a="http://schemas.openxmlformats.org/drawingml/2006/main">
              <a:ext uri="{FF2B5EF4-FFF2-40B4-BE49-F238E27FC236}">
                <a16:creationId xmlns:a16="http://schemas.microsoft.com/office/drawing/2014/main" id="{A8181342-95B6-4F59-A04B-E99C7986C90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32" name="header-divider">
            <a:extLst xmlns:a="http://schemas.openxmlformats.org/drawingml/2006/main">
              <a:ext uri="{FF2B5EF4-FFF2-40B4-BE49-F238E27FC236}">
                <a16:creationId xmlns:a16="http://schemas.microsoft.com/office/drawing/2014/main" id="{6445D7F7-53E7-4569-B4C1-7CFAAB4D817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39"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34" name="narrative-number">
            <a:extLst xmlns:a="http://schemas.openxmlformats.org/drawingml/2006/main">
              <a:ext uri="{FF2B5EF4-FFF2-40B4-BE49-F238E27FC236}">
                <a16:creationId xmlns:a16="http://schemas.microsoft.com/office/drawing/2014/main" id="{58232CB7-16E9-4BB4-92DB-EDB86846BF0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1837900039"/>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5" name="!!area-name">
            <a:extLst xmlns:a="http://schemas.openxmlformats.org/drawingml/2006/main">
              <a:ext uri="{FF2B5EF4-FFF2-40B4-BE49-F238E27FC236}">
                <a16:creationId xmlns:a16="http://schemas.microsoft.com/office/drawing/2014/main" id="{9384D901-2909-45B5-8FF8-60EDFBBDF0C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42" name="mini-map"/>
          <p:cNvPicPr>
            <a:picLocks xmlns:a="http://schemas.openxmlformats.org/drawingml/2006/main" noChangeAspect="1"/>
          </p:cNvPicPr>
          <p:nvPr/>
        </p:nvPicPr>
        <p:blipFill>
          <a:blip xmlns:r="http://schemas.openxmlformats.org/officeDocument/2006/relationships" xmlns:a="http://schemas.openxmlformats.org/drawingml/2006/main" r:embed="Re37e913b944d4af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7" name="slide-title">
            <a:extLst xmlns:a="http://schemas.openxmlformats.org/drawingml/2006/main">
              <a:ext uri="{FF2B5EF4-FFF2-40B4-BE49-F238E27FC236}">
                <a16:creationId xmlns:a16="http://schemas.microsoft.com/office/drawing/2014/main" id="{446F3C37-4B87-4451-929A-DAE5C6E7FC5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38" name="header-divider">
            <a:extLst xmlns:a="http://schemas.openxmlformats.org/drawingml/2006/main">
              <a:ext uri="{FF2B5EF4-FFF2-40B4-BE49-F238E27FC236}">
                <a16:creationId xmlns:a16="http://schemas.microsoft.com/office/drawing/2014/main" id="{2D4F9130-1FE8-44C6-A87A-AE636012A5A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5"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40" name="narrative-number">
            <a:extLst xmlns:a="http://schemas.openxmlformats.org/drawingml/2006/main">
              <a:ext uri="{FF2B5EF4-FFF2-40B4-BE49-F238E27FC236}">
                <a16:creationId xmlns:a16="http://schemas.microsoft.com/office/drawing/2014/main" id="{00343BFA-0B6D-4024-8E79-B5688834A4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3126381735"/>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1" name="!!area-name">
            <a:extLst xmlns:a="http://schemas.openxmlformats.org/drawingml/2006/main">
              <a:ext uri="{FF2B5EF4-FFF2-40B4-BE49-F238E27FC236}">
                <a16:creationId xmlns:a16="http://schemas.microsoft.com/office/drawing/2014/main" id="{511CDDF0-F5B0-42FC-A40F-117B49751A89}"/>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42" name="header-divider">
            <a:extLst xmlns:a="http://schemas.openxmlformats.org/drawingml/2006/main">
              <a:ext uri="{FF2B5EF4-FFF2-40B4-BE49-F238E27FC236}">
                <a16:creationId xmlns:a16="http://schemas.microsoft.com/office/drawing/2014/main" id="{1318B492-2F7C-4C60-B0C2-35692ECB8887}"/>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3" name="44-shape-1">
            <a:extLst xmlns:a="http://schemas.openxmlformats.org/drawingml/2006/main">
              <a:ext uri="{FF2B5EF4-FFF2-40B4-BE49-F238E27FC236}">
                <a16:creationId xmlns:a16="http://schemas.microsoft.com/office/drawing/2014/main" id="{4604ACCA-AF58-447B-97D5-3B203E201AB2}"/>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4" name="44-shape-2">
            <a:extLst xmlns:a="http://schemas.openxmlformats.org/drawingml/2006/main">
              <a:ext uri="{FF2B5EF4-FFF2-40B4-BE49-F238E27FC236}">
                <a16:creationId xmlns:a16="http://schemas.microsoft.com/office/drawing/2014/main" id="{B92533B2-0128-44A8-B2A2-7BB36BB6D895}"/>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45" name="44-text-3">
            <a:extLst xmlns:a="http://schemas.openxmlformats.org/drawingml/2006/main">
              <a:ext uri="{FF2B5EF4-FFF2-40B4-BE49-F238E27FC236}">
                <a16:creationId xmlns:a16="http://schemas.microsoft.com/office/drawing/2014/main" id="{94294C49-5896-45F8-9276-475D70B99441}"/>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46" name="44-text-4">
            <a:extLst xmlns:a="http://schemas.openxmlformats.org/drawingml/2006/main">
              <a:ext uri="{FF2B5EF4-FFF2-40B4-BE49-F238E27FC236}">
                <a16:creationId xmlns:a16="http://schemas.microsoft.com/office/drawing/2014/main" id="{A051BF9E-1D5B-403A-BB55-D8DADA04A77D}"/>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47" name="44-shape-5">
            <a:extLst xmlns:a="http://schemas.openxmlformats.org/drawingml/2006/main">
              <a:ext uri="{FF2B5EF4-FFF2-40B4-BE49-F238E27FC236}">
                <a16:creationId xmlns:a16="http://schemas.microsoft.com/office/drawing/2014/main" id="{3B387812-9835-4367-8DA9-A1AA320873F2}"/>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8" name="44-shape-6">
            <a:extLst xmlns:a="http://schemas.openxmlformats.org/drawingml/2006/main">
              <a:ext uri="{FF2B5EF4-FFF2-40B4-BE49-F238E27FC236}">
                <a16:creationId xmlns:a16="http://schemas.microsoft.com/office/drawing/2014/main" id="{F12ACFB3-0617-4A9D-AEE9-B24157D1FE67}"/>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49" name="44-text-7">
            <a:extLst xmlns:a="http://schemas.openxmlformats.org/drawingml/2006/main">
              <a:ext uri="{FF2B5EF4-FFF2-40B4-BE49-F238E27FC236}">
                <a16:creationId xmlns:a16="http://schemas.microsoft.com/office/drawing/2014/main" id="{66CAA37F-2332-4AC9-BC70-5C0286D8A740}"/>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50" name="44-text-8">
            <a:extLst xmlns:a="http://schemas.openxmlformats.org/drawingml/2006/main">
              <a:ext uri="{FF2B5EF4-FFF2-40B4-BE49-F238E27FC236}">
                <a16:creationId xmlns:a16="http://schemas.microsoft.com/office/drawing/2014/main" id="{9692F5D5-FEA5-4E15-96EA-682E0A2BB0C9}"/>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51" name="44-shape-9">
            <a:extLst xmlns:a="http://schemas.openxmlformats.org/drawingml/2006/main">
              <a:ext uri="{FF2B5EF4-FFF2-40B4-BE49-F238E27FC236}">
                <a16:creationId xmlns:a16="http://schemas.microsoft.com/office/drawing/2014/main" id="{403B024C-0409-471B-8EC4-676A1246313A}"/>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2" name="44-shape-10">
            <a:extLst xmlns:a="http://schemas.openxmlformats.org/drawingml/2006/main">
              <a:ext uri="{FF2B5EF4-FFF2-40B4-BE49-F238E27FC236}">
                <a16:creationId xmlns:a16="http://schemas.microsoft.com/office/drawing/2014/main" id="{6FEEE1CC-759F-4905-A195-EEC9DB4D2B57}"/>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3" name="44-text-11">
            <a:extLst xmlns:a="http://schemas.openxmlformats.org/drawingml/2006/main">
              <a:ext uri="{FF2B5EF4-FFF2-40B4-BE49-F238E27FC236}">
                <a16:creationId xmlns:a16="http://schemas.microsoft.com/office/drawing/2014/main" id="{3C920EAD-3825-40EC-B77F-B6CC8578005D}"/>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54" name="44-text-12">
            <a:extLst xmlns:a="http://schemas.openxmlformats.org/drawingml/2006/main">
              <a:ext uri="{FF2B5EF4-FFF2-40B4-BE49-F238E27FC236}">
                <a16:creationId xmlns:a16="http://schemas.microsoft.com/office/drawing/2014/main" id="{4F6112FD-7326-4527-AD1A-CAB515CA3E33}"/>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55" name="44-shape-13">
            <a:extLst xmlns:a="http://schemas.openxmlformats.org/drawingml/2006/main">
              <a:ext uri="{FF2B5EF4-FFF2-40B4-BE49-F238E27FC236}">
                <a16:creationId xmlns:a16="http://schemas.microsoft.com/office/drawing/2014/main" id="{DBA5CC98-E4D9-497D-8EB9-C48D981C9C3A}"/>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6" name="44-shape-14">
            <a:extLst xmlns:a="http://schemas.openxmlformats.org/drawingml/2006/main">
              <a:ext uri="{FF2B5EF4-FFF2-40B4-BE49-F238E27FC236}">
                <a16:creationId xmlns:a16="http://schemas.microsoft.com/office/drawing/2014/main" id="{BC7EBF11-6707-4EDA-97F7-7B3A004868E9}"/>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7" name="44-text-15">
            <a:extLst xmlns:a="http://schemas.openxmlformats.org/drawingml/2006/main">
              <a:ext uri="{FF2B5EF4-FFF2-40B4-BE49-F238E27FC236}">
                <a16:creationId xmlns:a16="http://schemas.microsoft.com/office/drawing/2014/main" id="{7BC028B9-5FC3-4972-BA7C-09F2558DEE0B}"/>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58" name="44-text-16">
            <a:extLst xmlns:a="http://schemas.openxmlformats.org/drawingml/2006/main">
              <a:ext uri="{FF2B5EF4-FFF2-40B4-BE49-F238E27FC236}">
                <a16:creationId xmlns:a16="http://schemas.microsoft.com/office/drawing/2014/main" id="{851DE773-4515-4414-A0DD-01CE453F3935}"/>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59" name="44-shape-17">
            <a:extLst xmlns:a="http://schemas.openxmlformats.org/drawingml/2006/main">
              <a:ext uri="{FF2B5EF4-FFF2-40B4-BE49-F238E27FC236}">
                <a16:creationId xmlns:a16="http://schemas.microsoft.com/office/drawing/2014/main" id="{622F42D2-D65C-4E3A-B538-815DDF552EE2}"/>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0" name="44-shape-18">
            <a:extLst xmlns:a="http://schemas.openxmlformats.org/drawingml/2006/main">
              <a:ext uri="{FF2B5EF4-FFF2-40B4-BE49-F238E27FC236}">
                <a16:creationId xmlns:a16="http://schemas.microsoft.com/office/drawing/2014/main" id="{E7806A30-760F-48C0-B04D-1D30E9350E45}"/>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61" name="44-text-19">
            <a:extLst xmlns:a="http://schemas.openxmlformats.org/drawingml/2006/main">
              <a:ext uri="{FF2B5EF4-FFF2-40B4-BE49-F238E27FC236}">
                <a16:creationId xmlns:a16="http://schemas.microsoft.com/office/drawing/2014/main" id="{B6A16D57-FE84-4A63-980D-25EC5B67B1E2}"/>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462" name="44-text-20">
            <a:extLst xmlns:a="http://schemas.openxmlformats.org/drawingml/2006/main">
              <a:ext uri="{FF2B5EF4-FFF2-40B4-BE49-F238E27FC236}">
                <a16:creationId xmlns:a16="http://schemas.microsoft.com/office/drawing/2014/main" id="{BEB0292E-1D9B-4D65-B8E1-C8C0C42C2F37}"/>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63" name="44-shape-21">
            <a:extLst xmlns:a="http://schemas.openxmlformats.org/drawingml/2006/main">
              <a:ext uri="{FF2B5EF4-FFF2-40B4-BE49-F238E27FC236}">
                <a16:creationId xmlns:a16="http://schemas.microsoft.com/office/drawing/2014/main" id="{8EE01451-1C39-48FA-A8B8-33C0F4DFDCD3}"/>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4" name="44-shape-22">
            <a:extLst xmlns:a="http://schemas.openxmlformats.org/drawingml/2006/main">
              <a:ext uri="{FF2B5EF4-FFF2-40B4-BE49-F238E27FC236}">
                <a16:creationId xmlns:a16="http://schemas.microsoft.com/office/drawing/2014/main" id="{42775BDB-2547-415C-BC8B-0FBEDD8BAC9D}"/>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5" name="44-text-23">
            <a:extLst xmlns:a="http://schemas.openxmlformats.org/drawingml/2006/main">
              <a:ext uri="{FF2B5EF4-FFF2-40B4-BE49-F238E27FC236}">
                <a16:creationId xmlns:a16="http://schemas.microsoft.com/office/drawing/2014/main" id="{0B423F79-6934-4800-99B0-15116FF5D83C}"/>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466" name="44-text-24">
            <a:extLst xmlns:a="http://schemas.openxmlformats.org/drawingml/2006/main">
              <a:ext uri="{FF2B5EF4-FFF2-40B4-BE49-F238E27FC236}">
                <a16:creationId xmlns:a16="http://schemas.microsoft.com/office/drawing/2014/main" id="{B7A564BF-8970-4122-AE4C-D779BBB96E7F}"/>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67" name="narrative-number">
            <a:extLst xmlns:a="http://schemas.openxmlformats.org/drawingml/2006/main">
              <a:ext uri="{FF2B5EF4-FFF2-40B4-BE49-F238E27FC236}">
                <a16:creationId xmlns:a16="http://schemas.microsoft.com/office/drawing/2014/main" id="{BBD3C92C-8542-46B1-91B0-7F9BA8253C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4159687072"/>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8" name="!!area-name">
            <a:extLst xmlns:a="http://schemas.openxmlformats.org/drawingml/2006/main">
              <a:ext uri="{FF2B5EF4-FFF2-40B4-BE49-F238E27FC236}">
                <a16:creationId xmlns:a16="http://schemas.microsoft.com/office/drawing/2014/main" id="{9003B807-B127-4B17-B459-560006128E1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86" name="mini-map"/>
          <p:cNvPicPr>
            <a:picLocks xmlns:a="http://schemas.openxmlformats.org/drawingml/2006/main" noChangeAspect="1"/>
          </p:cNvPicPr>
          <p:nvPr/>
        </p:nvPicPr>
        <p:blipFill>
          <a:blip xmlns:r="http://schemas.openxmlformats.org/officeDocument/2006/relationships" xmlns:a="http://schemas.openxmlformats.org/drawingml/2006/main" r:embed="R2c9871562d834d4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0" name="slide-title">
            <a:extLst xmlns:a="http://schemas.openxmlformats.org/drawingml/2006/main">
              <a:ext uri="{FF2B5EF4-FFF2-40B4-BE49-F238E27FC236}">
                <a16:creationId xmlns:a16="http://schemas.microsoft.com/office/drawing/2014/main" id="{98D7E52E-6956-42F0-AD01-2839DFED987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71" name="header-divider">
            <a:extLst xmlns:a="http://schemas.openxmlformats.org/drawingml/2006/main">
              <a:ext uri="{FF2B5EF4-FFF2-40B4-BE49-F238E27FC236}">
                <a16:creationId xmlns:a16="http://schemas.microsoft.com/office/drawing/2014/main" id="{EE94322F-C8B0-4C1C-A0DA-922D1543763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2" name="45-shape-1">
            <a:extLst xmlns:a="http://schemas.openxmlformats.org/drawingml/2006/main">
              <a:ext uri="{FF2B5EF4-FFF2-40B4-BE49-F238E27FC236}">
                <a16:creationId xmlns:a16="http://schemas.microsoft.com/office/drawing/2014/main" id="{8C656472-870A-4A6E-AA23-7984B18F7979}"/>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3" name="45-text-2">
            <a:extLst xmlns:a="http://schemas.openxmlformats.org/drawingml/2006/main">
              <a:ext uri="{FF2B5EF4-FFF2-40B4-BE49-F238E27FC236}">
                <a16:creationId xmlns:a16="http://schemas.microsoft.com/office/drawing/2014/main" id="{50A99A0F-B095-40DC-BF06-38E7C6D81D0E}"/>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74" name="45-text-3">
            <a:extLst xmlns:a="http://schemas.openxmlformats.org/drawingml/2006/main">
              <a:ext uri="{FF2B5EF4-FFF2-40B4-BE49-F238E27FC236}">
                <a16:creationId xmlns:a16="http://schemas.microsoft.com/office/drawing/2014/main" id="{7A2973B7-9CEB-4DB9-875E-60DFD8B09573}"/>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475" name="45-shape-4">
            <a:extLst xmlns:a="http://schemas.openxmlformats.org/drawingml/2006/main">
              <a:ext uri="{FF2B5EF4-FFF2-40B4-BE49-F238E27FC236}">
                <a16:creationId xmlns:a16="http://schemas.microsoft.com/office/drawing/2014/main" id="{DBCD094A-6987-4217-AF73-D4616E2D0E42}"/>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6" name="45-text-5">
            <a:extLst xmlns:a="http://schemas.openxmlformats.org/drawingml/2006/main">
              <a:ext uri="{FF2B5EF4-FFF2-40B4-BE49-F238E27FC236}">
                <a16:creationId xmlns:a16="http://schemas.microsoft.com/office/drawing/2014/main" id="{AAA3AA54-35A8-4345-A677-FB2BEF190C8C}"/>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77" name="45-text-6">
            <a:extLst xmlns:a="http://schemas.openxmlformats.org/drawingml/2006/main">
              <a:ext uri="{FF2B5EF4-FFF2-40B4-BE49-F238E27FC236}">
                <a16:creationId xmlns:a16="http://schemas.microsoft.com/office/drawing/2014/main" id="{5596174F-267E-4E36-8B45-3511AD317617}"/>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478" name="45-shape-7">
            <a:extLst xmlns:a="http://schemas.openxmlformats.org/drawingml/2006/main">
              <a:ext uri="{FF2B5EF4-FFF2-40B4-BE49-F238E27FC236}">
                <a16:creationId xmlns:a16="http://schemas.microsoft.com/office/drawing/2014/main" id="{60333C33-AEDE-49FC-A048-272005EC2672}"/>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9" name="45-text-8">
            <a:extLst xmlns:a="http://schemas.openxmlformats.org/drawingml/2006/main">
              <a:ext uri="{FF2B5EF4-FFF2-40B4-BE49-F238E27FC236}">
                <a16:creationId xmlns:a16="http://schemas.microsoft.com/office/drawing/2014/main" id="{00E0EA5D-E031-40F3-A0EF-359A45564311}"/>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80" name="45-text-9">
            <a:extLst xmlns:a="http://schemas.openxmlformats.org/drawingml/2006/main">
              <a:ext uri="{FF2B5EF4-FFF2-40B4-BE49-F238E27FC236}">
                <a16:creationId xmlns:a16="http://schemas.microsoft.com/office/drawing/2014/main" id="{06C36639-D45C-44D5-B001-957B2B998B06}"/>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481" name="45-shape-10">
            <a:extLst xmlns:a="http://schemas.openxmlformats.org/drawingml/2006/main">
              <a:ext uri="{FF2B5EF4-FFF2-40B4-BE49-F238E27FC236}">
                <a16:creationId xmlns:a16="http://schemas.microsoft.com/office/drawing/2014/main" id="{C718C210-41D1-45FC-B837-29BA6BDBBF84}"/>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2" name="45-text-11">
            <a:extLst xmlns:a="http://schemas.openxmlformats.org/drawingml/2006/main">
              <a:ext uri="{FF2B5EF4-FFF2-40B4-BE49-F238E27FC236}">
                <a16:creationId xmlns:a16="http://schemas.microsoft.com/office/drawing/2014/main" id="{1E0065B4-420B-4929-945E-085C4E744964}"/>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83" name="45-text-12">
            <a:extLst xmlns:a="http://schemas.openxmlformats.org/drawingml/2006/main">
              <a:ext uri="{FF2B5EF4-FFF2-40B4-BE49-F238E27FC236}">
                <a16:creationId xmlns:a16="http://schemas.microsoft.com/office/drawing/2014/main" id="{AFDF43FB-6A91-42E6-8B90-BCFE5108E4F5}"/>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484" name="narrative-number">
            <a:extLst xmlns:a="http://schemas.openxmlformats.org/drawingml/2006/main">
              <a:ext uri="{FF2B5EF4-FFF2-40B4-BE49-F238E27FC236}">
                <a16:creationId xmlns:a16="http://schemas.microsoft.com/office/drawing/2014/main" id="{3AC82892-932F-45B5-BD9B-9F008266F13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363702564"/>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5" name="!!area-name">
            <a:extLst xmlns:a="http://schemas.openxmlformats.org/drawingml/2006/main">
              <a:ext uri="{FF2B5EF4-FFF2-40B4-BE49-F238E27FC236}">
                <a16:creationId xmlns:a16="http://schemas.microsoft.com/office/drawing/2014/main" id="{959C1826-254F-4008-B35C-81B8143CB82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95" name="mini-map"/>
          <p:cNvPicPr>
            <a:picLocks xmlns:a="http://schemas.openxmlformats.org/drawingml/2006/main" noChangeAspect="1"/>
          </p:cNvPicPr>
          <p:nvPr/>
        </p:nvPicPr>
        <p:blipFill>
          <a:blip xmlns:r="http://schemas.openxmlformats.org/officeDocument/2006/relationships" xmlns:a="http://schemas.openxmlformats.org/drawingml/2006/main" r:embed="R9798b9652a00437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7" name="slide-title">
            <a:extLst xmlns:a="http://schemas.openxmlformats.org/drawingml/2006/main">
              <a:ext uri="{FF2B5EF4-FFF2-40B4-BE49-F238E27FC236}">
                <a16:creationId xmlns:a16="http://schemas.microsoft.com/office/drawing/2014/main" id="{7EF87C93-D49F-48EF-984E-8D570E0525B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88" name="header-divider">
            <a:extLst xmlns:a="http://schemas.openxmlformats.org/drawingml/2006/main">
              <a:ext uri="{FF2B5EF4-FFF2-40B4-BE49-F238E27FC236}">
                <a16:creationId xmlns:a16="http://schemas.microsoft.com/office/drawing/2014/main" id="{A0EFBC32-CCDC-4FC8-B601-36176E0E423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9" name="45-text-13">
            <a:extLst xmlns:a="http://schemas.openxmlformats.org/drawingml/2006/main">
              <a:ext uri="{FF2B5EF4-FFF2-40B4-BE49-F238E27FC236}">
                <a16:creationId xmlns:a16="http://schemas.microsoft.com/office/drawing/2014/main" id="{04343F7B-C238-417A-A36B-C3003F64E913}"/>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490" name="45-text-14">
            <a:extLst xmlns:a="http://schemas.openxmlformats.org/drawingml/2006/main">
              <a:ext uri="{FF2B5EF4-FFF2-40B4-BE49-F238E27FC236}">
                <a16:creationId xmlns:a16="http://schemas.microsoft.com/office/drawing/2014/main" id="{7D1A5AAD-021E-47F4-BD84-CC7F5F5980A6}"/>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491" name="45-text-15">
            <a:extLst xmlns:a="http://schemas.openxmlformats.org/drawingml/2006/main">
              <a:ext uri="{FF2B5EF4-FFF2-40B4-BE49-F238E27FC236}">
                <a16:creationId xmlns:a16="http://schemas.microsoft.com/office/drawing/2014/main" id="{8C98867A-9496-4756-893D-76E4955F0374}"/>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501"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3" name="narrative-number">
            <a:extLst xmlns:a="http://schemas.openxmlformats.org/drawingml/2006/main">
              <a:ext uri="{FF2B5EF4-FFF2-40B4-BE49-F238E27FC236}">
                <a16:creationId xmlns:a16="http://schemas.microsoft.com/office/drawing/2014/main" id="{4171F64C-B2A0-45C7-B514-EC05C297F51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696713724"/>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4" name="slide-title">
            <a:extLst xmlns:a="http://schemas.openxmlformats.org/drawingml/2006/main">
              <a:ext uri="{FF2B5EF4-FFF2-40B4-BE49-F238E27FC236}">
                <a16:creationId xmlns:a16="http://schemas.microsoft.com/office/drawing/2014/main" id="{C0549BBA-C26A-45F1-9D83-31259DE059FD}"/>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495" name="header-divider">
            <a:extLst xmlns:a="http://schemas.openxmlformats.org/drawingml/2006/main">
              <a:ext uri="{FF2B5EF4-FFF2-40B4-BE49-F238E27FC236}">
                <a16:creationId xmlns:a16="http://schemas.microsoft.com/office/drawing/2014/main" id="{529F5AA4-553D-42A5-BC5E-2021ABA54D4C}"/>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6" name="46-text-1">
            <a:extLst xmlns:a="http://schemas.openxmlformats.org/drawingml/2006/main">
              <a:ext uri="{FF2B5EF4-FFF2-40B4-BE49-F238E27FC236}">
                <a16:creationId xmlns:a16="http://schemas.microsoft.com/office/drawing/2014/main" id="{6CA24367-B47F-4B21-B4EE-5A47B6D63C4B}"/>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97" name="46-text-2">
            <a:extLst xmlns:a="http://schemas.openxmlformats.org/drawingml/2006/main">
              <a:ext uri="{FF2B5EF4-FFF2-40B4-BE49-F238E27FC236}">
                <a16:creationId xmlns:a16="http://schemas.microsoft.com/office/drawing/2014/main" id="{DA212D29-7CC2-42DD-94CA-EC57B115E05D}"/>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98" name="46-text-3">
            <a:extLst xmlns:a="http://schemas.openxmlformats.org/drawingml/2006/main">
              <a:ext uri="{FF2B5EF4-FFF2-40B4-BE49-F238E27FC236}">
                <a16:creationId xmlns:a16="http://schemas.microsoft.com/office/drawing/2014/main" id="{37709C9E-370F-432C-A880-18CE23BE224E}"/>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499" name="46-text-4">
            <a:extLst xmlns:a="http://schemas.openxmlformats.org/drawingml/2006/main">
              <a:ext uri="{FF2B5EF4-FFF2-40B4-BE49-F238E27FC236}">
                <a16:creationId xmlns:a16="http://schemas.microsoft.com/office/drawing/2014/main" id="{82A66373-78FB-47BB-A194-3837C6AD56C4}"/>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00" name="46-text-5">
            <a:extLst xmlns:a="http://schemas.openxmlformats.org/drawingml/2006/main">
              <a:ext uri="{FF2B5EF4-FFF2-40B4-BE49-F238E27FC236}">
                <a16:creationId xmlns:a16="http://schemas.microsoft.com/office/drawing/2014/main" id="{5F77163B-4DAF-4972-9B69-7118F42727B0}"/>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01" name="46-text-6">
            <a:extLst xmlns:a="http://schemas.openxmlformats.org/drawingml/2006/main">
              <a:ext uri="{FF2B5EF4-FFF2-40B4-BE49-F238E27FC236}">
                <a16:creationId xmlns:a16="http://schemas.microsoft.com/office/drawing/2014/main" id="{8305288E-DE49-411F-87C9-223A277DACED}"/>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02" name="46-text-7">
            <a:extLst xmlns:a="http://schemas.openxmlformats.org/drawingml/2006/main">
              <a:ext uri="{FF2B5EF4-FFF2-40B4-BE49-F238E27FC236}">
                <a16:creationId xmlns:a16="http://schemas.microsoft.com/office/drawing/2014/main" id="{D47438F8-A085-4A1E-B60A-B130432BD637}"/>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03" name="46-text-8">
            <a:extLst xmlns:a="http://schemas.openxmlformats.org/drawingml/2006/main">
              <a:ext uri="{FF2B5EF4-FFF2-40B4-BE49-F238E27FC236}">
                <a16:creationId xmlns:a16="http://schemas.microsoft.com/office/drawing/2014/main" id="{CD8EB75A-3D0A-4660-9F9E-E5F61F2CE99B}"/>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04" name="46-text-9">
            <a:extLst xmlns:a="http://schemas.openxmlformats.org/drawingml/2006/main">
              <a:ext uri="{FF2B5EF4-FFF2-40B4-BE49-F238E27FC236}">
                <a16:creationId xmlns:a16="http://schemas.microsoft.com/office/drawing/2014/main" id="{5EAD0C37-2EC2-4FDE-8319-5F8E084A7D93}"/>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05" name="46-text-10">
            <a:extLst xmlns:a="http://schemas.openxmlformats.org/drawingml/2006/main">
              <a:ext uri="{FF2B5EF4-FFF2-40B4-BE49-F238E27FC236}">
                <a16:creationId xmlns:a16="http://schemas.microsoft.com/office/drawing/2014/main" id="{8C524903-3D0B-44B1-AED7-1B1679DDFF51}"/>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06" name="46-text-11">
            <a:extLst xmlns:a="http://schemas.openxmlformats.org/drawingml/2006/main">
              <a:ext uri="{FF2B5EF4-FFF2-40B4-BE49-F238E27FC236}">
                <a16:creationId xmlns:a16="http://schemas.microsoft.com/office/drawing/2014/main" id="{2C5F8BD0-2316-4115-9815-25C73EC78948}"/>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07" name="46-text-12">
            <a:extLst xmlns:a="http://schemas.openxmlformats.org/drawingml/2006/main">
              <a:ext uri="{FF2B5EF4-FFF2-40B4-BE49-F238E27FC236}">
                <a16:creationId xmlns:a16="http://schemas.microsoft.com/office/drawing/2014/main" id="{AC68346E-83A9-48F5-9061-E54DA2A62906}"/>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08" name="narrative-number">
            <a:extLst xmlns:a="http://schemas.openxmlformats.org/drawingml/2006/main">
              <a:ext uri="{FF2B5EF4-FFF2-40B4-BE49-F238E27FC236}">
                <a16:creationId xmlns:a16="http://schemas.microsoft.com/office/drawing/2014/main" id="{4B7E2EB7-3D7E-423A-950E-399B045584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659169290"/>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9" name="47-text-1">
            <a:extLst xmlns:a="http://schemas.openxmlformats.org/drawingml/2006/main">
              <a:ext uri="{FF2B5EF4-FFF2-40B4-BE49-F238E27FC236}">
                <a16:creationId xmlns:a16="http://schemas.microsoft.com/office/drawing/2014/main" id="{6DB45B11-9017-452C-9CE6-1ED42815B88E}"/>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10" name="47-text-2">
            <a:extLst xmlns:a="http://schemas.openxmlformats.org/drawingml/2006/main">
              <a:ext uri="{FF2B5EF4-FFF2-40B4-BE49-F238E27FC236}">
                <a16:creationId xmlns:a16="http://schemas.microsoft.com/office/drawing/2014/main" id="{2680EFAD-4B3F-4FCC-89F7-068A7B7AD448}"/>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11" name="47-text-3">
            <a:extLst xmlns:a="http://schemas.openxmlformats.org/drawingml/2006/main">
              <a:ext uri="{FF2B5EF4-FFF2-40B4-BE49-F238E27FC236}">
                <a16:creationId xmlns:a16="http://schemas.microsoft.com/office/drawing/2014/main" id="{E55D9CFE-C864-426F-8107-B393A7D99485}"/>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12" name="narrative-number">
            <a:extLst xmlns:a="http://schemas.openxmlformats.org/drawingml/2006/main">
              <a:ext uri="{FF2B5EF4-FFF2-40B4-BE49-F238E27FC236}">
                <a16:creationId xmlns:a16="http://schemas.microsoft.com/office/drawing/2014/main" id="{D7C44355-16D6-4ED1-B4B5-6B51B4D386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50412693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2026-09-16T16:06:04.2310000Z</dcterms:created>
  <dcterms:modified xsi:type="dcterms:W3CDTF">2026-09-16T16:06:04.2310000Z</dcterms:modified>
</coreProperties>
</file>