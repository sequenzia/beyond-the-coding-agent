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bf5dc81443473f" /><Relationship Type="http://schemas.openxmlformats.org/officeDocument/2006/relationships/extended-properties" Target="/docProps/app.xml" Id="Rb4e6e1fbba464fc4" /><Relationship Type="http://schemas.openxmlformats.org/officeDocument/2006/relationships/officeDocument" Target="/ppt/presentation.xml" Id="R8d3bf6380ca64a23"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bdc1df2a9dc9410c"/>
    <p:sldMasterId xmlns:r="http://schemas.openxmlformats.org/officeDocument/2006/relationships" id="2147483650" r:id="R8f5bffe712d2438c"/>
  </p:sldMasterIdLst>
  <p:notesMasterIdLst>
    <p:notesMasterId xmlns:r="http://schemas.openxmlformats.org/officeDocument/2006/relationships" r:id="R541851df61834097"/>
  </p:notesMasterIdLst>
  <p:sldIdLst>
    <p:sldId xmlns:r="http://schemas.openxmlformats.org/officeDocument/2006/relationships" id="256" r:id="R88d97ceb5ecf44ec"/>
    <p:sldId xmlns:r="http://schemas.openxmlformats.org/officeDocument/2006/relationships" id="257" r:id="Rd122ec4e32db4aac"/>
    <p:sldId xmlns:r="http://schemas.openxmlformats.org/officeDocument/2006/relationships" id="258" r:id="R349e16b717644151"/>
    <p:sldId xmlns:r="http://schemas.openxmlformats.org/officeDocument/2006/relationships" id="259" r:id="Rccdc6821caf5431e"/>
    <p:sldId xmlns:r="http://schemas.openxmlformats.org/officeDocument/2006/relationships" id="260" r:id="R58e76e91c1674348"/>
    <p:sldId xmlns:r="http://schemas.openxmlformats.org/officeDocument/2006/relationships" id="261" r:id="R09a14151f6474e9a"/>
    <p:sldId xmlns:r="http://schemas.openxmlformats.org/officeDocument/2006/relationships" id="262" r:id="R9870b8d6958b440c"/>
    <p:sldId xmlns:r="http://schemas.openxmlformats.org/officeDocument/2006/relationships" id="263" r:id="Rd4696c1d374f45c0"/>
    <p:sldId xmlns:r="http://schemas.openxmlformats.org/officeDocument/2006/relationships" id="264" r:id="R424ed528cf214ea1"/>
    <p:sldId xmlns:r="http://schemas.openxmlformats.org/officeDocument/2006/relationships" id="265" r:id="Rb8ca8b507be34491"/>
    <p:sldId xmlns:r="http://schemas.openxmlformats.org/officeDocument/2006/relationships" id="266" r:id="Re0340fe7224e4046"/>
    <p:sldId xmlns:r="http://schemas.openxmlformats.org/officeDocument/2006/relationships" id="267" r:id="Rc5f3b63beb76483f"/>
    <p:sldId xmlns:r="http://schemas.openxmlformats.org/officeDocument/2006/relationships" id="268" r:id="Ra23a5077121d4417"/>
    <p:sldId xmlns:r="http://schemas.openxmlformats.org/officeDocument/2006/relationships" id="269" r:id="R08a9fa2979c642c6"/>
    <p:sldId xmlns:r="http://schemas.openxmlformats.org/officeDocument/2006/relationships" id="270" r:id="R53097791f6ee462c"/>
    <p:sldId xmlns:r="http://schemas.openxmlformats.org/officeDocument/2006/relationships" id="271" r:id="Rb806e6581c024fec"/>
    <p:sldId xmlns:r="http://schemas.openxmlformats.org/officeDocument/2006/relationships" id="272" r:id="R5d549408dfb6439b"/>
    <p:sldId xmlns:r="http://schemas.openxmlformats.org/officeDocument/2006/relationships" id="273" r:id="R8a034eca6e824cec"/>
    <p:sldId xmlns:r="http://schemas.openxmlformats.org/officeDocument/2006/relationships" id="274" r:id="R90e6b41bc43145ca"/>
    <p:sldId xmlns:r="http://schemas.openxmlformats.org/officeDocument/2006/relationships" id="275" r:id="R221ccdde516543eb"/>
    <p:sldId xmlns:r="http://schemas.openxmlformats.org/officeDocument/2006/relationships" id="276" r:id="R1a1e2b0f736a4fc1"/>
    <p:sldId xmlns:r="http://schemas.openxmlformats.org/officeDocument/2006/relationships" id="277" r:id="Re875112c70794348"/>
    <p:sldId xmlns:r="http://schemas.openxmlformats.org/officeDocument/2006/relationships" id="278" r:id="R2f5aa3d5cd34460d"/>
    <p:sldId xmlns:r="http://schemas.openxmlformats.org/officeDocument/2006/relationships" id="279" r:id="R5a8c65018d884bfb"/>
    <p:sldId xmlns:r="http://schemas.openxmlformats.org/officeDocument/2006/relationships" id="280" r:id="R87bd7ea9cbab4e62"/>
    <p:sldId xmlns:r="http://schemas.openxmlformats.org/officeDocument/2006/relationships" id="281" r:id="R9da901725de64b59"/>
    <p:sldId xmlns:r="http://schemas.openxmlformats.org/officeDocument/2006/relationships" id="282" r:id="R1300e5d980b74db9"/>
    <p:sldId xmlns:r="http://schemas.openxmlformats.org/officeDocument/2006/relationships" id="283" r:id="R0387cf88e1604a4d"/>
    <p:sldId xmlns:r="http://schemas.openxmlformats.org/officeDocument/2006/relationships" id="284" r:id="R89b8444e4dc049fe"/>
    <p:sldId xmlns:r="http://schemas.openxmlformats.org/officeDocument/2006/relationships" id="285" r:id="Rec1e7c34762544e0"/>
    <p:sldId xmlns:r="http://schemas.openxmlformats.org/officeDocument/2006/relationships" id="286" r:id="Rc1d4123ee2524d0b"/>
    <p:sldId xmlns:r="http://schemas.openxmlformats.org/officeDocument/2006/relationships" id="287" r:id="R8c9542d2e747400f"/>
    <p:sldId xmlns:r="http://schemas.openxmlformats.org/officeDocument/2006/relationships" id="288" r:id="R075eb5ef76f04434"/>
    <p:sldId xmlns:r="http://schemas.openxmlformats.org/officeDocument/2006/relationships" id="289" r:id="R88c12f6edace40ad"/>
    <p:sldId xmlns:r="http://schemas.openxmlformats.org/officeDocument/2006/relationships" id="290" r:id="R09718d139bcc47b6"/>
    <p:sldId xmlns:r="http://schemas.openxmlformats.org/officeDocument/2006/relationships" id="291" r:id="Rc4f1c7fca08d4b88"/>
    <p:sldId xmlns:r="http://schemas.openxmlformats.org/officeDocument/2006/relationships" id="292" r:id="R88fd7aba372c4ac4"/>
    <p:sldId xmlns:r="http://schemas.openxmlformats.org/officeDocument/2006/relationships" id="293" r:id="R3189625050ff4a1f"/>
    <p:sldId xmlns:r="http://schemas.openxmlformats.org/officeDocument/2006/relationships" id="294" r:id="Re76f493bc5e34b44"/>
    <p:sldId xmlns:r="http://schemas.openxmlformats.org/officeDocument/2006/relationships" id="295" r:id="R6b6581a931344bce"/>
    <p:sldId xmlns:r="http://schemas.openxmlformats.org/officeDocument/2006/relationships" id="296" r:id="R137b5197b45744c7"/>
    <p:sldId xmlns:r="http://schemas.openxmlformats.org/officeDocument/2006/relationships" id="297" r:id="R35e99fcab6fc49e1"/>
    <p:sldId xmlns:r="http://schemas.openxmlformats.org/officeDocument/2006/relationships" id="298" r:id="Rd0fa0f99b05947ce"/>
    <p:sldId xmlns:r="http://schemas.openxmlformats.org/officeDocument/2006/relationships" id="299" r:id="Rd5fd2e41b0dc4db0"/>
    <p:sldId xmlns:r="http://schemas.openxmlformats.org/officeDocument/2006/relationships" id="300" r:id="R3d13eb9b491a46c4"/>
    <p:sldId xmlns:r="http://schemas.openxmlformats.org/officeDocument/2006/relationships" id="301" r:id="R51ba8800fec04123"/>
    <p:sldId xmlns:r="http://schemas.openxmlformats.org/officeDocument/2006/relationships" id="302" r:id="R932dc5e2cdbb4f76"/>
    <p:sldId xmlns:r="http://schemas.openxmlformats.org/officeDocument/2006/relationships" id="303" r:id="R5a97521aa10e4f9c"/>
    <p:sldId xmlns:r="http://schemas.openxmlformats.org/officeDocument/2006/relationships" id="304" r:id="R0c14cee4cd79434b"/>
    <p:sldId xmlns:r="http://schemas.openxmlformats.org/officeDocument/2006/relationships" id="305" r:id="R39e4c0ddf8ee4a11"/>
    <p:sldId xmlns:r="http://schemas.openxmlformats.org/officeDocument/2006/relationships" id="306" r:id="R293483c02b3a4911"/>
    <p:sldId xmlns:r="http://schemas.openxmlformats.org/officeDocument/2006/relationships" id="307" r:id="R245d329c391e42ae"/>
    <p:sldId xmlns:r="http://schemas.openxmlformats.org/officeDocument/2006/relationships" id="308" r:id="R5fd2bcedc8e440b1"/>
    <p:sldId xmlns:r="http://schemas.openxmlformats.org/officeDocument/2006/relationships" id="309" r:id="R8f4822d77f804f1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0aeca4138c4df9" /><Relationship Type="http://schemas.openxmlformats.org/officeDocument/2006/relationships/slideMaster" Target="/ppt/slideMasters/slideMaster1.xml" Id="Rbdc1df2a9dc9410c" /><Relationship Type="http://schemas.openxmlformats.org/officeDocument/2006/relationships/slideMaster" Target="/ppt/slideMasters/slideMaster2.xml" Id="R8f5bffe712d2438c" /><Relationship Type="http://schemas.openxmlformats.org/officeDocument/2006/relationships/notesMaster" Target="/ppt/notesMasters/notesMaster1.xml" Id="R541851df61834097" /><Relationship Type="http://schemas.openxmlformats.org/officeDocument/2006/relationships/presProps" Target="/ppt/presProps.xml" Id="Rfaab41758eff4b42" /><Relationship Type="http://schemas.openxmlformats.org/officeDocument/2006/relationships/tableStyles" Target="/ppt/tableStyles.xml" Id="R2b26d075bfe345e8" /><Relationship Type="http://schemas.openxmlformats.org/officeDocument/2006/relationships/slide" Target="/ppt/slides/slide1.xml" Id="R88d97ceb5ecf44ec" /><Relationship Type="http://schemas.openxmlformats.org/officeDocument/2006/relationships/slide" Target="/ppt/slides/slide2.xml" Id="Rd122ec4e32db4aac" /><Relationship Type="http://schemas.openxmlformats.org/officeDocument/2006/relationships/slide" Target="/ppt/slides/slide3.xml" Id="R349e16b717644151" /><Relationship Type="http://schemas.openxmlformats.org/officeDocument/2006/relationships/slide" Target="/ppt/slides/slide4.xml" Id="Rccdc6821caf5431e" /><Relationship Type="http://schemas.openxmlformats.org/officeDocument/2006/relationships/slide" Target="/ppt/slides/slide5.xml" Id="R58e76e91c1674348" /><Relationship Type="http://schemas.openxmlformats.org/officeDocument/2006/relationships/slide" Target="/ppt/slides/slide6.xml" Id="R09a14151f6474e9a" /><Relationship Type="http://schemas.openxmlformats.org/officeDocument/2006/relationships/slide" Target="/ppt/slides/slide7.xml" Id="R9870b8d6958b440c" /><Relationship Type="http://schemas.openxmlformats.org/officeDocument/2006/relationships/slide" Target="/ppt/slides/slide8.xml" Id="Rd4696c1d374f45c0" /><Relationship Type="http://schemas.openxmlformats.org/officeDocument/2006/relationships/slide" Target="/ppt/slides/slide9.xml" Id="R424ed528cf214ea1" /><Relationship Type="http://schemas.openxmlformats.org/officeDocument/2006/relationships/slide" Target="/ppt/slides/slide10.xml" Id="Rb8ca8b507be34491" /><Relationship Type="http://schemas.openxmlformats.org/officeDocument/2006/relationships/slide" Target="/ppt/slides/slide11.xml" Id="Re0340fe7224e4046" /><Relationship Type="http://schemas.openxmlformats.org/officeDocument/2006/relationships/slide" Target="/ppt/slides/slide12.xml" Id="Rc5f3b63beb76483f" /><Relationship Type="http://schemas.openxmlformats.org/officeDocument/2006/relationships/slide" Target="/ppt/slides/slide13.xml" Id="Ra23a5077121d4417" /><Relationship Type="http://schemas.openxmlformats.org/officeDocument/2006/relationships/slide" Target="/ppt/slides/slide14.xml" Id="R08a9fa2979c642c6" /><Relationship Type="http://schemas.openxmlformats.org/officeDocument/2006/relationships/slide" Target="/ppt/slides/slide15.xml" Id="R53097791f6ee462c" /><Relationship Type="http://schemas.openxmlformats.org/officeDocument/2006/relationships/slide" Target="/ppt/slides/slide16.xml" Id="Rb806e6581c024fec" /><Relationship Type="http://schemas.openxmlformats.org/officeDocument/2006/relationships/slide" Target="/ppt/slides/slide17.xml" Id="R5d549408dfb6439b" /><Relationship Type="http://schemas.openxmlformats.org/officeDocument/2006/relationships/slide" Target="/ppt/slides/slide18.xml" Id="R8a034eca6e824cec" /><Relationship Type="http://schemas.openxmlformats.org/officeDocument/2006/relationships/slide" Target="/ppt/slides/slide19.xml" Id="R90e6b41bc43145ca" /><Relationship Type="http://schemas.openxmlformats.org/officeDocument/2006/relationships/slide" Target="/ppt/slides/slide20.xml" Id="R221ccdde516543eb" /><Relationship Type="http://schemas.openxmlformats.org/officeDocument/2006/relationships/slide" Target="/ppt/slides/slide21.xml" Id="R1a1e2b0f736a4fc1" /><Relationship Type="http://schemas.openxmlformats.org/officeDocument/2006/relationships/slide" Target="/ppt/slides/slide22.xml" Id="Re875112c70794348" /><Relationship Type="http://schemas.openxmlformats.org/officeDocument/2006/relationships/slide" Target="/ppt/slides/slide23.xml" Id="R2f5aa3d5cd34460d" /><Relationship Type="http://schemas.openxmlformats.org/officeDocument/2006/relationships/slide" Target="/ppt/slides/slide24.xml" Id="R5a8c65018d884bfb" /><Relationship Type="http://schemas.openxmlformats.org/officeDocument/2006/relationships/slide" Target="/ppt/slides/slide25.xml" Id="R87bd7ea9cbab4e62" /><Relationship Type="http://schemas.openxmlformats.org/officeDocument/2006/relationships/slide" Target="/ppt/slides/slide26.xml" Id="R9da901725de64b59" /><Relationship Type="http://schemas.openxmlformats.org/officeDocument/2006/relationships/slide" Target="/ppt/slides/slide27.xml" Id="R1300e5d980b74db9" /><Relationship Type="http://schemas.openxmlformats.org/officeDocument/2006/relationships/slide" Target="/ppt/slides/slide28.xml" Id="R0387cf88e1604a4d" /><Relationship Type="http://schemas.openxmlformats.org/officeDocument/2006/relationships/slide" Target="/ppt/slides/slide29.xml" Id="R89b8444e4dc049fe" /><Relationship Type="http://schemas.openxmlformats.org/officeDocument/2006/relationships/slide" Target="/ppt/slides/slide30.xml" Id="Rec1e7c34762544e0" /><Relationship Type="http://schemas.openxmlformats.org/officeDocument/2006/relationships/slide" Target="/ppt/slides/slide31.xml" Id="Rc1d4123ee2524d0b" /><Relationship Type="http://schemas.openxmlformats.org/officeDocument/2006/relationships/slide" Target="/ppt/slides/slide32.xml" Id="R8c9542d2e747400f" /><Relationship Type="http://schemas.openxmlformats.org/officeDocument/2006/relationships/slide" Target="/ppt/slides/slide33.xml" Id="R075eb5ef76f04434" /><Relationship Type="http://schemas.openxmlformats.org/officeDocument/2006/relationships/slide" Target="/ppt/slides/slide34.xml" Id="R88c12f6edace40ad" /><Relationship Type="http://schemas.openxmlformats.org/officeDocument/2006/relationships/slide" Target="/ppt/slides/slide35.xml" Id="R09718d139bcc47b6" /><Relationship Type="http://schemas.openxmlformats.org/officeDocument/2006/relationships/slide" Target="/ppt/slides/slide36.xml" Id="Rc4f1c7fca08d4b88" /><Relationship Type="http://schemas.openxmlformats.org/officeDocument/2006/relationships/slide" Target="/ppt/slides/slide37.xml" Id="R88fd7aba372c4ac4" /><Relationship Type="http://schemas.openxmlformats.org/officeDocument/2006/relationships/slide" Target="/ppt/slides/slide38.xml" Id="R3189625050ff4a1f" /><Relationship Type="http://schemas.openxmlformats.org/officeDocument/2006/relationships/slide" Target="/ppt/slides/slide39.xml" Id="Re76f493bc5e34b44" /><Relationship Type="http://schemas.openxmlformats.org/officeDocument/2006/relationships/slide" Target="/ppt/slides/slide40.xml" Id="R6b6581a931344bce" /><Relationship Type="http://schemas.openxmlformats.org/officeDocument/2006/relationships/slide" Target="/ppt/slides/slide41.xml" Id="R137b5197b45744c7" /><Relationship Type="http://schemas.openxmlformats.org/officeDocument/2006/relationships/slide" Target="/ppt/slides/slide42.xml" Id="R35e99fcab6fc49e1" /><Relationship Type="http://schemas.openxmlformats.org/officeDocument/2006/relationships/slide" Target="/ppt/slides/slide43.xml" Id="Rd0fa0f99b05947ce" /><Relationship Type="http://schemas.openxmlformats.org/officeDocument/2006/relationships/slide" Target="/ppt/slides/slide44.xml" Id="Rd5fd2e41b0dc4db0" /><Relationship Type="http://schemas.openxmlformats.org/officeDocument/2006/relationships/slide" Target="/ppt/slides/slide45.xml" Id="R3d13eb9b491a46c4" /><Relationship Type="http://schemas.openxmlformats.org/officeDocument/2006/relationships/slide" Target="/ppt/slides/slide46.xml" Id="R51ba8800fec04123" /><Relationship Type="http://schemas.openxmlformats.org/officeDocument/2006/relationships/slide" Target="/ppt/slides/slide47.xml" Id="R932dc5e2cdbb4f76" /><Relationship Type="http://schemas.openxmlformats.org/officeDocument/2006/relationships/slide" Target="/ppt/slides/slide48.xml" Id="R5a97521aa10e4f9c" /><Relationship Type="http://schemas.openxmlformats.org/officeDocument/2006/relationships/slide" Target="/ppt/slides/slide49.xml" Id="R0c14cee4cd79434b" /><Relationship Type="http://schemas.openxmlformats.org/officeDocument/2006/relationships/slide" Target="/ppt/slides/slide50.xml" Id="R39e4c0ddf8ee4a11" /><Relationship Type="http://schemas.openxmlformats.org/officeDocument/2006/relationships/slide" Target="/ppt/slides/slide51.xml" Id="R293483c02b3a4911" /><Relationship Type="http://schemas.openxmlformats.org/officeDocument/2006/relationships/slide" Target="/ppt/slides/slide52.xml" Id="R245d329c391e42ae" /><Relationship Type="http://schemas.openxmlformats.org/officeDocument/2006/relationships/slide" Target="/ppt/slides/slide53.xml" Id="R5fd2bcedc8e440b1" /><Relationship Type="http://schemas.openxmlformats.org/officeDocument/2006/relationships/slide" Target="/ppt/slides/slide54.xml" Id="R8f4822d77f804f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6ec442f77234a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a86f2e861246cc" /><Relationship Type="http://schemas.openxmlformats.org/officeDocument/2006/relationships/notesMaster" Target="/ppt/notesMasters/notesMaster1.xml" Id="Rfcdf6dbdfca545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9abfb18db3431d" /><Relationship Type="http://schemas.openxmlformats.org/officeDocument/2006/relationships/notesMaster" Target="/ppt/notesMasters/notesMaster1.xml" Id="R0cae380b31da4e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be484410764736" /><Relationship Type="http://schemas.openxmlformats.org/officeDocument/2006/relationships/notesMaster" Target="/ppt/notesMasters/notesMaster1.xml" Id="Ref1d597dfa8640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f0825d2ca4bd9" /><Relationship Type="http://schemas.openxmlformats.org/officeDocument/2006/relationships/notesMaster" Target="/ppt/notesMasters/notesMaster1.xml" Id="R50c73ff45fc742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58a23ddf0c485d" /><Relationship Type="http://schemas.openxmlformats.org/officeDocument/2006/relationships/notesMaster" Target="/ppt/notesMasters/notesMaster1.xml" Id="R6ee0de67f73b4a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88165fe7d84d6e" /><Relationship Type="http://schemas.openxmlformats.org/officeDocument/2006/relationships/notesMaster" Target="/ppt/notesMasters/notesMaster1.xml" Id="R78ec9b3c595841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c221a0c1d3495b" /><Relationship Type="http://schemas.openxmlformats.org/officeDocument/2006/relationships/notesMaster" Target="/ppt/notesMasters/notesMaster1.xml" Id="R71b4415f738449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4aa66ff97544f5" /><Relationship Type="http://schemas.openxmlformats.org/officeDocument/2006/relationships/notesMaster" Target="/ppt/notesMasters/notesMaster1.xml" Id="Rc7781f2ad04944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094089b4964f24" /><Relationship Type="http://schemas.openxmlformats.org/officeDocument/2006/relationships/notesMaster" Target="/ppt/notesMasters/notesMaster1.xml" Id="R1f364ac79e524b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f7b76b91c74aa2" /><Relationship Type="http://schemas.openxmlformats.org/officeDocument/2006/relationships/notesMaster" Target="/ppt/notesMasters/notesMaster1.xml" Id="R8c8ef68d86914c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3ae24bcbf84bcf" /><Relationship Type="http://schemas.openxmlformats.org/officeDocument/2006/relationships/notesMaster" Target="/ppt/notesMasters/notesMaster1.xml" Id="R4477facb27854d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d5ee8107284bb2" /><Relationship Type="http://schemas.openxmlformats.org/officeDocument/2006/relationships/notesMaster" Target="/ppt/notesMasters/notesMaster1.xml" Id="Rc6578bd845e24b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216c3af6594141" /><Relationship Type="http://schemas.openxmlformats.org/officeDocument/2006/relationships/notesMaster" Target="/ppt/notesMasters/notesMaster1.xml" Id="R9145e95a9e4c46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4f22a5d5244e14" /><Relationship Type="http://schemas.openxmlformats.org/officeDocument/2006/relationships/notesMaster" Target="/ppt/notesMasters/notesMaster1.xml" Id="Rf77198fe73dc48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4bd292dfa748bb" /><Relationship Type="http://schemas.openxmlformats.org/officeDocument/2006/relationships/notesMaster" Target="/ppt/notesMasters/notesMaster1.xml" Id="R8288ad90ef5e4a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1e7f67a6dd455f" /><Relationship Type="http://schemas.openxmlformats.org/officeDocument/2006/relationships/notesMaster" Target="/ppt/notesMasters/notesMaster1.xml" Id="R2f37c2768b7a4a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0cd912f2914d19" /><Relationship Type="http://schemas.openxmlformats.org/officeDocument/2006/relationships/notesMaster" Target="/ppt/notesMasters/notesMaster1.xml" Id="R267c7bd140fb4a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4412f8d9b8412d" /><Relationship Type="http://schemas.openxmlformats.org/officeDocument/2006/relationships/notesMaster" Target="/ppt/notesMasters/notesMaster1.xml" Id="R7eb19d2db1654a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9cab96ef774a73" /><Relationship Type="http://schemas.openxmlformats.org/officeDocument/2006/relationships/notesMaster" Target="/ppt/notesMasters/notesMaster1.xml" Id="R1a5cfef43c1c44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709a9cc07a46f3" /><Relationship Type="http://schemas.openxmlformats.org/officeDocument/2006/relationships/notesMaster" Target="/ppt/notesMasters/notesMaster1.xml" Id="R6a226e7545a844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84ae6e511349e7" /><Relationship Type="http://schemas.openxmlformats.org/officeDocument/2006/relationships/notesMaster" Target="/ppt/notesMasters/notesMaster1.xml" Id="Rf5b510adeb1c42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e879648d66462a" /><Relationship Type="http://schemas.openxmlformats.org/officeDocument/2006/relationships/notesMaster" Target="/ppt/notesMasters/notesMaster1.xml" Id="R2e396cef85b542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56d2ef9add465e" /><Relationship Type="http://schemas.openxmlformats.org/officeDocument/2006/relationships/notesMaster" Target="/ppt/notesMasters/notesMaster1.xml" Id="R8393e3ad6f4043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4f775e63984517" /><Relationship Type="http://schemas.openxmlformats.org/officeDocument/2006/relationships/notesMaster" Target="/ppt/notesMasters/notesMaster1.xml" Id="Re25295993aee4d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76110b41134218" /><Relationship Type="http://schemas.openxmlformats.org/officeDocument/2006/relationships/notesMaster" Target="/ppt/notesMasters/notesMaster1.xml" Id="Rb77becd6efd7402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e326d53901040ee" /><Relationship Type="http://schemas.openxmlformats.org/officeDocument/2006/relationships/notesMaster" Target="/ppt/notesMasters/notesMaster1.xml" Id="Ra94771d4a4624e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a171b2aedc424f" /><Relationship Type="http://schemas.openxmlformats.org/officeDocument/2006/relationships/notesMaster" Target="/ppt/notesMasters/notesMaster1.xml" Id="R9443ebfb02704f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0ba1ffb034e4980" /><Relationship Type="http://schemas.openxmlformats.org/officeDocument/2006/relationships/notesMaster" Target="/ppt/notesMasters/notesMaster1.xml" Id="Rcbee94107e8742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ab49b42f9842c4" /><Relationship Type="http://schemas.openxmlformats.org/officeDocument/2006/relationships/notesMaster" Target="/ppt/notesMasters/notesMaster1.xml" Id="R04de12963f54493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797e2eec6604450" /><Relationship Type="http://schemas.openxmlformats.org/officeDocument/2006/relationships/notesMaster" Target="/ppt/notesMasters/notesMaster1.xml" Id="R81657fb5fb25474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71df247469348db" /><Relationship Type="http://schemas.openxmlformats.org/officeDocument/2006/relationships/notesMaster" Target="/ppt/notesMasters/notesMaster1.xml" Id="Rb43a2cca870548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eb0c91371c44cf" /><Relationship Type="http://schemas.openxmlformats.org/officeDocument/2006/relationships/notesMaster" Target="/ppt/notesMasters/notesMaster1.xml" Id="Rfa51798c82594f4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203b5a07c843c3" /><Relationship Type="http://schemas.openxmlformats.org/officeDocument/2006/relationships/notesMaster" Target="/ppt/notesMasters/notesMaster1.xml" Id="R1897c83273ba42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d44a14ce13348c3" /><Relationship Type="http://schemas.openxmlformats.org/officeDocument/2006/relationships/notesMaster" Target="/ppt/notesMasters/notesMaster1.xml" Id="R72fc2c9c3246416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f9b1cb172a4c2c" /><Relationship Type="http://schemas.openxmlformats.org/officeDocument/2006/relationships/notesMaster" Target="/ppt/notesMasters/notesMaster1.xml" Id="Rff8839f41ce149b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35576c80aad4d68" /><Relationship Type="http://schemas.openxmlformats.org/officeDocument/2006/relationships/notesMaster" Target="/ppt/notesMasters/notesMaster1.xml" Id="R6dd0e936d85743c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9e36b7fb81a490a" /><Relationship Type="http://schemas.openxmlformats.org/officeDocument/2006/relationships/notesMaster" Target="/ppt/notesMasters/notesMaster1.xml" Id="R85697106bcf8420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b09a99c31de42be" /><Relationship Type="http://schemas.openxmlformats.org/officeDocument/2006/relationships/notesMaster" Target="/ppt/notesMasters/notesMaster1.xml" Id="R4488bd3502fb41c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48c80133b254546" /><Relationship Type="http://schemas.openxmlformats.org/officeDocument/2006/relationships/notesMaster" Target="/ppt/notesMasters/notesMaster1.xml" Id="R6ac2003c9d724b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8cf85def3b14f84" /><Relationship Type="http://schemas.openxmlformats.org/officeDocument/2006/relationships/notesMaster" Target="/ppt/notesMasters/notesMaster1.xml" Id="Rde5dcdcf68d04a2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9a0099426194ba5" /><Relationship Type="http://schemas.openxmlformats.org/officeDocument/2006/relationships/notesMaster" Target="/ppt/notesMasters/notesMaster1.xml" Id="R55b4b8bb55364ec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e29fdc48e434af0" /><Relationship Type="http://schemas.openxmlformats.org/officeDocument/2006/relationships/notesMaster" Target="/ppt/notesMasters/notesMaster1.xml" Id="Rba1cd6c78042440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95deb3a872841dd" /><Relationship Type="http://schemas.openxmlformats.org/officeDocument/2006/relationships/notesMaster" Target="/ppt/notesMasters/notesMaster1.xml" Id="R67ca049847ca436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57a485a851148ed" /><Relationship Type="http://schemas.openxmlformats.org/officeDocument/2006/relationships/notesMaster" Target="/ppt/notesMasters/notesMaster1.xml" Id="R1c22a885ee6b40d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eacb63dbd7c44dc" /><Relationship Type="http://schemas.openxmlformats.org/officeDocument/2006/relationships/notesMaster" Target="/ppt/notesMasters/notesMaster1.xml" Id="Re323fe1979aa49b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738d1817bf347d7" /><Relationship Type="http://schemas.openxmlformats.org/officeDocument/2006/relationships/notesMaster" Target="/ppt/notesMasters/notesMaster1.xml" Id="Rf46669315761477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baea49b0ade4455" /><Relationship Type="http://schemas.openxmlformats.org/officeDocument/2006/relationships/notesMaster" Target="/ppt/notesMasters/notesMaster1.xml" Id="R5b77c18fa19b427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585f7f4a77a445c" /><Relationship Type="http://schemas.openxmlformats.org/officeDocument/2006/relationships/notesMaster" Target="/ppt/notesMasters/notesMaster1.xml" Id="R9f370b14194d44e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7c38bbb456e4277" /><Relationship Type="http://schemas.openxmlformats.org/officeDocument/2006/relationships/notesMaster" Target="/ppt/notesMasters/notesMaster1.xml" Id="Rec7dea3dabab408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a2786c2aed745f4" /><Relationship Type="http://schemas.openxmlformats.org/officeDocument/2006/relationships/notesMaster" Target="/ppt/notesMasters/notesMaster1.xml" Id="R0d9660c05d244ce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4811e196a94c6a" /><Relationship Type="http://schemas.openxmlformats.org/officeDocument/2006/relationships/notesMaster" Target="/ppt/notesMasters/notesMaster1.xml" Id="Rad1f2ef5237a4f8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8202e08b32a4b67" /><Relationship Type="http://schemas.openxmlformats.org/officeDocument/2006/relationships/notesMaster" Target="/ppt/notesMasters/notesMaster1.xml" Id="R1496e5f30e1245f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ccff8dccffd499a" /><Relationship Type="http://schemas.openxmlformats.org/officeDocument/2006/relationships/notesMaster" Target="/ppt/notesMasters/notesMaster1.xml" Id="R047049430bc740b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3cba89a81af46d8" /><Relationship Type="http://schemas.openxmlformats.org/officeDocument/2006/relationships/notesMaster" Target="/ppt/notesMasters/notesMaster1.xml" Id="Rcdfbb745c20145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Selecting or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context without curating it.</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902c4d0b3f46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48a6f27ec4241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427c7ee37d849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AAF3D18-7893-46A8-80C0-4CFCA45BFB9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5122f89baf4191" /><Relationship Type="http://schemas.openxmlformats.org/officeDocument/2006/relationships/slideLayout" Target="/ppt/slideLayouts/slideLayout1.xml" Id="R3843369c57de4eb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8da726f1b814ee3" /><Relationship Type="http://schemas.openxmlformats.org/officeDocument/2006/relationships/slideLayout" Target="/ppt/slideLayouts/slideLayout2.xml" Id="R3f59c0b9af4346d7" /><Relationship Type="http://schemas.openxmlformats.org/officeDocument/2006/relationships/slideLayout" Target="/ppt/slideLayouts/slideLayout3.xml" Id="R0688bc1a628146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43369c57de4eb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3f59c0b9af4346d7"/>
    <p:sldLayoutId xmlns:r="http://schemas.openxmlformats.org/officeDocument/2006/relationships" id="2147483652" r:id="R0688bc1a62814683"/>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dabc8f13b0e41b1" /><Relationship Type="http://schemas.openxmlformats.org/officeDocument/2006/relationships/notesSlide" Target="/ppt/notesSlides/notesSlide1.xml" Id="R5a5d1103eab748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6f9dabc687a4e6e" /><Relationship Type="http://schemas.openxmlformats.org/officeDocument/2006/relationships/image" Target="/ppt/media/image.png" Id="R5b86aaf0e6424ba0" /><Relationship Type="http://schemas.openxmlformats.org/officeDocument/2006/relationships/notesSlide" Target="/ppt/notesSlides/notesSlide2.xml" Id="Ra9aa94befbc149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fc4889eeef444f2" /><Relationship Type="http://schemas.openxmlformats.org/officeDocument/2006/relationships/notesSlide" Target="/ppt/notesSlides/notesSlide3.xml" Id="Rb56459e14e454d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0c81fa20d994eda" /><Relationship Type="http://schemas.openxmlformats.org/officeDocument/2006/relationships/notesSlide" Target="/ppt/notesSlides/notesSlide4.xml" Id="R745f9ac2421040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fd2e1aee7534739" /><Relationship Type="http://schemas.openxmlformats.org/officeDocument/2006/relationships/notesSlide" Target="/ppt/notesSlides/notesSlide5.xml" Id="Re6ef6c43f7094f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b77feb0889d44ac" /><Relationship Type="http://schemas.openxmlformats.org/officeDocument/2006/relationships/notesSlide" Target="/ppt/notesSlides/notesSlide6.xml" Id="R0e2d9cf334774b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9ad4070c15c4257" /><Relationship Type="http://schemas.openxmlformats.org/officeDocument/2006/relationships/notesSlide" Target="/ppt/notesSlides/notesSlide7.xml" Id="R6372ae5330fa42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7d76bf322924407" /><Relationship Type="http://schemas.openxmlformats.org/officeDocument/2006/relationships/notesSlide" Target="/ppt/notesSlides/notesSlide8.xml" Id="R5f45ba966d024c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240f8b6b22244bc" /><Relationship Type="http://schemas.openxmlformats.org/officeDocument/2006/relationships/notesSlide" Target="/ppt/notesSlides/notesSlide9.xml" Id="R5c1439077b7a47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a3e3874f61545cc" /><Relationship Type="http://schemas.openxmlformats.org/officeDocument/2006/relationships/image" Target="/ppt/media/image2.png" Id="R981a02fae7264732" /><Relationship Type="http://schemas.openxmlformats.org/officeDocument/2006/relationships/notesSlide" Target="/ppt/notesSlides/notesSlide10.xml" Id="R404b70794f7c4b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1c11557b14b429f" /><Relationship Type="http://schemas.openxmlformats.org/officeDocument/2006/relationships/image" Target="/ppt/media/image3.png" Id="R709c4f9b0c044ddb" /><Relationship Type="http://schemas.openxmlformats.org/officeDocument/2006/relationships/notesSlide" Target="/ppt/notesSlides/notesSlide11.xml" Id="R825fa12f0b7540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07a1df4553a4181" /><Relationship Type="http://schemas.openxmlformats.org/officeDocument/2006/relationships/image" Target="/ppt/media/image4.png" Id="Rd63753c434cb4a10" /><Relationship Type="http://schemas.openxmlformats.org/officeDocument/2006/relationships/notesSlide" Target="/ppt/notesSlides/notesSlide12.xml" Id="R97f5c70612e04e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845a7f77440416f" /><Relationship Type="http://schemas.openxmlformats.org/officeDocument/2006/relationships/image" Target="/ppt/media/image5.png" Id="R81ab3aeec9fc4fe3" /><Relationship Type="http://schemas.openxmlformats.org/officeDocument/2006/relationships/notesSlide" Target="/ppt/notesSlides/notesSlide13.xml" Id="R03dcc3dec7cb4f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3b0c7baa5184aac" /><Relationship Type="http://schemas.openxmlformats.org/officeDocument/2006/relationships/image" Target="/ppt/media/image6.png" Id="R82266e16958c43d2" /><Relationship Type="http://schemas.openxmlformats.org/officeDocument/2006/relationships/notesSlide" Target="/ppt/notesSlides/notesSlide14.xml" Id="Rc0e07d53c5d54a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c02ed31d100458d" /><Relationship Type="http://schemas.openxmlformats.org/officeDocument/2006/relationships/image" Target="/ppt/media/image7.png" Id="R7983e6ff7eb54f95" /><Relationship Type="http://schemas.openxmlformats.org/officeDocument/2006/relationships/notesSlide" Target="/ppt/notesSlides/notesSlide15.xml" Id="R156ec5ad5dd843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f53310d71054436" /><Relationship Type="http://schemas.openxmlformats.org/officeDocument/2006/relationships/image" Target="/ppt/media/image8.png" Id="Rbff880196d714266" /><Relationship Type="http://schemas.openxmlformats.org/officeDocument/2006/relationships/image" Target="/ppt/media/image9.png" Id="Re0eecaa6362a4cfc" /><Relationship Type="http://schemas.openxmlformats.org/officeDocument/2006/relationships/notesSlide" Target="/ppt/notesSlides/notesSlide16.xml" Id="R494b46eef86949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e931445841b4231" /><Relationship Type="http://schemas.openxmlformats.org/officeDocument/2006/relationships/image" Target="/ppt/media/image10.png" Id="R98f6349c26494f22" /><Relationship Type="http://schemas.openxmlformats.org/officeDocument/2006/relationships/notesSlide" Target="/ppt/notesSlides/notesSlide17.xml" Id="R4a2686da20fd4c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f4309a27ed04171" /><Relationship Type="http://schemas.openxmlformats.org/officeDocument/2006/relationships/image" Target="/ppt/media/image11.png" Id="R3769e0b4fffb4e68" /><Relationship Type="http://schemas.openxmlformats.org/officeDocument/2006/relationships/notesSlide" Target="/ppt/notesSlides/notesSlide18.xml" Id="Rb7cad09b331b45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ab01bd15b324838" /><Relationship Type="http://schemas.openxmlformats.org/officeDocument/2006/relationships/image" Target="/ppt/media/image12.png" Id="Rae9cd5209f674f01" /><Relationship Type="http://schemas.openxmlformats.org/officeDocument/2006/relationships/notesSlide" Target="/ppt/notesSlides/notesSlide19.xml" Id="R8977dd48336e43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7bacd35a2944f53" /><Relationship Type="http://schemas.openxmlformats.org/officeDocument/2006/relationships/image" Target="/ppt/media/image13.png" Id="R599b07dac56e418e" /><Relationship Type="http://schemas.openxmlformats.org/officeDocument/2006/relationships/notesSlide" Target="/ppt/notesSlides/notesSlide20.xml" Id="R2ff936fd6a6646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7f1f9c3fd1d4486" /><Relationship Type="http://schemas.openxmlformats.org/officeDocument/2006/relationships/image" Target="/ppt/media/image14.png" Id="R198ce6e7575c4fa9" /><Relationship Type="http://schemas.openxmlformats.org/officeDocument/2006/relationships/image" Target="/ppt/media/image15.png" Id="R570d8f0a9aa946e0" /><Relationship Type="http://schemas.openxmlformats.org/officeDocument/2006/relationships/notesSlide" Target="/ppt/notesSlides/notesSlide21.xml" Id="Re45338af713144d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07f7dd94c2b849fb" /><Relationship Type="http://schemas.openxmlformats.org/officeDocument/2006/relationships/image" Target="/ppt/media/image16.png" Id="Rabee5daa05314a25" /><Relationship Type="http://schemas.openxmlformats.org/officeDocument/2006/relationships/notesSlide" Target="/ppt/notesSlides/notesSlide22.xml" Id="R774e5a47bc7a47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ae185bcfb59b4c1a" /><Relationship Type="http://schemas.openxmlformats.org/officeDocument/2006/relationships/image" Target="/ppt/media/image17.png" Id="R4eee4f4bce384d0e" /><Relationship Type="http://schemas.openxmlformats.org/officeDocument/2006/relationships/notesSlide" Target="/ppt/notesSlides/notesSlide23.xml" Id="R3a2f91d7408348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dd6778bf6744e45" /><Relationship Type="http://schemas.openxmlformats.org/officeDocument/2006/relationships/image" Target="/ppt/media/image18.png" Id="R706594cbaa904b3e" /><Relationship Type="http://schemas.openxmlformats.org/officeDocument/2006/relationships/notesSlide" Target="/ppt/notesSlides/notesSlide24.xml" Id="R92f05cb57c5b445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e027bb5bcd6c461e" /><Relationship Type="http://schemas.openxmlformats.org/officeDocument/2006/relationships/image" Target="/ppt/media/image19.png" Id="R977cdd0fea234bc5" /><Relationship Type="http://schemas.openxmlformats.org/officeDocument/2006/relationships/notesSlide" Target="/ppt/notesSlides/notesSlide25.xml" Id="Rf25b048c8e4243e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0caef8beb12479b" /><Relationship Type="http://schemas.openxmlformats.org/officeDocument/2006/relationships/image" Target="/ppt/media/image20.png" Id="Rd62397b48c19495f" /><Relationship Type="http://schemas.openxmlformats.org/officeDocument/2006/relationships/image" Target="/ppt/media/image21.png" Id="R2721d440e2964371" /><Relationship Type="http://schemas.openxmlformats.org/officeDocument/2006/relationships/notesSlide" Target="/ppt/notesSlides/notesSlide26.xml" Id="R15b851cbf74043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a921bec06ec40ac" /><Relationship Type="http://schemas.openxmlformats.org/officeDocument/2006/relationships/image" Target="/ppt/media/image22.png" Id="R75c0a402e5194366" /><Relationship Type="http://schemas.openxmlformats.org/officeDocument/2006/relationships/notesSlide" Target="/ppt/notesSlides/notesSlide27.xml" Id="R2dee53fda41d49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a66967bc04a4e8f" /><Relationship Type="http://schemas.openxmlformats.org/officeDocument/2006/relationships/image" Target="/ppt/media/image23.png" Id="Redce8ab5b7cf49ff" /><Relationship Type="http://schemas.openxmlformats.org/officeDocument/2006/relationships/notesSlide" Target="/ppt/notesSlides/notesSlide28.xml" Id="R05f7974a9eec42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d8cbf5072a34fb9" /><Relationship Type="http://schemas.openxmlformats.org/officeDocument/2006/relationships/image" Target="/ppt/media/image24.png" Id="Ra5e558aa5c014dc0" /><Relationship Type="http://schemas.openxmlformats.org/officeDocument/2006/relationships/notesSlide" Target="/ppt/notesSlides/notesSlide29.xml" Id="R4b8669502150479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f996db8b3104c5b" /><Relationship Type="http://schemas.openxmlformats.org/officeDocument/2006/relationships/image" Target="/ppt/media/image25.png" Id="R7f96e006701a4726" /><Relationship Type="http://schemas.openxmlformats.org/officeDocument/2006/relationships/notesSlide" Target="/ppt/notesSlides/notesSlide30.xml" Id="Rf13db2f9fd9e478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dd4c59ab7eb04831" /><Relationship Type="http://schemas.openxmlformats.org/officeDocument/2006/relationships/image" Target="/ppt/media/image26.png" Id="R22ca6000b4944a8a" /><Relationship Type="http://schemas.openxmlformats.org/officeDocument/2006/relationships/image" Target="/ppt/media/image27.png" Id="Ra03c0a234d1c474d" /><Relationship Type="http://schemas.openxmlformats.org/officeDocument/2006/relationships/notesSlide" Target="/ppt/notesSlides/notesSlide31.xml" Id="R247543c7fb474a7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f307d9fb6024496" /><Relationship Type="http://schemas.openxmlformats.org/officeDocument/2006/relationships/image" Target="/ppt/media/image28.png" Id="Rcdd5b5460a834c93" /><Relationship Type="http://schemas.openxmlformats.org/officeDocument/2006/relationships/notesSlide" Target="/ppt/notesSlides/notesSlide32.xml" Id="R17af7237092c4f7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f9776d15c45c4425" /><Relationship Type="http://schemas.openxmlformats.org/officeDocument/2006/relationships/image" Target="/ppt/media/image29.png" Id="R650c9a56b81d4fe7" /><Relationship Type="http://schemas.openxmlformats.org/officeDocument/2006/relationships/notesSlide" Target="/ppt/notesSlides/notesSlide33.xml" Id="Rd28170ec83f34b6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9eee7952792043e3" /><Relationship Type="http://schemas.openxmlformats.org/officeDocument/2006/relationships/image" Target="/ppt/media/image30.png" Id="Rc883e27ff1a04e04" /><Relationship Type="http://schemas.openxmlformats.org/officeDocument/2006/relationships/notesSlide" Target="/ppt/notesSlides/notesSlide34.xml" Id="R73b264dc16d74ac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4143aa4bb961483e" /><Relationship Type="http://schemas.openxmlformats.org/officeDocument/2006/relationships/image" Target="/ppt/media/image31.png" Id="Re1c7cdcf414d46a8" /><Relationship Type="http://schemas.openxmlformats.org/officeDocument/2006/relationships/notesSlide" Target="/ppt/notesSlides/notesSlide35.xml" Id="R1aca6382fbc9497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11628f76ba1a4349" /><Relationship Type="http://schemas.openxmlformats.org/officeDocument/2006/relationships/image" Target="/ppt/media/image32.png" Id="R9e9be4b137214dca" /><Relationship Type="http://schemas.openxmlformats.org/officeDocument/2006/relationships/image" Target="/ppt/media/image33.png" Id="R260111c2620142e5" /><Relationship Type="http://schemas.openxmlformats.org/officeDocument/2006/relationships/notesSlide" Target="/ppt/notesSlides/notesSlide36.xml" Id="R2f11246d8d614f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0cdf162289b64223" /><Relationship Type="http://schemas.openxmlformats.org/officeDocument/2006/relationships/image" Target="/ppt/media/image34.png" Id="Rab53e6653cb346d7" /><Relationship Type="http://schemas.openxmlformats.org/officeDocument/2006/relationships/notesSlide" Target="/ppt/notesSlides/notesSlide37.xml" Id="R03995be7a74d41b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3c56f4338674463" /><Relationship Type="http://schemas.openxmlformats.org/officeDocument/2006/relationships/image" Target="/ppt/media/image35.png" Id="Reffb8bd23cf446dd" /><Relationship Type="http://schemas.openxmlformats.org/officeDocument/2006/relationships/notesSlide" Target="/ppt/notesSlides/notesSlide38.xml" Id="R4ef56ea4f7ad492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0565116507f4091" /><Relationship Type="http://schemas.openxmlformats.org/officeDocument/2006/relationships/image" Target="/ppt/media/image36.png" Id="R314309b2c3084a1b" /><Relationship Type="http://schemas.openxmlformats.org/officeDocument/2006/relationships/notesSlide" Target="/ppt/notesSlides/notesSlide39.xml" Id="R568fd714ccd542f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ace8a18d5188435f" /><Relationship Type="http://schemas.openxmlformats.org/officeDocument/2006/relationships/image" Target="/ppt/media/image37.png" Id="R86f6e3a366ee41eb" /><Relationship Type="http://schemas.openxmlformats.org/officeDocument/2006/relationships/notesSlide" Target="/ppt/notesSlides/notesSlide40.xml" Id="Rf6fabe30a7454f3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f58526d3d3f4c60" /><Relationship Type="http://schemas.openxmlformats.org/officeDocument/2006/relationships/image" Target="/ppt/media/image38.png" Id="R8e471c3d1206428e" /><Relationship Type="http://schemas.openxmlformats.org/officeDocument/2006/relationships/image" Target="/ppt/media/image39.png" Id="R7c6021b7bcf24ccf" /><Relationship Type="http://schemas.openxmlformats.org/officeDocument/2006/relationships/notesSlide" Target="/ppt/notesSlides/notesSlide41.xml" Id="Radb3163873884f1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486651a331354a07" /><Relationship Type="http://schemas.openxmlformats.org/officeDocument/2006/relationships/image" Target="/ppt/media/image40.png" Id="Rcd2ea45b4677446f" /><Relationship Type="http://schemas.openxmlformats.org/officeDocument/2006/relationships/notesSlide" Target="/ppt/notesSlides/notesSlide42.xml" Id="Rf35c2dae4ae84a7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3fab2daf1d04c17" /><Relationship Type="http://schemas.openxmlformats.org/officeDocument/2006/relationships/image" Target="/ppt/media/image41.png" Id="R6c597acc87f44a73" /><Relationship Type="http://schemas.openxmlformats.org/officeDocument/2006/relationships/notesSlide" Target="/ppt/notesSlides/notesSlide43.xml" Id="R9ed47cdd85c4412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bfdff4104aa146e8" /><Relationship Type="http://schemas.openxmlformats.org/officeDocument/2006/relationships/image" Target="/ppt/media/image42.png" Id="Re0417fc169164453" /><Relationship Type="http://schemas.openxmlformats.org/officeDocument/2006/relationships/notesSlide" Target="/ppt/notesSlides/notesSlide44.xml" Id="R705a1fe3ccf6451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ebc87fb00825475d" /><Relationship Type="http://schemas.openxmlformats.org/officeDocument/2006/relationships/image" Target="/ppt/media/image43.png" Id="R47b54ec637c24295" /><Relationship Type="http://schemas.openxmlformats.org/officeDocument/2006/relationships/notesSlide" Target="/ppt/notesSlides/notesSlide45.xml" Id="R1aaee326018c45d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e6d4a7f20544f3c" /><Relationship Type="http://schemas.openxmlformats.org/officeDocument/2006/relationships/image" Target="/ppt/media/image44.png" Id="Rded093172b314b91" /><Relationship Type="http://schemas.openxmlformats.org/officeDocument/2006/relationships/notesSlide" Target="/ppt/notesSlides/notesSlide46.xml" Id="R3a1995e6971143d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6a1628e9211f4204" /><Relationship Type="http://schemas.openxmlformats.org/officeDocument/2006/relationships/notesSlide" Target="/ppt/notesSlides/notesSlide47.xml" Id="Rcdb2f57911a1462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82926ad1a95416e" /><Relationship Type="http://schemas.openxmlformats.org/officeDocument/2006/relationships/image" Target="/ppt/media/image45.png" Id="R2e29a30aea534590" /><Relationship Type="http://schemas.openxmlformats.org/officeDocument/2006/relationships/notesSlide" Target="/ppt/notesSlides/notesSlide48.xml" Id="R1d73c74120fb431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dadb2add8434113" /><Relationship Type="http://schemas.openxmlformats.org/officeDocument/2006/relationships/image" Target="/ppt/media/image46.png" Id="R606ea46c83a84ffd" /><Relationship Type="http://schemas.openxmlformats.org/officeDocument/2006/relationships/notesSlide" Target="/ppt/notesSlides/notesSlide49.xml" Id="R37f073035c3f405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0af6a87e5024aa8" /><Relationship Type="http://schemas.openxmlformats.org/officeDocument/2006/relationships/notesSlide" Target="/ppt/notesSlides/notesSlide50.xml" Id="R7f627cdbc956479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82faea5d4cea40a2" /><Relationship Type="http://schemas.openxmlformats.org/officeDocument/2006/relationships/image" Target="/ppt/media/image47.png" Id="Rc242a67346044a03" /><Relationship Type="http://schemas.openxmlformats.org/officeDocument/2006/relationships/notesSlide" Target="/ppt/notesSlides/notesSlide51.xml" Id="Rcc36d0f14fa9443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45d92dbea41b4956" /><Relationship Type="http://schemas.openxmlformats.org/officeDocument/2006/relationships/image" Target="/ppt/media/image47.png" Id="R69ec441a865f4c6c" /><Relationship Type="http://schemas.openxmlformats.org/officeDocument/2006/relationships/notesSlide" Target="/ppt/notesSlides/notesSlide52.xml" Id="R3e00a4eec944447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7dc03e49ae664082" /><Relationship Type="http://schemas.openxmlformats.org/officeDocument/2006/relationships/notesSlide" Target="/ppt/notesSlides/notesSlide53.xml" Id="R034dd471df7e46d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845bada39ce4204" /><Relationship Type="http://schemas.openxmlformats.org/officeDocument/2006/relationships/notesSlide" Target="/ppt/notesSlides/notesSlide54.xml" Id="R1eca1690760d4a3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F8AA65B-8D37-4CB6-A0C6-67A1DC8B305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A5F89DB7-41C5-40A5-A7B4-DFB5EB26771A}"/>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2AFAB86-8506-4BC9-AD98-C8A843C61DB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C68D7270-05CD-45D5-854A-2B26F9C337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067434122"/>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5b86aaf0e6424ba0"/>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7F7DC033-CA8E-460C-A0AC-E5EC6B1EDB1F}"/>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62C9A361-8720-43B2-913A-11A00253E0DD}"/>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44D35EEF-46ED-433E-96C7-0D0CC323B36A}"/>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D553BDA2-D04A-4053-8B3B-2223EAD91F0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26D4EABE-FE2C-45C8-9476-F4592131DA2B}"/>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CF24CF78-488D-427E-B8CC-E1609F1F3E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09467296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60B31283-F701-4398-BCC2-8F1A7DF1ADD9}"/>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E5F18C13-A3E1-4055-8AB6-E160904E766D}"/>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74B2D36A-CF71-4479-8E65-28B84EF57533}"/>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687A476-AF8B-467B-84CC-9D77E8FD12C0}"/>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74BE6A12-D700-4B5E-85E7-70DFFDC14E11}"/>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CE5D83DD-9BDA-4D5B-8870-BA92DCE2BC2A}"/>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74E3C956-6478-42F7-8EE2-5A25085EAE75}"/>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180A1AC2-62D3-4073-BE13-A8C0F2F55C93}"/>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EA75FA61-8646-4DC9-B400-6DECECC0C466}"/>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8747E290-05A7-4632-A8BC-4C45D146C350}"/>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BC7981B7-520A-40CA-AD97-91832E366B21}"/>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82201C6C-9C95-4725-9CEC-697DA18A150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120FADF0-F5B2-4B0D-BA02-28FC786B9306}"/>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462A1241-2589-4550-99A1-AFD794CB10E9}"/>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307EF185-A9C4-4449-AF6F-3BCC5CA2F6A9}"/>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451CCA38-95DF-4970-8E56-F276F603864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4E37D29A-5D83-4E11-BED1-ED08F0B6DA67}"/>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8A9F4C42-6323-43D1-BB3D-4AEE17F06BE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E382960A-E608-47D7-B303-78CCED1DBE5F}"/>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B21E4D4C-6870-45B1-836F-7233571065A2}"/>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AD6F092-16EE-40CB-88A6-875E7C6B6FC7}"/>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8A778FCF-ACBF-4DAB-9745-219E2CF88C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47938414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B52A42EE-188B-4C24-918A-93E94AA92FF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1D7840EF-A2AA-4CBE-ACF3-4AE884E8CF9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01E32E47-851E-4748-BA56-7BE2CABDD23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83AEF180-F0D5-4C83-810D-5A69DB58CA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89719216"/>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149802D0-336F-4FA5-AB8D-AC7E68319056}"/>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8901ABDA-3949-4513-A11B-DAC8FF86FA0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933E8E28-E187-4864-89A3-C4233C064B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79367690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0A44395A-BDDE-4352-8841-B078BBDCF37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ACB1E1BC-07C1-4595-812F-E6CC36C03F15}"/>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AB3FD4F7-3FB3-4B82-B888-7653F0B35D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1406885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8DF36F3C-B5C7-4F7F-A2CA-B6F05FA33F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950075479"/>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C70556AC-06E5-4D91-BEF9-85D5CDC4BB39}"/>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D9A372C2-C648-40B8-A4D8-1C6B3770F3FC}"/>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6104B322-3B08-41E7-8B6B-105A8017C03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434CC46A-F29A-422C-B49F-15996BBFFAB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18DBE6B8-61F6-4C26-8FD1-76BB7660DBC0}"/>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64E51351-6B37-4CA2-98F7-CBCC2932AA4E}"/>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2A3B5662-F87A-4ED6-9514-B3931E4E781F}"/>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5C8D9AE7-F216-45A4-AF5F-445B552A1A0B}"/>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EAA7A35A-F09E-498C-A9BC-825AE79E97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661542819"/>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67D70BCA-56CE-40DE-95D4-2F9195AE35E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6F48CD20-EA48-41CE-BF59-E43836D3E46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86E10178-8CCA-485F-8F41-411B25F104F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95E2E25B-BFF0-49AE-8839-44A6139106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6344898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981a02fae72647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8843B4C-01A3-4ECB-AC1C-8BF19797F4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8896360"/>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709c4f9b0c044d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D1B8919B-AF43-447D-81C8-77D6CB6FED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8368964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d63753c434cb4a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CC8CB71A-6C4F-4D1B-8EBC-D80035B05E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96309928"/>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81ab3aeec9fc4fe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8F0DEAB0-A8A6-4555-9E8B-DB0F81E4CD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0386988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82266e16958c43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75DD738C-568F-4F15-90F6-BE3574FD10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6836898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7983e6ff7eb54f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BDEDD56C-30FF-47F5-9102-033C4CDA72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3679286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A65EFE4C-392B-4798-A6F5-D817D413F7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bff880196d7142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A0274A5D-9972-430A-8C7E-D07C8A79BEC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925AB413-0700-4930-9FA3-A9BE4617CBEA}"/>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F4A1853D-D540-4F0E-A590-63D81447BB5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7B6CEBDD-2033-42F7-A5FB-632D8BE06DC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e0eecaa6362a4cf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842BED92-982F-47D8-ABED-0402F1F813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250940631"/>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9F1C7778-49DF-4959-9351-85248A72BF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98f6349c26494f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8A97764C-306E-4199-ADDF-60379B5DB64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953172CF-BB5D-4D8E-9D15-8DBEA7ECC4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565FB4AB-0EEC-4626-BC5A-C5FC7AD9D83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5905281F-4043-402A-926C-312165817757}"/>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BD44C707-C3FC-4846-80E7-A4DFEDA25988}"/>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EE3262DA-E355-4094-BA33-696D76736DA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5D66757D-4287-4E31-BB86-7B4B2F9631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1999415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4BF51405-4FBE-4243-88FD-E1BDDA40DA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3769e0b4fffb4e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5BEC0BFC-AF71-4E07-8B97-6585723B97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F133B496-7014-49CA-98CE-996B529E075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AB849BA2-C19F-451F-8C3A-C49C294AE165}"/>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F89978AA-FF21-45EB-B847-A7E390E24140}"/>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B8406FEB-84CF-45D7-8355-4A01524503E3}"/>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559396D3-9699-42C9-A064-DA2BFD379B88}"/>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88952C9F-154F-4D6E-8A69-078B0B5DCA7B}"/>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667610EC-D9B6-493E-AB7C-916A01937740}"/>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BE5AFA96-0A92-4553-A07E-B20522AD9A9C}"/>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3CCC4A86-ECEE-4959-8554-3E66613CD92B}"/>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D79DAF7C-843B-40E7-BD03-6F4D703775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322015353"/>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DF8BE894-B914-4B3C-9E0A-DE8073A725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ae9cd5209f674f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1B1D692C-B190-4DDC-B3A8-87F7E30365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613B260F-050E-444C-AFF2-11D9CF12BB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2C7E4AAA-F441-41F4-8000-F5A80115BAD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434A7BA8-3789-45EC-B4BB-DE676BCF902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5FBCA1A8-E989-4B2A-B520-2D1C0671F0C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B0654319-903D-41E0-9EA3-BE01AF7D1DD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1E91A086-BCA8-472E-9240-61856595B4C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8BB041DF-453C-4E01-A2BE-8ABC420A54A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32113A1A-D9E5-421E-9680-1FF05030118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5CD39468-6C17-488D-B3D2-5731DDC4DD8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13" name="narrative-number">
            <a:extLst xmlns:a="http://schemas.openxmlformats.org/drawingml/2006/main">
              <a:ext uri="{FF2B5EF4-FFF2-40B4-BE49-F238E27FC236}">
                <a16:creationId xmlns:a16="http://schemas.microsoft.com/office/drawing/2014/main" id="{1338A7E4-852A-4E3F-BB61-0386FA368F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98625688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20BF539B-9EE0-44D8-91D0-E92AC26555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599b07dac56e41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38934918-252A-40FF-B32A-B60BA7BC8A8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3B376EC9-8A99-4BB4-955A-AD898DF27E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916C7A59-CD1B-4BB2-B30F-9C7B5F2C81E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25D46524-FD96-426A-BF16-7BAB8C35A8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603608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69984A98-325C-4478-B82A-F0EA882194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198ce6e7575c4f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06A8C971-9E7E-4FF8-9541-DDD1D5493E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BA996089-EC50-4D1B-83FE-44CFD07C3B0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01588C58-9682-487B-956D-E3621BC46B1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88C14F3E-46D7-4BEF-88EC-B26EBE547F5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570d8f0a9aa946e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4EB58032-552A-4BCD-A211-0A8DE4FEE7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799064365"/>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E2639A79-D492-4988-A9D3-E30DD3A9909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abee5daa05314a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E78007BA-9AE3-4DE9-8AF5-855310BA66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8C782C06-8125-4CB8-A354-4E4B9085F6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BE50088F-A20A-4821-A89D-61FBE1ADE4D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36C30EC2-87AD-46D3-AD65-2CA5387A8F7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831B90FA-B1E6-45C0-9C82-77B9C3D3D90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E8E4C556-EE3E-4357-82CA-9F3D749C02D0}"/>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3C975FC1-E47E-4F03-AA40-5D6CD8B426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25855338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BC861F20-001D-4AE2-8434-695F356D37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4eee4f4bce384d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7BA9B5C2-9A9D-4883-B890-89E544EF909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8716660A-6842-4EF8-9EEB-E06E1596B2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7672E699-0499-42F7-8757-A642C75573C1}"/>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6929E1C9-DE83-4AF6-99BA-1987CAC93968}"/>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74E91A32-FEDA-4E7F-905D-F652ECA51651}"/>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B8485549-B80F-4A7B-B659-82EE1BE6B5AB}"/>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81214BC5-AB6F-4D0C-8AF0-532B0721B048}"/>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BE38109F-7B3F-4B15-8D19-F4FD4FD7D471}"/>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4DA55715-AF6D-4E2F-AF5A-B93013C8E90F}"/>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DA03B4ED-971B-41AD-BB33-5339E815966C}"/>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7FC1A51A-66DD-4D10-9A53-E3397A243F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29889405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AFC91D2F-3DD5-4531-91F8-C7DCB1CB75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706594cbaa904b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AFFD5ECD-4FEA-44C2-9C6E-1DDB596E134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35E67B4A-6A5F-4DD5-94C5-920C7E4A0B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312AE966-623D-44BA-9091-C59CF53925D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9C3F61DF-6B4A-4AB4-BCFF-DAA4717AB75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BCC193E9-4FC2-445E-ACBC-5AC53658D0B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0EE9C6DC-8EC9-4D21-AAC9-8D669C11336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5D517552-1E2D-48D8-ADDB-37BDFB0E0A9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16FC16DA-8551-4E40-936F-B3CCA9B2A9C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63D6A5A6-19F5-4270-B483-9501E2955C8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F21E8517-27F2-42D0-AAD9-AE5AFFE1F4B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63" name="narrative-number">
            <a:extLst xmlns:a="http://schemas.openxmlformats.org/drawingml/2006/main">
              <a:ext uri="{FF2B5EF4-FFF2-40B4-BE49-F238E27FC236}">
                <a16:creationId xmlns:a16="http://schemas.microsoft.com/office/drawing/2014/main" id="{47D5B13E-9548-4A5D-A58E-8CDAB3A2F1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7786115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78DE9279-6A8D-452B-BA7C-AF860B6513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977cdd0fea234b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598569A1-AE10-43A4-A673-AA7E95F1E6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6996F040-4B34-4436-8A00-A36F881F2B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D425E0F1-DD8B-4E6E-AF6E-14DFBE636F1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BBACC37A-B8EA-4BBC-B304-9DB7FC5A6593}"/>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B19AD517-DD61-413A-B9B2-8CD033F5184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14E538AA-0233-4B95-9819-E35046FA3C06}"/>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EA69700F-B98F-449E-8E12-6C41C0636B4B}"/>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2CAAC08D-FD40-4DCD-9F2F-0793356ED6C3}"/>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C57F9F91-A771-47F1-AB25-A9675CE68CF9}"/>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B1958288-D7C4-4B28-9981-ADA18578EA58}"/>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FE51C3F6-3809-46EB-BAF7-C243EA56FADD}"/>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4E72015A-4A1C-449C-ABB3-56FEC37DCF06}"/>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457146B8-1DC9-455D-99B4-B3D1005E053D}"/>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DDE72C1F-10F0-48F1-B4EC-D42F8C042F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632360246"/>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5286119D-82BE-44FC-B18B-24838C51EC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d62397b48c1949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4F89FAAE-3E4F-41C9-917A-151DBC3132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9D2EF9C7-BEBA-4170-BD73-3EC7BC2788E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B6DB0965-6ECD-4E07-9E31-10443F6E1E1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656B75FD-64D0-4906-878B-DC9BC1E4A44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2721d440e296437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0475126C-BD3E-452F-B235-85E0061C78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45920364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A5CC4AC9-C90B-496D-B08B-05A16432FC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75c0a402e519436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1CD64FD5-2CFC-431F-84ED-056FFC8E912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6C02F971-4869-4B98-8D13-DB99549A60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70D3D247-4E00-46BB-B702-1E0904EED7E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3162BBD9-25BC-48A6-83E4-BEA036366FD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299D0E1F-2D38-48B4-89F4-85CFE8A528D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7F4F1156-E5F4-4656-BDED-BAD4E8150CA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960DF8B6-8F8B-43CB-AD09-D69F9E115E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43913998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AB2F2EA6-9FB6-43CA-BE36-095F3E84B8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edce8ab5b7cf49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E5C5033E-8B17-483B-9BBA-D56AEAEF2D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E33107EE-F55F-4928-939C-82654B3970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38A723B6-23CB-41BB-AB5C-550F6F82389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B57B7FBF-F658-4FDB-A31F-2D3493A2BCA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3561613E-2BCD-475F-A30F-7212737C66F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C583FFF6-EAE7-4B47-B0E5-F58C3688459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090E01E6-E83C-4E8E-9FE9-F42742E362E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AF68828C-4DDC-4E2C-B497-40C3236FAAC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2A7A6591-60D8-4C7C-BDDF-257E87493C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73096890"/>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4C1962CA-F378-4CA2-9E1F-41406ED087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a5e558aa5c014d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80313D90-ADD5-45A8-B8A4-B7DF35C171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D2913BAE-D2A4-4477-9A3D-D01EB756B5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AB73D770-6326-4E9C-B4B9-1C001DDCBC4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821FD432-2EC4-4E59-AB5A-82E4A499C0F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30586622-67D1-482D-9EA1-2259D63347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B2A674E2-1BA4-4C94-AEEE-EEB106CFF73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4DFA96D7-43A9-47FD-9A43-30DF2F8869F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CA7A14EA-0E55-42DE-BFF9-A85A1B7F9CF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9F55937F-399E-4818-8349-C434BADB5D5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A335272D-96CE-4383-9050-11B4AC07773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20" name="narrative-number">
            <a:extLst xmlns:a="http://schemas.openxmlformats.org/drawingml/2006/main">
              <a:ext uri="{FF2B5EF4-FFF2-40B4-BE49-F238E27FC236}">
                <a16:creationId xmlns:a16="http://schemas.microsoft.com/office/drawing/2014/main" id="{D9AC7780-B52D-43A2-AE7C-60BC008B97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2844161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89BBEDC4-A988-4F12-AB7B-617A9568BA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7f96e006701a472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FF4AD915-CABC-43D2-9A84-92D7ED0AF4E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5A5C09EC-5952-473C-9087-B2814411AC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6A5B39F8-DEB4-479D-AC8F-2F5284C29E5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D50C1757-E018-446A-B991-234874C61D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21933737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990D84D0-CF33-4A1B-B8F5-C9EB1C2359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22ca6000b4944a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BF4C732A-9CF5-472F-A83C-B0F08A5EF88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DF1310FB-59A7-489D-8FD8-D1598E61D29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AB278B7B-435D-4845-85F1-C55C1A05170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3B61C224-C286-4CCE-9EE9-641E439DF32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a03c0a234d1c474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48664857-3AC6-4776-8C08-00E2C155FF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800959935"/>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858F925F-2183-41AC-AC6E-EE7D7A3CAB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cdd5b5460a834c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78EC44A1-5D1E-4AA0-BE00-D1921C6338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5062BE72-37E8-4379-85B6-788684A907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F1268C85-97F6-4714-9213-5E4758B085E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12C93D1C-FACB-4372-9B4A-72EBC31BFFC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44D3A5D5-8DBF-439E-A3B6-B7ECC1173DF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30793C9D-0EE7-4D59-B8ED-D10FEAE5FE68}"/>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8E652BA0-5959-49E6-AF42-0D0409B2D8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00061970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DE7FF6E9-1F50-4853-82EB-0A82E523CA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650c9a56b81d4f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F5D76BA5-B2B8-404B-81A6-919B01DEE3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AF2E9E67-394A-4AE9-832E-157F5E8E36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BF30E9FC-1D9F-46A0-BD59-515312BA3E4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7CF865B5-CE96-47F8-B0AE-1513766FA42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C50C5F66-2F3A-45B7-BC76-BEA278582369}"/>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8F54F225-2A74-4256-9EEE-133C10C12D5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7880B896-153E-4FE1-B9AB-3D87B1901C5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78DA4874-CF76-4A58-8D87-33E7E93E2F8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B1A566C9-59B2-44B2-A9A0-CFF999E872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23761002"/>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85953090-C4C7-4ED9-B8A5-5BBD411562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c883e27ff1a04e0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3F9E9758-1B9B-4C42-A17F-3B6E54AFE4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5FD9C998-BF9F-4A4A-A827-2AAE9C6558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F97FD188-F953-4DE0-AC02-C6BAD236541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1717764A-7D32-488D-B159-A4E194F8A45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4F01FBBC-ED3F-410D-A6F0-CEE065484E3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DB95A3E2-D76F-45E7-AFEA-623053507B2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64A573D4-5E36-478B-948B-BA9053C25EB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E7BCE71F-8501-4AA4-B570-3381FC35CD9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ACDC83F4-D9E8-4B62-86A5-A70562C15DA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E87D0C56-DFB7-4545-A7EA-5E8A0C2DF85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68" name="narrative-number">
            <a:extLst xmlns:a="http://schemas.openxmlformats.org/drawingml/2006/main">
              <a:ext uri="{FF2B5EF4-FFF2-40B4-BE49-F238E27FC236}">
                <a16:creationId xmlns:a16="http://schemas.microsoft.com/office/drawing/2014/main" id="{3E5F1AE8-2E4A-4AE6-AAEB-3639625961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495074319"/>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DEED833F-8CE7-48B6-8B42-04BA959E61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e1c7cdcf414d46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A43E4A6D-2B1F-47CF-957E-5617679880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311BC0EC-DE25-4838-973F-E4D4B9BE53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9BB725AA-DD61-43CA-8927-5A17AE39912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B2952544-C385-4420-8D54-0C9836033898}"/>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71A90924-B7D6-4460-9ADF-DB71A9755301}"/>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D417FCAB-596B-4B2B-8AAD-D26197BA4842}"/>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F75AE9A4-DD45-4342-8988-31E2A8E7ED75}"/>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FB333AD5-41D8-4AE1-BE4E-D96D5535BA09}"/>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2FFA43EF-B9E1-4567-AE85-EFA1877F5AF9}"/>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0E1ACC3A-D184-4D21-9E5D-4FBD5EF56F2B}"/>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F584EAB4-56DE-457D-8F3E-E418BB5731F2}"/>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F87B2D63-B780-4D73-96B2-939C9D1C05E7}"/>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E5C1EEF9-37C1-422C-95FA-BA40FDD72FAC}"/>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06E43204-0B5B-499F-83B8-D5BE46F38138}"/>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5C7FF5A3-E70A-437B-B991-E1B9DB93AE8D}"/>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D7AD0C24-B792-45F4-A9DE-8E0BC52622B4}"/>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6321B80D-5950-47BA-8532-9A5F8813258E}"/>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FBAD5E04-27DE-464B-B90F-E5BCA64123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66353982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5301A837-1672-4D6E-8127-0B6C633A4C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9e9be4b137214d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B72F6FCE-A6D6-4BC7-A04F-BFF768E1FF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F24BA6D8-75DB-4DE4-9FF2-93439D68943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C161C54B-698D-4062-BA99-9A39C20520D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42BAB4F7-B49E-48F0-814F-735D0EF23EA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260111c2620142e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218816D8-8200-4E2B-8EA4-02DA6D6B33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80387167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3E54F332-6014-4527-A441-0F6F4D7BA4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ab53e6653cb346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185E1DA0-B1C1-4C01-9D0E-36797BFA81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5ED0E5BC-824F-4576-9612-D8C8E30653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730555D9-898A-4A4C-9974-C50B5724FF0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ACE6F158-4189-4E3D-9169-54CD81FB1D3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9ED1AB54-840C-4B8C-B813-F898296D7D3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8EA5E760-2BFB-4786-9CEF-654BCF93D56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1000DA7E-03D9-4091-908E-C7FAC73FA0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197729464"/>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F91B16A5-5DAC-46EF-A636-7715CD55CD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effb8bd23cf446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ACC5E129-C02C-46E0-8DD4-0D6F535351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2F42901A-1F79-49C3-B2BA-44D00253767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32E4894D-8337-4D5F-BD6E-5FA0D3F7961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EF149F5A-7228-42B2-BF96-EC0F140B7DD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7E471E3F-B700-4A12-9E8A-E94CAED032F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1EB99719-851E-4264-AB84-B3704E5AD08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B05E8BB4-16C6-4CA5-8FD7-3D9304FB54D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72A25E2A-3898-456C-A39A-F17A0883E6B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DC0CFB3B-20F9-41D0-9CFB-82E8F6FCD9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4371063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AA15BF83-0961-4FB6-AC5A-3B620A58D9C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314309b2c3084a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E949411B-5748-4B3B-9BAA-A8A3B8F70F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71555304-EE06-41EC-BF91-AFB560CE7E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D8CB0824-E049-4E30-B952-4366F3F8DDC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5B508FA8-01DF-4CFE-AD4F-F0F90679892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F602B3E6-8924-440D-B498-D30D23F8FB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B5160140-5C03-4995-B048-7F6F9DE6E14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CF98D9D5-ED1D-4C5C-9E97-ED88E178F8F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B94BC78A-230A-4216-BE7F-57A07B867DA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52479B52-F1F6-439D-B340-4334EAF91B6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98418619-B206-4745-8E92-DBCA6EE253A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2F3ED390-2B97-4CD6-AA29-EAD05F7F64A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30" name="narrative-number">
            <a:extLst xmlns:a="http://schemas.openxmlformats.org/drawingml/2006/main">
              <a:ext uri="{FF2B5EF4-FFF2-40B4-BE49-F238E27FC236}">
                <a16:creationId xmlns:a16="http://schemas.microsoft.com/office/drawing/2014/main" id="{1D51170E-93C7-404E-933D-5E75A294F6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213170516"/>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1EC7F864-3DFC-4485-AA88-0BC605E40C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86f6e3a366ee41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B6DFA570-4EBE-474E-97F9-47F616DF943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E3446340-BEDE-4F97-80F3-8C8927359A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FDAA3E62-9B35-4DB6-B98A-94564719891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4588D226-FD5B-492A-BBA2-576B0CFCD400}"/>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ABDFD367-7B80-412E-B967-AF9371BF99A2}"/>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B3ED2FAF-AB1F-4387-BB5B-94AA4EE5398E}"/>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80183AF0-2D6D-44BD-B30A-831F88FE8E2C}"/>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2F4E1633-0C66-42D0-B760-A7D0D2E9BB73}"/>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F0213998-0972-4368-BABA-B7011DCF4C11}"/>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A3576FF7-B536-4990-A943-354DA0EFB78D}"/>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6E3386F5-577D-48EB-8165-0E8E3F779B00}"/>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E84B861A-1F5E-4648-A4B1-6D6B1ECE04A4}"/>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A7799442-DBCC-4F6A-9183-9D2243C1EB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86048060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C32AD542-27F1-438A-B85E-6860072F17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8e471c3d120642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D9708898-90FC-4C7B-A650-4ECD0421A6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E3F89AFD-5244-413C-AD30-2BDE56F41BEE}"/>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7c6021b7bcf24ccf"/>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18680F52-A1E2-4FB6-B1AF-62435AD2A79A}"/>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FFE79C43-7E53-45C6-B520-60EA6C7FB676}"/>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094D99B7-37A1-462B-877E-9B767E0AFB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308084899"/>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3DFBABDE-54D4-45E3-A8AD-D878A7779BC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cd2ea45b467744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D8E64118-57D8-49B5-B86F-4B4B2EEA3C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33818330-BB1E-4E6F-BFD4-F641BF0D0F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07229856-9296-4A3E-BAA0-8A99B00B341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E2DDE1D1-788C-490B-84AD-64A837AE119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AEA6B945-9D3A-4D48-BC7F-C34C11B5E6E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0E735D81-5CC9-46B6-82CE-39FF2FCA6A49}"/>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68ECB77B-2BA0-4EBD-9CF0-45DC5F0549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43608413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783F6F71-B2B6-4FE1-B04F-093D6D4B39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6c597acc87f44a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092CBB0A-A21C-467B-B8FD-581FC88F7C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B8241217-8B1F-4AFF-90FA-EE90BCCB21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24B1FF45-DDED-4ED1-BA3F-5DF557C72048}"/>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D8ADF8DA-9A8E-424E-8A1C-481F7C7972DD}"/>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38F55FC9-32FE-495D-824C-35CD6EF6B5A3}"/>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FB9930C0-80D9-4BD6-A0AC-BFCEE4B22D39}"/>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8565CDD9-6920-4438-93A7-E5A2816865A8}"/>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C0810B1C-CD37-465C-AE76-1CEC228DBBD0}"/>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19BAD702-6A28-469F-9130-CD67D75EC4C8}"/>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EA958C65-4716-4763-8FB9-94EAFEC57E77}"/>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0742D00C-21EE-4DAF-924E-6751D0F879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790976832"/>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81A51540-AD7C-4A93-BAEB-A2FDBB5F42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e0417fc1691644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A5014633-2C97-44CB-B888-67E6E316D92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8CB85153-5425-4E2B-B73B-70DEFFD5B6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C28969FB-BF98-4DC2-83EA-17BCECFEB6D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F32DE6B3-6876-483B-BB15-4BFB3C269F5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1D64D7F3-6198-43FC-9E42-FC85976D90E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0F6B2576-9B0B-4CBB-868B-5768843E0DA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ED7E3241-7EA6-4CD0-83E5-CF49F74FF9A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53A68432-94B8-4189-953D-38E4C77E6D8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F70390EE-4F32-4E07-8A37-D2EF2DB382A7}"/>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0955AB41-7C04-4F65-A937-B160F689088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9CA21CAA-04B7-463F-ACB1-3C6E9BA577F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389" name="narrative-number">
            <a:extLst xmlns:a="http://schemas.openxmlformats.org/drawingml/2006/main">
              <a:ext uri="{FF2B5EF4-FFF2-40B4-BE49-F238E27FC236}">
                <a16:creationId xmlns:a16="http://schemas.microsoft.com/office/drawing/2014/main" id="{FC331A11-C75C-4CAC-A7B1-1450F7A6A8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39108825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132107FA-6C7E-463B-BC4B-1D51FBDD13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47b54ec637c242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77318E32-1800-4160-90E0-5F739AE2CA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657E622A-24EC-41D9-B41B-5516FED29C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07BA3C4E-B6F1-45E9-AA35-86B1A8F090F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E2360435-8B1F-4E5B-8B8E-AC0349F3BA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42423432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ded093172b314b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50C6E321-D493-49C7-B098-493A1A8431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28427274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7AA47931-2D10-4436-B5CA-163A7D9AE49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A78AE6DE-A341-4F92-8DE2-6BC66505EBF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605367CF-7B3A-4012-BBD0-A7324BA95CD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43AAE68B-E414-4DFA-97B6-AA7F0A515B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50068652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6CB3054E-D4F3-40F5-93B8-DE1950E387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2e29a30aea5345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50492C42-F60F-4118-AD6C-0C97202EFD1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9D3E35B7-14F9-4EFF-9B66-F575838088B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FFB8E872-926C-4D7A-99CF-9CEDAB4685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9066166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302FBC4C-D1B6-420D-87EC-216C9A6D49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606ea46c83a84f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2350A9DD-9BB7-4194-81D1-3F516AEE4B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12" name="header-divider">
            <a:extLst xmlns:a="http://schemas.openxmlformats.org/drawingml/2006/main">
              <a:ext uri="{FF2B5EF4-FFF2-40B4-BE49-F238E27FC236}">
                <a16:creationId xmlns:a16="http://schemas.microsoft.com/office/drawing/2014/main" id="{3BC7AA61-2617-452F-AC67-F7631BCC84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9"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4" name="narrative-number">
            <a:extLst xmlns:a="http://schemas.openxmlformats.org/drawingml/2006/main">
              <a:ext uri="{FF2B5EF4-FFF2-40B4-BE49-F238E27FC236}">
                <a16:creationId xmlns:a16="http://schemas.microsoft.com/office/drawing/2014/main" id="{CD96F165-86E0-46D8-B449-45BA4C3FF8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236665857"/>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D2938E33-0963-4E59-8A9C-EFB8A331B91F}"/>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16" name="header-divider">
            <a:extLst xmlns:a="http://schemas.openxmlformats.org/drawingml/2006/main">
              <a:ext uri="{FF2B5EF4-FFF2-40B4-BE49-F238E27FC236}">
                <a16:creationId xmlns:a16="http://schemas.microsoft.com/office/drawing/2014/main" id="{3A248246-7BEA-4731-B231-B07858BD4E3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44-shape-1">
            <a:extLst xmlns:a="http://schemas.openxmlformats.org/drawingml/2006/main">
              <a:ext uri="{FF2B5EF4-FFF2-40B4-BE49-F238E27FC236}">
                <a16:creationId xmlns:a16="http://schemas.microsoft.com/office/drawing/2014/main" id="{4B7EBA18-872B-4A0B-9D14-1129EAF44829}"/>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8" name="44-shape-2">
            <a:extLst xmlns:a="http://schemas.openxmlformats.org/drawingml/2006/main">
              <a:ext uri="{FF2B5EF4-FFF2-40B4-BE49-F238E27FC236}">
                <a16:creationId xmlns:a16="http://schemas.microsoft.com/office/drawing/2014/main" id="{AA7E86C2-AD9A-41F2-9F17-1B43CFF05E4F}"/>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19" name="44-text-3">
            <a:extLst xmlns:a="http://schemas.openxmlformats.org/drawingml/2006/main">
              <a:ext uri="{FF2B5EF4-FFF2-40B4-BE49-F238E27FC236}">
                <a16:creationId xmlns:a16="http://schemas.microsoft.com/office/drawing/2014/main" id="{E52E818D-9A9D-46BB-8D6B-6CEB926DF28C}"/>
              </a:ext>
            </a:extLst>
          </p:cNvPr>
          <p:cNvSpPr>
            <a:spLocks xmlns:a="http://schemas.openxmlformats.org/drawingml/2006/main"/>
          </p:cNvSpPr>
          <p:nvPr/>
        </p:nvSpPr>
        <p:spPr>
          <a:xfrm xmlns:a="http://schemas.openxmlformats.org/drawingml/2006/main">
            <a:off x="609600" y="1447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20" name="44-text-4">
            <a:extLst xmlns:a="http://schemas.openxmlformats.org/drawingml/2006/main">
              <a:ext uri="{FF2B5EF4-FFF2-40B4-BE49-F238E27FC236}">
                <a16:creationId xmlns:a16="http://schemas.microsoft.com/office/drawing/2014/main" id="{54511A59-37DC-4326-B9CB-1CF017ECD664}"/>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21" name="44-shape-5">
            <a:extLst xmlns:a="http://schemas.openxmlformats.org/drawingml/2006/main">
              <a:ext uri="{FF2B5EF4-FFF2-40B4-BE49-F238E27FC236}">
                <a16:creationId xmlns:a16="http://schemas.microsoft.com/office/drawing/2014/main" id="{7558392E-FD17-4B45-A9DA-1CFDE9DF409D}"/>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2" name="44-shape-6">
            <a:extLst xmlns:a="http://schemas.openxmlformats.org/drawingml/2006/main">
              <a:ext uri="{FF2B5EF4-FFF2-40B4-BE49-F238E27FC236}">
                <a16:creationId xmlns:a16="http://schemas.microsoft.com/office/drawing/2014/main" id="{A60A8650-EBBE-4C5F-B9BB-7C08CAE73B7C}"/>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3" name="44-text-7">
            <a:extLst xmlns:a="http://schemas.openxmlformats.org/drawingml/2006/main">
              <a:ext uri="{FF2B5EF4-FFF2-40B4-BE49-F238E27FC236}">
                <a16:creationId xmlns:a16="http://schemas.microsoft.com/office/drawing/2014/main" id="{70F84CA1-BBE0-427B-99D1-C095455B559F}"/>
              </a:ext>
            </a:extLst>
          </p:cNvPr>
          <p:cNvSpPr>
            <a:spLocks xmlns:a="http://schemas.openxmlformats.org/drawingml/2006/main"/>
          </p:cNvSpPr>
          <p:nvPr/>
        </p:nvSpPr>
        <p:spPr>
          <a:xfrm xmlns:a="http://schemas.openxmlformats.org/drawingml/2006/main">
            <a:off x="609600" y="22860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24" name="44-text-8">
            <a:extLst xmlns:a="http://schemas.openxmlformats.org/drawingml/2006/main">
              <a:ext uri="{FF2B5EF4-FFF2-40B4-BE49-F238E27FC236}">
                <a16:creationId xmlns:a16="http://schemas.microsoft.com/office/drawing/2014/main" id="{5B246310-97D3-45E4-952C-C20C00851097}"/>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25" name="44-shape-9">
            <a:extLst xmlns:a="http://schemas.openxmlformats.org/drawingml/2006/main">
              <a:ext uri="{FF2B5EF4-FFF2-40B4-BE49-F238E27FC236}">
                <a16:creationId xmlns:a16="http://schemas.microsoft.com/office/drawing/2014/main" id="{BA2A93C2-094E-42B6-89BD-10BF7B6208D1}"/>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6" name="44-shape-10">
            <a:extLst xmlns:a="http://schemas.openxmlformats.org/drawingml/2006/main">
              <a:ext uri="{FF2B5EF4-FFF2-40B4-BE49-F238E27FC236}">
                <a16:creationId xmlns:a16="http://schemas.microsoft.com/office/drawing/2014/main" id="{E64DF926-CA47-4E23-9B44-46AAD829A1AA}"/>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7" name="44-text-11">
            <a:extLst xmlns:a="http://schemas.openxmlformats.org/drawingml/2006/main">
              <a:ext uri="{FF2B5EF4-FFF2-40B4-BE49-F238E27FC236}">
                <a16:creationId xmlns:a16="http://schemas.microsoft.com/office/drawing/2014/main" id="{4ED31805-5064-4B7B-8AC6-43F768E4B473}"/>
              </a:ext>
            </a:extLst>
          </p:cNvPr>
          <p:cNvSpPr>
            <a:spLocks xmlns:a="http://schemas.openxmlformats.org/drawingml/2006/main"/>
          </p:cNvSpPr>
          <p:nvPr/>
        </p:nvSpPr>
        <p:spPr>
          <a:xfrm xmlns:a="http://schemas.openxmlformats.org/drawingml/2006/main">
            <a:off x="609600" y="31242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28" name="44-text-12">
            <a:extLst xmlns:a="http://schemas.openxmlformats.org/drawingml/2006/main">
              <a:ext uri="{FF2B5EF4-FFF2-40B4-BE49-F238E27FC236}">
                <a16:creationId xmlns:a16="http://schemas.microsoft.com/office/drawing/2014/main" id="{5E001C91-6499-4DAA-B981-DD7B6A9D8B3D}"/>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29" name="44-shape-13">
            <a:extLst xmlns:a="http://schemas.openxmlformats.org/drawingml/2006/main">
              <a:ext uri="{FF2B5EF4-FFF2-40B4-BE49-F238E27FC236}">
                <a16:creationId xmlns:a16="http://schemas.microsoft.com/office/drawing/2014/main" id="{7DAAC9E5-77F6-4567-B011-A2AF4F54B9FE}"/>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0" name="44-shape-14">
            <a:extLst xmlns:a="http://schemas.openxmlformats.org/drawingml/2006/main">
              <a:ext uri="{FF2B5EF4-FFF2-40B4-BE49-F238E27FC236}">
                <a16:creationId xmlns:a16="http://schemas.microsoft.com/office/drawing/2014/main" id="{0F885156-1BE0-4744-97CC-3475EAC8E8A9}"/>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1" name="44-text-15">
            <a:extLst xmlns:a="http://schemas.openxmlformats.org/drawingml/2006/main">
              <a:ext uri="{FF2B5EF4-FFF2-40B4-BE49-F238E27FC236}">
                <a16:creationId xmlns:a16="http://schemas.microsoft.com/office/drawing/2014/main" id="{43C7B1F4-DCB2-481B-AF2C-AABEBE840AEB}"/>
              </a:ext>
            </a:extLst>
          </p:cNvPr>
          <p:cNvSpPr>
            <a:spLocks xmlns:a="http://schemas.openxmlformats.org/drawingml/2006/main"/>
          </p:cNvSpPr>
          <p:nvPr/>
        </p:nvSpPr>
        <p:spPr>
          <a:xfrm xmlns:a="http://schemas.openxmlformats.org/drawingml/2006/main">
            <a:off x="609600" y="396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32" name="44-text-16">
            <a:extLst xmlns:a="http://schemas.openxmlformats.org/drawingml/2006/main">
              <a:ext uri="{FF2B5EF4-FFF2-40B4-BE49-F238E27FC236}">
                <a16:creationId xmlns:a16="http://schemas.microsoft.com/office/drawing/2014/main" id="{12A367E7-55E8-460C-B7D4-D0E158A78655}"/>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33" name="44-shape-17">
            <a:extLst xmlns:a="http://schemas.openxmlformats.org/drawingml/2006/main">
              <a:ext uri="{FF2B5EF4-FFF2-40B4-BE49-F238E27FC236}">
                <a16:creationId xmlns:a16="http://schemas.microsoft.com/office/drawing/2014/main" id="{375F4B3E-C9C6-43ED-BE6A-4E68F694D807}"/>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4" name="44-shape-18">
            <a:extLst xmlns:a="http://schemas.openxmlformats.org/drawingml/2006/main">
              <a:ext uri="{FF2B5EF4-FFF2-40B4-BE49-F238E27FC236}">
                <a16:creationId xmlns:a16="http://schemas.microsoft.com/office/drawing/2014/main" id="{54A2048E-40BE-477F-AD11-938F3AD2DB71}"/>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5" name="44-text-19">
            <a:extLst xmlns:a="http://schemas.openxmlformats.org/drawingml/2006/main">
              <a:ext uri="{FF2B5EF4-FFF2-40B4-BE49-F238E27FC236}">
                <a16:creationId xmlns:a16="http://schemas.microsoft.com/office/drawing/2014/main" id="{EED31268-1E39-48B9-9320-E4940C8FA0FD}"/>
              </a:ext>
            </a:extLst>
          </p:cNvPr>
          <p:cNvSpPr>
            <a:spLocks xmlns:a="http://schemas.openxmlformats.org/drawingml/2006/main"/>
          </p:cNvSpPr>
          <p:nvPr/>
        </p:nvSpPr>
        <p:spPr>
          <a:xfrm xmlns:a="http://schemas.openxmlformats.org/drawingml/2006/main">
            <a:off x="609600" y="4800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36" name="44-text-20">
            <a:extLst xmlns:a="http://schemas.openxmlformats.org/drawingml/2006/main">
              <a:ext uri="{FF2B5EF4-FFF2-40B4-BE49-F238E27FC236}">
                <a16:creationId xmlns:a16="http://schemas.microsoft.com/office/drawing/2014/main" id="{A48578DD-69D2-4E23-A364-E7C8BEF5180E}"/>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37" name="44-shape-21">
            <a:extLst xmlns:a="http://schemas.openxmlformats.org/drawingml/2006/main">
              <a:ext uri="{FF2B5EF4-FFF2-40B4-BE49-F238E27FC236}">
                <a16:creationId xmlns:a16="http://schemas.microsoft.com/office/drawing/2014/main" id="{949EDA47-675F-4E10-B157-F38E39634BCD}"/>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44-shape-22">
            <a:extLst xmlns:a="http://schemas.openxmlformats.org/drawingml/2006/main">
              <a:ext uri="{FF2B5EF4-FFF2-40B4-BE49-F238E27FC236}">
                <a16:creationId xmlns:a16="http://schemas.microsoft.com/office/drawing/2014/main" id="{39316C8F-EA62-449B-9AC2-83EAB78269A6}"/>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44-text-23">
            <a:extLst xmlns:a="http://schemas.openxmlformats.org/drawingml/2006/main">
              <a:ext uri="{FF2B5EF4-FFF2-40B4-BE49-F238E27FC236}">
                <a16:creationId xmlns:a16="http://schemas.microsoft.com/office/drawing/2014/main" id="{81D6C211-4CC8-46B1-81C0-F3A1E8D49F08}"/>
              </a:ext>
            </a:extLst>
          </p:cNvPr>
          <p:cNvSpPr>
            <a:spLocks xmlns:a="http://schemas.openxmlformats.org/drawingml/2006/main"/>
          </p:cNvSpPr>
          <p:nvPr/>
        </p:nvSpPr>
        <p:spPr>
          <a:xfrm xmlns:a="http://schemas.openxmlformats.org/drawingml/2006/main">
            <a:off x="609600" y="56388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40" name="44-text-24">
            <a:extLst xmlns:a="http://schemas.openxmlformats.org/drawingml/2006/main">
              <a:ext uri="{FF2B5EF4-FFF2-40B4-BE49-F238E27FC236}">
                <a16:creationId xmlns:a16="http://schemas.microsoft.com/office/drawing/2014/main" id="{EBDADFF1-73BD-4DC7-9126-A5DF0B4419C5}"/>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41" name="narrative-number">
            <a:extLst xmlns:a="http://schemas.openxmlformats.org/drawingml/2006/main">
              <a:ext uri="{FF2B5EF4-FFF2-40B4-BE49-F238E27FC236}">
                <a16:creationId xmlns:a16="http://schemas.microsoft.com/office/drawing/2014/main" id="{3B9CD1EA-9A0E-4109-9BDA-0AFBE0DC5B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6136714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1A8B8A84-564E-4824-A935-C801D93CBF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c242a67346044a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8DFFFEBE-41AD-46A6-92DD-DDCA73116F5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45" name="header-divider">
            <a:extLst xmlns:a="http://schemas.openxmlformats.org/drawingml/2006/main">
              <a:ext uri="{FF2B5EF4-FFF2-40B4-BE49-F238E27FC236}">
                <a16:creationId xmlns:a16="http://schemas.microsoft.com/office/drawing/2014/main" id="{BB51D67A-0015-484E-B694-DC87C136F0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45-shape-1">
            <a:extLst xmlns:a="http://schemas.openxmlformats.org/drawingml/2006/main">
              <a:ext uri="{FF2B5EF4-FFF2-40B4-BE49-F238E27FC236}">
                <a16:creationId xmlns:a16="http://schemas.microsoft.com/office/drawing/2014/main" id="{3BC89F26-E157-44F7-9146-7284EA9FEEC1}"/>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47" name="45-text-2">
            <a:extLst xmlns:a="http://schemas.openxmlformats.org/drawingml/2006/main">
              <a:ext uri="{FF2B5EF4-FFF2-40B4-BE49-F238E27FC236}">
                <a16:creationId xmlns:a16="http://schemas.microsoft.com/office/drawing/2014/main" id="{E51D9AF1-97E3-497F-9FF6-5C492BFB631E}"/>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45-text-3">
            <a:extLst xmlns:a="http://schemas.openxmlformats.org/drawingml/2006/main">
              <a:ext uri="{FF2B5EF4-FFF2-40B4-BE49-F238E27FC236}">
                <a16:creationId xmlns:a16="http://schemas.microsoft.com/office/drawing/2014/main" id="{5FA9B415-3737-48D7-AD3D-149F5E8F1DC8}"/>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49" name="45-shape-4">
            <a:extLst xmlns:a="http://schemas.openxmlformats.org/drawingml/2006/main">
              <a:ext uri="{FF2B5EF4-FFF2-40B4-BE49-F238E27FC236}">
                <a16:creationId xmlns:a16="http://schemas.microsoft.com/office/drawing/2014/main" id="{D38D80E9-C406-4D4B-AC89-AC303D308545}"/>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0" name="45-text-5">
            <a:extLst xmlns:a="http://schemas.openxmlformats.org/drawingml/2006/main">
              <a:ext uri="{FF2B5EF4-FFF2-40B4-BE49-F238E27FC236}">
                <a16:creationId xmlns:a16="http://schemas.microsoft.com/office/drawing/2014/main" id="{C69C992E-6E6E-4715-ADE4-E6E81A075C38}"/>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45-text-6">
            <a:extLst xmlns:a="http://schemas.openxmlformats.org/drawingml/2006/main">
              <a:ext uri="{FF2B5EF4-FFF2-40B4-BE49-F238E27FC236}">
                <a16:creationId xmlns:a16="http://schemas.microsoft.com/office/drawing/2014/main" id="{8FE4BA67-6080-4EE3-9F3A-66E83730B03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52" name="45-shape-7">
            <a:extLst xmlns:a="http://schemas.openxmlformats.org/drawingml/2006/main">
              <a:ext uri="{FF2B5EF4-FFF2-40B4-BE49-F238E27FC236}">
                <a16:creationId xmlns:a16="http://schemas.microsoft.com/office/drawing/2014/main" id="{7B4F9BF3-02C9-483B-8B84-D55839D298A7}"/>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3" name="45-text-8">
            <a:extLst xmlns:a="http://schemas.openxmlformats.org/drawingml/2006/main">
              <a:ext uri="{FF2B5EF4-FFF2-40B4-BE49-F238E27FC236}">
                <a16:creationId xmlns:a16="http://schemas.microsoft.com/office/drawing/2014/main" id="{FD947C57-15B1-48D1-BFAF-2876C7CD8D2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45-text-9">
            <a:extLst xmlns:a="http://schemas.openxmlformats.org/drawingml/2006/main">
              <a:ext uri="{FF2B5EF4-FFF2-40B4-BE49-F238E27FC236}">
                <a16:creationId xmlns:a16="http://schemas.microsoft.com/office/drawing/2014/main" id="{5CDC69B9-266A-4246-9917-FE7FC2694FB8}"/>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55" name="45-shape-10">
            <a:extLst xmlns:a="http://schemas.openxmlformats.org/drawingml/2006/main">
              <a:ext uri="{FF2B5EF4-FFF2-40B4-BE49-F238E27FC236}">
                <a16:creationId xmlns:a16="http://schemas.microsoft.com/office/drawing/2014/main" id="{AB94CE23-1F85-47DB-B8C8-CC495E45373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6" name="45-text-11">
            <a:extLst xmlns:a="http://schemas.openxmlformats.org/drawingml/2006/main">
              <a:ext uri="{FF2B5EF4-FFF2-40B4-BE49-F238E27FC236}">
                <a16:creationId xmlns:a16="http://schemas.microsoft.com/office/drawing/2014/main" id="{8BA55C05-4EC3-4E13-AFBA-C4D59EAAD293}"/>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57" name="45-text-12">
            <a:extLst xmlns:a="http://schemas.openxmlformats.org/drawingml/2006/main">
              <a:ext uri="{FF2B5EF4-FFF2-40B4-BE49-F238E27FC236}">
                <a16:creationId xmlns:a16="http://schemas.microsoft.com/office/drawing/2014/main" id="{02C7AA38-EEDD-47A0-8252-924F340D2480}"/>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58" name="narrative-number">
            <a:extLst xmlns:a="http://schemas.openxmlformats.org/drawingml/2006/main">
              <a:ext uri="{FF2B5EF4-FFF2-40B4-BE49-F238E27FC236}">
                <a16:creationId xmlns:a16="http://schemas.microsoft.com/office/drawing/2014/main" id="{A07BE4FA-D669-4B22-B235-B4FEF6E0C7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46895651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FF2C4F4A-0EE1-4BAC-97E9-396AAF6388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69ec441a865f4c6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F0A36446-9EDC-4607-9F45-3AFA4C32C4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2" name="header-divider">
            <a:extLst xmlns:a="http://schemas.openxmlformats.org/drawingml/2006/main">
              <a:ext uri="{FF2B5EF4-FFF2-40B4-BE49-F238E27FC236}">
                <a16:creationId xmlns:a16="http://schemas.microsoft.com/office/drawing/2014/main" id="{7A2BB7BE-54F2-4236-802E-120933D4C2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45-text-13">
            <a:extLst xmlns:a="http://schemas.openxmlformats.org/drawingml/2006/main">
              <a:ext uri="{FF2B5EF4-FFF2-40B4-BE49-F238E27FC236}">
                <a16:creationId xmlns:a16="http://schemas.microsoft.com/office/drawing/2014/main" id="{38C5BBEB-F148-4176-A0FB-6792F3FF98D7}"/>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464" name="45-text-14">
            <a:extLst xmlns:a="http://schemas.openxmlformats.org/drawingml/2006/main">
              <a:ext uri="{FF2B5EF4-FFF2-40B4-BE49-F238E27FC236}">
                <a16:creationId xmlns:a16="http://schemas.microsoft.com/office/drawing/2014/main" id="{63E4FE6E-CA90-4D04-92A1-34A277421D02}"/>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65" name="45-text-15">
            <a:extLst xmlns:a="http://schemas.openxmlformats.org/drawingml/2006/main">
              <a:ext uri="{FF2B5EF4-FFF2-40B4-BE49-F238E27FC236}">
                <a16:creationId xmlns:a16="http://schemas.microsoft.com/office/drawing/2014/main" id="{2D314637-91BF-41C6-A004-DB8EA4526D08}"/>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475"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4944EEE9-6CDB-4A11-B926-3389D2CF4F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410318015"/>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slide-title">
            <a:extLst xmlns:a="http://schemas.openxmlformats.org/drawingml/2006/main">
              <a:ext uri="{FF2B5EF4-FFF2-40B4-BE49-F238E27FC236}">
                <a16:creationId xmlns:a16="http://schemas.microsoft.com/office/drawing/2014/main" id="{0E83459A-19C1-4DEA-8885-F62BEACACAD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69" name="header-divider">
            <a:extLst xmlns:a="http://schemas.openxmlformats.org/drawingml/2006/main">
              <a:ext uri="{FF2B5EF4-FFF2-40B4-BE49-F238E27FC236}">
                <a16:creationId xmlns:a16="http://schemas.microsoft.com/office/drawing/2014/main" id="{01329924-8270-405E-80DB-038172983F1D}"/>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6-text-1">
            <a:extLst xmlns:a="http://schemas.openxmlformats.org/drawingml/2006/main">
              <a:ext uri="{FF2B5EF4-FFF2-40B4-BE49-F238E27FC236}">
                <a16:creationId xmlns:a16="http://schemas.microsoft.com/office/drawing/2014/main" id="{C1852BA8-8201-4730-9B89-6F062138367A}"/>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71" name="46-text-2">
            <a:extLst xmlns:a="http://schemas.openxmlformats.org/drawingml/2006/main">
              <a:ext uri="{FF2B5EF4-FFF2-40B4-BE49-F238E27FC236}">
                <a16:creationId xmlns:a16="http://schemas.microsoft.com/office/drawing/2014/main" id="{22292485-9610-4949-BCF5-9D7A946FDE0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72" name="46-text-3">
            <a:extLst xmlns:a="http://schemas.openxmlformats.org/drawingml/2006/main">
              <a:ext uri="{FF2B5EF4-FFF2-40B4-BE49-F238E27FC236}">
                <a16:creationId xmlns:a16="http://schemas.microsoft.com/office/drawing/2014/main" id="{99EDD3F7-158F-4B91-9FAD-A59FF27F661E}"/>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73" name="46-text-4">
            <a:extLst xmlns:a="http://schemas.openxmlformats.org/drawingml/2006/main">
              <a:ext uri="{FF2B5EF4-FFF2-40B4-BE49-F238E27FC236}">
                <a16:creationId xmlns:a16="http://schemas.microsoft.com/office/drawing/2014/main" id="{C6C1FB05-582A-4622-BA85-0F3AEE6A75F9}"/>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74" name="46-text-5">
            <a:extLst xmlns:a="http://schemas.openxmlformats.org/drawingml/2006/main">
              <a:ext uri="{FF2B5EF4-FFF2-40B4-BE49-F238E27FC236}">
                <a16:creationId xmlns:a16="http://schemas.microsoft.com/office/drawing/2014/main" id="{494F755C-C1E9-4355-8D96-AF38FD60BC48}"/>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75" name="46-text-6">
            <a:extLst xmlns:a="http://schemas.openxmlformats.org/drawingml/2006/main">
              <a:ext uri="{FF2B5EF4-FFF2-40B4-BE49-F238E27FC236}">
                <a16:creationId xmlns:a16="http://schemas.microsoft.com/office/drawing/2014/main" id="{CEC12DF0-2061-4EFC-A229-9EAC8711B04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76" name="46-text-7">
            <a:extLst xmlns:a="http://schemas.openxmlformats.org/drawingml/2006/main">
              <a:ext uri="{FF2B5EF4-FFF2-40B4-BE49-F238E27FC236}">
                <a16:creationId xmlns:a16="http://schemas.microsoft.com/office/drawing/2014/main" id="{AD84CE3E-42A6-4742-A5EB-5E8600FC5F37}"/>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77" name="46-text-8">
            <a:extLst xmlns:a="http://schemas.openxmlformats.org/drawingml/2006/main">
              <a:ext uri="{FF2B5EF4-FFF2-40B4-BE49-F238E27FC236}">
                <a16:creationId xmlns:a16="http://schemas.microsoft.com/office/drawing/2014/main" id="{268602A5-7BDA-44BA-895D-551BAAD68A1F}"/>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78" name="46-text-9">
            <a:extLst xmlns:a="http://schemas.openxmlformats.org/drawingml/2006/main">
              <a:ext uri="{FF2B5EF4-FFF2-40B4-BE49-F238E27FC236}">
                <a16:creationId xmlns:a16="http://schemas.microsoft.com/office/drawing/2014/main" id="{7142F8D5-9FD9-4D5A-889F-2B1F15407A62}"/>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79" name="46-text-10">
            <a:extLst xmlns:a="http://schemas.openxmlformats.org/drawingml/2006/main">
              <a:ext uri="{FF2B5EF4-FFF2-40B4-BE49-F238E27FC236}">
                <a16:creationId xmlns:a16="http://schemas.microsoft.com/office/drawing/2014/main" id="{F03D4E91-9433-4F26-B701-899EE22BFA1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80" name="46-text-11">
            <a:extLst xmlns:a="http://schemas.openxmlformats.org/drawingml/2006/main">
              <a:ext uri="{FF2B5EF4-FFF2-40B4-BE49-F238E27FC236}">
                <a16:creationId xmlns:a16="http://schemas.microsoft.com/office/drawing/2014/main" id="{C2974C6B-43D5-4C7C-AAE4-EA824F625D22}"/>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81" name="46-text-12">
            <a:extLst xmlns:a="http://schemas.openxmlformats.org/drawingml/2006/main">
              <a:ext uri="{FF2B5EF4-FFF2-40B4-BE49-F238E27FC236}">
                <a16:creationId xmlns:a16="http://schemas.microsoft.com/office/drawing/2014/main" id="{73252B0E-C5AF-4612-98F7-BD416DE3768B}"/>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82" name="narrative-number">
            <a:extLst xmlns:a="http://schemas.openxmlformats.org/drawingml/2006/main">
              <a:ext uri="{FF2B5EF4-FFF2-40B4-BE49-F238E27FC236}">
                <a16:creationId xmlns:a16="http://schemas.microsoft.com/office/drawing/2014/main" id="{59CA9436-A5D2-46C8-8D3C-27150A59AF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732423599"/>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47-text-1">
            <a:extLst xmlns:a="http://schemas.openxmlformats.org/drawingml/2006/main">
              <a:ext uri="{FF2B5EF4-FFF2-40B4-BE49-F238E27FC236}">
                <a16:creationId xmlns:a16="http://schemas.microsoft.com/office/drawing/2014/main" id="{381F4344-C830-42C9-8B99-5C49085C14A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84" name="47-text-2">
            <a:extLst xmlns:a="http://schemas.openxmlformats.org/drawingml/2006/main">
              <a:ext uri="{FF2B5EF4-FFF2-40B4-BE49-F238E27FC236}">
                <a16:creationId xmlns:a16="http://schemas.microsoft.com/office/drawing/2014/main" id="{B762AE27-23D9-4941-9191-C2334444268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85" name="47-text-3">
            <a:extLst xmlns:a="http://schemas.openxmlformats.org/drawingml/2006/main">
              <a:ext uri="{FF2B5EF4-FFF2-40B4-BE49-F238E27FC236}">
                <a16:creationId xmlns:a16="http://schemas.microsoft.com/office/drawing/2014/main" id="{FBACF109-1107-4FA2-96F2-FEFC61C794D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486" name="narrative-number">
            <a:extLst xmlns:a="http://schemas.openxmlformats.org/drawingml/2006/main">
              <a:ext uri="{FF2B5EF4-FFF2-40B4-BE49-F238E27FC236}">
                <a16:creationId xmlns:a16="http://schemas.microsoft.com/office/drawing/2014/main" id="{29E202EB-5ABA-46BB-B9A4-D88EAC401A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52926404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2026-09-16T06:50:16.7360000Z</dcterms:created>
  <dcterms:modified xsi:type="dcterms:W3CDTF">2026-09-16T06:50:16.7360000Z</dcterms:modified>
</coreProperties>
</file>