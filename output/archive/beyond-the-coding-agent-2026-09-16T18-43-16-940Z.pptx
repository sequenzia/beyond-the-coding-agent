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3ec08cd50c4a0f" /><Relationship Type="http://schemas.openxmlformats.org/officeDocument/2006/relationships/extended-properties" Target="/docProps/app.xml" Id="R97a4d4dc6b9148aa" /><Relationship Type="http://schemas.openxmlformats.org/officeDocument/2006/relationships/officeDocument" Target="/ppt/presentation.xml" Id="R7559a38dfa8449e2"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0cf5c8e9d1244869"/>
    <p:sldMasterId xmlns:r="http://schemas.openxmlformats.org/officeDocument/2006/relationships" id="2147483650" r:id="Red1f8d0cc41147ad"/>
  </p:sldMasterIdLst>
  <p:notesMasterIdLst>
    <p:notesMasterId xmlns:r="http://schemas.openxmlformats.org/officeDocument/2006/relationships" r:id="Rb00534018f124262"/>
  </p:notesMasterIdLst>
  <p:sldIdLst>
    <p:sldId xmlns:r="http://schemas.openxmlformats.org/officeDocument/2006/relationships" id="256" r:id="R5101a42db4504473"/>
    <p:sldId xmlns:r="http://schemas.openxmlformats.org/officeDocument/2006/relationships" id="257" r:id="R9d28f31e299a48be"/>
    <p:sldId xmlns:r="http://schemas.openxmlformats.org/officeDocument/2006/relationships" id="258" r:id="R2ac1ce12cf024f0e"/>
    <p:sldId xmlns:r="http://schemas.openxmlformats.org/officeDocument/2006/relationships" id="259" r:id="R19e6f5e4a445449d"/>
    <p:sldId xmlns:r="http://schemas.openxmlformats.org/officeDocument/2006/relationships" id="260" r:id="R3cc7320a33b042f5"/>
    <p:sldId xmlns:r="http://schemas.openxmlformats.org/officeDocument/2006/relationships" id="261" r:id="Rf92b1e02d0224e25"/>
    <p:sldId xmlns:r="http://schemas.openxmlformats.org/officeDocument/2006/relationships" id="262" r:id="R66d3ee7220054fae"/>
    <p:sldId xmlns:r="http://schemas.openxmlformats.org/officeDocument/2006/relationships" id="263" r:id="Rfa553e7582474bcb"/>
    <p:sldId xmlns:r="http://schemas.openxmlformats.org/officeDocument/2006/relationships" id="264" r:id="Re286fed3dce64a47"/>
    <p:sldId xmlns:r="http://schemas.openxmlformats.org/officeDocument/2006/relationships" id="265" r:id="R06f481d651da4b9d"/>
    <p:sldId xmlns:r="http://schemas.openxmlformats.org/officeDocument/2006/relationships" id="266" r:id="Reed836aada7047e6"/>
    <p:sldId xmlns:r="http://schemas.openxmlformats.org/officeDocument/2006/relationships" id="267" r:id="Rff979b37224f461a"/>
    <p:sldId xmlns:r="http://schemas.openxmlformats.org/officeDocument/2006/relationships" id="268" r:id="R94f3d1ce6f564252"/>
    <p:sldId xmlns:r="http://schemas.openxmlformats.org/officeDocument/2006/relationships" id="269" r:id="R869562ba5adb466c"/>
    <p:sldId xmlns:r="http://schemas.openxmlformats.org/officeDocument/2006/relationships" id="270" r:id="R10dd056c9b5b4856"/>
    <p:sldId xmlns:r="http://schemas.openxmlformats.org/officeDocument/2006/relationships" id="271" r:id="R6c7c12146d424046"/>
    <p:sldId xmlns:r="http://schemas.openxmlformats.org/officeDocument/2006/relationships" id="272" r:id="Rb1e3c4c83cf246f7"/>
    <p:sldId xmlns:r="http://schemas.openxmlformats.org/officeDocument/2006/relationships" id="273" r:id="Re4871f4472eb4741"/>
    <p:sldId xmlns:r="http://schemas.openxmlformats.org/officeDocument/2006/relationships" id="274" r:id="Rb9d943da0dfd475f"/>
    <p:sldId xmlns:r="http://schemas.openxmlformats.org/officeDocument/2006/relationships" id="275" r:id="R4c44b93b5e244e72"/>
    <p:sldId xmlns:r="http://schemas.openxmlformats.org/officeDocument/2006/relationships" id="276" r:id="R855e189815684ce5"/>
    <p:sldId xmlns:r="http://schemas.openxmlformats.org/officeDocument/2006/relationships" id="277" r:id="Raa732e72dfb549cc"/>
    <p:sldId xmlns:r="http://schemas.openxmlformats.org/officeDocument/2006/relationships" id="278" r:id="R16539bb235f04f62"/>
    <p:sldId xmlns:r="http://schemas.openxmlformats.org/officeDocument/2006/relationships" id="279" r:id="R64ebc9c2d22f42bb"/>
    <p:sldId xmlns:r="http://schemas.openxmlformats.org/officeDocument/2006/relationships" id="280" r:id="R9f5fa9c7ce054fa4"/>
    <p:sldId xmlns:r="http://schemas.openxmlformats.org/officeDocument/2006/relationships" id="281" r:id="Rc5c573969a1e40c6"/>
    <p:sldId xmlns:r="http://schemas.openxmlformats.org/officeDocument/2006/relationships" id="282" r:id="Re6dfe8b2ab7345d1"/>
    <p:sldId xmlns:r="http://schemas.openxmlformats.org/officeDocument/2006/relationships" id="283" r:id="R5f072f1b823c4245"/>
    <p:sldId xmlns:r="http://schemas.openxmlformats.org/officeDocument/2006/relationships" id="284" r:id="R0b41680b24044eee"/>
    <p:sldId xmlns:r="http://schemas.openxmlformats.org/officeDocument/2006/relationships" id="285" r:id="R76dfb06feeb14e2e"/>
    <p:sldId xmlns:r="http://schemas.openxmlformats.org/officeDocument/2006/relationships" id="286" r:id="Rf267c13fc16d4a69"/>
    <p:sldId xmlns:r="http://schemas.openxmlformats.org/officeDocument/2006/relationships" id="287" r:id="R32ae7f59c13d4e55"/>
    <p:sldId xmlns:r="http://schemas.openxmlformats.org/officeDocument/2006/relationships" id="288" r:id="Rca995afd917248e1"/>
    <p:sldId xmlns:r="http://schemas.openxmlformats.org/officeDocument/2006/relationships" id="289" r:id="Rc8ffd8ed094b4e2a"/>
    <p:sldId xmlns:r="http://schemas.openxmlformats.org/officeDocument/2006/relationships" id="290" r:id="R64adbd4481bb4daf"/>
    <p:sldId xmlns:r="http://schemas.openxmlformats.org/officeDocument/2006/relationships" id="291" r:id="Rebf93d8056be40e1"/>
    <p:sldId xmlns:r="http://schemas.openxmlformats.org/officeDocument/2006/relationships" id="292" r:id="R6925bac466464ffa"/>
    <p:sldId xmlns:r="http://schemas.openxmlformats.org/officeDocument/2006/relationships" id="293" r:id="R3a3baec332584c15"/>
    <p:sldId xmlns:r="http://schemas.openxmlformats.org/officeDocument/2006/relationships" id="294" r:id="R01f5dbc373d84306"/>
    <p:sldId xmlns:r="http://schemas.openxmlformats.org/officeDocument/2006/relationships" id="295" r:id="Re9202efbca4f4c62"/>
    <p:sldId xmlns:r="http://schemas.openxmlformats.org/officeDocument/2006/relationships" id="296" r:id="R23952c768a3f4cf9"/>
    <p:sldId xmlns:r="http://schemas.openxmlformats.org/officeDocument/2006/relationships" id="297" r:id="R23efa0e936b64329"/>
    <p:sldId xmlns:r="http://schemas.openxmlformats.org/officeDocument/2006/relationships" id="298" r:id="R2f861c7fa5c74b4a"/>
    <p:sldId xmlns:r="http://schemas.openxmlformats.org/officeDocument/2006/relationships" id="299" r:id="R09d5ee1a73444930"/>
    <p:sldId xmlns:r="http://schemas.openxmlformats.org/officeDocument/2006/relationships" id="300" r:id="Re442978b7ea6433d"/>
    <p:sldId xmlns:r="http://schemas.openxmlformats.org/officeDocument/2006/relationships" id="301" r:id="R5e0935ff200946a4"/>
    <p:sldId xmlns:r="http://schemas.openxmlformats.org/officeDocument/2006/relationships" id="302" r:id="R3ef2ee8944bb4d2f"/>
    <p:sldId xmlns:r="http://schemas.openxmlformats.org/officeDocument/2006/relationships" id="303" r:id="R40f7dab826fc4589"/>
    <p:sldId xmlns:r="http://schemas.openxmlformats.org/officeDocument/2006/relationships" id="304" r:id="R6beaed22af454a46"/>
    <p:sldId xmlns:r="http://schemas.openxmlformats.org/officeDocument/2006/relationships" id="305" r:id="R02d9e6a274404c95"/>
    <p:sldId xmlns:r="http://schemas.openxmlformats.org/officeDocument/2006/relationships" id="306" r:id="R60a42d2647614265"/>
    <p:sldId xmlns:r="http://schemas.openxmlformats.org/officeDocument/2006/relationships" id="307" r:id="Rc14b1bfcf3cd4452"/>
    <p:sldId xmlns:r="http://schemas.openxmlformats.org/officeDocument/2006/relationships" id="308" r:id="R361dc5bb431e4494"/>
    <p:sldId xmlns:r="http://schemas.openxmlformats.org/officeDocument/2006/relationships" id="309" r:id="Re6decf5eaba64afc"/>
    <p:sldId xmlns:r="http://schemas.openxmlformats.org/officeDocument/2006/relationships" id="310" r:id="R2add058e4f024fb4"/>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815a57e2514a9d" /><Relationship Type="http://schemas.openxmlformats.org/officeDocument/2006/relationships/slideMaster" Target="/ppt/slideMasters/slideMaster1.xml" Id="R0cf5c8e9d1244869" /><Relationship Type="http://schemas.openxmlformats.org/officeDocument/2006/relationships/slideMaster" Target="/ppt/slideMasters/slideMaster2.xml" Id="Red1f8d0cc41147ad" /><Relationship Type="http://schemas.openxmlformats.org/officeDocument/2006/relationships/notesMaster" Target="/ppt/notesMasters/notesMaster1.xml" Id="Rb00534018f124262" /><Relationship Type="http://schemas.openxmlformats.org/officeDocument/2006/relationships/presProps" Target="/ppt/presProps.xml" Id="Rb30097c1578e4b1a" /><Relationship Type="http://schemas.openxmlformats.org/officeDocument/2006/relationships/tableStyles" Target="/ppt/tableStyles.xml" Id="R04e5e280bf454637" /><Relationship Type="http://schemas.openxmlformats.org/officeDocument/2006/relationships/slide" Target="/ppt/slides/slide1.xml" Id="R5101a42db4504473" /><Relationship Type="http://schemas.openxmlformats.org/officeDocument/2006/relationships/slide" Target="/ppt/slides/slide2.xml" Id="R9d28f31e299a48be" /><Relationship Type="http://schemas.openxmlformats.org/officeDocument/2006/relationships/slide" Target="/ppt/slides/slide3.xml" Id="R2ac1ce12cf024f0e" /><Relationship Type="http://schemas.openxmlformats.org/officeDocument/2006/relationships/slide" Target="/ppt/slides/slide4.xml" Id="R19e6f5e4a445449d" /><Relationship Type="http://schemas.openxmlformats.org/officeDocument/2006/relationships/slide" Target="/ppt/slides/slide5.xml" Id="R3cc7320a33b042f5" /><Relationship Type="http://schemas.openxmlformats.org/officeDocument/2006/relationships/slide" Target="/ppt/slides/slide6.xml" Id="Rf92b1e02d0224e25" /><Relationship Type="http://schemas.openxmlformats.org/officeDocument/2006/relationships/slide" Target="/ppt/slides/slide7.xml" Id="R66d3ee7220054fae" /><Relationship Type="http://schemas.openxmlformats.org/officeDocument/2006/relationships/slide" Target="/ppt/slides/slide8.xml" Id="Rfa553e7582474bcb" /><Relationship Type="http://schemas.openxmlformats.org/officeDocument/2006/relationships/slide" Target="/ppt/slides/slide9.xml" Id="Re286fed3dce64a47" /><Relationship Type="http://schemas.openxmlformats.org/officeDocument/2006/relationships/slide" Target="/ppt/slides/slide10.xml" Id="R06f481d651da4b9d" /><Relationship Type="http://schemas.openxmlformats.org/officeDocument/2006/relationships/slide" Target="/ppt/slides/slide11.xml" Id="Reed836aada7047e6" /><Relationship Type="http://schemas.openxmlformats.org/officeDocument/2006/relationships/slide" Target="/ppt/slides/slide12.xml" Id="Rff979b37224f461a" /><Relationship Type="http://schemas.openxmlformats.org/officeDocument/2006/relationships/slide" Target="/ppt/slides/slide13.xml" Id="R94f3d1ce6f564252" /><Relationship Type="http://schemas.openxmlformats.org/officeDocument/2006/relationships/slide" Target="/ppt/slides/slide14.xml" Id="R869562ba5adb466c" /><Relationship Type="http://schemas.openxmlformats.org/officeDocument/2006/relationships/slide" Target="/ppt/slides/slide15.xml" Id="R10dd056c9b5b4856" /><Relationship Type="http://schemas.openxmlformats.org/officeDocument/2006/relationships/slide" Target="/ppt/slides/slide16.xml" Id="R6c7c12146d424046" /><Relationship Type="http://schemas.openxmlformats.org/officeDocument/2006/relationships/slide" Target="/ppt/slides/slide17.xml" Id="Rb1e3c4c83cf246f7" /><Relationship Type="http://schemas.openxmlformats.org/officeDocument/2006/relationships/slide" Target="/ppt/slides/slide18.xml" Id="Re4871f4472eb4741" /><Relationship Type="http://schemas.openxmlformats.org/officeDocument/2006/relationships/slide" Target="/ppt/slides/slide19.xml" Id="Rb9d943da0dfd475f" /><Relationship Type="http://schemas.openxmlformats.org/officeDocument/2006/relationships/slide" Target="/ppt/slides/slide20.xml" Id="R4c44b93b5e244e72" /><Relationship Type="http://schemas.openxmlformats.org/officeDocument/2006/relationships/slide" Target="/ppt/slides/slide21.xml" Id="R855e189815684ce5" /><Relationship Type="http://schemas.openxmlformats.org/officeDocument/2006/relationships/slide" Target="/ppt/slides/slide22.xml" Id="Raa732e72dfb549cc" /><Relationship Type="http://schemas.openxmlformats.org/officeDocument/2006/relationships/slide" Target="/ppt/slides/slide23.xml" Id="R16539bb235f04f62" /><Relationship Type="http://schemas.openxmlformats.org/officeDocument/2006/relationships/slide" Target="/ppt/slides/slide24.xml" Id="R64ebc9c2d22f42bb" /><Relationship Type="http://schemas.openxmlformats.org/officeDocument/2006/relationships/slide" Target="/ppt/slides/slide25.xml" Id="R9f5fa9c7ce054fa4" /><Relationship Type="http://schemas.openxmlformats.org/officeDocument/2006/relationships/slide" Target="/ppt/slides/slide26.xml" Id="Rc5c573969a1e40c6" /><Relationship Type="http://schemas.openxmlformats.org/officeDocument/2006/relationships/slide" Target="/ppt/slides/slide27.xml" Id="Re6dfe8b2ab7345d1" /><Relationship Type="http://schemas.openxmlformats.org/officeDocument/2006/relationships/slide" Target="/ppt/slides/slide28.xml" Id="R5f072f1b823c4245" /><Relationship Type="http://schemas.openxmlformats.org/officeDocument/2006/relationships/slide" Target="/ppt/slides/slide29.xml" Id="R0b41680b24044eee" /><Relationship Type="http://schemas.openxmlformats.org/officeDocument/2006/relationships/slide" Target="/ppt/slides/slide30.xml" Id="R76dfb06feeb14e2e" /><Relationship Type="http://schemas.openxmlformats.org/officeDocument/2006/relationships/slide" Target="/ppt/slides/slide31.xml" Id="Rf267c13fc16d4a69" /><Relationship Type="http://schemas.openxmlformats.org/officeDocument/2006/relationships/slide" Target="/ppt/slides/slide32.xml" Id="R32ae7f59c13d4e55" /><Relationship Type="http://schemas.openxmlformats.org/officeDocument/2006/relationships/slide" Target="/ppt/slides/slide33.xml" Id="Rca995afd917248e1" /><Relationship Type="http://schemas.openxmlformats.org/officeDocument/2006/relationships/slide" Target="/ppt/slides/slide34.xml" Id="Rc8ffd8ed094b4e2a" /><Relationship Type="http://schemas.openxmlformats.org/officeDocument/2006/relationships/slide" Target="/ppt/slides/slide35.xml" Id="R64adbd4481bb4daf" /><Relationship Type="http://schemas.openxmlformats.org/officeDocument/2006/relationships/slide" Target="/ppt/slides/slide36.xml" Id="Rebf93d8056be40e1" /><Relationship Type="http://schemas.openxmlformats.org/officeDocument/2006/relationships/slide" Target="/ppt/slides/slide37.xml" Id="R6925bac466464ffa" /><Relationship Type="http://schemas.openxmlformats.org/officeDocument/2006/relationships/slide" Target="/ppt/slides/slide38.xml" Id="R3a3baec332584c15" /><Relationship Type="http://schemas.openxmlformats.org/officeDocument/2006/relationships/slide" Target="/ppt/slides/slide39.xml" Id="R01f5dbc373d84306" /><Relationship Type="http://schemas.openxmlformats.org/officeDocument/2006/relationships/slide" Target="/ppt/slides/slide40.xml" Id="Re9202efbca4f4c62" /><Relationship Type="http://schemas.openxmlformats.org/officeDocument/2006/relationships/slide" Target="/ppt/slides/slide41.xml" Id="R23952c768a3f4cf9" /><Relationship Type="http://schemas.openxmlformats.org/officeDocument/2006/relationships/slide" Target="/ppt/slides/slide42.xml" Id="R23efa0e936b64329" /><Relationship Type="http://schemas.openxmlformats.org/officeDocument/2006/relationships/slide" Target="/ppt/slides/slide43.xml" Id="R2f861c7fa5c74b4a" /><Relationship Type="http://schemas.openxmlformats.org/officeDocument/2006/relationships/slide" Target="/ppt/slides/slide44.xml" Id="R09d5ee1a73444930" /><Relationship Type="http://schemas.openxmlformats.org/officeDocument/2006/relationships/slide" Target="/ppt/slides/slide45.xml" Id="Re442978b7ea6433d" /><Relationship Type="http://schemas.openxmlformats.org/officeDocument/2006/relationships/slide" Target="/ppt/slides/slide46.xml" Id="R5e0935ff200946a4" /><Relationship Type="http://schemas.openxmlformats.org/officeDocument/2006/relationships/slide" Target="/ppt/slides/slide47.xml" Id="R3ef2ee8944bb4d2f" /><Relationship Type="http://schemas.openxmlformats.org/officeDocument/2006/relationships/slide" Target="/ppt/slides/slide48.xml" Id="R40f7dab826fc4589" /><Relationship Type="http://schemas.openxmlformats.org/officeDocument/2006/relationships/slide" Target="/ppt/slides/slide49.xml" Id="R6beaed22af454a46" /><Relationship Type="http://schemas.openxmlformats.org/officeDocument/2006/relationships/slide" Target="/ppt/slides/slide50.xml" Id="R02d9e6a274404c95" /><Relationship Type="http://schemas.openxmlformats.org/officeDocument/2006/relationships/slide" Target="/ppt/slides/slide51.xml" Id="R60a42d2647614265" /><Relationship Type="http://schemas.openxmlformats.org/officeDocument/2006/relationships/slide" Target="/ppt/slides/slide52.xml" Id="Rc14b1bfcf3cd4452" /><Relationship Type="http://schemas.openxmlformats.org/officeDocument/2006/relationships/slide" Target="/ppt/slides/slide53.xml" Id="R361dc5bb431e4494" /><Relationship Type="http://schemas.openxmlformats.org/officeDocument/2006/relationships/slide" Target="/ppt/slides/slide54.xml" Id="Re6decf5eaba64afc" /><Relationship Type="http://schemas.openxmlformats.org/officeDocument/2006/relationships/slide" Target="/ppt/slides/slide55.xml" Id="R2add058e4f024f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e13dfb1c26b349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34a96a7fa74ade" /><Relationship Type="http://schemas.openxmlformats.org/officeDocument/2006/relationships/notesMaster" Target="/ppt/notesMasters/notesMaster1.xml" Id="Re441c8a17f5744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d7daeeb77640ce" /><Relationship Type="http://schemas.openxmlformats.org/officeDocument/2006/relationships/notesMaster" Target="/ppt/notesMasters/notesMaster1.xml" Id="Rc1ba49d8b6cc49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3fc584cd364961" /><Relationship Type="http://schemas.openxmlformats.org/officeDocument/2006/relationships/notesMaster" Target="/ppt/notesMasters/notesMaster1.xml" Id="R3b852055251749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deb74feb134c87" /><Relationship Type="http://schemas.openxmlformats.org/officeDocument/2006/relationships/notesMaster" Target="/ppt/notesMasters/notesMaster1.xml" Id="Rb80dea4f97be4e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0b4de99f4a4377" /><Relationship Type="http://schemas.openxmlformats.org/officeDocument/2006/relationships/notesMaster" Target="/ppt/notesMasters/notesMaster1.xml" Id="Reee005f3956c4f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d57e3444d742c5" /><Relationship Type="http://schemas.openxmlformats.org/officeDocument/2006/relationships/notesMaster" Target="/ppt/notesMasters/notesMaster1.xml" Id="Rfdf1262a67e249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aa2e41113d4c9d" /><Relationship Type="http://schemas.openxmlformats.org/officeDocument/2006/relationships/notesMaster" Target="/ppt/notesMasters/notesMaster1.xml" Id="Raee756b1f2fb46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0428ca720f4a9a" /><Relationship Type="http://schemas.openxmlformats.org/officeDocument/2006/relationships/notesMaster" Target="/ppt/notesMasters/notesMaster1.xml" Id="Ra2fecf556b524b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7b73848ad24282" /><Relationship Type="http://schemas.openxmlformats.org/officeDocument/2006/relationships/notesMaster" Target="/ppt/notesMasters/notesMaster1.xml" Id="R488fe2210d6c45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4aa69230b543f1" /><Relationship Type="http://schemas.openxmlformats.org/officeDocument/2006/relationships/notesMaster" Target="/ppt/notesMasters/notesMaster1.xml" Id="R8b6afba708c641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5d3ed88fa74aa5" /><Relationship Type="http://schemas.openxmlformats.org/officeDocument/2006/relationships/notesMaster" Target="/ppt/notesMasters/notesMaster1.xml" Id="R741148aa59e648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2907f72f804afd" /><Relationship Type="http://schemas.openxmlformats.org/officeDocument/2006/relationships/notesMaster" Target="/ppt/notesMasters/notesMaster1.xml" Id="R04ca8648f6094a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b19fb209d94df6" /><Relationship Type="http://schemas.openxmlformats.org/officeDocument/2006/relationships/notesMaster" Target="/ppt/notesMasters/notesMaster1.xml" Id="R2c692ff5a16b4d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3d16e479db436d" /><Relationship Type="http://schemas.openxmlformats.org/officeDocument/2006/relationships/notesMaster" Target="/ppt/notesMasters/notesMaster1.xml" Id="R4cc132be74fc47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28d4b82ae0405c" /><Relationship Type="http://schemas.openxmlformats.org/officeDocument/2006/relationships/notesMaster" Target="/ppt/notesMasters/notesMaster1.xml" Id="R06833fb7c1f649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49721d1c674737" /><Relationship Type="http://schemas.openxmlformats.org/officeDocument/2006/relationships/notesMaster" Target="/ppt/notesMasters/notesMaster1.xml" Id="Rb4a13ac928de47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bbb81332eb4ce9" /><Relationship Type="http://schemas.openxmlformats.org/officeDocument/2006/relationships/notesMaster" Target="/ppt/notesMasters/notesMaster1.xml" Id="R7997ef6ec3664f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89cea5ee39646b5" /><Relationship Type="http://schemas.openxmlformats.org/officeDocument/2006/relationships/notesMaster" Target="/ppt/notesMasters/notesMaster1.xml" Id="R4d5a85baee6c41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80766c253e4f99" /><Relationship Type="http://schemas.openxmlformats.org/officeDocument/2006/relationships/notesMaster" Target="/ppt/notesMasters/notesMaster1.xml" Id="R85e6974a00da46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4a4afca6224dbc" /><Relationship Type="http://schemas.openxmlformats.org/officeDocument/2006/relationships/notesMaster" Target="/ppt/notesMasters/notesMaster1.xml" Id="R0ac344d4ab4141a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c8164bb6c04c09" /><Relationship Type="http://schemas.openxmlformats.org/officeDocument/2006/relationships/notesMaster" Target="/ppt/notesMasters/notesMaster1.xml" Id="R6fee8cf1e86a47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99924c54994e3f" /><Relationship Type="http://schemas.openxmlformats.org/officeDocument/2006/relationships/notesMaster" Target="/ppt/notesMasters/notesMaster1.xml" Id="Ra114049740c84f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9c259cd3c64739" /><Relationship Type="http://schemas.openxmlformats.org/officeDocument/2006/relationships/notesMaster" Target="/ppt/notesMasters/notesMaster1.xml" Id="Rfe09efe375ef41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6f2ca37899843d4" /><Relationship Type="http://schemas.openxmlformats.org/officeDocument/2006/relationships/notesMaster" Target="/ppt/notesMasters/notesMaster1.xml" Id="R2a65a0075f24409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cc5b6ef99504c6e" /><Relationship Type="http://schemas.openxmlformats.org/officeDocument/2006/relationships/notesMaster" Target="/ppt/notesMasters/notesMaster1.xml" Id="R03dbd34d3a5f43d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41d573f4f7b443f" /><Relationship Type="http://schemas.openxmlformats.org/officeDocument/2006/relationships/notesMaster" Target="/ppt/notesMasters/notesMaster1.xml" Id="Rcd6a012f8d474cb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a3cf7e47bf4fb2" /><Relationship Type="http://schemas.openxmlformats.org/officeDocument/2006/relationships/notesMaster" Target="/ppt/notesMasters/notesMaster1.xml" Id="R367f3fff1c3b4c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d1211542fa4088" /><Relationship Type="http://schemas.openxmlformats.org/officeDocument/2006/relationships/notesMaster" Target="/ppt/notesMasters/notesMaster1.xml" Id="Re27d56762a51487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23d1ef29fc34a4a" /><Relationship Type="http://schemas.openxmlformats.org/officeDocument/2006/relationships/notesMaster" Target="/ppt/notesMasters/notesMaster1.xml" Id="R5cbc28bd671c47b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4ab6e2455db4c47" /><Relationship Type="http://schemas.openxmlformats.org/officeDocument/2006/relationships/notesMaster" Target="/ppt/notesMasters/notesMaster1.xml" Id="Rf70b3deccea9482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2f6e8f64d074edd" /><Relationship Type="http://schemas.openxmlformats.org/officeDocument/2006/relationships/notesMaster" Target="/ppt/notesMasters/notesMaster1.xml" Id="R25f893b7f4194b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b2935bbd14b4733" /><Relationship Type="http://schemas.openxmlformats.org/officeDocument/2006/relationships/notesMaster" Target="/ppt/notesMasters/notesMaster1.xml" Id="R651988004c464b1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0f3d8301e7749e8" /><Relationship Type="http://schemas.openxmlformats.org/officeDocument/2006/relationships/notesMaster" Target="/ppt/notesMasters/notesMaster1.xml" Id="R48d9772958c34d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e800724c55540eb" /><Relationship Type="http://schemas.openxmlformats.org/officeDocument/2006/relationships/notesMaster" Target="/ppt/notesMasters/notesMaster1.xml" Id="Rd9d590a43be343d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74d2a8ef0524536" /><Relationship Type="http://schemas.openxmlformats.org/officeDocument/2006/relationships/notesMaster" Target="/ppt/notesMasters/notesMaster1.xml" Id="R215b49a418114ea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fd642b3b5814261" /><Relationship Type="http://schemas.openxmlformats.org/officeDocument/2006/relationships/notesMaster" Target="/ppt/notesMasters/notesMaster1.xml" Id="R7373ca1a8b414c0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becf0dca5b34d19" /><Relationship Type="http://schemas.openxmlformats.org/officeDocument/2006/relationships/notesMaster" Target="/ppt/notesMasters/notesMaster1.xml" Id="R466df30802e9493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6ad91aa6dd4410c" /><Relationship Type="http://schemas.openxmlformats.org/officeDocument/2006/relationships/notesMaster" Target="/ppt/notesMasters/notesMaster1.xml" Id="R4301e95a2c8a43f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f41281963a34253" /><Relationship Type="http://schemas.openxmlformats.org/officeDocument/2006/relationships/notesMaster" Target="/ppt/notesMasters/notesMaster1.xml" Id="R892023cd4cb74dc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004a3056bfd4d68" /><Relationship Type="http://schemas.openxmlformats.org/officeDocument/2006/relationships/notesMaster" Target="/ppt/notesMasters/notesMaster1.xml" Id="R341922e36ddd499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a2fc7beb0f944ba" /><Relationship Type="http://schemas.openxmlformats.org/officeDocument/2006/relationships/notesMaster" Target="/ppt/notesMasters/notesMaster1.xml" Id="Rc333e8565ee743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ba901f0a45d43bf" /><Relationship Type="http://schemas.openxmlformats.org/officeDocument/2006/relationships/notesMaster" Target="/ppt/notesMasters/notesMaster1.xml" Id="R8f963078a2d8459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eb4a27928db47c2" /><Relationship Type="http://schemas.openxmlformats.org/officeDocument/2006/relationships/notesMaster" Target="/ppt/notesMasters/notesMaster1.xml" Id="R6919dde70b97452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c5b2d7644c1447b" /><Relationship Type="http://schemas.openxmlformats.org/officeDocument/2006/relationships/notesMaster" Target="/ppt/notesMasters/notesMaster1.xml" Id="Rf3e91c4b77f0492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eaaccd44a404206" /><Relationship Type="http://schemas.openxmlformats.org/officeDocument/2006/relationships/notesMaster" Target="/ppt/notesMasters/notesMaster1.xml" Id="R92571492f7f0468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11647d9044d468d" /><Relationship Type="http://schemas.openxmlformats.org/officeDocument/2006/relationships/notesMaster" Target="/ppt/notesMasters/notesMaster1.xml" Id="R4ebaf71a19144cb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ca51828c7b04bc7" /><Relationship Type="http://schemas.openxmlformats.org/officeDocument/2006/relationships/notesMaster" Target="/ppt/notesMasters/notesMaster1.xml" Id="R99f5aea5b8ac440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fc52854e09546cb" /><Relationship Type="http://schemas.openxmlformats.org/officeDocument/2006/relationships/notesMaster" Target="/ppt/notesMasters/notesMaster1.xml" Id="R46565d73304c4b4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5e90a6749fa4d18" /><Relationship Type="http://schemas.openxmlformats.org/officeDocument/2006/relationships/notesMaster" Target="/ppt/notesMasters/notesMaster1.xml" Id="Ra250e42ec7644ca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20983cd26e14d84" /><Relationship Type="http://schemas.openxmlformats.org/officeDocument/2006/relationships/notesMaster" Target="/ppt/notesMasters/notesMaster1.xml" Id="R636e62df273b4bf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73b7dc5334841f5" /><Relationship Type="http://schemas.openxmlformats.org/officeDocument/2006/relationships/notesMaster" Target="/ppt/notesMasters/notesMaster1.xml" Id="Rb69822627cf14d1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2f2731a2d144f89" /><Relationship Type="http://schemas.openxmlformats.org/officeDocument/2006/relationships/notesMaster" Target="/ppt/notesMasters/notesMaster1.xml" Id="Rf67e0b6f247943f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bd843a5e0144856" /><Relationship Type="http://schemas.openxmlformats.org/officeDocument/2006/relationships/notesMaster" Target="/ppt/notesMasters/notesMaster1.xml" Id="Rfaaeb9a283d6440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2f094e1296e40f0" /><Relationship Type="http://schemas.openxmlformats.org/officeDocument/2006/relationships/notesMaster" Target="/ppt/notesMasters/notesMaster1.xml" Id="R5b1ae1dca4c84a7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2199495eefe4ec4" /><Relationship Type="http://schemas.openxmlformats.org/officeDocument/2006/relationships/notesMaster" Target="/ppt/notesMasters/notesMaster1.xml" Id="R2309c6ece0a742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e6af2e466748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1b9122af86a840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e33a408c31c44f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80F6AEC-9E6E-4C39-8DA0-A7436019EB6D}"/>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be2477834c4326" /><Relationship Type="http://schemas.openxmlformats.org/officeDocument/2006/relationships/slideLayout" Target="/ppt/slideLayouts/slideLayout1.xml" Id="R6946adea5d76469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910b2c72b704cf9" /><Relationship Type="http://schemas.openxmlformats.org/officeDocument/2006/relationships/slideLayout" Target="/ppt/slideLayouts/slideLayout2.xml" Id="R5543d1f253ff456a" /><Relationship Type="http://schemas.openxmlformats.org/officeDocument/2006/relationships/slideLayout" Target="/ppt/slideLayouts/slideLayout3.xml" Id="R462caaafd64d4e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46adea5d76469c"/>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5543d1f253ff456a"/>
    <p:sldLayoutId xmlns:r="http://schemas.openxmlformats.org/officeDocument/2006/relationships" id="2147483652" r:id="R462caaafd64d4e06"/>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baf02a5a07c4887" /><Relationship Type="http://schemas.openxmlformats.org/officeDocument/2006/relationships/notesSlide" Target="/ppt/notesSlides/notesSlide1.xml" Id="R714cf8becb4343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0cfed1ab25b47e2" /><Relationship Type="http://schemas.openxmlformats.org/officeDocument/2006/relationships/image" Target="/ppt/media/image.png" Id="R36e2443efa59405a" /><Relationship Type="http://schemas.openxmlformats.org/officeDocument/2006/relationships/notesSlide" Target="/ppt/notesSlides/notesSlide2.xml" Id="Rd2c98a282e0143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aae8ea4657d46ff" /><Relationship Type="http://schemas.openxmlformats.org/officeDocument/2006/relationships/notesSlide" Target="/ppt/notesSlides/notesSlide3.xml" Id="R8e491d08d0e140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6fc290f6d7f42e1" /><Relationship Type="http://schemas.openxmlformats.org/officeDocument/2006/relationships/notesSlide" Target="/ppt/notesSlides/notesSlide4.xml" Id="R945d5e20d75341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178680e0afd4519" /><Relationship Type="http://schemas.openxmlformats.org/officeDocument/2006/relationships/notesSlide" Target="/ppt/notesSlides/notesSlide5.xml" Id="R68cc5061703c49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990f8d4df834a99" /><Relationship Type="http://schemas.openxmlformats.org/officeDocument/2006/relationships/notesSlide" Target="/ppt/notesSlides/notesSlide6.xml" Id="Rc12ba4749e214a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b7920db120a4c42" /><Relationship Type="http://schemas.openxmlformats.org/officeDocument/2006/relationships/notesSlide" Target="/ppt/notesSlides/notesSlide7.xml" Id="R671dc5bfda474b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b44be2ea7cd4b2e" /><Relationship Type="http://schemas.openxmlformats.org/officeDocument/2006/relationships/notesSlide" Target="/ppt/notesSlides/notesSlide8.xml" Id="R255f3ba593ea47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a2b17a141f04e73" /><Relationship Type="http://schemas.openxmlformats.org/officeDocument/2006/relationships/notesSlide" Target="/ppt/notesSlides/notesSlide9.xml" Id="R441e893bdba94d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ff4b5a75e3b4c81" /><Relationship Type="http://schemas.openxmlformats.org/officeDocument/2006/relationships/image" Target="/ppt/media/image2.png" Id="R3fa218e5d16c4104" /><Relationship Type="http://schemas.openxmlformats.org/officeDocument/2006/relationships/notesSlide" Target="/ppt/notesSlides/notesSlide10.xml" Id="Rffac268ec47a47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b54ce0927d848c4" /><Relationship Type="http://schemas.openxmlformats.org/officeDocument/2006/relationships/image" Target="/ppt/media/image3.png" Id="Rccde1e602e0e464b" /><Relationship Type="http://schemas.openxmlformats.org/officeDocument/2006/relationships/notesSlide" Target="/ppt/notesSlides/notesSlide11.xml" Id="Re13b783aad054e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949a67cba39400d" /><Relationship Type="http://schemas.openxmlformats.org/officeDocument/2006/relationships/image" Target="/ppt/media/image4.png" Id="R941cf29adab74b48" /><Relationship Type="http://schemas.openxmlformats.org/officeDocument/2006/relationships/notesSlide" Target="/ppt/notesSlides/notesSlide12.xml" Id="Rbd1e4bac4cdf45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047a9b4b0e1428c" /><Relationship Type="http://schemas.openxmlformats.org/officeDocument/2006/relationships/image" Target="/ppt/media/image5.png" Id="R123ec8639161439e" /><Relationship Type="http://schemas.openxmlformats.org/officeDocument/2006/relationships/notesSlide" Target="/ppt/notesSlides/notesSlide13.xml" Id="Rc8dddaf16e674d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c3b5af3b37d34e60" /><Relationship Type="http://schemas.openxmlformats.org/officeDocument/2006/relationships/image" Target="/ppt/media/image6.png" Id="R96a5df3d7f1f44ef" /><Relationship Type="http://schemas.openxmlformats.org/officeDocument/2006/relationships/notesSlide" Target="/ppt/notesSlides/notesSlide14.xml" Id="R54c3034069db4c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02ae949ce3a451e" /><Relationship Type="http://schemas.openxmlformats.org/officeDocument/2006/relationships/image" Target="/ppt/media/image7.png" Id="R70a8e5c47c4a4890" /><Relationship Type="http://schemas.openxmlformats.org/officeDocument/2006/relationships/notesSlide" Target="/ppt/notesSlides/notesSlide15.xml" Id="R888f168a01094e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af97de019fb04a86" /><Relationship Type="http://schemas.openxmlformats.org/officeDocument/2006/relationships/image" Target="/ppt/media/image8.png" Id="R108c4e79c0c24e00" /><Relationship Type="http://schemas.openxmlformats.org/officeDocument/2006/relationships/notesSlide" Target="/ppt/notesSlides/notesSlide16.xml" Id="Ra4377fb0bcaa49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4ed2386ad084aa0" /><Relationship Type="http://schemas.openxmlformats.org/officeDocument/2006/relationships/image" Target="/ppt/media/image9.png" Id="R7c2711e8838a468b" /><Relationship Type="http://schemas.openxmlformats.org/officeDocument/2006/relationships/image" Target="/ppt/media/image10.png" Id="Rb3eff3825b5047c4" /><Relationship Type="http://schemas.openxmlformats.org/officeDocument/2006/relationships/notesSlide" Target="/ppt/notesSlides/notesSlide17.xml" Id="Redccf073ae244b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77c37c181ff494c" /><Relationship Type="http://schemas.openxmlformats.org/officeDocument/2006/relationships/image" Target="/ppt/media/image11.png" Id="R4935c78d5f7d4f1b" /><Relationship Type="http://schemas.openxmlformats.org/officeDocument/2006/relationships/notesSlide" Target="/ppt/notesSlides/notesSlide18.xml" Id="Rcf90a1db1e4044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654dee80b77447b4" /><Relationship Type="http://schemas.openxmlformats.org/officeDocument/2006/relationships/image" Target="/ppt/media/image12.png" Id="Rec3be21685814807" /><Relationship Type="http://schemas.openxmlformats.org/officeDocument/2006/relationships/notesSlide" Target="/ppt/notesSlides/notesSlide19.xml" Id="Rdd7095ea8e6d44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a0e42e2c3ab4471" /><Relationship Type="http://schemas.openxmlformats.org/officeDocument/2006/relationships/image" Target="/ppt/media/image13.png" Id="R59fda2393dd54f2d" /><Relationship Type="http://schemas.openxmlformats.org/officeDocument/2006/relationships/notesSlide" Target="/ppt/notesSlides/notesSlide20.xml" Id="Rb60549e292d948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d086d74671a40fe" /><Relationship Type="http://schemas.openxmlformats.org/officeDocument/2006/relationships/image" Target="/ppt/media/image14.png" Id="R5cc627fed2a3452c" /><Relationship Type="http://schemas.openxmlformats.org/officeDocument/2006/relationships/notesSlide" Target="/ppt/notesSlides/notesSlide21.xml" Id="R48e119b0686a40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d6bb488b4884d2f" /><Relationship Type="http://schemas.openxmlformats.org/officeDocument/2006/relationships/image" Target="/ppt/media/image15.png" Id="Rff7734591a8b4951" /><Relationship Type="http://schemas.openxmlformats.org/officeDocument/2006/relationships/image" Target="/ppt/media/image16.png" Id="R84afeef3207c4e53" /><Relationship Type="http://schemas.openxmlformats.org/officeDocument/2006/relationships/notesSlide" Target="/ppt/notesSlides/notesSlide22.xml" Id="R90cf9b9a4f7c49a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183125330eb541ea" /><Relationship Type="http://schemas.openxmlformats.org/officeDocument/2006/relationships/image" Target="/ppt/media/image17.png" Id="R8dee6bb91c364924" /><Relationship Type="http://schemas.openxmlformats.org/officeDocument/2006/relationships/notesSlide" Target="/ppt/notesSlides/notesSlide23.xml" Id="Rf7e80b9fc21c45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426c4fded944c3f" /><Relationship Type="http://schemas.openxmlformats.org/officeDocument/2006/relationships/image" Target="/ppt/media/image18.png" Id="R0a9aa491f54346ea" /><Relationship Type="http://schemas.openxmlformats.org/officeDocument/2006/relationships/notesSlide" Target="/ppt/notesSlides/notesSlide24.xml" Id="R670bbbc2c6de45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829f979718a4045" /><Relationship Type="http://schemas.openxmlformats.org/officeDocument/2006/relationships/image" Target="/ppt/media/image19.png" Id="R18835d3ba4d14430" /><Relationship Type="http://schemas.openxmlformats.org/officeDocument/2006/relationships/notesSlide" Target="/ppt/notesSlides/notesSlide25.xml" Id="Rfd6f9ed94e854ef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e73243e8892428e" /><Relationship Type="http://schemas.openxmlformats.org/officeDocument/2006/relationships/image" Target="/ppt/media/image20.png" Id="R3cec0d08438845bd" /><Relationship Type="http://schemas.openxmlformats.org/officeDocument/2006/relationships/notesSlide" Target="/ppt/notesSlides/notesSlide26.xml" Id="R8b58e08cf82044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3d4abea581fe4c10" /><Relationship Type="http://schemas.openxmlformats.org/officeDocument/2006/relationships/image" Target="/ppt/media/image21.png" Id="Re3a6010a9b3e4ba9" /><Relationship Type="http://schemas.openxmlformats.org/officeDocument/2006/relationships/image" Target="/ppt/media/image22.png" Id="R875715a0cc094442" /><Relationship Type="http://schemas.openxmlformats.org/officeDocument/2006/relationships/notesSlide" Target="/ppt/notesSlides/notesSlide27.xml" Id="R625569f9875144b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f556eb51295949bd" /><Relationship Type="http://schemas.openxmlformats.org/officeDocument/2006/relationships/image" Target="/ppt/media/image23.png" Id="R6eff3308d66f44f1" /><Relationship Type="http://schemas.openxmlformats.org/officeDocument/2006/relationships/notesSlide" Target="/ppt/notesSlides/notesSlide28.xml" Id="R3ab7bf52a99a4f7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8ae5519461a44ca9" /><Relationship Type="http://schemas.openxmlformats.org/officeDocument/2006/relationships/image" Target="/ppt/media/image24.png" Id="R409448553c434ff5" /><Relationship Type="http://schemas.openxmlformats.org/officeDocument/2006/relationships/notesSlide" Target="/ppt/notesSlides/notesSlide29.xml" Id="Rf9908dadf1d04fc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f3b2a31d9ecb42d0" /><Relationship Type="http://schemas.openxmlformats.org/officeDocument/2006/relationships/image" Target="/ppt/media/image25.png" Id="R1614b73526e04221" /><Relationship Type="http://schemas.openxmlformats.org/officeDocument/2006/relationships/notesSlide" Target="/ppt/notesSlides/notesSlide30.xml" Id="R9f882e6b505143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b9ffe6d45ff480f" /><Relationship Type="http://schemas.openxmlformats.org/officeDocument/2006/relationships/image" Target="/ppt/media/image26.png" Id="R6ce290ae9c874133" /><Relationship Type="http://schemas.openxmlformats.org/officeDocument/2006/relationships/notesSlide" Target="/ppt/notesSlides/notesSlide31.xml" Id="R182b4fc59949462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ac49f6662a03466a" /><Relationship Type="http://schemas.openxmlformats.org/officeDocument/2006/relationships/image" Target="/ppt/media/image27.png" Id="R7c97d4ffa5134a6e" /><Relationship Type="http://schemas.openxmlformats.org/officeDocument/2006/relationships/image" Target="/ppt/media/image28.png" Id="Re1ff69416ccf4683" /><Relationship Type="http://schemas.openxmlformats.org/officeDocument/2006/relationships/notesSlide" Target="/ppt/notesSlides/notesSlide32.xml" Id="R301c61285f1d499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12428a2c1f264ab6" /><Relationship Type="http://schemas.openxmlformats.org/officeDocument/2006/relationships/image" Target="/ppt/media/image29.png" Id="Ra9a4aa920cd54664" /><Relationship Type="http://schemas.openxmlformats.org/officeDocument/2006/relationships/notesSlide" Target="/ppt/notesSlides/notesSlide33.xml" Id="Ra79a3fd9acf6461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afcaad65d944a9d" /><Relationship Type="http://schemas.openxmlformats.org/officeDocument/2006/relationships/image" Target="/ppt/media/image30.png" Id="Rf1854143d4284aac" /><Relationship Type="http://schemas.openxmlformats.org/officeDocument/2006/relationships/notesSlide" Target="/ppt/notesSlides/notesSlide34.xml" Id="Rb4dbf32bc50348c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777141f85fd54a04" /><Relationship Type="http://schemas.openxmlformats.org/officeDocument/2006/relationships/image" Target="/ppt/media/image31.png" Id="Re33fb530bedf4298" /><Relationship Type="http://schemas.openxmlformats.org/officeDocument/2006/relationships/notesSlide" Target="/ppt/notesSlides/notesSlide35.xml" Id="Rfe141a8412db491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e0444b866e854869" /><Relationship Type="http://schemas.openxmlformats.org/officeDocument/2006/relationships/image" Target="/ppt/media/image32.png" Id="R3fe53c2f4ac2418c" /><Relationship Type="http://schemas.openxmlformats.org/officeDocument/2006/relationships/notesSlide" Target="/ppt/notesSlides/notesSlide36.xml" Id="R45f72527912441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49d98e4006884920" /><Relationship Type="http://schemas.openxmlformats.org/officeDocument/2006/relationships/image" Target="/ppt/media/image33.png" Id="R9e2d876e603b4e64" /><Relationship Type="http://schemas.openxmlformats.org/officeDocument/2006/relationships/image" Target="/ppt/media/image34.png" Id="R5234981b5f754516" /><Relationship Type="http://schemas.openxmlformats.org/officeDocument/2006/relationships/notesSlide" Target="/ppt/notesSlides/notesSlide37.xml" Id="Rd35d7d565eb94f0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389df324820a467b" /><Relationship Type="http://schemas.openxmlformats.org/officeDocument/2006/relationships/image" Target="/ppt/media/image35.png" Id="Ra6dd49c6b49b4bae" /><Relationship Type="http://schemas.openxmlformats.org/officeDocument/2006/relationships/notesSlide" Target="/ppt/notesSlides/notesSlide38.xml" Id="Ra6a695624daf46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b89c50ee3af243f7" /><Relationship Type="http://schemas.openxmlformats.org/officeDocument/2006/relationships/image" Target="/ppt/media/image36.png" Id="Rfa5e37e044d64433" /><Relationship Type="http://schemas.openxmlformats.org/officeDocument/2006/relationships/notesSlide" Target="/ppt/notesSlides/notesSlide39.xml" Id="R7a0573c9f6fb46c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d74ed6e73a0842dd" /><Relationship Type="http://schemas.openxmlformats.org/officeDocument/2006/relationships/image" Target="/ppt/media/image37.png" Id="Raa550d3552e04172" /><Relationship Type="http://schemas.openxmlformats.org/officeDocument/2006/relationships/notesSlide" Target="/ppt/notesSlides/notesSlide40.xml" Id="R1a97ee6613ff44c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701abd18bf2b4ba6" /><Relationship Type="http://schemas.openxmlformats.org/officeDocument/2006/relationships/image" Target="/ppt/media/image38.png" Id="Ra406e1a6ec8d44c3" /><Relationship Type="http://schemas.openxmlformats.org/officeDocument/2006/relationships/notesSlide" Target="/ppt/notesSlides/notesSlide41.xml" Id="R84a86a14954b4dd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251f5c3345b24de5" /><Relationship Type="http://schemas.openxmlformats.org/officeDocument/2006/relationships/image" Target="/ppt/media/image39.png" Id="R6c72b117105e4b10" /><Relationship Type="http://schemas.openxmlformats.org/officeDocument/2006/relationships/image" Target="/ppt/media/image40.png" Id="Rdf7298ab386a4a9d" /><Relationship Type="http://schemas.openxmlformats.org/officeDocument/2006/relationships/notesSlide" Target="/ppt/notesSlides/notesSlide42.xml" Id="R28c9a82b74b1495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cf67df6dc29643cc" /><Relationship Type="http://schemas.openxmlformats.org/officeDocument/2006/relationships/image" Target="/ppt/media/image41.png" Id="R660329b291c94901" /><Relationship Type="http://schemas.openxmlformats.org/officeDocument/2006/relationships/notesSlide" Target="/ppt/notesSlides/notesSlide43.xml" Id="R7d38992429d9480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97607056ff38467a" /><Relationship Type="http://schemas.openxmlformats.org/officeDocument/2006/relationships/image" Target="/ppt/media/image42.png" Id="R5e094795df4b41aa" /><Relationship Type="http://schemas.openxmlformats.org/officeDocument/2006/relationships/notesSlide" Target="/ppt/notesSlides/notesSlide44.xml" Id="R08f15b6c4dae48a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9cf6bc76cd43423b" /><Relationship Type="http://schemas.openxmlformats.org/officeDocument/2006/relationships/image" Target="/ppt/media/image43.png" Id="Ra6fbea3399464421" /><Relationship Type="http://schemas.openxmlformats.org/officeDocument/2006/relationships/notesSlide" Target="/ppt/notesSlides/notesSlide45.xml" Id="Reb1cae8853a6475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3fe5d13230264b69" /><Relationship Type="http://schemas.openxmlformats.org/officeDocument/2006/relationships/image" Target="/ppt/media/image44.png" Id="Rd6a375a6a9114083" /><Relationship Type="http://schemas.openxmlformats.org/officeDocument/2006/relationships/notesSlide" Target="/ppt/notesSlides/notesSlide46.xml" Id="R4311523a048c4e7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17857deaba8a4729" /><Relationship Type="http://schemas.openxmlformats.org/officeDocument/2006/relationships/image" Target="/ppt/media/image45.png" Id="Re0f504b118994dac" /><Relationship Type="http://schemas.openxmlformats.org/officeDocument/2006/relationships/notesSlide" Target="/ppt/notesSlides/notesSlide47.xml" Id="R3ecbef1ca9694b3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7e505fbb85134af6" /><Relationship Type="http://schemas.openxmlformats.org/officeDocument/2006/relationships/notesSlide" Target="/ppt/notesSlides/notesSlide48.xml" Id="R304ea272439f4a5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355e148a5b51498b" /><Relationship Type="http://schemas.openxmlformats.org/officeDocument/2006/relationships/image" Target="/ppt/media/image46.png" Id="R32d20951d35a496f" /><Relationship Type="http://schemas.openxmlformats.org/officeDocument/2006/relationships/notesSlide" Target="/ppt/notesSlides/notesSlide49.xml" Id="R1f802ce51b634f5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9d10c4ed8cbf4268" /><Relationship Type="http://schemas.openxmlformats.org/officeDocument/2006/relationships/image" Target="/ppt/media/image47.png" Id="R3466d6ee737743b3" /><Relationship Type="http://schemas.openxmlformats.org/officeDocument/2006/relationships/notesSlide" Target="/ppt/notesSlides/notesSlide50.xml" Id="R24291cabeba0449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d8c5c47be1fd4316" /><Relationship Type="http://schemas.openxmlformats.org/officeDocument/2006/relationships/notesSlide" Target="/ppt/notesSlides/notesSlide51.xml" Id="Raa3ecc953b7e44d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4900da43989d4aee" /><Relationship Type="http://schemas.openxmlformats.org/officeDocument/2006/relationships/image" Target="/ppt/media/image48.png" Id="R8bedc72ad26143f8" /><Relationship Type="http://schemas.openxmlformats.org/officeDocument/2006/relationships/notesSlide" Target="/ppt/notesSlides/notesSlide52.xml" Id="Reb643e464105401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27a45b5830724994" /><Relationship Type="http://schemas.openxmlformats.org/officeDocument/2006/relationships/image" Target="/ppt/media/image48.png" Id="Rc89d6fb5046d462f" /><Relationship Type="http://schemas.openxmlformats.org/officeDocument/2006/relationships/notesSlide" Target="/ppt/notesSlides/notesSlide53.xml" Id="R56487b7f5d99433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ae28aeaf0d1949d1" /><Relationship Type="http://schemas.openxmlformats.org/officeDocument/2006/relationships/notesSlide" Target="/ppt/notesSlides/notesSlide54.xml" Id="Rcc5e68c92be342e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4e0f882b74b042a5" /><Relationship Type="http://schemas.openxmlformats.org/officeDocument/2006/relationships/notesSlide" Target="/ppt/notesSlides/notesSlide55.xml" Id="R35200e491c9b44d5"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F08ACC25-7F6A-446B-9F70-71EFD2D01F88}"/>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4E1EC99-71C0-4714-8CDD-A76B633C1F1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A8FEBA08-3D66-44A3-BCDA-9091D9D0F9A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5D11DF39-2445-4634-8A0E-963F75D44E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133593408"/>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36e2443efa59405a"/>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8054885F-A3A4-4C67-8DF6-60E147E162E3}"/>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FDF210EA-BA01-43C9-9670-50DE56A234C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7C3EF2BE-0F14-43EA-85A3-F26C660DF1BC}"/>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793E3E5D-6088-4251-8059-D3E05A8F0594}"/>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3AFC9901-C9BC-41D4-A166-10D37BDE2531}"/>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AE96C9C2-45DD-4BC6-87C8-59EE498A74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199546107"/>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A2644F5B-CF0D-4903-ADFC-6C44C8F7D838}"/>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AB1A8730-349E-492E-A3C0-6B17F41E40FA}"/>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AE0F97EC-FCF4-4F4F-A078-C3E826C690A2}"/>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9D97E266-85B6-4E87-B763-B37C92C33AF5}"/>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17E72CC2-7235-4523-9B43-0AC6B6569F30}"/>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71FA1FCA-4F4D-4774-85E0-F6A5208264DB}"/>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4320FDD3-00EE-4E88-9A0B-6EB9101F8DC2}"/>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38B006CB-DCAC-46B4-962D-C8027B1D09CB}"/>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B3366366-5B40-4F27-BDDF-C4E306A2FB69}"/>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60359C63-003D-45EE-8904-63B590FC7217}"/>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C20A7819-288A-4FEF-B598-CBCFC7F1C2D5}"/>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F8382D4D-FE3F-4DE0-9821-EFEAFDE462DF}"/>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D79B7BCF-FF46-4DA7-A63B-C053FAEAAC6E}"/>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BD1523B9-A435-4137-B94A-A2D280BE9576}"/>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9223876B-FCE2-4658-9C5C-E39B45B872D3}"/>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AE600086-4868-4049-B148-64277A54211B}"/>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B87F3B27-1CEF-47DD-98DE-1DDC008D050E}"/>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F4BC6378-D349-4EA2-9ECA-0F4B1F839FCC}"/>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BE36E6A7-FFD6-4371-BD0C-769264A47720}"/>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E49510A7-CE4F-418C-90D1-886D931176D2}"/>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E3C77B0C-EBAE-474C-B09A-AF129D18C91B}"/>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976359BA-CA67-4CD8-91AB-2693083409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602490152"/>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32C45578-9C0C-4520-A24D-4A10C29D539E}"/>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9E0ADBA5-2949-4EFD-A98B-DDC3FEBE570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7B8A2E96-971F-4845-A155-CDD24346F13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AB3554D4-0331-44A0-A05C-8FB0FFAEEC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14308530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CE2E8176-0D1F-4527-AB01-7EA8484D7030}"/>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FE52B6BB-F1A0-45FA-9EED-346F842AA9A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E898F95C-E661-4B18-8DB2-218FBE66CC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94686804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93EB71A9-CBFB-4A2A-843B-36C22001507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09065965-A8F2-4422-A069-ACF5B62490FF}"/>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21E12057-77D2-49CA-9737-AF27F0D094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5472697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776C7F92-3A73-4464-8116-C4DF8F77C2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886657159"/>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1B39E328-93BA-4C5B-AC4A-D538E6E3DC2A}"/>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ED4776F7-B3AC-45D1-B8C6-71CA8B620306}"/>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24AF3AB7-A934-49BF-9DDB-95FBB290D7D6}"/>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0C9E9BFE-6B69-4CA5-9DEB-AA5510AF2858}"/>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E4B1A50B-0152-4392-AEEF-575C24B36223}"/>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126DBF66-0D6E-4D2C-B235-C942A702A1B0}"/>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8B7B319D-E69A-4868-82E3-34C1E80ED018}"/>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62066C15-41D9-4EFD-B2B6-EE611816EB31}"/>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301D100B-E7FD-4515-AF32-434283281F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532338962"/>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7F8D044C-5144-4953-BAB8-FFC500857FC2}"/>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0E71A1B5-45B1-43B1-B04F-3BA078382A7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DBF69C18-C089-425B-ABAD-5854A9526AA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1DCAA01A-B069-4CA3-870F-7080B65732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791684642"/>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3fa218e5d16c410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24475B05-E2FF-4B76-B7A8-32822967AD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09163682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ccde1e602e0e464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B404E21D-92F9-43FE-8EAC-DBDED261EA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0680161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941cf29adab74b4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3D92C529-C720-40A2-8DF9-59986E8ECC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12491756"/>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123ec8639161439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08EEFC53-9EF5-4E36-BAE4-29514B1939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1524097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96a5df3d7f1f44e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20EBF3A8-B910-4E8E-8DB3-742AC61D8A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3598154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70a8e5c47c4a489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CC632144-CA5B-4BA9-B36B-EF780591DC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126470406"/>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9FFD50F9-B266-4075-80E9-05EAEC469D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2" name="mini-map"/>
          <p:cNvPicPr>
            <a:picLocks xmlns:a="http://schemas.openxmlformats.org/drawingml/2006/main" noChangeAspect="1"/>
          </p:cNvPicPr>
          <p:nvPr/>
        </p:nvPicPr>
        <p:blipFill>
          <a:blip xmlns:r="http://schemas.openxmlformats.org/officeDocument/2006/relationships" xmlns:a="http://schemas.openxmlformats.org/drawingml/2006/main" r:embed="R108c4e79c0c24e0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slide-title">
            <a:extLst xmlns:a="http://schemas.openxmlformats.org/drawingml/2006/main">
              <a:ext uri="{FF2B5EF4-FFF2-40B4-BE49-F238E27FC236}">
                <a16:creationId xmlns:a16="http://schemas.microsoft.com/office/drawing/2014/main" id="{C4163432-08F4-4685-9971-9EB66618B1C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4" name="header-divider">
            <a:extLst xmlns:a="http://schemas.openxmlformats.org/drawingml/2006/main">
              <a:ext uri="{FF2B5EF4-FFF2-40B4-BE49-F238E27FC236}">
                <a16:creationId xmlns:a16="http://schemas.microsoft.com/office/drawing/2014/main" id="{6EF232D7-889B-4738-B5B5-7FDEEDC7722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5" name="10-text-1">
            <a:extLst xmlns:a="http://schemas.openxmlformats.org/drawingml/2006/main">
              <a:ext uri="{FF2B5EF4-FFF2-40B4-BE49-F238E27FC236}">
                <a16:creationId xmlns:a16="http://schemas.microsoft.com/office/drawing/2014/main" id="{99C9C09F-A4FB-4827-AB09-E7601D862E2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76" name="10-text-2">
            <a:extLst xmlns:a="http://schemas.openxmlformats.org/drawingml/2006/main">
              <a:ext uri="{FF2B5EF4-FFF2-40B4-BE49-F238E27FC236}">
                <a16:creationId xmlns:a16="http://schemas.microsoft.com/office/drawing/2014/main" id="{A77FDDED-6D9C-4795-99F7-F283546EA94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77" name="10-text-3">
            <a:extLst xmlns:a="http://schemas.openxmlformats.org/drawingml/2006/main">
              <a:ext uri="{FF2B5EF4-FFF2-40B4-BE49-F238E27FC236}">
                <a16:creationId xmlns:a16="http://schemas.microsoft.com/office/drawing/2014/main" id="{A5804855-E70B-4F93-B2FF-E7B84BCE1D05}"/>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8" name="10-text-4">
            <a:extLst xmlns:a="http://schemas.openxmlformats.org/drawingml/2006/main">
              <a:ext uri="{FF2B5EF4-FFF2-40B4-BE49-F238E27FC236}">
                <a16:creationId xmlns:a16="http://schemas.microsoft.com/office/drawing/2014/main" id="{78DC2E1A-9889-49EC-AA68-02A184A047A2}"/>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79" name="10-text-5">
            <a:extLst xmlns:a="http://schemas.openxmlformats.org/drawingml/2006/main">
              <a:ext uri="{FF2B5EF4-FFF2-40B4-BE49-F238E27FC236}">
                <a16:creationId xmlns:a16="http://schemas.microsoft.com/office/drawing/2014/main" id="{F6F32DB2-8543-4AE1-8732-0995E52FD178}"/>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0" name="10-text-6">
            <a:extLst xmlns:a="http://schemas.openxmlformats.org/drawingml/2006/main">
              <a:ext uri="{FF2B5EF4-FFF2-40B4-BE49-F238E27FC236}">
                <a16:creationId xmlns:a16="http://schemas.microsoft.com/office/drawing/2014/main" id="{B55D3A55-1E47-41C6-8DC6-1FEA070F7D0E}"/>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1" name="10-text-7">
            <a:extLst xmlns:a="http://schemas.openxmlformats.org/drawingml/2006/main">
              <a:ext uri="{FF2B5EF4-FFF2-40B4-BE49-F238E27FC236}">
                <a16:creationId xmlns:a16="http://schemas.microsoft.com/office/drawing/2014/main" id="{BBD0FC7C-D067-42CA-9B9D-5906514A1AB8}"/>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2" name="10-text-8">
            <a:extLst xmlns:a="http://schemas.openxmlformats.org/drawingml/2006/main">
              <a:ext uri="{FF2B5EF4-FFF2-40B4-BE49-F238E27FC236}">
                <a16:creationId xmlns:a16="http://schemas.microsoft.com/office/drawing/2014/main" id="{8183A153-F8C8-4F8C-9CA3-D2F24B2D6DF7}"/>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3" name="10-text-9">
            <a:extLst xmlns:a="http://schemas.openxmlformats.org/drawingml/2006/main">
              <a:ext uri="{FF2B5EF4-FFF2-40B4-BE49-F238E27FC236}">
                <a16:creationId xmlns:a16="http://schemas.microsoft.com/office/drawing/2014/main" id="{7C0B33EB-B70B-415A-B141-FE8541752DAF}"/>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4" name="10-text-10">
            <a:extLst xmlns:a="http://schemas.openxmlformats.org/drawingml/2006/main">
              <a:ext uri="{FF2B5EF4-FFF2-40B4-BE49-F238E27FC236}">
                <a16:creationId xmlns:a16="http://schemas.microsoft.com/office/drawing/2014/main" id="{9DA1371B-EA53-424F-8F51-DA4C897E098E}"/>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85" name="10-text-11">
            <a:extLst xmlns:a="http://schemas.openxmlformats.org/drawingml/2006/main">
              <a:ext uri="{FF2B5EF4-FFF2-40B4-BE49-F238E27FC236}">
                <a16:creationId xmlns:a16="http://schemas.microsoft.com/office/drawing/2014/main" id="{89B3F8B1-4B35-4FF5-9E3B-3BDFBF4B8519}"/>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86" name="10-text-12">
            <a:extLst xmlns:a="http://schemas.openxmlformats.org/drawingml/2006/main">
              <a:ext uri="{FF2B5EF4-FFF2-40B4-BE49-F238E27FC236}">
                <a16:creationId xmlns:a16="http://schemas.microsoft.com/office/drawing/2014/main" id="{030168F5-965B-49AE-AC0D-F562AA603B9A}"/>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87" name="10-text-13">
            <a:extLst xmlns:a="http://schemas.openxmlformats.org/drawingml/2006/main">
              <a:ext uri="{FF2B5EF4-FFF2-40B4-BE49-F238E27FC236}">
                <a16:creationId xmlns:a16="http://schemas.microsoft.com/office/drawing/2014/main" id="{819DBB79-512F-429D-A76F-A807DBD70EE2}"/>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88" name="10-text-14">
            <a:extLst xmlns:a="http://schemas.openxmlformats.org/drawingml/2006/main">
              <a:ext uri="{FF2B5EF4-FFF2-40B4-BE49-F238E27FC236}">
                <a16:creationId xmlns:a16="http://schemas.microsoft.com/office/drawing/2014/main" id="{A9B317A5-4E0D-4819-93BA-FBCFA6494B10}"/>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89" name="10-text-15">
            <a:extLst xmlns:a="http://schemas.openxmlformats.org/drawingml/2006/main">
              <a:ext uri="{FF2B5EF4-FFF2-40B4-BE49-F238E27FC236}">
                <a16:creationId xmlns:a16="http://schemas.microsoft.com/office/drawing/2014/main" id="{BFC8EA8F-1E22-46C8-AA45-85FC2CBC68C3}"/>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0" name="narrative-number">
            <a:extLst xmlns:a="http://schemas.openxmlformats.org/drawingml/2006/main">
              <a:ext uri="{FF2B5EF4-FFF2-40B4-BE49-F238E27FC236}">
                <a16:creationId xmlns:a16="http://schemas.microsoft.com/office/drawing/2014/main" id="{F3BBD38D-0C53-4A1A-BD8A-5F3767D64F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04692882"/>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1" name="!!area-name">
            <a:extLst xmlns:a="http://schemas.openxmlformats.org/drawingml/2006/main">
              <a:ext uri="{FF2B5EF4-FFF2-40B4-BE49-F238E27FC236}">
                <a16:creationId xmlns:a16="http://schemas.microsoft.com/office/drawing/2014/main" id="{8FC6DD33-71C1-4353-9402-18BBA2C14C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7c2711e8838a468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3" name="header-divider">
            <a:extLst xmlns:a="http://schemas.openxmlformats.org/drawingml/2006/main">
              <a:ext uri="{FF2B5EF4-FFF2-40B4-BE49-F238E27FC236}">
                <a16:creationId xmlns:a16="http://schemas.microsoft.com/office/drawing/2014/main" id="{90DCCCF4-A476-40D4-A973-2ABCEF5CC1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4" name="11-text-1">
            <a:extLst xmlns:a="http://schemas.openxmlformats.org/drawingml/2006/main">
              <a:ext uri="{FF2B5EF4-FFF2-40B4-BE49-F238E27FC236}">
                <a16:creationId xmlns:a16="http://schemas.microsoft.com/office/drawing/2014/main" id="{CEEB82CC-A121-4DA4-83A0-7420F863AC1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95" name="11-text-2">
            <a:extLst xmlns:a="http://schemas.openxmlformats.org/drawingml/2006/main">
              <a:ext uri="{FF2B5EF4-FFF2-40B4-BE49-F238E27FC236}">
                <a16:creationId xmlns:a16="http://schemas.microsoft.com/office/drawing/2014/main" id="{77D540E8-AA51-410E-9082-E5AAEB699F2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96" name="11-text-3">
            <a:extLst xmlns:a="http://schemas.openxmlformats.org/drawingml/2006/main">
              <a:ext uri="{FF2B5EF4-FFF2-40B4-BE49-F238E27FC236}">
                <a16:creationId xmlns:a16="http://schemas.microsoft.com/office/drawing/2014/main" id="{680E9846-BBE8-4876-AC0D-BD86DAFE86C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05" name="11-image-4"/>
          <p:cNvPicPr>
            <a:picLocks xmlns:a="http://schemas.openxmlformats.org/drawingml/2006/main" noChangeAspect="1"/>
          </p:cNvPicPr>
          <p:nvPr/>
        </p:nvPicPr>
        <p:blipFill>
          <a:blip xmlns:r="http://schemas.openxmlformats.org/officeDocument/2006/relationships" xmlns:a="http://schemas.openxmlformats.org/drawingml/2006/main" r:embed="Rb3eff3825b5047c4"/>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98" name="narrative-number">
            <a:extLst xmlns:a="http://schemas.openxmlformats.org/drawingml/2006/main">
              <a:ext uri="{FF2B5EF4-FFF2-40B4-BE49-F238E27FC236}">
                <a16:creationId xmlns:a16="http://schemas.microsoft.com/office/drawing/2014/main" id="{EAD0B8D1-9433-4905-B199-7CB79987BF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801858289"/>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5C504375-1901-4BFB-A794-AEDDE68E34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0" name="mini-map"/>
          <p:cNvPicPr>
            <a:picLocks xmlns:a="http://schemas.openxmlformats.org/drawingml/2006/main" noChangeAspect="1"/>
          </p:cNvPicPr>
          <p:nvPr/>
        </p:nvPicPr>
        <p:blipFill>
          <a:blip xmlns:r="http://schemas.openxmlformats.org/officeDocument/2006/relationships" xmlns:a="http://schemas.openxmlformats.org/drawingml/2006/main" r:embed="R4935c78d5f7d4f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F2F4B3A6-6C39-41B0-B747-B540B0C7D4C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2" name="header-divider">
            <a:extLst xmlns:a="http://schemas.openxmlformats.org/drawingml/2006/main">
              <a:ext uri="{FF2B5EF4-FFF2-40B4-BE49-F238E27FC236}">
                <a16:creationId xmlns:a16="http://schemas.microsoft.com/office/drawing/2014/main" id="{D5DC9ABB-2D94-4B63-8A60-BD12E343152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EE418DF9-32EA-4DD0-B799-0DA7A71FB79D}"/>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4" name="12-text-2">
            <a:extLst xmlns:a="http://schemas.openxmlformats.org/drawingml/2006/main">
              <a:ext uri="{FF2B5EF4-FFF2-40B4-BE49-F238E27FC236}">
                <a16:creationId xmlns:a16="http://schemas.microsoft.com/office/drawing/2014/main" id="{84A7414C-45B9-4A30-A592-D875BEEB98AE}"/>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5" name="12-text-3">
            <a:extLst xmlns:a="http://schemas.openxmlformats.org/drawingml/2006/main">
              <a:ext uri="{FF2B5EF4-FFF2-40B4-BE49-F238E27FC236}">
                <a16:creationId xmlns:a16="http://schemas.microsoft.com/office/drawing/2014/main" id="{BF413B23-B721-43D2-9CD0-81A2EB80B630}"/>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6" name="12-text-4">
            <a:extLst xmlns:a="http://schemas.openxmlformats.org/drawingml/2006/main">
              <a:ext uri="{FF2B5EF4-FFF2-40B4-BE49-F238E27FC236}">
                <a16:creationId xmlns:a16="http://schemas.microsoft.com/office/drawing/2014/main" id="{9CD83486-4E0D-4FC9-9BB6-C1F6D4DDA43A}"/>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7" name="12-text-5">
            <a:extLst xmlns:a="http://schemas.openxmlformats.org/drawingml/2006/main">
              <a:ext uri="{FF2B5EF4-FFF2-40B4-BE49-F238E27FC236}">
                <a16:creationId xmlns:a16="http://schemas.microsoft.com/office/drawing/2014/main" id="{52E7AFEC-AAE0-471C-A31A-0998475C0D45}"/>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08" name="12-text-6">
            <a:extLst xmlns:a="http://schemas.openxmlformats.org/drawingml/2006/main">
              <a:ext uri="{FF2B5EF4-FFF2-40B4-BE49-F238E27FC236}">
                <a16:creationId xmlns:a16="http://schemas.microsoft.com/office/drawing/2014/main" id="{650D4F54-D30F-4BB8-BCBF-5792EEDD3C61}"/>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09" name="12-line-8">
            <a:extLst xmlns:a="http://schemas.openxmlformats.org/drawingml/2006/main">
              <a:ext uri="{FF2B5EF4-FFF2-40B4-BE49-F238E27FC236}">
                <a16:creationId xmlns:a16="http://schemas.microsoft.com/office/drawing/2014/main" id="{2B02C9A8-F1C7-465E-B3C0-6BDDC2EA82AE}"/>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0" name="12-line-10">
            <a:extLst xmlns:a="http://schemas.openxmlformats.org/drawingml/2006/main">
              <a:ext uri="{FF2B5EF4-FFF2-40B4-BE49-F238E27FC236}">
                <a16:creationId xmlns:a16="http://schemas.microsoft.com/office/drawing/2014/main" id="{067468BD-7DDF-4E55-8793-979F4C958FB4}"/>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1" name="12-text-11">
            <a:extLst xmlns:a="http://schemas.openxmlformats.org/drawingml/2006/main">
              <a:ext uri="{FF2B5EF4-FFF2-40B4-BE49-F238E27FC236}">
                <a16:creationId xmlns:a16="http://schemas.microsoft.com/office/drawing/2014/main" id="{D5EC4C6E-BE58-481E-902C-42E47B5B2959}"/>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2" name="12-text-12">
            <a:extLst xmlns:a="http://schemas.openxmlformats.org/drawingml/2006/main">
              <a:ext uri="{FF2B5EF4-FFF2-40B4-BE49-F238E27FC236}">
                <a16:creationId xmlns:a16="http://schemas.microsoft.com/office/drawing/2014/main" id="{E84C3E43-9B11-4603-8ED3-FF5FB4611981}"/>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113" name="12-text-13">
            <a:extLst xmlns:a="http://schemas.openxmlformats.org/drawingml/2006/main">
              <a:ext uri="{FF2B5EF4-FFF2-40B4-BE49-F238E27FC236}">
                <a16:creationId xmlns:a16="http://schemas.microsoft.com/office/drawing/2014/main" id="{FA2C08FC-E15B-4DDD-8C7C-65DD69B39A34}"/>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4" name="12-text-14">
            <a:extLst xmlns:a="http://schemas.openxmlformats.org/drawingml/2006/main">
              <a:ext uri="{FF2B5EF4-FFF2-40B4-BE49-F238E27FC236}">
                <a16:creationId xmlns:a16="http://schemas.microsoft.com/office/drawing/2014/main" id="{A8866937-A7E1-4F0F-8061-842B1D5EB9F8}"/>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115" name="12-text-15">
            <a:extLst xmlns:a="http://schemas.openxmlformats.org/drawingml/2006/main">
              <a:ext uri="{FF2B5EF4-FFF2-40B4-BE49-F238E27FC236}">
                <a16:creationId xmlns:a16="http://schemas.microsoft.com/office/drawing/2014/main" id="{044001D5-FFF0-43DD-846D-BA149C6630FF}"/>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6" name="12-text-16">
            <a:extLst xmlns:a="http://schemas.openxmlformats.org/drawingml/2006/main">
              <a:ext uri="{FF2B5EF4-FFF2-40B4-BE49-F238E27FC236}">
                <a16:creationId xmlns:a16="http://schemas.microsoft.com/office/drawing/2014/main" id="{12FC2D42-82B5-4E34-8B2A-BAFA751EA733}"/>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117" name="12-text-17">
            <a:extLst xmlns:a="http://schemas.openxmlformats.org/drawingml/2006/main">
              <a:ext uri="{FF2B5EF4-FFF2-40B4-BE49-F238E27FC236}">
                <a16:creationId xmlns:a16="http://schemas.microsoft.com/office/drawing/2014/main" id="{96798C1F-1963-4F9B-BC47-08280F48D74E}"/>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118" name="narrative-number">
            <a:extLst xmlns:a="http://schemas.openxmlformats.org/drawingml/2006/main">
              <a:ext uri="{FF2B5EF4-FFF2-40B4-BE49-F238E27FC236}">
                <a16:creationId xmlns:a16="http://schemas.microsoft.com/office/drawing/2014/main" id="{0CB361DC-E53A-42CB-AF4B-2FD9B78FB9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19778205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9" name="!!area-name">
            <a:extLst xmlns:a="http://schemas.openxmlformats.org/drawingml/2006/main">
              <a:ext uri="{FF2B5EF4-FFF2-40B4-BE49-F238E27FC236}">
                <a16:creationId xmlns:a16="http://schemas.microsoft.com/office/drawing/2014/main" id="{EE99E3A8-64C8-490E-9DA3-19CE20B5CB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1" name="mini-map"/>
          <p:cNvPicPr>
            <a:picLocks xmlns:a="http://schemas.openxmlformats.org/drawingml/2006/main" noChangeAspect="1"/>
          </p:cNvPicPr>
          <p:nvPr/>
        </p:nvPicPr>
        <p:blipFill>
          <a:blip xmlns:r="http://schemas.openxmlformats.org/officeDocument/2006/relationships" xmlns:a="http://schemas.openxmlformats.org/drawingml/2006/main" r:embed="Rec3be216858148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1" name="slide-title">
            <a:extLst xmlns:a="http://schemas.openxmlformats.org/drawingml/2006/main">
              <a:ext uri="{FF2B5EF4-FFF2-40B4-BE49-F238E27FC236}">
                <a16:creationId xmlns:a16="http://schemas.microsoft.com/office/drawing/2014/main" id="{2CBC361B-8129-42CC-A6D9-97D8C9071A4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2" name="header-divider">
            <a:extLst xmlns:a="http://schemas.openxmlformats.org/drawingml/2006/main">
              <a:ext uri="{FF2B5EF4-FFF2-40B4-BE49-F238E27FC236}">
                <a16:creationId xmlns:a16="http://schemas.microsoft.com/office/drawing/2014/main" id="{7A2E6BD3-03A9-42EA-AC91-A8FBF845A1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3" name="13-text-1">
            <a:extLst xmlns:a="http://schemas.openxmlformats.org/drawingml/2006/main">
              <a:ext uri="{FF2B5EF4-FFF2-40B4-BE49-F238E27FC236}">
                <a16:creationId xmlns:a16="http://schemas.microsoft.com/office/drawing/2014/main" id="{2C81104A-04CB-444E-9475-0435FDFAECE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24" name="13-text-2">
            <a:extLst xmlns:a="http://schemas.openxmlformats.org/drawingml/2006/main">
              <a:ext uri="{FF2B5EF4-FFF2-40B4-BE49-F238E27FC236}">
                <a16:creationId xmlns:a16="http://schemas.microsoft.com/office/drawing/2014/main" id="{6DE3D6C1-355B-4355-A56A-75D3D74D898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25" name="13-text-3">
            <a:extLst xmlns:a="http://schemas.openxmlformats.org/drawingml/2006/main">
              <a:ext uri="{FF2B5EF4-FFF2-40B4-BE49-F238E27FC236}">
                <a16:creationId xmlns:a16="http://schemas.microsoft.com/office/drawing/2014/main" id="{2638BFB9-AFC4-41D5-99FE-E4EB2CE4059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26" name="13-text-4">
            <a:extLst xmlns:a="http://schemas.openxmlformats.org/drawingml/2006/main">
              <a:ext uri="{FF2B5EF4-FFF2-40B4-BE49-F238E27FC236}">
                <a16:creationId xmlns:a16="http://schemas.microsoft.com/office/drawing/2014/main" id="{067E945E-56F1-4BC0-9584-DFCFD7E0537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27" name="13-text-5">
            <a:extLst xmlns:a="http://schemas.openxmlformats.org/drawingml/2006/main">
              <a:ext uri="{FF2B5EF4-FFF2-40B4-BE49-F238E27FC236}">
                <a16:creationId xmlns:a16="http://schemas.microsoft.com/office/drawing/2014/main" id="{29215D46-DBB6-48B7-8CA7-9EF44D2DA57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28" name="13-text-6">
            <a:extLst xmlns:a="http://schemas.openxmlformats.org/drawingml/2006/main">
              <a:ext uri="{FF2B5EF4-FFF2-40B4-BE49-F238E27FC236}">
                <a16:creationId xmlns:a16="http://schemas.microsoft.com/office/drawing/2014/main" id="{DC581842-2B37-402F-A0A5-D2516F2EBAEA}"/>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29" name="narrative-number">
            <a:extLst xmlns:a="http://schemas.openxmlformats.org/drawingml/2006/main">
              <a:ext uri="{FF2B5EF4-FFF2-40B4-BE49-F238E27FC236}">
                <a16:creationId xmlns:a16="http://schemas.microsoft.com/office/drawing/2014/main" id="{1120162D-4290-433E-970A-D47F244AFE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293035322"/>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0" name="!!area-name">
            <a:extLst xmlns:a="http://schemas.openxmlformats.org/drawingml/2006/main">
              <a:ext uri="{FF2B5EF4-FFF2-40B4-BE49-F238E27FC236}">
                <a16:creationId xmlns:a16="http://schemas.microsoft.com/office/drawing/2014/main" id="{D6EF5ECE-F5D8-4580-83E2-B47A0E954A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4" name="mini-map"/>
          <p:cNvPicPr>
            <a:picLocks xmlns:a="http://schemas.openxmlformats.org/drawingml/2006/main" noChangeAspect="1"/>
          </p:cNvPicPr>
          <p:nvPr/>
        </p:nvPicPr>
        <p:blipFill>
          <a:blip xmlns:r="http://schemas.openxmlformats.org/officeDocument/2006/relationships" xmlns:a="http://schemas.openxmlformats.org/drawingml/2006/main" r:embed="R59fda2393dd54f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2" name="slide-title">
            <a:extLst xmlns:a="http://schemas.openxmlformats.org/drawingml/2006/main">
              <a:ext uri="{FF2B5EF4-FFF2-40B4-BE49-F238E27FC236}">
                <a16:creationId xmlns:a16="http://schemas.microsoft.com/office/drawing/2014/main" id="{0B4F11E3-E57E-42F8-9648-E608149AAA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3" name="header-divider">
            <a:extLst xmlns:a="http://schemas.openxmlformats.org/drawingml/2006/main">
              <a:ext uri="{FF2B5EF4-FFF2-40B4-BE49-F238E27FC236}">
                <a16:creationId xmlns:a16="http://schemas.microsoft.com/office/drawing/2014/main" id="{B2D67994-5167-46B9-92C1-90BD70C309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4" name="14-text-1">
            <a:extLst xmlns:a="http://schemas.openxmlformats.org/drawingml/2006/main">
              <a:ext uri="{FF2B5EF4-FFF2-40B4-BE49-F238E27FC236}">
                <a16:creationId xmlns:a16="http://schemas.microsoft.com/office/drawing/2014/main" id="{0776AAB1-0108-4E2E-AF2D-2597FB3F03F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35" name="14-text-2">
            <a:extLst xmlns:a="http://schemas.openxmlformats.org/drawingml/2006/main">
              <a:ext uri="{FF2B5EF4-FFF2-40B4-BE49-F238E27FC236}">
                <a16:creationId xmlns:a16="http://schemas.microsoft.com/office/drawing/2014/main" id="{3DD0F288-8A2D-4386-99C4-EF216CC63B6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36" name="14-text-3">
            <a:extLst xmlns:a="http://schemas.openxmlformats.org/drawingml/2006/main">
              <a:ext uri="{FF2B5EF4-FFF2-40B4-BE49-F238E27FC236}">
                <a16:creationId xmlns:a16="http://schemas.microsoft.com/office/drawing/2014/main" id="{8217D257-46DE-44D4-ABB2-152B8E11787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37" name="14-text-4">
            <a:extLst xmlns:a="http://schemas.openxmlformats.org/drawingml/2006/main">
              <a:ext uri="{FF2B5EF4-FFF2-40B4-BE49-F238E27FC236}">
                <a16:creationId xmlns:a16="http://schemas.microsoft.com/office/drawing/2014/main" id="{296D75A2-30F3-4B58-ACC0-A9666962179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38" name="14-text-5">
            <a:extLst xmlns:a="http://schemas.openxmlformats.org/drawingml/2006/main">
              <a:ext uri="{FF2B5EF4-FFF2-40B4-BE49-F238E27FC236}">
                <a16:creationId xmlns:a16="http://schemas.microsoft.com/office/drawing/2014/main" id="{4A67FE20-8E65-4348-8F3C-55B1C49F5E2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39" name="14-text-6">
            <a:extLst xmlns:a="http://schemas.openxmlformats.org/drawingml/2006/main">
              <a:ext uri="{FF2B5EF4-FFF2-40B4-BE49-F238E27FC236}">
                <a16:creationId xmlns:a16="http://schemas.microsoft.com/office/drawing/2014/main" id="{CFC20503-588F-48F2-8E96-8BABE17D6F3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40" name="14-text-7">
            <a:extLst xmlns:a="http://schemas.openxmlformats.org/drawingml/2006/main">
              <a:ext uri="{FF2B5EF4-FFF2-40B4-BE49-F238E27FC236}">
                <a16:creationId xmlns:a16="http://schemas.microsoft.com/office/drawing/2014/main" id="{E54D5CB3-52C8-43F7-A35B-8BC610B7A81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1" name="14-text-8">
            <a:extLst xmlns:a="http://schemas.openxmlformats.org/drawingml/2006/main">
              <a:ext uri="{FF2B5EF4-FFF2-40B4-BE49-F238E27FC236}">
                <a16:creationId xmlns:a16="http://schemas.microsoft.com/office/drawing/2014/main" id="{FAE7639A-B32C-4179-B6AA-9BC090865B8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2" name="narrative-number">
            <a:extLst xmlns:a="http://schemas.openxmlformats.org/drawingml/2006/main">
              <a:ext uri="{FF2B5EF4-FFF2-40B4-BE49-F238E27FC236}">
                <a16:creationId xmlns:a16="http://schemas.microsoft.com/office/drawing/2014/main" id="{241F11BB-E15B-486C-AB46-9ABC487F47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502200382"/>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3" name="!!area-name">
            <a:extLst xmlns:a="http://schemas.openxmlformats.org/drawingml/2006/main">
              <a:ext uri="{FF2B5EF4-FFF2-40B4-BE49-F238E27FC236}">
                <a16:creationId xmlns:a16="http://schemas.microsoft.com/office/drawing/2014/main" id="{35ACD23A-D612-46F2-910C-23AAF8449E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57" name="mini-map"/>
          <p:cNvPicPr>
            <a:picLocks xmlns:a="http://schemas.openxmlformats.org/drawingml/2006/main" noChangeAspect="1"/>
          </p:cNvPicPr>
          <p:nvPr/>
        </p:nvPicPr>
        <p:blipFill>
          <a:blip xmlns:r="http://schemas.openxmlformats.org/officeDocument/2006/relationships" xmlns:a="http://schemas.openxmlformats.org/drawingml/2006/main" r:embed="R5cc627fed2a3452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5" name="slide-title">
            <a:extLst xmlns:a="http://schemas.openxmlformats.org/drawingml/2006/main">
              <a:ext uri="{FF2B5EF4-FFF2-40B4-BE49-F238E27FC236}">
                <a16:creationId xmlns:a16="http://schemas.microsoft.com/office/drawing/2014/main" id="{ED79D081-079E-4429-9747-B3A05461B1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6" name="header-divider">
            <a:extLst xmlns:a="http://schemas.openxmlformats.org/drawingml/2006/main">
              <a:ext uri="{FF2B5EF4-FFF2-40B4-BE49-F238E27FC236}">
                <a16:creationId xmlns:a16="http://schemas.microsoft.com/office/drawing/2014/main" id="{30B6A356-37FA-4A2A-8FE9-64B605D1579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7" name="15-text-1">
            <a:extLst xmlns:a="http://schemas.openxmlformats.org/drawingml/2006/main">
              <a:ext uri="{FF2B5EF4-FFF2-40B4-BE49-F238E27FC236}">
                <a16:creationId xmlns:a16="http://schemas.microsoft.com/office/drawing/2014/main" id="{DEAA1DB5-D542-421F-AAAC-A458D231E44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48" name="15-text-2">
            <a:extLst xmlns:a="http://schemas.openxmlformats.org/drawingml/2006/main">
              <a:ext uri="{FF2B5EF4-FFF2-40B4-BE49-F238E27FC236}">
                <a16:creationId xmlns:a16="http://schemas.microsoft.com/office/drawing/2014/main" id="{E9D571F6-F5ED-4EBA-B2A2-0838EB854CFC}"/>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49" name="15-text-3">
            <a:extLst xmlns:a="http://schemas.openxmlformats.org/drawingml/2006/main">
              <a:ext uri="{FF2B5EF4-FFF2-40B4-BE49-F238E27FC236}">
                <a16:creationId xmlns:a16="http://schemas.microsoft.com/office/drawing/2014/main" id="{E1E45EE0-3911-481D-9425-E1ECD6E01C02}"/>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0" name="15-text-4">
            <a:extLst xmlns:a="http://schemas.openxmlformats.org/drawingml/2006/main">
              <a:ext uri="{FF2B5EF4-FFF2-40B4-BE49-F238E27FC236}">
                <a16:creationId xmlns:a16="http://schemas.microsoft.com/office/drawing/2014/main" id="{34591817-EF19-479C-9DE3-25FAA4DE98E0}"/>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1" name="15-text-5">
            <a:extLst xmlns:a="http://schemas.openxmlformats.org/drawingml/2006/main">
              <a:ext uri="{FF2B5EF4-FFF2-40B4-BE49-F238E27FC236}">
                <a16:creationId xmlns:a16="http://schemas.microsoft.com/office/drawing/2014/main" id="{858D93BC-18A7-4E1B-B519-308A3A7D14A8}"/>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2" name="15-text-6">
            <a:extLst xmlns:a="http://schemas.openxmlformats.org/drawingml/2006/main">
              <a:ext uri="{FF2B5EF4-FFF2-40B4-BE49-F238E27FC236}">
                <a16:creationId xmlns:a16="http://schemas.microsoft.com/office/drawing/2014/main" id="{615C4338-21C9-4D00-908B-F72447A2B5F9}"/>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3" name="15-text-7">
            <a:extLst xmlns:a="http://schemas.openxmlformats.org/drawingml/2006/main">
              <a:ext uri="{FF2B5EF4-FFF2-40B4-BE49-F238E27FC236}">
                <a16:creationId xmlns:a16="http://schemas.microsoft.com/office/drawing/2014/main" id="{B7DFA528-B20C-41CF-B787-E54DB8812287}"/>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67"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55" name="narrative-number">
            <a:extLst xmlns:a="http://schemas.openxmlformats.org/drawingml/2006/main">
              <a:ext uri="{FF2B5EF4-FFF2-40B4-BE49-F238E27FC236}">
                <a16:creationId xmlns:a16="http://schemas.microsoft.com/office/drawing/2014/main" id="{9C40C1E1-1780-43DF-82E9-CC0D9E9123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247565696"/>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6" name="!!area-name">
            <a:extLst xmlns:a="http://schemas.openxmlformats.org/drawingml/2006/main">
              <a:ext uri="{FF2B5EF4-FFF2-40B4-BE49-F238E27FC236}">
                <a16:creationId xmlns:a16="http://schemas.microsoft.com/office/drawing/2014/main" id="{DF8900E9-E4D5-41C8-B3BD-37123D4843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ff7734591a8b49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8" name="header-divider">
            <a:extLst xmlns:a="http://schemas.openxmlformats.org/drawingml/2006/main">
              <a:ext uri="{FF2B5EF4-FFF2-40B4-BE49-F238E27FC236}">
                <a16:creationId xmlns:a16="http://schemas.microsoft.com/office/drawing/2014/main" id="{308DEC5A-8ED9-4961-92BA-8C87C98A6B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9" name="16-text-1">
            <a:extLst xmlns:a="http://schemas.openxmlformats.org/drawingml/2006/main">
              <a:ext uri="{FF2B5EF4-FFF2-40B4-BE49-F238E27FC236}">
                <a16:creationId xmlns:a16="http://schemas.microsoft.com/office/drawing/2014/main" id="{B6048F61-4322-4FD2-98FA-A4B50FE1AB8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0" name="16-text-2">
            <a:extLst xmlns:a="http://schemas.openxmlformats.org/drawingml/2006/main">
              <a:ext uri="{FF2B5EF4-FFF2-40B4-BE49-F238E27FC236}">
                <a16:creationId xmlns:a16="http://schemas.microsoft.com/office/drawing/2014/main" id="{CF4B1FBC-DF2F-40B4-9327-0E7A2501617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1" name="16-text-3">
            <a:extLst xmlns:a="http://schemas.openxmlformats.org/drawingml/2006/main">
              <a:ext uri="{FF2B5EF4-FFF2-40B4-BE49-F238E27FC236}">
                <a16:creationId xmlns:a16="http://schemas.microsoft.com/office/drawing/2014/main" id="{9257838D-61EC-4A45-9F3E-1BA01106C63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0" name="16-image-4"/>
          <p:cNvPicPr>
            <a:picLocks xmlns:a="http://schemas.openxmlformats.org/drawingml/2006/main" noChangeAspect="1"/>
          </p:cNvPicPr>
          <p:nvPr/>
        </p:nvPicPr>
        <p:blipFill>
          <a:blip xmlns:r="http://schemas.openxmlformats.org/officeDocument/2006/relationships" xmlns:a="http://schemas.openxmlformats.org/drawingml/2006/main" r:embed="R84afeef3207c4e5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3" name="narrative-number">
            <a:extLst xmlns:a="http://schemas.openxmlformats.org/drawingml/2006/main">
              <a:ext uri="{FF2B5EF4-FFF2-40B4-BE49-F238E27FC236}">
                <a16:creationId xmlns:a16="http://schemas.microsoft.com/office/drawing/2014/main" id="{A34185C5-CB91-4098-87B7-05A5334FF6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3052815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1EC3BBCB-A4D8-49DC-9B48-3553E302A0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79" name="mini-map"/>
          <p:cNvPicPr>
            <a:picLocks xmlns:a="http://schemas.openxmlformats.org/drawingml/2006/main" noChangeAspect="1"/>
          </p:cNvPicPr>
          <p:nvPr/>
        </p:nvPicPr>
        <p:blipFill>
          <a:blip xmlns:r="http://schemas.openxmlformats.org/officeDocument/2006/relationships" xmlns:a="http://schemas.openxmlformats.org/drawingml/2006/main" r:embed="R8dee6bb91c36492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241270DF-21A8-4EBE-B848-296AF9447A9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67" name="header-divider">
            <a:extLst xmlns:a="http://schemas.openxmlformats.org/drawingml/2006/main">
              <a:ext uri="{FF2B5EF4-FFF2-40B4-BE49-F238E27FC236}">
                <a16:creationId xmlns:a16="http://schemas.microsoft.com/office/drawing/2014/main" id="{C2F7692B-A1AD-46F7-9595-F6ECBF504B5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7-text-1">
            <a:extLst xmlns:a="http://schemas.openxmlformats.org/drawingml/2006/main">
              <a:ext uri="{FF2B5EF4-FFF2-40B4-BE49-F238E27FC236}">
                <a16:creationId xmlns:a16="http://schemas.microsoft.com/office/drawing/2014/main" id="{9D41031D-8E8F-4C39-8B30-1BB50A57FDA4}"/>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69" name="17-text-2">
            <a:extLst xmlns:a="http://schemas.openxmlformats.org/drawingml/2006/main">
              <a:ext uri="{FF2B5EF4-FFF2-40B4-BE49-F238E27FC236}">
                <a16:creationId xmlns:a16="http://schemas.microsoft.com/office/drawing/2014/main" id="{4CCF91AB-7C93-4EBD-8738-D8C3AED1D708}"/>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70" name="17-text-3">
            <a:extLst xmlns:a="http://schemas.openxmlformats.org/drawingml/2006/main">
              <a:ext uri="{FF2B5EF4-FFF2-40B4-BE49-F238E27FC236}">
                <a16:creationId xmlns:a16="http://schemas.microsoft.com/office/drawing/2014/main" id="{7A2B1CB9-BC3D-4007-B748-3C6EC493637E}"/>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71" name="17-text-4">
            <a:extLst xmlns:a="http://schemas.openxmlformats.org/drawingml/2006/main">
              <a:ext uri="{FF2B5EF4-FFF2-40B4-BE49-F238E27FC236}">
                <a16:creationId xmlns:a16="http://schemas.microsoft.com/office/drawing/2014/main" id="{DEC304FC-0782-4476-A045-5C36E9D1AEC6}"/>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72" name="working-context-boundary">
            <a:extLst xmlns:a="http://schemas.openxmlformats.org/drawingml/2006/main">
              <a:ext uri="{FF2B5EF4-FFF2-40B4-BE49-F238E27FC236}">
                <a16:creationId xmlns:a16="http://schemas.microsoft.com/office/drawing/2014/main" id="{9A90725C-1CB1-4D1D-9957-62F0348EA590}"/>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3" name="17-text-5">
            <a:extLst xmlns:a="http://schemas.openxmlformats.org/drawingml/2006/main">
              <a:ext uri="{FF2B5EF4-FFF2-40B4-BE49-F238E27FC236}">
                <a16:creationId xmlns:a16="http://schemas.microsoft.com/office/drawing/2014/main" id="{AAEE674E-7455-4E91-B887-B175BAD8AEF2}"/>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74" name="17-text-6">
            <a:extLst xmlns:a="http://schemas.openxmlformats.org/drawingml/2006/main">
              <a:ext uri="{FF2B5EF4-FFF2-40B4-BE49-F238E27FC236}">
                <a16:creationId xmlns:a16="http://schemas.microsoft.com/office/drawing/2014/main" id="{CA20469F-224A-43B3-BB40-423212DEA2B8}"/>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75" name="17-line-8">
            <a:extLst xmlns:a="http://schemas.openxmlformats.org/drawingml/2006/main">
              <a:ext uri="{FF2B5EF4-FFF2-40B4-BE49-F238E27FC236}">
                <a16:creationId xmlns:a16="http://schemas.microsoft.com/office/drawing/2014/main" id="{3013F920-E565-4652-8BD6-526D42FF8019}"/>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6" name="17-line-10">
            <a:extLst xmlns:a="http://schemas.openxmlformats.org/drawingml/2006/main">
              <a:ext uri="{FF2B5EF4-FFF2-40B4-BE49-F238E27FC236}">
                <a16:creationId xmlns:a16="http://schemas.microsoft.com/office/drawing/2014/main" id="{B65871C8-BAC7-48C1-B8D1-8D1E7637146D}"/>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7" name="narrative-number">
            <a:extLst xmlns:a="http://schemas.openxmlformats.org/drawingml/2006/main">
              <a:ext uri="{FF2B5EF4-FFF2-40B4-BE49-F238E27FC236}">
                <a16:creationId xmlns:a16="http://schemas.microsoft.com/office/drawing/2014/main" id="{22B8C174-ABAC-4FAB-AED7-DC58E27FB8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644540040"/>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8" name="!!area-name">
            <a:extLst xmlns:a="http://schemas.openxmlformats.org/drawingml/2006/main">
              <a:ext uri="{FF2B5EF4-FFF2-40B4-BE49-F238E27FC236}">
                <a16:creationId xmlns:a16="http://schemas.microsoft.com/office/drawing/2014/main" id="{ECF64B45-F8E7-4EDA-BA56-A249BFDB26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0a9aa491f54346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0" name="slide-title">
            <a:extLst xmlns:a="http://schemas.openxmlformats.org/drawingml/2006/main">
              <a:ext uri="{FF2B5EF4-FFF2-40B4-BE49-F238E27FC236}">
                <a16:creationId xmlns:a16="http://schemas.microsoft.com/office/drawing/2014/main" id="{BB3FA75A-94CD-4EAD-A588-B67CD52A741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81" name="header-divider">
            <a:extLst xmlns:a="http://schemas.openxmlformats.org/drawingml/2006/main">
              <a:ext uri="{FF2B5EF4-FFF2-40B4-BE49-F238E27FC236}">
                <a16:creationId xmlns:a16="http://schemas.microsoft.com/office/drawing/2014/main" id="{CFB931E7-03A6-499A-B65F-8DF3314852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2" name="18-text-1">
            <a:extLst xmlns:a="http://schemas.openxmlformats.org/drawingml/2006/main">
              <a:ext uri="{FF2B5EF4-FFF2-40B4-BE49-F238E27FC236}">
                <a16:creationId xmlns:a16="http://schemas.microsoft.com/office/drawing/2014/main" id="{4591F272-40FA-40DE-B51C-1FB20F8D2647}"/>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83" name="18-text-2">
            <a:extLst xmlns:a="http://schemas.openxmlformats.org/drawingml/2006/main">
              <a:ext uri="{FF2B5EF4-FFF2-40B4-BE49-F238E27FC236}">
                <a16:creationId xmlns:a16="http://schemas.microsoft.com/office/drawing/2014/main" id="{ADCC8BFC-C254-4218-8001-7ED78B8FF06C}"/>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84" name="18-text-3">
            <a:extLst xmlns:a="http://schemas.openxmlformats.org/drawingml/2006/main">
              <a:ext uri="{FF2B5EF4-FFF2-40B4-BE49-F238E27FC236}">
                <a16:creationId xmlns:a16="http://schemas.microsoft.com/office/drawing/2014/main" id="{17A34D6D-D51B-49F1-B0EB-AD19CBBA9950}"/>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5" name="18-text-4">
            <a:extLst xmlns:a="http://schemas.openxmlformats.org/drawingml/2006/main">
              <a:ext uri="{FF2B5EF4-FFF2-40B4-BE49-F238E27FC236}">
                <a16:creationId xmlns:a16="http://schemas.microsoft.com/office/drawing/2014/main" id="{59DEF3F4-D566-497C-85C1-09873AB173EE}"/>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86" name="18-text-5">
            <a:extLst xmlns:a="http://schemas.openxmlformats.org/drawingml/2006/main">
              <a:ext uri="{FF2B5EF4-FFF2-40B4-BE49-F238E27FC236}">
                <a16:creationId xmlns:a16="http://schemas.microsoft.com/office/drawing/2014/main" id="{72604916-9B47-4818-A404-C624CA06F535}"/>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87" name="18-text-6">
            <a:extLst xmlns:a="http://schemas.openxmlformats.org/drawingml/2006/main">
              <a:ext uri="{FF2B5EF4-FFF2-40B4-BE49-F238E27FC236}">
                <a16:creationId xmlns:a16="http://schemas.microsoft.com/office/drawing/2014/main" id="{8D96E185-BB04-4420-A049-575C0155F69B}"/>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88" name="18-line-8">
            <a:extLst xmlns:a="http://schemas.openxmlformats.org/drawingml/2006/main">
              <a:ext uri="{FF2B5EF4-FFF2-40B4-BE49-F238E27FC236}">
                <a16:creationId xmlns:a16="http://schemas.microsoft.com/office/drawing/2014/main" id="{3E635E58-EEDC-487C-9B65-D038CD6EF411}"/>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9" name="18-line-10">
            <a:extLst xmlns:a="http://schemas.openxmlformats.org/drawingml/2006/main">
              <a:ext uri="{FF2B5EF4-FFF2-40B4-BE49-F238E27FC236}">
                <a16:creationId xmlns:a16="http://schemas.microsoft.com/office/drawing/2014/main" id="{B0A33265-4E8E-4830-8B41-6C30D89E57A6}"/>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0" name="18-line-12">
            <a:extLst xmlns:a="http://schemas.openxmlformats.org/drawingml/2006/main">
              <a:ext uri="{FF2B5EF4-FFF2-40B4-BE49-F238E27FC236}">
                <a16:creationId xmlns:a16="http://schemas.microsoft.com/office/drawing/2014/main" id="{ACFFB050-CFCF-4537-AB06-7D7735683A19}"/>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1" name="18-text-13">
            <a:extLst xmlns:a="http://schemas.openxmlformats.org/drawingml/2006/main">
              <a:ext uri="{FF2B5EF4-FFF2-40B4-BE49-F238E27FC236}">
                <a16:creationId xmlns:a16="http://schemas.microsoft.com/office/drawing/2014/main" id="{42849CC9-8218-4F40-9182-B417B25BD77F}"/>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92" name="18-text-14">
            <a:extLst xmlns:a="http://schemas.openxmlformats.org/drawingml/2006/main">
              <a:ext uri="{FF2B5EF4-FFF2-40B4-BE49-F238E27FC236}">
                <a16:creationId xmlns:a16="http://schemas.microsoft.com/office/drawing/2014/main" id="{CAFB1DA8-96DB-434B-95B5-B04EE4932703}"/>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93" name="18-text-15">
            <a:extLst xmlns:a="http://schemas.openxmlformats.org/drawingml/2006/main">
              <a:ext uri="{FF2B5EF4-FFF2-40B4-BE49-F238E27FC236}">
                <a16:creationId xmlns:a16="http://schemas.microsoft.com/office/drawing/2014/main" id="{069BF7DE-9818-4DAC-AF87-DFEB175E3FC1}"/>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94" name="18-text-16">
            <a:extLst xmlns:a="http://schemas.openxmlformats.org/drawingml/2006/main">
              <a:ext uri="{FF2B5EF4-FFF2-40B4-BE49-F238E27FC236}">
                <a16:creationId xmlns:a16="http://schemas.microsoft.com/office/drawing/2014/main" id="{05826381-A41F-4A22-BFC0-16FE0476A654}"/>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95" name="18-text-17">
            <a:extLst xmlns:a="http://schemas.openxmlformats.org/drawingml/2006/main">
              <a:ext uri="{FF2B5EF4-FFF2-40B4-BE49-F238E27FC236}">
                <a16:creationId xmlns:a16="http://schemas.microsoft.com/office/drawing/2014/main" id="{A630EFA9-78FB-4293-89B9-E1DA17301F36}"/>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96" name="narrative-number">
            <a:extLst xmlns:a="http://schemas.openxmlformats.org/drawingml/2006/main">
              <a:ext uri="{FF2B5EF4-FFF2-40B4-BE49-F238E27FC236}">
                <a16:creationId xmlns:a16="http://schemas.microsoft.com/office/drawing/2014/main" id="{5B1802FA-80A5-45D3-B149-55F6156694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99516710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4F4013BA-928F-4C44-8234-1048E37BF6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18835d3ba4d144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F926936A-1A83-4829-A259-A40D48C2B51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0" name="header-divider">
            <a:extLst xmlns:a="http://schemas.openxmlformats.org/drawingml/2006/main">
              <a:ext uri="{FF2B5EF4-FFF2-40B4-BE49-F238E27FC236}">
                <a16:creationId xmlns:a16="http://schemas.microsoft.com/office/drawing/2014/main" id="{CC02C4C2-117F-46E9-9154-A66D5C33A76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19-text-1">
            <a:extLst xmlns:a="http://schemas.openxmlformats.org/drawingml/2006/main">
              <a:ext uri="{FF2B5EF4-FFF2-40B4-BE49-F238E27FC236}">
                <a16:creationId xmlns:a16="http://schemas.microsoft.com/office/drawing/2014/main" id="{A87544A2-87B1-4CB8-B1BF-DBDCB99170C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02" name="19-text-2">
            <a:extLst xmlns:a="http://schemas.openxmlformats.org/drawingml/2006/main">
              <a:ext uri="{FF2B5EF4-FFF2-40B4-BE49-F238E27FC236}">
                <a16:creationId xmlns:a16="http://schemas.microsoft.com/office/drawing/2014/main" id="{FFDAEB3C-C195-43E1-BBC6-45FD7A4A965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03" name="19-text-3">
            <a:extLst xmlns:a="http://schemas.openxmlformats.org/drawingml/2006/main">
              <a:ext uri="{FF2B5EF4-FFF2-40B4-BE49-F238E27FC236}">
                <a16:creationId xmlns:a16="http://schemas.microsoft.com/office/drawing/2014/main" id="{63E02F57-0A94-4244-A6E9-4405A99BE9C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04" name="19-text-4">
            <a:extLst xmlns:a="http://schemas.openxmlformats.org/drawingml/2006/main">
              <a:ext uri="{FF2B5EF4-FFF2-40B4-BE49-F238E27FC236}">
                <a16:creationId xmlns:a16="http://schemas.microsoft.com/office/drawing/2014/main" id="{D787EF99-E111-46EA-99AE-7750BBA9DF1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05" name="19-text-5">
            <a:extLst xmlns:a="http://schemas.openxmlformats.org/drawingml/2006/main">
              <a:ext uri="{FF2B5EF4-FFF2-40B4-BE49-F238E27FC236}">
                <a16:creationId xmlns:a16="http://schemas.microsoft.com/office/drawing/2014/main" id="{EC58E2ED-ACF9-4AE9-ADA3-E80FF65A745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06" name="19-text-6">
            <a:extLst xmlns:a="http://schemas.openxmlformats.org/drawingml/2006/main">
              <a:ext uri="{FF2B5EF4-FFF2-40B4-BE49-F238E27FC236}">
                <a16:creationId xmlns:a16="http://schemas.microsoft.com/office/drawing/2014/main" id="{71F0ED7C-A316-4DCE-A892-3F4BDECB5E7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07" name="19-text-7">
            <a:extLst xmlns:a="http://schemas.openxmlformats.org/drawingml/2006/main">
              <a:ext uri="{FF2B5EF4-FFF2-40B4-BE49-F238E27FC236}">
                <a16:creationId xmlns:a16="http://schemas.microsoft.com/office/drawing/2014/main" id="{81CFA443-86A5-446B-B5D0-234CB57FC83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19-text-8">
            <a:extLst xmlns:a="http://schemas.openxmlformats.org/drawingml/2006/main">
              <a:ext uri="{FF2B5EF4-FFF2-40B4-BE49-F238E27FC236}">
                <a16:creationId xmlns:a16="http://schemas.microsoft.com/office/drawing/2014/main" id="{FB084668-C0D4-4F80-AEC2-BD15D93CBF9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C158A698-88D4-4A44-ABA1-0BD3112F2F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4087522667"/>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77CA2571-086D-446F-B4BE-C8F790371F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27" name="mini-map"/>
          <p:cNvPicPr>
            <a:picLocks xmlns:a="http://schemas.openxmlformats.org/drawingml/2006/main" noChangeAspect="1"/>
          </p:cNvPicPr>
          <p:nvPr/>
        </p:nvPicPr>
        <p:blipFill>
          <a:blip xmlns:r="http://schemas.openxmlformats.org/officeDocument/2006/relationships" xmlns:a="http://schemas.openxmlformats.org/drawingml/2006/main" r:embed="R3cec0d08438845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F3E536B6-0CF3-4926-983D-B0E749C0FE7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26BE9F11-2201-4970-888C-EB25DA73D87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20-text-1">
            <a:extLst xmlns:a="http://schemas.openxmlformats.org/drawingml/2006/main">
              <a:ext uri="{FF2B5EF4-FFF2-40B4-BE49-F238E27FC236}">
                <a16:creationId xmlns:a16="http://schemas.microsoft.com/office/drawing/2014/main" id="{559CEB90-519B-443B-BD58-27B5225EC8B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15" name="20-text-2">
            <a:extLst xmlns:a="http://schemas.openxmlformats.org/drawingml/2006/main">
              <a:ext uri="{FF2B5EF4-FFF2-40B4-BE49-F238E27FC236}">
                <a16:creationId xmlns:a16="http://schemas.microsoft.com/office/drawing/2014/main" id="{2815AE5C-FE0D-4B79-AB0A-FBB1E177BF74}"/>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16" name="20-text-3">
            <a:extLst xmlns:a="http://schemas.openxmlformats.org/drawingml/2006/main">
              <a:ext uri="{FF2B5EF4-FFF2-40B4-BE49-F238E27FC236}">
                <a16:creationId xmlns:a16="http://schemas.microsoft.com/office/drawing/2014/main" id="{C9A04A44-76CF-4FA3-81BA-382FB7E5546C}"/>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17" name="20-text-4">
            <a:extLst xmlns:a="http://schemas.openxmlformats.org/drawingml/2006/main">
              <a:ext uri="{FF2B5EF4-FFF2-40B4-BE49-F238E27FC236}">
                <a16:creationId xmlns:a16="http://schemas.microsoft.com/office/drawing/2014/main" id="{A26FB894-5EAD-4A3D-A607-084B6B6AEAF7}"/>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18" name="20-text-5">
            <a:extLst xmlns:a="http://schemas.openxmlformats.org/drawingml/2006/main">
              <a:ext uri="{FF2B5EF4-FFF2-40B4-BE49-F238E27FC236}">
                <a16:creationId xmlns:a16="http://schemas.microsoft.com/office/drawing/2014/main" id="{496C6E75-2F02-47F1-A5FF-76DA49E2A905}"/>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19" name="20-text-6">
            <a:extLst xmlns:a="http://schemas.openxmlformats.org/drawingml/2006/main">
              <a:ext uri="{FF2B5EF4-FFF2-40B4-BE49-F238E27FC236}">
                <a16:creationId xmlns:a16="http://schemas.microsoft.com/office/drawing/2014/main" id="{00B608A4-363B-4779-8090-C3609A103E80}"/>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0" name="20-text-7">
            <a:extLst xmlns:a="http://schemas.openxmlformats.org/drawingml/2006/main">
              <a:ext uri="{FF2B5EF4-FFF2-40B4-BE49-F238E27FC236}">
                <a16:creationId xmlns:a16="http://schemas.microsoft.com/office/drawing/2014/main" id="{A83C6407-EC67-4748-ADCE-48ABC118502B}"/>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21" name="20-text-8">
            <a:extLst xmlns:a="http://schemas.openxmlformats.org/drawingml/2006/main">
              <a:ext uri="{FF2B5EF4-FFF2-40B4-BE49-F238E27FC236}">
                <a16:creationId xmlns:a16="http://schemas.microsoft.com/office/drawing/2014/main" id="{A2BFDC66-30E6-4EC0-B8B6-50EC7A729C2F}"/>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22" name="20-text-9">
            <a:extLst xmlns:a="http://schemas.openxmlformats.org/drawingml/2006/main">
              <a:ext uri="{FF2B5EF4-FFF2-40B4-BE49-F238E27FC236}">
                <a16:creationId xmlns:a16="http://schemas.microsoft.com/office/drawing/2014/main" id="{D16F8640-4BFB-4F26-BE1E-6293DE79AD41}"/>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23" name="20-text-10">
            <a:extLst xmlns:a="http://schemas.openxmlformats.org/drawingml/2006/main">
              <a:ext uri="{FF2B5EF4-FFF2-40B4-BE49-F238E27FC236}">
                <a16:creationId xmlns:a16="http://schemas.microsoft.com/office/drawing/2014/main" id="{394C1305-5BFA-4206-9D18-0CA6B6D31D82}"/>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24" name="20-text-11">
            <a:extLst xmlns:a="http://schemas.openxmlformats.org/drawingml/2006/main">
              <a:ext uri="{FF2B5EF4-FFF2-40B4-BE49-F238E27FC236}">
                <a16:creationId xmlns:a16="http://schemas.microsoft.com/office/drawing/2014/main" id="{E72728F5-911E-4C59-B836-87A7495E58C5}"/>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25" name="narrative-number">
            <a:extLst xmlns:a="http://schemas.openxmlformats.org/drawingml/2006/main">
              <a:ext uri="{FF2B5EF4-FFF2-40B4-BE49-F238E27FC236}">
                <a16:creationId xmlns:a16="http://schemas.microsoft.com/office/drawing/2014/main" id="{F9989736-EE58-4793-B4BF-58353ABBCC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4169695561"/>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6" name="!!area-name">
            <a:extLst xmlns:a="http://schemas.openxmlformats.org/drawingml/2006/main">
              <a:ext uri="{FF2B5EF4-FFF2-40B4-BE49-F238E27FC236}">
                <a16:creationId xmlns:a16="http://schemas.microsoft.com/office/drawing/2014/main" id="{0A9C9305-1324-42B6-9645-ED10CA0DB8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e3a6010a9b3e4b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8" name="header-divider">
            <a:extLst xmlns:a="http://schemas.openxmlformats.org/drawingml/2006/main">
              <a:ext uri="{FF2B5EF4-FFF2-40B4-BE49-F238E27FC236}">
                <a16:creationId xmlns:a16="http://schemas.microsoft.com/office/drawing/2014/main" id="{06F45A95-6253-441F-A09F-521D6843D3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9" name="21-text-1">
            <a:extLst xmlns:a="http://schemas.openxmlformats.org/drawingml/2006/main">
              <a:ext uri="{FF2B5EF4-FFF2-40B4-BE49-F238E27FC236}">
                <a16:creationId xmlns:a16="http://schemas.microsoft.com/office/drawing/2014/main" id="{BC4F4023-76B6-48A0-AF8A-9296A860506C}"/>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0" name="21-text-2">
            <a:extLst xmlns:a="http://schemas.openxmlformats.org/drawingml/2006/main">
              <a:ext uri="{FF2B5EF4-FFF2-40B4-BE49-F238E27FC236}">
                <a16:creationId xmlns:a16="http://schemas.microsoft.com/office/drawing/2014/main" id="{64545DA9-477C-4D8C-A320-61B874DB161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1" name="21-text-3">
            <a:extLst xmlns:a="http://schemas.openxmlformats.org/drawingml/2006/main">
              <a:ext uri="{FF2B5EF4-FFF2-40B4-BE49-F238E27FC236}">
                <a16:creationId xmlns:a16="http://schemas.microsoft.com/office/drawing/2014/main" id="{72876613-9D77-40C5-92EC-6F5C1856A26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0" name="21-image-4"/>
          <p:cNvPicPr>
            <a:picLocks xmlns:a="http://schemas.openxmlformats.org/drawingml/2006/main" noChangeAspect="1"/>
          </p:cNvPicPr>
          <p:nvPr/>
        </p:nvPicPr>
        <p:blipFill>
          <a:blip xmlns:r="http://schemas.openxmlformats.org/officeDocument/2006/relationships" xmlns:a="http://schemas.openxmlformats.org/drawingml/2006/main" r:embed="R875715a0cc09444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3" name="narrative-number">
            <a:extLst xmlns:a="http://schemas.openxmlformats.org/drawingml/2006/main">
              <a:ext uri="{FF2B5EF4-FFF2-40B4-BE49-F238E27FC236}">
                <a16:creationId xmlns:a16="http://schemas.microsoft.com/office/drawing/2014/main" id="{F2D40CE6-59EF-4256-9541-9CA8841235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017152423"/>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35AAF5D8-32CE-4174-B003-AF50CD5E99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52" name="mini-map"/>
          <p:cNvPicPr>
            <a:picLocks xmlns:a="http://schemas.openxmlformats.org/drawingml/2006/main" noChangeAspect="1"/>
          </p:cNvPicPr>
          <p:nvPr/>
        </p:nvPicPr>
        <p:blipFill>
          <a:blip xmlns:r="http://schemas.openxmlformats.org/officeDocument/2006/relationships" xmlns:a="http://schemas.openxmlformats.org/drawingml/2006/main" r:embed="R6eff3308d66f44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DE65C5A8-A937-4EB0-A09C-2AFD680400D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37" name="header-divider">
            <a:extLst xmlns:a="http://schemas.openxmlformats.org/drawingml/2006/main">
              <a:ext uri="{FF2B5EF4-FFF2-40B4-BE49-F238E27FC236}">
                <a16:creationId xmlns:a16="http://schemas.microsoft.com/office/drawing/2014/main" id="{B8C9F117-7FB3-4037-B74F-DE29B74385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2-text-1">
            <a:extLst xmlns:a="http://schemas.openxmlformats.org/drawingml/2006/main">
              <a:ext uri="{FF2B5EF4-FFF2-40B4-BE49-F238E27FC236}">
                <a16:creationId xmlns:a16="http://schemas.microsoft.com/office/drawing/2014/main" id="{C0C7E784-16E6-4CFA-85AE-466E9DE884CC}"/>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39" name="22-text-2">
            <a:extLst xmlns:a="http://schemas.openxmlformats.org/drawingml/2006/main">
              <a:ext uri="{FF2B5EF4-FFF2-40B4-BE49-F238E27FC236}">
                <a16:creationId xmlns:a16="http://schemas.microsoft.com/office/drawing/2014/main" id="{A8FC5445-2998-4990-8A7B-FA90765674B7}"/>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0" name="22-text-3">
            <a:extLst xmlns:a="http://schemas.openxmlformats.org/drawingml/2006/main">
              <a:ext uri="{FF2B5EF4-FFF2-40B4-BE49-F238E27FC236}">
                <a16:creationId xmlns:a16="http://schemas.microsoft.com/office/drawing/2014/main" id="{39AD088F-B821-4698-B19A-7C92A7CA65BE}"/>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41" name="22-text-4">
            <a:extLst xmlns:a="http://schemas.openxmlformats.org/drawingml/2006/main">
              <a:ext uri="{FF2B5EF4-FFF2-40B4-BE49-F238E27FC236}">
                <a16:creationId xmlns:a16="http://schemas.microsoft.com/office/drawing/2014/main" id="{2BE1E877-1352-4A02-8D41-3F21F9748883}"/>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42" name="22-text-5">
            <a:extLst xmlns:a="http://schemas.openxmlformats.org/drawingml/2006/main">
              <a:ext uri="{FF2B5EF4-FFF2-40B4-BE49-F238E27FC236}">
                <a16:creationId xmlns:a16="http://schemas.microsoft.com/office/drawing/2014/main" id="{68C7D4BB-941F-4398-9B02-4D8A79C7E371}"/>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43" name="22-text-6">
            <a:extLst xmlns:a="http://schemas.openxmlformats.org/drawingml/2006/main">
              <a:ext uri="{FF2B5EF4-FFF2-40B4-BE49-F238E27FC236}">
                <a16:creationId xmlns:a16="http://schemas.microsoft.com/office/drawing/2014/main" id="{9F5B6401-5F07-4B15-996F-66AA0BBDD009}"/>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44" name="22-line-8">
            <a:extLst xmlns:a="http://schemas.openxmlformats.org/drawingml/2006/main">
              <a:ext uri="{FF2B5EF4-FFF2-40B4-BE49-F238E27FC236}">
                <a16:creationId xmlns:a16="http://schemas.microsoft.com/office/drawing/2014/main" id="{38C947D2-403F-4E45-93CE-C084671A8AB3}"/>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5" name="22-line-10">
            <a:extLst xmlns:a="http://schemas.openxmlformats.org/drawingml/2006/main">
              <a:ext uri="{FF2B5EF4-FFF2-40B4-BE49-F238E27FC236}">
                <a16:creationId xmlns:a16="http://schemas.microsoft.com/office/drawing/2014/main" id="{6AA4E157-BB4D-47F8-B25B-CED8E6CD0AD4}"/>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6" name="22-text-11">
            <a:extLst xmlns:a="http://schemas.openxmlformats.org/drawingml/2006/main">
              <a:ext uri="{FF2B5EF4-FFF2-40B4-BE49-F238E27FC236}">
                <a16:creationId xmlns:a16="http://schemas.microsoft.com/office/drawing/2014/main" id="{DAD0C112-3CA1-40AA-8AF9-8155942AF468}"/>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47" name="22-text-12">
            <a:extLst xmlns:a="http://schemas.openxmlformats.org/drawingml/2006/main">
              <a:ext uri="{FF2B5EF4-FFF2-40B4-BE49-F238E27FC236}">
                <a16:creationId xmlns:a16="http://schemas.microsoft.com/office/drawing/2014/main" id="{5698A839-CABF-4C6B-9BF8-D229728FB994}"/>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48" name="22-text-13">
            <a:extLst xmlns:a="http://schemas.openxmlformats.org/drawingml/2006/main">
              <a:ext uri="{FF2B5EF4-FFF2-40B4-BE49-F238E27FC236}">
                <a16:creationId xmlns:a16="http://schemas.microsoft.com/office/drawing/2014/main" id="{CB3AA6DD-8E5E-4F60-80E5-29085ACBF261}"/>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49" name="22-text-14">
            <a:extLst xmlns:a="http://schemas.openxmlformats.org/drawingml/2006/main">
              <a:ext uri="{FF2B5EF4-FFF2-40B4-BE49-F238E27FC236}">
                <a16:creationId xmlns:a16="http://schemas.microsoft.com/office/drawing/2014/main" id="{1FD13727-5C53-43C0-809B-F7AE7B1F2A25}"/>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0" name="narrative-number">
            <a:extLst xmlns:a="http://schemas.openxmlformats.org/drawingml/2006/main">
              <a:ext uri="{FF2B5EF4-FFF2-40B4-BE49-F238E27FC236}">
                <a16:creationId xmlns:a16="http://schemas.microsoft.com/office/drawing/2014/main" id="{86D73EBA-AB89-49D8-9EF0-C8A2E06D4A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231934847"/>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1" name="!!area-name">
            <a:extLst xmlns:a="http://schemas.openxmlformats.org/drawingml/2006/main">
              <a:ext uri="{FF2B5EF4-FFF2-40B4-BE49-F238E27FC236}">
                <a16:creationId xmlns:a16="http://schemas.microsoft.com/office/drawing/2014/main" id="{B20956A0-E513-4154-9476-808F3CD9B9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409448553c434ff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3" name="slide-title">
            <a:extLst xmlns:a="http://schemas.openxmlformats.org/drawingml/2006/main">
              <a:ext uri="{FF2B5EF4-FFF2-40B4-BE49-F238E27FC236}">
                <a16:creationId xmlns:a16="http://schemas.microsoft.com/office/drawing/2014/main" id="{CA111ACA-57D2-4E20-90C1-0A9C14EDE12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54" name="header-divider">
            <a:extLst xmlns:a="http://schemas.openxmlformats.org/drawingml/2006/main">
              <a:ext uri="{FF2B5EF4-FFF2-40B4-BE49-F238E27FC236}">
                <a16:creationId xmlns:a16="http://schemas.microsoft.com/office/drawing/2014/main" id="{1849EDD4-1931-4A2B-8BE5-EEF755A8A80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5" name="23-text-1">
            <a:extLst xmlns:a="http://schemas.openxmlformats.org/drawingml/2006/main">
              <a:ext uri="{FF2B5EF4-FFF2-40B4-BE49-F238E27FC236}">
                <a16:creationId xmlns:a16="http://schemas.microsoft.com/office/drawing/2014/main" id="{2408A89D-3CFF-429F-A2E2-1623D706264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56" name="23-text-2">
            <a:extLst xmlns:a="http://schemas.openxmlformats.org/drawingml/2006/main">
              <a:ext uri="{FF2B5EF4-FFF2-40B4-BE49-F238E27FC236}">
                <a16:creationId xmlns:a16="http://schemas.microsoft.com/office/drawing/2014/main" id="{89E848AA-EEF3-4F79-822E-CCEED804CE2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67"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8" name="23-text-4">
            <a:extLst xmlns:a="http://schemas.openxmlformats.org/drawingml/2006/main">
              <a:ext uri="{FF2B5EF4-FFF2-40B4-BE49-F238E27FC236}">
                <a16:creationId xmlns:a16="http://schemas.microsoft.com/office/drawing/2014/main" id="{8D4223F2-8455-4F26-88A4-B8E59339030E}"/>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59" name="23-text-5">
            <a:extLst xmlns:a="http://schemas.openxmlformats.org/drawingml/2006/main">
              <a:ext uri="{FF2B5EF4-FFF2-40B4-BE49-F238E27FC236}">
                <a16:creationId xmlns:a16="http://schemas.microsoft.com/office/drawing/2014/main" id="{264B6B52-07BB-4730-8272-C32AFCCE0495}"/>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0" name="narrative-number">
            <a:extLst xmlns:a="http://schemas.openxmlformats.org/drawingml/2006/main">
              <a:ext uri="{FF2B5EF4-FFF2-40B4-BE49-F238E27FC236}">
                <a16:creationId xmlns:a16="http://schemas.microsoft.com/office/drawing/2014/main" id="{63B7D41F-D1A0-437F-A3AD-1ED520D98F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661672877"/>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DFB2F803-086E-43DC-B043-9F60D8B42E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1614b73526e042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E50036EC-E263-40DA-9EAB-6D2CF9E29B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64" name="header-divider">
            <a:extLst xmlns:a="http://schemas.openxmlformats.org/drawingml/2006/main">
              <a:ext uri="{FF2B5EF4-FFF2-40B4-BE49-F238E27FC236}">
                <a16:creationId xmlns:a16="http://schemas.microsoft.com/office/drawing/2014/main" id="{9A161AC6-B948-4E9E-8CEC-27696F6F044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5" name="24-text-1">
            <a:extLst xmlns:a="http://schemas.openxmlformats.org/drawingml/2006/main">
              <a:ext uri="{FF2B5EF4-FFF2-40B4-BE49-F238E27FC236}">
                <a16:creationId xmlns:a16="http://schemas.microsoft.com/office/drawing/2014/main" id="{65503406-0BE2-4624-9D29-7EEF5C7D0BE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66" name="24-text-2">
            <a:extLst xmlns:a="http://schemas.openxmlformats.org/drawingml/2006/main">
              <a:ext uri="{FF2B5EF4-FFF2-40B4-BE49-F238E27FC236}">
                <a16:creationId xmlns:a16="http://schemas.microsoft.com/office/drawing/2014/main" id="{70E0C7BC-7A50-47A5-8A77-6C007EE56BB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67" name="24-text-3">
            <a:extLst xmlns:a="http://schemas.openxmlformats.org/drawingml/2006/main">
              <a:ext uri="{FF2B5EF4-FFF2-40B4-BE49-F238E27FC236}">
                <a16:creationId xmlns:a16="http://schemas.microsoft.com/office/drawing/2014/main" id="{67E5D801-C68D-49CB-93F0-DA99959FFE8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68" name="24-text-4">
            <a:extLst xmlns:a="http://schemas.openxmlformats.org/drawingml/2006/main">
              <a:ext uri="{FF2B5EF4-FFF2-40B4-BE49-F238E27FC236}">
                <a16:creationId xmlns:a16="http://schemas.microsoft.com/office/drawing/2014/main" id="{377AB6F8-5318-4095-8F03-7C764BA0906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69" name="24-text-5">
            <a:extLst xmlns:a="http://schemas.openxmlformats.org/drawingml/2006/main">
              <a:ext uri="{FF2B5EF4-FFF2-40B4-BE49-F238E27FC236}">
                <a16:creationId xmlns:a16="http://schemas.microsoft.com/office/drawing/2014/main" id="{56771F84-21A9-4D85-86E9-E7C39745954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0" name="24-text-6">
            <a:extLst xmlns:a="http://schemas.openxmlformats.org/drawingml/2006/main">
              <a:ext uri="{FF2B5EF4-FFF2-40B4-BE49-F238E27FC236}">
                <a16:creationId xmlns:a16="http://schemas.microsoft.com/office/drawing/2014/main" id="{9BEC1B7B-A1A3-430E-81F2-CFF72BA815B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71" name="24-text-7">
            <a:extLst xmlns:a="http://schemas.openxmlformats.org/drawingml/2006/main">
              <a:ext uri="{FF2B5EF4-FFF2-40B4-BE49-F238E27FC236}">
                <a16:creationId xmlns:a16="http://schemas.microsoft.com/office/drawing/2014/main" id="{8E634898-3BB2-4A74-B802-C1C147B23A3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24-text-8">
            <a:extLst xmlns:a="http://schemas.openxmlformats.org/drawingml/2006/main">
              <a:ext uri="{FF2B5EF4-FFF2-40B4-BE49-F238E27FC236}">
                <a16:creationId xmlns:a16="http://schemas.microsoft.com/office/drawing/2014/main" id="{9C0F0DA0-D464-4C98-968D-2C236C1162B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73" name="narrative-number">
            <a:extLst xmlns:a="http://schemas.openxmlformats.org/drawingml/2006/main">
              <a:ext uri="{FF2B5EF4-FFF2-40B4-BE49-F238E27FC236}">
                <a16:creationId xmlns:a16="http://schemas.microsoft.com/office/drawing/2014/main" id="{C6F240A9-7BFF-4499-BA5A-937C5F7C93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283186360"/>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77E0A7F1-BB48-4D13-80A3-146AD9EA616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88" name="mini-map"/>
          <p:cNvPicPr>
            <a:picLocks xmlns:a="http://schemas.openxmlformats.org/drawingml/2006/main" noChangeAspect="1"/>
          </p:cNvPicPr>
          <p:nvPr/>
        </p:nvPicPr>
        <p:blipFill>
          <a:blip xmlns:r="http://schemas.openxmlformats.org/officeDocument/2006/relationships" xmlns:a="http://schemas.openxmlformats.org/drawingml/2006/main" r:embed="R6ce290ae9c8741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slide-title">
            <a:extLst xmlns:a="http://schemas.openxmlformats.org/drawingml/2006/main">
              <a:ext uri="{FF2B5EF4-FFF2-40B4-BE49-F238E27FC236}">
                <a16:creationId xmlns:a16="http://schemas.microsoft.com/office/drawing/2014/main" id="{1515DC9A-08E3-4178-93FA-ABDD8230EF7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77" name="header-divider">
            <a:extLst xmlns:a="http://schemas.openxmlformats.org/drawingml/2006/main">
              <a:ext uri="{FF2B5EF4-FFF2-40B4-BE49-F238E27FC236}">
                <a16:creationId xmlns:a16="http://schemas.microsoft.com/office/drawing/2014/main" id="{C225C848-4420-4233-910B-3AE6491CA0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8" name="25-text-1">
            <a:extLst xmlns:a="http://schemas.openxmlformats.org/drawingml/2006/main">
              <a:ext uri="{FF2B5EF4-FFF2-40B4-BE49-F238E27FC236}">
                <a16:creationId xmlns:a16="http://schemas.microsoft.com/office/drawing/2014/main" id="{6118404E-8E1D-444E-8505-2A4DDC271B2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79" name="25-text-2">
            <a:extLst xmlns:a="http://schemas.openxmlformats.org/drawingml/2006/main">
              <a:ext uri="{FF2B5EF4-FFF2-40B4-BE49-F238E27FC236}">
                <a16:creationId xmlns:a16="http://schemas.microsoft.com/office/drawing/2014/main" id="{2A0B9957-36CE-46A9-B69E-51BC2A1488E6}"/>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0" name="25-text-3">
            <a:extLst xmlns:a="http://schemas.openxmlformats.org/drawingml/2006/main">
              <a:ext uri="{FF2B5EF4-FFF2-40B4-BE49-F238E27FC236}">
                <a16:creationId xmlns:a16="http://schemas.microsoft.com/office/drawing/2014/main" id="{E3E649BF-1EA8-4A66-B598-B455A7EF0C74}"/>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94"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2" name="25-text-5">
            <a:extLst xmlns:a="http://schemas.openxmlformats.org/drawingml/2006/main">
              <a:ext uri="{FF2B5EF4-FFF2-40B4-BE49-F238E27FC236}">
                <a16:creationId xmlns:a16="http://schemas.microsoft.com/office/drawing/2014/main" id="{B221F81D-F62E-4CC7-ACBE-999B392C55AE}"/>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83" name="25-text-6">
            <a:extLst xmlns:a="http://schemas.openxmlformats.org/drawingml/2006/main">
              <a:ext uri="{FF2B5EF4-FFF2-40B4-BE49-F238E27FC236}">
                <a16:creationId xmlns:a16="http://schemas.microsoft.com/office/drawing/2014/main" id="{3E1F88CD-45EA-4914-942A-591E89FA1608}"/>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84" name="25-text-7">
            <a:extLst xmlns:a="http://schemas.openxmlformats.org/drawingml/2006/main">
              <a:ext uri="{FF2B5EF4-FFF2-40B4-BE49-F238E27FC236}">
                <a16:creationId xmlns:a16="http://schemas.microsoft.com/office/drawing/2014/main" id="{2144E8A2-ECB0-44EF-8457-66C87C310BAC}"/>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85" name="25-text-8">
            <a:extLst xmlns:a="http://schemas.openxmlformats.org/drawingml/2006/main">
              <a:ext uri="{FF2B5EF4-FFF2-40B4-BE49-F238E27FC236}">
                <a16:creationId xmlns:a16="http://schemas.microsoft.com/office/drawing/2014/main" id="{1A21D2DD-94B0-4E09-BBB3-279483E77978}"/>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86" name="narrative-number">
            <a:extLst xmlns:a="http://schemas.openxmlformats.org/drawingml/2006/main">
              <a:ext uri="{FF2B5EF4-FFF2-40B4-BE49-F238E27FC236}">
                <a16:creationId xmlns:a16="http://schemas.microsoft.com/office/drawing/2014/main" id="{B1806201-66D6-4FF6-A54A-C87E5421CD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770226984"/>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7" name="!!area-name">
            <a:extLst xmlns:a="http://schemas.openxmlformats.org/drawingml/2006/main">
              <a:ext uri="{FF2B5EF4-FFF2-40B4-BE49-F238E27FC236}">
                <a16:creationId xmlns:a16="http://schemas.microsoft.com/office/drawing/2014/main" id="{844E2B36-B764-491B-B235-1796671B57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7c97d4ffa5134a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9" name="header-divider">
            <a:extLst xmlns:a="http://schemas.openxmlformats.org/drawingml/2006/main">
              <a:ext uri="{FF2B5EF4-FFF2-40B4-BE49-F238E27FC236}">
                <a16:creationId xmlns:a16="http://schemas.microsoft.com/office/drawing/2014/main" id="{72FCB2E1-DA8B-491A-99A0-6E808B63D7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0" name="26-text-1">
            <a:extLst xmlns:a="http://schemas.openxmlformats.org/drawingml/2006/main">
              <a:ext uri="{FF2B5EF4-FFF2-40B4-BE49-F238E27FC236}">
                <a16:creationId xmlns:a16="http://schemas.microsoft.com/office/drawing/2014/main" id="{5CFAC382-5976-493B-A2F3-85C7023444A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1" name="26-text-2">
            <a:extLst xmlns:a="http://schemas.openxmlformats.org/drawingml/2006/main">
              <a:ext uri="{FF2B5EF4-FFF2-40B4-BE49-F238E27FC236}">
                <a16:creationId xmlns:a16="http://schemas.microsoft.com/office/drawing/2014/main" id="{F14D639D-655E-4E20-9D03-33CF00E64E7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2" name="26-text-3">
            <a:extLst xmlns:a="http://schemas.openxmlformats.org/drawingml/2006/main">
              <a:ext uri="{FF2B5EF4-FFF2-40B4-BE49-F238E27FC236}">
                <a16:creationId xmlns:a16="http://schemas.microsoft.com/office/drawing/2014/main" id="{C83D7828-B470-4A5E-AFCB-9DD603037BD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1" name="26-image-4"/>
          <p:cNvPicPr>
            <a:picLocks xmlns:a="http://schemas.openxmlformats.org/drawingml/2006/main" noChangeAspect="1"/>
          </p:cNvPicPr>
          <p:nvPr/>
        </p:nvPicPr>
        <p:blipFill>
          <a:blip xmlns:r="http://schemas.openxmlformats.org/officeDocument/2006/relationships" xmlns:a="http://schemas.openxmlformats.org/drawingml/2006/main" r:embed="Re1ff69416ccf468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4" name="narrative-number">
            <a:extLst xmlns:a="http://schemas.openxmlformats.org/drawingml/2006/main">
              <a:ext uri="{FF2B5EF4-FFF2-40B4-BE49-F238E27FC236}">
                <a16:creationId xmlns:a16="http://schemas.microsoft.com/office/drawing/2014/main" id="{A92AEEE7-E3B6-4F78-9EFB-DDF228FE82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33032819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7D5A11AD-E948-4423-A197-758D25E280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a9a4aa920cd5466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8B59E337-8894-4A2E-AA1D-5A95E7C60C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98" name="header-divider">
            <a:extLst xmlns:a="http://schemas.openxmlformats.org/drawingml/2006/main">
              <a:ext uri="{FF2B5EF4-FFF2-40B4-BE49-F238E27FC236}">
                <a16:creationId xmlns:a16="http://schemas.microsoft.com/office/drawing/2014/main" id="{C59D37EB-B7FA-487F-A5BE-5A4ED29C8D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7-text-1">
            <a:extLst xmlns:a="http://schemas.openxmlformats.org/drawingml/2006/main">
              <a:ext uri="{FF2B5EF4-FFF2-40B4-BE49-F238E27FC236}">
                <a16:creationId xmlns:a16="http://schemas.microsoft.com/office/drawing/2014/main" id="{EE1E9084-E447-4FE2-BEDD-A50E56E72472}"/>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0" name="27-text-2">
            <a:extLst xmlns:a="http://schemas.openxmlformats.org/drawingml/2006/main">
              <a:ext uri="{FF2B5EF4-FFF2-40B4-BE49-F238E27FC236}">
                <a16:creationId xmlns:a16="http://schemas.microsoft.com/office/drawing/2014/main" id="{98883FC7-0B23-4841-BE1C-709B4633D246}"/>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1" name="27-text-3">
            <a:extLst xmlns:a="http://schemas.openxmlformats.org/drawingml/2006/main">
              <a:ext uri="{FF2B5EF4-FFF2-40B4-BE49-F238E27FC236}">
                <a16:creationId xmlns:a16="http://schemas.microsoft.com/office/drawing/2014/main" id="{6F0533C6-0BAD-4A8D-90DD-15AFBAB97548}"/>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2" name="27-text-4">
            <a:extLst xmlns:a="http://schemas.openxmlformats.org/drawingml/2006/main">
              <a:ext uri="{FF2B5EF4-FFF2-40B4-BE49-F238E27FC236}">
                <a16:creationId xmlns:a16="http://schemas.microsoft.com/office/drawing/2014/main" id="{35EB2577-274C-4B8A-A900-3E01B5BF9C94}"/>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03" name="27-text-5">
            <a:extLst xmlns:a="http://schemas.openxmlformats.org/drawingml/2006/main">
              <a:ext uri="{FF2B5EF4-FFF2-40B4-BE49-F238E27FC236}">
                <a16:creationId xmlns:a16="http://schemas.microsoft.com/office/drawing/2014/main" id="{C54D0DBF-76F0-4842-9038-5309F4D8337C}"/>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04" name="27-text-6">
            <a:extLst xmlns:a="http://schemas.openxmlformats.org/drawingml/2006/main">
              <a:ext uri="{FF2B5EF4-FFF2-40B4-BE49-F238E27FC236}">
                <a16:creationId xmlns:a16="http://schemas.microsoft.com/office/drawing/2014/main" id="{D6B60FBC-0190-430D-AC79-84924023079D}"/>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05" name="27-text-7">
            <a:extLst xmlns:a="http://schemas.openxmlformats.org/drawingml/2006/main">
              <a:ext uri="{FF2B5EF4-FFF2-40B4-BE49-F238E27FC236}">
                <a16:creationId xmlns:a16="http://schemas.microsoft.com/office/drawing/2014/main" id="{5393692A-4CFD-41B9-B0C7-92365C4161AB}"/>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06" name="27-text-8">
            <a:extLst xmlns:a="http://schemas.openxmlformats.org/drawingml/2006/main">
              <a:ext uri="{FF2B5EF4-FFF2-40B4-BE49-F238E27FC236}">
                <a16:creationId xmlns:a16="http://schemas.microsoft.com/office/drawing/2014/main" id="{0165D443-9C19-498C-9B99-FDB5C4F054D3}"/>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07" name="27-text-9">
            <a:extLst xmlns:a="http://schemas.openxmlformats.org/drawingml/2006/main">
              <a:ext uri="{FF2B5EF4-FFF2-40B4-BE49-F238E27FC236}">
                <a16:creationId xmlns:a16="http://schemas.microsoft.com/office/drawing/2014/main" id="{A6F82C44-C20B-436C-B36E-B818A0B732FE}"/>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08" name="27-line-11">
            <a:extLst xmlns:a="http://schemas.openxmlformats.org/drawingml/2006/main">
              <a:ext uri="{FF2B5EF4-FFF2-40B4-BE49-F238E27FC236}">
                <a16:creationId xmlns:a16="http://schemas.microsoft.com/office/drawing/2014/main" id="{0A5082A4-3CE7-4C47-8C01-23722FD28909}"/>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9" name="27-line-13">
            <a:extLst xmlns:a="http://schemas.openxmlformats.org/drawingml/2006/main">
              <a:ext uri="{FF2B5EF4-FFF2-40B4-BE49-F238E27FC236}">
                <a16:creationId xmlns:a16="http://schemas.microsoft.com/office/drawing/2014/main" id="{A86F3B0D-BC2B-4708-B8AF-2C8727FC50A4}"/>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0" name="27-line-15">
            <a:extLst xmlns:a="http://schemas.openxmlformats.org/drawingml/2006/main">
              <a:ext uri="{FF2B5EF4-FFF2-40B4-BE49-F238E27FC236}">
                <a16:creationId xmlns:a16="http://schemas.microsoft.com/office/drawing/2014/main" id="{37127580-BC98-4C5B-BC8F-8385D96DC208}"/>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1" name="27-line-17">
            <a:extLst xmlns:a="http://schemas.openxmlformats.org/drawingml/2006/main">
              <a:ext uri="{FF2B5EF4-FFF2-40B4-BE49-F238E27FC236}">
                <a16:creationId xmlns:a16="http://schemas.microsoft.com/office/drawing/2014/main" id="{14A3BA12-120A-4696-AA65-8E6D40466302}"/>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2" name="27-line-19">
            <a:extLst xmlns:a="http://schemas.openxmlformats.org/drawingml/2006/main">
              <a:ext uri="{FF2B5EF4-FFF2-40B4-BE49-F238E27FC236}">
                <a16:creationId xmlns:a16="http://schemas.microsoft.com/office/drawing/2014/main" id="{5D49012B-09A9-431A-B425-5816E35C995B}"/>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inspect-stage">
            <a:extLst xmlns:a="http://schemas.openxmlformats.org/drawingml/2006/main">
              <a:ext uri="{FF2B5EF4-FFF2-40B4-BE49-F238E27FC236}">
                <a16:creationId xmlns:a16="http://schemas.microsoft.com/office/drawing/2014/main" id="{DEEFE81D-E3EE-408F-8E6F-1CA3D524DEE9}"/>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4" name="27-line-21">
            <a:extLst xmlns:a="http://schemas.openxmlformats.org/drawingml/2006/main">
              <a:ext uri="{FF2B5EF4-FFF2-40B4-BE49-F238E27FC236}">
                <a16:creationId xmlns:a16="http://schemas.microsoft.com/office/drawing/2014/main" id="{77F831F8-10E7-4493-982D-FC90DC955C68}"/>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15" name="bounded-agent-loop">
            <a:extLst xmlns:a="http://schemas.openxmlformats.org/drawingml/2006/main">
              <a:ext uri="{FF2B5EF4-FFF2-40B4-BE49-F238E27FC236}">
                <a16:creationId xmlns:a16="http://schemas.microsoft.com/office/drawing/2014/main" id="{6F14C9F5-A9D5-4FF5-8EBC-928ADB01588B}"/>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6" name="27-text-22">
            <a:extLst xmlns:a="http://schemas.openxmlformats.org/drawingml/2006/main">
              <a:ext uri="{FF2B5EF4-FFF2-40B4-BE49-F238E27FC236}">
                <a16:creationId xmlns:a16="http://schemas.microsoft.com/office/drawing/2014/main" id="{B60F6E42-735B-4783-AEBA-33971C6C7959}"/>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17" name="27-text-23">
            <a:extLst xmlns:a="http://schemas.openxmlformats.org/drawingml/2006/main">
              <a:ext uri="{FF2B5EF4-FFF2-40B4-BE49-F238E27FC236}">
                <a16:creationId xmlns:a16="http://schemas.microsoft.com/office/drawing/2014/main" id="{61EF9E04-238B-4C4D-841C-5B8E7903D7C2}"/>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18" name="27-text-24">
            <a:extLst xmlns:a="http://schemas.openxmlformats.org/drawingml/2006/main">
              <a:ext uri="{FF2B5EF4-FFF2-40B4-BE49-F238E27FC236}">
                <a16:creationId xmlns:a16="http://schemas.microsoft.com/office/drawing/2014/main" id="{F224DEA4-EB99-40D7-A659-9B1093CB0D2F}"/>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text-25">
            <a:extLst xmlns:a="http://schemas.openxmlformats.org/drawingml/2006/main">
              <a:ext uri="{FF2B5EF4-FFF2-40B4-BE49-F238E27FC236}">
                <a16:creationId xmlns:a16="http://schemas.microsoft.com/office/drawing/2014/main" id="{65B003E0-1F31-4C3C-B7C8-AB72AE48A61A}"/>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0" name="27-text-26">
            <a:extLst xmlns:a="http://schemas.openxmlformats.org/drawingml/2006/main">
              <a:ext uri="{FF2B5EF4-FFF2-40B4-BE49-F238E27FC236}">
                <a16:creationId xmlns:a16="http://schemas.microsoft.com/office/drawing/2014/main" id="{FD2885C0-5B70-4D10-BD79-428CCE710E41}"/>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1" name="27-text-27">
            <a:extLst xmlns:a="http://schemas.openxmlformats.org/drawingml/2006/main">
              <a:ext uri="{FF2B5EF4-FFF2-40B4-BE49-F238E27FC236}">
                <a16:creationId xmlns:a16="http://schemas.microsoft.com/office/drawing/2014/main" id="{C0D08C24-FB21-4CFA-BCEE-CC36485A0E97}"/>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2" name="27-line-29">
            <a:extLst xmlns:a="http://schemas.openxmlformats.org/drawingml/2006/main">
              <a:ext uri="{FF2B5EF4-FFF2-40B4-BE49-F238E27FC236}">
                <a16:creationId xmlns:a16="http://schemas.microsoft.com/office/drawing/2014/main" id="{D7944280-C4B9-4A6B-9586-EBCB6409B8A6}"/>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31">
            <a:extLst xmlns:a="http://schemas.openxmlformats.org/drawingml/2006/main">
              <a:ext uri="{FF2B5EF4-FFF2-40B4-BE49-F238E27FC236}">
                <a16:creationId xmlns:a16="http://schemas.microsoft.com/office/drawing/2014/main" id="{CD1D742C-3A60-4B48-B568-AD0D68ED9694}"/>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27-line-33">
            <a:extLst xmlns:a="http://schemas.openxmlformats.org/drawingml/2006/main">
              <a:ext uri="{FF2B5EF4-FFF2-40B4-BE49-F238E27FC236}">
                <a16:creationId xmlns:a16="http://schemas.microsoft.com/office/drawing/2014/main" id="{7D968CCC-6BCD-4C7D-9990-FF678827089A}"/>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35">
            <a:extLst xmlns:a="http://schemas.openxmlformats.org/drawingml/2006/main">
              <a:ext uri="{FF2B5EF4-FFF2-40B4-BE49-F238E27FC236}">
                <a16:creationId xmlns:a16="http://schemas.microsoft.com/office/drawing/2014/main" id="{D332D8D0-B34B-4351-8CE6-8E33B2E73E87}"/>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6" name="27-line-37">
            <a:extLst xmlns:a="http://schemas.openxmlformats.org/drawingml/2006/main">
              <a:ext uri="{FF2B5EF4-FFF2-40B4-BE49-F238E27FC236}">
                <a16:creationId xmlns:a16="http://schemas.microsoft.com/office/drawing/2014/main" id="{F505E303-C389-477E-8700-70582FB65E27}"/>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7" name="27-line-39">
            <a:extLst xmlns:a="http://schemas.openxmlformats.org/drawingml/2006/main">
              <a:ext uri="{FF2B5EF4-FFF2-40B4-BE49-F238E27FC236}">
                <a16:creationId xmlns:a16="http://schemas.microsoft.com/office/drawing/2014/main" id="{B18DBCC6-CED8-4E74-90CE-DD21C8303E88}"/>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8" name="27-text-40">
            <a:extLst xmlns:a="http://schemas.openxmlformats.org/drawingml/2006/main">
              <a:ext uri="{FF2B5EF4-FFF2-40B4-BE49-F238E27FC236}">
                <a16:creationId xmlns:a16="http://schemas.microsoft.com/office/drawing/2014/main" id="{03A12F72-87E9-45A6-B6D4-7593A64F6E60}"/>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29" name="27-text-41">
            <a:extLst xmlns:a="http://schemas.openxmlformats.org/drawingml/2006/main">
              <a:ext uri="{FF2B5EF4-FFF2-40B4-BE49-F238E27FC236}">
                <a16:creationId xmlns:a16="http://schemas.microsoft.com/office/drawing/2014/main" id="{5D53318C-0682-4D13-91CC-1E597DDCF2D1}"/>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0" name="narrative-number">
            <a:extLst xmlns:a="http://schemas.openxmlformats.org/drawingml/2006/main">
              <a:ext uri="{FF2B5EF4-FFF2-40B4-BE49-F238E27FC236}">
                <a16:creationId xmlns:a16="http://schemas.microsoft.com/office/drawing/2014/main" id="{905E65CB-CDEF-4276-8DD8-A5524D1C668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68852606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ABF8FDCE-2401-4133-A388-1431A5B44E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45" name="mini-map"/>
          <p:cNvPicPr>
            <a:picLocks xmlns:a="http://schemas.openxmlformats.org/drawingml/2006/main" noChangeAspect="1"/>
          </p:cNvPicPr>
          <p:nvPr/>
        </p:nvPicPr>
        <p:blipFill>
          <a:blip xmlns:r="http://schemas.openxmlformats.org/officeDocument/2006/relationships" xmlns:a="http://schemas.openxmlformats.org/drawingml/2006/main" r:embed="Rf1854143d4284a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03E53C05-3691-4569-92DD-0AAF953813A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34" name="header-divider">
            <a:extLst xmlns:a="http://schemas.openxmlformats.org/drawingml/2006/main">
              <a:ext uri="{FF2B5EF4-FFF2-40B4-BE49-F238E27FC236}">
                <a16:creationId xmlns:a16="http://schemas.microsoft.com/office/drawing/2014/main" id="{18951D1E-8234-41C9-90CD-185B37AAA2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28-text-1">
            <a:extLst xmlns:a="http://schemas.openxmlformats.org/drawingml/2006/main">
              <a:ext uri="{FF2B5EF4-FFF2-40B4-BE49-F238E27FC236}">
                <a16:creationId xmlns:a16="http://schemas.microsoft.com/office/drawing/2014/main" id="{8AEC6C63-3833-4679-964D-A8E8BAF2A78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36" name="28-text-2">
            <a:extLst xmlns:a="http://schemas.openxmlformats.org/drawingml/2006/main">
              <a:ext uri="{FF2B5EF4-FFF2-40B4-BE49-F238E27FC236}">
                <a16:creationId xmlns:a16="http://schemas.microsoft.com/office/drawing/2014/main" id="{F64741BE-06E5-4C7E-B94B-934B9985629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37" name="28-text-3">
            <a:extLst xmlns:a="http://schemas.openxmlformats.org/drawingml/2006/main">
              <a:ext uri="{FF2B5EF4-FFF2-40B4-BE49-F238E27FC236}">
                <a16:creationId xmlns:a16="http://schemas.microsoft.com/office/drawing/2014/main" id="{CC7435BA-3962-4175-88D6-84B1EB19F8EA}"/>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8" name="28-text-4">
            <a:extLst xmlns:a="http://schemas.openxmlformats.org/drawingml/2006/main">
              <a:ext uri="{FF2B5EF4-FFF2-40B4-BE49-F238E27FC236}">
                <a16:creationId xmlns:a16="http://schemas.microsoft.com/office/drawing/2014/main" id="{4A54875F-CBE0-4965-8998-3147EFC02A98}"/>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39" name="28-text-5">
            <a:extLst xmlns:a="http://schemas.openxmlformats.org/drawingml/2006/main">
              <a:ext uri="{FF2B5EF4-FFF2-40B4-BE49-F238E27FC236}">
                <a16:creationId xmlns:a16="http://schemas.microsoft.com/office/drawing/2014/main" id="{44B41354-CE6F-4EC1-A87E-80DA8D284FBE}"/>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0" name="28-text-6">
            <a:extLst xmlns:a="http://schemas.openxmlformats.org/drawingml/2006/main">
              <a:ext uri="{FF2B5EF4-FFF2-40B4-BE49-F238E27FC236}">
                <a16:creationId xmlns:a16="http://schemas.microsoft.com/office/drawing/2014/main" id="{B3855A97-2F57-4641-B4CF-D61AB979A0F4}"/>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1" name="28-text-7">
            <a:extLst xmlns:a="http://schemas.openxmlformats.org/drawingml/2006/main">
              <a:ext uri="{FF2B5EF4-FFF2-40B4-BE49-F238E27FC236}">
                <a16:creationId xmlns:a16="http://schemas.microsoft.com/office/drawing/2014/main" id="{729380E2-3024-4F30-A74C-CC3D917FC80B}"/>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2" name="28-text-8">
            <a:extLst xmlns:a="http://schemas.openxmlformats.org/drawingml/2006/main">
              <a:ext uri="{FF2B5EF4-FFF2-40B4-BE49-F238E27FC236}">
                <a16:creationId xmlns:a16="http://schemas.microsoft.com/office/drawing/2014/main" id="{28F6A080-792A-4F7D-8C30-2A606BEE5209}"/>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43" name="narrative-number">
            <a:extLst xmlns:a="http://schemas.openxmlformats.org/drawingml/2006/main">
              <a:ext uri="{FF2B5EF4-FFF2-40B4-BE49-F238E27FC236}">
                <a16:creationId xmlns:a16="http://schemas.microsoft.com/office/drawing/2014/main" id="{846A48E4-75E3-4FEB-92C1-4D06492682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403856779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4" name="!!area-name">
            <a:extLst xmlns:a="http://schemas.openxmlformats.org/drawingml/2006/main">
              <a:ext uri="{FF2B5EF4-FFF2-40B4-BE49-F238E27FC236}">
                <a16:creationId xmlns:a16="http://schemas.microsoft.com/office/drawing/2014/main" id="{346FD504-E9E5-4605-82E6-B2C4FD6B2E4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e33fb530bedf429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6" name="slide-title">
            <a:extLst xmlns:a="http://schemas.openxmlformats.org/drawingml/2006/main">
              <a:ext uri="{FF2B5EF4-FFF2-40B4-BE49-F238E27FC236}">
                <a16:creationId xmlns:a16="http://schemas.microsoft.com/office/drawing/2014/main" id="{C582F454-D673-4664-8444-C52A5CCA75A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7" name="header-divider">
            <a:extLst xmlns:a="http://schemas.openxmlformats.org/drawingml/2006/main">
              <a:ext uri="{FF2B5EF4-FFF2-40B4-BE49-F238E27FC236}">
                <a16:creationId xmlns:a16="http://schemas.microsoft.com/office/drawing/2014/main" id="{4B130F2B-75EF-4C14-83F6-AC95DD3055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8" name="29-text-1">
            <a:extLst xmlns:a="http://schemas.openxmlformats.org/drawingml/2006/main">
              <a:ext uri="{FF2B5EF4-FFF2-40B4-BE49-F238E27FC236}">
                <a16:creationId xmlns:a16="http://schemas.microsoft.com/office/drawing/2014/main" id="{5384FB86-8041-456A-9CDA-4CE71EE1687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49" name="29-text-2">
            <a:extLst xmlns:a="http://schemas.openxmlformats.org/drawingml/2006/main">
              <a:ext uri="{FF2B5EF4-FFF2-40B4-BE49-F238E27FC236}">
                <a16:creationId xmlns:a16="http://schemas.microsoft.com/office/drawing/2014/main" id="{96CE52E0-070E-43F9-AFE7-127118228ED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0" name="29-text-3">
            <a:extLst xmlns:a="http://schemas.openxmlformats.org/drawingml/2006/main">
              <a:ext uri="{FF2B5EF4-FFF2-40B4-BE49-F238E27FC236}">
                <a16:creationId xmlns:a16="http://schemas.microsoft.com/office/drawing/2014/main" id="{19FFA11E-67CF-4C4C-9845-C7320B1609B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1" name="29-text-4">
            <a:extLst xmlns:a="http://schemas.openxmlformats.org/drawingml/2006/main">
              <a:ext uri="{FF2B5EF4-FFF2-40B4-BE49-F238E27FC236}">
                <a16:creationId xmlns:a16="http://schemas.microsoft.com/office/drawing/2014/main" id="{261A752F-8877-4579-B9B1-E459F1984E6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2" name="29-text-5">
            <a:extLst xmlns:a="http://schemas.openxmlformats.org/drawingml/2006/main">
              <a:ext uri="{FF2B5EF4-FFF2-40B4-BE49-F238E27FC236}">
                <a16:creationId xmlns:a16="http://schemas.microsoft.com/office/drawing/2014/main" id="{8C0C459F-6506-4B02-A4E5-AE2BFF69FCF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3" name="29-text-6">
            <a:extLst xmlns:a="http://schemas.openxmlformats.org/drawingml/2006/main">
              <a:ext uri="{FF2B5EF4-FFF2-40B4-BE49-F238E27FC236}">
                <a16:creationId xmlns:a16="http://schemas.microsoft.com/office/drawing/2014/main" id="{52C34D53-8872-479E-8F2D-478DE368669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54" name="29-text-7">
            <a:extLst xmlns:a="http://schemas.openxmlformats.org/drawingml/2006/main">
              <a:ext uri="{FF2B5EF4-FFF2-40B4-BE49-F238E27FC236}">
                <a16:creationId xmlns:a16="http://schemas.microsoft.com/office/drawing/2014/main" id="{CA134EC2-A617-47AE-B30A-1B53FAB052D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55" name="29-text-8">
            <a:extLst xmlns:a="http://schemas.openxmlformats.org/drawingml/2006/main">
              <a:ext uri="{FF2B5EF4-FFF2-40B4-BE49-F238E27FC236}">
                <a16:creationId xmlns:a16="http://schemas.microsoft.com/office/drawing/2014/main" id="{0E70985D-2F03-4F09-B4B6-9920B8D7AB8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56" name="narrative-number">
            <a:extLst xmlns:a="http://schemas.openxmlformats.org/drawingml/2006/main">
              <a:ext uri="{FF2B5EF4-FFF2-40B4-BE49-F238E27FC236}">
                <a16:creationId xmlns:a16="http://schemas.microsoft.com/office/drawing/2014/main" id="{B2C5CE9B-5A65-4B81-A462-267163FC166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375826954"/>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30BDFFC1-CD53-44DA-9F47-348E682582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3fe53c2f4ac241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C48E6F8B-6CC5-4088-83C7-01DFFE746C4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0" name="header-divider">
            <a:extLst xmlns:a="http://schemas.openxmlformats.org/drawingml/2006/main">
              <a:ext uri="{FF2B5EF4-FFF2-40B4-BE49-F238E27FC236}">
                <a16:creationId xmlns:a16="http://schemas.microsoft.com/office/drawing/2014/main" id="{64C1917E-A392-45B2-A15A-675D50EE2A2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0-text-1">
            <a:extLst xmlns:a="http://schemas.openxmlformats.org/drawingml/2006/main">
              <a:ext uri="{FF2B5EF4-FFF2-40B4-BE49-F238E27FC236}">
                <a16:creationId xmlns:a16="http://schemas.microsoft.com/office/drawing/2014/main" id="{922F17FD-F915-46B4-B2F6-23B9AFCA5D5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2" name="30-text-2">
            <a:extLst xmlns:a="http://schemas.openxmlformats.org/drawingml/2006/main">
              <a:ext uri="{FF2B5EF4-FFF2-40B4-BE49-F238E27FC236}">
                <a16:creationId xmlns:a16="http://schemas.microsoft.com/office/drawing/2014/main" id="{E722A3F6-B3A3-47CA-8A66-D83AC5814654}"/>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3" name="30-text-3">
            <a:extLst xmlns:a="http://schemas.openxmlformats.org/drawingml/2006/main">
              <a:ext uri="{FF2B5EF4-FFF2-40B4-BE49-F238E27FC236}">
                <a16:creationId xmlns:a16="http://schemas.microsoft.com/office/drawing/2014/main" id="{A3C28227-34CA-4DEB-BB5C-0DE87BB721D8}"/>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4" name="30-text-4">
            <a:extLst xmlns:a="http://schemas.openxmlformats.org/drawingml/2006/main">
              <a:ext uri="{FF2B5EF4-FFF2-40B4-BE49-F238E27FC236}">
                <a16:creationId xmlns:a16="http://schemas.microsoft.com/office/drawing/2014/main" id="{E64DAC2F-12B1-4E31-9742-E3B0379B5359}"/>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65" name="30-text-5">
            <a:extLst xmlns:a="http://schemas.openxmlformats.org/drawingml/2006/main">
              <a:ext uri="{FF2B5EF4-FFF2-40B4-BE49-F238E27FC236}">
                <a16:creationId xmlns:a16="http://schemas.microsoft.com/office/drawing/2014/main" id="{DA1091C9-2B3A-41AC-97E7-3C8768D5166B}"/>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66" name="30-line-7">
            <a:extLst xmlns:a="http://schemas.openxmlformats.org/drawingml/2006/main">
              <a:ext uri="{FF2B5EF4-FFF2-40B4-BE49-F238E27FC236}">
                <a16:creationId xmlns:a16="http://schemas.microsoft.com/office/drawing/2014/main" id="{515F0D13-E814-4DE3-B54D-15BC22116047}"/>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7" name="30-text-8">
            <a:extLst xmlns:a="http://schemas.openxmlformats.org/drawingml/2006/main">
              <a:ext uri="{FF2B5EF4-FFF2-40B4-BE49-F238E27FC236}">
                <a16:creationId xmlns:a16="http://schemas.microsoft.com/office/drawing/2014/main" id="{EC8EE41E-B0AC-4ED6-BE4E-FE5DA16D6E3E}"/>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8" name="30-text-9">
            <a:extLst xmlns:a="http://schemas.openxmlformats.org/drawingml/2006/main">
              <a:ext uri="{FF2B5EF4-FFF2-40B4-BE49-F238E27FC236}">
                <a16:creationId xmlns:a16="http://schemas.microsoft.com/office/drawing/2014/main" id="{1BC0E804-7CED-4264-B287-72DB5E406BB8}"/>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9" name="30-line-11">
            <a:extLst xmlns:a="http://schemas.openxmlformats.org/drawingml/2006/main">
              <a:ext uri="{FF2B5EF4-FFF2-40B4-BE49-F238E27FC236}">
                <a16:creationId xmlns:a16="http://schemas.microsoft.com/office/drawing/2014/main" id="{9DA28339-A14F-4F24-9109-B16E23119C6E}"/>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0" name="30-line-13">
            <a:extLst xmlns:a="http://schemas.openxmlformats.org/drawingml/2006/main">
              <a:ext uri="{FF2B5EF4-FFF2-40B4-BE49-F238E27FC236}">
                <a16:creationId xmlns:a16="http://schemas.microsoft.com/office/drawing/2014/main" id="{CFDB60A0-65AE-43AB-994E-5311C743140C}"/>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1" name="30-line-15">
            <a:extLst xmlns:a="http://schemas.openxmlformats.org/drawingml/2006/main">
              <a:ext uri="{FF2B5EF4-FFF2-40B4-BE49-F238E27FC236}">
                <a16:creationId xmlns:a16="http://schemas.microsoft.com/office/drawing/2014/main" id="{5ED68DEB-9AA2-4852-800F-38ECB8496FA8}"/>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2" name="30-line-17">
            <a:extLst xmlns:a="http://schemas.openxmlformats.org/drawingml/2006/main">
              <a:ext uri="{FF2B5EF4-FFF2-40B4-BE49-F238E27FC236}">
                <a16:creationId xmlns:a16="http://schemas.microsoft.com/office/drawing/2014/main" id="{F1E55A56-080D-4655-AE3D-6D978646BE5B}"/>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3" name="30-text-18">
            <a:extLst xmlns:a="http://schemas.openxmlformats.org/drawingml/2006/main">
              <a:ext uri="{FF2B5EF4-FFF2-40B4-BE49-F238E27FC236}">
                <a16:creationId xmlns:a16="http://schemas.microsoft.com/office/drawing/2014/main" id="{F1DED939-319B-40AD-8237-460CFD1A26FA}"/>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4" name="30-text-19">
            <a:extLst xmlns:a="http://schemas.openxmlformats.org/drawingml/2006/main">
              <a:ext uri="{FF2B5EF4-FFF2-40B4-BE49-F238E27FC236}">
                <a16:creationId xmlns:a16="http://schemas.microsoft.com/office/drawing/2014/main" id="{EEF13DAF-970F-42B8-B76E-69E6209AE8A8}"/>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75" name="30-line-21">
            <a:extLst xmlns:a="http://schemas.openxmlformats.org/drawingml/2006/main">
              <a:ext uri="{FF2B5EF4-FFF2-40B4-BE49-F238E27FC236}">
                <a16:creationId xmlns:a16="http://schemas.microsoft.com/office/drawing/2014/main" id="{350A1473-1668-4101-AF53-E46F1FC99CAC}"/>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text-22">
            <a:extLst xmlns:a="http://schemas.openxmlformats.org/drawingml/2006/main">
              <a:ext uri="{FF2B5EF4-FFF2-40B4-BE49-F238E27FC236}">
                <a16:creationId xmlns:a16="http://schemas.microsoft.com/office/drawing/2014/main" id="{4B15F0DE-4791-405A-A661-77D7B7427255}"/>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7" name="30-text-23">
            <a:extLst xmlns:a="http://schemas.openxmlformats.org/drawingml/2006/main">
              <a:ext uri="{FF2B5EF4-FFF2-40B4-BE49-F238E27FC236}">
                <a16:creationId xmlns:a16="http://schemas.microsoft.com/office/drawing/2014/main" id="{4F270C3E-41C1-413D-A8FC-0801BBCA4339}"/>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8" name="30-text-24">
            <a:extLst xmlns:a="http://schemas.openxmlformats.org/drawingml/2006/main">
              <a:ext uri="{FF2B5EF4-FFF2-40B4-BE49-F238E27FC236}">
                <a16:creationId xmlns:a16="http://schemas.microsoft.com/office/drawing/2014/main" id="{CF3047F2-5E8C-4689-ACD8-0C48C216E97B}"/>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9" name="narrative-number">
            <a:extLst xmlns:a="http://schemas.openxmlformats.org/drawingml/2006/main">
              <a:ext uri="{FF2B5EF4-FFF2-40B4-BE49-F238E27FC236}">
                <a16:creationId xmlns:a16="http://schemas.microsoft.com/office/drawing/2014/main" id="{D9CB1249-1348-499C-A93F-29CB52F8E7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067417299"/>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4FF0A82F-C975-46C8-8D87-785ACC3A231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9" name="mini-map"/>
          <p:cNvPicPr>
            <a:picLocks xmlns:a="http://schemas.openxmlformats.org/drawingml/2006/main" noChangeAspect="1"/>
          </p:cNvPicPr>
          <p:nvPr/>
        </p:nvPicPr>
        <p:blipFill>
          <a:blip xmlns:r="http://schemas.openxmlformats.org/officeDocument/2006/relationships" xmlns:a="http://schemas.openxmlformats.org/drawingml/2006/main" r:embed="R9e2d876e603b4e6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header-divider">
            <a:extLst xmlns:a="http://schemas.openxmlformats.org/drawingml/2006/main">
              <a:ext uri="{FF2B5EF4-FFF2-40B4-BE49-F238E27FC236}">
                <a16:creationId xmlns:a16="http://schemas.microsoft.com/office/drawing/2014/main" id="{28926E80-1A38-4971-87EE-FADD374E98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31-text-1">
            <a:extLst xmlns:a="http://schemas.openxmlformats.org/drawingml/2006/main">
              <a:ext uri="{FF2B5EF4-FFF2-40B4-BE49-F238E27FC236}">
                <a16:creationId xmlns:a16="http://schemas.microsoft.com/office/drawing/2014/main" id="{27E587D5-0CCC-405A-B33C-ACDA1FECC2B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4" name="31-text-2">
            <a:extLst xmlns:a="http://schemas.openxmlformats.org/drawingml/2006/main">
              <a:ext uri="{FF2B5EF4-FFF2-40B4-BE49-F238E27FC236}">
                <a16:creationId xmlns:a16="http://schemas.microsoft.com/office/drawing/2014/main" id="{58245F2E-9DDF-4F2F-81DA-CEFB4D4EFC3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85" name="31-text-3">
            <a:extLst xmlns:a="http://schemas.openxmlformats.org/drawingml/2006/main">
              <a:ext uri="{FF2B5EF4-FFF2-40B4-BE49-F238E27FC236}">
                <a16:creationId xmlns:a16="http://schemas.microsoft.com/office/drawing/2014/main" id="{C29405DD-36BC-4B93-9176-089C9E14F5B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4" name="31-image-4"/>
          <p:cNvPicPr>
            <a:picLocks xmlns:a="http://schemas.openxmlformats.org/drawingml/2006/main" noChangeAspect="1"/>
          </p:cNvPicPr>
          <p:nvPr/>
        </p:nvPicPr>
        <p:blipFill>
          <a:blip xmlns:r="http://schemas.openxmlformats.org/officeDocument/2006/relationships" xmlns:a="http://schemas.openxmlformats.org/drawingml/2006/main" r:embed="R5234981b5f75451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7" name="narrative-number">
            <a:extLst xmlns:a="http://schemas.openxmlformats.org/drawingml/2006/main">
              <a:ext uri="{FF2B5EF4-FFF2-40B4-BE49-F238E27FC236}">
                <a16:creationId xmlns:a16="http://schemas.microsoft.com/office/drawing/2014/main" id="{6D2A0916-B0ED-49BB-8F5B-F7110A0C3F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751061736"/>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area-name">
            <a:extLst xmlns:a="http://schemas.openxmlformats.org/drawingml/2006/main">
              <a:ext uri="{FF2B5EF4-FFF2-40B4-BE49-F238E27FC236}">
                <a16:creationId xmlns:a16="http://schemas.microsoft.com/office/drawing/2014/main" id="{3498454E-33F1-4DA6-9B45-8E3402CBDA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05" name="mini-map"/>
          <p:cNvPicPr>
            <a:picLocks xmlns:a="http://schemas.openxmlformats.org/drawingml/2006/main" noChangeAspect="1"/>
          </p:cNvPicPr>
          <p:nvPr/>
        </p:nvPicPr>
        <p:blipFill>
          <a:blip xmlns:r="http://schemas.openxmlformats.org/officeDocument/2006/relationships" xmlns:a="http://schemas.openxmlformats.org/drawingml/2006/main" r:embed="Ra6dd49c6b49b4ba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0" name="slide-title">
            <a:extLst xmlns:a="http://schemas.openxmlformats.org/drawingml/2006/main">
              <a:ext uri="{FF2B5EF4-FFF2-40B4-BE49-F238E27FC236}">
                <a16:creationId xmlns:a16="http://schemas.microsoft.com/office/drawing/2014/main" id="{AEA24F4F-57B6-49FD-BD77-4AD84373E4C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1" name="header-divider">
            <a:extLst xmlns:a="http://schemas.openxmlformats.org/drawingml/2006/main">
              <a:ext uri="{FF2B5EF4-FFF2-40B4-BE49-F238E27FC236}">
                <a16:creationId xmlns:a16="http://schemas.microsoft.com/office/drawing/2014/main" id="{EA3C848B-55D3-42C0-8546-0C84E1A4E07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2-text-1">
            <a:extLst xmlns:a="http://schemas.openxmlformats.org/drawingml/2006/main">
              <a:ext uri="{FF2B5EF4-FFF2-40B4-BE49-F238E27FC236}">
                <a16:creationId xmlns:a16="http://schemas.microsoft.com/office/drawing/2014/main" id="{0D64D59D-E05F-429F-B1F7-387A4241041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3" name="32-text-2">
            <a:extLst xmlns:a="http://schemas.openxmlformats.org/drawingml/2006/main">
              <a:ext uri="{FF2B5EF4-FFF2-40B4-BE49-F238E27FC236}">
                <a16:creationId xmlns:a16="http://schemas.microsoft.com/office/drawing/2014/main" id="{3E689322-CC69-437C-9A3E-1DC4ECFF11F3}"/>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4" name="32-text-3">
            <a:extLst xmlns:a="http://schemas.openxmlformats.org/drawingml/2006/main">
              <a:ext uri="{FF2B5EF4-FFF2-40B4-BE49-F238E27FC236}">
                <a16:creationId xmlns:a16="http://schemas.microsoft.com/office/drawing/2014/main" id="{A3C00F31-7020-48B9-8E5F-A83C6BB792A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95" name="32-text-4">
            <a:extLst xmlns:a="http://schemas.openxmlformats.org/drawingml/2006/main">
              <a:ext uri="{FF2B5EF4-FFF2-40B4-BE49-F238E27FC236}">
                <a16:creationId xmlns:a16="http://schemas.microsoft.com/office/drawing/2014/main" id="{3D16625D-24A4-40C1-85B4-7891A52C4ECB}"/>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96" name="32-shape-5">
            <a:extLst xmlns:a="http://schemas.openxmlformats.org/drawingml/2006/main">
              <a:ext uri="{FF2B5EF4-FFF2-40B4-BE49-F238E27FC236}">
                <a16:creationId xmlns:a16="http://schemas.microsoft.com/office/drawing/2014/main" id="{6EF1E81F-A7C2-48EC-9EE7-5C6DEE5F71D7}"/>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2-text-6">
            <a:extLst xmlns:a="http://schemas.openxmlformats.org/drawingml/2006/main">
              <a:ext uri="{FF2B5EF4-FFF2-40B4-BE49-F238E27FC236}">
                <a16:creationId xmlns:a16="http://schemas.microsoft.com/office/drawing/2014/main" id="{D168EBDE-59C4-4FFB-873F-F05DAFF9F70F}"/>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8" name="32-text-7">
            <a:extLst xmlns:a="http://schemas.openxmlformats.org/drawingml/2006/main">
              <a:ext uri="{FF2B5EF4-FFF2-40B4-BE49-F238E27FC236}">
                <a16:creationId xmlns:a16="http://schemas.microsoft.com/office/drawing/2014/main" id="{A60AD1CE-C26F-4B41-B4A0-43CD0460F0B6}"/>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9" name="32-text-8">
            <a:extLst xmlns:a="http://schemas.openxmlformats.org/drawingml/2006/main">
              <a:ext uri="{FF2B5EF4-FFF2-40B4-BE49-F238E27FC236}">
                <a16:creationId xmlns:a16="http://schemas.microsoft.com/office/drawing/2014/main" id="{FFD04343-E1DC-4987-B3D3-DF81A2417B53}"/>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0" name="32-text-9">
            <a:extLst xmlns:a="http://schemas.openxmlformats.org/drawingml/2006/main">
              <a:ext uri="{FF2B5EF4-FFF2-40B4-BE49-F238E27FC236}">
                <a16:creationId xmlns:a16="http://schemas.microsoft.com/office/drawing/2014/main" id="{0F4EE0BF-14A6-4232-9144-AB99BEA76DE0}"/>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1" name="32-text-10">
            <a:extLst xmlns:a="http://schemas.openxmlformats.org/drawingml/2006/main">
              <a:ext uri="{FF2B5EF4-FFF2-40B4-BE49-F238E27FC236}">
                <a16:creationId xmlns:a16="http://schemas.microsoft.com/office/drawing/2014/main" id="{9A83E2DC-6304-4F64-B9BA-F9D03FFE6620}"/>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2" name="32-text-11">
            <a:extLst xmlns:a="http://schemas.openxmlformats.org/drawingml/2006/main">
              <a:ext uri="{FF2B5EF4-FFF2-40B4-BE49-F238E27FC236}">
                <a16:creationId xmlns:a16="http://schemas.microsoft.com/office/drawing/2014/main" id="{9F76567A-24F4-4850-8835-9067EB01AB3E}"/>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3" name="narrative-number">
            <a:extLst xmlns:a="http://schemas.openxmlformats.org/drawingml/2006/main">
              <a:ext uri="{FF2B5EF4-FFF2-40B4-BE49-F238E27FC236}">
                <a16:creationId xmlns:a16="http://schemas.microsoft.com/office/drawing/2014/main" id="{98CE3840-DFF8-42DA-85EA-51A6BF4210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681061431"/>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4" name="!!area-name">
            <a:extLst xmlns:a="http://schemas.openxmlformats.org/drawingml/2006/main">
              <a:ext uri="{FF2B5EF4-FFF2-40B4-BE49-F238E27FC236}">
                <a16:creationId xmlns:a16="http://schemas.microsoft.com/office/drawing/2014/main" id="{4B84448D-1B82-4870-8503-104DE48CFC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4" name="mini-map"/>
          <p:cNvPicPr>
            <a:picLocks xmlns:a="http://schemas.openxmlformats.org/drawingml/2006/main" noChangeAspect="1"/>
          </p:cNvPicPr>
          <p:nvPr/>
        </p:nvPicPr>
        <p:blipFill>
          <a:blip xmlns:r="http://schemas.openxmlformats.org/officeDocument/2006/relationships" xmlns:a="http://schemas.openxmlformats.org/drawingml/2006/main" r:embed="Rfa5e37e044d644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6" name="slide-title">
            <a:extLst xmlns:a="http://schemas.openxmlformats.org/drawingml/2006/main">
              <a:ext uri="{FF2B5EF4-FFF2-40B4-BE49-F238E27FC236}">
                <a16:creationId xmlns:a16="http://schemas.microsoft.com/office/drawing/2014/main" id="{409775D7-4077-4512-9CDB-E760C7681D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7" name="header-divider">
            <a:extLst xmlns:a="http://schemas.openxmlformats.org/drawingml/2006/main">
              <a:ext uri="{FF2B5EF4-FFF2-40B4-BE49-F238E27FC236}">
                <a16:creationId xmlns:a16="http://schemas.microsoft.com/office/drawing/2014/main" id="{802118CF-AAE0-4314-AAEA-94F927FAA3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33-text-1">
            <a:extLst xmlns:a="http://schemas.openxmlformats.org/drawingml/2006/main">
              <a:ext uri="{FF2B5EF4-FFF2-40B4-BE49-F238E27FC236}">
                <a16:creationId xmlns:a16="http://schemas.microsoft.com/office/drawing/2014/main" id="{56AADCC0-3AFA-4D21-98C7-F72C80D1C51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8"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0" name="33-text-3">
            <a:extLst xmlns:a="http://schemas.openxmlformats.org/drawingml/2006/main">
              <a:ext uri="{FF2B5EF4-FFF2-40B4-BE49-F238E27FC236}">
                <a16:creationId xmlns:a16="http://schemas.microsoft.com/office/drawing/2014/main" id="{3BB8C326-C575-4E37-98BE-552D7A17DD44}"/>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1" name="33-text-4">
            <a:extLst xmlns:a="http://schemas.openxmlformats.org/drawingml/2006/main">
              <a:ext uri="{FF2B5EF4-FFF2-40B4-BE49-F238E27FC236}">
                <a16:creationId xmlns:a16="http://schemas.microsoft.com/office/drawing/2014/main" id="{F54638D5-C1B6-4F09-A9DA-357F317C97A0}"/>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2" name="narrative-number">
            <a:extLst xmlns:a="http://schemas.openxmlformats.org/drawingml/2006/main">
              <a:ext uri="{FF2B5EF4-FFF2-40B4-BE49-F238E27FC236}">
                <a16:creationId xmlns:a16="http://schemas.microsoft.com/office/drawing/2014/main" id="{E008B94A-73E9-41B4-80EF-9B0C4D1241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459820922"/>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3" name="!!area-name">
            <a:extLst xmlns:a="http://schemas.openxmlformats.org/drawingml/2006/main">
              <a:ext uri="{FF2B5EF4-FFF2-40B4-BE49-F238E27FC236}">
                <a16:creationId xmlns:a16="http://schemas.microsoft.com/office/drawing/2014/main" id="{73B0473A-8F2B-4D5F-A533-599B8F6561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aa550d3552e0417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5" name="slide-title">
            <a:extLst xmlns:a="http://schemas.openxmlformats.org/drawingml/2006/main">
              <a:ext uri="{FF2B5EF4-FFF2-40B4-BE49-F238E27FC236}">
                <a16:creationId xmlns:a16="http://schemas.microsoft.com/office/drawing/2014/main" id="{33EB21B6-5368-41C9-B3A0-E33A08E012A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6" name="header-divider">
            <a:extLst xmlns:a="http://schemas.openxmlformats.org/drawingml/2006/main">
              <a:ext uri="{FF2B5EF4-FFF2-40B4-BE49-F238E27FC236}">
                <a16:creationId xmlns:a16="http://schemas.microsoft.com/office/drawing/2014/main" id="{7E6A73A2-6B38-48E3-9DB2-47775EDF98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34-text-1">
            <a:extLst xmlns:a="http://schemas.openxmlformats.org/drawingml/2006/main">
              <a:ext uri="{FF2B5EF4-FFF2-40B4-BE49-F238E27FC236}">
                <a16:creationId xmlns:a16="http://schemas.microsoft.com/office/drawing/2014/main" id="{D483E815-5861-4457-968C-BCD09EF486C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8" name="34-text-2">
            <a:extLst xmlns:a="http://schemas.openxmlformats.org/drawingml/2006/main">
              <a:ext uri="{FF2B5EF4-FFF2-40B4-BE49-F238E27FC236}">
                <a16:creationId xmlns:a16="http://schemas.microsoft.com/office/drawing/2014/main" id="{D9656842-B9B2-44DF-A1BB-9CC0902BF5B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9" name="34-text-3">
            <a:extLst xmlns:a="http://schemas.openxmlformats.org/drawingml/2006/main">
              <a:ext uri="{FF2B5EF4-FFF2-40B4-BE49-F238E27FC236}">
                <a16:creationId xmlns:a16="http://schemas.microsoft.com/office/drawing/2014/main" id="{8DC47D0F-9591-4AB0-AB35-FF50E90DED8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0" name="34-text-4">
            <a:extLst xmlns:a="http://schemas.openxmlformats.org/drawingml/2006/main">
              <a:ext uri="{FF2B5EF4-FFF2-40B4-BE49-F238E27FC236}">
                <a16:creationId xmlns:a16="http://schemas.microsoft.com/office/drawing/2014/main" id="{A7A094A9-7816-411A-BC0C-8761A0F8440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1" name="34-text-5">
            <a:extLst xmlns:a="http://schemas.openxmlformats.org/drawingml/2006/main">
              <a:ext uri="{FF2B5EF4-FFF2-40B4-BE49-F238E27FC236}">
                <a16:creationId xmlns:a16="http://schemas.microsoft.com/office/drawing/2014/main" id="{089E1C2E-DF70-45B8-9506-490DD650040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2" name="34-text-6">
            <a:extLst xmlns:a="http://schemas.openxmlformats.org/drawingml/2006/main">
              <a:ext uri="{FF2B5EF4-FFF2-40B4-BE49-F238E27FC236}">
                <a16:creationId xmlns:a16="http://schemas.microsoft.com/office/drawing/2014/main" id="{0A5839FE-D8BD-41EC-9AFA-B36961EB821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3" name="34-text-7">
            <a:extLst xmlns:a="http://schemas.openxmlformats.org/drawingml/2006/main">
              <a:ext uri="{FF2B5EF4-FFF2-40B4-BE49-F238E27FC236}">
                <a16:creationId xmlns:a16="http://schemas.microsoft.com/office/drawing/2014/main" id="{06554706-8B30-44CE-A6B3-727296575B4A}"/>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4" name="34-text-8">
            <a:extLst xmlns:a="http://schemas.openxmlformats.org/drawingml/2006/main">
              <a:ext uri="{FF2B5EF4-FFF2-40B4-BE49-F238E27FC236}">
                <a16:creationId xmlns:a16="http://schemas.microsoft.com/office/drawing/2014/main" id="{6D41F2B3-6A97-4D44-80EF-F6FD24C3542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5" name="34-text-9">
            <a:extLst xmlns:a="http://schemas.openxmlformats.org/drawingml/2006/main">
              <a:ext uri="{FF2B5EF4-FFF2-40B4-BE49-F238E27FC236}">
                <a16:creationId xmlns:a16="http://schemas.microsoft.com/office/drawing/2014/main" id="{3044F839-E10B-4E98-B64F-F7A2AEB08B5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6" name="narrative-number">
            <a:extLst xmlns:a="http://schemas.openxmlformats.org/drawingml/2006/main">
              <a:ext uri="{FF2B5EF4-FFF2-40B4-BE49-F238E27FC236}">
                <a16:creationId xmlns:a16="http://schemas.microsoft.com/office/drawing/2014/main" id="{E1F5188D-C904-45F1-AE79-C3C123757D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355875631"/>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6AB550D5-199F-466E-BD1D-25EA9CAD76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3" name="mini-map"/>
          <p:cNvPicPr>
            <a:picLocks xmlns:a="http://schemas.openxmlformats.org/drawingml/2006/main" noChangeAspect="1"/>
          </p:cNvPicPr>
          <p:nvPr/>
        </p:nvPicPr>
        <p:blipFill>
          <a:blip xmlns:r="http://schemas.openxmlformats.org/officeDocument/2006/relationships" xmlns:a="http://schemas.openxmlformats.org/drawingml/2006/main" r:embed="Ra406e1a6ec8d44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slide-title">
            <a:extLst xmlns:a="http://schemas.openxmlformats.org/drawingml/2006/main">
              <a:ext uri="{FF2B5EF4-FFF2-40B4-BE49-F238E27FC236}">
                <a16:creationId xmlns:a16="http://schemas.microsoft.com/office/drawing/2014/main" id="{30160B4C-C8F6-4755-84B0-36817507108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0" name="header-divider">
            <a:extLst xmlns:a="http://schemas.openxmlformats.org/drawingml/2006/main">
              <a:ext uri="{FF2B5EF4-FFF2-40B4-BE49-F238E27FC236}">
                <a16:creationId xmlns:a16="http://schemas.microsoft.com/office/drawing/2014/main" id="{040F1B3A-FFF1-41B6-A4DF-4D50A6C399E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1" name="35-text-1">
            <a:extLst xmlns:a="http://schemas.openxmlformats.org/drawingml/2006/main">
              <a:ext uri="{FF2B5EF4-FFF2-40B4-BE49-F238E27FC236}">
                <a16:creationId xmlns:a16="http://schemas.microsoft.com/office/drawing/2014/main" id="{B4AA2BF0-E799-446A-8515-47616A94927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2" name="35-text-2">
            <a:extLst xmlns:a="http://schemas.openxmlformats.org/drawingml/2006/main">
              <a:ext uri="{FF2B5EF4-FFF2-40B4-BE49-F238E27FC236}">
                <a16:creationId xmlns:a16="http://schemas.microsoft.com/office/drawing/2014/main" id="{70B0357A-F705-4BA7-B908-C0613F7E83B3}"/>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3" name="35-text-3">
            <a:extLst xmlns:a="http://schemas.openxmlformats.org/drawingml/2006/main">
              <a:ext uri="{FF2B5EF4-FFF2-40B4-BE49-F238E27FC236}">
                <a16:creationId xmlns:a16="http://schemas.microsoft.com/office/drawing/2014/main" id="{33F926A4-0453-435B-AF4C-92AEF89E0A2B}"/>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4" name="35-text-4">
            <a:extLst xmlns:a="http://schemas.openxmlformats.org/drawingml/2006/main">
              <a:ext uri="{FF2B5EF4-FFF2-40B4-BE49-F238E27FC236}">
                <a16:creationId xmlns:a16="http://schemas.microsoft.com/office/drawing/2014/main" id="{FD206025-05CE-475E-B166-91A36254BB9D}"/>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5" name="35-text-5">
            <a:extLst xmlns:a="http://schemas.openxmlformats.org/drawingml/2006/main">
              <a:ext uri="{FF2B5EF4-FFF2-40B4-BE49-F238E27FC236}">
                <a16:creationId xmlns:a16="http://schemas.microsoft.com/office/drawing/2014/main" id="{B3F1EB58-8597-4B9A-AB14-BFCE144BB522}"/>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6" name="35-text-6">
            <a:extLst xmlns:a="http://schemas.openxmlformats.org/drawingml/2006/main">
              <a:ext uri="{FF2B5EF4-FFF2-40B4-BE49-F238E27FC236}">
                <a16:creationId xmlns:a16="http://schemas.microsoft.com/office/drawing/2014/main" id="{E2398D42-8C82-4CA5-83C4-038CDF2BE093}"/>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7" name="35-text-7">
            <a:extLst xmlns:a="http://schemas.openxmlformats.org/drawingml/2006/main">
              <a:ext uri="{FF2B5EF4-FFF2-40B4-BE49-F238E27FC236}">
                <a16:creationId xmlns:a16="http://schemas.microsoft.com/office/drawing/2014/main" id="{18B046A6-0A24-4CB9-B8EB-7A072EFD9E9E}"/>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8" name="35-text-8">
            <a:extLst xmlns:a="http://schemas.openxmlformats.org/drawingml/2006/main">
              <a:ext uri="{FF2B5EF4-FFF2-40B4-BE49-F238E27FC236}">
                <a16:creationId xmlns:a16="http://schemas.microsoft.com/office/drawing/2014/main" id="{477E58CC-DFAD-48FC-A758-33DFD7D4B100}"/>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9" name="35-text-9">
            <a:extLst xmlns:a="http://schemas.openxmlformats.org/drawingml/2006/main">
              <a:ext uri="{FF2B5EF4-FFF2-40B4-BE49-F238E27FC236}">
                <a16:creationId xmlns:a16="http://schemas.microsoft.com/office/drawing/2014/main" id="{F0D0EC61-DA72-48C6-BFBD-59FEB8C8B2AB}"/>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0" name="35-text-10">
            <a:extLst xmlns:a="http://schemas.openxmlformats.org/drawingml/2006/main">
              <a:ext uri="{FF2B5EF4-FFF2-40B4-BE49-F238E27FC236}">
                <a16:creationId xmlns:a16="http://schemas.microsoft.com/office/drawing/2014/main" id="{7804FC01-2190-42ED-B4F9-FC2A5391AC10}"/>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1" name="narrative-number">
            <a:extLst xmlns:a="http://schemas.openxmlformats.org/drawingml/2006/main">
              <a:ext uri="{FF2B5EF4-FFF2-40B4-BE49-F238E27FC236}">
                <a16:creationId xmlns:a16="http://schemas.microsoft.com/office/drawing/2014/main" id="{459E12E7-78D9-4B55-8843-352B14DB7B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027963106"/>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F46406CB-1E80-41A9-A199-BA82201310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1" name="mini-map"/>
          <p:cNvPicPr>
            <a:picLocks xmlns:a="http://schemas.openxmlformats.org/drawingml/2006/main" noChangeAspect="1"/>
          </p:cNvPicPr>
          <p:nvPr/>
        </p:nvPicPr>
        <p:blipFill>
          <a:blip xmlns:r="http://schemas.openxmlformats.org/officeDocument/2006/relationships" xmlns:a="http://schemas.openxmlformats.org/drawingml/2006/main" r:embed="R6c72b117105e4b1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header-divider">
            <a:extLst xmlns:a="http://schemas.openxmlformats.org/drawingml/2006/main">
              <a:ext uri="{FF2B5EF4-FFF2-40B4-BE49-F238E27FC236}">
                <a16:creationId xmlns:a16="http://schemas.microsoft.com/office/drawing/2014/main" id="{0C9A7409-5059-41E3-8BCD-3DA5722351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36-text-1">
            <a:extLst xmlns:a="http://schemas.openxmlformats.org/drawingml/2006/main">
              <a:ext uri="{FF2B5EF4-FFF2-40B4-BE49-F238E27FC236}">
                <a16:creationId xmlns:a16="http://schemas.microsoft.com/office/drawing/2014/main" id="{A922ACAC-5A86-4FE0-9AAF-3219950ADDFF}"/>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4" name="36-image-2"/>
          <p:cNvPicPr>
            <a:picLocks xmlns:a="http://schemas.openxmlformats.org/drawingml/2006/main" noChangeAspect="1"/>
          </p:cNvPicPr>
          <p:nvPr/>
        </p:nvPicPr>
        <p:blipFill>
          <a:blip xmlns:r="http://schemas.openxmlformats.org/officeDocument/2006/relationships" xmlns:a="http://schemas.openxmlformats.org/drawingml/2006/main" r:embed="Rdf7298ab386a4a9d"/>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7" name="36-text-3">
            <a:extLst xmlns:a="http://schemas.openxmlformats.org/drawingml/2006/main">
              <a:ext uri="{FF2B5EF4-FFF2-40B4-BE49-F238E27FC236}">
                <a16:creationId xmlns:a16="http://schemas.microsoft.com/office/drawing/2014/main" id="{BD185143-089C-4800-B405-65403930510D}"/>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8" name="36-text-4">
            <a:extLst xmlns:a="http://schemas.openxmlformats.org/drawingml/2006/main">
              <a:ext uri="{FF2B5EF4-FFF2-40B4-BE49-F238E27FC236}">
                <a16:creationId xmlns:a16="http://schemas.microsoft.com/office/drawing/2014/main" id="{4A000937-607D-4CD5-8956-08355B259B88}"/>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9" name="narrative-number">
            <a:extLst xmlns:a="http://schemas.openxmlformats.org/drawingml/2006/main">
              <a:ext uri="{FF2B5EF4-FFF2-40B4-BE49-F238E27FC236}">
                <a16:creationId xmlns:a16="http://schemas.microsoft.com/office/drawing/2014/main" id="{93050F66-5A3C-4D6D-95C7-FC0B10F97C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040847451"/>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0" name="!!area-name">
            <a:extLst xmlns:a="http://schemas.openxmlformats.org/drawingml/2006/main">
              <a:ext uri="{FF2B5EF4-FFF2-40B4-BE49-F238E27FC236}">
                <a16:creationId xmlns:a16="http://schemas.microsoft.com/office/drawing/2014/main" id="{65D1D228-6CA7-4D31-8AE0-1CB53FBFAE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2" name="mini-map"/>
          <p:cNvPicPr>
            <a:picLocks xmlns:a="http://schemas.openxmlformats.org/drawingml/2006/main" noChangeAspect="1"/>
          </p:cNvPicPr>
          <p:nvPr/>
        </p:nvPicPr>
        <p:blipFill>
          <a:blip xmlns:r="http://schemas.openxmlformats.org/officeDocument/2006/relationships" xmlns:a="http://schemas.openxmlformats.org/drawingml/2006/main" r:embed="R660329b291c949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2" name="slide-title">
            <a:extLst xmlns:a="http://schemas.openxmlformats.org/drawingml/2006/main">
              <a:ext uri="{FF2B5EF4-FFF2-40B4-BE49-F238E27FC236}">
                <a16:creationId xmlns:a16="http://schemas.microsoft.com/office/drawing/2014/main" id="{998C36E9-1CD9-4913-8B77-9A0359409CC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3" name="header-divider">
            <a:extLst xmlns:a="http://schemas.openxmlformats.org/drawingml/2006/main">
              <a:ext uri="{FF2B5EF4-FFF2-40B4-BE49-F238E27FC236}">
                <a16:creationId xmlns:a16="http://schemas.microsoft.com/office/drawing/2014/main" id="{7EF91E82-9DED-477F-93BC-D01B0E3119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4" name="37-text-1">
            <a:extLst xmlns:a="http://schemas.openxmlformats.org/drawingml/2006/main">
              <a:ext uri="{FF2B5EF4-FFF2-40B4-BE49-F238E27FC236}">
                <a16:creationId xmlns:a16="http://schemas.microsoft.com/office/drawing/2014/main" id="{3F4D677C-00BF-439C-BB0E-7B839D6C0B8B}"/>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5" name="37-text-2">
            <a:extLst xmlns:a="http://schemas.openxmlformats.org/drawingml/2006/main">
              <a:ext uri="{FF2B5EF4-FFF2-40B4-BE49-F238E27FC236}">
                <a16:creationId xmlns:a16="http://schemas.microsoft.com/office/drawing/2014/main" id="{6DDF2AF9-143B-445B-AB34-265C81EACF92}"/>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6" name="37-text-3">
            <a:extLst xmlns:a="http://schemas.openxmlformats.org/drawingml/2006/main">
              <a:ext uri="{FF2B5EF4-FFF2-40B4-BE49-F238E27FC236}">
                <a16:creationId xmlns:a16="http://schemas.microsoft.com/office/drawing/2014/main" id="{8B98E251-8D84-46EF-BCD0-D00211DADAB1}"/>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7" name="37-text-4">
            <a:extLst xmlns:a="http://schemas.openxmlformats.org/drawingml/2006/main">
              <a:ext uri="{FF2B5EF4-FFF2-40B4-BE49-F238E27FC236}">
                <a16:creationId xmlns:a16="http://schemas.microsoft.com/office/drawing/2014/main" id="{8312BA96-32BA-4876-9E32-ECC13B0DF512}"/>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8" name="37-text-5">
            <a:extLst xmlns:a="http://schemas.openxmlformats.org/drawingml/2006/main">
              <a:ext uri="{FF2B5EF4-FFF2-40B4-BE49-F238E27FC236}">
                <a16:creationId xmlns:a16="http://schemas.microsoft.com/office/drawing/2014/main" id="{6B4CBCE6-6E5D-46CF-A064-A90AFEBA01F8}"/>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9" name="37-text-6">
            <a:extLst xmlns:a="http://schemas.openxmlformats.org/drawingml/2006/main">
              <a:ext uri="{FF2B5EF4-FFF2-40B4-BE49-F238E27FC236}">
                <a16:creationId xmlns:a16="http://schemas.microsoft.com/office/drawing/2014/main" id="{33A95194-2808-47C4-A990-CB69AFCACADB}"/>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0" name="37-text-7">
            <a:extLst xmlns:a="http://schemas.openxmlformats.org/drawingml/2006/main">
              <a:ext uri="{FF2B5EF4-FFF2-40B4-BE49-F238E27FC236}">
                <a16:creationId xmlns:a16="http://schemas.microsoft.com/office/drawing/2014/main" id="{CC75E77A-4982-4F9D-8E1D-F0B2E0458900}"/>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1" name="37-text-8">
            <a:extLst xmlns:a="http://schemas.openxmlformats.org/drawingml/2006/main">
              <a:ext uri="{FF2B5EF4-FFF2-40B4-BE49-F238E27FC236}">
                <a16:creationId xmlns:a16="http://schemas.microsoft.com/office/drawing/2014/main" id="{0041CA29-8608-4645-A040-E95CF2AE0080}"/>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2" name="37-text-9">
            <a:extLst xmlns:a="http://schemas.openxmlformats.org/drawingml/2006/main">
              <a:ext uri="{FF2B5EF4-FFF2-40B4-BE49-F238E27FC236}">
                <a16:creationId xmlns:a16="http://schemas.microsoft.com/office/drawing/2014/main" id="{434AFC9B-95E8-459E-9A4B-35D72FDF7D2C}"/>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3" name="37-text-10">
            <a:extLst xmlns:a="http://schemas.openxmlformats.org/drawingml/2006/main">
              <a:ext uri="{FF2B5EF4-FFF2-40B4-BE49-F238E27FC236}">
                <a16:creationId xmlns:a16="http://schemas.microsoft.com/office/drawing/2014/main" id="{6124D4C2-275C-4B28-A723-8762BD8EE3C4}"/>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4" name="37-text-11">
            <a:extLst xmlns:a="http://schemas.openxmlformats.org/drawingml/2006/main">
              <a:ext uri="{FF2B5EF4-FFF2-40B4-BE49-F238E27FC236}">
                <a16:creationId xmlns:a16="http://schemas.microsoft.com/office/drawing/2014/main" id="{CD6B6604-B4E3-473A-8C6E-FB02526A2902}"/>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5" name="37-line-13">
            <a:extLst xmlns:a="http://schemas.openxmlformats.org/drawingml/2006/main">
              <a:ext uri="{FF2B5EF4-FFF2-40B4-BE49-F238E27FC236}">
                <a16:creationId xmlns:a16="http://schemas.microsoft.com/office/drawing/2014/main" id="{B7DE8B39-A06A-44B4-A2CF-9178DBE5A575}"/>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6" name="37-line-15">
            <a:extLst xmlns:a="http://schemas.openxmlformats.org/drawingml/2006/main">
              <a:ext uri="{FF2B5EF4-FFF2-40B4-BE49-F238E27FC236}">
                <a16:creationId xmlns:a16="http://schemas.microsoft.com/office/drawing/2014/main" id="{10B28225-2D94-4BF1-87CE-29B9C91A41CD}"/>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7" name="37-line-17">
            <a:extLst xmlns:a="http://schemas.openxmlformats.org/drawingml/2006/main">
              <a:ext uri="{FF2B5EF4-FFF2-40B4-BE49-F238E27FC236}">
                <a16:creationId xmlns:a16="http://schemas.microsoft.com/office/drawing/2014/main" id="{23270A22-F944-4A91-88A3-EC22F18202D1}"/>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8" name="37-shape-18">
            <a:extLst xmlns:a="http://schemas.openxmlformats.org/drawingml/2006/main">
              <a:ext uri="{FF2B5EF4-FFF2-40B4-BE49-F238E27FC236}">
                <a16:creationId xmlns:a16="http://schemas.microsoft.com/office/drawing/2014/main" id="{9DE8B6F1-C7B6-4706-9133-D400E86F95DE}"/>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9" name="37-text-19">
            <a:extLst xmlns:a="http://schemas.openxmlformats.org/drawingml/2006/main">
              <a:ext uri="{FF2B5EF4-FFF2-40B4-BE49-F238E27FC236}">
                <a16:creationId xmlns:a16="http://schemas.microsoft.com/office/drawing/2014/main" id="{98BC1859-6710-493E-ABA3-8F67005846B3}"/>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0" name="narrative-number">
            <a:extLst xmlns:a="http://schemas.openxmlformats.org/drawingml/2006/main">
              <a:ext uri="{FF2B5EF4-FFF2-40B4-BE49-F238E27FC236}">
                <a16:creationId xmlns:a16="http://schemas.microsoft.com/office/drawing/2014/main" id="{9421A442-FD3A-4D62-9281-C2617A8824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4280586608"/>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1" name="!!area-name">
            <a:extLst xmlns:a="http://schemas.openxmlformats.org/drawingml/2006/main">
              <a:ext uri="{FF2B5EF4-FFF2-40B4-BE49-F238E27FC236}">
                <a16:creationId xmlns:a16="http://schemas.microsoft.com/office/drawing/2014/main" id="{3103E7D4-C4F7-4ED0-8B54-4C9ACFFA58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3" name="mini-map"/>
          <p:cNvPicPr>
            <a:picLocks xmlns:a="http://schemas.openxmlformats.org/drawingml/2006/main" noChangeAspect="1"/>
          </p:cNvPicPr>
          <p:nvPr/>
        </p:nvPicPr>
        <p:blipFill>
          <a:blip xmlns:r="http://schemas.openxmlformats.org/officeDocument/2006/relationships" xmlns:a="http://schemas.openxmlformats.org/drawingml/2006/main" r:embed="R5e094795df4b41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3" name="slide-title">
            <a:extLst xmlns:a="http://schemas.openxmlformats.org/drawingml/2006/main">
              <a:ext uri="{FF2B5EF4-FFF2-40B4-BE49-F238E27FC236}">
                <a16:creationId xmlns:a16="http://schemas.microsoft.com/office/drawing/2014/main" id="{3A8D69EB-6436-4A95-811D-8A2FFFDC678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4" name="header-divider">
            <a:extLst xmlns:a="http://schemas.openxmlformats.org/drawingml/2006/main">
              <a:ext uri="{FF2B5EF4-FFF2-40B4-BE49-F238E27FC236}">
                <a16:creationId xmlns:a16="http://schemas.microsoft.com/office/drawing/2014/main" id="{FEA0D94B-D646-402D-8D1B-F94B9914DF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5" name="38-text-1">
            <a:extLst xmlns:a="http://schemas.openxmlformats.org/drawingml/2006/main">
              <a:ext uri="{FF2B5EF4-FFF2-40B4-BE49-F238E27FC236}">
                <a16:creationId xmlns:a16="http://schemas.microsoft.com/office/drawing/2014/main" id="{BA84D1D9-CDD2-42EC-87C9-55F7AC417AF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6" name="38-text-2">
            <a:extLst xmlns:a="http://schemas.openxmlformats.org/drawingml/2006/main">
              <a:ext uri="{FF2B5EF4-FFF2-40B4-BE49-F238E27FC236}">
                <a16:creationId xmlns:a16="http://schemas.microsoft.com/office/drawing/2014/main" id="{DA4FB59E-FEF8-405C-AACE-7988DB86574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7" name="38-text-3">
            <a:extLst xmlns:a="http://schemas.openxmlformats.org/drawingml/2006/main">
              <a:ext uri="{FF2B5EF4-FFF2-40B4-BE49-F238E27FC236}">
                <a16:creationId xmlns:a16="http://schemas.microsoft.com/office/drawing/2014/main" id="{3E87AC66-DFB6-4A01-9E72-3C11B626974C}"/>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8" name="38-text-4">
            <a:extLst xmlns:a="http://schemas.openxmlformats.org/drawingml/2006/main">
              <a:ext uri="{FF2B5EF4-FFF2-40B4-BE49-F238E27FC236}">
                <a16:creationId xmlns:a16="http://schemas.microsoft.com/office/drawing/2014/main" id="{CE82DA3D-459D-4586-8A40-FCE0818E8615}"/>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9" name="38-text-5">
            <a:extLst xmlns:a="http://schemas.openxmlformats.org/drawingml/2006/main">
              <a:ext uri="{FF2B5EF4-FFF2-40B4-BE49-F238E27FC236}">
                <a16:creationId xmlns:a16="http://schemas.microsoft.com/office/drawing/2014/main" id="{2906EB16-5C12-4E37-817F-76EC5018E7E8}"/>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0" name="38-text-6">
            <a:extLst xmlns:a="http://schemas.openxmlformats.org/drawingml/2006/main">
              <a:ext uri="{FF2B5EF4-FFF2-40B4-BE49-F238E27FC236}">
                <a16:creationId xmlns:a16="http://schemas.microsoft.com/office/drawing/2014/main" id="{1561474D-9ECC-4DB9-9CC6-1BCBA52841CC}"/>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1" name="narrative-number">
            <a:extLst xmlns:a="http://schemas.openxmlformats.org/drawingml/2006/main">
              <a:ext uri="{FF2B5EF4-FFF2-40B4-BE49-F238E27FC236}">
                <a16:creationId xmlns:a16="http://schemas.microsoft.com/office/drawing/2014/main" id="{502C3ECE-1730-41B9-8E27-9A48DE8C91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79073794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2" name="!!area-name">
            <a:extLst xmlns:a="http://schemas.openxmlformats.org/drawingml/2006/main">
              <a:ext uri="{FF2B5EF4-FFF2-40B4-BE49-F238E27FC236}">
                <a16:creationId xmlns:a16="http://schemas.microsoft.com/office/drawing/2014/main" id="{D59B4E4E-351F-43C0-BABF-828762122B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a6fbea33994644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4" name="slide-title">
            <a:extLst xmlns:a="http://schemas.openxmlformats.org/drawingml/2006/main">
              <a:ext uri="{FF2B5EF4-FFF2-40B4-BE49-F238E27FC236}">
                <a16:creationId xmlns:a16="http://schemas.microsoft.com/office/drawing/2014/main" id="{A1A1D401-68C9-4B7D-AFF6-DFB225E01DF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5" name="header-divider">
            <a:extLst xmlns:a="http://schemas.openxmlformats.org/drawingml/2006/main">
              <a:ext uri="{FF2B5EF4-FFF2-40B4-BE49-F238E27FC236}">
                <a16:creationId xmlns:a16="http://schemas.microsoft.com/office/drawing/2014/main" id="{C29F1256-7ED3-4E86-87DD-46A72A2261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39-text-1">
            <a:extLst xmlns:a="http://schemas.openxmlformats.org/drawingml/2006/main">
              <a:ext uri="{FF2B5EF4-FFF2-40B4-BE49-F238E27FC236}">
                <a16:creationId xmlns:a16="http://schemas.microsoft.com/office/drawing/2014/main" id="{96086F30-7E21-485E-9D42-1BC58263372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7" name="39-text-2">
            <a:extLst xmlns:a="http://schemas.openxmlformats.org/drawingml/2006/main">
              <a:ext uri="{FF2B5EF4-FFF2-40B4-BE49-F238E27FC236}">
                <a16:creationId xmlns:a16="http://schemas.microsoft.com/office/drawing/2014/main" id="{4CB2E312-07DD-4AF4-A7CC-0F84900DC17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8" name="39-text-3">
            <a:extLst xmlns:a="http://schemas.openxmlformats.org/drawingml/2006/main">
              <a:ext uri="{FF2B5EF4-FFF2-40B4-BE49-F238E27FC236}">
                <a16:creationId xmlns:a16="http://schemas.microsoft.com/office/drawing/2014/main" id="{11E50582-FBA8-4FE4-92C1-54A336F789A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9" name="39-text-4">
            <a:extLst xmlns:a="http://schemas.openxmlformats.org/drawingml/2006/main">
              <a:ext uri="{FF2B5EF4-FFF2-40B4-BE49-F238E27FC236}">
                <a16:creationId xmlns:a16="http://schemas.microsoft.com/office/drawing/2014/main" id="{60B2B316-06B0-4C18-B5A6-D4184D6A5FF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0" name="39-text-5">
            <a:extLst xmlns:a="http://schemas.openxmlformats.org/drawingml/2006/main">
              <a:ext uri="{FF2B5EF4-FFF2-40B4-BE49-F238E27FC236}">
                <a16:creationId xmlns:a16="http://schemas.microsoft.com/office/drawing/2014/main" id="{31052D78-A208-4222-8D5E-E208CC17E095}"/>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1" name="39-text-6">
            <a:extLst xmlns:a="http://schemas.openxmlformats.org/drawingml/2006/main">
              <a:ext uri="{FF2B5EF4-FFF2-40B4-BE49-F238E27FC236}">
                <a16:creationId xmlns:a16="http://schemas.microsoft.com/office/drawing/2014/main" id="{1D20E784-1906-4CE9-9BA8-95E6BA6DC39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2" name="39-text-7">
            <a:extLst xmlns:a="http://schemas.openxmlformats.org/drawingml/2006/main">
              <a:ext uri="{FF2B5EF4-FFF2-40B4-BE49-F238E27FC236}">
                <a16:creationId xmlns:a16="http://schemas.microsoft.com/office/drawing/2014/main" id="{55970A55-DF6B-4888-9EF7-10FECC21B33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3" name="39-text-8">
            <a:extLst xmlns:a="http://schemas.openxmlformats.org/drawingml/2006/main">
              <a:ext uri="{FF2B5EF4-FFF2-40B4-BE49-F238E27FC236}">
                <a16:creationId xmlns:a16="http://schemas.microsoft.com/office/drawing/2014/main" id="{208834E0-CEB0-414B-AC4D-AF1029FC9F5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4" name="39-text-9">
            <a:extLst xmlns:a="http://schemas.openxmlformats.org/drawingml/2006/main">
              <a:ext uri="{FF2B5EF4-FFF2-40B4-BE49-F238E27FC236}">
                <a16:creationId xmlns:a16="http://schemas.microsoft.com/office/drawing/2014/main" id="{EB150EA8-997D-4974-B0FC-A6754F0B6AA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5" name="narrative-number">
            <a:extLst xmlns:a="http://schemas.openxmlformats.org/drawingml/2006/main">
              <a:ext uri="{FF2B5EF4-FFF2-40B4-BE49-F238E27FC236}">
                <a16:creationId xmlns:a16="http://schemas.microsoft.com/office/drawing/2014/main" id="{8534CDA7-4CE7-40D1-8CAD-50AB56C58A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064792457"/>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14A7A02B-656E-459B-B64C-1C96C8CC99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5" name="mini-map"/>
          <p:cNvPicPr>
            <a:picLocks xmlns:a="http://schemas.openxmlformats.org/drawingml/2006/main" noChangeAspect="1"/>
          </p:cNvPicPr>
          <p:nvPr/>
        </p:nvPicPr>
        <p:blipFill>
          <a:blip xmlns:r="http://schemas.openxmlformats.org/officeDocument/2006/relationships" xmlns:a="http://schemas.openxmlformats.org/drawingml/2006/main" r:embed="Rd6a375a6a911408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D86FA860-162C-4FF6-8857-064AFBDBEDE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9" name="header-divider">
            <a:extLst xmlns:a="http://schemas.openxmlformats.org/drawingml/2006/main">
              <a:ext uri="{FF2B5EF4-FFF2-40B4-BE49-F238E27FC236}">
                <a16:creationId xmlns:a16="http://schemas.microsoft.com/office/drawing/2014/main" id="{A8560A77-11A0-4A77-B824-A0DEF0CD7F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0" name="40-text-1">
            <a:extLst xmlns:a="http://schemas.openxmlformats.org/drawingml/2006/main">
              <a:ext uri="{FF2B5EF4-FFF2-40B4-BE49-F238E27FC236}">
                <a16:creationId xmlns:a16="http://schemas.microsoft.com/office/drawing/2014/main" id="{AA7FA9A8-A95B-4C5A-97D8-B56CBF85345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9"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2" name="40-text-3">
            <a:extLst xmlns:a="http://schemas.openxmlformats.org/drawingml/2006/main">
              <a:ext uri="{FF2B5EF4-FFF2-40B4-BE49-F238E27FC236}">
                <a16:creationId xmlns:a16="http://schemas.microsoft.com/office/drawing/2014/main" id="{CBBE6A6F-3322-416F-BD71-F47F96032648}"/>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3" name="narrative-number">
            <a:extLst xmlns:a="http://schemas.openxmlformats.org/drawingml/2006/main">
              <a:ext uri="{FF2B5EF4-FFF2-40B4-BE49-F238E27FC236}">
                <a16:creationId xmlns:a16="http://schemas.microsoft.com/office/drawing/2014/main" id="{59C9405F-D5B0-4D3D-B463-5594FAA97D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34045444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6" name="41-image-1"/>
          <p:cNvPicPr>
            <a:picLocks xmlns:a="http://schemas.openxmlformats.org/drawingml/2006/main" noChangeAspect="1"/>
          </p:cNvPicPr>
          <p:nvPr/>
        </p:nvPicPr>
        <p:blipFill>
          <a:blip xmlns:r="http://schemas.openxmlformats.org/officeDocument/2006/relationships" xmlns:a="http://schemas.openxmlformats.org/drawingml/2006/main" r:embed="Re0f504b118994d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5" name="narrative-number">
            <a:extLst xmlns:a="http://schemas.openxmlformats.org/drawingml/2006/main">
              <a:ext uri="{FF2B5EF4-FFF2-40B4-BE49-F238E27FC236}">
                <a16:creationId xmlns:a16="http://schemas.microsoft.com/office/drawing/2014/main" id="{3B9A193E-2952-4B33-8DF7-F7D4208D8B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406265657"/>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6" name="section-label">
            <a:extLst xmlns:a="http://schemas.openxmlformats.org/drawingml/2006/main">
              <a:ext uri="{FF2B5EF4-FFF2-40B4-BE49-F238E27FC236}">
                <a16:creationId xmlns:a16="http://schemas.microsoft.com/office/drawing/2014/main" id="{541C4279-4453-44A2-8048-460A93CE992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7" name="section-rule">
            <a:extLst xmlns:a="http://schemas.openxmlformats.org/drawingml/2006/main">
              <a:ext uri="{FF2B5EF4-FFF2-40B4-BE49-F238E27FC236}">
                <a16:creationId xmlns:a16="http://schemas.microsoft.com/office/drawing/2014/main" id="{A5400A96-E15B-4A8C-89FC-03BED7B6B1C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8" name="section-title">
            <a:extLst xmlns:a="http://schemas.openxmlformats.org/drawingml/2006/main">
              <a:ext uri="{FF2B5EF4-FFF2-40B4-BE49-F238E27FC236}">
                <a16:creationId xmlns:a16="http://schemas.microsoft.com/office/drawing/2014/main" id="{74033C1B-5910-443C-9C63-AB3C0AB9E94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09" name="narrative-number">
            <a:extLst xmlns:a="http://schemas.openxmlformats.org/drawingml/2006/main">
              <a:ext uri="{FF2B5EF4-FFF2-40B4-BE49-F238E27FC236}">
                <a16:creationId xmlns:a16="http://schemas.microsoft.com/office/drawing/2014/main" id="{4FA869A2-7A9A-49B0-8563-68AEFF7694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578673449"/>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0" name="!!area-name">
            <a:extLst xmlns:a="http://schemas.openxmlformats.org/drawingml/2006/main">
              <a:ext uri="{FF2B5EF4-FFF2-40B4-BE49-F238E27FC236}">
                <a16:creationId xmlns:a16="http://schemas.microsoft.com/office/drawing/2014/main" id="{6B85C2C3-0462-4411-9865-19995BC9FA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7" name="mini-map"/>
          <p:cNvPicPr>
            <a:picLocks xmlns:a="http://schemas.openxmlformats.org/drawingml/2006/main" noChangeAspect="1"/>
          </p:cNvPicPr>
          <p:nvPr/>
        </p:nvPicPr>
        <p:blipFill>
          <a:blip xmlns:r="http://schemas.openxmlformats.org/officeDocument/2006/relationships" xmlns:a="http://schemas.openxmlformats.org/drawingml/2006/main" r:embed="R32d20951d35a49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2" name="slide-title">
            <a:extLst xmlns:a="http://schemas.openxmlformats.org/drawingml/2006/main">
              <a:ext uri="{FF2B5EF4-FFF2-40B4-BE49-F238E27FC236}">
                <a16:creationId xmlns:a16="http://schemas.microsoft.com/office/drawing/2014/main" id="{889E6C19-2A3D-4340-BA0F-F6D253A200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3" name="header-divider">
            <a:extLst xmlns:a="http://schemas.openxmlformats.org/drawingml/2006/main">
              <a:ext uri="{FF2B5EF4-FFF2-40B4-BE49-F238E27FC236}">
                <a16:creationId xmlns:a16="http://schemas.microsoft.com/office/drawing/2014/main" id="{CEF89555-804C-4EC7-BC3D-C05A43A30A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0"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5" name="narrative-number">
            <a:extLst xmlns:a="http://schemas.openxmlformats.org/drawingml/2006/main">
              <a:ext uri="{FF2B5EF4-FFF2-40B4-BE49-F238E27FC236}">
                <a16:creationId xmlns:a16="http://schemas.microsoft.com/office/drawing/2014/main" id="{65B4793E-E9F0-47D6-88EE-688F1CCA9D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466400152"/>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5F2C929A-6927-45C1-8AF2-90ABC36C34B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3" name="mini-map"/>
          <p:cNvPicPr>
            <a:picLocks xmlns:a="http://schemas.openxmlformats.org/drawingml/2006/main" noChangeAspect="1"/>
          </p:cNvPicPr>
          <p:nvPr/>
        </p:nvPicPr>
        <p:blipFill>
          <a:blip xmlns:r="http://schemas.openxmlformats.org/officeDocument/2006/relationships" xmlns:a="http://schemas.openxmlformats.org/drawingml/2006/main" r:embed="R3466d6ee737743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0E7A6B40-8CD4-4F26-A36B-BDCEEEA9A28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19" name="header-divider">
            <a:extLst xmlns:a="http://schemas.openxmlformats.org/drawingml/2006/main">
              <a:ext uri="{FF2B5EF4-FFF2-40B4-BE49-F238E27FC236}">
                <a16:creationId xmlns:a16="http://schemas.microsoft.com/office/drawing/2014/main" id="{20BBDC3F-E469-4207-9B76-CDB0D522A0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6"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narrative-number">
            <a:extLst xmlns:a="http://schemas.openxmlformats.org/drawingml/2006/main">
              <a:ext uri="{FF2B5EF4-FFF2-40B4-BE49-F238E27FC236}">
                <a16:creationId xmlns:a16="http://schemas.microsoft.com/office/drawing/2014/main" id="{A53C538E-6E94-4284-B0A9-2C9CEC5C38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275871563"/>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96230EA6-C4D3-47D5-B5F4-C550AF5C2BA1}"/>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3" name="header-divider">
            <a:extLst xmlns:a="http://schemas.openxmlformats.org/drawingml/2006/main">
              <a:ext uri="{FF2B5EF4-FFF2-40B4-BE49-F238E27FC236}">
                <a16:creationId xmlns:a16="http://schemas.microsoft.com/office/drawing/2014/main" id="{3094CF1F-FBBE-4B55-A544-01AD898268C2}"/>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4" name="45-shape-1">
            <a:extLst xmlns:a="http://schemas.openxmlformats.org/drawingml/2006/main">
              <a:ext uri="{FF2B5EF4-FFF2-40B4-BE49-F238E27FC236}">
                <a16:creationId xmlns:a16="http://schemas.microsoft.com/office/drawing/2014/main" id="{357E6683-1EB8-4908-A5F1-DB5484DAB2DC}"/>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5" name="45-shape-2">
            <a:extLst xmlns:a="http://schemas.openxmlformats.org/drawingml/2006/main">
              <a:ext uri="{FF2B5EF4-FFF2-40B4-BE49-F238E27FC236}">
                <a16:creationId xmlns:a16="http://schemas.microsoft.com/office/drawing/2014/main" id="{6C3DD16E-47EA-4AB2-81E6-CCDD8CA615D2}"/>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26" name="45-text-3">
            <a:extLst xmlns:a="http://schemas.openxmlformats.org/drawingml/2006/main">
              <a:ext uri="{FF2B5EF4-FFF2-40B4-BE49-F238E27FC236}">
                <a16:creationId xmlns:a16="http://schemas.microsoft.com/office/drawing/2014/main" id="{EBA40117-2C0F-4F71-AE74-3ABF017CEDC7}"/>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27" name="45-text-4">
            <a:extLst xmlns:a="http://schemas.openxmlformats.org/drawingml/2006/main">
              <a:ext uri="{FF2B5EF4-FFF2-40B4-BE49-F238E27FC236}">
                <a16:creationId xmlns:a16="http://schemas.microsoft.com/office/drawing/2014/main" id="{A21A58C2-2E7B-4BCF-A1C7-2075BA7D679B}"/>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28" name="45-shape-5">
            <a:extLst xmlns:a="http://schemas.openxmlformats.org/drawingml/2006/main">
              <a:ext uri="{FF2B5EF4-FFF2-40B4-BE49-F238E27FC236}">
                <a16:creationId xmlns:a16="http://schemas.microsoft.com/office/drawing/2014/main" id="{C9CFE314-D46F-4799-B8E0-CE3D504DF989}"/>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9" name="45-shape-6">
            <a:extLst xmlns:a="http://schemas.openxmlformats.org/drawingml/2006/main">
              <a:ext uri="{FF2B5EF4-FFF2-40B4-BE49-F238E27FC236}">
                <a16:creationId xmlns:a16="http://schemas.microsoft.com/office/drawing/2014/main" id="{0565756E-9117-41B4-B45E-7D6321004E22}"/>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0" name="45-text-7">
            <a:extLst xmlns:a="http://schemas.openxmlformats.org/drawingml/2006/main">
              <a:ext uri="{FF2B5EF4-FFF2-40B4-BE49-F238E27FC236}">
                <a16:creationId xmlns:a16="http://schemas.microsoft.com/office/drawing/2014/main" id="{47D96319-3335-45DC-8059-2718EE76FAE1}"/>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1" name="45-text-8">
            <a:extLst xmlns:a="http://schemas.openxmlformats.org/drawingml/2006/main">
              <a:ext uri="{FF2B5EF4-FFF2-40B4-BE49-F238E27FC236}">
                <a16:creationId xmlns:a16="http://schemas.microsoft.com/office/drawing/2014/main" id="{A45F95E4-1FF5-4511-B7D2-C664A8157E85}"/>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2" name="45-shape-9">
            <a:extLst xmlns:a="http://schemas.openxmlformats.org/drawingml/2006/main">
              <a:ext uri="{FF2B5EF4-FFF2-40B4-BE49-F238E27FC236}">
                <a16:creationId xmlns:a16="http://schemas.microsoft.com/office/drawing/2014/main" id="{F9B9DF64-05CB-4B95-942B-0AFEAEEA78AA}"/>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3" name="45-shape-10">
            <a:extLst xmlns:a="http://schemas.openxmlformats.org/drawingml/2006/main">
              <a:ext uri="{FF2B5EF4-FFF2-40B4-BE49-F238E27FC236}">
                <a16:creationId xmlns:a16="http://schemas.microsoft.com/office/drawing/2014/main" id="{0D6093FF-B9A5-4297-BE2D-C8A0949F8BEF}"/>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4" name="45-text-11">
            <a:extLst xmlns:a="http://schemas.openxmlformats.org/drawingml/2006/main">
              <a:ext uri="{FF2B5EF4-FFF2-40B4-BE49-F238E27FC236}">
                <a16:creationId xmlns:a16="http://schemas.microsoft.com/office/drawing/2014/main" id="{E73A8D6F-466F-4826-93C7-B42404FE7BCD}"/>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35" name="45-text-12">
            <a:extLst xmlns:a="http://schemas.openxmlformats.org/drawingml/2006/main">
              <a:ext uri="{FF2B5EF4-FFF2-40B4-BE49-F238E27FC236}">
                <a16:creationId xmlns:a16="http://schemas.microsoft.com/office/drawing/2014/main" id="{C68A6E49-F2D1-4FD2-B35C-41D6FF18F9EA}"/>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36" name="45-shape-13">
            <a:extLst xmlns:a="http://schemas.openxmlformats.org/drawingml/2006/main">
              <a:ext uri="{FF2B5EF4-FFF2-40B4-BE49-F238E27FC236}">
                <a16:creationId xmlns:a16="http://schemas.microsoft.com/office/drawing/2014/main" id="{489F9F91-7B1A-4557-96BA-90F77EE89506}"/>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7" name="45-shape-14">
            <a:extLst xmlns:a="http://schemas.openxmlformats.org/drawingml/2006/main">
              <a:ext uri="{FF2B5EF4-FFF2-40B4-BE49-F238E27FC236}">
                <a16:creationId xmlns:a16="http://schemas.microsoft.com/office/drawing/2014/main" id="{5CC011C3-76C0-4C05-9A5C-D5E04FF2E5BF}"/>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8" name="45-text-15">
            <a:extLst xmlns:a="http://schemas.openxmlformats.org/drawingml/2006/main">
              <a:ext uri="{FF2B5EF4-FFF2-40B4-BE49-F238E27FC236}">
                <a16:creationId xmlns:a16="http://schemas.microsoft.com/office/drawing/2014/main" id="{B7CCCEB5-0D4D-41A6-B528-77DF8BB42EE3}"/>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39" name="45-text-16">
            <a:extLst xmlns:a="http://schemas.openxmlformats.org/drawingml/2006/main">
              <a:ext uri="{FF2B5EF4-FFF2-40B4-BE49-F238E27FC236}">
                <a16:creationId xmlns:a16="http://schemas.microsoft.com/office/drawing/2014/main" id="{B34C6F01-4021-405B-B2EC-BC87BAE774FF}"/>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0" name="45-shape-17">
            <a:extLst xmlns:a="http://schemas.openxmlformats.org/drawingml/2006/main">
              <a:ext uri="{FF2B5EF4-FFF2-40B4-BE49-F238E27FC236}">
                <a16:creationId xmlns:a16="http://schemas.microsoft.com/office/drawing/2014/main" id="{89636B04-0AA8-4C82-AAF3-A7337517C14B}"/>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1" name="45-shape-18">
            <a:extLst xmlns:a="http://schemas.openxmlformats.org/drawingml/2006/main">
              <a:ext uri="{FF2B5EF4-FFF2-40B4-BE49-F238E27FC236}">
                <a16:creationId xmlns:a16="http://schemas.microsoft.com/office/drawing/2014/main" id="{8E25B153-D5D6-45E7-8FBB-ED06092B353B}"/>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2" name="45-text-19">
            <a:extLst xmlns:a="http://schemas.openxmlformats.org/drawingml/2006/main">
              <a:ext uri="{FF2B5EF4-FFF2-40B4-BE49-F238E27FC236}">
                <a16:creationId xmlns:a16="http://schemas.microsoft.com/office/drawing/2014/main" id="{73AEB844-A067-40D7-96D8-4087C4ED2B78}"/>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3" name="45-text-20">
            <a:extLst xmlns:a="http://schemas.openxmlformats.org/drawingml/2006/main">
              <a:ext uri="{FF2B5EF4-FFF2-40B4-BE49-F238E27FC236}">
                <a16:creationId xmlns:a16="http://schemas.microsoft.com/office/drawing/2014/main" id="{4BA64CFC-BD13-4927-999E-FE64E3F183E1}"/>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44" name="45-shape-21">
            <a:extLst xmlns:a="http://schemas.openxmlformats.org/drawingml/2006/main">
              <a:ext uri="{FF2B5EF4-FFF2-40B4-BE49-F238E27FC236}">
                <a16:creationId xmlns:a16="http://schemas.microsoft.com/office/drawing/2014/main" id="{3E5BF011-F94B-4536-96AE-D50868168198}"/>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5" name="45-shape-22">
            <a:extLst xmlns:a="http://schemas.openxmlformats.org/drawingml/2006/main">
              <a:ext uri="{FF2B5EF4-FFF2-40B4-BE49-F238E27FC236}">
                <a16:creationId xmlns:a16="http://schemas.microsoft.com/office/drawing/2014/main" id="{8573DF16-686A-4E21-BBAA-3860D70D2D79}"/>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46" name="45-text-23">
            <a:extLst xmlns:a="http://schemas.openxmlformats.org/drawingml/2006/main">
              <a:ext uri="{FF2B5EF4-FFF2-40B4-BE49-F238E27FC236}">
                <a16:creationId xmlns:a16="http://schemas.microsoft.com/office/drawing/2014/main" id="{A0CC0AD6-CB66-429E-B77F-01FCE87E7207}"/>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47" name="45-text-24">
            <a:extLst xmlns:a="http://schemas.openxmlformats.org/drawingml/2006/main">
              <a:ext uri="{FF2B5EF4-FFF2-40B4-BE49-F238E27FC236}">
                <a16:creationId xmlns:a16="http://schemas.microsoft.com/office/drawing/2014/main" id="{2960EE28-3FEC-4336-AD60-BD34C709056A}"/>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48" name="narrative-number">
            <a:extLst xmlns:a="http://schemas.openxmlformats.org/drawingml/2006/main">
              <a:ext uri="{FF2B5EF4-FFF2-40B4-BE49-F238E27FC236}">
                <a16:creationId xmlns:a16="http://schemas.microsoft.com/office/drawing/2014/main" id="{C3FF8332-F67D-4B6B-A4CD-FBE9890A26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258948159"/>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9" name="!!area-name">
            <a:extLst xmlns:a="http://schemas.openxmlformats.org/drawingml/2006/main">
              <a:ext uri="{FF2B5EF4-FFF2-40B4-BE49-F238E27FC236}">
                <a16:creationId xmlns:a16="http://schemas.microsoft.com/office/drawing/2014/main" id="{44D95534-3AC8-426B-A907-B7B41A9AF2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67" name="mini-map"/>
          <p:cNvPicPr>
            <a:picLocks xmlns:a="http://schemas.openxmlformats.org/drawingml/2006/main" noChangeAspect="1"/>
          </p:cNvPicPr>
          <p:nvPr/>
        </p:nvPicPr>
        <p:blipFill>
          <a:blip xmlns:r="http://schemas.openxmlformats.org/officeDocument/2006/relationships" xmlns:a="http://schemas.openxmlformats.org/drawingml/2006/main" r:embed="R8bedc72ad26143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1" name="slide-title">
            <a:extLst xmlns:a="http://schemas.openxmlformats.org/drawingml/2006/main">
              <a:ext uri="{FF2B5EF4-FFF2-40B4-BE49-F238E27FC236}">
                <a16:creationId xmlns:a16="http://schemas.microsoft.com/office/drawing/2014/main" id="{206F6096-7644-43ED-8339-317BDCF148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2" name="header-divider">
            <a:extLst xmlns:a="http://schemas.openxmlformats.org/drawingml/2006/main">
              <a:ext uri="{FF2B5EF4-FFF2-40B4-BE49-F238E27FC236}">
                <a16:creationId xmlns:a16="http://schemas.microsoft.com/office/drawing/2014/main" id="{12557664-89C4-43D5-AD4E-833B197E3B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3" name="46-shape-1">
            <a:extLst xmlns:a="http://schemas.openxmlformats.org/drawingml/2006/main">
              <a:ext uri="{FF2B5EF4-FFF2-40B4-BE49-F238E27FC236}">
                <a16:creationId xmlns:a16="http://schemas.microsoft.com/office/drawing/2014/main" id="{6336EC10-4E32-4AA5-BE55-37C8158F7152}"/>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4" name="46-text-2">
            <a:extLst xmlns:a="http://schemas.openxmlformats.org/drawingml/2006/main">
              <a:ext uri="{FF2B5EF4-FFF2-40B4-BE49-F238E27FC236}">
                <a16:creationId xmlns:a16="http://schemas.microsoft.com/office/drawing/2014/main" id="{D6C4F4CF-24F8-40B0-8B36-57BEA05479DE}"/>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55" name="46-text-3">
            <a:extLst xmlns:a="http://schemas.openxmlformats.org/drawingml/2006/main">
              <a:ext uri="{FF2B5EF4-FFF2-40B4-BE49-F238E27FC236}">
                <a16:creationId xmlns:a16="http://schemas.microsoft.com/office/drawing/2014/main" id="{1354D18E-0589-470C-9D2B-C442A223EFC1}"/>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56" name="46-shape-4">
            <a:extLst xmlns:a="http://schemas.openxmlformats.org/drawingml/2006/main">
              <a:ext uri="{FF2B5EF4-FFF2-40B4-BE49-F238E27FC236}">
                <a16:creationId xmlns:a16="http://schemas.microsoft.com/office/drawing/2014/main" id="{94B94AC7-C739-4EEE-BBA3-FDD20BCF62FB}"/>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7" name="46-text-5">
            <a:extLst xmlns:a="http://schemas.openxmlformats.org/drawingml/2006/main">
              <a:ext uri="{FF2B5EF4-FFF2-40B4-BE49-F238E27FC236}">
                <a16:creationId xmlns:a16="http://schemas.microsoft.com/office/drawing/2014/main" id="{65438A59-B5C1-439C-8F49-869C4D338947}"/>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58" name="46-text-6">
            <a:extLst xmlns:a="http://schemas.openxmlformats.org/drawingml/2006/main">
              <a:ext uri="{FF2B5EF4-FFF2-40B4-BE49-F238E27FC236}">
                <a16:creationId xmlns:a16="http://schemas.microsoft.com/office/drawing/2014/main" id="{5DADEADF-DD3C-4E95-85BD-CCF8470E7C0F}"/>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59" name="46-shape-7">
            <a:extLst xmlns:a="http://schemas.openxmlformats.org/drawingml/2006/main">
              <a:ext uri="{FF2B5EF4-FFF2-40B4-BE49-F238E27FC236}">
                <a16:creationId xmlns:a16="http://schemas.microsoft.com/office/drawing/2014/main" id="{3FA0317A-2F4C-45E6-84BE-3911510A2DCA}"/>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0" name="46-text-8">
            <a:extLst xmlns:a="http://schemas.openxmlformats.org/drawingml/2006/main">
              <a:ext uri="{FF2B5EF4-FFF2-40B4-BE49-F238E27FC236}">
                <a16:creationId xmlns:a16="http://schemas.microsoft.com/office/drawing/2014/main" id="{BFCB31CC-CC1A-448E-BEB4-7D990FA4DCE9}"/>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1" name="46-text-9">
            <a:extLst xmlns:a="http://schemas.openxmlformats.org/drawingml/2006/main">
              <a:ext uri="{FF2B5EF4-FFF2-40B4-BE49-F238E27FC236}">
                <a16:creationId xmlns:a16="http://schemas.microsoft.com/office/drawing/2014/main" id="{FD4215EB-9543-40AB-9920-CAB00B80031B}"/>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2" name="46-shape-10">
            <a:extLst xmlns:a="http://schemas.openxmlformats.org/drawingml/2006/main">
              <a:ext uri="{FF2B5EF4-FFF2-40B4-BE49-F238E27FC236}">
                <a16:creationId xmlns:a16="http://schemas.microsoft.com/office/drawing/2014/main" id="{2C3AD5F3-2B1E-46A7-840A-B6FE2342CBA7}"/>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3" name="46-text-11">
            <a:extLst xmlns:a="http://schemas.openxmlformats.org/drawingml/2006/main">
              <a:ext uri="{FF2B5EF4-FFF2-40B4-BE49-F238E27FC236}">
                <a16:creationId xmlns:a16="http://schemas.microsoft.com/office/drawing/2014/main" id="{AEFFC2E6-4370-4CF4-94A0-76A7E5BA960D}"/>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64" name="46-text-12">
            <a:extLst xmlns:a="http://schemas.openxmlformats.org/drawingml/2006/main">
              <a:ext uri="{FF2B5EF4-FFF2-40B4-BE49-F238E27FC236}">
                <a16:creationId xmlns:a16="http://schemas.microsoft.com/office/drawing/2014/main" id="{9868146E-1437-4A59-9762-5CD61047EC6A}"/>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65" name="narrative-number">
            <a:extLst xmlns:a="http://schemas.openxmlformats.org/drawingml/2006/main">
              <a:ext uri="{FF2B5EF4-FFF2-40B4-BE49-F238E27FC236}">
                <a16:creationId xmlns:a16="http://schemas.microsoft.com/office/drawing/2014/main" id="{C5FFC535-3E7C-48D6-A72C-BFED07F57C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4224427794"/>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6" name="!!area-name">
            <a:extLst xmlns:a="http://schemas.openxmlformats.org/drawingml/2006/main">
              <a:ext uri="{FF2B5EF4-FFF2-40B4-BE49-F238E27FC236}">
                <a16:creationId xmlns:a16="http://schemas.microsoft.com/office/drawing/2014/main" id="{F3ECCB80-5725-4E7E-BC1A-EF04176CAE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6" name="mini-map"/>
          <p:cNvPicPr>
            <a:picLocks xmlns:a="http://schemas.openxmlformats.org/drawingml/2006/main" noChangeAspect="1"/>
          </p:cNvPicPr>
          <p:nvPr/>
        </p:nvPicPr>
        <p:blipFill>
          <a:blip xmlns:r="http://schemas.openxmlformats.org/officeDocument/2006/relationships" xmlns:a="http://schemas.openxmlformats.org/drawingml/2006/main" r:embed="Rc89d6fb5046d46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8" name="slide-title">
            <a:extLst xmlns:a="http://schemas.openxmlformats.org/drawingml/2006/main">
              <a:ext uri="{FF2B5EF4-FFF2-40B4-BE49-F238E27FC236}">
                <a16:creationId xmlns:a16="http://schemas.microsoft.com/office/drawing/2014/main" id="{C1EFD8B6-5078-42ED-B41A-951831DC29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69" name="header-divider">
            <a:extLst xmlns:a="http://schemas.openxmlformats.org/drawingml/2006/main">
              <a:ext uri="{FF2B5EF4-FFF2-40B4-BE49-F238E27FC236}">
                <a16:creationId xmlns:a16="http://schemas.microsoft.com/office/drawing/2014/main" id="{F10E4B9F-43FF-4B61-9CC2-B0BBBCBC99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0" name="46-text-13">
            <a:extLst xmlns:a="http://schemas.openxmlformats.org/drawingml/2006/main">
              <a:ext uri="{FF2B5EF4-FFF2-40B4-BE49-F238E27FC236}">
                <a16:creationId xmlns:a16="http://schemas.microsoft.com/office/drawing/2014/main" id="{13E5E100-31F8-48D8-AF22-9615BD492709}"/>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71" name="46-text-14">
            <a:extLst xmlns:a="http://schemas.openxmlformats.org/drawingml/2006/main">
              <a:ext uri="{FF2B5EF4-FFF2-40B4-BE49-F238E27FC236}">
                <a16:creationId xmlns:a16="http://schemas.microsoft.com/office/drawing/2014/main" id="{D883E9B8-D77E-44EB-85D1-2900B0C8589F}"/>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72" name="46-text-15">
            <a:extLst xmlns:a="http://schemas.openxmlformats.org/drawingml/2006/main">
              <a:ext uri="{FF2B5EF4-FFF2-40B4-BE49-F238E27FC236}">
                <a16:creationId xmlns:a16="http://schemas.microsoft.com/office/drawing/2014/main" id="{C039AD33-CE9E-42DC-B623-904C42803EEF}"/>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82" name="46-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74" name="narrative-number">
            <a:extLst xmlns:a="http://schemas.openxmlformats.org/drawingml/2006/main">
              <a:ext uri="{FF2B5EF4-FFF2-40B4-BE49-F238E27FC236}">
                <a16:creationId xmlns:a16="http://schemas.microsoft.com/office/drawing/2014/main" id="{69B84EED-7BF0-4CB1-A07F-0EA3CAE634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116787101"/>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5" name="slide-title">
            <a:extLst xmlns:a="http://schemas.openxmlformats.org/drawingml/2006/main">
              <a:ext uri="{FF2B5EF4-FFF2-40B4-BE49-F238E27FC236}">
                <a16:creationId xmlns:a16="http://schemas.microsoft.com/office/drawing/2014/main" id="{21B4AED3-A154-4D84-A224-2D607E03DB4F}"/>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6" name="header-divider">
            <a:extLst xmlns:a="http://schemas.openxmlformats.org/drawingml/2006/main">
              <a:ext uri="{FF2B5EF4-FFF2-40B4-BE49-F238E27FC236}">
                <a16:creationId xmlns:a16="http://schemas.microsoft.com/office/drawing/2014/main" id="{36FAEB1E-DC26-4BAC-95B3-F466606EDC2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7" name="47-text-1">
            <a:extLst xmlns:a="http://schemas.openxmlformats.org/drawingml/2006/main">
              <a:ext uri="{FF2B5EF4-FFF2-40B4-BE49-F238E27FC236}">
                <a16:creationId xmlns:a16="http://schemas.microsoft.com/office/drawing/2014/main" id="{81E5AB0F-BFE7-433E-89A4-4767D30B189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8" name="47-text-2">
            <a:extLst xmlns:a="http://schemas.openxmlformats.org/drawingml/2006/main">
              <a:ext uri="{FF2B5EF4-FFF2-40B4-BE49-F238E27FC236}">
                <a16:creationId xmlns:a16="http://schemas.microsoft.com/office/drawing/2014/main" id="{8B59379B-43CB-4FD6-8525-EA21B734B9B1}"/>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79" name="47-text-3">
            <a:extLst xmlns:a="http://schemas.openxmlformats.org/drawingml/2006/main">
              <a:ext uri="{FF2B5EF4-FFF2-40B4-BE49-F238E27FC236}">
                <a16:creationId xmlns:a16="http://schemas.microsoft.com/office/drawing/2014/main" id="{30851F38-6EB8-424D-B095-141E737362AC}"/>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0" name="47-text-4">
            <a:extLst xmlns:a="http://schemas.openxmlformats.org/drawingml/2006/main">
              <a:ext uri="{FF2B5EF4-FFF2-40B4-BE49-F238E27FC236}">
                <a16:creationId xmlns:a16="http://schemas.microsoft.com/office/drawing/2014/main" id="{A80FA2B3-B558-4187-AEFB-8CA1C526E3B2}"/>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1" name="47-text-5">
            <a:extLst xmlns:a="http://schemas.openxmlformats.org/drawingml/2006/main">
              <a:ext uri="{FF2B5EF4-FFF2-40B4-BE49-F238E27FC236}">
                <a16:creationId xmlns:a16="http://schemas.microsoft.com/office/drawing/2014/main" id="{3D865EF0-EB16-4088-B2FE-4D7ACBEFBE5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2" name="47-text-6">
            <a:extLst xmlns:a="http://schemas.openxmlformats.org/drawingml/2006/main">
              <a:ext uri="{FF2B5EF4-FFF2-40B4-BE49-F238E27FC236}">
                <a16:creationId xmlns:a16="http://schemas.microsoft.com/office/drawing/2014/main" id="{C80CF31D-A900-4FD3-8895-77D98BCAADC6}"/>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3" name="47-text-7">
            <a:extLst xmlns:a="http://schemas.openxmlformats.org/drawingml/2006/main">
              <a:ext uri="{FF2B5EF4-FFF2-40B4-BE49-F238E27FC236}">
                <a16:creationId xmlns:a16="http://schemas.microsoft.com/office/drawing/2014/main" id="{3E2A729C-3E53-431D-B8AC-D3F812A0B29F}"/>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4" name="47-text-8">
            <a:extLst xmlns:a="http://schemas.openxmlformats.org/drawingml/2006/main">
              <a:ext uri="{FF2B5EF4-FFF2-40B4-BE49-F238E27FC236}">
                <a16:creationId xmlns:a16="http://schemas.microsoft.com/office/drawing/2014/main" id="{F1C5CE69-B8C8-487C-80B1-6DDFBFFED897}"/>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5" name="47-text-9">
            <a:extLst xmlns:a="http://schemas.openxmlformats.org/drawingml/2006/main">
              <a:ext uri="{FF2B5EF4-FFF2-40B4-BE49-F238E27FC236}">
                <a16:creationId xmlns:a16="http://schemas.microsoft.com/office/drawing/2014/main" id="{4750ABCB-A005-4504-8E91-6A7E117C7B56}"/>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6" name="47-text-10">
            <a:extLst xmlns:a="http://schemas.openxmlformats.org/drawingml/2006/main">
              <a:ext uri="{FF2B5EF4-FFF2-40B4-BE49-F238E27FC236}">
                <a16:creationId xmlns:a16="http://schemas.microsoft.com/office/drawing/2014/main" id="{D8895E88-B2F4-4600-B23C-9E33FFC32777}"/>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7" name="47-text-11">
            <a:extLst xmlns:a="http://schemas.openxmlformats.org/drawingml/2006/main">
              <a:ext uri="{FF2B5EF4-FFF2-40B4-BE49-F238E27FC236}">
                <a16:creationId xmlns:a16="http://schemas.microsoft.com/office/drawing/2014/main" id="{7CC096D2-C7FB-46C6-84BF-F2D4C6B359BF}"/>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8" name="47-text-12">
            <a:extLst xmlns:a="http://schemas.openxmlformats.org/drawingml/2006/main">
              <a:ext uri="{FF2B5EF4-FFF2-40B4-BE49-F238E27FC236}">
                <a16:creationId xmlns:a16="http://schemas.microsoft.com/office/drawing/2014/main" id="{CC9091CA-5C4E-4F18-ADD8-A1DE81692488}"/>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89" name="narrative-number">
            <a:extLst xmlns:a="http://schemas.openxmlformats.org/drawingml/2006/main">
              <a:ext uri="{FF2B5EF4-FFF2-40B4-BE49-F238E27FC236}">
                <a16:creationId xmlns:a16="http://schemas.microsoft.com/office/drawing/2014/main" id="{1196A79A-3E4D-42C6-974D-4838B1C437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568470842"/>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0" name="48-text-1">
            <a:extLst xmlns:a="http://schemas.openxmlformats.org/drawingml/2006/main">
              <a:ext uri="{FF2B5EF4-FFF2-40B4-BE49-F238E27FC236}">
                <a16:creationId xmlns:a16="http://schemas.microsoft.com/office/drawing/2014/main" id="{327373DA-2FEC-481D-9EFC-4AE5F8CEEA7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91" name="48-text-2">
            <a:extLst xmlns:a="http://schemas.openxmlformats.org/drawingml/2006/main">
              <a:ext uri="{FF2B5EF4-FFF2-40B4-BE49-F238E27FC236}">
                <a16:creationId xmlns:a16="http://schemas.microsoft.com/office/drawing/2014/main" id="{206E833C-8918-4AC1-9644-5B235DDD4783}"/>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92" name="48-text-3">
            <a:extLst xmlns:a="http://schemas.openxmlformats.org/drawingml/2006/main">
              <a:ext uri="{FF2B5EF4-FFF2-40B4-BE49-F238E27FC236}">
                <a16:creationId xmlns:a16="http://schemas.microsoft.com/office/drawing/2014/main" id="{67F99B7B-9E4B-4B3E-9BD6-2DAC895D2CE9}"/>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93" name="narrative-number">
            <a:extLst xmlns:a="http://schemas.openxmlformats.org/drawingml/2006/main">
              <a:ext uri="{FF2B5EF4-FFF2-40B4-BE49-F238E27FC236}">
                <a16:creationId xmlns:a16="http://schemas.microsoft.com/office/drawing/2014/main" id="{B536F1D3-DC27-4B73-9CE6-2CD064AE27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407066926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2026-09-16T18:43:18.7020000Z</dcterms:created>
  <dcterms:modified xsi:type="dcterms:W3CDTF">2026-09-16T18:43:18.7020000Z</dcterms:modified>
</coreProperties>
</file>