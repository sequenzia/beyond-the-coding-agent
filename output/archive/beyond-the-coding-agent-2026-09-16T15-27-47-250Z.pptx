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500231bb3649e7" /><Relationship Type="http://schemas.openxmlformats.org/officeDocument/2006/relationships/extended-properties" Target="/docProps/app.xml" Id="R0929520535474124" /><Relationship Type="http://schemas.openxmlformats.org/officeDocument/2006/relationships/officeDocument" Target="/ppt/presentation.xml" Id="R21dbbdefb6164aa5"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6d76d1b7820e4ca4"/>
    <p:sldMasterId xmlns:r="http://schemas.openxmlformats.org/officeDocument/2006/relationships" id="2147483650" r:id="R67633c92db144f5c"/>
  </p:sldMasterIdLst>
  <p:notesMasterIdLst>
    <p:notesMasterId xmlns:r="http://schemas.openxmlformats.org/officeDocument/2006/relationships" r:id="R01f87e5b91b54faa"/>
  </p:notesMasterIdLst>
  <p:sldIdLst>
    <p:sldId xmlns:r="http://schemas.openxmlformats.org/officeDocument/2006/relationships" id="256" r:id="Redf24f86a72649ae"/>
    <p:sldId xmlns:r="http://schemas.openxmlformats.org/officeDocument/2006/relationships" id="257" r:id="Rd2f0c208ecd64431"/>
    <p:sldId xmlns:r="http://schemas.openxmlformats.org/officeDocument/2006/relationships" id="258" r:id="Ra5b4e80ce3724c78"/>
    <p:sldId xmlns:r="http://schemas.openxmlformats.org/officeDocument/2006/relationships" id="259" r:id="R0f7b7f13e6fa4b63"/>
    <p:sldId xmlns:r="http://schemas.openxmlformats.org/officeDocument/2006/relationships" id="260" r:id="Rad7efa1a3c9b4044"/>
    <p:sldId xmlns:r="http://schemas.openxmlformats.org/officeDocument/2006/relationships" id="261" r:id="R612e521db7e84675"/>
    <p:sldId xmlns:r="http://schemas.openxmlformats.org/officeDocument/2006/relationships" id="262" r:id="Rc8358220c32d4040"/>
    <p:sldId xmlns:r="http://schemas.openxmlformats.org/officeDocument/2006/relationships" id="263" r:id="Rfa0e269f68054569"/>
    <p:sldId xmlns:r="http://schemas.openxmlformats.org/officeDocument/2006/relationships" id="264" r:id="Rb88ec517732a4bfe"/>
    <p:sldId xmlns:r="http://schemas.openxmlformats.org/officeDocument/2006/relationships" id="265" r:id="R54f420a4cb0a458e"/>
    <p:sldId xmlns:r="http://schemas.openxmlformats.org/officeDocument/2006/relationships" id="266" r:id="R5bc1395b3f134b30"/>
    <p:sldId xmlns:r="http://schemas.openxmlformats.org/officeDocument/2006/relationships" id="267" r:id="R7e937ecd40b9416d"/>
    <p:sldId xmlns:r="http://schemas.openxmlformats.org/officeDocument/2006/relationships" id="268" r:id="Rf2f44f80952643bc"/>
    <p:sldId xmlns:r="http://schemas.openxmlformats.org/officeDocument/2006/relationships" id="269" r:id="R028d510e96f14e5f"/>
    <p:sldId xmlns:r="http://schemas.openxmlformats.org/officeDocument/2006/relationships" id="270" r:id="R95dd15ea80044d6a"/>
    <p:sldId xmlns:r="http://schemas.openxmlformats.org/officeDocument/2006/relationships" id="271" r:id="Rf08a2db1213c4c27"/>
    <p:sldId xmlns:r="http://schemas.openxmlformats.org/officeDocument/2006/relationships" id="272" r:id="R224843b4d3274306"/>
    <p:sldId xmlns:r="http://schemas.openxmlformats.org/officeDocument/2006/relationships" id="273" r:id="R75fc45bbf5e74c6a"/>
    <p:sldId xmlns:r="http://schemas.openxmlformats.org/officeDocument/2006/relationships" id="274" r:id="R386434c56a6d4633"/>
    <p:sldId xmlns:r="http://schemas.openxmlformats.org/officeDocument/2006/relationships" id="275" r:id="R28b5f447651c4c3e"/>
    <p:sldId xmlns:r="http://schemas.openxmlformats.org/officeDocument/2006/relationships" id="276" r:id="R075e6ef6f1024cbc"/>
    <p:sldId xmlns:r="http://schemas.openxmlformats.org/officeDocument/2006/relationships" id="277" r:id="Rb9e30391daa4462f"/>
    <p:sldId xmlns:r="http://schemas.openxmlformats.org/officeDocument/2006/relationships" id="278" r:id="Rddeb859040224b54"/>
    <p:sldId xmlns:r="http://schemas.openxmlformats.org/officeDocument/2006/relationships" id="279" r:id="R5097775b3fd442da"/>
    <p:sldId xmlns:r="http://schemas.openxmlformats.org/officeDocument/2006/relationships" id="280" r:id="Rb8d802713a074585"/>
    <p:sldId xmlns:r="http://schemas.openxmlformats.org/officeDocument/2006/relationships" id="281" r:id="Rf38489164bae4da6"/>
    <p:sldId xmlns:r="http://schemas.openxmlformats.org/officeDocument/2006/relationships" id="282" r:id="R271ce0b7712741c3"/>
    <p:sldId xmlns:r="http://schemas.openxmlformats.org/officeDocument/2006/relationships" id="283" r:id="R13c1b511393a4cdb"/>
    <p:sldId xmlns:r="http://schemas.openxmlformats.org/officeDocument/2006/relationships" id="284" r:id="R8ca603536b9848c4"/>
    <p:sldId xmlns:r="http://schemas.openxmlformats.org/officeDocument/2006/relationships" id="285" r:id="Ra57f9bd6b58d4a7d"/>
    <p:sldId xmlns:r="http://schemas.openxmlformats.org/officeDocument/2006/relationships" id="286" r:id="R8a8a03cfbf1141ba"/>
    <p:sldId xmlns:r="http://schemas.openxmlformats.org/officeDocument/2006/relationships" id="287" r:id="R87c4a4ca7cb64567"/>
    <p:sldId xmlns:r="http://schemas.openxmlformats.org/officeDocument/2006/relationships" id="288" r:id="Ra27bf2d159374ff1"/>
    <p:sldId xmlns:r="http://schemas.openxmlformats.org/officeDocument/2006/relationships" id="289" r:id="R3d3beececa6e4ed0"/>
    <p:sldId xmlns:r="http://schemas.openxmlformats.org/officeDocument/2006/relationships" id="290" r:id="Rc7c792c1de474b6b"/>
    <p:sldId xmlns:r="http://schemas.openxmlformats.org/officeDocument/2006/relationships" id="291" r:id="Raf1698187f4e4288"/>
    <p:sldId xmlns:r="http://schemas.openxmlformats.org/officeDocument/2006/relationships" id="292" r:id="R2f19dcdb0d8045aa"/>
    <p:sldId xmlns:r="http://schemas.openxmlformats.org/officeDocument/2006/relationships" id="293" r:id="Rb8b7a339eeca4da2"/>
    <p:sldId xmlns:r="http://schemas.openxmlformats.org/officeDocument/2006/relationships" id="294" r:id="R82c17fd6caaa4478"/>
    <p:sldId xmlns:r="http://schemas.openxmlformats.org/officeDocument/2006/relationships" id="295" r:id="Re878114a94254339"/>
    <p:sldId xmlns:r="http://schemas.openxmlformats.org/officeDocument/2006/relationships" id="296" r:id="Rb02baa9866084081"/>
    <p:sldId xmlns:r="http://schemas.openxmlformats.org/officeDocument/2006/relationships" id="297" r:id="R25b83126756948a6"/>
    <p:sldId xmlns:r="http://schemas.openxmlformats.org/officeDocument/2006/relationships" id="298" r:id="R64ba1f61e279485e"/>
    <p:sldId xmlns:r="http://schemas.openxmlformats.org/officeDocument/2006/relationships" id="299" r:id="Rf071effcdf344a03"/>
    <p:sldId xmlns:r="http://schemas.openxmlformats.org/officeDocument/2006/relationships" id="300" r:id="R2f44a4209aee407e"/>
    <p:sldId xmlns:r="http://schemas.openxmlformats.org/officeDocument/2006/relationships" id="301" r:id="Rb479edafa1a24169"/>
    <p:sldId xmlns:r="http://schemas.openxmlformats.org/officeDocument/2006/relationships" id="302" r:id="R5a5e7ef1b2ef4b73"/>
    <p:sldId xmlns:r="http://schemas.openxmlformats.org/officeDocument/2006/relationships" id="303" r:id="R5a15af8faf2c4de2"/>
    <p:sldId xmlns:r="http://schemas.openxmlformats.org/officeDocument/2006/relationships" id="304" r:id="Rdb784177b31245d9"/>
    <p:sldId xmlns:r="http://schemas.openxmlformats.org/officeDocument/2006/relationships" id="305" r:id="R4d974e57181a4920"/>
    <p:sldId xmlns:r="http://schemas.openxmlformats.org/officeDocument/2006/relationships" id="306" r:id="Re82d0811689b4710"/>
    <p:sldId xmlns:r="http://schemas.openxmlformats.org/officeDocument/2006/relationships" id="307" r:id="R408028a69b0449e0"/>
    <p:sldId xmlns:r="http://schemas.openxmlformats.org/officeDocument/2006/relationships" id="308" r:id="Rc12e93e0802f4459"/>
    <p:sldId xmlns:r="http://schemas.openxmlformats.org/officeDocument/2006/relationships" id="309" r:id="R0fe27dc4da344997"/>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807cb04c3e4813" /><Relationship Type="http://schemas.openxmlformats.org/officeDocument/2006/relationships/slideMaster" Target="/ppt/slideMasters/slideMaster1.xml" Id="R6d76d1b7820e4ca4" /><Relationship Type="http://schemas.openxmlformats.org/officeDocument/2006/relationships/slideMaster" Target="/ppt/slideMasters/slideMaster2.xml" Id="R67633c92db144f5c" /><Relationship Type="http://schemas.openxmlformats.org/officeDocument/2006/relationships/notesMaster" Target="/ppt/notesMasters/notesMaster1.xml" Id="R01f87e5b91b54faa" /><Relationship Type="http://schemas.openxmlformats.org/officeDocument/2006/relationships/presProps" Target="/ppt/presProps.xml" Id="Rfcdeaa8fa55a47dd" /><Relationship Type="http://schemas.openxmlformats.org/officeDocument/2006/relationships/tableStyles" Target="/ppt/tableStyles.xml" Id="R6e4934530d72440b" /><Relationship Type="http://schemas.openxmlformats.org/officeDocument/2006/relationships/slide" Target="/ppt/slides/slide1.xml" Id="Redf24f86a72649ae" /><Relationship Type="http://schemas.openxmlformats.org/officeDocument/2006/relationships/slide" Target="/ppt/slides/slide2.xml" Id="Rd2f0c208ecd64431" /><Relationship Type="http://schemas.openxmlformats.org/officeDocument/2006/relationships/slide" Target="/ppt/slides/slide3.xml" Id="Ra5b4e80ce3724c78" /><Relationship Type="http://schemas.openxmlformats.org/officeDocument/2006/relationships/slide" Target="/ppt/slides/slide4.xml" Id="R0f7b7f13e6fa4b63" /><Relationship Type="http://schemas.openxmlformats.org/officeDocument/2006/relationships/slide" Target="/ppt/slides/slide5.xml" Id="Rad7efa1a3c9b4044" /><Relationship Type="http://schemas.openxmlformats.org/officeDocument/2006/relationships/slide" Target="/ppt/slides/slide6.xml" Id="R612e521db7e84675" /><Relationship Type="http://schemas.openxmlformats.org/officeDocument/2006/relationships/slide" Target="/ppt/slides/slide7.xml" Id="Rc8358220c32d4040" /><Relationship Type="http://schemas.openxmlformats.org/officeDocument/2006/relationships/slide" Target="/ppt/slides/slide8.xml" Id="Rfa0e269f68054569" /><Relationship Type="http://schemas.openxmlformats.org/officeDocument/2006/relationships/slide" Target="/ppt/slides/slide9.xml" Id="Rb88ec517732a4bfe" /><Relationship Type="http://schemas.openxmlformats.org/officeDocument/2006/relationships/slide" Target="/ppt/slides/slide10.xml" Id="R54f420a4cb0a458e" /><Relationship Type="http://schemas.openxmlformats.org/officeDocument/2006/relationships/slide" Target="/ppt/slides/slide11.xml" Id="R5bc1395b3f134b30" /><Relationship Type="http://schemas.openxmlformats.org/officeDocument/2006/relationships/slide" Target="/ppt/slides/slide12.xml" Id="R7e937ecd40b9416d" /><Relationship Type="http://schemas.openxmlformats.org/officeDocument/2006/relationships/slide" Target="/ppt/slides/slide13.xml" Id="Rf2f44f80952643bc" /><Relationship Type="http://schemas.openxmlformats.org/officeDocument/2006/relationships/slide" Target="/ppt/slides/slide14.xml" Id="R028d510e96f14e5f" /><Relationship Type="http://schemas.openxmlformats.org/officeDocument/2006/relationships/slide" Target="/ppt/slides/slide15.xml" Id="R95dd15ea80044d6a" /><Relationship Type="http://schemas.openxmlformats.org/officeDocument/2006/relationships/slide" Target="/ppt/slides/slide16.xml" Id="Rf08a2db1213c4c27" /><Relationship Type="http://schemas.openxmlformats.org/officeDocument/2006/relationships/slide" Target="/ppt/slides/slide17.xml" Id="R224843b4d3274306" /><Relationship Type="http://schemas.openxmlformats.org/officeDocument/2006/relationships/slide" Target="/ppt/slides/slide18.xml" Id="R75fc45bbf5e74c6a" /><Relationship Type="http://schemas.openxmlformats.org/officeDocument/2006/relationships/slide" Target="/ppt/slides/slide19.xml" Id="R386434c56a6d4633" /><Relationship Type="http://schemas.openxmlformats.org/officeDocument/2006/relationships/slide" Target="/ppt/slides/slide20.xml" Id="R28b5f447651c4c3e" /><Relationship Type="http://schemas.openxmlformats.org/officeDocument/2006/relationships/slide" Target="/ppt/slides/slide21.xml" Id="R075e6ef6f1024cbc" /><Relationship Type="http://schemas.openxmlformats.org/officeDocument/2006/relationships/slide" Target="/ppt/slides/slide22.xml" Id="Rb9e30391daa4462f" /><Relationship Type="http://schemas.openxmlformats.org/officeDocument/2006/relationships/slide" Target="/ppt/slides/slide23.xml" Id="Rddeb859040224b54" /><Relationship Type="http://schemas.openxmlformats.org/officeDocument/2006/relationships/slide" Target="/ppt/slides/slide24.xml" Id="R5097775b3fd442da" /><Relationship Type="http://schemas.openxmlformats.org/officeDocument/2006/relationships/slide" Target="/ppt/slides/slide25.xml" Id="Rb8d802713a074585" /><Relationship Type="http://schemas.openxmlformats.org/officeDocument/2006/relationships/slide" Target="/ppt/slides/slide26.xml" Id="Rf38489164bae4da6" /><Relationship Type="http://schemas.openxmlformats.org/officeDocument/2006/relationships/slide" Target="/ppt/slides/slide27.xml" Id="R271ce0b7712741c3" /><Relationship Type="http://schemas.openxmlformats.org/officeDocument/2006/relationships/slide" Target="/ppt/slides/slide28.xml" Id="R13c1b511393a4cdb" /><Relationship Type="http://schemas.openxmlformats.org/officeDocument/2006/relationships/slide" Target="/ppt/slides/slide29.xml" Id="R8ca603536b9848c4" /><Relationship Type="http://schemas.openxmlformats.org/officeDocument/2006/relationships/slide" Target="/ppt/slides/slide30.xml" Id="Ra57f9bd6b58d4a7d" /><Relationship Type="http://schemas.openxmlformats.org/officeDocument/2006/relationships/slide" Target="/ppt/slides/slide31.xml" Id="R8a8a03cfbf1141ba" /><Relationship Type="http://schemas.openxmlformats.org/officeDocument/2006/relationships/slide" Target="/ppt/slides/slide32.xml" Id="R87c4a4ca7cb64567" /><Relationship Type="http://schemas.openxmlformats.org/officeDocument/2006/relationships/slide" Target="/ppt/slides/slide33.xml" Id="Ra27bf2d159374ff1" /><Relationship Type="http://schemas.openxmlformats.org/officeDocument/2006/relationships/slide" Target="/ppt/slides/slide34.xml" Id="R3d3beececa6e4ed0" /><Relationship Type="http://schemas.openxmlformats.org/officeDocument/2006/relationships/slide" Target="/ppt/slides/slide35.xml" Id="Rc7c792c1de474b6b" /><Relationship Type="http://schemas.openxmlformats.org/officeDocument/2006/relationships/slide" Target="/ppt/slides/slide36.xml" Id="Raf1698187f4e4288" /><Relationship Type="http://schemas.openxmlformats.org/officeDocument/2006/relationships/slide" Target="/ppt/slides/slide37.xml" Id="R2f19dcdb0d8045aa" /><Relationship Type="http://schemas.openxmlformats.org/officeDocument/2006/relationships/slide" Target="/ppt/slides/slide38.xml" Id="Rb8b7a339eeca4da2" /><Relationship Type="http://schemas.openxmlformats.org/officeDocument/2006/relationships/slide" Target="/ppt/slides/slide39.xml" Id="R82c17fd6caaa4478" /><Relationship Type="http://schemas.openxmlformats.org/officeDocument/2006/relationships/slide" Target="/ppt/slides/slide40.xml" Id="Re878114a94254339" /><Relationship Type="http://schemas.openxmlformats.org/officeDocument/2006/relationships/slide" Target="/ppt/slides/slide41.xml" Id="Rb02baa9866084081" /><Relationship Type="http://schemas.openxmlformats.org/officeDocument/2006/relationships/slide" Target="/ppt/slides/slide42.xml" Id="R25b83126756948a6" /><Relationship Type="http://schemas.openxmlformats.org/officeDocument/2006/relationships/slide" Target="/ppt/slides/slide43.xml" Id="R64ba1f61e279485e" /><Relationship Type="http://schemas.openxmlformats.org/officeDocument/2006/relationships/slide" Target="/ppt/slides/slide44.xml" Id="Rf071effcdf344a03" /><Relationship Type="http://schemas.openxmlformats.org/officeDocument/2006/relationships/slide" Target="/ppt/slides/slide45.xml" Id="R2f44a4209aee407e" /><Relationship Type="http://schemas.openxmlformats.org/officeDocument/2006/relationships/slide" Target="/ppt/slides/slide46.xml" Id="Rb479edafa1a24169" /><Relationship Type="http://schemas.openxmlformats.org/officeDocument/2006/relationships/slide" Target="/ppt/slides/slide47.xml" Id="R5a5e7ef1b2ef4b73" /><Relationship Type="http://schemas.openxmlformats.org/officeDocument/2006/relationships/slide" Target="/ppt/slides/slide48.xml" Id="R5a15af8faf2c4de2" /><Relationship Type="http://schemas.openxmlformats.org/officeDocument/2006/relationships/slide" Target="/ppt/slides/slide49.xml" Id="Rdb784177b31245d9" /><Relationship Type="http://schemas.openxmlformats.org/officeDocument/2006/relationships/slide" Target="/ppt/slides/slide50.xml" Id="R4d974e57181a4920" /><Relationship Type="http://schemas.openxmlformats.org/officeDocument/2006/relationships/slide" Target="/ppt/slides/slide51.xml" Id="Re82d0811689b4710" /><Relationship Type="http://schemas.openxmlformats.org/officeDocument/2006/relationships/slide" Target="/ppt/slides/slide52.xml" Id="R408028a69b0449e0" /><Relationship Type="http://schemas.openxmlformats.org/officeDocument/2006/relationships/slide" Target="/ppt/slides/slide53.xml" Id="Rc12e93e0802f4459" /><Relationship Type="http://schemas.openxmlformats.org/officeDocument/2006/relationships/slide" Target="/ppt/slides/slide54.xml" Id="R0fe27dc4da3449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4300334b658447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d30f2e47024f9b" /><Relationship Type="http://schemas.openxmlformats.org/officeDocument/2006/relationships/notesMaster" Target="/ppt/notesMasters/notesMaster1.xml" Id="R83c737ea809441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f0418a026d4f0c" /><Relationship Type="http://schemas.openxmlformats.org/officeDocument/2006/relationships/notesMaster" Target="/ppt/notesMasters/notesMaster1.xml" Id="R4ef40b4c80bd48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f0d27ce6d04876" /><Relationship Type="http://schemas.openxmlformats.org/officeDocument/2006/relationships/notesMaster" Target="/ppt/notesMasters/notesMaster1.xml" Id="Re34536623dce4c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7de244c34d4208" /><Relationship Type="http://schemas.openxmlformats.org/officeDocument/2006/relationships/notesMaster" Target="/ppt/notesMasters/notesMaster1.xml" Id="Ra333faf35d214a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470311aab9462a" /><Relationship Type="http://schemas.openxmlformats.org/officeDocument/2006/relationships/notesMaster" Target="/ppt/notesMasters/notesMaster1.xml" Id="Radbfed8ec94943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dcc3a469ae42cf" /><Relationship Type="http://schemas.openxmlformats.org/officeDocument/2006/relationships/notesMaster" Target="/ppt/notesMasters/notesMaster1.xml" Id="R5721fee990d24b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bd372bb72b470f" /><Relationship Type="http://schemas.openxmlformats.org/officeDocument/2006/relationships/notesMaster" Target="/ppt/notesMasters/notesMaster1.xml" Id="R87035815fbbd4e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95d6a53ca24687" /><Relationship Type="http://schemas.openxmlformats.org/officeDocument/2006/relationships/notesMaster" Target="/ppt/notesMasters/notesMaster1.xml" Id="Ra6cbece5977d47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74b7f72d9e4dae" /><Relationship Type="http://schemas.openxmlformats.org/officeDocument/2006/relationships/notesMaster" Target="/ppt/notesMasters/notesMaster1.xml" Id="R8168b5c6f6d54c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2e2386f30f44f3" /><Relationship Type="http://schemas.openxmlformats.org/officeDocument/2006/relationships/notesMaster" Target="/ppt/notesMasters/notesMaster1.xml" Id="Red28a527c5104d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7dae3a00f249e1" /><Relationship Type="http://schemas.openxmlformats.org/officeDocument/2006/relationships/notesMaster" Target="/ppt/notesMasters/notesMaster1.xml" Id="R35d14f837be548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1847d959b074abf" /><Relationship Type="http://schemas.openxmlformats.org/officeDocument/2006/relationships/notesMaster" Target="/ppt/notesMasters/notesMaster1.xml" Id="Rc2431875da7f4ec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5007c071e64287" /><Relationship Type="http://schemas.openxmlformats.org/officeDocument/2006/relationships/notesMaster" Target="/ppt/notesMasters/notesMaster1.xml" Id="Rfd68ab30ad9f49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ae8a44dba74f7e" /><Relationship Type="http://schemas.openxmlformats.org/officeDocument/2006/relationships/notesMaster" Target="/ppt/notesMasters/notesMaster1.xml" Id="R2e8572636fc146c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1a6d0788cc42c1" /><Relationship Type="http://schemas.openxmlformats.org/officeDocument/2006/relationships/notesMaster" Target="/ppt/notesMasters/notesMaster1.xml" Id="R39d8025cba5341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f5bf2bc4fe944a1" /><Relationship Type="http://schemas.openxmlformats.org/officeDocument/2006/relationships/notesMaster" Target="/ppt/notesMasters/notesMaster1.xml" Id="R89dbf515ce244a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89d25350f74600" /><Relationship Type="http://schemas.openxmlformats.org/officeDocument/2006/relationships/notesMaster" Target="/ppt/notesMasters/notesMaster1.xml" Id="R1c08e087bdca4cc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9fa3b69f62455c" /><Relationship Type="http://schemas.openxmlformats.org/officeDocument/2006/relationships/notesMaster" Target="/ppt/notesMasters/notesMaster1.xml" Id="R8ab62fc4fc22469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7c332f222e54007" /><Relationship Type="http://schemas.openxmlformats.org/officeDocument/2006/relationships/notesMaster" Target="/ppt/notesMasters/notesMaster1.xml" Id="R472c1a21d10e462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95581f9e4f4ca7" /><Relationship Type="http://schemas.openxmlformats.org/officeDocument/2006/relationships/notesMaster" Target="/ppt/notesMasters/notesMaster1.xml" Id="R81dc9b789db7437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854d2304b7441c" /><Relationship Type="http://schemas.openxmlformats.org/officeDocument/2006/relationships/notesMaster" Target="/ppt/notesMasters/notesMaster1.xml" Id="R1f8ca9140125465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5314804124a4426" /><Relationship Type="http://schemas.openxmlformats.org/officeDocument/2006/relationships/notesMaster" Target="/ppt/notesMasters/notesMaster1.xml" Id="R6e23fc18396c46d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a23fa105ca7403b" /><Relationship Type="http://schemas.openxmlformats.org/officeDocument/2006/relationships/notesMaster" Target="/ppt/notesMasters/notesMaster1.xml" Id="R99279ba7d7d845c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2fb0dbc73464ede" /><Relationship Type="http://schemas.openxmlformats.org/officeDocument/2006/relationships/notesMaster" Target="/ppt/notesMasters/notesMaster1.xml" Id="Ra7f453b21f644d1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9addee7ad474631" /><Relationship Type="http://schemas.openxmlformats.org/officeDocument/2006/relationships/notesMaster" Target="/ppt/notesMasters/notesMaster1.xml" Id="R4c5f3dc5ab934f0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b2f36351032483c" /><Relationship Type="http://schemas.openxmlformats.org/officeDocument/2006/relationships/notesMaster" Target="/ppt/notesMasters/notesMaster1.xml" Id="Ra378b65c0d18442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c5d5f9100d14c37" /><Relationship Type="http://schemas.openxmlformats.org/officeDocument/2006/relationships/notesMaster" Target="/ppt/notesMasters/notesMaster1.xml" Id="R092a8e7957db466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2079977a7174890" /><Relationship Type="http://schemas.openxmlformats.org/officeDocument/2006/relationships/notesMaster" Target="/ppt/notesMasters/notesMaster1.xml" Id="Ra0c5d744bec2479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2f73a1d44224631" /><Relationship Type="http://schemas.openxmlformats.org/officeDocument/2006/relationships/notesMaster" Target="/ppt/notesMasters/notesMaster1.xml" Id="R3bd57d675cb5470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1429d43d29f4ec8" /><Relationship Type="http://schemas.openxmlformats.org/officeDocument/2006/relationships/notesMaster" Target="/ppt/notesMasters/notesMaster1.xml" Id="R8a2df6e5318d43c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20e4180392d4ff7" /><Relationship Type="http://schemas.openxmlformats.org/officeDocument/2006/relationships/notesMaster" Target="/ppt/notesMasters/notesMaster1.xml" Id="Rbe0ec52ebb1b4d8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9c91b0f633a4510" /><Relationship Type="http://schemas.openxmlformats.org/officeDocument/2006/relationships/notesMaster" Target="/ppt/notesMasters/notesMaster1.xml" Id="Rc3cbbb89b22e42e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2fdcf7fd69245a8" /><Relationship Type="http://schemas.openxmlformats.org/officeDocument/2006/relationships/notesMaster" Target="/ppt/notesMasters/notesMaster1.xml" Id="R8fd498482b7d4e3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f45a816d9ec4ec3" /><Relationship Type="http://schemas.openxmlformats.org/officeDocument/2006/relationships/notesMaster" Target="/ppt/notesMasters/notesMaster1.xml" Id="R491f28f501c3451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7fd3349cdc14cad" /><Relationship Type="http://schemas.openxmlformats.org/officeDocument/2006/relationships/notesMaster" Target="/ppt/notesMasters/notesMaster1.xml" Id="Rde4262d1244d4bc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204303db6e14403" /><Relationship Type="http://schemas.openxmlformats.org/officeDocument/2006/relationships/notesMaster" Target="/ppt/notesMasters/notesMaster1.xml" Id="Rfc6615a9dfd64e0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da9a389d0794347" /><Relationship Type="http://schemas.openxmlformats.org/officeDocument/2006/relationships/notesMaster" Target="/ppt/notesMasters/notesMaster1.xml" Id="R6f0edbbba20b4e6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a3ec25c486043e9" /><Relationship Type="http://schemas.openxmlformats.org/officeDocument/2006/relationships/notesMaster" Target="/ppt/notesMasters/notesMaster1.xml" Id="Rb63332b348f84a1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3c24a893d9b4ad2" /><Relationship Type="http://schemas.openxmlformats.org/officeDocument/2006/relationships/notesMaster" Target="/ppt/notesMasters/notesMaster1.xml" Id="Rb85d75c0b334472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163516de2d941b0" /><Relationship Type="http://schemas.openxmlformats.org/officeDocument/2006/relationships/notesMaster" Target="/ppt/notesMasters/notesMaster1.xml" Id="R10ccd51689fd477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e2dd8e8f80a4f5a" /><Relationship Type="http://schemas.openxmlformats.org/officeDocument/2006/relationships/notesMaster" Target="/ppt/notesMasters/notesMaster1.xml" Id="Rdbf600d8126649a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41a6e2155ac4376" /><Relationship Type="http://schemas.openxmlformats.org/officeDocument/2006/relationships/notesMaster" Target="/ppt/notesMasters/notesMaster1.xml" Id="Re56eb8a5528245d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c5831e976b2415f" /><Relationship Type="http://schemas.openxmlformats.org/officeDocument/2006/relationships/notesMaster" Target="/ppt/notesMasters/notesMaster1.xml" Id="R0291bdab84ae423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7474dd834e24870" /><Relationship Type="http://schemas.openxmlformats.org/officeDocument/2006/relationships/notesMaster" Target="/ppt/notesMasters/notesMaster1.xml" Id="R27d4a7462a6842f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53c89c5a9bd411e" /><Relationship Type="http://schemas.openxmlformats.org/officeDocument/2006/relationships/notesMaster" Target="/ppt/notesMasters/notesMaster1.xml" Id="R6b663282fa39442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2a3dada20014206" /><Relationship Type="http://schemas.openxmlformats.org/officeDocument/2006/relationships/notesMaster" Target="/ppt/notesMasters/notesMaster1.xml" Id="Re3f358e7e73c47b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3c7786e198444f1" /><Relationship Type="http://schemas.openxmlformats.org/officeDocument/2006/relationships/notesMaster" Target="/ppt/notesMasters/notesMaster1.xml" Id="R303bc83c656e484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db82cb0d3ad45fe" /><Relationship Type="http://schemas.openxmlformats.org/officeDocument/2006/relationships/notesMaster" Target="/ppt/notesMasters/notesMaster1.xml" Id="R1847d7027f7c404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95ef2b132914632" /><Relationship Type="http://schemas.openxmlformats.org/officeDocument/2006/relationships/notesMaster" Target="/ppt/notesMasters/notesMaster1.xml" Id="R35aff019abd044e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2ac78236c1640d5" /><Relationship Type="http://schemas.openxmlformats.org/officeDocument/2006/relationships/notesMaster" Target="/ppt/notesMasters/notesMaster1.xml" Id="R331e1b5c70b446d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4efb2e7dbac4d98" /><Relationship Type="http://schemas.openxmlformats.org/officeDocument/2006/relationships/notesMaster" Target="/ppt/notesMasters/notesMaster1.xml" Id="R1817a03dcda64c7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82e264f567c49e3" /><Relationship Type="http://schemas.openxmlformats.org/officeDocument/2006/relationships/notesMaster" Target="/ppt/notesMasters/notesMaster1.xml" Id="R27893bd433944d5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056fb92ba5042d7" /><Relationship Type="http://schemas.openxmlformats.org/officeDocument/2006/relationships/notesMaster" Target="/ppt/notesMasters/notesMaster1.xml" Id="R06d2a9b1fd1e45c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670c9c0d1a54a78" /><Relationship Type="http://schemas.openxmlformats.org/officeDocument/2006/relationships/notesMaster" Target="/ppt/notesMasters/notesMaster1.xml" Id="R11fec9d16c594b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You decide what information the model receives for its next step. A larger context window does not establish that every available piece of information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Context engineering selects, organizes, and maintains instructions, task state, evidence, tool results, and useful history. Prompt engineering focuses on the instructions within that wider set. A coding agent combines repository instructions, relevant files, and test output to decide what to do next.</a:t>
            </a:r>
          </a:p>
          <a:p xmlns:a="http://schemas.openxmlformats.org/drawingml/2006/main">
            <a:r>
              <a:t/>
            </a:r>
          </a:p>
          <a:p xmlns:a="http://schemas.openxmlformats.org/drawingml/2006/main">
            <a:r>
              <a:rPr b="0"/>
              <a:t>RAG retrieves relevant information and supplies it to the model. That can mean authorized internal records. It does not require open-web access.</a:t>
            </a:r>
          </a:p>
          <a:p xmlns:a="http://schemas.openxmlformats.org/drawingml/2006/main">
            <a:r>
              <a:t/>
            </a:r>
          </a:p>
          <a:p xmlns:a="http://schemas.openxmlformats.org/drawingml/2006/main">
            <a:r>
              <a:rPr b="0"/>
              <a:t>A missing passage, stale version, or lost qualification can change the basis of the answer. More text does not establish better evidence. Inspect what reached the model and what was left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what belongs in the next step? Preserve relevant detail and uncertainty, while removing repetition that adds no evidence. A summary saves space but can lose meaning, so retain access to the source.</a:t>
            </a:r>
          </a:p>
          <a:p xmlns:a="http://schemas.openxmlformats.org/drawingml/2006/main">
            <a:r>
              <a:t/>
            </a:r>
          </a:p>
          <a:p xmlns:a="http://schemas.openxmlformats.org/drawingml/2006/main">
            <a:r>
              <a:rPr b="0"/>
              <a:t>Second, how will retrieval find it? Keyword search matches terms and identifiers. Semantic search uses similarity of meaning and can help when wording differs, while still missing an exact identifier. Hybrid retrieval combines the signals and adds result-merging work. Use direct lookup when the source is known. Compare the approaches on the evidence your tasks need.</a:t>
            </a:r>
          </a:p>
          <a:p xmlns:a="http://schemas.openxmlformats.org/drawingml/2006/main">
            <a:r>
              <a:t/>
            </a:r>
          </a:p>
          <a:p xmlns:a="http://schemas.openxmlformats.org/drawingml/2006/main">
            <a:r>
              <a:rPr b="0"/>
              <a:t>Third, what persists? Compaction summarizes the current conversation. Persistent memory can retain selected information across sessions. Both need decisions about freshness and what must survive. Keep important constraints, unresolved questions, and source references. Stable prefixes may help caching, but correctness and access take priority over those savings.</a:t>
            </a:r>
          </a:p>
          <a:p xmlns:a="http://schemas.openxmlformats.org/drawingml/2006/main">
            <a:r>
              <a:t/>
            </a:r>
          </a:p>
          <a:p xmlns:a="http://schemas.openxmlformats.org/drawingml/2006/main">
            <a:r>
              <a:rPr b="0"/>
              <a:t>Fourth, provenance and scope. Keep document identity, revision, and source location attached to evidence. Enforce the user's access outside the model. A user's permission to read a record does not establish that every processing service may receive it.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context without curating it.</a:t>
            </a:r>
            <a:r>
              <a:rPr b="0"/>
              <a:t> Inspect retrieval coverage, summaries, and source freshness as records change. Repeated copies do not create independent evidence, and findings from one case must not drift into another.</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FRB-042-BRF revision one, slide six, says bearing wear is a possible cause. The later minutes, FRB-042-MIN revision two, section three, leave the cause unresolved and require inspection. These are different documents, with distinct identities and source locations.</a:t>
            </a:r>
          </a:p>
          <a:p xmlns:a="http://schemas.openxmlformats.org/drawingml/2006/main">
            <a:r>
              <a:t/>
            </a:r>
          </a:p>
          <a:p xmlns:a="http://schemas.openxmlformats.org/drawingml/2006/main">
            <a:r>
              <a:rPr b="0"/>
              <a:t>Retrieve both relevant passages. Keep the unresolved cause and outstanding inspection in any working summary. When comparing other boards, keep their established findings attached to their own cases. Refresh versions and access before finalizing the brief. Missing, unreadable, or inaccessible evidence becomes an explicit limitation.</a:t>
            </a:r>
          </a:p>
          <a:p xmlns:a="http://schemas.openxmlformats.org/drawingml/2006/main">
            <a:r>
              <a:t/>
            </a:r>
          </a:p>
          <a:p xmlns:a="http://schemas.openxmlformats.org/drawingml/2006/main">
            <a:r>
              <a:rPr b="0"/>
              <a:t>The approved-processing constraint also applies to the services preparing this context. Focused evidence is a design to evaluate with the available model, not a promise that it removes every capability limit.</a:t>
            </a:r>
          </a:p>
          <a:p xmlns:a="http://schemas.openxmlformats.org/drawingml/2006/main">
            <a:r>
              <a:t/>
            </a:r>
          </a:p>
          <a:p xmlns:a="http://schemas.openxmlformats.org/drawingml/2006/main">
            <a:r>
              <a:rPr b="0"/>
              <a:t>The next question is how the system obtains information and acts on it. That is the tool contract.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APIs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multiple agents before trying a workflow.</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Using a generic judge without error analysis or result checks.</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AgentOps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AgentOps means operating agentic systems with observability, enforced controls, and accountable response.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Combining private data, untrusted content, and outbound access without reviewing the risk.</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e27d6bfd9542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2da5c9363e44432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41fabff6f5a344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C1841091-C5E2-4A69-9EB7-A4662C81B66A}"/>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2f68f73a154e06" /><Relationship Type="http://schemas.openxmlformats.org/officeDocument/2006/relationships/slideLayout" Target="/ppt/slideLayouts/slideLayout1.xml" Id="R307a5db38cb1489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64a34a99f454118" /><Relationship Type="http://schemas.openxmlformats.org/officeDocument/2006/relationships/slideLayout" Target="/ppt/slideLayouts/slideLayout2.xml" Id="R8a25efba86f3472f" /><Relationship Type="http://schemas.openxmlformats.org/officeDocument/2006/relationships/slideLayout" Target="/ppt/slideLayouts/slideLayout3.xml" Id="R3b41b5bfba1449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7a5db38cb1489c"/>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8a25efba86f3472f"/>
    <p:sldLayoutId xmlns:r="http://schemas.openxmlformats.org/officeDocument/2006/relationships" id="2147483652" r:id="R3b41b5bfba1449d5"/>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0b1e9f7b9964538" /><Relationship Type="http://schemas.openxmlformats.org/officeDocument/2006/relationships/notesSlide" Target="/ppt/notesSlides/notesSlide1.xml" Id="R2ffbae4b492b40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ff15b584dbe421e" /><Relationship Type="http://schemas.openxmlformats.org/officeDocument/2006/relationships/image" Target="/ppt/media/image.png" Id="Red8d4be7c5ee4703" /><Relationship Type="http://schemas.openxmlformats.org/officeDocument/2006/relationships/notesSlide" Target="/ppt/notesSlides/notesSlide2.xml" Id="Rbab61331331f49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ff6489c401d4c39" /><Relationship Type="http://schemas.openxmlformats.org/officeDocument/2006/relationships/notesSlide" Target="/ppt/notesSlides/notesSlide3.xml" Id="R5c77ac6f2f9548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e586ee9565d4c4a" /><Relationship Type="http://schemas.openxmlformats.org/officeDocument/2006/relationships/notesSlide" Target="/ppt/notesSlides/notesSlide4.xml" Id="Ra35c94a6927e47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0fc5d62ec3644a7" /><Relationship Type="http://schemas.openxmlformats.org/officeDocument/2006/relationships/notesSlide" Target="/ppt/notesSlides/notesSlide5.xml" Id="R6ed722d9441d46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b06e6b61b0f41c3" /><Relationship Type="http://schemas.openxmlformats.org/officeDocument/2006/relationships/notesSlide" Target="/ppt/notesSlides/notesSlide6.xml" Id="R963994aaafc44d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6c0a130fc654b9f" /><Relationship Type="http://schemas.openxmlformats.org/officeDocument/2006/relationships/notesSlide" Target="/ppt/notesSlides/notesSlide7.xml" Id="R27dd92690fc44b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fbdd82c256448a5" /><Relationship Type="http://schemas.openxmlformats.org/officeDocument/2006/relationships/notesSlide" Target="/ppt/notesSlides/notesSlide8.xml" Id="R00847c6330dd4b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e51e50e586143a0" /><Relationship Type="http://schemas.openxmlformats.org/officeDocument/2006/relationships/notesSlide" Target="/ppt/notesSlides/notesSlide9.xml" Id="Ra57de2bb240345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0d56b0875014da0" /><Relationship Type="http://schemas.openxmlformats.org/officeDocument/2006/relationships/image" Target="/ppt/media/image2.png" Id="R4f20b06ade004509" /><Relationship Type="http://schemas.openxmlformats.org/officeDocument/2006/relationships/notesSlide" Target="/ppt/notesSlides/notesSlide10.xml" Id="Rc069b62f46bf4b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2ec9a33cc814c1e" /><Relationship Type="http://schemas.openxmlformats.org/officeDocument/2006/relationships/image" Target="/ppt/media/image3.png" Id="R727251fc2b4d4e3e" /><Relationship Type="http://schemas.openxmlformats.org/officeDocument/2006/relationships/notesSlide" Target="/ppt/notesSlides/notesSlide11.xml" Id="Rb6e2f648ba9e42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8fe7d56a8634ecb" /><Relationship Type="http://schemas.openxmlformats.org/officeDocument/2006/relationships/image" Target="/ppt/media/image4.png" Id="R858e64641e8e43ef" /><Relationship Type="http://schemas.openxmlformats.org/officeDocument/2006/relationships/notesSlide" Target="/ppt/notesSlides/notesSlide12.xml" Id="R4c3a5f99277343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ed6eef384be413d" /><Relationship Type="http://schemas.openxmlformats.org/officeDocument/2006/relationships/image" Target="/ppt/media/image5.png" Id="R2a6663ec4f864f2d" /><Relationship Type="http://schemas.openxmlformats.org/officeDocument/2006/relationships/notesSlide" Target="/ppt/notesSlides/notesSlide13.xml" Id="Rf2c8a11f37bf42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0a0367c0aa8c46f7" /><Relationship Type="http://schemas.openxmlformats.org/officeDocument/2006/relationships/image" Target="/ppt/media/image6.png" Id="Re78fb11c660e4ab6" /><Relationship Type="http://schemas.openxmlformats.org/officeDocument/2006/relationships/notesSlide" Target="/ppt/notesSlides/notesSlide14.xml" Id="R8be8fec588e442c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8a6e2d2212a4c58" /><Relationship Type="http://schemas.openxmlformats.org/officeDocument/2006/relationships/image" Target="/ppt/media/image7.png" Id="Rfb207048277e44c8" /><Relationship Type="http://schemas.openxmlformats.org/officeDocument/2006/relationships/notesSlide" Target="/ppt/notesSlides/notesSlide15.xml" Id="Reaf18d7c55c640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155e9b1a0934478" /><Relationship Type="http://schemas.openxmlformats.org/officeDocument/2006/relationships/image" Target="/ppt/media/image8.png" Id="R4ffc0f4590f6426a" /><Relationship Type="http://schemas.openxmlformats.org/officeDocument/2006/relationships/image" Target="/ppt/media/image9.png" Id="R370a8b156acf4958" /><Relationship Type="http://schemas.openxmlformats.org/officeDocument/2006/relationships/notesSlide" Target="/ppt/notesSlides/notesSlide16.xml" Id="R29c0e0f171d648c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aec0e1f2ac3443ef" /><Relationship Type="http://schemas.openxmlformats.org/officeDocument/2006/relationships/image" Target="/ppt/media/image10.png" Id="R77e31775ce8247a3" /><Relationship Type="http://schemas.openxmlformats.org/officeDocument/2006/relationships/notesSlide" Target="/ppt/notesSlides/notesSlide17.xml" Id="R0060ff1dbcce4f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204084d9ff7e43fa" /><Relationship Type="http://schemas.openxmlformats.org/officeDocument/2006/relationships/image" Target="/ppt/media/image11.png" Id="R40d89b57c8ae4ad5" /><Relationship Type="http://schemas.openxmlformats.org/officeDocument/2006/relationships/notesSlide" Target="/ppt/notesSlides/notesSlide18.xml" Id="R49286ea78dd348e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751d3780a0b14416" /><Relationship Type="http://schemas.openxmlformats.org/officeDocument/2006/relationships/image" Target="/ppt/media/image12.png" Id="Rf27e3b6010fb4c44" /><Relationship Type="http://schemas.openxmlformats.org/officeDocument/2006/relationships/notesSlide" Target="/ppt/notesSlides/notesSlide19.xml" Id="Rf33433541b5444d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1561155e50614d2d" /><Relationship Type="http://schemas.openxmlformats.org/officeDocument/2006/relationships/image" Target="/ppt/media/image13.png" Id="R3c839cfbe7924e90" /><Relationship Type="http://schemas.openxmlformats.org/officeDocument/2006/relationships/notesSlide" Target="/ppt/notesSlides/notesSlide20.xml" Id="R95d3373182d642a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9ea897bd4fa94106" /><Relationship Type="http://schemas.openxmlformats.org/officeDocument/2006/relationships/image" Target="/ppt/media/image14.png" Id="R1eca1771ce264402" /><Relationship Type="http://schemas.openxmlformats.org/officeDocument/2006/relationships/image" Target="/ppt/media/image15.png" Id="R178ff0335dd34aa7" /><Relationship Type="http://schemas.openxmlformats.org/officeDocument/2006/relationships/notesSlide" Target="/ppt/notesSlides/notesSlide21.xml" Id="R8730b37e5023429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bc837f6d75884637" /><Relationship Type="http://schemas.openxmlformats.org/officeDocument/2006/relationships/image" Target="/ppt/media/image16.png" Id="Rb3ee4d128c814cca" /><Relationship Type="http://schemas.openxmlformats.org/officeDocument/2006/relationships/notesSlide" Target="/ppt/notesSlides/notesSlide22.xml" Id="Ra70994408970496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9347c84316ba4043" /><Relationship Type="http://schemas.openxmlformats.org/officeDocument/2006/relationships/image" Target="/ppt/media/image17.png" Id="R09338969f2854032" /><Relationship Type="http://schemas.openxmlformats.org/officeDocument/2006/relationships/notesSlide" Target="/ppt/notesSlides/notesSlide23.xml" Id="R368a6ea1e9ce421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ff0449621f454780" /><Relationship Type="http://schemas.openxmlformats.org/officeDocument/2006/relationships/image" Target="/ppt/media/image18.png" Id="R310ecf22c3b64a21" /><Relationship Type="http://schemas.openxmlformats.org/officeDocument/2006/relationships/notesSlide" Target="/ppt/notesSlides/notesSlide24.xml" Id="Rb670d3bfb171445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8930d7bb636b4ff4" /><Relationship Type="http://schemas.openxmlformats.org/officeDocument/2006/relationships/image" Target="/ppt/media/image19.png" Id="R8329444fa7964eef" /><Relationship Type="http://schemas.openxmlformats.org/officeDocument/2006/relationships/notesSlide" Target="/ppt/notesSlides/notesSlide25.xml" Id="R6878f18a49854a5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6924a273a30341f3" /><Relationship Type="http://schemas.openxmlformats.org/officeDocument/2006/relationships/image" Target="/ppt/media/image20.png" Id="Rcf4cc6a819ec460e" /><Relationship Type="http://schemas.openxmlformats.org/officeDocument/2006/relationships/image" Target="/ppt/media/image21.png" Id="R3c9d009367da461f" /><Relationship Type="http://schemas.openxmlformats.org/officeDocument/2006/relationships/notesSlide" Target="/ppt/notesSlides/notesSlide26.xml" Id="R6d300a0257f0441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a769166cedbd4c0b" /><Relationship Type="http://schemas.openxmlformats.org/officeDocument/2006/relationships/image" Target="/ppt/media/image22.png" Id="R524cc51510b14922" /><Relationship Type="http://schemas.openxmlformats.org/officeDocument/2006/relationships/notesSlide" Target="/ppt/notesSlides/notesSlide27.xml" Id="R1c3ac686b5a64bf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d41df41832e84180" /><Relationship Type="http://schemas.openxmlformats.org/officeDocument/2006/relationships/image" Target="/ppt/media/image23.png" Id="R282d7faf43e8440f" /><Relationship Type="http://schemas.openxmlformats.org/officeDocument/2006/relationships/notesSlide" Target="/ppt/notesSlides/notesSlide28.xml" Id="Rc50b0e358dd4469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6070a2d766114e53" /><Relationship Type="http://schemas.openxmlformats.org/officeDocument/2006/relationships/image" Target="/ppt/media/image24.png" Id="R086adb92e8eb4015" /><Relationship Type="http://schemas.openxmlformats.org/officeDocument/2006/relationships/notesSlide" Target="/ppt/notesSlides/notesSlide29.xml" Id="R6d65914881bc4a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9170ed882a5f491e" /><Relationship Type="http://schemas.openxmlformats.org/officeDocument/2006/relationships/image" Target="/ppt/media/image25.png" Id="Rad3ab5b9ee9f42ed" /><Relationship Type="http://schemas.openxmlformats.org/officeDocument/2006/relationships/notesSlide" Target="/ppt/notesSlides/notesSlide30.xml" Id="R6801e13cd3e646d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fb6da52681e646c9" /><Relationship Type="http://schemas.openxmlformats.org/officeDocument/2006/relationships/image" Target="/ppt/media/image26.png" Id="Rbadcaaa08ea84168" /><Relationship Type="http://schemas.openxmlformats.org/officeDocument/2006/relationships/image" Target="/ppt/media/image27.png" Id="R0280b04560684c88" /><Relationship Type="http://schemas.openxmlformats.org/officeDocument/2006/relationships/notesSlide" Target="/ppt/notesSlides/notesSlide31.xml" Id="R9f8f1d4c146a436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881bc60598a1483d" /><Relationship Type="http://schemas.openxmlformats.org/officeDocument/2006/relationships/image" Target="/ppt/media/image28.png" Id="R9e71573a52b949e2" /><Relationship Type="http://schemas.openxmlformats.org/officeDocument/2006/relationships/notesSlide" Target="/ppt/notesSlides/notesSlide32.xml" Id="R95a995876881467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0a74b1cefb224f74" /><Relationship Type="http://schemas.openxmlformats.org/officeDocument/2006/relationships/image" Target="/ppt/media/image29.png" Id="R2d08337eabb6400e" /><Relationship Type="http://schemas.openxmlformats.org/officeDocument/2006/relationships/notesSlide" Target="/ppt/notesSlides/notesSlide33.xml" Id="Rf3b5af7f448d40c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088b7ec53e8941da" /><Relationship Type="http://schemas.openxmlformats.org/officeDocument/2006/relationships/image" Target="/ppt/media/image30.png" Id="Rbc3980254e994383" /><Relationship Type="http://schemas.openxmlformats.org/officeDocument/2006/relationships/notesSlide" Target="/ppt/notesSlides/notesSlide34.xml" Id="Rdbdbe2dd6a5c432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ffa031c1ad864012" /><Relationship Type="http://schemas.openxmlformats.org/officeDocument/2006/relationships/image" Target="/ppt/media/image31.png" Id="Raa00c01d51dc4e20" /><Relationship Type="http://schemas.openxmlformats.org/officeDocument/2006/relationships/notesSlide" Target="/ppt/notesSlides/notesSlide35.xml" Id="R0bd4b5eb5a1d4cd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90b47c811d964a64" /><Relationship Type="http://schemas.openxmlformats.org/officeDocument/2006/relationships/image" Target="/ppt/media/image32.png" Id="Ra811a3eb29e64db6" /><Relationship Type="http://schemas.openxmlformats.org/officeDocument/2006/relationships/image" Target="/ppt/media/image33.png" Id="R628e5e3355094a7e" /><Relationship Type="http://schemas.openxmlformats.org/officeDocument/2006/relationships/notesSlide" Target="/ppt/notesSlides/notesSlide36.xml" Id="Rd42c4c3a3d644bd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82fb3f7a61e6450d" /><Relationship Type="http://schemas.openxmlformats.org/officeDocument/2006/relationships/image" Target="/ppt/media/image34.png" Id="R006dec2223314b49" /><Relationship Type="http://schemas.openxmlformats.org/officeDocument/2006/relationships/notesSlide" Target="/ppt/notesSlides/notesSlide37.xml" Id="Rbdbb8006e11f4df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0260b32de1b14d76" /><Relationship Type="http://schemas.openxmlformats.org/officeDocument/2006/relationships/image" Target="/ppt/media/image35.png" Id="Reaece87d94334456" /><Relationship Type="http://schemas.openxmlformats.org/officeDocument/2006/relationships/notesSlide" Target="/ppt/notesSlides/notesSlide38.xml" Id="R25a4709d92674c4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9c122439ce7249d8" /><Relationship Type="http://schemas.openxmlformats.org/officeDocument/2006/relationships/image" Target="/ppt/media/image36.png" Id="Rb752d0ffc1b744c8" /><Relationship Type="http://schemas.openxmlformats.org/officeDocument/2006/relationships/notesSlide" Target="/ppt/notesSlides/notesSlide39.xml" Id="Re344b5488c614bf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4b7d9c6317934144" /><Relationship Type="http://schemas.openxmlformats.org/officeDocument/2006/relationships/image" Target="/ppt/media/image37.png" Id="Re6e35b441d69446a" /><Relationship Type="http://schemas.openxmlformats.org/officeDocument/2006/relationships/notesSlide" Target="/ppt/notesSlides/notesSlide40.xml" Id="Rf8008277af59492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dce444c35bf14dd0" /><Relationship Type="http://schemas.openxmlformats.org/officeDocument/2006/relationships/image" Target="/ppt/media/image38.png" Id="R20db51810f2045ce" /><Relationship Type="http://schemas.openxmlformats.org/officeDocument/2006/relationships/image" Target="/ppt/media/image39.png" Id="R2dad293969a4435b" /><Relationship Type="http://schemas.openxmlformats.org/officeDocument/2006/relationships/notesSlide" Target="/ppt/notesSlides/notesSlide41.xml" Id="Rd59e9d05c658439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a6bf14cb7f024d4e" /><Relationship Type="http://schemas.openxmlformats.org/officeDocument/2006/relationships/image" Target="/ppt/media/image40.png" Id="R0011dffa09e241e1" /><Relationship Type="http://schemas.openxmlformats.org/officeDocument/2006/relationships/notesSlide" Target="/ppt/notesSlides/notesSlide42.xml" Id="R5d71963ce5a6483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40939dc38dcb44a4" /><Relationship Type="http://schemas.openxmlformats.org/officeDocument/2006/relationships/image" Target="/ppt/media/image41.png" Id="R169761829f2a4f28" /><Relationship Type="http://schemas.openxmlformats.org/officeDocument/2006/relationships/notesSlide" Target="/ppt/notesSlides/notesSlide43.xml" Id="Rc4913e8ab2a84a2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2423ceba3c0c4550" /><Relationship Type="http://schemas.openxmlformats.org/officeDocument/2006/relationships/image" Target="/ppt/media/image42.png" Id="R7eb49391719b4fb2" /><Relationship Type="http://schemas.openxmlformats.org/officeDocument/2006/relationships/notesSlide" Target="/ppt/notesSlides/notesSlide44.xml" Id="Re2c1252697634f7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fe1b2284e0754383" /><Relationship Type="http://schemas.openxmlformats.org/officeDocument/2006/relationships/image" Target="/ppt/media/image43.png" Id="R52749be9c2ab4e3b" /><Relationship Type="http://schemas.openxmlformats.org/officeDocument/2006/relationships/notesSlide" Target="/ppt/notesSlides/notesSlide45.xml" Id="R8f09fd4cc4904dc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656da7abdfc64c30" /><Relationship Type="http://schemas.openxmlformats.org/officeDocument/2006/relationships/image" Target="/ppt/media/image44.png" Id="Rd9b56959fa994691" /><Relationship Type="http://schemas.openxmlformats.org/officeDocument/2006/relationships/notesSlide" Target="/ppt/notesSlides/notesSlide46.xml" Id="R156ad8ad39424bd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204aec27a7ed4833" /><Relationship Type="http://schemas.openxmlformats.org/officeDocument/2006/relationships/notesSlide" Target="/ppt/notesSlides/notesSlide47.xml" Id="R59797a1b48b2468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c50bc5774051466e" /><Relationship Type="http://schemas.openxmlformats.org/officeDocument/2006/relationships/image" Target="/ppt/media/image45.png" Id="Rf275c1561ee94dd8" /><Relationship Type="http://schemas.openxmlformats.org/officeDocument/2006/relationships/notesSlide" Target="/ppt/notesSlides/notesSlide48.xml" Id="R5b11a49b5c0143b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ed89b3ddb2654f2a" /><Relationship Type="http://schemas.openxmlformats.org/officeDocument/2006/relationships/image" Target="/ppt/media/image46.png" Id="R8332001e352f4b37" /><Relationship Type="http://schemas.openxmlformats.org/officeDocument/2006/relationships/notesSlide" Target="/ppt/notesSlides/notesSlide49.xml" Id="R8cb373de52fd47a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ca5f947dc962406e" /><Relationship Type="http://schemas.openxmlformats.org/officeDocument/2006/relationships/notesSlide" Target="/ppt/notesSlides/notesSlide50.xml" Id="R887b963236a4447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2d5371b41827497c" /><Relationship Type="http://schemas.openxmlformats.org/officeDocument/2006/relationships/image" Target="/ppt/media/image47.png" Id="Ra67950a16cfc4581" /><Relationship Type="http://schemas.openxmlformats.org/officeDocument/2006/relationships/notesSlide" Target="/ppt/notesSlides/notesSlide51.xml" Id="Rb6e13e8a120a4a7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b0f43e81b4894683" /><Relationship Type="http://schemas.openxmlformats.org/officeDocument/2006/relationships/image" Target="/ppt/media/image47.png" Id="R7b53a1e2d1024cc4" /><Relationship Type="http://schemas.openxmlformats.org/officeDocument/2006/relationships/notesSlide" Target="/ppt/notesSlides/notesSlide52.xml" Id="Rbf2f645a320542c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65d183b6d6ae4e29" /><Relationship Type="http://schemas.openxmlformats.org/officeDocument/2006/relationships/notesSlide" Target="/ppt/notesSlides/notesSlide53.xml" Id="R4ac3a93890864d1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8f7d28acf9ab4f85" /><Relationship Type="http://schemas.openxmlformats.org/officeDocument/2006/relationships/notesSlide" Target="/ppt/notesSlides/notesSlide54.xml" Id="Re01fdcccee4e4571"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B07BB58A-F17F-43BD-BE63-CD22732B96CE}"/>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26EC17A9-2821-4AFA-9880-AAC40CBE985F}"/>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3C01B466-2228-485B-84AB-3182DF4993CD}"/>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247FDBF7-0D0C-43AC-8269-134D6531CBF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982689976"/>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ed8d4be7c5ee4703"/>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C8BBA56C-DC5E-4B8A-BEC5-ADC549701574}"/>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C881ED85-74E8-4296-AA19-365C882F3C8B}"/>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DAB64320-A1E7-4BF7-AA94-C76E7FC86436}"/>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A88E54B9-1CE2-4A86-AF30-063C5990D4F5}"/>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55FADC15-99F0-46FE-BC71-85ACCDCA640B}"/>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61597B93-20AB-4960-B49B-1F488745448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520755513"/>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0D51BB14-0784-474D-896B-5D977848E0D1}"/>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EFAF2900-366B-4D38-B7F5-38C49A6D59E1}"/>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73DC7706-0A44-4EE0-B3F6-6CF93A09A55E}"/>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9E74BEFA-0B3C-48F5-8503-AECF128AFDD9}"/>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0FE1B22A-DE05-426C-85F7-BBD3D0315620}"/>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AA8526C6-3147-4B9D-ACFD-156E674CC01B}"/>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015581DD-8C66-4002-A28E-4F21216C0F4A}"/>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EDC3E065-4D12-4814-9351-99BCF77E4715}"/>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A77CDF13-256C-4DF1-8507-493791FF324B}"/>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E3AEE7C5-8CE9-4C87-B77B-A95801C71848}"/>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4F54DD0B-33A6-457F-A8A4-8C5E7DBACDD5}"/>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41D2ED94-9644-44B0-88A8-80C8D630D90A}"/>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97691F46-DFFA-4175-B463-D6CCC14C3261}"/>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76E162E6-91B3-4A87-B36A-B76B74F662E0}"/>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FCCEC9DA-9B60-4D88-BEE1-F4D00A4B8D02}"/>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B025FFAC-1626-4101-98B7-08273268A0C3}"/>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1EAFD3FC-7A18-42EA-8ABA-39BEECDB562F}"/>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D9CA38DB-C99A-4C76-9F5A-EED63FB5F28D}"/>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EDF826A8-82FD-47DC-A16F-0E9C4155D03E}"/>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E9C63B2F-BB8C-413F-86D8-E9F792AECF21}"/>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D9A08FBF-AD2D-4DD1-B6F8-AC6988D6BCAE}"/>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530B0390-5280-4919-8632-B41045A7662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3211867258"/>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EE844F4A-9EF9-4C8F-953E-77A2CB9C80FD}"/>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5772E033-6C5B-4A06-96D9-18F1A5097FDE}"/>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F3B05BBD-7A28-4091-B170-88371FEAEDE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C7D876C2-8F0F-4F37-83EB-242E87208B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221186960"/>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1236DF7A-8867-4FF4-8939-BA83D415D375}"/>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B69036C7-87C6-4777-8AF0-F69B89BF8508}"/>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E37843F1-0285-439C-88A5-6FEDE80553C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766707096"/>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4E0E127D-71C4-4968-96B7-2F4228344CEB}"/>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B9899774-877B-4D2C-BBC5-37E4274419AE}"/>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31D528E5-3A7F-47A3-9AF4-B6467284CAA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218378089"/>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43ED52D1-D39B-4075-B772-625BE5D78D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106640370"/>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87A6411D-BC9B-4330-88D6-2A430DF01A58}"/>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C96F01CE-85D6-47C6-8CC8-BF93D7F81504}"/>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5F119C4E-8F4F-4B95-B29F-C323A8C414EE}"/>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E14C33FF-3643-4350-AB4F-6098E455FED5}"/>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9531BC68-E00C-4302-AEE6-B9088A45D744}"/>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6F8A3EDE-BA9C-4B8E-B232-52131527EC28}"/>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9F9B8BBB-FD43-488C-92EF-D0FC59A2EA86}"/>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41D82634-FCDD-45B7-8739-DD7A5BDABFBB}"/>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BEB4A516-DDC3-437D-A1AC-CA9A20AD27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935390761"/>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F357AA4E-8ABB-479B-B810-E2B152FCADF0}"/>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111B3F89-5B7A-48D6-8C76-537860128A21}"/>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05656C3A-A333-49A1-8147-13830F00A35C}"/>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0C9E7112-0DA9-4220-A60F-175AF75C4F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767042276"/>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4f20b06ade00450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35290276-9E8C-48A3-A392-6BE7316B247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874954087"/>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727251fc2b4d4e3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2AE2BF8E-4FCF-45A3-8CC6-BDC6F3FDFC2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64235848"/>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858e64641e8e43e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D62202FB-9E9C-4A21-B0CB-B8B7B83D7B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045098414"/>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2a6663ec4f864f2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CF3E5AF9-8B41-402A-84EB-567E79327A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133246605"/>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e78fb11c660e4ab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3A9CA50B-9D0B-47D8-929A-D9D193729F0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150790393"/>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fb207048277e44c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0F00DF5A-DE5C-401F-BF51-1B5404F7E0C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218742801"/>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11B0E007-3DEF-41A8-B923-381F1D0A60E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4ffc0f4590f6426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3E5D05F8-6493-4ECD-9D36-5815BC5CEF4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028165D7-D4AB-4ECE-82C2-E555B7E1EAD7}"/>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209DC60D-D100-4510-8E81-E74F80A834D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C8E44C9F-02DC-4E31-92B9-774EF9DF3EE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370a8b156acf495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3DE11C82-F4C6-4114-B54C-6CF4A54CED4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636364212"/>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98DAFCB8-A4F2-4A4F-A932-4455C4626D0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77e31775ce8247a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7075F66D-6885-4AA3-A590-925310C2B5A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82" name="header-divider">
            <a:extLst xmlns:a="http://schemas.openxmlformats.org/drawingml/2006/main">
              <a:ext uri="{FF2B5EF4-FFF2-40B4-BE49-F238E27FC236}">
                <a16:creationId xmlns:a16="http://schemas.microsoft.com/office/drawing/2014/main" id="{BD8734CF-ED0C-4C55-8A0F-06E99DD9536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E512BBF6-DF31-4458-B70F-975FE1DC9468}"/>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84" name="11-text-2">
            <a:extLst xmlns:a="http://schemas.openxmlformats.org/drawingml/2006/main">
              <a:ext uri="{FF2B5EF4-FFF2-40B4-BE49-F238E27FC236}">
                <a16:creationId xmlns:a16="http://schemas.microsoft.com/office/drawing/2014/main" id="{C7383FC1-D73A-4A13-812C-83265A7BA1F4}"/>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85" name="11-text-3">
            <a:extLst xmlns:a="http://schemas.openxmlformats.org/drawingml/2006/main">
              <a:ext uri="{FF2B5EF4-FFF2-40B4-BE49-F238E27FC236}">
                <a16:creationId xmlns:a16="http://schemas.microsoft.com/office/drawing/2014/main" id="{198AEF58-CD1A-4BDF-9B89-A701061C3CC4}"/>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86" name="11-text-4">
            <a:extLst xmlns:a="http://schemas.openxmlformats.org/drawingml/2006/main">
              <a:ext uri="{FF2B5EF4-FFF2-40B4-BE49-F238E27FC236}">
                <a16:creationId xmlns:a16="http://schemas.microsoft.com/office/drawing/2014/main" id="{1F7BC79A-77C7-4AAE-9C94-71C71AF828AF}"/>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87" name="11-text-5">
            <a:extLst xmlns:a="http://schemas.openxmlformats.org/drawingml/2006/main">
              <a:ext uri="{FF2B5EF4-FFF2-40B4-BE49-F238E27FC236}">
                <a16:creationId xmlns:a16="http://schemas.microsoft.com/office/drawing/2014/main" id="{ED3A03F9-489A-44F5-A7A3-A04F05C5CFD2}"/>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88" name="11-text-6">
            <a:extLst xmlns:a="http://schemas.openxmlformats.org/drawingml/2006/main">
              <a:ext uri="{FF2B5EF4-FFF2-40B4-BE49-F238E27FC236}">
                <a16:creationId xmlns:a16="http://schemas.microsoft.com/office/drawing/2014/main" id="{C8EEC021-47E0-482E-9416-0A9E823418F6}"/>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89" name="11-line-8">
            <a:extLst xmlns:a="http://schemas.openxmlformats.org/drawingml/2006/main">
              <a:ext uri="{FF2B5EF4-FFF2-40B4-BE49-F238E27FC236}">
                <a16:creationId xmlns:a16="http://schemas.microsoft.com/office/drawing/2014/main" id="{3886C15D-6A84-4E74-9BCA-A3511351589D}"/>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0" name="11-line-10">
            <a:extLst xmlns:a="http://schemas.openxmlformats.org/drawingml/2006/main">
              <a:ext uri="{FF2B5EF4-FFF2-40B4-BE49-F238E27FC236}">
                <a16:creationId xmlns:a16="http://schemas.microsoft.com/office/drawing/2014/main" id="{F161FB24-D49B-4A05-BE9A-2710DE5F712B}"/>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1" name="11-text-11">
            <a:extLst xmlns:a="http://schemas.openxmlformats.org/drawingml/2006/main">
              <a:ext uri="{FF2B5EF4-FFF2-40B4-BE49-F238E27FC236}">
                <a16:creationId xmlns:a16="http://schemas.microsoft.com/office/drawing/2014/main" id="{31B8B241-8BEB-41B7-B870-DD101382E47D}"/>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92" name="11-text-12">
            <a:extLst xmlns:a="http://schemas.openxmlformats.org/drawingml/2006/main">
              <a:ext uri="{FF2B5EF4-FFF2-40B4-BE49-F238E27FC236}">
                <a16:creationId xmlns:a16="http://schemas.microsoft.com/office/drawing/2014/main" id="{97BC1DE1-2C52-450E-806F-737631841FC8}"/>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93" name="11-text-13">
            <a:extLst xmlns:a="http://schemas.openxmlformats.org/drawingml/2006/main">
              <a:ext uri="{FF2B5EF4-FFF2-40B4-BE49-F238E27FC236}">
                <a16:creationId xmlns:a16="http://schemas.microsoft.com/office/drawing/2014/main" id="{ABFA2B39-A4CD-4F6E-A767-3FD8C4DC67B0}"/>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94" name="11-text-14">
            <a:extLst xmlns:a="http://schemas.openxmlformats.org/drawingml/2006/main">
              <a:ext uri="{FF2B5EF4-FFF2-40B4-BE49-F238E27FC236}">
                <a16:creationId xmlns:a16="http://schemas.microsoft.com/office/drawing/2014/main" id="{B7FDF925-9C9D-4336-A64D-E78D734C89A3}"/>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95" name="11-text-15">
            <a:extLst xmlns:a="http://schemas.openxmlformats.org/drawingml/2006/main">
              <a:ext uri="{FF2B5EF4-FFF2-40B4-BE49-F238E27FC236}">
                <a16:creationId xmlns:a16="http://schemas.microsoft.com/office/drawing/2014/main" id="{E220F8AE-90D6-4541-A6CA-FFFFCE239A99}"/>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96" name="11-text-16">
            <a:extLst xmlns:a="http://schemas.openxmlformats.org/drawingml/2006/main">
              <a:ext uri="{FF2B5EF4-FFF2-40B4-BE49-F238E27FC236}">
                <a16:creationId xmlns:a16="http://schemas.microsoft.com/office/drawing/2014/main" id="{959DFCB0-AE32-4648-9F73-F13796617D72}"/>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97" name="11-text-17">
            <a:extLst xmlns:a="http://schemas.openxmlformats.org/drawingml/2006/main">
              <a:ext uri="{FF2B5EF4-FFF2-40B4-BE49-F238E27FC236}">
                <a16:creationId xmlns:a16="http://schemas.microsoft.com/office/drawing/2014/main" id="{501F8BDE-C8AF-4C9A-A9C9-1F53FEEF6A18}"/>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98" name="narrative-number">
            <a:extLst xmlns:a="http://schemas.openxmlformats.org/drawingml/2006/main">
              <a:ext uri="{FF2B5EF4-FFF2-40B4-BE49-F238E27FC236}">
                <a16:creationId xmlns:a16="http://schemas.microsoft.com/office/drawing/2014/main" id="{9E913C51-CC0C-42F6-981A-9C3BD1685B7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727164460"/>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D94FBFEE-3A42-44DC-B70E-EA7041E5023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11" name="mini-map"/>
          <p:cNvPicPr>
            <a:picLocks xmlns:a="http://schemas.openxmlformats.org/drawingml/2006/main" noChangeAspect="1"/>
          </p:cNvPicPr>
          <p:nvPr/>
        </p:nvPicPr>
        <p:blipFill>
          <a:blip xmlns:r="http://schemas.openxmlformats.org/officeDocument/2006/relationships" xmlns:a="http://schemas.openxmlformats.org/drawingml/2006/main" r:embed="R40d89b57c8ae4ad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572D760F-A17D-4E1B-9D1D-2DBD734026B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02" name="header-divider">
            <a:extLst xmlns:a="http://schemas.openxmlformats.org/drawingml/2006/main">
              <a:ext uri="{FF2B5EF4-FFF2-40B4-BE49-F238E27FC236}">
                <a16:creationId xmlns:a16="http://schemas.microsoft.com/office/drawing/2014/main" id="{47EFF4DA-9B0B-4FFF-9095-460CF20F905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B1090222-A6BD-4D5F-8B70-4FFA74167CB8}"/>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04" name="12-text-2">
            <a:extLst xmlns:a="http://schemas.openxmlformats.org/drawingml/2006/main">
              <a:ext uri="{FF2B5EF4-FFF2-40B4-BE49-F238E27FC236}">
                <a16:creationId xmlns:a16="http://schemas.microsoft.com/office/drawing/2014/main" id="{929FDBE1-C4A8-443A-8A46-021CAFD2F26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05" name="12-text-3">
            <a:extLst xmlns:a="http://schemas.openxmlformats.org/drawingml/2006/main">
              <a:ext uri="{FF2B5EF4-FFF2-40B4-BE49-F238E27FC236}">
                <a16:creationId xmlns:a16="http://schemas.microsoft.com/office/drawing/2014/main" id="{4F8FD0C3-1B75-4DB8-B0E1-6B9EC6A42DDF}"/>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06" name="12-text-4">
            <a:extLst xmlns:a="http://schemas.openxmlformats.org/drawingml/2006/main">
              <a:ext uri="{FF2B5EF4-FFF2-40B4-BE49-F238E27FC236}">
                <a16:creationId xmlns:a16="http://schemas.microsoft.com/office/drawing/2014/main" id="{B281C407-820D-44BF-AC94-1C0E2185219B}"/>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07" name="12-text-5">
            <a:extLst xmlns:a="http://schemas.openxmlformats.org/drawingml/2006/main">
              <a:ext uri="{FF2B5EF4-FFF2-40B4-BE49-F238E27FC236}">
                <a16:creationId xmlns:a16="http://schemas.microsoft.com/office/drawing/2014/main" id="{1FCD31A3-BD1D-4B6A-9E7B-966248D8A990}"/>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08" name="12-text-6">
            <a:extLst xmlns:a="http://schemas.openxmlformats.org/drawingml/2006/main">
              <a:ext uri="{FF2B5EF4-FFF2-40B4-BE49-F238E27FC236}">
                <a16:creationId xmlns:a16="http://schemas.microsoft.com/office/drawing/2014/main" id="{AC5E5319-9D07-4548-9DA5-A8E36E8EE13E}"/>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09" name="narrative-number">
            <a:extLst xmlns:a="http://schemas.openxmlformats.org/drawingml/2006/main">
              <a:ext uri="{FF2B5EF4-FFF2-40B4-BE49-F238E27FC236}">
                <a16:creationId xmlns:a16="http://schemas.microsoft.com/office/drawing/2014/main" id="{DC63A93E-909B-446E-B98C-35652F1271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855588961"/>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0" name="!!area-name">
            <a:extLst xmlns:a="http://schemas.openxmlformats.org/drawingml/2006/main">
              <a:ext uri="{FF2B5EF4-FFF2-40B4-BE49-F238E27FC236}">
                <a16:creationId xmlns:a16="http://schemas.microsoft.com/office/drawing/2014/main" id="{61CC46CC-BDEA-406B-B8E7-5E34B7B17D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24" name="mini-map"/>
          <p:cNvPicPr>
            <a:picLocks xmlns:a="http://schemas.openxmlformats.org/drawingml/2006/main" noChangeAspect="1"/>
          </p:cNvPicPr>
          <p:nvPr/>
        </p:nvPicPr>
        <p:blipFill>
          <a:blip xmlns:r="http://schemas.openxmlformats.org/officeDocument/2006/relationships" xmlns:a="http://schemas.openxmlformats.org/drawingml/2006/main" r:embed="Rf27e3b6010fb4c4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2" name="slide-title">
            <a:extLst xmlns:a="http://schemas.openxmlformats.org/drawingml/2006/main">
              <a:ext uri="{FF2B5EF4-FFF2-40B4-BE49-F238E27FC236}">
                <a16:creationId xmlns:a16="http://schemas.microsoft.com/office/drawing/2014/main" id="{853E1817-8468-4211-B60D-5EB0A840827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13" name="header-divider">
            <a:extLst xmlns:a="http://schemas.openxmlformats.org/drawingml/2006/main">
              <a:ext uri="{FF2B5EF4-FFF2-40B4-BE49-F238E27FC236}">
                <a16:creationId xmlns:a16="http://schemas.microsoft.com/office/drawing/2014/main" id="{C5547054-0F8E-4008-BD3B-E0AC50D20D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4" name="13-text-1">
            <a:extLst xmlns:a="http://schemas.openxmlformats.org/drawingml/2006/main">
              <a:ext uri="{FF2B5EF4-FFF2-40B4-BE49-F238E27FC236}">
                <a16:creationId xmlns:a16="http://schemas.microsoft.com/office/drawing/2014/main" id="{3ED638E1-5A39-4DB1-9465-AA71F900A26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15" name="13-text-2">
            <a:extLst xmlns:a="http://schemas.openxmlformats.org/drawingml/2006/main">
              <a:ext uri="{FF2B5EF4-FFF2-40B4-BE49-F238E27FC236}">
                <a16:creationId xmlns:a16="http://schemas.microsoft.com/office/drawing/2014/main" id="{99210F2D-9D8D-4CFF-B15D-3E039363B04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16" name="13-text-3">
            <a:extLst xmlns:a="http://schemas.openxmlformats.org/drawingml/2006/main">
              <a:ext uri="{FF2B5EF4-FFF2-40B4-BE49-F238E27FC236}">
                <a16:creationId xmlns:a16="http://schemas.microsoft.com/office/drawing/2014/main" id="{218BAAB2-26A2-4F95-98EB-80F4A45A48D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17" name="13-text-4">
            <a:extLst xmlns:a="http://schemas.openxmlformats.org/drawingml/2006/main">
              <a:ext uri="{FF2B5EF4-FFF2-40B4-BE49-F238E27FC236}">
                <a16:creationId xmlns:a16="http://schemas.microsoft.com/office/drawing/2014/main" id="{EF43CDAA-0E67-4FD0-94BF-37715A4EC1E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18" name="13-text-5">
            <a:extLst xmlns:a="http://schemas.openxmlformats.org/drawingml/2006/main">
              <a:ext uri="{FF2B5EF4-FFF2-40B4-BE49-F238E27FC236}">
                <a16:creationId xmlns:a16="http://schemas.microsoft.com/office/drawing/2014/main" id="{08711CDA-28F2-4D93-9055-6A8B25E1DBF5}"/>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19" name="13-text-6">
            <a:extLst xmlns:a="http://schemas.openxmlformats.org/drawingml/2006/main">
              <a:ext uri="{FF2B5EF4-FFF2-40B4-BE49-F238E27FC236}">
                <a16:creationId xmlns:a16="http://schemas.microsoft.com/office/drawing/2014/main" id="{FA081EF3-945C-45FF-9FA5-4240C3890D5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20" name="13-text-7">
            <a:extLst xmlns:a="http://schemas.openxmlformats.org/drawingml/2006/main">
              <a:ext uri="{FF2B5EF4-FFF2-40B4-BE49-F238E27FC236}">
                <a16:creationId xmlns:a16="http://schemas.microsoft.com/office/drawing/2014/main" id="{DD0D6212-724C-43C2-974F-0B12E1BA996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21" name="13-text-8">
            <a:extLst xmlns:a="http://schemas.openxmlformats.org/drawingml/2006/main">
              <a:ext uri="{FF2B5EF4-FFF2-40B4-BE49-F238E27FC236}">
                <a16:creationId xmlns:a16="http://schemas.microsoft.com/office/drawing/2014/main" id="{132981A3-9B18-4505-95F6-B24E001C20A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22" name="narrative-number">
            <a:extLst xmlns:a="http://schemas.openxmlformats.org/drawingml/2006/main">
              <a:ext uri="{FF2B5EF4-FFF2-40B4-BE49-F238E27FC236}">
                <a16:creationId xmlns:a16="http://schemas.microsoft.com/office/drawing/2014/main" id="{D028E1EF-501C-4E89-BC39-BA43119BF0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835770632"/>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3" name="!!area-name">
            <a:extLst xmlns:a="http://schemas.openxmlformats.org/drawingml/2006/main">
              <a:ext uri="{FF2B5EF4-FFF2-40B4-BE49-F238E27FC236}">
                <a16:creationId xmlns:a16="http://schemas.microsoft.com/office/drawing/2014/main" id="{0C0C254E-BD87-4B9E-B886-5FFC2DD2860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3c839cfbe7924e9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5" name="slide-title">
            <a:extLst xmlns:a="http://schemas.openxmlformats.org/drawingml/2006/main">
              <a:ext uri="{FF2B5EF4-FFF2-40B4-BE49-F238E27FC236}">
                <a16:creationId xmlns:a16="http://schemas.microsoft.com/office/drawing/2014/main" id="{FC6EBC70-E6C2-4C62-82D1-06845ADB5A6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26" name="header-divider">
            <a:extLst xmlns:a="http://schemas.openxmlformats.org/drawingml/2006/main">
              <a:ext uri="{FF2B5EF4-FFF2-40B4-BE49-F238E27FC236}">
                <a16:creationId xmlns:a16="http://schemas.microsoft.com/office/drawing/2014/main" id="{82A98652-86AA-499E-826A-D94D818192C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7" name="14-text-1">
            <a:extLst xmlns:a="http://schemas.openxmlformats.org/drawingml/2006/main">
              <a:ext uri="{FF2B5EF4-FFF2-40B4-BE49-F238E27FC236}">
                <a16:creationId xmlns:a16="http://schemas.microsoft.com/office/drawing/2014/main" id="{2963E5A8-809D-4A42-BEC2-D31B6F20666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28" name="14-text-2">
            <a:extLst xmlns:a="http://schemas.openxmlformats.org/drawingml/2006/main">
              <a:ext uri="{FF2B5EF4-FFF2-40B4-BE49-F238E27FC236}">
                <a16:creationId xmlns:a16="http://schemas.microsoft.com/office/drawing/2014/main" id="{ADB3BAF3-E356-40A7-A968-4D98829EA824}"/>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29" name="14-text-3">
            <a:extLst xmlns:a="http://schemas.openxmlformats.org/drawingml/2006/main">
              <a:ext uri="{FF2B5EF4-FFF2-40B4-BE49-F238E27FC236}">
                <a16:creationId xmlns:a16="http://schemas.microsoft.com/office/drawing/2014/main" id="{A84E6989-C752-4EEE-B848-FDF1D54265D2}"/>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30" name="14-text-4">
            <a:extLst xmlns:a="http://schemas.openxmlformats.org/drawingml/2006/main">
              <a:ext uri="{FF2B5EF4-FFF2-40B4-BE49-F238E27FC236}">
                <a16:creationId xmlns:a16="http://schemas.microsoft.com/office/drawing/2014/main" id="{F29EB553-2E93-4AF7-9D97-3F5B052A30E3}"/>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31" name="14-text-5">
            <a:extLst xmlns:a="http://schemas.openxmlformats.org/drawingml/2006/main">
              <a:ext uri="{FF2B5EF4-FFF2-40B4-BE49-F238E27FC236}">
                <a16:creationId xmlns:a16="http://schemas.microsoft.com/office/drawing/2014/main" id="{DC9EA882-CFC0-403F-855D-0ADE49D14C3C}"/>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32" name="14-text-6">
            <a:extLst xmlns:a="http://schemas.openxmlformats.org/drawingml/2006/main">
              <a:ext uri="{FF2B5EF4-FFF2-40B4-BE49-F238E27FC236}">
                <a16:creationId xmlns:a16="http://schemas.microsoft.com/office/drawing/2014/main" id="{892A95BB-A6F1-42F6-A86A-937DFCAD9B45}"/>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33" name="14-text-7">
            <a:extLst xmlns:a="http://schemas.openxmlformats.org/drawingml/2006/main">
              <a:ext uri="{FF2B5EF4-FFF2-40B4-BE49-F238E27FC236}">
                <a16:creationId xmlns:a16="http://schemas.microsoft.com/office/drawing/2014/main" id="{AD26FBFE-280D-4121-99A7-743876316E60}"/>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47" name="14-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35" name="narrative-number">
            <a:extLst xmlns:a="http://schemas.openxmlformats.org/drawingml/2006/main">
              <a:ext uri="{FF2B5EF4-FFF2-40B4-BE49-F238E27FC236}">
                <a16:creationId xmlns:a16="http://schemas.microsoft.com/office/drawing/2014/main" id="{2F83998D-BC44-4A3E-9770-04A8545BE5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432090420"/>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CF2D1309-FCA1-4AA5-AE6F-86350E5B741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45" name="mini-map"/>
          <p:cNvPicPr>
            <a:picLocks xmlns:a="http://schemas.openxmlformats.org/drawingml/2006/main" noChangeAspect="1"/>
          </p:cNvPicPr>
          <p:nvPr/>
        </p:nvPicPr>
        <p:blipFill>
          <a:blip xmlns:r="http://schemas.openxmlformats.org/officeDocument/2006/relationships" xmlns:a="http://schemas.openxmlformats.org/drawingml/2006/main" r:embed="R1eca1771ce26440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7585CB7C-AEFB-46DC-B15A-346B98FDCFF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5-text-1">
            <a:extLst xmlns:a="http://schemas.openxmlformats.org/drawingml/2006/main">
              <a:ext uri="{FF2B5EF4-FFF2-40B4-BE49-F238E27FC236}">
                <a16:creationId xmlns:a16="http://schemas.microsoft.com/office/drawing/2014/main" id="{AF405FF1-F2C6-49EB-AF9C-7D7981996C20}"/>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40" name="15-text-2">
            <a:extLst xmlns:a="http://schemas.openxmlformats.org/drawingml/2006/main">
              <a:ext uri="{FF2B5EF4-FFF2-40B4-BE49-F238E27FC236}">
                <a16:creationId xmlns:a16="http://schemas.microsoft.com/office/drawing/2014/main" id="{E88E959B-C85F-4AF8-A800-7BA816EF776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41" name="15-text-3">
            <a:extLst xmlns:a="http://schemas.openxmlformats.org/drawingml/2006/main">
              <a:ext uri="{FF2B5EF4-FFF2-40B4-BE49-F238E27FC236}">
                <a16:creationId xmlns:a16="http://schemas.microsoft.com/office/drawing/2014/main" id="{A191EF94-0C44-4388-A6C0-529832305F1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50" name="15-image-4"/>
          <p:cNvPicPr>
            <a:picLocks xmlns:a="http://schemas.openxmlformats.org/drawingml/2006/main" noChangeAspect="1"/>
          </p:cNvPicPr>
          <p:nvPr/>
        </p:nvPicPr>
        <p:blipFill>
          <a:blip xmlns:r="http://schemas.openxmlformats.org/officeDocument/2006/relationships" xmlns:a="http://schemas.openxmlformats.org/drawingml/2006/main" r:embed="R178ff0335dd34aa7"/>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43" name="narrative-number">
            <a:extLst xmlns:a="http://schemas.openxmlformats.org/drawingml/2006/main">
              <a:ext uri="{FF2B5EF4-FFF2-40B4-BE49-F238E27FC236}">
                <a16:creationId xmlns:a16="http://schemas.microsoft.com/office/drawing/2014/main" id="{E5C8CBDC-91DF-4A4B-BB0E-D86C09D44B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75950101"/>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4" name="!!area-name">
            <a:extLst xmlns:a="http://schemas.openxmlformats.org/drawingml/2006/main">
              <a:ext uri="{FF2B5EF4-FFF2-40B4-BE49-F238E27FC236}">
                <a16:creationId xmlns:a16="http://schemas.microsoft.com/office/drawing/2014/main" id="{D06A9CB5-71A6-4FE1-AC8D-36198054FDB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What and why</a:t>
            </a:r>
          </a:p>
        </p:txBody>
      </p:sp>
      <p:pic>
        <p:nvPicPr>
          <p:cNvPr id="154" name="mini-map"/>
          <p:cNvPicPr>
            <a:picLocks xmlns:a="http://schemas.openxmlformats.org/drawingml/2006/main" noChangeAspect="1"/>
          </p:cNvPicPr>
          <p:nvPr/>
        </p:nvPicPr>
        <p:blipFill>
          <a:blip xmlns:r="http://schemas.openxmlformats.org/officeDocument/2006/relationships" xmlns:a="http://schemas.openxmlformats.org/drawingml/2006/main" r:embed="Rb3ee4d128c814cc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6" name="slide-title">
            <a:extLst xmlns:a="http://schemas.openxmlformats.org/drawingml/2006/main">
              <a:ext uri="{FF2B5EF4-FFF2-40B4-BE49-F238E27FC236}">
                <a16:creationId xmlns:a16="http://schemas.microsoft.com/office/drawing/2014/main" id="{A8D0C857-58AA-4EE9-B2D2-D954E84B710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47" name="header-divider">
            <a:extLst xmlns:a="http://schemas.openxmlformats.org/drawingml/2006/main">
              <a:ext uri="{FF2B5EF4-FFF2-40B4-BE49-F238E27FC236}">
                <a16:creationId xmlns:a16="http://schemas.microsoft.com/office/drawing/2014/main" id="{A9958B29-1E3B-412A-8C51-DD910C8745C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8" name="16-text-1">
            <a:extLst xmlns:a="http://schemas.openxmlformats.org/drawingml/2006/main">
              <a:ext uri="{FF2B5EF4-FFF2-40B4-BE49-F238E27FC236}">
                <a16:creationId xmlns:a16="http://schemas.microsoft.com/office/drawing/2014/main" id="{E394300C-FF03-4E48-B691-4C36C89BF50D}"/>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49" name="16-text-2">
            <a:extLst xmlns:a="http://schemas.openxmlformats.org/drawingml/2006/main">
              <a:ext uri="{FF2B5EF4-FFF2-40B4-BE49-F238E27FC236}">
                <a16:creationId xmlns:a16="http://schemas.microsoft.com/office/drawing/2014/main" id="{01FCD854-9D1F-4270-903F-C173678FA5D1}"/>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Select and maintain information for the next model step.</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RAG supplies retrieved knowledge.</a:t>
            </a:r>
          </a:p>
        </p:txBody>
      </p:sp>
      <p:sp>
        <p:nvSpPr>
          <p:cNvPr id="150" name="16-text-3">
            <a:extLst xmlns:a="http://schemas.openxmlformats.org/drawingml/2006/main">
              <a:ext uri="{FF2B5EF4-FFF2-40B4-BE49-F238E27FC236}">
                <a16:creationId xmlns:a16="http://schemas.microsoft.com/office/drawing/2014/main" id="{DF982FE7-D3FF-4962-B03E-362699C6CFC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51" name="16-text-4">
            <a:extLst xmlns:a="http://schemas.openxmlformats.org/drawingml/2006/main">
              <a:ext uri="{FF2B5EF4-FFF2-40B4-BE49-F238E27FC236}">
                <a16:creationId xmlns:a16="http://schemas.microsoft.com/office/drawing/2014/main" id="{D97B8BA7-083F-4A96-A1E5-1947C8C7E2D6}"/>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Relevant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Preserved constraints.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Current, traceable sources.</a:t>
            </a:r>
          </a:p>
        </p:txBody>
      </p:sp>
      <p:sp>
        <p:nvSpPr>
          <p:cNvPr id="152" name="narrative-number">
            <a:extLst xmlns:a="http://schemas.openxmlformats.org/drawingml/2006/main">
              <a:ext uri="{FF2B5EF4-FFF2-40B4-BE49-F238E27FC236}">
                <a16:creationId xmlns:a16="http://schemas.microsoft.com/office/drawing/2014/main" id="{90F1D815-DF13-4990-9EB2-FFD307556C2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81313724"/>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3" name="!!area-name">
            <a:extLst xmlns:a="http://schemas.openxmlformats.org/drawingml/2006/main">
              <a:ext uri="{FF2B5EF4-FFF2-40B4-BE49-F238E27FC236}">
                <a16:creationId xmlns:a16="http://schemas.microsoft.com/office/drawing/2014/main" id="{31DBD24E-B3CA-4B78-9776-5AD8CA616A7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67" name="mini-map"/>
          <p:cNvPicPr>
            <a:picLocks xmlns:a="http://schemas.openxmlformats.org/drawingml/2006/main" noChangeAspect="1"/>
          </p:cNvPicPr>
          <p:nvPr/>
        </p:nvPicPr>
        <p:blipFill>
          <a:blip xmlns:r="http://schemas.openxmlformats.org/officeDocument/2006/relationships" xmlns:a="http://schemas.openxmlformats.org/drawingml/2006/main" r:embed="R09338969f285403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5" name="slide-title">
            <a:extLst xmlns:a="http://schemas.openxmlformats.org/drawingml/2006/main">
              <a:ext uri="{FF2B5EF4-FFF2-40B4-BE49-F238E27FC236}">
                <a16:creationId xmlns:a16="http://schemas.microsoft.com/office/drawing/2014/main" id="{FA4B882C-A972-4842-B2BE-C0AC6D5A970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decisions</a:t>
            </a:r>
          </a:p>
        </p:txBody>
      </p:sp>
      <p:sp>
        <p:nvSpPr>
          <p:cNvPr id="156" name="header-divider">
            <a:extLst xmlns:a="http://schemas.openxmlformats.org/drawingml/2006/main">
              <a:ext uri="{FF2B5EF4-FFF2-40B4-BE49-F238E27FC236}">
                <a16:creationId xmlns:a16="http://schemas.microsoft.com/office/drawing/2014/main" id="{D9D13A3F-623A-4961-B08A-9F245CDDB7E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7" name="17-text-1">
            <a:extLst xmlns:a="http://schemas.openxmlformats.org/drawingml/2006/main">
              <a:ext uri="{FF2B5EF4-FFF2-40B4-BE49-F238E27FC236}">
                <a16:creationId xmlns:a16="http://schemas.microsoft.com/office/drawing/2014/main" id="{F8D85BB2-F8BF-45BE-8DAA-3BDAC622307D}"/>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enters the step?</a:t>
            </a:r>
          </a:p>
        </p:txBody>
      </p:sp>
      <p:sp>
        <p:nvSpPr>
          <p:cNvPr id="158" name="17-text-2">
            <a:extLst xmlns:a="http://schemas.openxmlformats.org/drawingml/2006/main">
              <a:ext uri="{FF2B5EF4-FFF2-40B4-BE49-F238E27FC236}">
                <a16:creationId xmlns:a16="http://schemas.microsoft.com/office/drawing/2014/main" id="{6D07DDDD-10AD-4FA9-AFBC-FF299684CE6F}"/>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Useful instructions, state, and evidence. Remove repetition.</a:t>
            </a:r>
          </a:p>
        </p:txBody>
      </p:sp>
      <p:sp>
        <p:nvSpPr>
          <p:cNvPr id="159" name="17-text-3">
            <a:extLst xmlns:a="http://schemas.openxmlformats.org/drawingml/2006/main">
              <a:ext uri="{FF2B5EF4-FFF2-40B4-BE49-F238E27FC236}">
                <a16:creationId xmlns:a16="http://schemas.microsoft.com/office/drawing/2014/main" id="{3E4D33D9-AF65-43F3-A718-1257DDF8615E}"/>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How is it retrieved?</a:t>
            </a:r>
          </a:p>
        </p:txBody>
      </p:sp>
      <p:sp>
        <p:nvSpPr>
          <p:cNvPr id="160" name="17-text-4">
            <a:extLst xmlns:a="http://schemas.openxmlformats.org/drawingml/2006/main">
              <a:ext uri="{FF2B5EF4-FFF2-40B4-BE49-F238E27FC236}">
                <a16:creationId xmlns:a16="http://schemas.microsoft.com/office/drawing/2014/main" id="{3D571E51-31D3-4FDD-804B-C0F7FD764F7A}"/>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semantic, or hybrid. Choose for the data and task.</a:t>
            </a:r>
          </a:p>
        </p:txBody>
      </p:sp>
      <p:sp>
        <p:nvSpPr>
          <p:cNvPr id="161" name="17-text-5">
            <a:extLst xmlns:a="http://schemas.openxmlformats.org/drawingml/2006/main">
              <a:ext uri="{FF2B5EF4-FFF2-40B4-BE49-F238E27FC236}">
                <a16:creationId xmlns:a16="http://schemas.microsoft.com/office/drawing/2014/main" id="{8A5CC5D7-773C-40B5-9DF0-7A1EA037432F}"/>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persists?</a:t>
            </a:r>
          </a:p>
        </p:txBody>
      </p:sp>
      <p:sp>
        <p:nvSpPr>
          <p:cNvPr id="162" name="17-text-6">
            <a:extLst xmlns:a="http://schemas.openxmlformats.org/drawingml/2006/main">
              <a:ext uri="{FF2B5EF4-FFF2-40B4-BE49-F238E27FC236}">
                <a16:creationId xmlns:a16="http://schemas.microsoft.com/office/drawing/2014/main" id="{5EED429E-73FC-458A-A5FC-E6026D1F9A81}"/>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essential constraints. Refresh summaries and memory.</a:t>
            </a:r>
          </a:p>
        </p:txBody>
      </p:sp>
      <p:sp>
        <p:nvSpPr>
          <p:cNvPr id="163" name="17-text-7">
            <a:extLst xmlns:a="http://schemas.openxmlformats.org/drawingml/2006/main">
              <a:ext uri="{FF2B5EF4-FFF2-40B4-BE49-F238E27FC236}">
                <a16:creationId xmlns:a16="http://schemas.microsoft.com/office/drawing/2014/main" id="{BD96B793-B4B6-4F05-97C2-2D96FA67BE6F}"/>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Which sources and scope?</a:t>
            </a:r>
          </a:p>
        </p:txBody>
      </p:sp>
      <p:sp>
        <p:nvSpPr>
          <p:cNvPr id="164" name="17-text-8">
            <a:extLst xmlns:a="http://schemas.openxmlformats.org/drawingml/2006/main">
              <a:ext uri="{FF2B5EF4-FFF2-40B4-BE49-F238E27FC236}">
                <a16:creationId xmlns:a16="http://schemas.microsoft.com/office/drawing/2014/main" id="{8A92CA1B-A7F7-4796-B162-2E0977806DA4}"/>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identity and revision. Enforce authorized access.</a:t>
            </a:r>
          </a:p>
        </p:txBody>
      </p:sp>
      <p:sp>
        <p:nvSpPr>
          <p:cNvPr id="165" name="narrative-number">
            <a:extLst xmlns:a="http://schemas.openxmlformats.org/drawingml/2006/main">
              <a:ext uri="{FF2B5EF4-FFF2-40B4-BE49-F238E27FC236}">
                <a16:creationId xmlns:a16="http://schemas.microsoft.com/office/drawing/2014/main" id="{13AED9AF-F654-4099-B6FB-1C248E300A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201886547"/>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6" name="!!area-name">
            <a:extLst xmlns:a="http://schemas.openxmlformats.org/drawingml/2006/main">
              <a:ext uri="{FF2B5EF4-FFF2-40B4-BE49-F238E27FC236}">
                <a16:creationId xmlns:a16="http://schemas.microsoft.com/office/drawing/2014/main" id="{7347C894-39F4-4CAE-BBEE-999A1DB1055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180" name="mini-map"/>
          <p:cNvPicPr>
            <a:picLocks xmlns:a="http://schemas.openxmlformats.org/drawingml/2006/main" noChangeAspect="1"/>
          </p:cNvPicPr>
          <p:nvPr/>
        </p:nvPicPr>
        <p:blipFill>
          <a:blip xmlns:r="http://schemas.openxmlformats.org/officeDocument/2006/relationships" xmlns:a="http://schemas.openxmlformats.org/drawingml/2006/main" r:embed="R310ecf22c3b64a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8" name="slide-title">
            <a:extLst xmlns:a="http://schemas.openxmlformats.org/drawingml/2006/main">
              <a:ext uri="{FF2B5EF4-FFF2-40B4-BE49-F238E27FC236}">
                <a16:creationId xmlns:a16="http://schemas.microsoft.com/office/drawing/2014/main" id="{286656CE-BC21-4113-91C2-D51CEF34358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69" name="header-divider">
            <a:extLst xmlns:a="http://schemas.openxmlformats.org/drawingml/2006/main">
              <a:ext uri="{FF2B5EF4-FFF2-40B4-BE49-F238E27FC236}">
                <a16:creationId xmlns:a16="http://schemas.microsoft.com/office/drawing/2014/main" id="{D78A9654-A2E4-4434-8B0E-1637C805885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0" name="18-text-1">
            <a:extLst xmlns:a="http://schemas.openxmlformats.org/drawingml/2006/main">
              <a:ext uri="{FF2B5EF4-FFF2-40B4-BE49-F238E27FC236}">
                <a16:creationId xmlns:a16="http://schemas.microsoft.com/office/drawing/2014/main" id="{468DE16B-13FE-4EDB-98E1-1FB98D2E306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71" name="18-text-2">
            <a:extLst xmlns:a="http://schemas.openxmlformats.org/drawingml/2006/main">
              <a:ext uri="{FF2B5EF4-FFF2-40B4-BE49-F238E27FC236}">
                <a16:creationId xmlns:a16="http://schemas.microsoft.com/office/drawing/2014/main" id="{5C4BB6A7-D4F0-45E6-8D02-74842E18DED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72" name="18-text-3">
            <a:extLst xmlns:a="http://schemas.openxmlformats.org/drawingml/2006/main">
              <a:ext uri="{FF2B5EF4-FFF2-40B4-BE49-F238E27FC236}">
                <a16:creationId xmlns:a16="http://schemas.microsoft.com/office/drawing/2014/main" id="{F7AA77D2-0C3A-4286-BFF6-3EED9AF9079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73" name="18-text-4">
            <a:extLst xmlns:a="http://schemas.openxmlformats.org/drawingml/2006/main">
              <a:ext uri="{FF2B5EF4-FFF2-40B4-BE49-F238E27FC236}">
                <a16:creationId xmlns:a16="http://schemas.microsoft.com/office/drawing/2014/main" id="{B9DBDD9C-54EE-40C6-BF72-7A19022F817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74" name="18-text-5">
            <a:extLst xmlns:a="http://schemas.openxmlformats.org/drawingml/2006/main">
              <a:ext uri="{FF2B5EF4-FFF2-40B4-BE49-F238E27FC236}">
                <a16:creationId xmlns:a16="http://schemas.microsoft.com/office/drawing/2014/main" id="{0339D81B-9C63-49C5-AA91-83E367AB2AD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75" name="18-text-6">
            <a:extLst xmlns:a="http://schemas.openxmlformats.org/drawingml/2006/main">
              <a:ext uri="{FF2B5EF4-FFF2-40B4-BE49-F238E27FC236}">
                <a16:creationId xmlns:a16="http://schemas.microsoft.com/office/drawing/2014/main" id="{562053AC-814B-4ACB-BB88-D1058BE3C5D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76" name="18-text-7">
            <a:extLst xmlns:a="http://schemas.openxmlformats.org/drawingml/2006/main">
              <a:ext uri="{FF2B5EF4-FFF2-40B4-BE49-F238E27FC236}">
                <a16:creationId xmlns:a16="http://schemas.microsoft.com/office/drawing/2014/main" id="{390E20AA-1590-4550-97E2-264D91737EB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77" name="18-text-8">
            <a:extLst xmlns:a="http://schemas.openxmlformats.org/drawingml/2006/main">
              <a:ext uri="{FF2B5EF4-FFF2-40B4-BE49-F238E27FC236}">
                <a16:creationId xmlns:a16="http://schemas.microsoft.com/office/drawing/2014/main" id="{74F5ED66-D64A-44EE-85A9-EADB549241D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78" name="narrative-number">
            <a:extLst xmlns:a="http://schemas.openxmlformats.org/drawingml/2006/main">
              <a:ext uri="{FF2B5EF4-FFF2-40B4-BE49-F238E27FC236}">
                <a16:creationId xmlns:a16="http://schemas.microsoft.com/office/drawing/2014/main" id="{FC8ABF47-47D6-4AD7-B8A3-96343BDBA2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4188617646"/>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9" name="!!area-name">
            <a:extLst xmlns:a="http://schemas.openxmlformats.org/drawingml/2006/main">
              <a:ext uri="{FF2B5EF4-FFF2-40B4-BE49-F238E27FC236}">
                <a16:creationId xmlns:a16="http://schemas.microsoft.com/office/drawing/2014/main" id="{FF7A6891-70EC-4164-8C64-6231A3E4C03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196" name="mini-map"/>
          <p:cNvPicPr>
            <a:picLocks xmlns:a="http://schemas.openxmlformats.org/drawingml/2006/main" noChangeAspect="1"/>
          </p:cNvPicPr>
          <p:nvPr/>
        </p:nvPicPr>
        <p:blipFill>
          <a:blip xmlns:r="http://schemas.openxmlformats.org/officeDocument/2006/relationships" xmlns:a="http://schemas.openxmlformats.org/drawingml/2006/main" r:embed="R8329444fa7964ee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1" name="slide-title">
            <a:extLst xmlns:a="http://schemas.openxmlformats.org/drawingml/2006/main">
              <a:ext uri="{FF2B5EF4-FFF2-40B4-BE49-F238E27FC236}">
                <a16:creationId xmlns:a16="http://schemas.microsoft.com/office/drawing/2014/main" id="{FDF18633-DAD0-43E9-88D2-FA627E95C84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82" name="header-divider">
            <a:extLst xmlns:a="http://schemas.openxmlformats.org/drawingml/2006/main">
              <a:ext uri="{FF2B5EF4-FFF2-40B4-BE49-F238E27FC236}">
                <a16:creationId xmlns:a16="http://schemas.microsoft.com/office/drawing/2014/main" id="{ABBBC3CC-D6A2-4AC3-B28D-92A95E16A43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3" name="19-text-1">
            <a:extLst xmlns:a="http://schemas.openxmlformats.org/drawingml/2006/main">
              <a:ext uri="{FF2B5EF4-FFF2-40B4-BE49-F238E27FC236}">
                <a16:creationId xmlns:a16="http://schemas.microsoft.com/office/drawing/2014/main" id="{10A5FF23-046F-4C9D-BA45-ABD293D4897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a:t>
            </a:r>
          </a:p>
        </p:txBody>
      </p:sp>
      <p:sp>
        <p:nvSpPr>
          <p:cNvPr id="184" name="19-text-2">
            <a:extLst xmlns:a="http://schemas.openxmlformats.org/drawingml/2006/main">
              <a:ext uri="{FF2B5EF4-FFF2-40B4-BE49-F238E27FC236}">
                <a16:creationId xmlns:a16="http://schemas.microsoft.com/office/drawing/2014/main" id="{98304730-74A5-4B18-9712-76CF6F8CEABE}"/>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85" name="19-text-3">
            <a:extLst xmlns:a="http://schemas.openxmlformats.org/drawingml/2006/main">
              <a:ext uri="{FF2B5EF4-FFF2-40B4-BE49-F238E27FC236}">
                <a16:creationId xmlns:a16="http://schemas.microsoft.com/office/drawing/2014/main" id="{A245F506-00A2-4591-A744-4090F51A9CE8}"/>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86" name="19-text-4">
            <a:extLst xmlns:a="http://schemas.openxmlformats.org/drawingml/2006/main">
              <a:ext uri="{FF2B5EF4-FFF2-40B4-BE49-F238E27FC236}">
                <a16:creationId xmlns:a16="http://schemas.microsoft.com/office/drawing/2014/main" id="{ADA447D6-A008-4FC9-B8C2-87C5139FD706}"/>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a:t>
            </a:r>
          </a:p>
        </p:txBody>
      </p:sp>
      <p:sp>
        <p:nvSpPr>
          <p:cNvPr id="187" name="19-text-5">
            <a:extLst xmlns:a="http://schemas.openxmlformats.org/drawingml/2006/main">
              <a:ext uri="{FF2B5EF4-FFF2-40B4-BE49-F238E27FC236}">
                <a16:creationId xmlns:a16="http://schemas.microsoft.com/office/drawing/2014/main" id="{D3F60426-F9AD-4D09-A040-F3D82A7F2DD7}"/>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88" name="19-text-6">
            <a:extLst xmlns:a="http://schemas.openxmlformats.org/drawingml/2006/main">
              <a:ext uri="{FF2B5EF4-FFF2-40B4-BE49-F238E27FC236}">
                <a16:creationId xmlns:a16="http://schemas.microsoft.com/office/drawing/2014/main" id="{84CBE834-60E4-46FA-A336-9ECF9D752C25}"/>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89" name="19-text-7">
            <a:extLst xmlns:a="http://schemas.openxmlformats.org/drawingml/2006/main">
              <a:ext uri="{FF2B5EF4-FFF2-40B4-BE49-F238E27FC236}">
                <a16:creationId xmlns:a16="http://schemas.microsoft.com/office/drawing/2014/main" id="{A2C81DE1-013B-41DB-A047-EABFDCFBFC05}"/>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their source identities.</a:t>
            </a:r>
          </a:p>
        </p:txBody>
      </p:sp>
      <p:sp>
        <p:nvSpPr>
          <p:cNvPr id="190" name="19-text-8">
            <a:extLst xmlns:a="http://schemas.openxmlformats.org/drawingml/2006/main">
              <a:ext uri="{FF2B5EF4-FFF2-40B4-BE49-F238E27FC236}">
                <a16:creationId xmlns:a16="http://schemas.microsoft.com/office/drawing/2014/main" id="{F0D4E96F-9278-43BB-B4A7-23D33FC6A421}"/>
              </a:ext>
            </a:extLst>
          </p:cNvPr>
          <p:cNvSpPr>
            <a:spLocks xmlns:a="http://schemas.openxmlformats.org/drawingml/2006/main"/>
          </p:cNvSpPr>
          <p:nvPr/>
        </p:nvSpPr>
        <p:spPr>
          <a:xfrm xmlns:a="http://schemas.openxmlformats.org/drawingml/2006/main">
            <a:off x="6248400" y="40132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91" name="19-text-9">
            <a:extLst xmlns:a="http://schemas.openxmlformats.org/drawingml/2006/main">
              <a:ext uri="{FF2B5EF4-FFF2-40B4-BE49-F238E27FC236}">
                <a16:creationId xmlns:a16="http://schemas.microsoft.com/office/drawing/2014/main" id="{9BEF2A9B-509D-41DC-904C-A6190C50ACE4}"/>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92" name="19-text-10">
            <a:extLst xmlns:a="http://schemas.openxmlformats.org/drawingml/2006/main">
              <a:ext uri="{FF2B5EF4-FFF2-40B4-BE49-F238E27FC236}">
                <a16:creationId xmlns:a16="http://schemas.microsoft.com/office/drawing/2014/main" id="{A876F653-766B-4ED8-84CC-1968E313D08D}"/>
              </a:ext>
            </a:extLst>
          </p:cNvPr>
          <p:cNvSpPr>
            <a:spLocks xmlns:a="http://schemas.openxmlformats.org/drawingml/2006/main"/>
          </p:cNvSpPr>
          <p:nvPr/>
        </p:nvSpPr>
        <p:spPr>
          <a:xfrm xmlns:a="http://schemas.openxmlformats.org/drawingml/2006/main">
            <a:off x="6248400" y="51816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93" name="19-text-11">
            <a:extLst xmlns:a="http://schemas.openxmlformats.org/drawingml/2006/main">
              <a:ext uri="{FF2B5EF4-FFF2-40B4-BE49-F238E27FC236}">
                <a16:creationId xmlns:a16="http://schemas.microsoft.com/office/drawing/2014/main" id="{D3945AE0-D39D-41A7-9A81-CDC0ADA1FAF4}"/>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versions and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a:t>
            </a:r>
          </a:p>
        </p:txBody>
      </p:sp>
      <p:sp>
        <p:nvSpPr>
          <p:cNvPr id="194" name="narrative-number">
            <a:extLst xmlns:a="http://schemas.openxmlformats.org/drawingml/2006/main">
              <a:ext uri="{FF2B5EF4-FFF2-40B4-BE49-F238E27FC236}">
                <a16:creationId xmlns:a16="http://schemas.microsoft.com/office/drawing/2014/main" id="{377791E0-09DC-4595-9CC1-7285C60A32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470210378"/>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5" name="!!area-name">
            <a:extLst xmlns:a="http://schemas.openxmlformats.org/drawingml/2006/main">
              <a:ext uri="{FF2B5EF4-FFF2-40B4-BE49-F238E27FC236}">
                <a16:creationId xmlns:a16="http://schemas.microsoft.com/office/drawing/2014/main" id="{96784BE1-2944-4C12-9EAD-BE1B41A145B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04" name="mini-map"/>
          <p:cNvPicPr>
            <a:picLocks xmlns:a="http://schemas.openxmlformats.org/drawingml/2006/main" noChangeAspect="1"/>
          </p:cNvPicPr>
          <p:nvPr/>
        </p:nvPicPr>
        <p:blipFill>
          <a:blip xmlns:r="http://schemas.openxmlformats.org/officeDocument/2006/relationships" xmlns:a="http://schemas.openxmlformats.org/drawingml/2006/main" r:embed="Rcf4cc6a819ec46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7" name="header-divider">
            <a:extLst xmlns:a="http://schemas.openxmlformats.org/drawingml/2006/main">
              <a:ext uri="{FF2B5EF4-FFF2-40B4-BE49-F238E27FC236}">
                <a16:creationId xmlns:a16="http://schemas.microsoft.com/office/drawing/2014/main" id="{226B0988-EE6C-44A6-8ED4-007378C26D9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8" name="20-text-1">
            <a:extLst xmlns:a="http://schemas.openxmlformats.org/drawingml/2006/main">
              <a:ext uri="{FF2B5EF4-FFF2-40B4-BE49-F238E27FC236}">
                <a16:creationId xmlns:a16="http://schemas.microsoft.com/office/drawing/2014/main" id="{50622A2F-59CA-4605-8B56-75D1B2BBF1EF}"/>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199" name="20-text-2">
            <a:extLst xmlns:a="http://schemas.openxmlformats.org/drawingml/2006/main">
              <a:ext uri="{FF2B5EF4-FFF2-40B4-BE49-F238E27FC236}">
                <a16:creationId xmlns:a16="http://schemas.microsoft.com/office/drawing/2014/main" id="{21FE01BB-A104-4E90-BD6E-6CD163D772F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00" name="20-text-3">
            <a:extLst xmlns:a="http://schemas.openxmlformats.org/drawingml/2006/main">
              <a:ext uri="{FF2B5EF4-FFF2-40B4-BE49-F238E27FC236}">
                <a16:creationId xmlns:a16="http://schemas.microsoft.com/office/drawing/2014/main" id="{FA8BBA1A-E691-4F77-86EA-C87640D63F9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09" name="20-image-4"/>
          <p:cNvPicPr>
            <a:picLocks xmlns:a="http://schemas.openxmlformats.org/drawingml/2006/main" noChangeAspect="1"/>
          </p:cNvPicPr>
          <p:nvPr/>
        </p:nvPicPr>
        <p:blipFill>
          <a:blip xmlns:r="http://schemas.openxmlformats.org/officeDocument/2006/relationships" xmlns:a="http://schemas.openxmlformats.org/drawingml/2006/main" r:embed="R3c9d009367da461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02" name="narrative-number">
            <a:extLst xmlns:a="http://schemas.openxmlformats.org/drawingml/2006/main">
              <a:ext uri="{FF2B5EF4-FFF2-40B4-BE49-F238E27FC236}">
                <a16:creationId xmlns:a16="http://schemas.microsoft.com/office/drawing/2014/main" id="{4DC95EAE-0B0A-4428-AE62-6826C9E617F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4054838621"/>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3" name="!!area-name">
            <a:extLst xmlns:a="http://schemas.openxmlformats.org/drawingml/2006/main">
              <a:ext uri="{FF2B5EF4-FFF2-40B4-BE49-F238E27FC236}">
                <a16:creationId xmlns:a16="http://schemas.microsoft.com/office/drawing/2014/main" id="{FD0A8170-572E-413A-B2C9-316FF86CDA3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What and why</a:t>
            </a:r>
          </a:p>
        </p:txBody>
      </p:sp>
      <p:pic>
        <p:nvPicPr>
          <p:cNvPr id="213" name="mini-map"/>
          <p:cNvPicPr>
            <a:picLocks xmlns:a="http://schemas.openxmlformats.org/drawingml/2006/main" noChangeAspect="1"/>
          </p:cNvPicPr>
          <p:nvPr/>
        </p:nvPicPr>
        <p:blipFill>
          <a:blip xmlns:r="http://schemas.openxmlformats.org/officeDocument/2006/relationships" xmlns:a="http://schemas.openxmlformats.org/drawingml/2006/main" r:embed="R524cc51510b1492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5" name="slide-title">
            <a:extLst xmlns:a="http://schemas.openxmlformats.org/drawingml/2006/main">
              <a:ext uri="{FF2B5EF4-FFF2-40B4-BE49-F238E27FC236}">
                <a16:creationId xmlns:a16="http://schemas.microsoft.com/office/drawing/2014/main" id="{405E3AAA-9FFE-4393-A402-130534B3ADD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206" name="header-divider">
            <a:extLst xmlns:a="http://schemas.openxmlformats.org/drawingml/2006/main">
              <a:ext uri="{FF2B5EF4-FFF2-40B4-BE49-F238E27FC236}">
                <a16:creationId xmlns:a16="http://schemas.microsoft.com/office/drawing/2014/main" id="{49B8FDDA-D2B7-4BB2-8609-8442D4AFE3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7" name="21-text-1">
            <a:extLst xmlns:a="http://schemas.openxmlformats.org/drawingml/2006/main">
              <a:ext uri="{FF2B5EF4-FFF2-40B4-BE49-F238E27FC236}">
                <a16:creationId xmlns:a16="http://schemas.microsoft.com/office/drawing/2014/main" id="{24C0DCAD-1B79-41FE-866D-B6825ACA67CE}"/>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08" name="21-text-2">
            <a:extLst xmlns:a="http://schemas.openxmlformats.org/drawingml/2006/main">
              <a:ext uri="{FF2B5EF4-FFF2-40B4-BE49-F238E27FC236}">
                <a16:creationId xmlns:a16="http://schemas.microsoft.com/office/drawing/2014/main" id="{D8E502A2-4C17-4EE6-B999-BF0600B225A2}"/>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209" name="21-text-3">
            <a:extLst xmlns:a="http://schemas.openxmlformats.org/drawingml/2006/main">
              <a:ext uri="{FF2B5EF4-FFF2-40B4-BE49-F238E27FC236}">
                <a16:creationId xmlns:a16="http://schemas.microsoft.com/office/drawing/2014/main" id="{A213A2E9-A330-4ACE-A358-20FD0DE2B16B}"/>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10" name="21-text-4">
            <a:extLst xmlns:a="http://schemas.openxmlformats.org/drawingml/2006/main">
              <a:ext uri="{FF2B5EF4-FFF2-40B4-BE49-F238E27FC236}">
                <a16:creationId xmlns:a16="http://schemas.microsoft.com/office/drawing/2014/main" id="{66C860D0-9860-4D39-89CF-C3F59AD5D17D}"/>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211" name="narrative-number">
            <a:extLst xmlns:a="http://schemas.openxmlformats.org/drawingml/2006/main">
              <a:ext uri="{FF2B5EF4-FFF2-40B4-BE49-F238E27FC236}">
                <a16:creationId xmlns:a16="http://schemas.microsoft.com/office/drawing/2014/main" id="{70548A23-FB68-4B1F-B2FB-DAA12E1A66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264336127"/>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2" name="!!area-name">
            <a:extLst xmlns:a="http://schemas.openxmlformats.org/drawingml/2006/main">
              <a:ext uri="{FF2B5EF4-FFF2-40B4-BE49-F238E27FC236}">
                <a16:creationId xmlns:a16="http://schemas.microsoft.com/office/drawing/2014/main" id="{7F880735-950D-4550-8130-25F8B4224A1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24" name="mini-map"/>
          <p:cNvPicPr>
            <a:picLocks xmlns:a="http://schemas.openxmlformats.org/drawingml/2006/main" noChangeAspect="1"/>
          </p:cNvPicPr>
          <p:nvPr/>
        </p:nvPicPr>
        <p:blipFill>
          <a:blip xmlns:r="http://schemas.openxmlformats.org/officeDocument/2006/relationships" xmlns:a="http://schemas.openxmlformats.org/drawingml/2006/main" r:embed="R282d7faf43e8440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4" name="slide-title">
            <a:extLst xmlns:a="http://schemas.openxmlformats.org/drawingml/2006/main">
              <a:ext uri="{FF2B5EF4-FFF2-40B4-BE49-F238E27FC236}">
                <a16:creationId xmlns:a16="http://schemas.microsoft.com/office/drawing/2014/main" id="{7165950B-0D47-4624-8067-BE162A11AE6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215" name="header-divider">
            <a:extLst xmlns:a="http://schemas.openxmlformats.org/drawingml/2006/main">
              <a:ext uri="{FF2B5EF4-FFF2-40B4-BE49-F238E27FC236}">
                <a16:creationId xmlns:a16="http://schemas.microsoft.com/office/drawing/2014/main" id="{4F1119BE-3BAF-42B0-9E82-2C9B2572991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6" name="22-text-1">
            <a:extLst xmlns:a="http://schemas.openxmlformats.org/drawingml/2006/main">
              <a:ext uri="{FF2B5EF4-FFF2-40B4-BE49-F238E27FC236}">
                <a16:creationId xmlns:a16="http://schemas.microsoft.com/office/drawing/2014/main" id="{0FB8546C-9344-4BED-8CEE-11805F95020C}"/>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217" name="22-text-2">
            <a:extLst xmlns:a="http://schemas.openxmlformats.org/drawingml/2006/main">
              <a:ext uri="{FF2B5EF4-FFF2-40B4-BE49-F238E27FC236}">
                <a16:creationId xmlns:a16="http://schemas.microsoft.com/office/drawing/2014/main" id="{9433BA37-5F74-4D21-9BD3-F6D7197432EF}"/>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218" name="22-text-3">
            <a:extLst xmlns:a="http://schemas.openxmlformats.org/drawingml/2006/main">
              <a:ext uri="{FF2B5EF4-FFF2-40B4-BE49-F238E27FC236}">
                <a16:creationId xmlns:a16="http://schemas.microsoft.com/office/drawing/2014/main" id="{A6213B61-75FA-41ED-8E93-41BD023ECA46}"/>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219" name="22-text-4">
            <a:extLst xmlns:a="http://schemas.openxmlformats.org/drawingml/2006/main">
              <a:ext uri="{FF2B5EF4-FFF2-40B4-BE49-F238E27FC236}">
                <a16:creationId xmlns:a16="http://schemas.microsoft.com/office/drawing/2014/main" id="{9448E375-0E55-4B9F-AE92-1406E2097427}"/>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220" name="22-text-5">
            <a:extLst xmlns:a="http://schemas.openxmlformats.org/drawingml/2006/main">
              <a:ext uri="{FF2B5EF4-FFF2-40B4-BE49-F238E27FC236}">
                <a16:creationId xmlns:a16="http://schemas.microsoft.com/office/drawing/2014/main" id="{7CF7BFD7-12E3-4CBE-87F3-69DD64C05131}"/>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221" name="22-text-6">
            <a:extLst xmlns:a="http://schemas.openxmlformats.org/drawingml/2006/main">
              <a:ext uri="{FF2B5EF4-FFF2-40B4-BE49-F238E27FC236}">
                <a16:creationId xmlns:a16="http://schemas.microsoft.com/office/drawing/2014/main" id="{2F72C910-C48D-4CB7-B7C8-557B69B2A5E2}"/>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222" name="narrative-number">
            <a:extLst xmlns:a="http://schemas.openxmlformats.org/drawingml/2006/main">
              <a:ext uri="{FF2B5EF4-FFF2-40B4-BE49-F238E27FC236}">
                <a16:creationId xmlns:a16="http://schemas.microsoft.com/office/drawing/2014/main" id="{FDB3974B-2613-41E3-BA12-A85F3884A6D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808251237"/>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3" name="!!area-name">
            <a:extLst xmlns:a="http://schemas.openxmlformats.org/drawingml/2006/main">
              <a:ext uri="{FF2B5EF4-FFF2-40B4-BE49-F238E27FC236}">
                <a16:creationId xmlns:a16="http://schemas.microsoft.com/office/drawing/2014/main" id="{368F4B23-1BF6-4929-AD33-135C0155F59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37" name="mini-map"/>
          <p:cNvPicPr>
            <a:picLocks xmlns:a="http://schemas.openxmlformats.org/drawingml/2006/main" noChangeAspect="1"/>
          </p:cNvPicPr>
          <p:nvPr/>
        </p:nvPicPr>
        <p:blipFill>
          <a:blip xmlns:r="http://schemas.openxmlformats.org/officeDocument/2006/relationships" xmlns:a="http://schemas.openxmlformats.org/drawingml/2006/main" r:embed="R086adb92e8eb40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5" name="slide-title">
            <a:extLst xmlns:a="http://schemas.openxmlformats.org/drawingml/2006/main">
              <a:ext uri="{FF2B5EF4-FFF2-40B4-BE49-F238E27FC236}">
                <a16:creationId xmlns:a16="http://schemas.microsoft.com/office/drawing/2014/main" id="{61E1C345-7A63-41F6-85DE-E96FEAEED1B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26" name="header-divider">
            <a:extLst xmlns:a="http://schemas.openxmlformats.org/drawingml/2006/main">
              <a:ext uri="{FF2B5EF4-FFF2-40B4-BE49-F238E27FC236}">
                <a16:creationId xmlns:a16="http://schemas.microsoft.com/office/drawing/2014/main" id="{DFC70C09-0523-44AE-BD29-B10104C7C2E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7" name="23-text-1">
            <a:extLst xmlns:a="http://schemas.openxmlformats.org/drawingml/2006/main">
              <a:ext uri="{FF2B5EF4-FFF2-40B4-BE49-F238E27FC236}">
                <a16:creationId xmlns:a16="http://schemas.microsoft.com/office/drawing/2014/main" id="{0D590462-275F-42C6-ADCD-321ADE99031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28" name="23-text-2">
            <a:extLst xmlns:a="http://schemas.openxmlformats.org/drawingml/2006/main">
              <a:ext uri="{FF2B5EF4-FFF2-40B4-BE49-F238E27FC236}">
                <a16:creationId xmlns:a16="http://schemas.microsoft.com/office/drawing/2014/main" id="{F3B2A85F-B96B-4D5C-819F-6638B9477B5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29" name="23-text-3">
            <a:extLst xmlns:a="http://schemas.openxmlformats.org/drawingml/2006/main">
              <a:ext uri="{FF2B5EF4-FFF2-40B4-BE49-F238E27FC236}">
                <a16:creationId xmlns:a16="http://schemas.microsoft.com/office/drawing/2014/main" id="{AA9EA5CC-C796-46A7-83B5-FFC141D72F1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30" name="23-text-4">
            <a:extLst xmlns:a="http://schemas.openxmlformats.org/drawingml/2006/main">
              <a:ext uri="{FF2B5EF4-FFF2-40B4-BE49-F238E27FC236}">
                <a16:creationId xmlns:a16="http://schemas.microsoft.com/office/drawing/2014/main" id="{FECEB354-A572-4688-B1B7-7B53F9698C1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31" name="23-text-5">
            <a:extLst xmlns:a="http://schemas.openxmlformats.org/drawingml/2006/main">
              <a:ext uri="{FF2B5EF4-FFF2-40B4-BE49-F238E27FC236}">
                <a16:creationId xmlns:a16="http://schemas.microsoft.com/office/drawing/2014/main" id="{796DE2E7-F865-4D12-9BE7-7DAD784C560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32" name="23-text-6">
            <a:extLst xmlns:a="http://schemas.openxmlformats.org/drawingml/2006/main">
              <a:ext uri="{FF2B5EF4-FFF2-40B4-BE49-F238E27FC236}">
                <a16:creationId xmlns:a16="http://schemas.microsoft.com/office/drawing/2014/main" id="{A01ED543-4477-4929-90E8-56D6B6EA161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33" name="23-text-7">
            <a:extLst xmlns:a="http://schemas.openxmlformats.org/drawingml/2006/main">
              <a:ext uri="{FF2B5EF4-FFF2-40B4-BE49-F238E27FC236}">
                <a16:creationId xmlns:a16="http://schemas.microsoft.com/office/drawing/2014/main" id="{32E97578-B757-4134-9969-04F762F08D1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34" name="23-text-8">
            <a:extLst xmlns:a="http://schemas.openxmlformats.org/drawingml/2006/main">
              <a:ext uri="{FF2B5EF4-FFF2-40B4-BE49-F238E27FC236}">
                <a16:creationId xmlns:a16="http://schemas.microsoft.com/office/drawing/2014/main" id="{35AEE773-521F-4EA4-B5A2-73832BFB9A2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35" name="narrative-number">
            <a:extLst xmlns:a="http://schemas.openxmlformats.org/drawingml/2006/main">
              <a:ext uri="{FF2B5EF4-FFF2-40B4-BE49-F238E27FC236}">
                <a16:creationId xmlns:a16="http://schemas.microsoft.com/office/drawing/2014/main" id="{6A759913-46EF-4D77-B515-06ADD485AE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32307124"/>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6" name="!!area-name">
            <a:extLst xmlns:a="http://schemas.openxmlformats.org/drawingml/2006/main">
              <a:ext uri="{FF2B5EF4-FFF2-40B4-BE49-F238E27FC236}">
                <a16:creationId xmlns:a16="http://schemas.microsoft.com/office/drawing/2014/main" id="{B76EAA52-E120-48AF-844E-575AA76022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44" name="mini-map"/>
          <p:cNvPicPr>
            <a:picLocks xmlns:a="http://schemas.openxmlformats.org/drawingml/2006/main" noChangeAspect="1"/>
          </p:cNvPicPr>
          <p:nvPr/>
        </p:nvPicPr>
        <p:blipFill>
          <a:blip xmlns:r="http://schemas.openxmlformats.org/officeDocument/2006/relationships" xmlns:a="http://schemas.openxmlformats.org/drawingml/2006/main" r:embed="Rad3ab5b9ee9f42e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8" name="slide-title">
            <a:extLst xmlns:a="http://schemas.openxmlformats.org/drawingml/2006/main">
              <a:ext uri="{FF2B5EF4-FFF2-40B4-BE49-F238E27FC236}">
                <a16:creationId xmlns:a16="http://schemas.microsoft.com/office/drawing/2014/main" id="{640A5868-5BCA-478B-9E46-8E7C2E46219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39" name="header-divider">
            <a:extLst xmlns:a="http://schemas.openxmlformats.org/drawingml/2006/main">
              <a:ext uri="{FF2B5EF4-FFF2-40B4-BE49-F238E27FC236}">
                <a16:creationId xmlns:a16="http://schemas.microsoft.com/office/drawing/2014/main" id="{8CDDBFB8-40E9-463D-BC6C-AFEC6E6DC27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4-text-1">
            <a:extLst xmlns:a="http://schemas.openxmlformats.org/drawingml/2006/main">
              <a:ext uri="{FF2B5EF4-FFF2-40B4-BE49-F238E27FC236}">
                <a16:creationId xmlns:a16="http://schemas.microsoft.com/office/drawing/2014/main" id="{3E8B8432-3FC7-4860-8245-67CFCC716B0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48" name="24-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42" name="narrative-number">
            <a:extLst xmlns:a="http://schemas.openxmlformats.org/drawingml/2006/main">
              <a:ext uri="{FF2B5EF4-FFF2-40B4-BE49-F238E27FC236}">
                <a16:creationId xmlns:a16="http://schemas.microsoft.com/office/drawing/2014/main" id="{120582B9-844E-42CD-8138-CF2CA9BB55D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763207922"/>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3" name="!!area-name">
            <a:extLst xmlns:a="http://schemas.openxmlformats.org/drawingml/2006/main">
              <a:ext uri="{FF2B5EF4-FFF2-40B4-BE49-F238E27FC236}">
                <a16:creationId xmlns:a16="http://schemas.microsoft.com/office/drawing/2014/main" id="{F477C351-E273-4659-B583-5A6319BAF91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52" name="mini-map"/>
          <p:cNvPicPr>
            <a:picLocks xmlns:a="http://schemas.openxmlformats.org/drawingml/2006/main" noChangeAspect="1"/>
          </p:cNvPicPr>
          <p:nvPr/>
        </p:nvPicPr>
        <p:blipFill>
          <a:blip xmlns:r="http://schemas.openxmlformats.org/officeDocument/2006/relationships" xmlns:a="http://schemas.openxmlformats.org/drawingml/2006/main" r:embed="Rbadcaaa08ea8416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5" name="header-divider">
            <a:extLst xmlns:a="http://schemas.openxmlformats.org/drawingml/2006/main">
              <a:ext uri="{FF2B5EF4-FFF2-40B4-BE49-F238E27FC236}">
                <a16:creationId xmlns:a16="http://schemas.microsoft.com/office/drawing/2014/main" id="{6149581D-07B1-464B-A638-4A36CCFA25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6" name="25-text-1">
            <a:extLst xmlns:a="http://schemas.openxmlformats.org/drawingml/2006/main">
              <a:ext uri="{FF2B5EF4-FFF2-40B4-BE49-F238E27FC236}">
                <a16:creationId xmlns:a16="http://schemas.microsoft.com/office/drawing/2014/main" id="{523544A8-401D-4FF9-BA1D-2A5E78FD4018}"/>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47" name="25-text-2">
            <a:extLst xmlns:a="http://schemas.openxmlformats.org/drawingml/2006/main">
              <a:ext uri="{FF2B5EF4-FFF2-40B4-BE49-F238E27FC236}">
                <a16:creationId xmlns:a16="http://schemas.microsoft.com/office/drawing/2014/main" id="{46211B2B-8DEB-4B46-A49B-FB9078E83D5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8" name="25-text-3">
            <a:extLst xmlns:a="http://schemas.openxmlformats.org/drawingml/2006/main">
              <a:ext uri="{FF2B5EF4-FFF2-40B4-BE49-F238E27FC236}">
                <a16:creationId xmlns:a16="http://schemas.microsoft.com/office/drawing/2014/main" id="{DA405536-8849-42E6-B8D3-103CF7F30DB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57" name="25-image-4"/>
          <p:cNvPicPr>
            <a:picLocks xmlns:a="http://schemas.openxmlformats.org/drawingml/2006/main" noChangeAspect="1"/>
          </p:cNvPicPr>
          <p:nvPr/>
        </p:nvPicPr>
        <p:blipFill>
          <a:blip xmlns:r="http://schemas.openxmlformats.org/officeDocument/2006/relationships" xmlns:a="http://schemas.openxmlformats.org/drawingml/2006/main" r:embed="R0280b04560684c8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50" name="narrative-number">
            <a:extLst xmlns:a="http://schemas.openxmlformats.org/drawingml/2006/main">
              <a:ext uri="{FF2B5EF4-FFF2-40B4-BE49-F238E27FC236}">
                <a16:creationId xmlns:a16="http://schemas.microsoft.com/office/drawing/2014/main" id="{DB8E4CA3-62A1-4770-B4DC-507FCCBB56E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731257854"/>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1" name="!!area-name">
            <a:extLst xmlns:a="http://schemas.openxmlformats.org/drawingml/2006/main">
              <a:ext uri="{FF2B5EF4-FFF2-40B4-BE49-F238E27FC236}">
                <a16:creationId xmlns:a16="http://schemas.microsoft.com/office/drawing/2014/main" id="{49C50A17-20F5-4887-83E7-088CB122427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61" name="mini-map"/>
          <p:cNvPicPr>
            <a:picLocks xmlns:a="http://schemas.openxmlformats.org/drawingml/2006/main" noChangeAspect="1"/>
          </p:cNvPicPr>
          <p:nvPr/>
        </p:nvPicPr>
        <p:blipFill>
          <a:blip xmlns:r="http://schemas.openxmlformats.org/officeDocument/2006/relationships" xmlns:a="http://schemas.openxmlformats.org/drawingml/2006/main" r:embed="R9e71573a52b949e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3" name="slide-title">
            <a:extLst xmlns:a="http://schemas.openxmlformats.org/drawingml/2006/main">
              <a:ext uri="{FF2B5EF4-FFF2-40B4-BE49-F238E27FC236}">
                <a16:creationId xmlns:a16="http://schemas.microsoft.com/office/drawing/2014/main" id="{22C4B7E0-4DCA-45F9-AB79-93B731F88B5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54" name="header-divider">
            <a:extLst xmlns:a="http://schemas.openxmlformats.org/drawingml/2006/main">
              <a:ext uri="{FF2B5EF4-FFF2-40B4-BE49-F238E27FC236}">
                <a16:creationId xmlns:a16="http://schemas.microsoft.com/office/drawing/2014/main" id="{F943C04E-0BF4-4659-80A0-21DC0B2828A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5" name="26-text-1">
            <a:extLst xmlns:a="http://schemas.openxmlformats.org/drawingml/2006/main">
              <a:ext uri="{FF2B5EF4-FFF2-40B4-BE49-F238E27FC236}">
                <a16:creationId xmlns:a16="http://schemas.microsoft.com/office/drawing/2014/main" id="{20BC41B5-3864-4B04-AEC9-03537873D164}"/>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56" name="26-text-2">
            <a:extLst xmlns:a="http://schemas.openxmlformats.org/drawingml/2006/main">
              <a:ext uri="{FF2B5EF4-FFF2-40B4-BE49-F238E27FC236}">
                <a16:creationId xmlns:a16="http://schemas.microsoft.com/office/drawing/2014/main" id="{FDDACBFC-81FA-44D9-BA4E-9B77EF365032}"/>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57" name="26-text-3">
            <a:extLst xmlns:a="http://schemas.openxmlformats.org/drawingml/2006/main">
              <a:ext uri="{FF2B5EF4-FFF2-40B4-BE49-F238E27FC236}">
                <a16:creationId xmlns:a16="http://schemas.microsoft.com/office/drawing/2014/main" id="{FC4BF283-DFE2-4FB5-9B11-FAE8A431037E}"/>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58" name="26-text-4">
            <a:extLst xmlns:a="http://schemas.openxmlformats.org/drawingml/2006/main">
              <a:ext uri="{FF2B5EF4-FFF2-40B4-BE49-F238E27FC236}">
                <a16:creationId xmlns:a16="http://schemas.microsoft.com/office/drawing/2014/main" id="{DA8ABEB2-B0E1-45BD-BA63-775171FD3630}"/>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59" name="narrative-number">
            <a:extLst xmlns:a="http://schemas.openxmlformats.org/drawingml/2006/main">
              <a:ext uri="{FF2B5EF4-FFF2-40B4-BE49-F238E27FC236}">
                <a16:creationId xmlns:a16="http://schemas.microsoft.com/office/drawing/2014/main" id="{26026026-F861-4342-9B50-1863259749E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4264182870"/>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0" name="!!area-name">
            <a:extLst xmlns:a="http://schemas.openxmlformats.org/drawingml/2006/main">
              <a:ext uri="{FF2B5EF4-FFF2-40B4-BE49-F238E27FC236}">
                <a16:creationId xmlns:a16="http://schemas.microsoft.com/office/drawing/2014/main" id="{EEC7B2D0-D1E2-4631-99BC-BED279B1942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72" name="mini-map"/>
          <p:cNvPicPr>
            <a:picLocks xmlns:a="http://schemas.openxmlformats.org/drawingml/2006/main" noChangeAspect="1"/>
          </p:cNvPicPr>
          <p:nvPr/>
        </p:nvPicPr>
        <p:blipFill>
          <a:blip xmlns:r="http://schemas.openxmlformats.org/officeDocument/2006/relationships" xmlns:a="http://schemas.openxmlformats.org/drawingml/2006/main" r:embed="R2d08337eabb640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2" name="slide-title">
            <a:extLst xmlns:a="http://schemas.openxmlformats.org/drawingml/2006/main">
              <a:ext uri="{FF2B5EF4-FFF2-40B4-BE49-F238E27FC236}">
                <a16:creationId xmlns:a16="http://schemas.microsoft.com/office/drawing/2014/main" id="{4A6EC011-9065-4CBF-BA56-90573C3BF9E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63" name="header-divider">
            <a:extLst xmlns:a="http://schemas.openxmlformats.org/drawingml/2006/main">
              <a:ext uri="{FF2B5EF4-FFF2-40B4-BE49-F238E27FC236}">
                <a16:creationId xmlns:a16="http://schemas.microsoft.com/office/drawing/2014/main" id="{6CDD53A1-9540-4B82-8196-835A699332C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4" name="27-text-1">
            <a:extLst xmlns:a="http://schemas.openxmlformats.org/drawingml/2006/main">
              <a:ext uri="{FF2B5EF4-FFF2-40B4-BE49-F238E27FC236}">
                <a16:creationId xmlns:a16="http://schemas.microsoft.com/office/drawing/2014/main" id="{E4DB7922-E767-4C21-9F96-DECEB2B5321D}"/>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65" name="27-text-2">
            <a:extLst xmlns:a="http://schemas.openxmlformats.org/drawingml/2006/main">
              <a:ext uri="{FF2B5EF4-FFF2-40B4-BE49-F238E27FC236}">
                <a16:creationId xmlns:a16="http://schemas.microsoft.com/office/drawing/2014/main" id="{49002E95-D654-4D4E-8E58-C8D7AC784F34}"/>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66" name="27-text-3">
            <a:extLst xmlns:a="http://schemas.openxmlformats.org/drawingml/2006/main">
              <a:ext uri="{FF2B5EF4-FFF2-40B4-BE49-F238E27FC236}">
                <a16:creationId xmlns:a16="http://schemas.microsoft.com/office/drawing/2014/main" id="{6C0437FD-6302-475D-A139-1DFED4F5B8D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67" name="27-text-4">
            <a:extLst xmlns:a="http://schemas.openxmlformats.org/drawingml/2006/main">
              <a:ext uri="{FF2B5EF4-FFF2-40B4-BE49-F238E27FC236}">
                <a16:creationId xmlns:a16="http://schemas.microsoft.com/office/drawing/2014/main" id="{193CC41D-22AE-4EC2-B202-466416ABA710}"/>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68" name="27-text-5">
            <a:extLst xmlns:a="http://schemas.openxmlformats.org/drawingml/2006/main">
              <a:ext uri="{FF2B5EF4-FFF2-40B4-BE49-F238E27FC236}">
                <a16:creationId xmlns:a16="http://schemas.microsoft.com/office/drawing/2014/main" id="{502A2306-2CF9-44A4-A73D-E64ED6666F4E}"/>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69" name="27-text-6">
            <a:extLst xmlns:a="http://schemas.openxmlformats.org/drawingml/2006/main">
              <a:ext uri="{FF2B5EF4-FFF2-40B4-BE49-F238E27FC236}">
                <a16:creationId xmlns:a16="http://schemas.microsoft.com/office/drawing/2014/main" id="{5991EE03-90DA-43D1-BC71-02416030A324}"/>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70" name="narrative-number">
            <a:extLst xmlns:a="http://schemas.openxmlformats.org/drawingml/2006/main">
              <a:ext uri="{FF2B5EF4-FFF2-40B4-BE49-F238E27FC236}">
                <a16:creationId xmlns:a16="http://schemas.microsoft.com/office/drawing/2014/main" id="{3B645D0C-D547-4D2C-B514-179D9F23AFC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638209429"/>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1" name="!!area-name">
            <a:extLst xmlns:a="http://schemas.openxmlformats.org/drawingml/2006/main">
              <a:ext uri="{FF2B5EF4-FFF2-40B4-BE49-F238E27FC236}">
                <a16:creationId xmlns:a16="http://schemas.microsoft.com/office/drawing/2014/main" id="{689605FD-77F9-4777-AFA2-78D477A5A45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85" name="mini-map"/>
          <p:cNvPicPr>
            <a:picLocks xmlns:a="http://schemas.openxmlformats.org/drawingml/2006/main" noChangeAspect="1"/>
          </p:cNvPicPr>
          <p:nvPr/>
        </p:nvPicPr>
        <p:blipFill>
          <a:blip xmlns:r="http://schemas.openxmlformats.org/officeDocument/2006/relationships" xmlns:a="http://schemas.openxmlformats.org/drawingml/2006/main" r:embed="Rbc3980254e99438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3" name="slide-title">
            <a:extLst xmlns:a="http://schemas.openxmlformats.org/drawingml/2006/main">
              <a:ext uri="{FF2B5EF4-FFF2-40B4-BE49-F238E27FC236}">
                <a16:creationId xmlns:a16="http://schemas.microsoft.com/office/drawing/2014/main" id="{D812872E-E7D5-4768-96B1-E7DFC0E58A7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74" name="header-divider">
            <a:extLst xmlns:a="http://schemas.openxmlformats.org/drawingml/2006/main">
              <a:ext uri="{FF2B5EF4-FFF2-40B4-BE49-F238E27FC236}">
                <a16:creationId xmlns:a16="http://schemas.microsoft.com/office/drawing/2014/main" id="{D932DEB3-C6F7-44CE-B1B4-F56F3AD074B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5" name="28-text-1">
            <a:extLst xmlns:a="http://schemas.openxmlformats.org/drawingml/2006/main">
              <a:ext uri="{FF2B5EF4-FFF2-40B4-BE49-F238E27FC236}">
                <a16:creationId xmlns:a16="http://schemas.microsoft.com/office/drawing/2014/main" id="{EDAFA8BE-2EB4-4B47-A962-BD3E908F091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76" name="28-text-2">
            <a:extLst xmlns:a="http://schemas.openxmlformats.org/drawingml/2006/main">
              <a:ext uri="{FF2B5EF4-FFF2-40B4-BE49-F238E27FC236}">
                <a16:creationId xmlns:a16="http://schemas.microsoft.com/office/drawing/2014/main" id="{69FDBA44-D6E4-4B10-B0ED-F607AF2D27F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77" name="28-text-3">
            <a:extLst xmlns:a="http://schemas.openxmlformats.org/drawingml/2006/main">
              <a:ext uri="{FF2B5EF4-FFF2-40B4-BE49-F238E27FC236}">
                <a16:creationId xmlns:a16="http://schemas.microsoft.com/office/drawing/2014/main" id="{34295102-99F3-4DDE-BBA0-B6BEB86A240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78" name="28-text-4">
            <a:extLst xmlns:a="http://schemas.openxmlformats.org/drawingml/2006/main">
              <a:ext uri="{FF2B5EF4-FFF2-40B4-BE49-F238E27FC236}">
                <a16:creationId xmlns:a16="http://schemas.microsoft.com/office/drawing/2014/main" id="{18279A97-A3EE-4C20-8703-67BAD969875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79" name="28-text-5">
            <a:extLst xmlns:a="http://schemas.openxmlformats.org/drawingml/2006/main">
              <a:ext uri="{FF2B5EF4-FFF2-40B4-BE49-F238E27FC236}">
                <a16:creationId xmlns:a16="http://schemas.microsoft.com/office/drawing/2014/main" id="{AC6F6906-26E0-4CE7-A3B8-B3C5427CB1A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80" name="28-text-6">
            <a:extLst xmlns:a="http://schemas.openxmlformats.org/drawingml/2006/main">
              <a:ext uri="{FF2B5EF4-FFF2-40B4-BE49-F238E27FC236}">
                <a16:creationId xmlns:a16="http://schemas.microsoft.com/office/drawing/2014/main" id="{68603831-FFFF-444E-9BC2-175BB5F9D29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81" name="28-text-7">
            <a:extLst xmlns:a="http://schemas.openxmlformats.org/drawingml/2006/main">
              <a:ext uri="{FF2B5EF4-FFF2-40B4-BE49-F238E27FC236}">
                <a16:creationId xmlns:a16="http://schemas.microsoft.com/office/drawing/2014/main" id="{C65044B6-0CE5-4001-BF68-C79AF106516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82" name="28-text-8">
            <a:extLst xmlns:a="http://schemas.openxmlformats.org/drawingml/2006/main">
              <a:ext uri="{FF2B5EF4-FFF2-40B4-BE49-F238E27FC236}">
                <a16:creationId xmlns:a16="http://schemas.microsoft.com/office/drawing/2014/main" id="{1E915418-BC9A-42F6-B110-42499770759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283" name="narrative-number">
            <a:extLst xmlns:a="http://schemas.openxmlformats.org/drawingml/2006/main">
              <a:ext uri="{FF2B5EF4-FFF2-40B4-BE49-F238E27FC236}">
                <a16:creationId xmlns:a16="http://schemas.microsoft.com/office/drawing/2014/main" id="{DAA0549D-51F4-4FAD-A7EC-28D97D6BCB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1731773705"/>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4" name="!!area-name">
            <a:extLst xmlns:a="http://schemas.openxmlformats.org/drawingml/2006/main">
              <a:ext uri="{FF2B5EF4-FFF2-40B4-BE49-F238E27FC236}">
                <a16:creationId xmlns:a16="http://schemas.microsoft.com/office/drawing/2014/main" id="{FE7433AF-2E5F-4070-931F-4C0D7D1C2B2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05" name="mini-map"/>
          <p:cNvPicPr>
            <a:picLocks xmlns:a="http://schemas.openxmlformats.org/drawingml/2006/main" noChangeAspect="1"/>
          </p:cNvPicPr>
          <p:nvPr/>
        </p:nvPicPr>
        <p:blipFill>
          <a:blip xmlns:r="http://schemas.openxmlformats.org/officeDocument/2006/relationships" xmlns:a="http://schemas.openxmlformats.org/drawingml/2006/main" r:embed="Raa00c01d51dc4e2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6" name="slide-title">
            <a:extLst xmlns:a="http://schemas.openxmlformats.org/drawingml/2006/main">
              <a:ext uri="{FF2B5EF4-FFF2-40B4-BE49-F238E27FC236}">
                <a16:creationId xmlns:a16="http://schemas.microsoft.com/office/drawing/2014/main" id="{84022AF5-0A5E-4E29-AA3E-FCC5E102F38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87" name="header-divider">
            <a:extLst xmlns:a="http://schemas.openxmlformats.org/drawingml/2006/main">
              <a:ext uri="{FF2B5EF4-FFF2-40B4-BE49-F238E27FC236}">
                <a16:creationId xmlns:a16="http://schemas.microsoft.com/office/drawing/2014/main" id="{1A0FFF7A-6E74-42E6-89A2-C6CEFA5EA96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8" name="29-text-1">
            <a:extLst xmlns:a="http://schemas.openxmlformats.org/drawingml/2006/main">
              <a:ext uri="{FF2B5EF4-FFF2-40B4-BE49-F238E27FC236}">
                <a16:creationId xmlns:a16="http://schemas.microsoft.com/office/drawing/2014/main" id="{53CF3B9A-FE0B-44EF-9600-397297B83FD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289" name="29-text-2">
            <a:extLst xmlns:a="http://schemas.openxmlformats.org/drawingml/2006/main">
              <a:ext uri="{FF2B5EF4-FFF2-40B4-BE49-F238E27FC236}">
                <a16:creationId xmlns:a16="http://schemas.microsoft.com/office/drawing/2014/main" id="{525C323E-1978-4F8C-A484-1FD737A01F70}"/>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90" name="29-text-3">
            <a:extLst xmlns:a="http://schemas.openxmlformats.org/drawingml/2006/main">
              <a:ext uri="{FF2B5EF4-FFF2-40B4-BE49-F238E27FC236}">
                <a16:creationId xmlns:a16="http://schemas.microsoft.com/office/drawing/2014/main" id="{BD64CBAF-BF10-4D41-A8FF-C27F6B143B57}"/>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91" name="29-text-4">
            <a:extLst xmlns:a="http://schemas.openxmlformats.org/drawingml/2006/main">
              <a:ext uri="{FF2B5EF4-FFF2-40B4-BE49-F238E27FC236}">
                <a16:creationId xmlns:a16="http://schemas.microsoft.com/office/drawing/2014/main" id="{5B246ADF-7183-4688-B9AF-47BDF9649BAE}"/>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92" name="29-text-5">
            <a:extLst xmlns:a="http://schemas.openxmlformats.org/drawingml/2006/main">
              <a:ext uri="{FF2B5EF4-FFF2-40B4-BE49-F238E27FC236}">
                <a16:creationId xmlns:a16="http://schemas.microsoft.com/office/drawing/2014/main" id="{1C94BD65-CD03-4ED9-B128-A9BC9B2FDC4A}"/>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93" name="29-text-6">
            <a:extLst xmlns:a="http://schemas.openxmlformats.org/drawingml/2006/main">
              <a:ext uri="{FF2B5EF4-FFF2-40B4-BE49-F238E27FC236}">
                <a16:creationId xmlns:a16="http://schemas.microsoft.com/office/drawing/2014/main" id="{1C24ED16-ABBC-45AC-82AB-964782338CC1}"/>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94" name="29-text-7">
            <a:extLst xmlns:a="http://schemas.openxmlformats.org/drawingml/2006/main">
              <a:ext uri="{FF2B5EF4-FFF2-40B4-BE49-F238E27FC236}">
                <a16:creationId xmlns:a16="http://schemas.microsoft.com/office/drawing/2014/main" id="{C7DD4001-AF64-4B1C-A9C8-9796359346B2}"/>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95" name="29-text-8">
            <a:extLst xmlns:a="http://schemas.openxmlformats.org/drawingml/2006/main">
              <a:ext uri="{FF2B5EF4-FFF2-40B4-BE49-F238E27FC236}">
                <a16:creationId xmlns:a16="http://schemas.microsoft.com/office/drawing/2014/main" id="{8D339F02-0CD7-46E0-BD6C-2080F5C63783}"/>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96" name="29-text-9">
            <a:extLst xmlns:a="http://schemas.openxmlformats.org/drawingml/2006/main">
              <a:ext uri="{FF2B5EF4-FFF2-40B4-BE49-F238E27FC236}">
                <a16:creationId xmlns:a16="http://schemas.microsoft.com/office/drawing/2014/main" id="{07545A89-3EA9-4E21-8C61-A516D83A9151}"/>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97" name="29-text-10">
            <a:extLst xmlns:a="http://schemas.openxmlformats.org/drawingml/2006/main">
              <a:ext uri="{FF2B5EF4-FFF2-40B4-BE49-F238E27FC236}">
                <a16:creationId xmlns:a16="http://schemas.microsoft.com/office/drawing/2014/main" id="{6E84AF51-787B-4A74-8A4E-89B642D92CD6}"/>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98" name="29-text-11">
            <a:extLst xmlns:a="http://schemas.openxmlformats.org/drawingml/2006/main">
              <a:ext uri="{FF2B5EF4-FFF2-40B4-BE49-F238E27FC236}">
                <a16:creationId xmlns:a16="http://schemas.microsoft.com/office/drawing/2014/main" id="{DD31F875-0CEB-4932-A13E-0C8A393F6ED0}"/>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99" name="29-text-12">
            <a:extLst xmlns:a="http://schemas.openxmlformats.org/drawingml/2006/main">
              <a:ext uri="{FF2B5EF4-FFF2-40B4-BE49-F238E27FC236}">
                <a16:creationId xmlns:a16="http://schemas.microsoft.com/office/drawing/2014/main" id="{EC9D84FC-593E-499D-8D2A-27D8BEF34DD8}"/>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00" name="29-text-13">
            <a:extLst xmlns:a="http://schemas.openxmlformats.org/drawingml/2006/main">
              <a:ext uri="{FF2B5EF4-FFF2-40B4-BE49-F238E27FC236}">
                <a16:creationId xmlns:a16="http://schemas.microsoft.com/office/drawing/2014/main" id="{77ED3E6D-B6A6-4DFF-AF9E-5B402E5D011C}"/>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01" name="29-text-14">
            <a:extLst xmlns:a="http://schemas.openxmlformats.org/drawingml/2006/main">
              <a:ext uri="{FF2B5EF4-FFF2-40B4-BE49-F238E27FC236}">
                <a16:creationId xmlns:a16="http://schemas.microsoft.com/office/drawing/2014/main" id="{844E2109-3815-4338-9DF1-F1BDB9968CB3}"/>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302" name="29-text-15">
            <a:extLst xmlns:a="http://schemas.openxmlformats.org/drawingml/2006/main">
              <a:ext uri="{FF2B5EF4-FFF2-40B4-BE49-F238E27FC236}">
                <a16:creationId xmlns:a16="http://schemas.microsoft.com/office/drawing/2014/main" id="{269A690C-B109-4323-B66E-FE5EC1648AA9}"/>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303" name="narrative-number">
            <a:extLst xmlns:a="http://schemas.openxmlformats.org/drawingml/2006/main">
              <a:ext uri="{FF2B5EF4-FFF2-40B4-BE49-F238E27FC236}">
                <a16:creationId xmlns:a16="http://schemas.microsoft.com/office/drawing/2014/main" id="{0F64E8AD-F309-4CCE-A21E-C9F0657ADDF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3233245746"/>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4" name="!!area-name">
            <a:extLst xmlns:a="http://schemas.openxmlformats.org/drawingml/2006/main">
              <a:ext uri="{FF2B5EF4-FFF2-40B4-BE49-F238E27FC236}">
                <a16:creationId xmlns:a16="http://schemas.microsoft.com/office/drawing/2014/main" id="{3C9FBEEF-AB7E-4C74-A219-4C9A3D33CB9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13" name="mini-map"/>
          <p:cNvPicPr>
            <a:picLocks xmlns:a="http://schemas.openxmlformats.org/drawingml/2006/main" noChangeAspect="1"/>
          </p:cNvPicPr>
          <p:nvPr/>
        </p:nvPicPr>
        <p:blipFill>
          <a:blip xmlns:r="http://schemas.openxmlformats.org/officeDocument/2006/relationships" xmlns:a="http://schemas.openxmlformats.org/drawingml/2006/main" r:embed="Ra811a3eb29e64d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6" name="header-divider">
            <a:extLst xmlns:a="http://schemas.openxmlformats.org/drawingml/2006/main">
              <a:ext uri="{FF2B5EF4-FFF2-40B4-BE49-F238E27FC236}">
                <a16:creationId xmlns:a16="http://schemas.microsoft.com/office/drawing/2014/main" id="{B9D0016B-A6CD-464E-A952-F51C19E00EC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7" name="30-text-1">
            <a:extLst xmlns:a="http://schemas.openxmlformats.org/drawingml/2006/main">
              <a:ext uri="{FF2B5EF4-FFF2-40B4-BE49-F238E27FC236}">
                <a16:creationId xmlns:a16="http://schemas.microsoft.com/office/drawing/2014/main" id="{7A7B3E05-4FB7-4F9F-AB72-2F4CA905407A}"/>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08" name="30-text-2">
            <a:extLst xmlns:a="http://schemas.openxmlformats.org/drawingml/2006/main">
              <a:ext uri="{FF2B5EF4-FFF2-40B4-BE49-F238E27FC236}">
                <a16:creationId xmlns:a16="http://schemas.microsoft.com/office/drawing/2014/main" id="{7B147947-CB15-49E4-901C-F7664B1778C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09" name="30-text-3">
            <a:extLst xmlns:a="http://schemas.openxmlformats.org/drawingml/2006/main">
              <a:ext uri="{FF2B5EF4-FFF2-40B4-BE49-F238E27FC236}">
                <a16:creationId xmlns:a16="http://schemas.microsoft.com/office/drawing/2014/main" id="{92AC13BB-4EBD-433D-BAC8-A1CF668AC67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18" name="30-image-4"/>
          <p:cNvPicPr>
            <a:picLocks xmlns:a="http://schemas.openxmlformats.org/drawingml/2006/main" noChangeAspect="1"/>
          </p:cNvPicPr>
          <p:nvPr/>
        </p:nvPicPr>
        <p:blipFill>
          <a:blip xmlns:r="http://schemas.openxmlformats.org/officeDocument/2006/relationships" xmlns:a="http://schemas.openxmlformats.org/drawingml/2006/main" r:embed="R628e5e3355094a7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11" name="narrative-number">
            <a:extLst xmlns:a="http://schemas.openxmlformats.org/drawingml/2006/main">
              <a:ext uri="{FF2B5EF4-FFF2-40B4-BE49-F238E27FC236}">
                <a16:creationId xmlns:a16="http://schemas.microsoft.com/office/drawing/2014/main" id="{7E85D101-7C82-471F-A833-966A94639F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2409018451"/>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2" name="!!area-name">
            <a:extLst xmlns:a="http://schemas.openxmlformats.org/drawingml/2006/main">
              <a:ext uri="{FF2B5EF4-FFF2-40B4-BE49-F238E27FC236}">
                <a16:creationId xmlns:a16="http://schemas.microsoft.com/office/drawing/2014/main" id="{E23EFEDB-43B5-4C5A-8EB3-0500490E2C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What and why</a:t>
            </a:r>
          </a:p>
        </p:txBody>
      </p:sp>
      <p:pic>
        <p:nvPicPr>
          <p:cNvPr id="322" name="mini-map"/>
          <p:cNvPicPr>
            <a:picLocks xmlns:a="http://schemas.openxmlformats.org/drawingml/2006/main" noChangeAspect="1"/>
          </p:cNvPicPr>
          <p:nvPr/>
        </p:nvPicPr>
        <p:blipFill>
          <a:blip xmlns:r="http://schemas.openxmlformats.org/officeDocument/2006/relationships" xmlns:a="http://schemas.openxmlformats.org/drawingml/2006/main" r:embed="R006dec2223314b4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4" name="slide-title">
            <a:extLst xmlns:a="http://schemas.openxmlformats.org/drawingml/2006/main">
              <a:ext uri="{FF2B5EF4-FFF2-40B4-BE49-F238E27FC236}">
                <a16:creationId xmlns:a16="http://schemas.microsoft.com/office/drawing/2014/main" id="{E8C60E4E-C460-4A8E-8CE9-CD148700B70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15" name="header-divider">
            <a:extLst xmlns:a="http://schemas.openxmlformats.org/drawingml/2006/main">
              <a:ext uri="{FF2B5EF4-FFF2-40B4-BE49-F238E27FC236}">
                <a16:creationId xmlns:a16="http://schemas.microsoft.com/office/drawing/2014/main" id="{5C1575B0-2B53-4641-9EA6-79C5B3FFD78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6" name="31-text-1">
            <a:extLst xmlns:a="http://schemas.openxmlformats.org/drawingml/2006/main">
              <a:ext uri="{FF2B5EF4-FFF2-40B4-BE49-F238E27FC236}">
                <a16:creationId xmlns:a16="http://schemas.microsoft.com/office/drawing/2014/main" id="{ED876EE6-E97D-4278-B1B8-D8D421DB44E9}"/>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17" name="31-text-2">
            <a:extLst xmlns:a="http://schemas.openxmlformats.org/drawingml/2006/main">
              <a:ext uri="{FF2B5EF4-FFF2-40B4-BE49-F238E27FC236}">
                <a16:creationId xmlns:a16="http://schemas.microsoft.com/office/drawing/2014/main" id="{342B68AE-CE63-498E-8B46-D9F32B1D7476}"/>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18" name="31-text-3">
            <a:extLst xmlns:a="http://schemas.openxmlformats.org/drawingml/2006/main">
              <a:ext uri="{FF2B5EF4-FFF2-40B4-BE49-F238E27FC236}">
                <a16:creationId xmlns:a16="http://schemas.microsoft.com/office/drawing/2014/main" id="{AC8000D0-E13C-4C15-A526-A70B02C5DC29}"/>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19" name="31-text-4">
            <a:extLst xmlns:a="http://schemas.openxmlformats.org/drawingml/2006/main">
              <a:ext uri="{FF2B5EF4-FFF2-40B4-BE49-F238E27FC236}">
                <a16:creationId xmlns:a16="http://schemas.microsoft.com/office/drawing/2014/main" id="{DACD4B75-6D54-4F8E-9606-E7D251704536}"/>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20" name="narrative-number">
            <a:extLst xmlns:a="http://schemas.openxmlformats.org/drawingml/2006/main">
              <a:ext uri="{FF2B5EF4-FFF2-40B4-BE49-F238E27FC236}">
                <a16:creationId xmlns:a16="http://schemas.microsoft.com/office/drawing/2014/main" id="{456AFB0B-AD30-4E32-86D0-F5A8CE9716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948819452"/>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1" name="!!area-name">
            <a:extLst xmlns:a="http://schemas.openxmlformats.org/drawingml/2006/main">
              <a:ext uri="{FF2B5EF4-FFF2-40B4-BE49-F238E27FC236}">
                <a16:creationId xmlns:a16="http://schemas.microsoft.com/office/drawing/2014/main" id="{2DEC3A2A-64EE-410D-BFFF-881B3415725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33" name="mini-map"/>
          <p:cNvPicPr>
            <a:picLocks xmlns:a="http://schemas.openxmlformats.org/drawingml/2006/main" noChangeAspect="1"/>
          </p:cNvPicPr>
          <p:nvPr/>
        </p:nvPicPr>
        <p:blipFill>
          <a:blip xmlns:r="http://schemas.openxmlformats.org/officeDocument/2006/relationships" xmlns:a="http://schemas.openxmlformats.org/drawingml/2006/main" r:embed="Reaece87d9433445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3" name="slide-title">
            <a:extLst xmlns:a="http://schemas.openxmlformats.org/drawingml/2006/main">
              <a:ext uri="{FF2B5EF4-FFF2-40B4-BE49-F238E27FC236}">
                <a16:creationId xmlns:a16="http://schemas.microsoft.com/office/drawing/2014/main" id="{DADFC5A6-40DB-479D-869B-4C45A1AAAEE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24" name="header-divider">
            <a:extLst xmlns:a="http://schemas.openxmlformats.org/drawingml/2006/main">
              <a:ext uri="{FF2B5EF4-FFF2-40B4-BE49-F238E27FC236}">
                <a16:creationId xmlns:a16="http://schemas.microsoft.com/office/drawing/2014/main" id="{6CF28392-6DBF-436B-8E62-3F003CB4030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5" name="32-text-1">
            <a:extLst xmlns:a="http://schemas.openxmlformats.org/drawingml/2006/main">
              <a:ext uri="{FF2B5EF4-FFF2-40B4-BE49-F238E27FC236}">
                <a16:creationId xmlns:a16="http://schemas.microsoft.com/office/drawing/2014/main" id="{0B15DC0B-2A21-4B39-A5E0-B6FFB3128542}"/>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26" name="32-text-2">
            <a:extLst xmlns:a="http://schemas.openxmlformats.org/drawingml/2006/main">
              <a:ext uri="{FF2B5EF4-FFF2-40B4-BE49-F238E27FC236}">
                <a16:creationId xmlns:a16="http://schemas.microsoft.com/office/drawing/2014/main" id="{2F448C6C-0446-45C8-BFBA-76307890263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27" name="32-text-3">
            <a:extLst xmlns:a="http://schemas.openxmlformats.org/drawingml/2006/main">
              <a:ext uri="{FF2B5EF4-FFF2-40B4-BE49-F238E27FC236}">
                <a16:creationId xmlns:a16="http://schemas.microsoft.com/office/drawing/2014/main" id="{D385704F-1B63-4782-9E9E-62616414BF5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28" name="32-text-4">
            <a:extLst xmlns:a="http://schemas.openxmlformats.org/drawingml/2006/main">
              <a:ext uri="{FF2B5EF4-FFF2-40B4-BE49-F238E27FC236}">
                <a16:creationId xmlns:a16="http://schemas.microsoft.com/office/drawing/2014/main" id="{B382380A-7AB5-474E-8C62-7B9957AE35D2}"/>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29" name="32-text-5">
            <a:extLst xmlns:a="http://schemas.openxmlformats.org/drawingml/2006/main">
              <a:ext uri="{FF2B5EF4-FFF2-40B4-BE49-F238E27FC236}">
                <a16:creationId xmlns:a16="http://schemas.microsoft.com/office/drawing/2014/main" id="{2F97893B-C5D3-4808-91A6-14C00C69ED05}"/>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30" name="32-text-6">
            <a:extLst xmlns:a="http://schemas.openxmlformats.org/drawingml/2006/main">
              <a:ext uri="{FF2B5EF4-FFF2-40B4-BE49-F238E27FC236}">
                <a16:creationId xmlns:a16="http://schemas.microsoft.com/office/drawing/2014/main" id="{D545A71F-142B-4F0F-A8BE-9A02A77D5C5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31" name="narrative-number">
            <a:extLst xmlns:a="http://schemas.openxmlformats.org/drawingml/2006/main">
              <a:ext uri="{FF2B5EF4-FFF2-40B4-BE49-F238E27FC236}">
                <a16:creationId xmlns:a16="http://schemas.microsoft.com/office/drawing/2014/main" id="{94C81A31-1350-4A0D-B672-D6CC8871A0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2813634696"/>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2" name="!!area-name">
            <a:extLst xmlns:a="http://schemas.openxmlformats.org/drawingml/2006/main">
              <a:ext uri="{FF2B5EF4-FFF2-40B4-BE49-F238E27FC236}">
                <a16:creationId xmlns:a16="http://schemas.microsoft.com/office/drawing/2014/main" id="{C0645A90-8017-4323-B02C-98653982D95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347" name="mini-map"/>
          <p:cNvPicPr>
            <a:picLocks xmlns:a="http://schemas.openxmlformats.org/drawingml/2006/main" noChangeAspect="1"/>
          </p:cNvPicPr>
          <p:nvPr/>
        </p:nvPicPr>
        <p:blipFill>
          <a:blip xmlns:r="http://schemas.openxmlformats.org/officeDocument/2006/relationships" xmlns:a="http://schemas.openxmlformats.org/drawingml/2006/main" r:embed="Rb752d0ffc1b744c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4" name="slide-title">
            <a:extLst xmlns:a="http://schemas.openxmlformats.org/drawingml/2006/main">
              <a:ext uri="{FF2B5EF4-FFF2-40B4-BE49-F238E27FC236}">
                <a16:creationId xmlns:a16="http://schemas.microsoft.com/office/drawing/2014/main" id="{76C23771-F6BA-4A6A-9B34-33A7F6B0DD4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35" name="header-divider">
            <a:extLst xmlns:a="http://schemas.openxmlformats.org/drawingml/2006/main">
              <a:ext uri="{FF2B5EF4-FFF2-40B4-BE49-F238E27FC236}">
                <a16:creationId xmlns:a16="http://schemas.microsoft.com/office/drawing/2014/main" id="{AF3486CD-2A70-4501-A571-4AB8AD8B453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6" name="33-text-1">
            <a:extLst xmlns:a="http://schemas.openxmlformats.org/drawingml/2006/main">
              <a:ext uri="{FF2B5EF4-FFF2-40B4-BE49-F238E27FC236}">
                <a16:creationId xmlns:a16="http://schemas.microsoft.com/office/drawing/2014/main" id="{9C7532D9-F086-4738-A1D3-8090AFC9DA4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37" name="33-text-2">
            <a:extLst xmlns:a="http://schemas.openxmlformats.org/drawingml/2006/main">
              <a:ext uri="{FF2B5EF4-FFF2-40B4-BE49-F238E27FC236}">
                <a16:creationId xmlns:a16="http://schemas.microsoft.com/office/drawing/2014/main" id="{D4D0761F-6130-4469-AF10-B6FF51E342D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38" name="33-text-3">
            <a:extLst xmlns:a="http://schemas.openxmlformats.org/drawingml/2006/main">
              <a:ext uri="{FF2B5EF4-FFF2-40B4-BE49-F238E27FC236}">
                <a16:creationId xmlns:a16="http://schemas.microsoft.com/office/drawing/2014/main" id="{3D811EDE-0B24-4C64-85B2-2A59C78DB56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39" name="33-text-4">
            <a:extLst xmlns:a="http://schemas.openxmlformats.org/drawingml/2006/main">
              <a:ext uri="{FF2B5EF4-FFF2-40B4-BE49-F238E27FC236}">
                <a16:creationId xmlns:a16="http://schemas.microsoft.com/office/drawing/2014/main" id="{A6944A9E-4837-4888-B2BC-E1E87857A1F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40" name="33-text-5">
            <a:extLst xmlns:a="http://schemas.openxmlformats.org/drawingml/2006/main">
              <a:ext uri="{FF2B5EF4-FFF2-40B4-BE49-F238E27FC236}">
                <a16:creationId xmlns:a16="http://schemas.microsoft.com/office/drawing/2014/main" id="{132DFDDB-63A8-40A6-9B9E-FC87B68C2CA0}"/>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41" name="33-text-6">
            <a:extLst xmlns:a="http://schemas.openxmlformats.org/drawingml/2006/main">
              <a:ext uri="{FF2B5EF4-FFF2-40B4-BE49-F238E27FC236}">
                <a16:creationId xmlns:a16="http://schemas.microsoft.com/office/drawing/2014/main" id="{F70F7083-A319-4B2B-96EE-54B02CCA0A2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42" name="33-text-7">
            <a:extLst xmlns:a="http://schemas.openxmlformats.org/drawingml/2006/main">
              <a:ext uri="{FF2B5EF4-FFF2-40B4-BE49-F238E27FC236}">
                <a16:creationId xmlns:a16="http://schemas.microsoft.com/office/drawing/2014/main" id="{3C5CBFB0-35F0-4822-B1FE-2B623F2B9B71}"/>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43" name="33-text-8">
            <a:extLst xmlns:a="http://schemas.openxmlformats.org/drawingml/2006/main">
              <a:ext uri="{FF2B5EF4-FFF2-40B4-BE49-F238E27FC236}">
                <a16:creationId xmlns:a16="http://schemas.microsoft.com/office/drawing/2014/main" id="{65092B08-9DFD-4A66-AF90-4560AFDD9FC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44" name="33-text-9">
            <a:extLst xmlns:a="http://schemas.openxmlformats.org/drawingml/2006/main">
              <a:ext uri="{FF2B5EF4-FFF2-40B4-BE49-F238E27FC236}">
                <a16:creationId xmlns:a16="http://schemas.microsoft.com/office/drawing/2014/main" id="{4D8271BE-213E-4EF5-9145-2FE79C5572A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45" name="narrative-number">
            <a:extLst xmlns:a="http://schemas.openxmlformats.org/drawingml/2006/main">
              <a:ext uri="{FF2B5EF4-FFF2-40B4-BE49-F238E27FC236}">
                <a16:creationId xmlns:a16="http://schemas.microsoft.com/office/drawing/2014/main" id="{D3DC971A-2204-4E60-8C12-1415E8B1F4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3553373674"/>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6" name="!!area-name">
            <a:extLst xmlns:a="http://schemas.openxmlformats.org/drawingml/2006/main">
              <a:ext uri="{FF2B5EF4-FFF2-40B4-BE49-F238E27FC236}">
                <a16:creationId xmlns:a16="http://schemas.microsoft.com/office/drawing/2014/main" id="{2C2735C7-4BDC-4AAF-B086-B91CA52BA6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362" name="mini-map"/>
          <p:cNvPicPr>
            <a:picLocks xmlns:a="http://schemas.openxmlformats.org/drawingml/2006/main" noChangeAspect="1"/>
          </p:cNvPicPr>
          <p:nvPr/>
        </p:nvPicPr>
        <p:blipFill>
          <a:blip xmlns:r="http://schemas.openxmlformats.org/officeDocument/2006/relationships" xmlns:a="http://schemas.openxmlformats.org/drawingml/2006/main" r:embed="Re6e35b441d69446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8" name="slide-title">
            <a:extLst xmlns:a="http://schemas.openxmlformats.org/drawingml/2006/main">
              <a:ext uri="{FF2B5EF4-FFF2-40B4-BE49-F238E27FC236}">
                <a16:creationId xmlns:a16="http://schemas.microsoft.com/office/drawing/2014/main" id="{EC2EA5AB-8497-4643-B025-72B4438D9E5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49" name="header-divider">
            <a:extLst xmlns:a="http://schemas.openxmlformats.org/drawingml/2006/main">
              <a:ext uri="{FF2B5EF4-FFF2-40B4-BE49-F238E27FC236}">
                <a16:creationId xmlns:a16="http://schemas.microsoft.com/office/drawing/2014/main" id="{BD4FBA1B-4F5A-4025-9F2F-9B5067A5375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0" name="34-text-1">
            <a:extLst xmlns:a="http://schemas.openxmlformats.org/drawingml/2006/main">
              <a:ext uri="{FF2B5EF4-FFF2-40B4-BE49-F238E27FC236}">
                <a16:creationId xmlns:a16="http://schemas.microsoft.com/office/drawing/2014/main" id="{602EF839-91F0-4217-9B99-16F59DC8543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51" name="34-text-2">
            <a:extLst xmlns:a="http://schemas.openxmlformats.org/drawingml/2006/main">
              <a:ext uri="{FF2B5EF4-FFF2-40B4-BE49-F238E27FC236}">
                <a16:creationId xmlns:a16="http://schemas.microsoft.com/office/drawing/2014/main" id="{061A896F-441B-4D6E-A059-487E395F3DBA}"/>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52" name="34-text-3">
            <a:extLst xmlns:a="http://schemas.openxmlformats.org/drawingml/2006/main">
              <a:ext uri="{FF2B5EF4-FFF2-40B4-BE49-F238E27FC236}">
                <a16:creationId xmlns:a16="http://schemas.microsoft.com/office/drawing/2014/main" id="{30E7025C-6D6C-42D8-9172-6B69C53A5763}"/>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53" name="34-text-4">
            <a:extLst xmlns:a="http://schemas.openxmlformats.org/drawingml/2006/main">
              <a:ext uri="{FF2B5EF4-FFF2-40B4-BE49-F238E27FC236}">
                <a16:creationId xmlns:a16="http://schemas.microsoft.com/office/drawing/2014/main" id="{2A39CC21-81E8-479E-A97C-29E9F0399132}"/>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54" name="34-text-5">
            <a:extLst xmlns:a="http://schemas.openxmlformats.org/drawingml/2006/main">
              <a:ext uri="{FF2B5EF4-FFF2-40B4-BE49-F238E27FC236}">
                <a16:creationId xmlns:a16="http://schemas.microsoft.com/office/drawing/2014/main" id="{4541F560-572C-4405-9A12-5A8A4E275CCA}"/>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55" name="34-text-6">
            <a:extLst xmlns:a="http://schemas.openxmlformats.org/drawingml/2006/main">
              <a:ext uri="{FF2B5EF4-FFF2-40B4-BE49-F238E27FC236}">
                <a16:creationId xmlns:a16="http://schemas.microsoft.com/office/drawing/2014/main" id="{4CDBAC0D-D2B9-4B53-8E37-6ACA291F2D96}"/>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56" name="34-text-7">
            <a:extLst xmlns:a="http://schemas.openxmlformats.org/drawingml/2006/main">
              <a:ext uri="{FF2B5EF4-FFF2-40B4-BE49-F238E27FC236}">
                <a16:creationId xmlns:a16="http://schemas.microsoft.com/office/drawing/2014/main" id="{30541C5D-E098-47BD-9B9B-2C81CFB4086B}"/>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57" name="34-text-8">
            <a:extLst xmlns:a="http://schemas.openxmlformats.org/drawingml/2006/main">
              <a:ext uri="{FF2B5EF4-FFF2-40B4-BE49-F238E27FC236}">
                <a16:creationId xmlns:a16="http://schemas.microsoft.com/office/drawing/2014/main" id="{F494D22A-95D9-465B-AE6A-97EEEA58F550}"/>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58" name="34-text-9">
            <a:extLst xmlns:a="http://schemas.openxmlformats.org/drawingml/2006/main">
              <a:ext uri="{FF2B5EF4-FFF2-40B4-BE49-F238E27FC236}">
                <a16:creationId xmlns:a16="http://schemas.microsoft.com/office/drawing/2014/main" id="{2643686E-62D2-4634-B44A-C02FE94000EC}"/>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59" name="34-text-10">
            <a:extLst xmlns:a="http://schemas.openxmlformats.org/drawingml/2006/main">
              <a:ext uri="{FF2B5EF4-FFF2-40B4-BE49-F238E27FC236}">
                <a16:creationId xmlns:a16="http://schemas.microsoft.com/office/drawing/2014/main" id="{B2E0CB03-2F70-4841-ADE8-A6A54D380CD9}"/>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60" name="narrative-number">
            <a:extLst xmlns:a="http://schemas.openxmlformats.org/drawingml/2006/main">
              <a:ext uri="{FF2B5EF4-FFF2-40B4-BE49-F238E27FC236}">
                <a16:creationId xmlns:a16="http://schemas.microsoft.com/office/drawing/2014/main" id="{6100361F-29E3-41EE-9D74-473813F5EE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3427483730"/>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1" name="!!area-name">
            <a:extLst xmlns:a="http://schemas.openxmlformats.org/drawingml/2006/main">
              <a:ext uri="{FF2B5EF4-FFF2-40B4-BE49-F238E27FC236}">
                <a16:creationId xmlns:a16="http://schemas.microsoft.com/office/drawing/2014/main" id="{09CE0837-0360-4E52-B4F7-86839EF18CB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370" name="mini-map"/>
          <p:cNvPicPr>
            <a:picLocks xmlns:a="http://schemas.openxmlformats.org/drawingml/2006/main" noChangeAspect="1"/>
          </p:cNvPicPr>
          <p:nvPr/>
        </p:nvPicPr>
        <p:blipFill>
          <a:blip xmlns:r="http://schemas.openxmlformats.org/officeDocument/2006/relationships" xmlns:a="http://schemas.openxmlformats.org/drawingml/2006/main" r:embed="R20db51810f2045c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3" name="header-divider">
            <a:extLst xmlns:a="http://schemas.openxmlformats.org/drawingml/2006/main">
              <a:ext uri="{FF2B5EF4-FFF2-40B4-BE49-F238E27FC236}">
                <a16:creationId xmlns:a16="http://schemas.microsoft.com/office/drawing/2014/main" id="{60C765A6-C3C3-4B5E-A9F4-DFD520321E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4" name="35-text-1">
            <a:extLst xmlns:a="http://schemas.openxmlformats.org/drawingml/2006/main">
              <a:ext uri="{FF2B5EF4-FFF2-40B4-BE49-F238E27FC236}">
                <a16:creationId xmlns:a16="http://schemas.microsoft.com/office/drawing/2014/main" id="{8E950751-B141-4B3D-B543-BB69BA26ED5A}"/>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73" name="35-image-2"/>
          <p:cNvPicPr>
            <a:picLocks xmlns:a="http://schemas.openxmlformats.org/drawingml/2006/main" noChangeAspect="1"/>
          </p:cNvPicPr>
          <p:nvPr/>
        </p:nvPicPr>
        <p:blipFill>
          <a:blip xmlns:r="http://schemas.openxmlformats.org/officeDocument/2006/relationships" xmlns:a="http://schemas.openxmlformats.org/drawingml/2006/main" r:embed="R2dad293969a4435b"/>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66" name="35-text-3">
            <a:extLst xmlns:a="http://schemas.openxmlformats.org/drawingml/2006/main">
              <a:ext uri="{FF2B5EF4-FFF2-40B4-BE49-F238E27FC236}">
                <a16:creationId xmlns:a16="http://schemas.microsoft.com/office/drawing/2014/main" id="{1A9EE6E6-87DE-4531-BF1D-1EE76B8B2E7D}"/>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67" name="35-text-4">
            <a:extLst xmlns:a="http://schemas.openxmlformats.org/drawingml/2006/main">
              <a:ext uri="{FF2B5EF4-FFF2-40B4-BE49-F238E27FC236}">
                <a16:creationId xmlns:a16="http://schemas.microsoft.com/office/drawing/2014/main" id="{8E7EC462-4B4F-4915-9955-72F1EE6C024D}"/>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68" name="narrative-number">
            <a:extLst xmlns:a="http://schemas.openxmlformats.org/drawingml/2006/main">
              <a:ext uri="{FF2B5EF4-FFF2-40B4-BE49-F238E27FC236}">
                <a16:creationId xmlns:a16="http://schemas.microsoft.com/office/drawing/2014/main" id="{D4F9A4DE-9AD7-4692-A2FB-0B8C5D4D13A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351357351"/>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9" name="!!area-name">
            <a:extLst xmlns:a="http://schemas.openxmlformats.org/drawingml/2006/main">
              <a:ext uri="{FF2B5EF4-FFF2-40B4-BE49-F238E27FC236}">
                <a16:creationId xmlns:a16="http://schemas.microsoft.com/office/drawing/2014/main" id="{570A5158-0360-4ADF-A314-53A2E1EC6F0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What and why</a:t>
            </a:r>
          </a:p>
        </p:txBody>
      </p:sp>
      <p:pic>
        <p:nvPicPr>
          <p:cNvPr id="379" name="mini-map"/>
          <p:cNvPicPr>
            <a:picLocks xmlns:a="http://schemas.openxmlformats.org/drawingml/2006/main" noChangeAspect="1"/>
          </p:cNvPicPr>
          <p:nvPr/>
        </p:nvPicPr>
        <p:blipFill>
          <a:blip xmlns:r="http://schemas.openxmlformats.org/officeDocument/2006/relationships" xmlns:a="http://schemas.openxmlformats.org/drawingml/2006/main" r:embed="R0011dffa09e241e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1" name="slide-title">
            <a:extLst xmlns:a="http://schemas.openxmlformats.org/drawingml/2006/main">
              <a:ext uri="{FF2B5EF4-FFF2-40B4-BE49-F238E27FC236}">
                <a16:creationId xmlns:a16="http://schemas.microsoft.com/office/drawing/2014/main" id="{3AA09325-7BC4-4A79-BAEC-D9A074BAB21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AgentOps</a:t>
            </a:r>
          </a:p>
        </p:txBody>
      </p:sp>
      <p:sp>
        <p:nvSpPr>
          <p:cNvPr id="372" name="header-divider">
            <a:extLst xmlns:a="http://schemas.openxmlformats.org/drawingml/2006/main">
              <a:ext uri="{FF2B5EF4-FFF2-40B4-BE49-F238E27FC236}">
                <a16:creationId xmlns:a16="http://schemas.microsoft.com/office/drawing/2014/main" id="{06DBB3D3-B34D-4EBB-A486-F97DA44CCB0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3" name="36-text-1">
            <a:extLst xmlns:a="http://schemas.openxmlformats.org/drawingml/2006/main">
              <a:ext uri="{FF2B5EF4-FFF2-40B4-BE49-F238E27FC236}">
                <a16:creationId xmlns:a16="http://schemas.microsoft.com/office/drawing/2014/main" id="{E6512814-9942-4EE2-8456-F544EDD6831D}"/>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74" name="36-text-2">
            <a:extLst xmlns:a="http://schemas.openxmlformats.org/drawingml/2006/main">
              <a:ext uri="{FF2B5EF4-FFF2-40B4-BE49-F238E27FC236}">
                <a16:creationId xmlns:a16="http://schemas.microsoft.com/office/drawing/2014/main" id="{CD8755BC-9D84-475C-805A-E17061F9FCE0}"/>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 and accountable response.</a:t>
            </a:r>
          </a:p>
        </p:txBody>
      </p:sp>
      <p:sp>
        <p:nvSpPr>
          <p:cNvPr id="375" name="36-text-3">
            <a:extLst xmlns:a="http://schemas.openxmlformats.org/drawingml/2006/main">
              <a:ext uri="{FF2B5EF4-FFF2-40B4-BE49-F238E27FC236}">
                <a16:creationId xmlns:a16="http://schemas.microsoft.com/office/drawing/2014/main" id="{291B0BB2-ECA0-47BC-A4C0-807C719AB491}"/>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76" name="36-text-4">
            <a:extLst xmlns:a="http://schemas.openxmlformats.org/drawingml/2006/main">
              <a:ext uri="{FF2B5EF4-FFF2-40B4-BE49-F238E27FC236}">
                <a16:creationId xmlns:a16="http://schemas.microsoft.com/office/drawing/2014/main" id="{A49795D4-4BB3-4CB4-A8B4-5D1A3FDFD845}"/>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77" name="narrative-number">
            <a:extLst xmlns:a="http://schemas.openxmlformats.org/drawingml/2006/main">
              <a:ext uri="{FF2B5EF4-FFF2-40B4-BE49-F238E27FC236}">
                <a16:creationId xmlns:a16="http://schemas.microsoft.com/office/drawing/2014/main" id="{3E7B2C0C-7154-435B-9525-DF07509944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589573071"/>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8" name="!!area-name">
            <a:extLst xmlns:a="http://schemas.openxmlformats.org/drawingml/2006/main">
              <a:ext uri="{FF2B5EF4-FFF2-40B4-BE49-F238E27FC236}">
                <a16:creationId xmlns:a16="http://schemas.microsoft.com/office/drawing/2014/main" id="{5A0D3A67-40DF-4A3D-A335-489FBF5CDCC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392" name="mini-map"/>
          <p:cNvPicPr>
            <a:picLocks xmlns:a="http://schemas.openxmlformats.org/drawingml/2006/main" noChangeAspect="1"/>
          </p:cNvPicPr>
          <p:nvPr/>
        </p:nvPicPr>
        <p:blipFill>
          <a:blip xmlns:r="http://schemas.openxmlformats.org/officeDocument/2006/relationships" xmlns:a="http://schemas.openxmlformats.org/drawingml/2006/main" r:embed="R169761829f2a4f2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0" name="slide-title">
            <a:extLst xmlns:a="http://schemas.openxmlformats.org/drawingml/2006/main">
              <a:ext uri="{FF2B5EF4-FFF2-40B4-BE49-F238E27FC236}">
                <a16:creationId xmlns:a16="http://schemas.microsoft.com/office/drawing/2014/main" id="{2D47B506-BE4F-4252-B3A9-CB7C0AD49E4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81" name="header-divider">
            <a:extLst xmlns:a="http://schemas.openxmlformats.org/drawingml/2006/main">
              <a:ext uri="{FF2B5EF4-FFF2-40B4-BE49-F238E27FC236}">
                <a16:creationId xmlns:a16="http://schemas.microsoft.com/office/drawing/2014/main" id="{E8C5986A-20E3-48DC-8597-9753B266977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2" name="37-text-1">
            <a:extLst xmlns:a="http://schemas.openxmlformats.org/drawingml/2006/main">
              <a:ext uri="{FF2B5EF4-FFF2-40B4-BE49-F238E27FC236}">
                <a16:creationId xmlns:a16="http://schemas.microsoft.com/office/drawing/2014/main" id="{1248547B-B388-46EA-9305-71E9367C881E}"/>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83" name="37-text-2">
            <a:extLst xmlns:a="http://schemas.openxmlformats.org/drawingml/2006/main">
              <a:ext uri="{FF2B5EF4-FFF2-40B4-BE49-F238E27FC236}">
                <a16:creationId xmlns:a16="http://schemas.microsoft.com/office/drawing/2014/main" id="{B4D739F8-4AF8-4B40-9D88-159B6970A6A3}"/>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84" name="37-text-3">
            <a:extLst xmlns:a="http://schemas.openxmlformats.org/drawingml/2006/main">
              <a:ext uri="{FF2B5EF4-FFF2-40B4-BE49-F238E27FC236}">
                <a16:creationId xmlns:a16="http://schemas.microsoft.com/office/drawing/2014/main" id="{B39F31C4-A0D8-4A00-B634-B00E83438BD8}"/>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85" name="37-text-4">
            <a:extLst xmlns:a="http://schemas.openxmlformats.org/drawingml/2006/main">
              <a:ext uri="{FF2B5EF4-FFF2-40B4-BE49-F238E27FC236}">
                <a16:creationId xmlns:a16="http://schemas.microsoft.com/office/drawing/2014/main" id="{590611DB-8D69-467D-8D8C-5A5BBB1AAC4A}"/>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86" name="37-text-5">
            <a:extLst xmlns:a="http://schemas.openxmlformats.org/drawingml/2006/main">
              <a:ext uri="{FF2B5EF4-FFF2-40B4-BE49-F238E27FC236}">
                <a16:creationId xmlns:a16="http://schemas.microsoft.com/office/drawing/2014/main" id="{E02668FE-1CA9-4DB7-A4E6-9D41D51170EC}"/>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87" name="37-text-6">
            <a:extLst xmlns:a="http://schemas.openxmlformats.org/drawingml/2006/main">
              <a:ext uri="{FF2B5EF4-FFF2-40B4-BE49-F238E27FC236}">
                <a16:creationId xmlns:a16="http://schemas.microsoft.com/office/drawing/2014/main" id="{435D6857-0975-4412-8E5C-93AB67249759}"/>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88" name="37-text-7">
            <a:extLst xmlns:a="http://schemas.openxmlformats.org/drawingml/2006/main">
              <a:ext uri="{FF2B5EF4-FFF2-40B4-BE49-F238E27FC236}">
                <a16:creationId xmlns:a16="http://schemas.microsoft.com/office/drawing/2014/main" id="{45A84BC2-6E55-40C6-9BC3-0662BA9CE050}"/>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389" name="37-text-8">
            <a:extLst xmlns:a="http://schemas.openxmlformats.org/drawingml/2006/main">
              <a:ext uri="{FF2B5EF4-FFF2-40B4-BE49-F238E27FC236}">
                <a16:creationId xmlns:a16="http://schemas.microsoft.com/office/drawing/2014/main" id="{1683C499-29EE-45A6-A674-BB3EF4395301}"/>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390" name="narrative-number">
            <a:extLst xmlns:a="http://schemas.openxmlformats.org/drawingml/2006/main">
              <a:ext uri="{FF2B5EF4-FFF2-40B4-BE49-F238E27FC236}">
                <a16:creationId xmlns:a16="http://schemas.microsoft.com/office/drawing/2014/main" id="{9A40F587-7B5D-4E22-A3CB-98BFC09326F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3853659224"/>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1" name="!!area-name">
            <a:extLst xmlns:a="http://schemas.openxmlformats.org/drawingml/2006/main">
              <a:ext uri="{FF2B5EF4-FFF2-40B4-BE49-F238E27FC236}">
                <a16:creationId xmlns:a16="http://schemas.microsoft.com/office/drawing/2014/main" id="{91008500-478D-4C2B-BD71-7E7EB37DE15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06" name="mini-map"/>
          <p:cNvPicPr>
            <a:picLocks xmlns:a="http://schemas.openxmlformats.org/drawingml/2006/main" noChangeAspect="1"/>
          </p:cNvPicPr>
          <p:nvPr/>
        </p:nvPicPr>
        <p:blipFill>
          <a:blip xmlns:r="http://schemas.openxmlformats.org/officeDocument/2006/relationships" xmlns:a="http://schemas.openxmlformats.org/drawingml/2006/main" r:embed="R7eb49391719b4f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3" name="slide-title">
            <a:extLst xmlns:a="http://schemas.openxmlformats.org/drawingml/2006/main">
              <a:ext uri="{FF2B5EF4-FFF2-40B4-BE49-F238E27FC236}">
                <a16:creationId xmlns:a16="http://schemas.microsoft.com/office/drawing/2014/main" id="{6829F7DC-BE08-46E8-9877-5CA2CC642E4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394" name="header-divider">
            <a:extLst xmlns:a="http://schemas.openxmlformats.org/drawingml/2006/main">
              <a:ext uri="{FF2B5EF4-FFF2-40B4-BE49-F238E27FC236}">
                <a16:creationId xmlns:a16="http://schemas.microsoft.com/office/drawing/2014/main" id="{E309042F-D087-4082-9515-A81619C95E5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5" name="38-text-1">
            <a:extLst xmlns:a="http://schemas.openxmlformats.org/drawingml/2006/main">
              <a:ext uri="{FF2B5EF4-FFF2-40B4-BE49-F238E27FC236}">
                <a16:creationId xmlns:a16="http://schemas.microsoft.com/office/drawing/2014/main" id="{5ECB366A-BB15-4A45-8A3D-A8BD52E783F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396" name="38-text-2">
            <a:extLst xmlns:a="http://schemas.openxmlformats.org/drawingml/2006/main">
              <a:ext uri="{FF2B5EF4-FFF2-40B4-BE49-F238E27FC236}">
                <a16:creationId xmlns:a16="http://schemas.microsoft.com/office/drawing/2014/main" id="{F744D985-7042-4E98-860C-904E04653EB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397" name="38-text-3">
            <a:extLst xmlns:a="http://schemas.openxmlformats.org/drawingml/2006/main">
              <a:ext uri="{FF2B5EF4-FFF2-40B4-BE49-F238E27FC236}">
                <a16:creationId xmlns:a16="http://schemas.microsoft.com/office/drawing/2014/main" id="{A5A8985A-E43A-40BE-A2F4-211F3BAED98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398" name="38-text-4">
            <a:extLst xmlns:a="http://schemas.openxmlformats.org/drawingml/2006/main">
              <a:ext uri="{FF2B5EF4-FFF2-40B4-BE49-F238E27FC236}">
                <a16:creationId xmlns:a16="http://schemas.microsoft.com/office/drawing/2014/main" id="{1F7A2FE4-54A2-40A4-AAEB-6DCE927802C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399" name="38-text-5">
            <a:extLst xmlns:a="http://schemas.openxmlformats.org/drawingml/2006/main">
              <a:ext uri="{FF2B5EF4-FFF2-40B4-BE49-F238E27FC236}">
                <a16:creationId xmlns:a16="http://schemas.microsoft.com/office/drawing/2014/main" id="{15A2440D-EFAE-46C6-AAC8-D19744C865C7}"/>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00" name="38-text-6">
            <a:extLst xmlns:a="http://schemas.openxmlformats.org/drawingml/2006/main">
              <a:ext uri="{FF2B5EF4-FFF2-40B4-BE49-F238E27FC236}">
                <a16:creationId xmlns:a16="http://schemas.microsoft.com/office/drawing/2014/main" id="{45D52DF4-CE34-4D0A-AA32-4C7188BC9AB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01" name="38-text-7">
            <a:extLst xmlns:a="http://schemas.openxmlformats.org/drawingml/2006/main">
              <a:ext uri="{FF2B5EF4-FFF2-40B4-BE49-F238E27FC236}">
                <a16:creationId xmlns:a16="http://schemas.microsoft.com/office/drawing/2014/main" id="{6EA9561E-6086-4E34-A6A1-D447C9BC7EE2}"/>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02" name="38-text-8">
            <a:extLst xmlns:a="http://schemas.openxmlformats.org/drawingml/2006/main">
              <a:ext uri="{FF2B5EF4-FFF2-40B4-BE49-F238E27FC236}">
                <a16:creationId xmlns:a16="http://schemas.microsoft.com/office/drawing/2014/main" id="{F7318CBD-AD37-4A25-848A-03A746FAD06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03" name="38-text-9">
            <a:extLst xmlns:a="http://schemas.openxmlformats.org/drawingml/2006/main">
              <a:ext uri="{FF2B5EF4-FFF2-40B4-BE49-F238E27FC236}">
                <a16:creationId xmlns:a16="http://schemas.microsoft.com/office/drawing/2014/main" id="{6988D9C6-9B39-486B-97EC-63E09D30A7E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04" name="narrative-number">
            <a:extLst xmlns:a="http://schemas.openxmlformats.org/drawingml/2006/main">
              <a:ext uri="{FF2B5EF4-FFF2-40B4-BE49-F238E27FC236}">
                <a16:creationId xmlns:a16="http://schemas.microsoft.com/office/drawing/2014/main" id="{BBC4097D-AD9B-4863-8B4A-290570189B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430944174"/>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5" name="!!area-name">
            <a:extLst xmlns:a="http://schemas.openxmlformats.org/drawingml/2006/main">
              <a:ext uri="{FF2B5EF4-FFF2-40B4-BE49-F238E27FC236}">
                <a16:creationId xmlns:a16="http://schemas.microsoft.com/office/drawing/2014/main" id="{DB0B33CD-02AA-481B-9A2F-1D075F89115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13" name="mini-map"/>
          <p:cNvPicPr>
            <a:picLocks xmlns:a="http://schemas.openxmlformats.org/drawingml/2006/main" noChangeAspect="1"/>
          </p:cNvPicPr>
          <p:nvPr/>
        </p:nvPicPr>
        <p:blipFill>
          <a:blip xmlns:r="http://schemas.openxmlformats.org/officeDocument/2006/relationships" xmlns:a="http://schemas.openxmlformats.org/drawingml/2006/main" r:embed="R52749be9c2ab4e3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7" name="slide-title">
            <a:extLst xmlns:a="http://schemas.openxmlformats.org/drawingml/2006/main">
              <a:ext uri="{FF2B5EF4-FFF2-40B4-BE49-F238E27FC236}">
                <a16:creationId xmlns:a16="http://schemas.microsoft.com/office/drawing/2014/main" id="{D48B4981-8CDB-4DC8-8B69-5CE37D74FE0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408" name="header-divider">
            <a:extLst xmlns:a="http://schemas.openxmlformats.org/drawingml/2006/main">
              <a:ext uri="{FF2B5EF4-FFF2-40B4-BE49-F238E27FC236}">
                <a16:creationId xmlns:a16="http://schemas.microsoft.com/office/drawing/2014/main" id="{2D9C6898-8226-461D-AE9C-4FAF1D53B61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9" name="39-text-1">
            <a:extLst xmlns:a="http://schemas.openxmlformats.org/drawingml/2006/main">
              <a:ext uri="{FF2B5EF4-FFF2-40B4-BE49-F238E27FC236}">
                <a16:creationId xmlns:a16="http://schemas.microsoft.com/office/drawing/2014/main" id="{5EB7B4D2-28CC-4BE5-8E8B-822BA2FCD6A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17"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1" name="narrative-number">
            <a:extLst xmlns:a="http://schemas.openxmlformats.org/drawingml/2006/main">
              <a:ext uri="{FF2B5EF4-FFF2-40B4-BE49-F238E27FC236}">
                <a16:creationId xmlns:a16="http://schemas.microsoft.com/office/drawing/2014/main" id="{81D69987-4B9D-4242-84A2-B4A6676DDF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481031579"/>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14" name="40-image-1"/>
          <p:cNvPicPr>
            <a:picLocks xmlns:a="http://schemas.openxmlformats.org/drawingml/2006/main" noChangeAspect="1"/>
          </p:cNvPicPr>
          <p:nvPr/>
        </p:nvPicPr>
        <p:blipFill>
          <a:blip xmlns:r="http://schemas.openxmlformats.org/officeDocument/2006/relationships" xmlns:a="http://schemas.openxmlformats.org/drawingml/2006/main" r:embed="Rd9b56959fa99469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13" name="narrative-number">
            <a:extLst xmlns:a="http://schemas.openxmlformats.org/drawingml/2006/main">
              <a:ext uri="{FF2B5EF4-FFF2-40B4-BE49-F238E27FC236}">
                <a16:creationId xmlns:a16="http://schemas.microsoft.com/office/drawing/2014/main" id="{84656177-5115-474B-B38A-8598433014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675741372"/>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4" name="section-label">
            <a:extLst xmlns:a="http://schemas.openxmlformats.org/drawingml/2006/main">
              <a:ext uri="{FF2B5EF4-FFF2-40B4-BE49-F238E27FC236}">
                <a16:creationId xmlns:a16="http://schemas.microsoft.com/office/drawing/2014/main" id="{8CA3C3DD-D9B7-421F-A4AA-0DB6B98BC1CA}"/>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15" name="section-rule">
            <a:extLst xmlns:a="http://schemas.openxmlformats.org/drawingml/2006/main">
              <a:ext uri="{FF2B5EF4-FFF2-40B4-BE49-F238E27FC236}">
                <a16:creationId xmlns:a16="http://schemas.microsoft.com/office/drawing/2014/main" id="{F58D0544-AA95-457C-A33B-D4FE5169700F}"/>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6" name="section-title">
            <a:extLst xmlns:a="http://schemas.openxmlformats.org/drawingml/2006/main">
              <a:ext uri="{FF2B5EF4-FFF2-40B4-BE49-F238E27FC236}">
                <a16:creationId xmlns:a16="http://schemas.microsoft.com/office/drawing/2014/main" id="{D2525F3A-316C-4932-98E6-4F6D948FFAF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17" name="narrative-number">
            <a:extLst xmlns:a="http://schemas.openxmlformats.org/drawingml/2006/main">
              <a:ext uri="{FF2B5EF4-FFF2-40B4-BE49-F238E27FC236}">
                <a16:creationId xmlns:a16="http://schemas.microsoft.com/office/drawing/2014/main" id="{C8D0AC51-2091-468F-A988-F322DE6BDE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625664490"/>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8" name="!!area-name">
            <a:extLst xmlns:a="http://schemas.openxmlformats.org/drawingml/2006/main">
              <a:ext uri="{FF2B5EF4-FFF2-40B4-BE49-F238E27FC236}">
                <a16:creationId xmlns:a16="http://schemas.microsoft.com/office/drawing/2014/main" id="{CD54F576-1A63-425E-A633-44042E7C80A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25" name="mini-map"/>
          <p:cNvPicPr>
            <a:picLocks xmlns:a="http://schemas.openxmlformats.org/drawingml/2006/main" noChangeAspect="1"/>
          </p:cNvPicPr>
          <p:nvPr/>
        </p:nvPicPr>
        <p:blipFill>
          <a:blip xmlns:r="http://schemas.openxmlformats.org/officeDocument/2006/relationships" xmlns:a="http://schemas.openxmlformats.org/drawingml/2006/main" r:embed="Rf275c1561ee94dd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0" name="slide-title">
            <a:extLst xmlns:a="http://schemas.openxmlformats.org/drawingml/2006/main">
              <a:ext uri="{FF2B5EF4-FFF2-40B4-BE49-F238E27FC236}">
                <a16:creationId xmlns:a16="http://schemas.microsoft.com/office/drawing/2014/main" id="{4B40B9A2-946F-4244-8F47-F556D371DB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21" name="header-divider">
            <a:extLst xmlns:a="http://schemas.openxmlformats.org/drawingml/2006/main">
              <a:ext uri="{FF2B5EF4-FFF2-40B4-BE49-F238E27FC236}">
                <a16:creationId xmlns:a16="http://schemas.microsoft.com/office/drawing/2014/main" id="{2C28A3A3-7DCD-4178-BCD1-DCAAA21E63A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28"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23" name="narrative-number">
            <a:extLst xmlns:a="http://schemas.openxmlformats.org/drawingml/2006/main">
              <a:ext uri="{FF2B5EF4-FFF2-40B4-BE49-F238E27FC236}">
                <a16:creationId xmlns:a16="http://schemas.microsoft.com/office/drawing/2014/main" id="{BA54B8D8-8977-4026-AD09-6EAA121173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522527035"/>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4" name="!!area-name">
            <a:extLst xmlns:a="http://schemas.openxmlformats.org/drawingml/2006/main">
              <a:ext uri="{FF2B5EF4-FFF2-40B4-BE49-F238E27FC236}">
                <a16:creationId xmlns:a16="http://schemas.microsoft.com/office/drawing/2014/main" id="{0D43D050-6628-4511-8DCA-F7274B2A986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31" name="mini-map"/>
          <p:cNvPicPr>
            <a:picLocks xmlns:a="http://schemas.openxmlformats.org/drawingml/2006/main" noChangeAspect="1"/>
          </p:cNvPicPr>
          <p:nvPr/>
        </p:nvPicPr>
        <p:blipFill>
          <a:blip xmlns:r="http://schemas.openxmlformats.org/officeDocument/2006/relationships" xmlns:a="http://schemas.openxmlformats.org/drawingml/2006/main" r:embed="R8332001e352f4b3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6" name="slide-title">
            <a:extLst xmlns:a="http://schemas.openxmlformats.org/drawingml/2006/main">
              <a:ext uri="{FF2B5EF4-FFF2-40B4-BE49-F238E27FC236}">
                <a16:creationId xmlns:a16="http://schemas.microsoft.com/office/drawing/2014/main" id="{ED8D107D-B7DF-476A-A187-27FE30BA442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27" name="header-divider">
            <a:extLst xmlns:a="http://schemas.openxmlformats.org/drawingml/2006/main">
              <a:ext uri="{FF2B5EF4-FFF2-40B4-BE49-F238E27FC236}">
                <a16:creationId xmlns:a16="http://schemas.microsoft.com/office/drawing/2014/main" id="{BF2620F0-8007-4532-9051-B8555078A77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34"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29" name="narrative-number">
            <a:extLst xmlns:a="http://schemas.openxmlformats.org/drawingml/2006/main">
              <a:ext uri="{FF2B5EF4-FFF2-40B4-BE49-F238E27FC236}">
                <a16:creationId xmlns:a16="http://schemas.microsoft.com/office/drawing/2014/main" id="{56FCA9DC-AF30-428C-8C88-7EB7863AA42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4098460961"/>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0" name="!!area-name">
            <a:extLst xmlns:a="http://schemas.openxmlformats.org/drawingml/2006/main">
              <a:ext uri="{FF2B5EF4-FFF2-40B4-BE49-F238E27FC236}">
                <a16:creationId xmlns:a16="http://schemas.microsoft.com/office/drawing/2014/main" id="{ECB2773D-3675-467C-8B05-DFB0ED1BDD06}"/>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31" name="header-divider">
            <a:extLst xmlns:a="http://schemas.openxmlformats.org/drawingml/2006/main">
              <a:ext uri="{FF2B5EF4-FFF2-40B4-BE49-F238E27FC236}">
                <a16:creationId xmlns:a16="http://schemas.microsoft.com/office/drawing/2014/main" id="{053CA045-5F89-4809-AB5C-09A2C5797E15}"/>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2" name="44-shape-1">
            <a:extLst xmlns:a="http://schemas.openxmlformats.org/drawingml/2006/main">
              <a:ext uri="{FF2B5EF4-FFF2-40B4-BE49-F238E27FC236}">
                <a16:creationId xmlns:a16="http://schemas.microsoft.com/office/drawing/2014/main" id="{A9FDAF41-E600-466B-B678-BF1BEBDFCA76}"/>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3" name="44-shape-2">
            <a:extLst xmlns:a="http://schemas.openxmlformats.org/drawingml/2006/main">
              <a:ext uri="{FF2B5EF4-FFF2-40B4-BE49-F238E27FC236}">
                <a16:creationId xmlns:a16="http://schemas.microsoft.com/office/drawing/2014/main" id="{780AE528-2530-488E-94BB-965966C25303}"/>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34" name="44-text-3">
            <a:extLst xmlns:a="http://schemas.openxmlformats.org/drawingml/2006/main">
              <a:ext uri="{FF2B5EF4-FFF2-40B4-BE49-F238E27FC236}">
                <a16:creationId xmlns:a16="http://schemas.microsoft.com/office/drawing/2014/main" id="{14B249C5-86E5-490B-9AE5-715BE4F766E4}"/>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35" name="44-text-4">
            <a:extLst xmlns:a="http://schemas.openxmlformats.org/drawingml/2006/main">
              <a:ext uri="{FF2B5EF4-FFF2-40B4-BE49-F238E27FC236}">
                <a16:creationId xmlns:a16="http://schemas.microsoft.com/office/drawing/2014/main" id="{2A83839C-CE3C-4FF8-9455-D25127CCAB86}"/>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36" name="44-shape-5">
            <a:extLst xmlns:a="http://schemas.openxmlformats.org/drawingml/2006/main">
              <a:ext uri="{FF2B5EF4-FFF2-40B4-BE49-F238E27FC236}">
                <a16:creationId xmlns:a16="http://schemas.microsoft.com/office/drawing/2014/main" id="{599566AA-8C8B-462D-85E3-F7DDCA609B47}"/>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7" name="44-shape-6">
            <a:extLst xmlns:a="http://schemas.openxmlformats.org/drawingml/2006/main">
              <a:ext uri="{FF2B5EF4-FFF2-40B4-BE49-F238E27FC236}">
                <a16:creationId xmlns:a16="http://schemas.microsoft.com/office/drawing/2014/main" id="{D695EE66-0102-4F2B-B10A-B4B99BB813BC}"/>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38" name="44-text-7">
            <a:extLst xmlns:a="http://schemas.openxmlformats.org/drawingml/2006/main">
              <a:ext uri="{FF2B5EF4-FFF2-40B4-BE49-F238E27FC236}">
                <a16:creationId xmlns:a16="http://schemas.microsoft.com/office/drawing/2014/main" id="{F3493DD3-1BAD-4A1B-974E-2CD731DAD43A}"/>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39" name="44-text-8">
            <a:extLst xmlns:a="http://schemas.openxmlformats.org/drawingml/2006/main">
              <a:ext uri="{FF2B5EF4-FFF2-40B4-BE49-F238E27FC236}">
                <a16:creationId xmlns:a16="http://schemas.microsoft.com/office/drawing/2014/main" id="{086EC328-1557-434C-8F3A-F0AFDFC08BB4}"/>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40" name="44-shape-9">
            <a:extLst xmlns:a="http://schemas.openxmlformats.org/drawingml/2006/main">
              <a:ext uri="{FF2B5EF4-FFF2-40B4-BE49-F238E27FC236}">
                <a16:creationId xmlns:a16="http://schemas.microsoft.com/office/drawing/2014/main" id="{02FE77F4-0322-41E4-BDE6-8184379FB09B}"/>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1" name="44-shape-10">
            <a:extLst xmlns:a="http://schemas.openxmlformats.org/drawingml/2006/main">
              <a:ext uri="{FF2B5EF4-FFF2-40B4-BE49-F238E27FC236}">
                <a16:creationId xmlns:a16="http://schemas.microsoft.com/office/drawing/2014/main" id="{A653BFCE-B99E-4DC2-9CB9-9F84E581542B}"/>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42" name="44-text-11">
            <a:extLst xmlns:a="http://schemas.openxmlformats.org/drawingml/2006/main">
              <a:ext uri="{FF2B5EF4-FFF2-40B4-BE49-F238E27FC236}">
                <a16:creationId xmlns:a16="http://schemas.microsoft.com/office/drawing/2014/main" id="{6E8A7915-7367-4E5C-A881-216AE8E0B501}"/>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43" name="44-text-12">
            <a:extLst xmlns:a="http://schemas.openxmlformats.org/drawingml/2006/main">
              <a:ext uri="{FF2B5EF4-FFF2-40B4-BE49-F238E27FC236}">
                <a16:creationId xmlns:a16="http://schemas.microsoft.com/office/drawing/2014/main" id="{7AEE5115-AB89-4636-9482-3E6BB4757B87}"/>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44" name="44-shape-13">
            <a:extLst xmlns:a="http://schemas.openxmlformats.org/drawingml/2006/main">
              <a:ext uri="{FF2B5EF4-FFF2-40B4-BE49-F238E27FC236}">
                <a16:creationId xmlns:a16="http://schemas.microsoft.com/office/drawing/2014/main" id="{5016B514-4C1D-417C-AE58-A52849BA7C72}"/>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5" name="44-shape-14">
            <a:extLst xmlns:a="http://schemas.openxmlformats.org/drawingml/2006/main">
              <a:ext uri="{FF2B5EF4-FFF2-40B4-BE49-F238E27FC236}">
                <a16:creationId xmlns:a16="http://schemas.microsoft.com/office/drawing/2014/main" id="{FD4AB345-5A30-4B3D-A136-9D0C21D919A9}"/>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46" name="44-text-15">
            <a:extLst xmlns:a="http://schemas.openxmlformats.org/drawingml/2006/main">
              <a:ext uri="{FF2B5EF4-FFF2-40B4-BE49-F238E27FC236}">
                <a16:creationId xmlns:a16="http://schemas.microsoft.com/office/drawing/2014/main" id="{D2B2AE48-010D-402A-BB21-315EF83FB758}"/>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47" name="44-text-16">
            <a:extLst xmlns:a="http://schemas.openxmlformats.org/drawingml/2006/main">
              <a:ext uri="{FF2B5EF4-FFF2-40B4-BE49-F238E27FC236}">
                <a16:creationId xmlns:a16="http://schemas.microsoft.com/office/drawing/2014/main" id="{B4D020A7-247A-419A-A553-228FD187817A}"/>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48" name="44-shape-17">
            <a:extLst xmlns:a="http://schemas.openxmlformats.org/drawingml/2006/main">
              <a:ext uri="{FF2B5EF4-FFF2-40B4-BE49-F238E27FC236}">
                <a16:creationId xmlns:a16="http://schemas.microsoft.com/office/drawing/2014/main" id="{04AF325F-AA30-442D-B08A-AA81BC9E7D0A}"/>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9" name="44-shape-18">
            <a:extLst xmlns:a="http://schemas.openxmlformats.org/drawingml/2006/main">
              <a:ext uri="{FF2B5EF4-FFF2-40B4-BE49-F238E27FC236}">
                <a16:creationId xmlns:a16="http://schemas.microsoft.com/office/drawing/2014/main" id="{09499278-BA5E-4D8F-9A9D-117F82CD32D0}"/>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50" name="44-text-19">
            <a:extLst xmlns:a="http://schemas.openxmlformats.org/drawingml/2006/main">
              <a:ext uri="{FF2B5EF4-FFF2-40B4-BE49-F238E27FC236}">
                <a16:creationId xmlns:a16="http://schemas.microsoft.com/office/drawing/2014/main" id="{67842969-43D7-45B5-B2F9-2C2F85EC2881}"/>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451" name="44-text-20">
            <a:extLst xmlns:a="http://schemas.openxmlformats.org/drawingml/2006/main">
              <a:ext uri="{FF2B5EF4-FFF2-40B4-BE49-F238E27FC236}">
                <a16:creationId xmlns:a16="http://schemas.microsoft.com/office/drawing/2014/main" id="{C609802D-2260-461F-9B39-2C76374893B6}"/>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52" name="44-shape-21">
            <a:extLst xmlns:a="http://schemas.openxmlformats.org/drawingml/2006/main">
              <a:ext uri="{FF2B5EF4-FFF2-40B4-BE49-F238E27FC236}">
                <a16:creationId xmlns:a16="http://schemas.microsoft.com/office/drawing/2014/main" id="{8CB091FE-B44B-47EF-83A7-7B235352AD3F}"/>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3" name="44-shape-22">
            <a:extLst xmlns:a="http://schemas.openxmlformats.org/drawingml/2006/main">
              <a:ext uri="{FF2B5EF4-FFF2-40B4-BE49-F238E27FC236}">
                <a16:creationId xmlns:a16="http://schemas.microsoft.com/office/drawing/2014/main" id="{CA333546-EE07-499A-A404-948D8E83F89D}"/>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54" name="44-text-23">
            <a:extLst xmlns:a="http://schemas.openxmlformats.org/drawingml/2006/main">
              <a:ext uri="{FF2B5EF4-FFF2-40B4-BE49-F238E27FC236}">
                <a16:creationId xmlns:a16="http://schemas.microsoft.com/office/drawing/2014/main" id="{A551582B-AA53-45BE-85F9-20B5A46C8C1B}"/>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455" name="44-text-24">
            <a:extLst xmlns:a="http://schemas.openxmlformats.org/drawingml/2006/main">
              <a:ext uri="{FF2B5EF4-FFF2-40B4-BE49-F238E27FC236}">
                <a16:creationId xmlns:a16="http://schemas.microsoft.com/office/drawing/2014/main" id="{82897587-2813-4D81-A806-A1AA46885576}"/>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56" name="narrative-number">
            <a:extLst xmlns:a="http://schemas.openxmlformats.org/drawingml/2006/main">
              <a:ext uri="{FF2B5EF4-FFF2-40B4-BE49-F238E27FC236}">
                <a16:creationId xmlns:a16="http://schemas.microsoft.com/office/drawing/2014/main" id="{0A59838F-4873-40B2-8386-D193C18AC3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4154902257"/>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7" name="!!area-name">
            <a:extLst xmlns:a="http://schemas.openxmlformats.org/drawingml/2006/main">
              <a:ext uri="{FF2B5EF4-FFF2-40B4-BE49-F238E27FC236}">
                <a16:creationId xmlns:a16="http://schemas.microsoft.com/office/drawing/2014/main" id="{1CF3B2DA-2F3D-45B9-9AD4-FD282FFE199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75" name="mini-map"/>
          <p:cNvPicPr>
            <a:picLocks xmlns:a="http://schemas.openxmlformats.org/drawingml/2006/main" noChangeAspect="1"/>
          </p:cNvPicPr>
          <p:nvPr/>
        </p:nvPicPr>
        <p:blipFill>
          <a:blip xmlns:r="http://schemas.openxmlformats.org/officeDocument/2006/relationships" xmlns:a="http://schemas.openxmlformats.org/drawingml/2006/main" r:embed="Ra67950a16cfc458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9" name="slide-title">
            <a:extLst xmlns:a="http://schemas.openxmlformats.org/drawingml/2006/main">
              <a:ext uri="{FF2B5EF4-FFF2-40B4-BE49-F238E27FC236}">
                <a16:creationId xmlns:a16="http://schemas.microsoft.com/office/drawing/2014/main" id="{F8180DCF-E2D5-4CD7-8A6E-7B59B513F08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60" name="header-divider">
            <a:extLst xmlns:a="http://schemas.openxmlformats.org/drawingml/2006/main">
              <a:ext uri="{FF2B5EF4-FFF2-40B4-BE49-F238E27FC236}">
                <a16:creationId xmlns:a16="http://schemas.microsoft.com/office/drawing/2014/main" id="{F5B7E4E5-0CE8-4D97-9F37-8E7976E316A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1" name="45-shape-1">
            <a:extLst xmlns:a="http://schemas.openxmlformats.org/drawingml/2006/main">
              <a:ext uri="{FF2B5EF4-FFF2-40B4-BE49-F238E27FC236}">
                <a16:creationId xmlns:a16="http://schemas.microsoft.com/office/drawing/2014/main" id="{E2A711C7-A819-4C5E-88A9-6F49D31C8EC1}"/>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62" name="45-text-2">
            <a:extLst xmlns:a="http://schemas.openxmlformats.org/drawingml/2006/main">
              <a:ext uri="{FF2B5EF4-FFF2-40B4-BE49-F238E27FC236}">
                <a16:creationId xmlns:a16="http://schemas.microsoft.com/office/drawing/2014/main" id="{EEB1DB65-CEA1-49F4-8EB4-7EE9CB6ABE99}"/>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63" name="45-text-3">
            <a:extLst xmlns:a="http://schemas.openxmlformats.org/drawingml/2006/main">
              <a:ext uri="{FF2B5EF4-FFF2-40B4-BE49-F238E27FC236}">
                <a16:creationId xmlns:a16="http://schemas.microsoft.com/office/drawing/2014/main" id="{1F3AB339-AD3A-4B5E-812F-F0962B151D64}"/>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464" name="45-shape-4">
            <a:extLst xmlns:a="http://schemas.openxmlformats.org/drawingml/2006/main">
              <a:ext uri="{FF2B5EF4-FFF2-40B4-BE49-F238E27FC236}">
                <a16:creationId xmlns:a16="http://schemas.microsoft.com/office/drawing/2014/main" id="{4BA1A39D-5998-4360-B7C3-E00329469A33}"/>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65" name="45-text-5">
            <a:extLst xmlns:a="http://schemas.openxmlformats.org/drawingml/2006/main">
              <a:ext uri="{FF2B5EF4-FFF2-40B4-BE49-F238E27FC236}">
                <a16:creationId xmlns:a16="http://schemas.microsoft.com/office/drawing/2014/main" id="{079B6D26-98E3-4B21-9CB9-FE5B51700FC4}"/>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66" name="45-text-6">
            <a:extLst xmlns:a="http://schemas.openxmlformats.org/drawingml/2006/main">
              <a:ext uri="{FF2B5EF4-FFF2-40B4-BE49-F238E27FC236}">
                <a16:creationId xmlns:a16="http://schemas.microsoft.com/office/drawing/2014/main" id="{0D734EE6-6353-49DF-BE32-7D9294CB6A54}"/>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467" name="45-shape-7">
            <a:extLst xmlns:a="http://schemas.openxmlformats.org/drawingml/2006/main">
              <a:ext uri="{FF2B5EF4-FFF2-40B4-BE49-F238E27FC236}">
                <a16:creationId xmlns:a16="http://schemas.microsoft.com/office/drawing/2014/main" id="{4CD13A9E-9C6A-49E2-8C27-B51F00723FF2}"/>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68" name="45-text-8">
            <a:extLst xmlns:a="http://schemas.openxmlformats.org/drawingml/2006/main">
              <a:ext uri="{FF2B5EF4-FFF2-40B4-BE49-F238E27FC236}">
                <a16:creationId xmlns:a16="http://schemas.microsoft.com/office/drawing/2014/main" id="{BDD3E825-0092-4C59-AD72-AA615864823A}"/>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69" name="45-text-9">
            <a:extLst xmlns:a="http://schemas.openxmlformats.org/drawingml/2006/main">
              <a:ext uri="{FF2B5EF4-FFF2-40B4-BE49-F238E27FC236}">
                <a16:creationId xmlns:a16="http://schemas.microsoft.com/office/drawing/2014/main" id="{6553EB2C-2385-4425-ACF9-9D40DF1A83D6}"/>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470" name="45-shape-10">
            <a:extLst xmlns:a="http://schemas.openxmlformats.org/drawingml/2006/main">
              <a:ext uri="{FF2B5EF4-FFF2-40B4-BE49-F238E27FC236}">
                <a16:creationId xmlns:a16="http://schemas.microsoft.com/office/drawing/2014/main" id="{844582E1-29A5-4277-A3E0-01B4D566B79F}"/>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1" name="45-text-11">
            <a:extLst xmlns:a="http://schemas.openxmlformats.org/drawingml/2006/main">
              <a:ext uri="{FF2B5EF4-FFF2-40B4-BE49-F238E27FC236}">
                <a16:creationId xmlns:a16="http://schemas.microsoft.com/office/drawing/2014/main" id="{FC0A1939-C7EF-4D5B-88B1-582DB9EBFA18}"/>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72" name="45-text-12">
            <a:extLst xmlns:a="http://schemas.openxmlformats.org/drawingml/2006/main">
              <a:ext uri="{FF2B5EF4-FFF2-40B4-BE49-F238E27FC236}">
                <a16:creationId xmlns:a16="http://schemas.microsoft.com/office/drawing/2014/main" id="{DBB9F6C5-A178-47E3-BFC5-7EFC237CCDF2}"/>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473" name="narrative-number">
            <a:extLst xmlns:a="http://schemas.openxmlformats.org/drawingml/2006/main">
              <a:ext uri="{FF2B5EF4-FFF2-40B4-BE49-F238E27FC236}">
                <a16:creationId xmlns:a16="http://schemas.microsoft.com/office/drawing/2014/main" id="{9105C73A-6C18-41D9-948C-480131E511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896284881"/>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4" name="!!area-name">
            <a:extLst xmlns:a="http://schemas.openxmlformats.org/drawingml/2006/main">
              <a:ext uri="{FF2B5EF4-FFF2-40B4-BE49-F238E27FC236}">
                <a16:creationId xmlns:a16="http://schemas.microsoft.com/office/drawing/2014/main" id="{8E42570A-60A0-49F4-B602-A79BB376CE4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84" name="mini-map"/>
          <p:cNvPicPr>
            <a:picLocks xmlns:a="http://schemas.openxmlformats.org/drawingml/2006/main" noChangeAspect="1"/>
          </p:cNvPicPr>
          <p:nvPr/>
        </p:nvPicPr>
        <p:blipFill>
          <a:blip xmlns:r="http://schemas.openxmlformats.org/officeDocument/2006/relationships" xmlns:a="http://schemas.openxmlformats.org/drawingml/2006/main" r:embed="R7b53a1e2d1024cc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6" name="slide-title">
            <a:extLst xmlns:a="http://schemas.openxmlformats.org/drawingml/2006/main">
              <a:ext uri="{FF2B5EF4-FFF2-40B4-BE49-F238E27FC236}">
                <a16:creationId xmlns:a16="http://schemas.microsoft.com/office/drawing/2014/main" id="{45BC01F8-38E8-4547-9F06-7C91EF6AFB4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77" name="header-divider">
            <a:extLst xmlns:a="http://schemas.openxmlformats.org/drawingml/2006/main">
              <a:ext uri="{FF2B5EF4-FFF2-40B4-BE49-F238E27FC236}">
                <a16:creationId xmlns:a16="http://schemas.microsoft.com/office/drawing/2014/main" id="{E6A77CC7-A8FC-4BB7-A167-ECED5994533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8" name="45-text-13">
            <a:extLst xmlns:a="http://schemas.openxmlformats.org/drawingml/2006/main">
              <a:ext uri="{FF2B5EF4-FFF2-40B4-BE49-F238E27FC236}">
                <a16:creationId xmlns:a16="http://schemas.microsoft.com/office/drawing/2014/main" id="{A0D4729C-9E95-4A61-9565-29F3725AF2CF}"/>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479" name="45-text-14">
            <a:extLst xmlns:a="http://schemas.openxmlformats.org/drawingml/2006/main">
              <a:ext uri="{FF2B5EF4-FFF2-40B4-BE49-F238E27FC236}">
                <a16:creationId xmlns:a16="http://schemas.microsoft.com/office/drawing/2014/main" id="{DE0B3A1C-A5AE-4DD4-A92E-2F985AFE3882}"/>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480" name="45-text-15">
            <a:extLst xmlns:a="http://schemas.openxmlformats.org/drawingml/2006/main">
              <a:ext uri="{FF2B5EF4-FFF2-40B4-BE49-F238E27FC236}">
                <a16:creationId xmlns:a16="http://schemas.microsoft.com/office/drawing/2014/main" id="{5D18BB3C-CC9F-45AB-8B8D-C70C2303C9A3}"/>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490"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82" name="narrative-number">
            <a:extLst xmlns:a="http://schemas.openxmlformats.org/drawingml/2006/main">
              <a:ext uri="{FF2B5EF4-FFF2-40B4-BE49-F238E27FC236}">
                <a16:creationId xmlns:a16="http://schemas.microsoft.com/office/drawing/2014/main" id="{D68676D5-CE5D-4037-B5F0-99C7BEBC44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192572372"/>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3" name="slide-title">
            <a:extLst xmlns:a="http://schemas.openxmlformats.org/drawingml/2006/main">
              <a:ext uri="{FF2B5EF4-FFF2-40B4-BE49-F238E27FC236}">
                <a16:creationId xmlns:a16="http://schemas.microsoft.com/office/drawing/2014/main" id="{B2C19554-F343-4CFD-9358-3D2559894E3E}"/>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484" name="header-divider">
            <a:extLst xmlns:a="http://schemas.openxmlformats.org/drawingml/2006/main">
              <a:ext uri="{FF2B5EF4-FFF2-40B4-BE49-F238E27FC236}">
                <a16:creationId xmlns:a16="http://schemas.microsoft.com/office/drawing/2014/main" id="{B88536E2-CB76-42EF-8F92-D289D19C55F8}"/>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5" name="46-text-1">
            <a:extLst xmlns:a="http://schemas.openxmlformats.org/drawingml/2006/main">
              <a:ext uri="{FF2B5EF4-FFF2-40B4-BE49-F238E27FC236}">
                <a16:creationId xmlns:a16="http://schemas.microsoft.com/office/drawing/2014/main" id="{DDB6618C-A997-4E67-9DB8-CD2419F77981}"/>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86" name="46-text-2">
            <a:extLst xmlns:a="http://schemas.openxmlformats.org/drawingml/2006/main">
              <a:ext uri="{FF2B5EF4-FFF2-40B4-BE49-F238E27FC236}">
                <a16:creationId xmlns:a16="http://schemas.microsoft.com/office/drawing/2014/main" id="{68AAE4EF-E96E-45E4-8FAF-3DA57419AA50}"/>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87" name="46-text-3">
            <a:extLst xmlns:a="http://schemas.openxmlformats.org/drawingml/2006/main">
              <a:ext uri="{FF2B5EF4-FFF2-40B4-BE49-F238E27FC236}">
                <a16:creationId xmlns:a16="http://schemas.microsoft.com/office/drawing/2014/main" id="{20E444FF-7913-45EE-886D-FFDD95BB1137}"/>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488" name="46-text-4">
            <a:extLst xmlns:a="http://schemas.openxmlformats.org/drawingml/2006/main">
              <a:ext uri="{FF2B5EF4-FFF2-40B4-BE49-F238E27FC236}">
                <a16:creationId xmlns:a16="http://schemas.microsoft.com/office/drawing/2014/main" id="{45856A87-77D4-4226-85E2-B0D8DE4196CD}"/>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489" name="46-text-5">
            <a:extLst xmlns:a="http://schemas.openxmlformats.org/drawingml/2006/main">
              <a:ext uri="{FF2B5EF4-FFF2-40B4-BE49-F238E27FC236}">
                <a16:creationId xmlns:a16="http://schemas.microsoft.com/office/drawing/2014/main" id="{7A1BC5AA-965E-4BEE-AAE4-D4F0BFC9F1D6}"/>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490" name="46-text-6">
            <a:extLst xmlns:a="http://schemas.openxmlformats.org/drawingml/2006/main">
              <a:ext uri="{FF2B5EF4-FFF2-40B4-BE49-F238E27FC236}">
                <a16:creationId xmlns:a16="http://schemas.microsoft.com/office/drawing/2014/main" id="{2B7C132D-8C20-4B77-8931-7D15D1294C6F}"/>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491" name="46-text-7">
            <a:extLst xmlns:a="http://schemas.openxmlformats.org/drawingml/2006/main">
              <a:ext uri="{FF2B5EF4-FFF2-40B4-BE49-F238E27FC236}">
                <a16:creationId xmlns:a16="http://schemas.microsoft.com/office/drawing/2014/main" id="{7144918B-9CD4-4775-8110-908DD68E1A14}"/>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492" name="46-text-8">
            <a:extLst xmlns:a="http://schemas.openxmlformats.org/drawingml/2006/main">
              <a:ext uri="{FF2B5EF4-FFF2-40B4-BE49-F238E27FC236}">
                <a16:creationId xmlns:a16="http://schemas.microsoft.com/office/drawing/2014/main" id="{FC3E0C09-D8F0-4150-A974-9A2E57425A6B}"/>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493" name="46-text-9">
            <a:extLst xmlns:a="http://schemas.openxmlformats.org/drawingml/2006/main">
              <a:ext uri="{FF2B5EF4-FFF2-40B4-BE49-F238E27FC236}">
                <a16:creationId xmlns:a16="http://schemas.microsoft.com/office/drawing/2014/main" id="{1E8598A2-CB3A-4ECE-89A6-E92BF0C4C6CF}"/>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494" name="46-text-10">
            <a:extLst xmlns:a="http://schemas.openxmlformats.org/drawingml/2006/main">
              <a:ext uri="{FF2B5EF4-FFF2-40B4-BE49-F238E27FC236}">
                <a16:creationId xmlns:a16="http://schemas.microsoft.com/office/drawing/2014/main" id="{26C185D6-EFFB-498E-B9A9-FF2B97043753}"/>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495" name="46-text-11">
            <a:extLst xmlns:a="http://schemas.openxmlformats.org/drawingml/2006/main">
              <a:ext uri="{FF2B5EF4-FFF2-40B4-BE49-F238E27FC236}">
                <a16:creationId xmlns:a16="http://schemas.microsoft.com/office/drawing/2014/main" id="{C76FA52E-B2B0-49DC-A3FD-E616926F2BD5}"/>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496" name="46-text-12">
            <a:extLst xmlns:a="http://schemas.openxmlformats.org/drawingml/2006/main">
              <a:ext uri="{FF2B5EF4-FFF2-40B4-BE49-F238E27FC236}">
                <a16:creationId xmlns:a16="http://schemas.microsoft.com/office/drawing/2014/main" id="{8FE5D370-950C-4464-84E2-637ACB5CCBF9}"/>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497" name="narrative-number">
            <a:extLst xmlns:a="http://schemas.openxmlformats.org/drawingml/2006/main">
              <a:ext uri="{FF2B5EF4-FFF2-40B4-BE49-F238E27FC236}">
                <a16:creationId xmlns:a16="http://schemas.microsoft.com/office/drawing/2014/main" id="{9F97679E-44B9-4187-A353-122830EA2A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3461791858"/>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8" name="47-text-1">
            <a:extLst xmlns:a="http://schemas.openxmlformats.org/drawingml/2006/main">
              <a:ext uri="{FF2B5EF4-FFF2-40B4-BE49-F238E27FC236}">
                <a16:creationId xmlns:a16="http://schemas.microsoft.com/office/drawing/2014/main" id="{3736318D-AC3F-4BA6-B2A6-7DC1154C8D0A}"/>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99" name="47-text-2">
            <a:extLst xmlns:a="http://schemas.openxmlformats.org/drawingml/2006/main">
              <a:ext uri="{FF2B5EF4-FFF2-40B4-BE49-F238E27FC236}">
                <a16:creationId xmlns:a16="http://schemas.microsoft.com/office/drawing/2014/main" id="{F7773A1A-FC53-44C3-9205-1F3DE958331D}"/>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00" name="47-text-3">
            <a:extLst xmlns:a="http://schemas.openxmlformats.org/drawingml/2006/main">
              <a:ext uri="{FF2B5EF4-FFF2-40B4-BE49-F238E27FC236}">
                <a16:creationId xmlns:a16="http://schemas.microsoft.com/office/drawing/2014/main" id="{4436F662-E2DA-4340-B4ED-551062DA43A6}"/>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01" name="narrative-number">
            <a:extLst xmlns:a="http://schemas.openxmlformats.org/drawingml/2006/main">
              <a:ext uri="{FF2B5EF4-FFF2-40B4-BE49-F238E27FC236}">
                <a16:creationId xmlns:a16="http://schemas.microsoft.com/office/drawing/2014/main" id="{94EF734F-9AD8-4074-BA13-6C067C4E88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128496792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2026-09-16T15:27:49.4100000Z</dcterms:created>
  <dcterms:modified xsi:type="dcterms:W3CDTF">2026-09-16T15:27:49.4100000Z</dcterms:modified>
</coreProperties>
</file>