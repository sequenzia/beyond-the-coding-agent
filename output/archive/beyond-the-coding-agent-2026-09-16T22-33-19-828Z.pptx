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c5e7823fdf4ddb" /><Relationship Type="http://schemas.openxmlformats.org/officeDocument/2006/relationships/extended-properties" Target="/docProps/app.xml" Id="R3203f99f25584a19" /><Relationship Type="http://schemas.openxmlformats.org/officeDocument/2006/relationships/officeDocument" Target="/ppt/presentation.xml" Id="Rd4b0de0e93e14e68"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2035da089d7a4049"/>
    <p:sldMasterId xmlns:r="http://schemas.openxmlformats.org/officeDocument/2006/relationships" id="2147483650" r:id="R64626f4057f94016"/>
  </p:sldMasterIdLst>
  <p:notesMasterIdLst>
    <p:notesMasterId xmlns:r="http://schemas.openxmlformats.org/officeDocument/2006/relationships" r:id="R364181bf1c7e4e06"/>
  </p:notesMasterIdLst>
  <p:sldIdLst>
    <p:sldId xmlns:r="http://schemas.openxmlformats.org/officeDocument/2006/relationships" id="256" r:id="R9925e2ce7236406e"/>
    <p:sldId xmlns:r="http://schemas.openxmlformats.org/officeDocument/2006/relationships" id="257" r:id="R60e83ca2c7694306"/>
    <p:sldId xmlns:r="http://schemas.openxmlformats.org/officeDocument/2006/relationships" id="258" r:id="R0b207d1ce0a1423f"/>
    <p:sldId xmlns:r="http://schemas.openxmlformats.org/officeDocument/2006/relationships" id="259" r:id="R230fe545735f4739"/>
    <p:sldId xmlns:r="http://schemas.openxmlformats.org/officeDocument/2006/relationships" id="260" r:id="Rc34f41295be44f1f"/>
    <p:sldId xmlns:r="http://schemas.openxmlformats.org/officeDocument/2006/relationships" id="261" r:id="Ra2e4eac97626437b"/>
    <p:sldId xmlns:r="http://schemas.openxmlformats.org/officeDocument/2006/relationships" id="262" r:id="R47e0f32fbb82402f"/>
    <p:sldId xmlns:r="http://schemas.openxmlformats.org/officeDocument/2006/relationships" id="263" r:id="R7661e02225c44e8c"/>
    <p:sldId xmlns:r="http://schemas.openxmlformats.org/officeDocument/2006/relationships" id="264" r:id="Rbdda57fe8412435e"/>
    <p:sldId xmlns:r="http://schemas.openxmlformats.org/officeDocument/2006/relationships" id="265" r:id="R84643380358c4c6f"/>
    <p:sldId xmlns:r="http://schemas.openxmlformats.org/officeDocument/2006/relationships" id="266" r:id="R5a1565667439451f"/>
    <p:sldId xmlns:r="http://schemas.openxmlformats.org/officeDocument/2006/relationships" id="267" r:id="R28360681b06f4218"/>
    <p:sldId xmlns:r="http://schemas.openxmlformats.org/officeDocument/2006/relationships" id="268" r:id="R7c9f871343f042a5"/>
    <p:sldId xmlns:r="http://schemas.openxmlformats.org/officeDocument/2006/relationships" id="269" r:id="R0ae7bc9f46e24fe9"/>
    <p:sldId xmlns:r="http://schemas.openxmlformats.org/officeDocument/2006/relationships" id="270" r:id="R3bedbee5870f4e14"/>
    <p:sldId xmlns:r="http://schemas.openxmlformats.org/officeDocument/2006/relationships" id="271" r:id="R08c385dcb42649d2"/>
    <p:sldId xmlns:r="http://schemas.openxmlformats.org/officeDocument/2006/relationships" id="272" r:id="Ra9a147fb0fef40e3"/>
    <p:sldId xmlns:r="http://schemas.openxmlformats.org/officeDocument/2006/relationships" id="273" r:id="R455180cd73864f51"/>
    <p:sldId xmlns:r="http://schemas.openxmlformats.org/officeDocument/2006/relationships" id="274" r:id="R897a51d5d8b54bbd"/>
    <p:sldId xmlns:r="http://schemas.openxmlformats.org/officeDocument/2006/relationships" id="275" r:id="R085e3764b54b45cd"/>
    <p:sldId xmlns:r="http://schemas.openxmlformats.org/officeDocument/2006/relationships" id="276" r:id="R8548aa80a1e445b7"/>
    <p:sldId xmlns:r="http://schemas.openxmlformats.org/officeDocument/2006/relationships" id="277" r:id="R51a1b562557744b1"/>
    <p:sldId xmlns:r="http://schemas.openxmlformats.org/officeDocument/2006/relationships" id="278" r:id="Reac278854e6c4763"/>
    <p:sldId xmlns:r="http://schemas.openxmlformats.org/officeDocument/2006/relationships" id="279" r:id="Rba437b60c7864856"/>
    <p:sldId xmlns:r="http://schemas.openxmlformats.org/officeDocument/2006/relationships" id="280" r:id="R2b1d4d469e9b4cd3"/>
    <p:sldId xmlns:r="http://schemas.openxmlformats.org/officeDocument/2006/relationships" id="281" r:id="R8466d2f9040944a5"/>
    <p:sldId xmlns:r="http://schemas.openxmlformats.org/officeDocument/2006/relationships" id="282" r:id="R432f100f0aa84335"/>
    <p:sldId xmlns:r="http://schemas.openxmlformats.org/officeDocument/2006/relationships" id="283" r:id="Rfa37928b71c540eb"/>
    <p:sldId xmlns:r="http://schemas.openxmlformats.org/officeDocument/2006/relationships" id="284" r:id="R70ff9f28d2674bae"/>
    <p:sldId xmlns:r="http://schemas.openxmlformats.org/officeDocument/2006/relationships" id="285" r:id="Ra23862b517f44645"/>
    <p:sldId xmlns:r="http://schemas.openxmlformats.org/officeDocument/2006/relationships" id="286" r:id="R22c2042a7cb446f4"/>
    <p:sldId xmlns:r="http://schemas.openxmlformats.org/officeDocument/2006/relationships" id="287" r:id="Rca7e1efab6f04b4a"/>
    <p:sldId xmlns:r="http://schemas.openxmlformats.org/officeDocument/2006/relationships" id="288" r:id="R68e37fc4960241c1"/>
    <p:sldId xmlns:r="http://schemas.openxmlformats.org/officeDocument/2006/relationships" id="289" r:id="R5ca9aca36239407b"/>
    <p:sldId xmlns:r="http://schemas.openxmlformats.org/officeDocument/2006/relationships" id="290" r:id="Re86f24836d9d4cb9"/>
    <p:sldId xmlns:r="http://schemas.openxmlformats.org/officeDocument/2006/relationships" id="291" r:id="Rbe2f68262e5c4f3b"/>
    <p:sldId xmlns:r="http://schemas.openxmlformats.org/officeDocument/2006/relationships" id="292" r:id="R44fbf758747b4049"/>
    <p:sldId xmlns:r="http://schemas.openxmlformats.org/officeDocument/2006/relationships" id="293" r:id="R0b762a537890409e"/>
    <p:sldId xmlns:r="http://schemas.openxmlformats.org/officeDocument/2006/relationships" id="294" r:id="Re576784c98d44824"/>
    <p:sldId xmlns:r="http://schemas.openxmlformats.org/officeDocument/2006/relationships" id="295" r:id="R5e11062b24cb4c43"/>
    <p:sldId xmlns:r="http://schemas.openxmlformats.org/officeDocument/2006/relationships" id="296" r:id="R52eab458b9c74ba3"/>
    <p:sldId xmlns:r="http://schemas.openxmlformats.org/officeDocument/2006/relationships" id="297" r:id="R1cd5b3249d9e4a59"/>
    <p:sldId xmlns:r="http://schemas.openxmlformats.org/officeDocument/2006/relationships" id="298" r:id="R3f40b1e7dd5840e3"/>
    <p:sldId xmlns:r="http://schemas.openxmlformats.org/officeDocument/2006/relationships" id="299" r:id="R16274a852f4b4a4c"/>
    <p:sldId xmlns:r="http://schemas.openxmlformats.org/officeDocument/2006/relationships" id="300" r:id="Rc75dd17aa6cf4dc0"/>
    <p:sldId xmlns:r="http://schemas.openxmlformats.org/officeDocument/2006/relationships" id="301" r:id="R5904fa1ed1bf44d8"/>
    <p:sldId xmlns:r="http://schemas.openxmlformats.org/officeDocument/2006/relationships" id="302" r:id="R01db3473963f4bf1"/>
    <p:sldId xmlns:r="http://schemas.openxmlformats.org/officeDocument/2006/relationships" id="303" r:id="Rede25d23b90d41ff"/>
    <p:sldId xmlns:r="http://schemas.openxmlformats.org/officeDocument/2006/relationships" id="304" r:id="R1804b3011526497e"/>
    <p:sldId xmlns:r="http://schemas.openxmlformats.org/officeDocument/2006/relationships" id="305" r:id="R33d0fc516fbb4468"/>
    <p:sldId xmlns:r="http://schemas.openxmlformats.org/officeDocument/2006/relationships" id="306" r:id="R58d0e3a0b04b47d6"/>
    <p:sldId xmlns:r="http://schemas.openxmlformats.org/officeDocument/2006/relationships" id="307" r:id="R5052064fb7c34c8a"/>
    <p:sldId xmlns:r="http://schemas.openxmlformats.org/officeDocument/2006/relationships" id="308" r:id="R8f1d6c3b444d4b9f"/>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203223072e4cb6" /><Relationship Type="http://schemas.openxmlformats.org/officeDocument/2006/relationships/slideMaster" Target="/ppt/slideMasters/slideMaster1.xml" Id="R2035da089d7a4049" /><Relationship Type="http://schemas.openxmlformats.org/officeDocument/2006/relationships/slideMaster" Target="/ppt/slideMasters/slideMaster2.xml" Id="R64626f4057f94016" /><Relationship Type="http://schemas.openxmlformats.org/officeDocument/2006/relationships/notesMaster" Target="/ppt/notesMasters/notesMaster1.xml" Id="R364181bf1c7e4e06" /><Relationship Type="http://schemas.openxmlformats.org/officeDocument/2006/relationships/presProps" Target="/ppt/presProps.xml" Id="R0a0a93719aa840c2" /><Relationship Type="http://schemas.openxmlformats.org/officeDocument/2006/relationships/tableStyles" Target="/ppt/tableStyles.xml" Id="R19890957f67441ee" /><Relationship Type="http://schemas.openxmlformats.org/officeDocument/2006/relationships/slide" Target="/ppt/slides/slide1.xml" Id="R9925e2ce7236406e" /><Relationship Type="http://schemas.openxmlformats.org/officeDocument/2006/relationships/slide" Target="/ppt/slides/slide2.xml" Id="R60e83ca2c7694306" /><Relationship Type="http://schemas.openxmlformats.org/officeDocument/2006/relationships/slide" Target="/ppt/slides/slide3.xml" Id="R0b207d1ce0a1423f" /><Relationship Type="http://schemas.openxmlformats.org/officeDocument/2006/relationships/slide" Target="/ppt/slides/slide4.xml" Id="R230fe545735f4739" /><Relationship Type="http://schemas.openxmlformats.org/officeDocument/2006/relationships/slide" Target="/ppt/slides/slide5.xml" Id="Rc34f41295be44f1f" /><Relationship Type="http://schemas.openxmlformats.org/officeDocument/2006/relationships/slide" Target="/ppt/slides/slide6.xml" Id="Ra2e4eac97626437b" /><Relationship Type="http://schemas.openxmlformats.org/officeDocument/2006/relationships/slide" Target="/ppt/slides/slide7.xml" Id="R47e0f32fbb82402f" /><Relationship Type="http://schemas.openxmlformats.org/officeDocument/2006/relationships/slide" Target="/ppt/slides/slide8.xml" Id="R7661e02225c44e8c" /><Relationship Type="http://schemas.openxmlformats.org/officeDocument/2006/relationships/slide" Target="/ppt/slides/slide9.xml" Id="Rbdda57fe8412435e" /><Relationship Type="http://schemas.openxmlformats.org/officeDocument/2006/relationships/slide" Target="/ppt/slides/slide10.xml" Id="R84643380358c4c6f" /><Relationship Type="http://schemas.openxmlformats.org/officeDocument/2006/relationships/slide" Target="/ppt/slides/slide11.xml" Id="R5a1565667439451f" /><Relationship Type="http://schemas.openxmlformats.org/officeDocument/2006/relationships/slide" Target="/ppt/slides/slide12.xml" Id="R28360681b06f4218" /><Relationship Type="http://schemas.openxmlformats.org/officeDocument/2006/relationships/slide" Target="/ppt/slides/slide13.xml" Id="R7c9f871343f042a5" /><Relationship Type="http://schemas.openxmlformats.org/officeDocument/2006/relationships/slide" Target="/ppt/slides/slide14.xml" Id="R0ae7bc9f46e24fe9" /><Relationship Type="http://schemas.openxmlformats.org/officeDocument/2006/relationships/slide" Target="/ppt/slides/slide15.xml" Id="R3bedbee5870f4e14" /><Relationship Type="http://schemas.openxmlformats.org/officeDocument/2006/relationships/slide" Target="/ppt/slides/slide16.xml" Id="R08c385dcb42649d2" /><Relationship Type="http://schemas.openxmlformats.org/officeDocument/2006/relationships/slide" Target="/ppt/slides/slide17.xml" Id="Ra9a147fb0fef40e3" /><Relationship Type="http://schemas.openxmlformats.org/officeDocument/2006/relationships/slide" Target="/ppt/slides/slide18.xml" Id="R455180cd73864f51" /><Relationship Type="http://schemas.openxmlformats.org/officeDocument/2006/relationships/slide" Target="/ppt/slides/slide19.xml" Id="R897a51d5d8b54bbd" /><Relationship Type="http://schemas.openxmlformats.org/officeDocument/2006/relationships/slide" Target="/ppt/slides/slide20.xml" Id="R085e3764b54b45cd" /><Relationship Type="http://schemas.openxmlformats.org/officeDocument/2006/relationships/slide" Target="/ppt/slides/slide21.xml" Id="R8548aa80a1e445b7" /><Relationship Type="http://schemas.openxmlformats.org/officeDocument/2006/relationships/slide" Target="/ppt/slides/slide22.xml" Id="R51a1b562557744b1" /><Relationship Type="http://schemas.openxmlformats.org/officeDocument/2006/relationships/slide" Target="/ppt/slides/slide23.xml" Id="Reac278854e6c4763" /><Relationship Type="http://schemas.openxmlformats.org/officeDocument/2006/relationships/slide" Target="/ppt/slides/slide24.xml" Id="Rba437b60c7864856" /><Relationship Type="http://schemas.openxmlformats.org/officeDocument/2006/relationships/slide" Target="/ppt/slides/slide25.xml" Id="R2b1d4d469e9b4cd3" /><Relationship Type="http://schemas.openxmlformats.org/officeDocument/2006/relationships/slide" Target="/ppt/slides/slide26.xml" Id="R8466d2f9040944a5" /><Relationship Type="http://schemas.openxmlformats.org/officeDocument/2006/relationships/slide" Target="/ppt/slides/slide27.xml" Id="R432f100f0aa84335" /><Relationship Type="http://schemas.openxmlformats.org/officeDocument/2006/relationships/slide" Target="/ppt/slides/slide28.xml" Id="Rfa37928b71c540eb" /><Relationship Type="http://schemas.openxmlformats.org/officeDocument/2006/relationships/slide" Target="/ppt/slides/slide29.xml" Id="R70ff9f28d2674bae" /><Relationship Type="http://schemas.openxmlformats.org/officeDocument/2006/relationships/slide" Target="/ppt/slides/slide30.xml" Id="Ra23862b517f44645" /><Relationship Type="http://schemas.openxmlformats.org/officeDocument/2006/relationships/slide" Target="/ppt/slides/slide31.xml" Id="R22c2042a7cb446f4" /><Relationship Type="http://schemas.openxmlformats.org/officeDocument/2006/relationships/slide" Target="/ppt/slides/slide32.xml" Id="Rca7e1efab6f04b4a" /><Relationship Type="http://schemas.openxmlformats.org/officeDocument/2006/relationships/slide" Target="/ppt/slides/slide33.xml" Id="R68e37fc4960241c1" /><Relationship Type="http://schemas.openxmlformats.org/officeDocument/2006/relationships/slide" Target="/ppt/slides/slide34.xml" Id="R5ca9aca36239407b" /><Relationship Type="http://schemas.openxmlformats.org/officeDocument/2006/relationships/slide" Target="/ppt/slides/slide35.xml" Id="Re86f24836d9d4cb9" /><Relationship Type="http://schemas.openxmlformats.org/officeDocument/2006/relationships/slide" Target="/ppt/slides/slide36.xml" Id="Rbe2f68262e5c4f3b" /><Relationship Type="http://schemas.openxmlformats.org/officeDocument/2006/relationships/slide" Target="/ppt/slides/slide37.xml" Id="R44fbf758747b4049" /><Relationship Type="http://schemas.openxmlformats.org/officeDocument/2006/relationships/slide" Target="/ppt/slides/slide38.xml" Id="R0b762a537890409e" /><Relationship Type="http://schemas.openxmlformats.org/officeDocument/2006/relationships/slide" Target="/ppt/slides/slide39.xml" Id="Re576784c98d44824" /><Relationship Type="http://schemas.openxmlformats.org/officeDocument/2006/relationships/slide" Target="/ppt/slides/slide40.xml" Id="R5e11062b24cb4c43" /><Relationship Type="http://schemas.openxmlformats.org/officeDocument/2006/relationships/slide" Target="/ppt/slides/slide41.xml" Id="R52eab458b9c74ba3" /><Relationship Type="http://schemas.openxmlformats.org/officeDocument/2006/relationships/slide" Target="/ppt/slides/slide42.xml" Id="R1cd5b3249d9e4a59" /><Relationship Type="http://schemas.openxmlformats.org/officeDocument/2006/relationships/slide" Target="/ppt/slides/slide43.xml" Id="R3f40b1e7dd5840e3" /><Relationship Type="http://schemas.openxmlformats.org/officeDocument/2006/relationships/slide" Target="/ppt/slides/slide44.xml" Id="R16274a852f4b4a4c" /><Relationship Type="http://schemas.openxmlformats.org/officeDocument/2006/relationships/slide" Target="/ppt/slides/slide45.xml" Id="Rc75dd17aa6cf4dc0" /><Relationship Type="http://schemas.openxmlformats.org/officeDocument/2006/relationships/slide" Target="/ppt/slides/slide46.xml" Id="R5904fa1ed1bf44d8" /><Relationship Type="http://schemas.openxmlformats.org/officeDocument/2006/relationships/slide" Target="/ppt/slides/slide47.xml" Id="R01db3473963f4bf1" /><Relationship Type="http://schemas.openxmlformats.org/officeDocument/2006/relationships/slide" Target="/ppt/slides/slide48.xml" Id="Rede25d23b90d41ff" /><Relationship Type="http://schemas.openxmlformats.org/officeDocument/2006/relationships/slide" Target="/ppt/slides/slide49.xml" Id="R1804b3011526497e" /><Relationship Type="http://schemas.openxmlformats.org/officeDocument/2006/relationships/slide" Target="/ppt/slides/slide50.xml" Id="R33d0fc516fbb4468" /><Relationship Type="http://schemas.openxmlformats.org/officeDocument/2006/relationships/slide" Target="/ppt/slides/slide51.xml" Id="R58d0e3a0b04b47d6" /><Relationship Type="http://schemas.openxmlformats.org/officeDocument/2006/relationships/slide" Target="/ppt/slides/slide52.xml" Id="R5052064fb7c34c8a" /><Relationship Type="http://schemas.openxmlformats.org/officeDocument/2006/relationships/slide" Target="/ppt/slides/slide53.xml" Id="R8f1d6c3b444d4b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9ce615441e5945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63007d2b6c4f06" /><Relationship Type="http://schemas.openxmlformats.org/officeDocument/2006/relationships/notesMaster" Target="/ppt/notesMasters/notesMaster1.xml" Id="R3d637333d50942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a0137c87dd4cce" /><Relationship Type="http://schemas.openxmlformats.org/officeDocument/2006/relationships/notesMaster" Target="/ppt/notesMasters/notesMaster1.xml" Id="R2f27864ba0e143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72b904eee24085" /><Relationship Type="http://schemas.openxmlformats.org/officeDocument/2006/relationships/notesMaster" Target="/ppt/notesMasters/notesMaster1.xml" Id="Re9ee056e012b4d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d366a995634fb3" /><Relationship Type="http://schemas.openxmlformats.org/officeDocument/2006/relationships/notesMaster" Target="/ppt/notesMasters/notesMaster1.xml" Id="Rc0c10b6fb91c44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056e1e70084bec" /><Relationship Type="http://schemas.openxmlformats.org/officeDocument/2006/relationships/notesMaster" Target="/ppt/notesMasters/notesMaster1.xml" Id="R6eafa199c87049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758133df464f3a" /><Relationship Type="http://schemas.openxmlformats.org/officeDocument/2006/relationships/notesMaster" Target="/ppt/notesMasters/notesMaster1.xml" Id="R8cbefe2dcce84c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acacfdb0e14fb4" /><Relationship Type="http://schemas.openxmlformats.org/officeDocument/2006/relationships/notesMaster" Target="/ppt/notesMasters/notesMaster1.xml" Id="Rc37ae2eb975b44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91ad65e246a4ca5" /><Relationship Type="http://schemas.openxmlformats.org/officeDocument/2006/relationships/notesMaster" Target="/ppt/notesMasters/notesMaster1.xml" Id="Ra8ba63bd66c34719"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a16ff0e71a4be2" /><Relationship Type="http://schemas.openxmlformats.org/officeDocument/2006/relationships/notesMaster" Target="/ppt/notesMasters/notesMaster1.xml" Id="R6e280b4bedf74dd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08d1be46c0040f1" /><Relationship Type="http://schemas.openxmlformats.org/officeDocument/2006/relationships/notesMaster" Target="/ppt/notesMasters/notesMaster1.xml" Id="R72826bcb3d4f408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5b02fc82e7148c0" /><Relationship Type="http://schemas.openxmlformats.org/officeDocument/2006/relationships/notesMaster" Target="/ppt/notesMasters/notesMaster1.xml" Id="Rf406ca9af2ff448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1f493dbdc574432" /><Relationship Type="http://schemas.openxmlformats.org/officeDocument/2006/relationships/notesMaster" Target="/ppt/notesMasters/notesMaster1.xml" Id="R340e74df507742f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a9cf17a3729429a" /><Relationship Type="http://schemas.openxmlformats.org/officeDocument/2006/relationships/notesMaster" Target="/ppt/notesMasters/notesMaster1.xml" Id="R0d254da0e123438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334054bfb7c4d8e" /><Relationship Type="http://schemas.openxmlformats.org/officeDocument/2006/relationships/notesMaster" Target="/ppt/notesMasters/notesMaster1.xml" Id="R0a28bdf374af4dd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0afaf9dd4384215" /><Relationship Type="http://schemas.openxmlformats.org/officeDocument/2006/relationships/notesMaster" Target="/ppt/notesMasters/notesMaster1.xml" Id="R567de8a621dd4fc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5137f8b3a514f01" /><Relationship Type="http://schemas.openxmlformats.org/officeDocument/2006/relationships/notesMaster" Target="/ppt/notesMasters/notesMaster1.xml" Id="Rd93965c05bad42e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fe0d2169fa24700" /><Relationship Type="http://schemas.openxmlformats.org/officeDocument/2006/relationships/notesMaster" Target="/ppt/notesMasters/notesMaster1.xml" Id="Rd5729e440f0c4a8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7dda642a1b340a1" /><Relationship Type="http://schemas.openxmlformats.org/officeDocument/2006/relationships/notesMaster" Target="/ppt/notesMasters/notesMaster1.xml" Id="R4ed60d61f8824fa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ae34cba6b344cf8" /><Relationship Type="http://schemas.openxmlformats.org/officeDocument/2006/relationships/notesMaster" Target="/ppt/notesMasters/notesMaster1.xml" Id="Rb8f2620bb1b645d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6a4aaad58b149b8" /><Relationship Type="http://schemas.openxmlformats.org/officeDocument/2006/relationships/notesMaster" Target="/ppt/notesMasters/notesMaster1.xml" Id="R5c73a7882a814cd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f58ce89ed964fdd" /><Relationship Type="http://schemas.openxmlformats.org/officeDocument/2006/relationships/notesMaster" Target="/ppt/notesMasters/notesMaster1.xml" Id="Rd5b2062de51c436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f30a21ed7b04155" /><Relationship Type="http://schemas.openxmlformats.org/officeDocument/2006/relationships/notesMaster" Target="/ppt/notesMasters/notesMaster1.xml" Id="Rc45f6c41d778409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d1b0f8c577c4a91" /><Relationship Type="http://schemas.openxmlformats.org/officeDocument/2006/relationships/notesMaster" Target="/ppt/notesMasters/notesMaster1.xml" Id="R28f171d85a10469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8a8823672994926" /><Relationship Type="http://schemas.openxmlformats.org/officeDocument/2006/relationships/notesMaster" Target="/ppt/notesMasters/notesMaster1.xml" Id="R1a39f9f505eb419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0b58b07fad0498b" /><Relationship Type="http://schemas.openxmlformats.org/officeDocument/2006/relationships/notesMaster" Target="/ppt/notesMasters/notesMaster1.xml" Id="Ra558ac0dac9945d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c1f3354417547a9" /><Relationship Type="http://schemas.openxmlformats.org/officeDocument/2006/relationships/notesMaster" Target="/ppt/notesMasters/notesMaster1.xml" Id="R57850681ee3340c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0ad2e930e304e3b" /><Relationship Type="http://schemas.openxmlformats.org/officeDocument/2006/relationships/notesMaster" Target="/ppt/notesMasters/notesMaster1.xml" Id="R1fdaa8356aed4bf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a7875e5e6284155" /><Relationship Type="http://schemas.openxmlformats.org/officeDocument/2006/relationships/notesMaster" Target="/ppt/notesMasters/notesMaster1.xml" Id="R68ecd71b1fe447c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6ec8d6eb1d94323" /><Relationship Type="http://schemas.openxmlformats.org/officeDocument/2006/relationships/notesMaster" Target="/ppt/notesMasters/notesMaster1.xml" Id="R1277fa504ca54bc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978924cef044d32" /><Relationship Type="http://schemas.openxmlformats.org/officeDocument/2006/relationships/notesMaster" Target="/ppt/notesMasters/notesMaster1.xml" Id="R2623d4153aa8421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e2ee1b673c54a1d" /><Relationship Type="http://schemas.openxmlformats.org/officeDocument/2006/relationships/notesMaster" Target="/ppt/notesMasters/notesMaster1.xml" Id="R8413407443084d6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e3bdb277207469c" /><Relationship Type="http://schemas.openxmlformats.org/officeDocument/2006/relationships/notesMaster" Target="/ppt/notesMasters/notesMaster1.xml" Id="R459e9f0e0488426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1488bd911d24653" /><Relationship Type="http://schemas.openxmlformats.org/officeDocument/2006/relationships/notesMaster" Target="/ppt/notesMasters/notesMaster1.xml" Id="R27e2ec7538334a9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4d3d326787f44f8" /><Relationship Type="http://schemas.openxmlformats.org/officeDocument/2006/relationships/notesMaster" Target="/ppt/notesMasters/notesMaster1.xml" Id="Ra268a8ee68ee485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74305c708fd4eb2" /><Relationship Type="http://schemas.openxmlformats.org/officeDocument/2006/relationships/notesMaster" Target="/ppt/notesMasters/notesMaster1.xml" Id="R3278de2ed1ca4f6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c27943f67cb44cf" /><Relationship Type="http://schemas.openxmlformats.org/officeDocument/2006/relationships/notesMaster" Target="/ppt/notesMasters/notesMaster1.xml" Id="R22dd5b9377394f5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d533076ba9e4190" /><Relationship Type="http://schemas.openxmlformats.org/officeDocument/2006/relationships/notesMaster" Target="/ppt/notesMasters/notesMaster1.xml" Id="R1f4042d7126547e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bc279b35bcb4e09" /><Relationship Type="http://schemas.openxmlformats.org/officeDocument/2006/relationships/notesMaster" Target="/ppt/notesMasters/notesMaster1.xml" Id="Rf015ddfc773d4b2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6433d17ecbd4b6b" /><Relationship Type="http://schemas.openxmlformats.org/officeDocument/2006/relationships/notesMaster" Target="/ppt/notesMasters/notesMaster1.xml" Id="Rc62a75fd44cf457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e224ea27cd6408a" /><Relationship Type="http://schemas.openxmlformats.org/officeDocument/2006/relationships/notesMaster" Target="/ppt/notesMasters/notesMaster1.xml" Id="R53504f2ba477496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e0f32a9229e84742" /><Relationship Type="http://schemas.openxmlformats.org/officeDocument/2006/relationships/notesMaster" Target="/ppt/notesMasters/notesMaster1.xml" Id="R72afa23b868b4eb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8e7651f2a84464b" /><Relationship Type="http://schemas.openxmlformats.org/officeDocument/2006/relationships/notesMaster" Target="/ppt/notesMasters/notesMaster1.xml" Id="R030f8b4d89f44bd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5ea20c87a8e4d93" /><Relationship Type="http://schemas.openxmlformats.org/officeDocument/2006/relationships/notesMaster" Target="/ppt/notesMasters/notesMaster1.xml" Id="R7e19fe5b43ef41c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33fb995b3e9479b" /><Relationship Type="http://schemas.openxmlformats.org/officeDocument/2006/relationships/notesMaster" Target="/ppt/notesMasters/notesMaster1.xml" Id="R97d593269cd2470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ea4ee13205644e8" /><Relationship Type="http://schemas.openxmlformats.org/officeDocument/2006/relationships/notesMaster" Target="/ppt/notesMasters/notesMaster1.xml" Id="R6ee8cd0a4cf3465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000967c53494371" /><Relationship Type="http://schemas.openxmlformats.org/officeDocument/2006/relationships/notesMaster" Target="/ppt/notesMasters/notesMaster1.xml" Id="R7bf6288934a946b5"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783646c09c204a32" /><Relationship Type="http://schemas.openxmlformats.org/officeDocument/2006/relationships/notesMaster" Target="/ppt/notesMasters/notesMaster1.xml" Id="R364ea0ed982a448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ddeb5b37c704aa8" /><Relationship Type="http://schemas.openxmlformats.org/officeDocument/2006/relationships/notesMaster" Target="/ppt/notesMasters/notesMaster1.xml" Id="Rdb08a277b8d5495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fa9ea498b80429f" /><Relationship Type="http://schemas.openxmlformats.org/officeDocument/2006/relationships/notesMaster" Target="/ppt/notesMasters/notesMaster1.xml" Id="R9a5496f71e2c492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c343a0340844873" /><Relationship Type="http://schemas.openxmlformats.org/officeDocument/2006/relationships/notesMaster" Target="/ppt/notesMasters/notesMaster1.xml" Id="R1feea869cdd94f30"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d7b7b92831444ed1" /><Relationship Type="http://schemas.openxmlformats.org/officeDocument/2006/relationships/notesMaster" Target="/ppt/notesMasters/notesMaster1.xml" Id="R5dbfc3bd420345e3"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8d3f952a78094651" /><Relationship Type="http://schemas.openxmlformats.org/officeDocument/2006/relationships/notesMaster" Target="/ppt/notesMasters/notesMaster1.xml" Id="R8e6b4e1986404ce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ca815c2d78f549f8" /><Relationship Type="http://schemas.openxmlformats.org/officeDocument/2006/relationships/notesMaster" Target="/ppt/notesMasters/notesMaster1.xml" Id="Rb6e5de2747fb43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comparison of deterministic logic and model behavior,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When we write deterministic logic, we specify the rules. Given the same input and state, those rules produce the same result.</a:t>
            </a:r>
          </a:p>
          <a:p xmlns:a="http://schemas.openxmlformats.org/drawingml/2006/main">
            <a:r>
              <a:t/>
            </a:r>
          </a:p>
          <a:p xmlns:a="http://schemas.openxmlformats.org/drawingml/2006/main">
            <a:r>
              <a:rPr b="0"/>
              <a:t>A foundation model adds learned behavior, guided by instructions and context. It can handle language and ambiguity without us spelling out every rule. But the same supplied input can produce different results, and </a:t>
            </a:r>
            <a:r>
              <a:rPr b="1"/>
              <a:t>an instruction is not an enforced constraint.</a:t>
            </a:r>
          </a:p>
          <a:p xmlns:a="http://schemas.openxmlformats.org/drawingml/2006/main">
            <a:r>
              <a:t/>
            </a:r>
          </a:p>
          <a:p xmlns:a="http://schemas.openxmlformats.org/drawingml/2006/main">
            <a:r>
              <a:rPr b="0"/>
              <a:t>Software already deals with uncertainty. The shift here is that part of the product’s behavior depends on the model.</a:t>
            </a:r>
          </a:p>
          <a:p xmlns:a="http://schemas.openxmlformats.org/drawingml/2006/main">
            <a:r>
              <a:t/>
            </a:r>
          </a:p>
          <a:p xmlns:a="http://schemas.openxmlformats.org/drawingml/2006/main">
            <a:r>
              <a:rPr b="0"/>
              <a:t>Using AI to help write software changes how you build. </a:t>
            </a:r>
            <a:r>
              <a:rPr b="1"/>
              <a:t>Putting AI inside the product changes the behavior you are responsible for.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That changes what we need to establish before calling the system reliable.</a:t>
            </a:r>
          </a:p>
          <a:p xmlns:a="http://schemas.openxmlformats.org/drawingml/2006/main">
            <a:r>
              <a:t/>
            </a:r>
          </a:p>
          <a:p xmlns:a="http://schemas.openxmlformats.org/drawingml/2006/main">
            <a:r>
              <a:rPr b="0"/>
              <a:t>A response can look valid and still be wrong. A successful run tells us that the system worked on that attempt. It does not tell us how consistently it will work across its intended use.</a:t>
            </a:r>
          </a:p>
          <a:p xmlns:a="http://schemas.openxmlformats.org/drawingml/2006/main">
            <a:r>
              <a:t/>
            </a:r>
          </a:p>
          <a:p xmlns:a="http://schemas.openxmlformats.org/drawingml/2006/main">
            <a:r>
              <a:rPr b="1"/>
              <a:t>And consistency alone is not correctness. A model can repeat the same mistake.</a:t>
            </a:r>
          </a:p>
          <a:p xmlns:a="http://schemas.openxmlformats.org/drawingml/2006/main">
            <a:r>
              <a:t/>
            </a:r>
          </a:p>
          <a:p xmlns:a="http://schemas.openxmlformats.org/drawingml/2006/main">
            <a:r>
              <a:rPr b="0"/>
              <a:t>With an agent, those judgments can also select tools and influence what happens next. Errors can affect later steps.</a:t>
            </a:r>
          </a:p>
          <a:p xmlns:a="http://schemas.openxmlformats.org/drawingml/2006/main">
            <a:r>
              <a:t/>
            </a:r>
          </a:p>
          <a:p xmlns:a="http://schemas.openxmlformats.org/drawingml/2006/main">
            <a:r>
              <a:rPr b="0"/>
              <a:t>That is why </a:t>
            </a:r>
            <a:r>
              <a:rPr b="1"/>
              <a:t>a compelling prototype is not evidence of production readiness.</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Good AI engineers look for places to make behavior deterministic. Adding AI does not mean delegating the whole system to it.</a:t>
            </a:r>
          </a:p>
          <a:p xmlns:a="http://schemas.openxmlformats.org/drawingml/2006/main">
            <a:r>
              <a:t/>
            </a:r>
          </a:p>
          <a:p xmlns:a="http://schemas.openxmlformats.org/drawingml/2006/main">
            <a:r>
              <a:rPr b="0"/>
              <a:t>Use model judgment where it helps. Put calculations and required workflow steps in code when they can be specified explicitly. Enforce permissions and limits outside the model.</a:t>
            </a:r>
          </a:p>
          <a:p xmlns:a="http://schemas.openxmlformats.org/drawingml/2006/main">
            <a:r>
              <a:t/>
            </a:r>
          </a:p>
          <a:p xmlns:a="http://schemas.openxmlformats.org/drawingml/2006/main">
            <a:r>
              <a:rPr b="0"/>
              <a:t>Define what an acceptable result means. Keep your software tests, and add evaluations across representative cases and repeated runs. Keep evaluating after deployment. Design how the system stops or hands work to a person when it cannot meet the requirement.</a:t>
            </a:r>
          </a:p>
          <a:p xmlns:a="http://schemas.openxmlformats.org/drawingml/2006/main">
            <a:r>
              <a:t/>
            </a:r>
          </a:p>
          <a:p xmlns:a="http://schemas.openxmlformats.org/drawingml/2006/main">
            <a:r>
              <a:rPr b="0"/>
              <a:t>Our focus is products around foundation models. ML engineering often focuses on models and training pipelines; the roles overlap.</a:t>
            </a:r>
          </a:p>
          <a:p xmlns:a="http://schemas.openxmlformats.org/drawingml/2006/main">
            <a:r>
              <a:t/>
            </a:r>
          </a:p>
          <a:p xmlns:a="http://schemas.openxmlformats.org/drawingml/2006/main">
            <a:r>
              <a:rPr b="0"/>
              <a:t>Your software engineering skills remain the foundation. </a:t>
            </a:r>
            <a:r>
              <a:rPr b="1"/>
              <a:t>You are still responsible for the product’s behavior, even when you no longer write all the rules that produce it.</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where these responsibilities live.</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ORIENTATION</a:t>
            </a:r>
          </a:p>
          <a:p xmlns:a="http://schemas.openxmlformats.org/drawingml/2006/main">
            <a:r>
              <a:t/>
            </a:r>
          </a:p>
          <a:p xmlns:a="http://schemas.openxmlformats.org/drawingml/2006/main">
            <a:r>
              <a:rPr b="0"/>
              <a:t>We'll explore these six areas. Each opens with a quote, followed by </a:t>
            </a:r>
            <a:r>
              <a:rPr b="1"/>
              <a:t>foundations: what it is and why it matters</a:t>
            </a:r>
            <a:r>
              <a:rPr b="0"/>
              <a:t>. Then decisions, trade-offs, and pitfalls.</a:t>
            </a:r>
          </a:p>
          <a:p xmlns:a="http://schemas.openxmlformats.org/drawingml/2006/main">
            <a:r>
              <a:t/>
            </a:r>
          </a:p>
          <a:p xmlns:a="http://schemas.openxmlformats.org/drawingml/2006/main">
            <a:r>
              <a:rPr b="1"/>
              <a:t>Then we'll apply each area to the same invented research-and-drafting example.</a:t>
            </a:r>
          </a:p>
          <a:p xmlns:a="http://schemas.openxmlformats.org/drawingml/2006/main">
            <a:r>
              <a:t/>
            </a:r>
          </a:p>
          <a:p xmlns:a="http://schemas.openxmlformats.org/drawingml/2006/main">
            <a:r>
              <a:rPr b="0"/>
              <a:t>Failure Review Board records describe a failure and the board's discussions and decisions. Our system helps engineers research those records.</a:t>
            </a:r>
          </a:p>
          <a:p xmlns:a="http://schemas.openxmlformats.org/drawingml/2006/main">
            <a:r>
              <a:t/>
            </a:r>
          </a:p>
          <a:p xmlns:a="http://schemas.openxmlformats.org/drawingml/2006/main">
            <a:r>
              <a:rPr b="0"/>
              <a:t>The request is to summarize a pump shutdown review, compare related cases, and export a cited brief. Each area contributes to that same product.</a:t>
            </a:r>
          </a:p>
          <a:p xmlns:a="http://schemas.openxmlformats.org/drawingml/2006/main">
            <a:r>
              <a:t/>
            </a:r>
          </a:p>
          <a:p xmlns:a="http://schemas.openxmlformats.org/drawingml/2006/main">
            <a:r>
              <a:rPr b="1"/>
              <a:t>People retain authority over official causes, decisions, and board records.</a:t>
            </a:r>
            <a:r>
              <a:rPr b="0"/>
              <a:t> Let's begin with Model Selection.</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 First, establish what happens in one model call.</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Model selection includes choosing a model version and its settings. Let's look at what happens when your application calls it.</a:t>
            </a:r>
          </a:p>
          <a:p xmlns:a="http://schemas.openxmlformats.org/drawingml/2006/main">
            <a:r>
              <a:t/>
            </a:r>
          </a:p>
          <a:p xmlns:a="http://schemas.openxmlformats.org/drawingml/2006/main">
            <a:r>
              <a:rPr b="0"/>
              <a:t>The application supplies instructions, a request, evidence, and tool definitions. </a:t>
            </a:r>
            <a:r>
              <a:rPr b="1"/>
              <a:t>Inference means running a trained model on that input to obtain an output.</a:t>
            </a:r>
            <a:r>
              <a:rPr b="0"/>
              <a:t> It can return a response or propose a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track usage.</a:t>
            </a:r>
          </a:p>
          <a:p xmlns:a="http://schemas.openxmlformats.org/drawingml/2006/main">
            <a:r>
              <a:t/>
            </a:r>
          </a:p>
          <a:p xmlns:a="http://schemas.openxmlformats.org/drawingml/2006/main">
            <a:r>
              <a:rPr b="0"/>
              <a:t>The context limit constrains capacity for input and output. Leave room for the answer and, where applicable, reasoning tokens. Exact limits depend on the model.</a:t>
            </a:r>
          </a:p>
          <a:p xmlns:a="http://schemas.openxmlformats.org/drawingml/2006/main">
            <a:r>
              <a:t/>
            </a:r>
          </a:p>
          <a:p xmlns:a="http://schemas.openxmlformats.org/drawingml/2006/main">
            <a:r>
              <a:rPr b="0"/>
              <a:t>Some models also expose reasoning settings. </a:t>
            </a:r>
            <a:r>
              <a:rPr b="1"/>
              <a:t>Treat reasoning effort as part of the configuration you evaluate.</a:t>
            </a:r>
            <a:r>
              <a:rPr b="0"/>
              <a:t> Measure whether it improves the task enough to justify the cost and delay.</a:t>
            </a:r>
          </a:p>
          <a:p xmlns:a="http://schemas.openxmlformats.org/drawingml/2006/main">
            <a:r>
              <a:t/>
            </a:r>
          </a:p>
          <a:p xmlns:a="http://schemas.openxmlformats.org/drawingml/2006/main">
            <a:r>
              <a:rPr b="0"/>
              <a:t>Next, compare the eligible configurations on representative work.</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0"/>
              <a:t>First, identify which configurations are eligible for your data and intended use. Required capabilities and hard cost or response-time limits can also rule options out.</a:t>
            </a:r>
          </a:p>
          <a:p xmlns:a="http://schemas.openxmlformats.org/drawingml/2006/main">
            <a:r>
              <a:t/>
            </a:r>
          </a:p>
          <a:p xmlns:a="http://schemas.openxmlformats.org/drawingml/2006/main">
            <a:r>
              <a:rPr b="0"/>
              <a:t>Then define what an acceptable result looks like. </a:t>
            </a:r>
            <a:r>
              <a:rPr b="1"/>
              <a:t>Compare candidates on the same representative tasks, using the context, tools, and workflow you intend to deploy.</a:t>
            </a:r>
            <a:r>
              <a:rPr b="0"/>
              <a:t> Record the model version and settings.</a:t>
            </a:r>
          </a:p>
          <a:p xmlns:a="http://schemas.openxmlformats.org/drawingml/2006/main">
            <a:r>
              <a:t/>
            </a:r>
          </a:p>
          <a:p xmlns:a="http://schemas.openxmlformats.org/drawingml/2006/main">
            <a:r>
              <a:rPr b="0"/>
              <a:t>Measure how often results meet your criteria, how long completion takes, and the total cost. Include tool calls, retries, verification, and human review. Failed attempts count toward the cost of successful work.</a:t>
            </a:r>
          </a:p>
          <a:p xmlns:a="http://schemas.openxmlformats.org/drawingml/2006/main">
            <a:r>
              <a:t/>
            </a:r>
          </a:p>
          <a:p xmlns:a="http://schemas.openxmlformats.org/drawingml/2006/main">
            <a:r>
              <a:rPr b="1"/>
              <a:t>Choose among configurations that meet the quality requirement.</a:t>
            </a:r>
            <a:r>
              <a:rPr b="0"/>
              <a:t> Compare their time and cost against your product's priorities. Start with one configuration. Add routing when measurements justify the complexity.</a:t>
            </a:r>
          </a:p>
          <a:p xmlns:a="http://schemas.openxmlformats.org/drawingml/2006/main">
            <a:r>
              <a:t/>
            </a:r>
          </a:p>
          <a:p xmlns:a="http://schemas.openxmlformats.org/drawingml/2006/main">
            <a:r>
              <a:rPr b="0"/>
              <a:t>Selection continues after deployment. Pinned versions need a migration plan. Moving aliases need regression monitoring. Both need ongoing task checks.</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A larger context window tells you what fits. It does not establish answer quality.</a:t>
            </a:r>
          </a:p>
          <a:p xmlns:a="http://schemas.openxmlformats.org/drawingml/2006/main">
            <a:r>
              <a:t/>
            </a:r>
          </a:p>
          <a:p xmlns:a="http://schemas.openxmlformats.org/drawingml/2006/main">
            <a:r>
              <a:rPr b="0"/>
              <a:t>Higher reasoning effort needs a measured benefit. Token price leaves out the rest of the task.</a:t>
            </a:r>
          </a:p>
          <a:p xmlns:a="http://schemas.openxmlformats.org/drawingml/2006/main">
            <a:r>
              <a:t/>
            </a:r>
          </a:p>
          <a:p xmlns:a="http://schemas.openxmlformats.org/drawingml/2006/main">
            <a:r>
              <a:rPr b="1"/>
              <a:t>Selecting or changing models without testing them on your task</a:t>
            </a:r>
            <a:r>
              <a:rPr b="0"/>
              <a:t> is the headline pitfall.</a:t>
            </a:r>
          </a:p>
          <a:p xmlns:a="http://schemas.openxmlformats.org/drawingml/2006/main">
            <a:r>
              <a:t/>
            </a:r>
          </a:p>
          <a:p xmlns:a="http://schemas.openxmlformats.org/drawingml/2006/main">
            <a:r>
              <a:rPr b="0"/>
              <a:t>When a result fails, inspect the supplied evidence and workflow before replacing the model.</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Model Selection established the available capacity. Context Engineering decides what information the next step needs and how to supply it. A larger context window does not establish that every available piece will help.</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INPUT FOR THIS CALL</a:t>
            </a:r>
          </a:p>
          <a:p xmlns:a="http://schemas.openxmlformats.org/drawingml/2006/main">
            <a:r>
              <a:t/>
            </a:r>
          </a:p>
          <a:p xmlns:a="http://schemas.openxmlformats.org/drawingml/2006/main">
            <a:r>
              <a:rPr b="1"/>
              <a:t>Context Engineering manages the information available to the model at every inference turn.</a:t>
            </a:r>
            <a:r>
              <a:rPr b="0"/>
              <a:t> Each turn is another model call.</a:t>
            </a:r>
          </a:p>
          <a:p xmlns:a="http://schemas.openxmlformats.org/drawingml/2006/main">
            <a:r>
              <a:t/>
            </a:r>
          </a:p>
          <a:p xmlns:a="http://schemas.openxmlformats.org/drawingml/2006/main">
            <a:r>
              <a:rPr b="0"/>
              <a:t>The input can include instructions, the current request, examples, and retrieved evidence. It also includes selected history, task state, and memory.</a:t>
            </a:r>
          </a:p>
          <a:p xmlns:a="http://schemas.openxmlformats.org/drawingml/2006/main">
            <a:r>
              <a:t/>
            </a:r>
          </a:p>
          <a:p xmlns:a="http://schemas.openxmlformats.org/drawingml/2006/main">
            <a:r>
              <a:rPr b="0"/>
              <a:t>Tool definitions describe available operations and their arguments. Tool results contain the observations returned by those operations.</a:t>
            </a:r>
          </a:p>
          <a:p xmlns:a="http://schemas.openxmlformats.org/drawingml/2006/main">
            <a:r>
              <a:t/>
            </a:r>
          </a:p>
          <a:p xmlns:a="http://schemas.openxmlformats.org/drawingml/2006/main">
            <a:r>
              <a:rPr b="0"/>
              <a:t>Stored memory and source documents remain outside the working context until selected information is brought in. A generated summary still needs supporting sources.</a:t>
            </a:r>
          </a:p>
          <a:p xmlns:a="http://schemas.openxmlformats.org/drawingml/2006/main">
            <a:r>
              <a:t/>
            </a:r>
          </a:p>
          <a:p xmlns:a="http://schemas.openxmlformats.org/drawingml/2006/main">
            <a:r>
              <a:rPr b="0"/>
              <a:t>For a coding agent, that might mean repository instructions, relevant files, and test output.</a:t>
            </a:r>
          </a:p>
          <a:p xmlns:a="http://schemas.openxmlformats.org/drawingml/2006/main">
            <a:r>
              <a:t/>
            </a:r>
          </a:p>
          <a:p xmlns:a="http://schemas.openxmlformats.org/drawingml/2006/main">
            <a:r>
              <a:rPr b="1"/>
              <a:t>The system must manage this input before every model call, including the next call after a tool result.</a:t>
            </a:r>
            <a:r>
              <a:rPr b="0"/>
              <a:t> Next, we'll look at those choices.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CONTEXT DECISIONS</a:t>
            </a:r>
          </a:p>
          <a:p xmlns:a="http://schemas.openxmlformats.org/drawingml/2006/main">
            <a:r>
              <a:t/>
            </a:r>
          </a:p>
          <a:p xmlns:a="http://schemas.openxmlformats.org/drawingml/2006/main">
            <a:r>
              <a:rPr b="1"/>
              <a:t>Before each call, decide what this step needs.</a:t>
            </a:r>
            <a:r>
              <a:rPr b="0"/>
              <a:t> Preload essentials and retrieve additional evidence when needed.</a:t>
            </a:r>
          </a:p>
          <a:p xmlns:a="http://schemas.openxmlformats.org/drawingml/2006/main">
            <a:r>
              <a:t/>
            </a:r>
          </a:p>
          <a:p xmlns:a="http://schemas.openxmlformats.org/drawingml/2006/main">
            <a:r>
              <a:rPr b="0"/>
              <a:t>RAG retrieves information and supplies it as evidence for generation. Keyword search matches terms and identifiers. Semantic search compares numerical representations called embeddings. Hybrid combines both.</a:t>
            </a:r>
          </a:p>
          <a:p xmlns:a="http://schemas.openxmlformats.org/drawingml/2006/main">
            <a:r>
              <a:t/>
            </a:r>
          </a:p>
          <a:p xmlns:a="http://schemas.openxmlformats.org/drawingml/2006/main">
            <a:r>
              <a:rPr b="0"/>
              <a:t>Select which results enter the input, keeping their source references. Enforce access before inclusion. Separate instructions from evidence, and </a:t>
            </a:r>
            <a:r>
              <a:rPr b="1"/>
              <a:t>test where key information works best.</a:t>
            </a:r>
          </a:p>
          <a:p xmlns:a="http://schemas.openxmlformats.org/drawingml/2006/main">
            <a:r>
              <a:t/>
            </a:r>
          </a:p>
          <a:p xmlns:a="http://schemas.openxmlformats.org/drawingml/2006/main">
            <a:r>
              <a:rPr b="0"/>
              <a:t>As work progresses, refresh stale information and remove irrelevant material. Compaction summarizes history to make room. Check that constraints and unresolved work survive.</a:t>
            </a:r>
          </a:p>
          <a:p xmlns:a="http://schemas.openxmlformats.org/drawingml/2006/main">
            <a:r>
              <a:t/>
            </a:r>
          </a:p>
          <a:p xmlns:a="http://schemas.openxmlformats.org/drawingml/2006/main">
            <a:r>
              <a:rPr b="1"/>
              <a:t>Subagents can handle focused tasks in separate contexts.</a:t>
            </a:r>
            <a:r>
              <a:rPr b="0"/>
              <a:t> Choose what each receives, and have it return findings with sources. Its detailed exploration can stay in its own context.</a:t>
            </a:r>
          </a:p>
          <a:p xmlns:a="http://schemas.openxmlformats.org/drawingml/2006/main">
            <a:r>
              <a:t/>
            </a:r>
          </a:p>
          <a:p xmlns:a="http://schemas.openxmlformats.org/drawingml/2006/main">
            <a:r>
              <a:rPr b="0"/>
              <a:t>More detail consumes context. Summaries and handoffs can lose information. Next, let's look at those failure modes.</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is the headline pitfall. Check for missing evidence, lost qualifications, and stale or misattributed sources. A retained summary still needs supporting records. Keep findings attached to their own cases when information is reused.</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gives the model an operation it can request. The contract must make that operation useful to the caller and enforceable by the application.</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 CALLS AND EXECUTION</a:t>
            </a:r>
          </a:p>
          <a:p xmlns:a="http://schemas.openxmlformats.org/drawingml/2006/main">
            <a:r>
              <a:t/>
            </a:r>
          </a:p>
          <a:p xmlns:a="http://schemas.openxmlformats.org/drawingml/2006/main">
            <a:r>
              <a:rPr b="1"/>
              <a:t>A tool call is a request for an operation.</a:t>
            </a:r>
            <a:r>
              <a:rPr b="0"/>
              <a:t> The model selects the tool and supplies arguments. Application software checks the request, performs the permitted operation, and returns a result. A coding agent reading a file or running tests uses this pattern.</a:t>
            </a:r>
          </a:p>
          <a:p xmlns:a="http://schemas.openxmlformats.org/drawingml/2006/main">
            <a:r>
              <a:t/>
            </a:r>
          </a:p>
          <a:p xmlns:a="http://schemas.openxmlformats.org/drawingml/2006/main">
            <a:r>
              <a:rPr b="0"/>
              <a:t>Our illustrative call requests export of a draft, its citations, and a destination. The application supplies authenticated identity and checks current access. The export service also establishes that this exact content passed verification and that the destination is permitted.</a:t>
            </a:r>
          </a:p>
          <a:p xmlns:a="http://schemas.openxmlformats.org/drawingml/2006/main">
            <a:r>
              <a:t/>
            </a:r>
          </a:p>
          <a:p xmlns:a="http://schemas.openxmlformats.org/drawingml/2006/main">
            <a:r>
              <a:rPr b="0"/>
              <a:t>The input schema describes the argument structure. A well-formed destination can still be outside the permitted scope. </a:t>
            </a:r>
            <a:r>
              <a:rPr b="1"/>
              <a:t>Code enforces that boundary.</a:t>
            </a:r>
          </a:p>
          <a:p xmlns:a="http://schemas.openxmlformats.org/drawingml/2006/main">
            <a:r>
              <a:t/>
            </a:r>
          </a:p>
          <a:p xmlns:a="http://schemas.openxmlformats.org/drawingml/2006/main">
            <a:r>
              <a:rPr b="0"/>
              <a:t>The result must distinguish confirmed completion, a known failure, and an unknown outcome. Those observations help the caller decide what to do next.</a:t>
            </a:r>
          </a:p>
          <a:p xmlns:a="http://schemas.openxmlformats.org/drawingml/2006/main">
            <a:r>
              <a:t/>
            </a:r>
          </a:p>
          <a:p xmlns:a="http://schemas.openxmlformats.org/drawingml/2006/main">
            <a:r>
              <a:rPr b="0"/>
              <a:t>Tool design therefore includes the operation, its inputs, the checks, and the meaning of its result.</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DESIGN AND EXTENSION DECISIONS</a:t>
            </a:r>
          </a:p>
          <a:p xmlns:a="http://schemas.openxmlformats.org/drawingml/2006/main">
            <a:r>
              <a:t/>
            </a:r>
          </a:p>
          <a:p xmlns:a="http://schemas.openxmlformats.org/drawingml/2006/main">
            <a:r>
              <a:rPr b="0"/>
              <a:t>First choose the capability boundary. Small operations give the caller more combinations and more steps to coordinate. A task-oriented operation can handle more work in code, while embedding assumptions about the task. Evaluate that trade-off.</a:t>
            </a:r>
          </a:p>
          <a:p xmlns:a="http://schemas.openxmlformats.org/drawingml/2006/main">
            <a:r>
              <a:t/>
            </a:r>
          </a:p>
          <a:p xmlns:a="http://schemas.openxmlformats.org/drawingml/2006/main">
            <a:r>
              <a:rPr b="0"/>
              <a:t>Then choose how to extend the system. </a:t>
            </a:r>
            <a:r>
              <a:rPr b="1"/>
              <a:t>MCP, the Model Context Protocol, connects applications to providers of tools and context.</a:t>
            </a:r>
            <a:r>
              <a:rPr b="0"/>
              <a:t> The application can discover operations and call them through a common interface.</a:t>
            </a:r>
          </a:p>
          <a:p xmlns:a="http://schemas.openxmlformats.org/drawingml/2006/main">
            <a:r>
              <a:t/>
            </a:r>
          </a:p>
          <a:p xmlns:a="http://schemas.openxmlformats.org/drawingml/2006/main">
            <a:r>
              <a:rPr b="1"/>
              <a:t>A skill supplies reusable instructions and supporting resources for a task.</a:t>
            </a:r>
            <a:r>
              <a:rPr b="0"/>
              <a:t> It can include scripts or examples. </a:t>
            </a:r>
            <a:r>
              <a:rPr b="1"/>
              <a:t>A plugin packages capabilities for installation and distribution</a:t>
            </a:r>
            <a:r>
              <a:rPr b="0"/>
              <a:t>, such as a skill together with an MCP integration. Exact packaging depends on the host.</a:t>
            </a:r>
          </a:p>
          <a:p xmlns:a="http://schemas.openxmlformats.org/drawingml/2006/main">
            <a:r>
              <a:t/>
            </a:r>
          </a:p>
          <a:p xmlns:a="http://schemas.openxmlformats.org/drawingml/2006/main">
            <a:r>
              <a:rPr b="0"/>
              <a:t>These mechanisms can work together. None replaces the execution checks we just saw. Someone still owns the descriptions, schemas, implementation, permissions, and failure behavior. Keep those pieces aligned as the capability changes, and check that the model can find and use the appropriate operation.</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is the headline pitfall. Keep descriptions and behavior aligned, remove confusing overlap, and enforce permissions even when the arguments look valid. Return confirmed results, known failures, and unknown outcomes distinctly.</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FRB brief is ready for export. Our contract requires the exact draft that passed verification, its citations, and a destination permitted for these records.</a:t>
            </a:r>
          </a:p>
          <a:p xmlns:a="http://schemas.openxmlformats.org/drawingml/2006/main">
            <a:r>
              <a:t/>
            </a:r>
          </a:p>
          <a:p xmlns:a="http://schemas.openxmlformats.org/drawingml/2006/main">
            <a:r>
              <a:rPr b="1"/>
              <a:t>Suppose the model requests an export to a destination outside that approved scope.</a:t>
            </a:r>
            <a:r>
              <a:rPr b="0"/>
              <a:t> Its arguments can be well formed and still fail the permission check.</a:t>
            </a:r>
          </a:p>
          <a:p xmlns:a="http://schemas.openxmlformats.org/drawingml/2006/main">
            <a:r>
              <a:t/>
            </a:r>
          </a:p>
          <a:p xmlns:a="http://schemas.openxmlformats.org/drawingml/2006/main">
            <a:r>
              <a:rPr b="0"/>
              <a:t>The expected behavior is for the service to reject the request before transfer and return a clear reason. In a test, check both the rejection and the absence of an export at that destination. An error message alone does not establish that no transfer occurred.</a:t>
            </a:r>
          </a:p>
          <a:p xmlns:a="http://schemas.openxmlformats.org/drawingml/2006/main">
            <a:r>
              <a:t/>
            </a:r>
          </a:p>
          <a:p xmlns:a="http://schemas.openxmlformats.org/drawingml/2006/main">
            <a:r>
              <a:rPr b="0"/>
              <a:t>This preserves the CUI/ECI boundary. A permitted export must still retain the checked wording, citations, and uncertainty and return a matching receipt.</a:t>
            </a:r>
          </a:p>
          <a:p xmlns:a="http://schemas.openxmlformats.org/drawingml/2006/main">
            <a:r>
              <a:t/>
            </a:r>
          </a:p>
          <a:p xmlns:a="http://schemas.openxmlformats.org/drawingml/2006/main">
            <a:r>
              <a:rPr b="0"/>
              <a:t>This rejection is a known outcome. Orchestration next handles continuation and uncertainty after execution. </a:t>
            </a:r>
            <a:r>
              <a:rPr b="1"/>
              <a:t>A description guides the model. Code enforces the contract.</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transitions code controls and where the model can choose an action. Then establish how work progresses, stops, and resumes.</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 AND AGENT LOOP</a:t>
            </a:r>
          </a:p>
          <a:p xmlns:a="http://schemas.openxmlformats.org/drawingml/2006/main">
            <a:r>
              <a:t/>
            </a:r>
          </a:p>
          <a:p xmlns:a="http://schemas.openxmlformats.org/drawingml/2006/main">
            <a:r>
              <a:rPr b="1"/>
              <a:t>Orchestration controls how the work progresses.</a:t>
            </a:r>
            <a:r>
              <a:rPr b="0"/>
              <a:t> A workflow defines stages and permitted transitions in code. An agent loop lets the model choose its next action from what it observes. They can work together.</a:t>
            </a:r>
          </a:p>
          <a:p xmlns:a="http://schemas.openxmlformats.org/drawingml/2006/main">
            <a:r>
              <a:t/>
            </a:r>
          </a:p>
          <a:p xmlns:a="http://schemas.openxmlformats.org/drawingml/2006/main">
            <a:r>
              <a:rPr b="0"/>
              <a:t>Our FRB workflow retrieves, inspects, compares, reconciles, verifies, and exports. Inside inspection, the model might choose to read another passage, inspect the result, and continue within the allowed scope. That is a bounded agent loop inside a controlled workflow.</a:t>
            </a:r>
          </a:p>
          <a:p xmlns:a="http://schemas.openxmlformats.org/drawingml/2006/main">
            <a:r>
              <a:t/>
            </a:r>
          </a:p>
          <a:p xmlns:a="http://schemas.openxmlformats.org/drawingml/2006/main">
            <a:r>
              <a:rPr b="0"/>
              <a:t>The outer system still enforces permissions, work limits, and the verification gate. </a:t>
            </a:r>
            <a:r>
              <a:rPr b="1"/>
              <a:t>The exact draft must pass its checks before export.</a:t>
            </a:r>
            <a:r>
              <a:rPr b="0"/>
              <a:t> A model-generated plan does not enforce those conditions.</a:t>
            </a:r>
          </a:p>
          <a:p xmlns:a="http://schemas.openxmlformats.org/drawingml/2006/main">
            <a:r>
              <a:t/>
            </a:r>
          </a:p>
          <a:p xmlns:a="http://schemas.openxmlformats.org/drawingml/2006/main">
            <a:r>
              <a:rPr b="0"/>
              <a:t>A coding agent's inspect, edit, and check cycle uses the same action-and-observation idea. The execution system must also know when to stop or resume.</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EXECUTION DECISIONS</a:t>
            </a:r>
          </a:p>
          <a:p xmlns:a="http://schemas.openxmlformats.org/drawingml/2006/main">
            <a:r>
              <a:t/>
            </a:r>
          </a:p>
          <a:p xmlns:a="http://schemas.openxmlformats.org/drawingml/2006/main">
            <a:r>
              <a:rPr b="0"/>
              <a:t>Record pending work, completed stages, check results, and operation status. </a:t>
            </a:r>
            <a:r>
              <a:rPr b="1"/>
              <a:t>A checkpoint is saved execution state from which work can resume.</a:t>
            </a:r>
            <a:r>
              <a:rPr b="0"/>
              <a:t> Use durable storage when it must survive a process restart.</a:t>
            </a:r>
          </a:p>
          <a:p xmlns:a="http://schemas.openxmlformats.org/drawingml/2006/main">
            <a:r>
              <a:t/>
            </a:r>
          </a:p>
          <a:p xmlns:a="http://schemas.openxmlformats.org/drawingml/2006/main">
            <a:r>
              <a:rPr b="0"/>
              <a:t>Resuming computation does not establish what an external service did. Reconcile dispatched actions with their actual outcomes before deciding whether to repeat them. Recheck source freshness and access on resume.</a:t>
            </a:r>
          </a:p>
          <a:p xmlns:a="http://schemas.openxmlformats.org/drawingml/2006/main">
            <a:r>
              <a:t/>
            </a:r>
          </a:p>
          <a:p xmlns:a="http://schemas.openxmlformats.org/drawingml/2006/main">
            <a:r>
              <a:rPr b="0"/>
              <a:t>Define completion and distinguish it from waiting, failure, cancellation, or exhausted budget. Bound actions, tokens, retries, and elapsed time. Repeated work without progress needs a stop or handoff.</a:t>
            </a:r>
          </a:p>
          <a:p xmlns:a="http://schemas.openxmlformats.org/drawingml/2006/main">
            <a:r>
              <a:t/>
            </a:r>
          </a:p>
          <a:p xmlns:a="http://schemas.openxmlformats.org/drawingml/2006/main">
            <a:r>
              <a:rPr b="0"/>
              <a:t>Delegation is another design choice. Independent case comparisons may benefit from workers, but assignments and returned evidence need clear ownership. Add them only when measured benefit justifies the handoff and reconciliation work.</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Extra workers add handoffs and reconciliation. Also watch for skipped gates, repeated work without progress, and early completion claims.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RECOVERY APPLICATION</a:t>
            </a:r>
          </a:p>
          <a:p xmlns:a="http://schemas.openxmlformats.org/drawingml/2006/main">
            <a:r>
              <a:t/>
            </a:r>
          </a:p>
          <a:p xmlns:a="http://schemas.openxmlformats.org/drawingml/2006/main">
            <a:r>
              <a:rPr b="0"/>
              <a:t>This is a separate export to a permitted destination, using the exact checked draft. Suppose the service creates the brief, but the response never reaches the caller.</a:t>
            </a:r>
          </a:p>
          <a:p xmlns:a="http://schemas.openxmlformats.org/drawingml/2006/main">
            <a:r>
              <a:t/>
            </a:r>
          </a:p>
          <a:p xmlns:a="http://schemas.openxmlformats.org/drawingml/2006/main">
            <a:r>
              <a:rPr b="1"/>
              <a:t>Record outcome unknown. Check the export state before deciding whether to retry.</a:t>
            </a:r>
            <a:r>
              <a:rPr b="0"/>
              <a:t> Use the intended operation's reference to inspect its receipt and output. A matching checked artifact can establish completion without another export.</a:t>
            </a:r>
          </a:p>
          <a:p xmlns:a="http://schemas.openxmlformats.org/drawingml/2006/main">
            <a:r>
              <a:t/>
            </a:r>
          </a:p>
          <a:p xmlns:a="http://schemas.openxmlformats.org/drawingml/2006/main">
            <a:r>
              <a:rPr b="1"/>
              <a:t>Idempotency means retrying the same intended operation does not duplicate its effects.</a:t>
            </a:r>
            <a:r>
              <a:rPr b="0"/>
              <a:t> The service must support that contract. An identifier in our log alone is insufficient.</a:t>
            </a:r>
          </a:p>
          <a:p xmlns:a="http://schemas.openxmlformats.org/drawingml/2006/main">
            <a:r>
              <a:t/>
            </a:r>
          </a:p>
          <a:p xmlns:a="http://schemas.openxmlformats.org/drawingml/2006/main">
            <a:r>
              <a:rPr b="0"/>
              <a:t>If the outcome remains uncertain, pause or hand off. Recheck permissions and freshness when work resumes, and repeat verification if the draft changes. Reaching a work limit does not make an incomplete brief complete.</a:t>
            </a:r>
          </a:p>
          <a:p xmlns:a="http://schemas.openxmlformats.org/drawingml/2006/main">
            <a:r>
              <a:t/>
            </a:r>
          </a:p>
          <a:p xmlns:a="http://schemas.openxmlformats.org/drawingml/2006/main">
            <a:r>
              <a:rPr b="0"/>
              <a:t>Next, Verification &amp; Evals explains what the checks should establish. </a:t>
            </a:r>
            <a:r>
              <a:rPr b="1"/>
              <a:t>The loop is where autonomy gets its limits. Start with the workflow.</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trace before choosing a repair. An aggregate score becomes useful when we understand the failures behind it.</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asks whether this result meets the required conditions. Evaluation asks how the system behaves across cases and repeated runs.</a:t>
            </a:r>
            <a:r>
              <a:rPr b="0"/>
              <a:t> The same checks can serve both purposes.</a:t>
            </a:r>
          </a:p>
          <a:p xmlns:a="http://schemas.openxmlformats.org/drawingml/2006/main">
            <a:r>
              <a:t/>
            </a:r>
          </a:p>
          <a:p xmlns:a="http://schemas.openxmlformats.org/drawingml/2006/main">
            <a:r>
              <a:rPr b="0"/>
              <a:t>A case defines the input, starting conditions, and expected behavior. A trial is one attempt at that case. A grader checks an aspect of the behavior or outcome. Several graders may examine the same trial.</a:t>
            </a:r>
          </a:p>
          <a:p xmlns:a="http://schemas.openxmlformats.org/drawingml/2006/main">
            <a:r>
              <a:t/>
            </a:r>
          </a:p>
          <a:p xmlns:a="http://schemas.openxmlformats.org/drawingml/2006/main">
            <a:r>
              <a:rPr b="1"/>
              <a:t>Evals are tests of an AI system. Ordinary software tests remain necessary.</a:t>
            </a:r>
            <a:r>
              <a:rPr b="0"/>
              <a:t> A coding agent's test output is evidence to inspect; its completion message must still agree with the actual result.</a:t>
            </a:r>
          </a:p>
          <a:p xmlns:a="http://schemas.openxmlformats.org/drawingml/2006/main">
            <a:r>
              <a:t/>
            </a:r>
          </a:p>
          <a:p xmlns:a="http://schemas.openxmlformats.org/drawingml/2006/main">
            <a:r>
              <a:rPr b="0"/>
              <a:t>Check the output and required action constraints, including permission and verified completion. A successful demonstration establishes one useful path. The product needs evidence across representative work, important failures, and repeated attempts.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0"/>
              <a:t>Start with the expected outcome and forbidden effects. Build cases from real work and known failures, including useful limitations when the system cannot finish. These rows illustrate coverage. Also include missing evidence and adversarial content.</a:t>
            </a:r>
          </a:p>
          <a:p xmlns:a="http://schemas.openxmlformats.org/drawingml/2006/main">
            <a:r>
              <a:t/>
            </a:r>
          </a:p>
          <a:p xmlns:a="http://schemas.openxmlformats.org/drawingml/2006/main">
            <a:r>
              <a:rPr b="0"/>
              <a:t>Use code for conditions you can check directly, such as a citation resolving or no export reaching a forbidden destination. Experts define quality and judge domain meaning. A model grader can help apply a rubric to varied outputs, but compare its decisions with expert judgments and inspect disagreements. </a:t>
            </a:r>
            <a:r>
              <a:rPr b="1"/>
              <a:t>The grader also needs evaluation.</a:t>
            </a:r>
            <a:r>
              <a:rPr b="0"/>
              <a:t> All reviewers and processing services stay within the approved data scope.</a:t>
            </a:r>
          </a:p>
          <a:p xmlns:a="http://schemas.openxmlformats.org/drawingml/2006/main">
            <a:r>
              <a:t/>
            </a:r>
          </a:p>
          <a:p xmlns:a="http://schemas.openxmlformats.org/drawingml/2006/main">
            <a:r>
              <a:rPr b="1"/>
              <a:t>Held-out cases are reserved from routine tuning.</a:t>
            </a:r>
            <a:r>
              <a:rPr b="0"/>
              <a:t> Use them to assess a change on work it was not repeatedly adjusted against. Repeat trials where behavior varies, and inspect results by case category.</a:t>
            </a:r>
          </a:p>
          <a:p xmlns:a="http://schemas.openxmlformats.org/drawingml/2006/main">
            <a:r>
              <a:t/>
            </a:r>
          </a:p>
          <a:p xmlns:a="http://schemas.openxmlformats.org/drawingml/2006/main">
            <a:r>
              <a:rPr b="0"/>
              <a:t>For each case, record starting conditions, expected behavior, source revisions, and system configuration. The lost-response case requires a verified export when matching evidence is available. A variant where the outcome remains unknowable instead requires an explicit unresolved status. Keep those outcomes distinct.</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is the headline pitfall. Check the actual outcome, the grader, and the cases before choosing a repair. Continually tuning against held-out cases weakens their independence. </a:t>
            </a:r>
            <a:r>
              <a:rPr b="1"/>
              <a:t>Evaluation continues after deployment and after model or harness changes.</a:t>
            </a:r>
            <a:r>
              <a:rPr b="0"/>
              <a:t> Add failures from real use.</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claims the board confirmed bearing wear and cites FRB-042-MIN revision two, section three, paragraph two. That reference exists, so the direct reference check passes.</a:t>
            </a:r>
          </a:p>
          <a:p xmlns:a="http://schemas.openxmlformats.org/drawingml/2006/main">
            <a:r>
              <a:t/>
            </a:r>
          </a:p>
          <a:p xmlns:a="http://schemas.openxmlformats.org/drawingml/2006/main">
            <a:r>
              <a:rPr b="0"/>
              <a:t>The minutes leave the cause unresolved and require inspection. The 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model grader calibrated against expert judgments, for that assessment. The failing draft cannot pass the export gate. Corrected content must be checked again.</a:t>
            </a:r>
          </a:p>
          <a:p xmlns:a="http://schemas.openxmlformats.org/drawingml/2006/main">
            <a:r>
              <a:t/>
            </a:r>
          </a:p>
          <a:p xmlns:a="http://schemas.openxmlformats.org/drawingml/2006/main">
            <a:r>
              <a:rPr b="0"/>
              <a:t>Keep this as one regression case within the broader suite. Inspect the trace to locate the loss of meaning before selecting a repair, then rerun relevant cases and repeated trials. This one case does not establish every requirement.</a:t>
            </a:r>
          </a:p>
          <a:p xmlns:a="http://schemas.openxmlformats.org/drawingml/2006/main">
            <a:r>
              <a:t/>
            </a:r>
          </a:p>
          <a:p xmlns:a="http://schemas.openxmlformats.org/drawingml/2006/main">
            <a:r>
              <a:rPr b="0"/>
              <a:t>AgentOps connects evaluation evidence to response during real use. </a:t>
            </a:r>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FOUNDATIONS</a:t>
            </a:r>
          </a:p>
          <a:p xmlns:a="http://schemas.openxmlformats.org/drawingml/2006/main">
            <a:r>
              <a:t/>
            </a:r>
          </a:p>
          <a:p xmlns:a="http://schemas.openxmlformats.org/drawingml/2006/main">
            <a:r>
              <a:rPr b="1"/>
              <a:t>AgentOps operates the service across many runs and over time.</a:t>
            </a:r>
            <a:r>
              <a:rPr b="0"/>
              <a:t> Orchestration controls one run. Here we connect observability, enforced controls, and accountable response as the system changes.</a:t>
            </a:r>
          </a:p>
          <a:p xmlns:a="http://schemas.openxmlformats.org/drawingml/2006/main">
            <a:r>
              <a:t/>
            </a:r>
          </a:p>
          <a:p xmlns:a="http://schemas.openxmlformats.org/drawingml/2006/main">
            <a:r>
              <a:rPr b="0"/>
              <a:t>A trace connects the operations behind a task: retrieval, model calls, tools, checks, and the outcome. A span records one timed operation. These are observations of work, not access to the model's private reasoning.</a:t>
            </a:r>
          </a:p>
          <a:p xmlns:a="http://schemas.openxmlformats.org/drawingml/2006/main">
            <a:r>
              <a:t/>
            </a:r>
          </a:p>
          <a:p xmlns:a="http://schemas.openxmlformats.org/drawingml/2006/main">
            <a:r>
              <a:rPr b="0"/>
              <a:t>Versioned configuration records the code, model and settings, prompts, retrieval setup, and tool contracts in use. A prompt edit or index refresh can change answers without an application-code release.</a:t>
            </a:r>
          </a:p>
          <a:p xmlns:a="http://schemas.openxmlformats.org/drawingml/2006/main">
            <a:r>
              <a:t/>
            </a:r>
          </a:p>
          <a:p xmlns:a="http://schemas.openxmlformats.org/drawingml/2006/main">
            <a:r>
              <a:rPr b="0"/>
              <a:t>Outcome metrics track useful completion and quality alongside time, cost, and review work. Quality judgments may arrive later or through samples. </a:t>
            </a:r>
            <a:r>
              <a:rPr b="1"/>
              <a:t>API availability alone does not establish that the task succeeded.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choose evidence that supports investigation: source revisions, model and tool activity, checks, export state, and resource use. Connect outcomes to the configuration. More raw content creates exposure; minimize capture and protect access and retention.</a:t>
            </a:r>
          </a:p>
          <a:p xmlns:a="http://schemas.openxmlformats.org/drawingml/2006/main">
            <a:r>
              <a:t/>
            </a:r>
          </a:p>
          <a:p xmlns:a="http://schemas.openxmlformats.org/drawingml/2006/main">
            <a:r>
              <a:rPr b="0"/>
              <a:t>Second, evaluate a candidate before release, then compare a controlled cohort with the tested configuration on comparable tasks. Define when to pause or roll back. Gradual exposure limits the affected population but takes time to reveal some failures. Keep a compatible configuration available.</a:t>
            </a:r>
          </a:p>
          <a:p xmlns:a="http://schemas.openxmlformats.org/drawingml/2006/main">
            <a:r>
              <a:t/>
            </a:r>
          </a:p>
          <a:p xmlns:a="http://schemas.openxmlformats.org/drawingml/2006/main">
            <a:r>
              <a:rPr b="0"/>
              <a:t>Third, </a:t>
            </a:r>
            <a:r>
              <a:rPr b="1"/>
              <a:t>enforce identity, scope, destinations, and budgets outside the model.</a:t>
            </a:r>
            <a:r>
              <a:rPr b="0"/>
              <a:t> Assign who receives failed checks, missing evidence, exhausted budgets, and unknown outcomes. Orchestration implements the run's rules; AgentOps assigns the operating policy and response. Human handoff needs an authorized responder with the relevant evidence. </a:t>
            </a:r>
            <a:r>
              <a:rPr b="1"/>
              <a:t>A configuration rollback does not undo completed actions.</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Combining private data, untrusted content, and outbound access without reviewing the risk</a:t>
            </a:r>
            <a:r>
              <a:rPr b="0"/>
              <a:t> is the headline pitfall. Willison describes how these capabilities can combine into a path for data theft. An internal attachment can contain untrusted instructions, and an outbound request can carry information.</a:t>
            </a:r>
          </a:p>
          <a:p xmlns:a="http://schemas.openxmlformats.org/drawingml/2006/main">
            <a:r>
              <a:t/>
            </a:r>
          </a:p>
          <a:p xmlns:a="http://schemas.openxmlformats.org/drawingml/2006/main">
            <a:r>
              <a:rPr b="0"/>
              <a:t>Review the combined capabilities when integrations change. Break or constrain the path, and enforce the permitted scope outside the model. This is one threat model, not a complete safety test. </a:t>
            </a:r>
            <a:r>
              <a:rPr b="1"/>
              <a:t>A probabilistic filter is insufficient as the sole security boundary.</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In this fictional rollout, an approved model/configuration update reaches a controlled group of FRB requests. The APIs remain healthy, but more drafts overstate unresolved causes and require authorized review. </a:t>
            </a:r>
            <a:r>
              <a:rPr b="1"/>
              <a:t>The source-support gate still blocks failing drafts from export.</a:t>
            </a:r>
            <a:r>
              <a:rPr b="0"/>
              <a:t> The controls work, but useful completion and review effort worsen.</a:t>
            </a:r>
          </a:p>
          <a:p xmlns:a="http://schemas.openxmlformats.org/drawingml/2006/main">
            <a:r>
              <a:t/>
            </a:r>
          </a:p>
          <a:p xmlns:a="http://schemas.openxmlformats.org/drawingml/2006/main">
            <a:r>
              <a:rPr b="0"/>
              <a:t>The assigned operator pauses the rollout, compares similar tasks by configuration, and inspects protected traces and source revisions. The association starts investigation; it does not prove root cause. Restore a tested compatible configuration when the rollback condition is met. Data and permission constraints still apply.</a:t>
            </a:r>
          </a:p>
          <a:p xmlns:a="http://schemas.openxmlformats.org/drawingml/2006/main">
            <a:r>
              <a:t/>
            </a:r>
          </a:p>
          <a:p xmlns:a="http://schemas.openxmlformats.org/drawingml/2006/main">
            <a:r>
              <a:rPr b="0"/>
              <a:t>Review pending work and any completed effects separately. Keep the existing source-support regression case, add newly understood variants, rerun relevant evals, and monitor recovery. </a:t>
            </a:r>
            <a:r>
              <a:rPr b="1"/>
              <a:t>People remain responsible for official causes, decisions, and board records.</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1"/>
              <a:t>These are six connected engineering areas within one system.</a:t>
            </a:r>
          </a:p>
          <a:p xmlns:a="http://schemas.openxmlformats.org/drawingml/2006/main">
            <a:r>
              <a:t/>
            </a:r>
          </a:p>
          <a:p xmlns:a="http://schemas.openxmlformats.org/drawingml/2006/main">
            <a:r>
              <a:rPr b="0"/>
              <a:t>Changing the model can change how it uses context and tools. We need to evaluate that behavior and monitor it after release.</a:t>
            </a:r>
          </a:p>
          <a:p xmlns:a="http://schemas.openxmlformats.org/drawingml/2006/main">
            <a:r>
              <a:t/>
            </a:r>
          </a:p>
          <a:p xmlns:a="http://schemas.openxmlformats.org/drawingml/2006/main">
            <a:r>
              <a:rPr b="0"/>
              <a:t>In our FRB example, a cited brief depends on the evidence we retrieve, how we reconcile it, the checks before export, and the controls around that work. Each area contributes to the result.</a:t>
            </a:r>
          </a:p>
          <a:p xmlns:a="http://schemas.openxmlformats.org/drawingml/2006/main">
            <a:r>
              <a:t/>
            </a:r>
          </a:p>
          <a:p xmlns:a="http://schemas.openxmlformats.org/drawingml/2006/main">
            <a:r>
              <a:rPr b="1"/>
              <a:t>AI engineering means designing and operating how these parts work together.</a:t>
            </a:r>
            <a:r>
              <a:rPr b="0"/>
              <a:t> Now let's look at the skills that help you do that.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Advance to slide 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f190d84197466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f77ef68fcbbe426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a29a2ea3b5024a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0DA3C405-0010-47E5-95AF-C61B4D652968}"/>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613e0cb5174daa" /><Relationship Type="http://schemas.openxmlformats.org/officeDocument/2006/relationships/slideLayout" Target="/ppt/slideLayouts/slideLayout1.xml" Id="R38f55954d6bf49b8"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10978c840e9e4cc0" /><Relationship Type="http://schemas.openxmlformats.org/officeDocument/2006/relationships/slideLayout" Target="/ppt/slideLayouts/slideLayout2.xml" Id="R73d08c6d8c88478d" /><Relationship Type="http://schemas.openxmlformats.org/officeDocument/2006/relationships/slideLayout" Target="/ppt/slideLayouts/slideLayout3.xml" Id="R8cc8b4de363640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f55954d6bf49b8"/>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73d08c6d8c88478d"/>
    <p:sldLayoutId xmlns:r="http://schemas.openxmlformats.org/officeDocument/2006/relationships" id="2147483652" r:id="R8cc8b4de363640ba"/>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f653fa491d364c4a" /><Relationship Type="http://schemas.openxmlformats.org/officeDocument/2006/relationships/notesSlide" Target="/ppt/notesSlides/notesSlide1.xml" Id="Rc1434a898b8049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8a7b4ea46d464204" /><Relationship Type="http://schemas.openxmlformats.org/officeDocument/2006/relationships/image" Target="/ppt/media/image.png" Id="R7a05b00f6c904f06" /><Relationship Type="http://schemas.openxmlformats.org/officeDocument/2006/relationships/notesSlide" Target="/ppt/notesSlides/notesSlide2.xml" Id="R8890952950424e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e053fd082b34599" /><Relationship Type="http://schemas.openxmlformats.org/officeDocument/2006/relationships/notesSlide" Target="/ppt/notesSlides/notesSlide3.xml" Id="R4ec70611b0a941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13c47ad63504408c" /><Relationship Type="http://schemas.openxmlformats.org/officeDocument/2006/relationships/notesSlide" Target="/ppt/notesSlides/notesSlide4.xml" Id="Ra50d635390684d30"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251c8a7a244456b" /><Relationship Type="http://schemas.openxmlformats.org/officeDocument/2006/relationships/notesSlide" Target="/ppt/notesSlides/notesSlide5.xml" Id="R638beda6bfe744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857574895b6d4b4f" /><Relationship Type="http://schemas.openxmlformats.org/officeDocument/2006/relationships/notesSlide" Target="/ppt/notesSlides/notesSlide6.xml" Id="R491d8eded27e42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133ef41bbfe0462c" /><Relationship Type="http://schemas.openxmlformats.org/officeDocument/2006/relationships/notesSlide" Target="/ppt/notesSlides/notesSlide7.xml" Id="R431979ffe07148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824128ee78b34c03" /><Relationship Type="http://schemas.openxmlformats.org/officeDocument/2006/relationships/notesSlide" Target="/ppt/notesSlides/notesSlide8.xml" Id="R355f22dd3de441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f30bdefa765e4a38" /><Relationship Type="http://schemas.openxmlformats.org/officeDocument/2006/relationships/image" Target="/ppt/media/image2.png" Id="R7add935659164957" /><Relationship Type="http://schemas.openxmlformats.org/officeDocument/2006/relationships/notesSlide" Target="/ppt/notesSlides/notesSlide9.xml" Id="R1a769c539e0c44f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80c1e0d7871c4923" /><Relationship Type="http://schemas.openxmlformats.org/officeDocument/2006/relationships/image" Target="/ppt/media/image3.png" Id="Rf5830aeb46ed45cb" /><Relationship Type="http://schemas.openxmlformats.org/officeDocument/2006/relationships/notesSlide" Target="/ppt/notesSlides/notesSlide10.xml" Id="R4dc5bc53a20d4ba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347619e190b84792" /><Relationship Type="http://schemas.openxmlformats.org/officeDocument/2006/relationships/image" Target="/ppt/media/image4.png" Id="R5108f4f0c3254ebf" /><Relationship Type="http://schemas.openxmlformats.org/officeDocument/2006/relationships/notesSlide" Target="/ppt/notesSlides/notesSlide11.xml" Id="R131f49c76d6f444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c28961577c6c4184" /><Relationship Type="http://schemas.openxmlformats.org/officeDocument/2006/relationships/image" Target="/ppt/media/image5.png" Id="Rcf2335dcf7ba4994" /><Relationship Type="http://schemas.openxmlformats.org/officeDocument/2006/relationships/notesSlide" Target="/ppt/notesSlides/notesSlide12.xml" Id="Rc2771b6bfc614d8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c90983d305e44f9f" /><Relationship Type="http://schemas.openxmlformats.org/officeDocument/2006/relationships/image" Target="/ppt/media/image6.png" Id="R2293e04a21a342a4" /><Relationship Type="http://schemas.openxmlformats.org/officeDocument/2006/relationships/notesSlide" Target="/ppt/notesSlides/notesSlide13.xml" Id="R5503f6e154ff417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5e98aefd68ad4dc1" /><Relationship Type="http://schemas.openxmlformats.org/officeDocument/2006/relationships/image" Target="/ppt/media/image7.png" Id="Rb321ac69d2fd496e" /><Relationship Type="http://schemas.openxmlformats.org/officeDocument/2006/relationships/notesSlide" Target="/ppt/notesSlides/notesSlide14.xml" Id="Rf41680cf43554db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f02166315fe54a39" /><Relationship Type="http://schemas.openxmlformats.org/officeDocument/2006/relationships/image" Target="/ppt/media/image8.png" Id="R36bea380ff7f4fe8" /><Relationship Type="http://schemas.openxmlformats.org/officeDocument/2006/relationships/notesSlide" Target="/ppt/notesSlides/notesSlide15.xml" Id="R66d8086439ba4e0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95b350863c9f44b6" /><Relationship Type="http://schemas.openxmlformats.org/officeDocument/2006/relationships/image" Target="/ppt/media/image9.png" Id="Red1e3c18ef63493f" /><Relationship Type="http://schemas.openxmlformats.org/officeDocument/2006/relationships/image" Target="/ppt/media/image10.png" Id="R8c46db67ddc24e8e" /><Relationship Type="http://schemas.openxmlformats.org/officeDocument/2006/relationships/notesSlide" Target="/ppt/notesSlides/notesSlide16.xml" Id="Rfad88aba742d43b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309f24f791e44cca" /><Relationship Type="http://schemas.openxmlformats.org/officeDocument/2006/relationships/image" Target="/ppt/media/image11.png" Id="R96216bebd26e4afa" /><Relationship Type="http://schemas.openxmlformats.org/officeDocument/2006/relationships/notesSlide" Target="/ppt/notesSlides/notesSlide17.xml" Id="R29c2ff8a94dc48a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6b6df30bd42c459d" /><Relationship Type="http://schemas.openxmlformats.org/officeDocument/2006/relationships/image" Target="/ppt/media/image12.png" Id="R44d863338ddc48ff" /><Relationship Type="http://schemas.openxmlformats.org/officeDocument/2006/relationships/notesSlide" Target="/ppt/notesSlides/notesSlide18.xml" Id="R0e6d2f8a56fd4df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1463064f060f47d1" /><Relationship Type="http://schemas.openxmlformats.org/officeDocument/2006/relationships/image" Target="/ppt/media/image13.png" Id="Rce770f1e3ff34f31" /><Relationship Type="http://schemas.openxmlformats.org/officeDocument/2006/relationships/notesSlide" Target="/ppt/notesSlides/notesSlide19.xml" Id="R3cc3289dbcee40f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7082d7e31b8d4b2c" /><Relationship Type="http://schemas.openxmlformats.org/officeDocument/2006/relationships/image" Target="/ppt/media/image14.png" Id="Rfbf948fd1a0e4da7" /><Relationship Type="http://schemas.openxmlformats.org/officeDocument/2006/relationships/notesSlide" Target="/ppt/notesSlides/notesSlide20.xml" Id="Rc210cad0b3184f1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c88dd8de032945dd" /><Relationship Type="http://schemas.openxmlformats.org/officeDocument/2006/relationships/image" Target="/ppt/media/image15.png" Id="R92b358c4b6c34f3c" /><Relationship Type="http://schemas.openxmlformats.org/officeDocument/2006/relationships/image" Target="/ppt/media/image16.png" Id="R9f8beac789da4183" /><Relationship Type="http://schemas.openxmlformats.org/officeDocument/2006/relationships/notesSlide" Target="/ppt/notesSlides/notesSlide21.xml" Id="R8da2a87cad264f9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97a784a1b7ac4fa3" /><Relationship Type="http://schemas.openxmlformats.org/officeDocument/2006/relationships/image" Target="/ppt/media/image17.png" Id="R789ddbfcc3bd4b19" /><Relationship Type="http://schemas.openxmlformats.org/officeDocument/2006/relationships/notesSlide" Target="/ppt/notesSlides/notesSlide22.xml" Id="R456bcbe4d367442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0729a5b3d1ac4d7a" /><Relationship Type="http://schemas.openxmlformats.org/officeDocument/2006/relationships/image" Target="/ppt/media/image18.png" Id="R37733aee293d4ba6" /><Relationship Type="http://schemas.openxmlformats.org/officeDocument/2006/relationships/notesSlide" Target="/ppt/notesSlides/notesSlide23.xml" Id="R601cb55dc78a434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09c5d62ba44d47f4" /><Relationship Type="http://schemas.openxmlformats.org/officeDocument/2006/relationships/image" Target="/ppt/media/image19.png" Id="R47e3123bdc214dc3" /><Relationship Type="http://schemas.openxmlformats.org/officeDocument/2006/relationships/notesSlide" Target="/ppt/notesSlides/notesSlide24.xml" Id="Re502b287c3394eb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a10814a53e0748c0" /><Relationship Type="http://schemas.openxmlformats.org/officeDocument/2006/relationships/image" Target="/ppt/media/image20.png" Id="Rfe86ea659182413f" /><Relationship Type="http://schemas.openxmlformats.org/officeDocument/2006/relationships/notesSlide" Target="/ppt/notesSlides/notesSlide25.xml" Id="Rabc9ead6e1834db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5a5f20b093754782" /><Relationship Type="http://schemas.openxmlformats.org/officeDocument/2006/relationships/image" Target="/ppt/media/image21.png" Id="R3a349c32b7ab4719" /><Relationship Type="http://schemas.openxmlformats.org/officeDocument/2006/relationships/image" Target="/ppt/media/image22.png" Id="Rfb8bc5bfc1224e34" /><Relationship Type="http://schemas.openxmlformats.org/officeDocument/2006/relationships/notesSlide" Target="/ppt/notesSlides/notesSlide26.xml" Id="R9b2fba8a5ede4b3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59f562a6d2a5438c" /><Relationship Type="http://schemas.openxmlformats.org/officeDocument/2006/relationships/image" Target="/ppt/media/image23.png" Id="Rd36752ecb3e04279" /><Relationship Type="http://schemas.openxmlformats.org/officeDocument/2006/relationships/notesSlide" Target="/ppt/notesSlides/notesSlide27.xml" Id="R1ed31a4177f64dc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8b4717954a6048f5" /><Relationship Type="http://schemas.openxmlformats.org/officeDocument/2006/relationships/image" Target="/ppt/media/image24.png" Id="R5439ff37d92a4305" /><Relationship Type="http://schemas.openxmlformats.org/officeDocument/2006/relationships/notesSlide" Target="/ppt/notesSlides/notesSlide28.xml" Id="R71be39795eba423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a367cd6e262c442f" /><Relationship Type="http://schemas.openxmlformats.org/officeDocument/2006/relationships/image" Target="/ppt/media/image25.png" Id="Rda883be671854d3a" /><Relationship Type="http://schemas.openxmlformats.org/officeDocument/2006/relationships/notesSlide" Target="/ppt/notesSlides/notesSlide29.xml" Id="R8b2cb7df29da45a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ecc2d084d5b44f65" /><Relationship Type="http://schemas.openxmlformats.org/officeDocument/2006/relationships/image" Target="/ppt/media/image26.png" Id="R7c0f0a5295244a79" /><Relationship Type="http://schemas.openxmlformats.org/officeDocument/2006/relationships/notesSlide" Target="/ppt/notesSlides/notesSlide30.xml" Id="Rf9263e79022f4b4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9fd0083e7aa34589" /><Relationship Type="http://schemas.openxmlformats.org/officeDocument/2006/relationships/image" Target="/ppt/media/image27.png" Id="R71b6e77c8738446c" /><Relationship Type="http://schemas.openxmlformats.org/officeDocument/2006/relationships/image" Target="/ppt/media/image28.png" Id="Ra8036634705b49b4" /><Relationship Type="http://schemas.openxmlformats.org/officeDocument/2006/relationships/notesSlide" Target="/ppt/notesSlides/notesSlide31.xml" Id="Ra7feba13c9ec44f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12111c53439e4ef1" /><Relationship Type="http://schemas.openxmlformats.org/officeDocument/2006/relationships/image" Target="/ppt/media/image29.png" Id="Rc1dc4a671fb64af0" /><Relationship Type="http://schemas.openxmlformats.org/officeDocument/2006/relationships/notesSlide" Target="/ppt/notesSlides/notesSlide32.xml" Id="R8cb0b45d5f9f472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2d3926dfbfc04cf5" /><Relationship Type="http://schemas.openxmlformats.org/officeDocument/2006/relationships/image" Target="/ppt/media/image30.png" Id="Rcc2d94ef609d47cc" /><Relationship Type="http://schemas.openxmlformats.org/officeDocument/2006/relationships/notesSlide" Target="/ppt/notesSlides/notesSlide33.xml" Id="R42635c7138d44de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819afd7478a14b30" /><Relationship Type="http://schemas.openxmlformats.org/officeDocument/2006/relationships/image" Target="/ppt/media/image31.png" Id="Rc820105613cd4039" /><Relationship Type="http://schemas.openxmlformats.org/officeDocument/2006/relationships/notesSlide" Target="/ppt/notesSlides/notesSlide34.xml" Id="Re8c389636d5d4bf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ddbfc85e37d0432c" /><Relationship Type="http://schemas.openxmlformats.org/officeDocument/2006/relationships/image" Target="/ppt/media/image32.png" Id="R42a3ca6b85924476" /><Relationship Type="http://schemas.openxmlformats.org/officeDocument/2006/relationships/notesSlide" Target="/ppt/notesSlides/notesSlide35.xml" Id="Rd80f3edfc419407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c70c9d63cd5c494e" /><Relationship Type="http://schemas.openxmlformats.org/officeDocument/2006/relationships/image" Target="/ppt/media/image33.png" Id="R073e4dc4796440cf" /><Relationship Type="http://schemas.openxmlformats.org/officeDocument/2006/relationships/image" Target="/ppt/media/image34.png" Id="Rb26895603df247a5" /><Relationship Type="http://schemas.openxmlformats.org/officeDocument/2006/relationships/notesSlide" Target="/ppt/notesSlides/notesSlide36.xml" Id="R344bac9dbf43481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89e95430e9724923" /><Relationship Type="http://schemas.openxmlformats.org/officeDocument/2006/relationships/image" Target="/ppt/media/image35.png" Id="Ra620aa6f499b4897" /><Relationship Type="http://schemas.openxmlformats.org/officeDocument/2006/relationships/notesSlide" Target="/ppt/notesSlides/notesSlide37.xml" Id="Ra9d8a1660fee44d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58db39f509174077" /><Relationship Type="http://schemas.openxmlformats.org/officeDocument/2006/relationships/image" Target="/ppt/media/image36.png" Id="R341a113729d74645" /><Relationship Type="http://schemas.openxmlformats.org/officeDocument/2006/relationships/notesSlide" Target="/ppt/notesSlides/notesSlide38.xml" Id="R8290004577414e5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43ddf7c6a80e4501" /><Relationship Type="http://schemas.openxmlformats.org/officeDocument/2006/relationships/image" Target="/ppt/media/image37.png" Id="Re14aa10c4761496d" /><Relationship Type="http://schemas.openxmlformats.org/officeDocument/2006/relationships/notesSlide" Target="/ppt/notesSlides/notesSlide39.xml" Id="R8b5c93e3a22d403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1d4b77fb973d4c24" /><Relationship Type="http://schemas.openxmlformats.org/officeDocument/2006/relationships/image" Target="/ppt/media/image38.png" Id="R951d0c9e846243ec" /><Relationship Type="http://schemas.openxmlformats.org/officeDocument/2006/relationships/notesSlide" Target="/ppt/notesSlides/notesSlide40.xml" Id="R6db193f0ee83439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0f240e7ce42440ed" /><Relationship Type="http://schemas.openxmlformats.org/officeDocument/2006/relationships/image" Target="/ppt/media/image39.png" Id="Rbb1b8b5ca23a4719" /><Relationship Type="http://schemas.openxmlformats.org/officeDocument/2006/relationships/image" Target="/ppt/media/image40.png" Id="R432e99b7247b47fe" /><Relationship Type="http://schemas.openxmlformats.org/officeDocument/2006/relationships/notesSlide" Target="/ppt/notesSlides/notesSlide41.xml" Id="Rac94ffc68f7c486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c676681bb4634056" /><Relationship Type="http://schemas.openxmlformats.org/officeDocument/2006/relationships/image" Target="/ppt/media/image41.png" Id="R5451ba36d28b41bd" /><Relationship Type="http://schemas.openxmlformats.org/officeDocument/2006/relationships/notesSlide" Target="/ppt/notesSlides/notesSlide42.xml" Id="R3ef6d5fea6c1448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61a329cef8064599" /><Relationship Type="http://schemas.openxmlformats.org/officeDocument/2006/relationships/image" Target="/ppt/media/image42.png" Id="R5e1a84149b024ead" /><Relationship Type="http://schemas.openxmlformats.org/officeDocument/2006/relationships/notesSlide" Target="/ppt/notesSlides/notesSlide43.xml" Id="R0a622ba50f664d7d"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a8fa790419cd4873" /><Relationship Type="http://schemas.openxmlformats.org/officeDocument/2006/relationships/image" Target="/ppt/media/image43.png" Id="Rdf4a05738cdb4772" /><Relationship Type="http://schemas.openxmlformats.org/officeDocument/2006/relationships/notesSlide" Target="/ppt/notesSlides/notesSlide44.xml" Id="R50576f42a198442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7c43c29cb890450a" /><Relationship Type="http://schemas.openxmlformats.org/officeDocument/2006/relationships/image" Target="/ppt/media/image44.png" Id="R6ba20286a4664c84" /><Relationship Type="http://schemas.openxmlformats.org/officeDocument/2006/relationships/notesSlide" Target="/ppt/notesSlides/notesSlide45.xml" Id="R18c62aa00d7b4e88"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bb20191e42a0493c" /><Relationship Type="http://schemas.openxmlformats.org/officeDocument/2006/relationships/image" Target="/ppt/media/image45.png" Id="R85593e383a604238" /><Relationship Type="http://schemas.openxmlformats.org/officeDocument/2006/relationships/notesSlide" Target="/ppt/notesSlides/notesSlide46.xml" Id="R03b0cab55b92437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ea3b5f4fd3e348e6" /><Relationship Type="http://schemas.openxmlformats.org/officeDocument/2006/relationships/notesSlide" Target="/ppt/notesSlides/notesSlide47.xml" Id="Rdcd257d1cde8419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b6087ad4e6764919" /><Relationship Type="http://schemas.openxmlformats.org/officeDocument/2006/relationships/image" Target="/ppt/media/image46.png" Id="Ra43ff584aff84c3c" /><Relationship Type="http://schemas.openxmlformats.org/officeDocument/2006/relationships/notesSlide" Target="/ppt/notesSlides/notesSlide48.xml" Id="Recee9aed9b70412d"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a68603de50bf46f8" /><Relationship Type="http://schemas.openxmlformats.org/officeDocument/2006/relationships/image" Target="/ppt/media/image47.png" Id="R1a37c34061c04e87" /><Relationship Type="http://schemas.openxmlformats.org/officeDocument/2006/relationships/notesSlide" Target="/ppt/notesSlides/notesSlide49.xml" Id="Rd87d26a348774928"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90082290e8d64f22" /><Relationship Type="http://schemas.openxmlformats.org/officeDocument/2006/relationships/notesSlide" Target="/ppt/notesSlides/notesSlide50.xml" Id="R98c3baf983bf403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d04ab20405a843c9" /><Relationship Type="http://schemas.openxmlformats.org/officeDocument/2006/relationships/image" Target="/ppt/media/image48.png" Id="R81499e4efb1f40c6" /><Relationship Type="http://schemas.openxmlformats.org/officeDocument/2006/relationships/notesSlide" Target="/ppt/notesSlides/notesSlide51.xml" Id="Raacd05eb6764417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6a2ed7958b874f4e" /><Relationship Type="http://schemas.openxmlformats.org/officeDocument/2006/relationships/notesSlide" Target="/ppt/notesSlides/notesSlide52.xml" Id="R26eda030d9164bd1"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c79a90fcd48b466a" /><Relationship Type="http://schemas.openxmlformats.org/officeDocument/2006/relationships/notesSlide" Target="/ppt/notesSlides/notesSlide53.xml" Id="R3c83b8579ea04e94"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67AB17CC-C94B-4A81-8DEA-8138A92E978E}"/>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C133AD58-7ADC-445E-92AF-CE23CEACF196}"/>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E6BEC1BD-8D76-4523-BD65-016D527A8DCF}"/>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4455F6BE-C9AD-44AA-A013-4E8E0121F6B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48871108"/>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7a05b00f6c904f06"/>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28A56950-C44D-4C4E-A6B2-8FE1990C8B80}"/>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7E0CB5E2-5FF5-4ED6-B026-4E1246960035}"/>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356B1C0D-F168-4ED5-BD41-1B896E756EEC}"/>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703B5E73-5D6B-4553-A39C-8B5DF39E432C}"/>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570A1FF5-453D-426E-B809-88F736ED0ED1}"/>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4B7DDF18-46BD-421E-9AB0-2DA8FAA9A38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2559725069"/>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B6012DE7-12E7-43BA-A557-B7808BF0EF0F}"/>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9B3C8441-17A2-43A2-89B5-B8086F884654}"/>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29FF141D-A61F-46A3-A3DB-5B63C6EC9682}"/>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AEBB00B4-6062-49DC-9D85-BE0DC24C5425}"/>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305FA120-CBA3-4486-B2B2-75F86613A385}"/>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2488ED31-0328-4F2A-AA86-04EE2B08982F}"/>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06762EB4-8130-4430-A446-C85F73AD3E91}"/>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F2ACBC41-6B3C-43F2-9335-F119592AE043}"/>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2BBD6A61-D32F-43E7-BC91-F0ADD3015D39}"/>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02C1463D-6984-4CB5-A355-34506F1625EF}"/>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327A467E-B10B-4A5E-890D-931896C428CA}"/>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475D4F08-630E-4F44-A04D-C419519585C4}"/>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BD6E75AE-B6C7-4F71-94BE-E6DD4F6ACEAD}"/>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8D72143D-E069-40EA-9BDF-F05BF953CD98}"/>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7DBAED49-B302-439E-BD02-80921A3ACA2F}"/>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EDC107E7-7F21-404B-B691-A6459AE6BC69}"/>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54810AB5-8BEF-4F5A-A00B-81EAE919E4B5}"/>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7659C539-A558-48E8-AFDC-F83161045BD8}"/>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BF5C3FD5-44CE-42D8-B703-09CDBEDB9AD2}"/>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CA5BEE60-2337-4415-BC3D-AEE9CB07822D}"/>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3597F725-EBEF-490C-B3A8-E289640EB9E7}"/>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22E9129C-D262-452A-93A5-8AFCA0842E0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816149519"/>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BB8DDA70-3F2C-4C79-BEA1-0F7F3F50E9D6}"/>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8598003D-BA49-427D-9F8F-434B470BAE71}"/>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766011E0-377C-4BD0-A3EE-FDD97392BA05}"/>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EF90491B-5FC8-4339-B3CB-9F132B86709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804038294"/>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8E8A57D5-4B5E-4C7B-8371-59F3FC8A5B27}"/>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Deterministic logic and model behavior</a:t>
            </a:r>
          </a:p>
        </p:txBody>
      </p:sp>
      <p:sp>
        <p:nvSpPr>
          <p:cNvPr id="39" name="header-divider">
            <a:extLst xmlns:a="http://schemas.openxmlformats.org/drawingml/2006/main">
              <a:ext uri="{FF2B5EF4-FFF2-40B4-BE49-F238E27FC236}">
                <a16:creationId xmlns:a16="http://schemas.microsoft.com/office/drawing/2014/main" id="{CDB58835-A28A-47AA-A6BF-9077AAEAA96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4" name="05-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812800">
                <a:tc>
                  <a:txBody>
                    <a:bodyPr>
                      <a:noAutofit/>
                    </a:bodyPr>
                    <a:lstStyle/>
                    <a:p>
                      <a:pPr>
                        <a:lnSpc>
                          <a:spcPct val="125000"/>
                        </a:lnSpc>
                        <a:buNone/>
                      </a:pPr>
                      <a:r>
                        <a:rPr sz="2400" b="1">
                          <a:solidFill>
                            <a:srgbClr val="F948BE"/>
                          </a:solidFill>
                          <a:latin typeface="Helvetica"/>
                          <a:ea typeface="Helvetica"/>
                          <a:cs typeface="Helvetica"/>
                        </a:rPr>
                        <a:t>Deterministic logic</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Explicit rules implemented</a:t>
                      </a:r>
                    </a:p>
                    <a:p>
                      <a:pPr>
                        <a:lnSpc>
                          <a:spcPct val="125000"/>
                        </a:lnSpc>
                        <a:buNone/>
                      </a:pPr>
                      <a:r>
                        <a:rPr sz="2400" b="0">
                          <a:solidFill>
                            <a:srgbClr val="FFFCF5"/>
                          </a:solidFill>
                          <a:latin typeface="Helvetica"/>
                          <a:ea typeface="Helvetica"/>
                          <a:cs typeface="Helvetica"/>
                        </a:rPr>
                        <a:t>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Learned behavior guided</a:t>
                      </a:r>
                    </a:p>
                    <a:p>
                      <a:pPr>
                        <a:lnSpc>
                          <a:spcPct val="125000"/>
                        </a:lnSpc>
                        <a:buNone/>
                      </a:pPr>
                      <a:r>
                        <a:rPr sz="2400" b="0">
                          <a:solidFill>
                            <a:srgbClr val="FFFCF5"/>
                          </a:solidFill>
                          <a:latin typeface="Helvetica"/>
                          <a:ea typeface="Helvetica"/>
                          <a:cs typeface="Helvetica"/>
                        </a:rPr>
                        <a:t>by instructions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Same input and state produce</a:t>
                      </a:r>
                    </a:p>
                    <a:p>
                      <a:pPr>
                        <a:lnSpc>
                          <a:spcPct val="125000"/>
                        </a:lnSpc>
                        <a:buNone/>
                      </a:pPr>
                      <a:r>
                        <a:rPr sz="2400" b="0">
                          <a:solidFill>
                            <a:srgbClr val="FFFCF5"/>
                          </a:solidFill>
                          <a:latin typeface="Helvetica"/>
                          <a:ea typeface="Helvetica"/>
                          <a:cs typeface="Helvetica"/>
                        </a:rPr>
                        <a:t>the same result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Same supplied input can produce</a:t>
                      </a:r>
                    </a:p>
                    <a:p>
                      <a:pPr>
                        <a:lnSpc>
                          <a:spcPct val="125000"/>
                        </a:lnSpc>
                        <a:buNone/>
                      </a:pPr>
                      <a:r>
                        <a:rPr sz="2400" b="0">
                          <a:solidFill>
                            <a:srgbClr val="FFFCF5"/>
                          </a:solidFill>
                          <a:latin typeface="Helvetica"/>
                          <a:ea typeface="Helvetica"/>
                          <a:cs typeface="Helvetica"/>
                        </a:rPr>
                        <a:t>different results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 name="narrative-number">
            <a:extLst xmlns:a="http://schemas.openxmlformats.org/drawingml/2006/main">
              <a:ext uri="{FF2B5EF4-FFF2-40B4-BE49-F238E27FC236}">
                <a16:creationId xmlns:a16="http://schemas.microsoft.com/office/drawing/2014/main" id="{7448F54D-C198-4EE5-B3C0-557FD450A24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491317918"/>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 name="slide-title">
            <a:extLst xmlns:a="http://schemas.openxmlformats.org/drawingml/2006/main">
              <a:ext uri="{FF2B5EF4-FFF2-40B4-BE49-F238E27FC236}">
                <a16:creationId xmlns:a16="http://schemas.microsoft.com/office/drawing/2014/main" id="{CFC69FB0-0878-438C-B4BF-4A919BD086E0}"/>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Reliability with a model in the loop</a:t>
            </a:r>
          </a:p>
        </p:txBody>
      </p:sp>
      <p:sp>
        <p:nvSpPr>
          <p:cNvPr id="43" name="header-divider">
            <a:extLst xmlns:a="http://schemas.openxmlformats.org/drawingml/2006/main">
              <a:ext uri="{FF2B5EF4-FFF2-40B4-BE49-F238E27FC236}">
                <a16:creationId xmlns:a16="http://schemas.microsoft.com/office/drawing/2014/main" id="{A0DEAF0A-F766-488F-992F-068F8991430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 name="06-text-1">
            <a:extLst xmlns:a="http://schemas.openxmlformats.org/drawingml/2006/main">
              <a:ext uri="{FF2B5EF4-FFF2-40B4-BE49-F238E27FC236}">
                <a16:creationId xmlns:a16="http://schemas.microsoft.com/office/drawing/2014/main" id="{8021A0BF-EACC-4CA4-B7B3-D2E8147B53C9}"/>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Correctness</a:t>
            </a:r>
          </a:p>
        </p:txBody>
      </p:sp>
      <p:sp>
        <p:nvSpPr>
          <p:cNvPr id="45" name="06-text-2">
            <a:extLst xmlns:a="http://schemas.openxmlformats.org/drawingml/2006/main">
              <a:ext uri="{FF2B5EF4-FFF2-40B4-BE49-F238E27FC236}">
                <a16:creationId xmlns:a16="http://schemas.microsoft.com/office/drawing/2014/main" id="{AEED7668-8101-4726-B0D6-B03EE6B051DE}"/>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valid response can still be wrong.</a:t>
            </a:r>
          </a:p>
        </p:txBody>
      </p:sp>
      <p:sp>
        <p:nvSpPr>
          <p:cNvPr id="46" name="06-text-3">
            <a:extLst xmlns:a="http://schemas.openxmlformats.org/drawingml/2006/main">
              <a:ext uri="{FF2B5EF4-FFF2-40B4-BE49-F238E27FC236}">
                <a16:creationId xmlns:a16="http://schemas.microsoft.com/office/drawing/2014/main" id="{A33A987E-56B3-4F47-ADD2-3386775C8EB0}"/>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Consistency</a:t>
            </a:r>
          </a:p>
        </p:txBody>
      </p:sp>
      <p:sp>
        <p:nvSpPr>
          <p:cNvPr id="47" name="06-text-4">
            <a:extLst xmlns:a="http://schemas.openxmlformats.org/drawingml/2006/main">
              <a:ext uri="{FF2B5EF4-FFF2-40B4-BE49-F238E27FC236}">
                <a16:creationId xmlns:a16="http://schemas.microsoft.com/office/drawing/2014/main" id="{04055A42-0448-45B1-92FA-15566B860534}"/>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successful run does not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establish reliability.</a:t>
            </a:r>
          </a:p>
        </p:txBody>
      </p:sp>
      <p:sp>
        <p:nvSpPr>
          <p:cNvPr id="48" name="06-text-5">
            <a:extLst xmlns:a="http://schemas.openxmlformats.org/drawingml/2006/main">
              <a:ext uri="{FF2B5EF4-FFF2-40B4-BE49-F238E27FC236}">
                <a16:creationId xmlns:a16="http://schemas.microsoft.com/office/drawing/2014/main" id="{42BBB4BB-44D2-4A2C-A009-9DB6E9BD2CB9}"/>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Actions</a:t>
            </a:r>
          </a:p>
        </p:txBody>
      </p:sp>
      <p:sp>
        <p:nvSpPr>
          <p:cNvPr id="49" name="06-text-6">
            <a:extLst xmlns:a="http://schemas.openxmlformats.org/drawingml/2006/main">
              <a:ext uri="{FF2B5EF4-FFF2-40B4-BE49-F238E27FC236}">
                <a16:creationId xmlns:a16="http://schemas.microsoft.com/office/drawing/2014/main" id="{26B9F419-E513-413D-9574-C280722126D9}"/>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 choices can affect subsequent steps.</a:t>
            </a:r>
          </a:p>
        </p:txBody>
      </p:sp>
      <p:sp>
        <p:nvSpPr>
          <p:cNvPr id="50" name="narrative-number">
            <a:extLst xmlns:a="http://schemas.openxmlformats.org/drawingml/2006/main">
              <a:ext uri="{FF2B5EF4-FFF2-40B4-BE49-F238E27FC236}">
                <a16:creationId xmlns:a16="http://schemas.microsoft.com/office/drawing/2014/main" id="{151206B1-FEF5-4C2B-9B4C-C8664B1F212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4205073605"/>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 name="slide-title">
            <a:extLst xmlns:a="http://schemas.openxmlformats.org/drawingml/2006/main">
              <a:ext uri="{FF2B5EF4-FFF2-40B4-BE49-F238E27FC236}">
                <a16:creationId xmlns:a16="http://schemas.microsoft.com/office/drawing/2014/main" id="{3BB01D83-BFA2-4E32-B486-5334803CEC7F}"/>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Engineering the system around the model</a:t>
            </a:r>
          </a:p>
        </p:txBody>
      </p:sp>
      <p:sp>
        <p:nvSpPr>
          <p:cNvPr id="52" name="header-divider">
            <a:extLst xmlns:a="http://schemas.openxmlformats.org/drawingml/2006/main">
              <a:ext uri="{FF2B5EF4-FFF2-40B4-BE49-F238E27FC236}">
                <a16:creationId xmlns:a16="http://schemas.microsoft.com/office/drawing/2014/main" id="{F1898127-042F-4B5F-A187-127F24DA373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 name="07-text-1">
            <a:extLst xmlns:a="http://schemas.openxmlformats.org/drawingml/2006/main">
              <a:ext uri="{FF2B5EF4-FFF2-40B4-BE49-F238E27FC236}">
                <a16:creationId xmlns:a16="http://schemas.microsoft.com/office/drawing/2014/main" id="{DF37C0B5-86CE-4F87-A42A-5FADB4D0C9B1}"/>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Build in determinism</a:t>
            </a:r>
          </a:p>
        </p:txBody>
      </p:sp>
      <p:sp>
        <p:nvSpPr>
          <p:cNvPr id="54" name="07-text-2">
            <a:extLst xmlns:a="http://schemas.openxmlformats.org/drawingml/2006/main">
              <a:ext uri="{FF2B5EF4-FFF2-40B4-BE49-F238E27FC236}">
                <a16:creationId xmlns:a16="http://schemas.microsoft.com/office/drawing/2014/main" id="{EE722ECD-9FDF-4D72-8329-A111B628E274}"/>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Explicit logic and required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workflow steps.</a:t>
            </a:r>
          </a:p>
        </p:txBody>
      </p:sp>
      <p:sp>
        <p:nvSpPr>
          <p:cNvPr id="55" name="07-text-3">
            <a:extLst xmlns:a="http://schemas.openxmlformats.org/drawingml/2006/main">
              <a:ext uri="{FF2B5EF4-FFF2-40B4-BE49-F238E27FC236}">
                <a16:creationId xmlns:a16="http://schemas.microsoft.com/office/drawing/2014/main" id="{75278A68-FDA9-484D-9100-A80A69A54D94}"/>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Enforce boundaries</a:t>
            </a:r>
          </a:p>
        </p:txBody>
      </p:sp>
      <p:sp>
        <p:nvSpPr>
          <p:cNvPr id="56" name="07-text-4">
            <a:extLst xmlns:a="http://schemas.openxmlformats.org/drawingml/2006/main">
              <a:ext uri="{FF2B5EF4-FFF2-40B4-BE49-F238E27FC236}">
                <a16:creationId xmlns:a16="http://schemas.microsoft.com/office/drawing/2014/main" id="{8C148F1E-B9BC-4A60-8556-A83FCDF74BBB}"/>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Permissions and execution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outside the model.</a:t>
            </a:r>
          </a:p>
        </p:txBody>
      </p:sp>
      <p:sp>
        <p:nvSpPr>
          <p:cNvPr id="57" name="07-text-5">
            <a:extLst xmlns:a="http://schemas.openxmlformats.org/drawingml/2006/main">
              <a:ext uri="{FF2B5EF4-FFF2-40B4-BE49-F238E27FC236}">
                <a16:creationId xmlns:a16="http://schemas.microsoft.com/office/drawing/2014/main" id="{6BF901AA-9A0B-4363-BAB0-D6042AC56D28}"/>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Evaluate behavior</a:t>
            </a:r>
          </a:p>
        </p:txBody>
      </p:sp>
      <p:sp>
        <p:nvSpPr>
          <p:cNvPr id="58" name="07-text-6">
            <a:extLst xmlns:a="http://schemas.openxmlformats.org/drawingml/2006/main">
              <a:ext uri="{FF2B5EF4-FFF2-40B4-BE49-F238E27FC236}">
                <a16:creationId xmlns:a16="http://schemas.microsoft.com/office/drawing/2014/main" id="{B45D60B5-5940-44B9-AE08-4AC0E09DB824}"/>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Outcomes across cases, repeated runs,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production use.</a:t>
            </a:r>
          </a:p>
        </p:txBody>
      </p:sp>
      <p:sp>
        <p:nvSpPr>
          <p:cNvPr id="59" name="narrative-number">
            <a:extLst xmlns:a="http://schemas.openxmlformats.org/drawingml/2006/main">
              <a:ext uri="{FF2B5EF4-FFF2-40B4-BE49-F238E27FC236}">
                <a16:creationId xmlns:a16="http://schemas.microsoft.com/office/drawing/2014/main" id="{FA030A2A-2D19-4B14-BC4E-923D3E42BA2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4125736702"/>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0" name="section-label">
            <a:extLst xmlns:a="http://schemas.openxmlformats.org/drawingml/2006/main">
              <a:ext uri="{FF2B5EF4-FFF2-40B4-BE49-F238E27FC236}">
                <a16:creationId xmlns:a16="http://schemas.microsoft.com/office/drawing/2014/main" id="{CEEBEF1E-7375-4FA8-A53A-D72ABA301310}"/>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61" name="section-rule">
            <a:extLst xmlns:a="http://schemas.openxmlformats.org/drawingml/2006/main">
              <a:ext uri="{FF2B5EF4-FFF2-40B4-BE49-F238E27FC236}">
                <a16:creationId xmlns:a16="http://schemas.microsoft.com/office/drawing/2014/main" id="{76E73BE7-3157-40F5-A323-78F1A87214AD}"/>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2" name="section-title">
            <a:extLst xmlns:a="http://schemas.openxmlformats.org/drawingml/2006/main">
              <a:ext uri="{FF2B5EF4-FFF2-40B4-BE49-F238E27FC236}">
                <a16:creationId xmlns:a16="http://schemas.microsoft.com/office/drawing/2014/main" id="{F3CD9311-9664-416E-8DC2-71A1294B1B7F}"/>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63" name="narrative-number">
            <a:extLst xmlns:a="http://schemas.openxmlformats.org/drawingml/2006/main">
              <a:ext uri="{FF2B5EF4-FFF2-40B4-BE49-F238E27FC236}">
                <a16:creationId xmlns:a16="http://schemas.microsoft.com/office/drawing/2014/main" id="{6B690079-417A-4840-80C2-45DAD9389B8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1708734307"/>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6" name="09-image-1"/>
          <p:cNvPicPr>
            <a:picLocks xmlns:a="http://schemas.openxmlformats.org/drawingml/2006/main" noChangeAspect="1"/>
          </p:cNvPicPr>
          <p:nvPr/>
        </p:nvPicPr>
        <p:blipFill>
          <a:blip xmlns:r="http://schemas.openxmlformats.org/officeDocument/2006/relationships" xmlns:a="http://schemas.openxmlformats.org/drawingml/2006/main" r:embed="R7add93565916495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5" name="narrative-number">
            <a:extLst xmlns:a="http://schemas.openxmlformats.org/drawingml/2006/main">
              <a:ext uri="{FF2B5EF4-FFF2-40B4-BE49-F238E27FC236}">
                <a16:creationId xmlns:a16="http://schemas.microsoft.com/office/drawing/2014/main" id="{FE629F2B-6566-4646-923B-1BAA8988CD1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47817027"/>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8" name="09-image-2"/>
          <p:cNvPicPr>
            <a:picLocks xmlns:a="http://schemas.openxmlformats.org/drawingml/2006/main" noChangeAspect="1"/>
          </p:cNvPicPr>
          <p:nvPr/>
        </p:nvPicPr>
        <p:blipFill>
          <a:blip xmlns:r="http://schemas.openxmlformats.org/officeDocument/2006/relationships" xmlns:a="http://schemas.openxmlformats.org/drawingml/2006/main" r:embed="Rf5830aeb46ed45c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7" name="narrative-number">
            <a:extLst xmlns:a="http://schemas.openxmlformats.org/drawingml/2006/main">
              <a:ext uri="{FF2B5EF4-FFF2-40B4-BE49-F238E27FC236}">
                <a16:creationId xmlns:a16="http://schemas.microsoft.com/office/drawing/2014/main" id="{DD523601-5A61-4F59-8508-D227BE2EFA3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136861886"/>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0" name="09-image-3"/>
          <p:cNvPicPr>
            <a:picLocks xmlns:a="http://schemas.openxmlformats.org/drawingml/2006/main" noChangeAspect="1"/>
          </p:cNvPicPr>
          <p:nvPr/>
        </p:nvPicPr>
        <p:blipFill>
          <a:blip xmlns:r="http://schemas.openxmlformats.org/officeDocument/2006/relationships" xmlns:a="http://schemas.openxmlformats.org/drawingml/2006/main" r:embed="R5108f4f0c3254eb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9" name="narrative-number">
            <a:extLst xmlns:a="http://schemas.openxmlformats.org/drawingml/2006/main">
              <a:ext uri="{FF2B5EF4-FFF2-40B4-BE49-F238E27FC236}">
                <a16:creationId xmlns:a16="http://schemas.microsoft.com/office/drawing/2014/main" id="{087D5A60-F52B-43C8-9288-E1029AE32DE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973285579"/>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2" name="09-image-4"/>
          <p:cNvPicPr>
            <a:picLocks xmlns:a="http://schemas.openxmlformats.org/drawingml/2006/main" noChangeAspect="1"/>
          </p:cNvPicPr>
          <p:nvPr/>
        </p:nvPicPr>
        <p:blipFill>
          <a:blip xmlns:r="http://schemas.openxmlformats.org/officeDocument/2006/relationships" xmlns:a="http://schemas.openxmlformats.org/drawingml/2006/main" r:embed="Rcf2335dcf7ba499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1" name="narrative-number">
            <a:extLst xmlns:a="http://schemas.openxmlformats.org/drawingml/2006/main">
              <a:ext uri="{FF2B5EF4-FFF2-40B4-BE49-F238E27FC236}">
                <a16:creationId xmlns:a16="http://schemas.microsoft.com/office/drawing/2014/main" id="{E194600A-382B-4AE0-AADF-5B022C41EB8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977231363"/>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4" name="09-image-5"/>
          <p:cNvPicPr>
            <a:picLocks xmlns:a="http://schemas.openxmlformats.org/drawingml/2006/main" noChangeAspect="1"/>
          </p:cNvPicPr>
          <p:nvPr/>
        </p:nvPicPr>
        <p:blipFill>
          <a:blip xmlns:r="http://schemas.openxmlformats.org/officeDocument/2006/relationships" xmlns:a="http://schemas.openxmlformats.org/drawingml/2006/main" r:embed="R2293e04a21a342a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3" name="narrative-number">
            <a:extLst xmlns:a="http://schemas.openxmlformats.org/drawingml/2006/main">
              <a:ext uri="{FF2B5EF4-FFF2-40B4-BE49-F238E27FC236}">
                <a16:creationId xmlns:a16="http://schemas.microsoft.com/office/drawing/2014/main" id="{45B6537B-A95C-44C1-9890-B27A5E6C975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849059710"/>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6" name="09-image-6"/>
          <p:cNvPicPr>
            <a:picLocks xmlns:a="http://schemas.openxmlformats.org/drawingml/2006/main" noChangeAspect="1"/>
          </p:cNvPicPr>
          <p:nvPr/>
        </p:nvPicPr>
        <p:blipFill>
          <a:blip xmlns:r="http://schemas.openxmlformats.org/officeDocument/2006/relationships" xmlns:a="http://schemas.openxmlformats.org/drawingml/2006/main" r:embed="Rb321ac69d2fd496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5" name="narrative-number">
            <a:extLst xmlns:a="http://schemas.openxmlformats.org/drawingml/2006/main">
              <a:ext uri="{FF2B5EF4-FFF2-40B4-BE49-F238E27FC236}">
                <a16:creationId xmlns:a16="http://schemas.microsoft.com/office/drawing/2014/main" id="{EA186C6C-105D-4FFB-ADCD-428D3EB0B1F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71681198"/>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6" name="!!area-name">
            <a:extLst xmlns:a="http://schemas.openxmlformats.org/drawingml/2006/main">
              <a:ext uri="{FF2B5EF4-FFF2-40B4-BE49-F238E27FC236}">
                <a16:creationId xmlns:a16="http://schemas.microsoft.com/office/drawing/2014/main" id="{50C25C4D-993F-4E83-BF17-038D0F826EE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ADACA9"/>
                </a:solidFill>
                <a:latin typeface="Helvetica"/>
                <a:ea typeface="Helvetica"/>
                <a:cs typeface="Helvetica"/>
              </a:rPr>
              <a:t>Section 2</a:t>
            </a:r>
            <a:r>
              <a:rPr b="0">
                <a:solidFill>
                  <a:srgbClr val="ADACA9"/>
                </a:solidFill>
                <a:latin typeface="Helvetica"/>
                <a:ea typeface="Helvetica"/>
                <a:cs typeface="Helvetica"/>
              </a:rPr>
              <a:t> · Orientation</a:t>
            </a:r>
          </a:p>
        </p:txBody>
      </p:sp>
      <p:pic>
        <p:nvPicPr>
          <p:cNvPr id="97" name="mini-map"/>
          <p:cNvPicPr>
            <a:picLocks xmlns:a="http://schemas.openxmlformats.org/drawingml/2006/main" noChangeAspect="1"/>
          </p:cNvPicPr>
          <p:nvPr/>
        </p:nvPicPr>
        <p:blipFill>
          <a:blip xmlns:r="http://schemas.openxmlformats.org/officeDocument/2006/relationships" xmlns:a="http://schemas.openxmlformats.org/drawingml/2006/main" r:embed="R36bea380ff7f4fe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8" name="slide-title">
            <a:extLst xmlns:a="http://schemas.openxmlformats.org/drawingml/2006/main">
              <a:ext uri="{FF2B5EF4-FFF2-40B4-BE49-F238E27FC236}">
                <a16:creationId xmlns:a16="http://schemas.microsoft.com/office/drawing/2014/main" id="{487E4F1D-3CAD-4CE5-8F9E-D453E9EF2D5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How we'll explore the six areas</a:t>
            </a:r>
          </a:p>
        </p:txBody>
      </p:sp>
      <p:sp>
        <p:nvSpPr>
          <p:cNvPr id="79" name="header-divider">
            <a:extLst xmlns:a="http://schemas.openxmlformats.org/drawingml/2006/main">
              <a:ext uri="{FF2B5EF4-FFF2-40B4-BE49-F238E27FC236}">
                <a16:creationId xmlns:a16="http://schemas.microsoft.com/office/drawing/2014/main" id="{08840E1A-4B82-4EC2-929B-6A113F24A21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0" name="10-text-1">
            <a:extLst xmlns:a="http://schemas.openxmlformats.org/drawingml/2006/main">
              <a:ext uri="{FF2B5EF4-FFF2-40B4-BE49-F238E27FC236}">
                <a16:creationId xmlns:a16="http://schemas.microsoft.com/office/drawing/2014/main" id="{AB9E2E11-ABEB-423C-B3A2-2BDF3E4DD825}"/>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In each area</a:t>
            </a:r>
          </a:p>
        </p:txBody>
      </p:sp>
      <p:sp>
        <p:nvSpPr>
          <p:cNvPr id="81" name="10-text-2">
            <a:extLst xmlns:a="http://schemas.openxmlformats.org/drawingml/2006/main">
              <a:ext uri="{FF2B5EF4-FFF2-40B4-BE49-F238E27FC236}">
                <a16:creationId xmlns:a16="http://schemas.microsoft.com/office/drawing/2014/main" id="{B325AD94-5693-47FB-AF05-01E86720E389}"/>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example throughout</a:t>
            </a:r>
          </a:p>
        </p:txBody>
      </p:sp>
      <p:sp>
        <p:nvSpPr>
          <p:cNvPr id="82" name="10-text-3">
            <a:extLst xmlns:a="http://schemas.openxmlformats.org/drawingml/2006/main">
              <a:ext uri="{FF2B5EF4-FFF2-40B4-BE49-F238E27FC236}">
                <a16:creationId xmlns:a16="http://schemas.microsoft.com/office/drawing/2014/main" id="{FD2E9DD7-D450-44AA-99F0-652416831F68}"/>
              </a:ext>
            </a:extLst>
          </p:cNvPr>
          <p:cNvSpPr>
            <a:spLocks xmlns:a="http://schemas.openxmlformats.org/drawingml/2006/main"/>
          </p:cNvSpPr>
          <p:nvPr/>
        </p:nvSpPr>
        <p:spPr>
          <a:xfrm xmlns:a="http://schemas.openxmlformats.org/drawingml/2006/main">
            <a:off x="609600" y="2971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83" name="10-text-4">
            <a:extLst xmlns:a="http://schemas.openxmlformats.org/drawingml/2006/main">
              <a:ext uri="{FF2B5EF4-FFF2-40B4-BE49-F238E27FC236}">
                <a16:creationId xmlns:a16="http://schemas.microsoft.com/office/drawing/2014/main" id="{8F61F2EA-1257-4EE1-BB28-9CB15E49D205}"/>
              </a:ext>
            </a:extLst>
          </p:cNvPr>
          <p:cNvSpPr>
            <a:spLocks xmlns:a="http://schemas.openxmlformats.org/drawingml/2006/main"/>
          </p:cNvSpPr>
          <p:nvPr/>
        </p:nvSpPr>
        <p:spPr>
          <a:xfrm xmlns:a="http://schemas.openxmlformats.org/drawingml/2006/main">
            <a:off x="1066800" y="29718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Opening perspective</a:t>
            </a:r>
          </a:p>
        </p:txBody>
      </p:sp>
      <p:sp>
        <p:nvSpPr>
          <p:cNvPr id="84" name="10-text-5">
            <a:extLst xmlns:a="http://schemas.openxmlformats.org/drawingml/2006/main">
              <a:ext uri="{FF2B5EF4-FFF2-40B4-BE49-F238E27FC236}">
                <a16:creationId xmlns:a16="http://schemas.microsoft.com/office/drawing/2014/main" id="{C0C88870-3553-4B07-B6A0-B385D046E68F}"/>
              </a:ext>
            </a:extLst>
          </p:cNvPr>
          <p:cNvSpPr>
            <a:spLocks xmlns:a="http://schemas.openxmlformats.org/drawingml/2006/main"/>
          </p:cNvSpPr>
          <p:nvPr/>
        </p:nvSpPr>
        <p:spPr>
          <a:xfrm xmlns:a="http://schemas.openxmlformats.org/drawingml/2006/main">
            <a:off x="609600" y="3479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85" name="10-text-6">
            <a:extLst xmlns:a="http://schemas.openxmlformats.org/drawingml/2006/main">
              <a:ext uri="{FF2B5EF4-FFF2-40B4-BE49-F238E27FC236}">
                <a16:creationId xmlns:a16="http://schemas.microsoft.com/office/drawing/2014/main" id="{B3D4DD53-4667-4974-84F9-7C2A99EADFD5}"/>
              </a:ext>
            </a:extLst>
          </p:cNvPr>
          <p:cNvSpPr>
            <a:spLocks xmlns:a="http://schemas.openxmlformats.org/drawingml/2006/main"/>
          </p:cNvSpPr>
          <p:nvPr/>
        </p:nvSpPr>
        <p:spPr>
          <a:xfrm xmlns:a="http://schemas.openxmlformats.org/drawingml/2006/main">
            <a:off x="1066800" y="3479800"/>
            <a:ext cx="48768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Foundations: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it is and why it matters</a:t>
            </a:r>
          </a:p>
        </p:txBody>
      </p:sp>
      <p:sp>
        <p:nvSpPr>
          <p:cNvPr id="86" name="10-text-7">
            <a:extLst xmlns:a="http://schemas.openxmlformats.org/drawingml/2006/main">
              <a:ext uri="{FF2B5EF4-FFF2-40B4-BE49-F238E27FC236}">
                <a16:creationId xmlns:a16="http://schemas.microsoft.com/office/drawing/2014/main" id="{E67FFCF7-83C0-4DB1-B63B-D82EC7F98854}"/>
              </a:ext>
            </a:extLst>
          </p:cNvPr>
          <p:cNvSpPr>
            <a:spLocks xmlns:a="http://schemas.openxmlformats.org/drawingml/2006/main"/>
          </p:cNvSpPr>
          <p:nvPr/>
        </p:nvSpPr>
        <p:spPr>
          <a:xfrm xmlns:a="http://schemas.openxmlformats.org/drawingml/2006/main">
            <a:off x="609600" y="4305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7" name="10-text-8">
            <a:extLst xmlns:a="http://schemas.openxmlformats.org/drawingml/2006/main">
              <a:ext uri="{FF2B5EF4-FFF2-40B4-BE49-F238E27FC236}">
                <a16:creationId xmlns:a16="http://schemas.microsoft.com/office/drawing/2014/main" id="{D41EA3BD-729C-436B-9003-FBB2493ED487}"/>
              </a:ext>
            </a:extLst>
          </p:cNvPr>
          <p:cNvSpPr>
            <a:spLocks xmlns:a="http://schemas.openxmlformats.org/drawingml/2006/main"/>
          </p:cNvSpPr>
          <p:nvPr/>
        </p:nvSpPr>
        <p:spPr>
          <a:xfrm xmlns:a="http://schemas.openxmlformats.org/drawingml/2006/main">
            <a:off x="1066800" y="4305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Decisions and trade-offs</a:t>
            </a:r>
          </a:p>
        </p:txBody>
      </p:sp>
      <p:sp>
        <p:nvSpPr>
          <p:cNvPr id="88" name="10-text-9">
            <a:extLst xmlns:a="http://schemas.openxmlformats.org/drawingml/2006/main">
              <a:ext uri="{FF2B5EF4-FFF2-40B4-BE49-F238E27FC236}">
                <a16:creationId xmlns:a16="http://schemas.microsoft.com/office/drawing/2014/main" id="{C6CB44EA-DA36-4697-A41C-4EEA13FE0EDE}"/>
              </a:ext>
            </a:extLst>
          </p:cNvPr>
          <p:cNvSpPr>
            <a:spLocks xmlns:a="http://schemas.openxmlformats.org/drawingml/2006/main"/>
          </p:cNvSpPr>
          <p:nvPr/>
        </p:nvSpPr>
        <p:spPr>
          <a:xfrm xmlns:a="http://schemas.openxmlformats.org/drawingml/2006/main">
            <a:off x="609600" y="4813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89" name="10-text-10">
            <a:extLst xmlns:a="http://schemas.openxmlformats.org/drawingml/2006/main">
              <a:ext uri="{FF2B5EF4-FFF2-40B4-BE49-F238E27FC236}">
                <a16:creationId xmlns:a16="http://schemas.microsoft.com/office/drawing/2014/main" id="{2B81A97B-19AF-4166-B5E5-A7F3BEA3451D}"/>
              </a:ext>
            </a:extLst>
          </p:cNvPr>
          <p:cNvSpPr>
            <a:spLocks xmlns:a="http://schemas.openxmlformats.org/drawingml/2006/main"/>
          </p:cNvSpPr>
          <p:nvPr/>
        </p:nvSpPr>
        <p:spPr>
          <a:xfrm xmlns:a="http://schemas.openxmlformats.org/drawingml/2006/main">
            <a:off x="1066800" y="4813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Challenges and pitfalls</a:t>
            </a:r>
          </a:p>
        </p:txBody>
      </p:sp>
      <p:sp>
        <p:nvSpPr>
          <p:cNvPr id="90" name="10-text-11">
            <a:extLst xmlns:a="http://schemas.openxmlformats.org/drawingml/2006/main">
              <a:ext uri="{FF2B5EF4-FFF2-40B4-BE49-F238E27FC236}">
                <a16:creationId xmlns:a16="http://schemas.microsoft.com/office/drawing/2014/main" id="{6CE0B8EF-2D29-4A1E-8F95-9375412547D7}"/>
              </a:ext>
            </a:extLst>
          </p:cNvPr>
          <p:cNvSpPr>
            <a:spLocks xmlns:a="http://schemas.openxmlformats.org/drawingml/2006/main"/>
          </p:cNvSpPr>
          <p:nvPr/>
        </p:nvSpPr>
        <p:spPr>
          <a:xfrm xmlns:a="http://schemas.openxmlformats.org/drawingml/2006/main">
            <a:off x="609600" y="5321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91" name="10-text-12">
            <a:extLst xmlns:a="http://schemas.openxmlformats.org/drawingml/2006/main">
              <a:ext uri="{FF2B5EF4-FFF2-40B4-BE49-F238E27FC236}">
                <a16:creationId xmlns:a16="http://schemas.microsoft.com/office/drawing/2014/main" id="{4E929364-F041-47D6-87EB-C3291F6B93FE}"/>
              </a:ext>
            </a:extLst>
          </p:cNvPr>
          <p:cNvSpPr>
            <a:spLocks xmlns:a="http://schemas.openxmlformats.org/drawingml/2006/main"/>
          </p:cNvSpPr>
          <p:nvPr/>
        </p:nvSpPr>
        <p:spPr>
          <a:xfrm xmlns:a="http://schemas.openxmlformats.org/drawingml/2006/main">
            <a:off x="1066800" y="5321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FRB application</a:t>
            </a:r>
          </a:p>
        </p:txBody>
      </p:sp>
      <p:sp>
        <p:nvSpPr>
          <p:cNvPr id="92" name="10-text-13">
            <a:extLst xmlns:a="http://schemas.openxmlformats.org/drawingml/2006/main">
              <a:ext uri="{FF2B5EF4-FFF2-40B4-BE49-F238E27FC236}">
                <a16:creationId xmlns:a16="http://schemas.microsoft.com/office/drawing/2014/main" id="{B6D24600-51B1-4281-9B50-A7B958D02DA8}"/>
              </a:ext>
            </a:extLst>
          </p:cNvPr>
          <p:cNvSpPr>
            <a:spLocks xmlns:a="http://schemas.openxmlformats.org/drawingml/2006/main"/>
          </p:cNvSpPr>
          <p:nvPr/>
        </p:nvSpPr>
        <p:spPr>
          <a:xfrm xmlns:a="http://schemas.openxmlformats.org/drawingml/2006/main">
            <a:off x="6248400" y="29718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Failure Review Board (FRB)</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a:t>
            </a:r>
          </a:p>
        </p:txBody>
      </p:sp>
      <p:sp>
        <p:nvSpPr>
          <p:cNvPr id="93" name="10-text-14">
            <a:extLst xmlns:a="http://schemas.openxmlformats.org/drawingml/2006/main">
              <a:ext uri="{FF2B5EF4-FFF2-40B4-BE49-F238E27FC236}">
                <a16:creationId xmlns:a16="http://schemas.microsoft.com/office/drawing/2014/main" id="{8DD0723E-CE4C-429D-B283-5CA415B269EC}"/>
              </a:ext>
            </a:extLst>
          </p:cNvPr>
          <p:cNvSpPr>
            <a:spLocks xmlns:a="http://schemas.openxmlformats.org/drawingml/2006/main"/>
          </p:cNvSpPr>
          <p:nvPr/>
        </p:nvSpPr>
        <p:spPr>
          <a:xfrm xmlns:a="http://schemas.openxmlformats.org/drawingml/2006/main">
            <a:off x="6248400" y="39243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“Summarize a pump shutdown review,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related cases, and export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cited brief.”</a:t>
            </a:r>
          </a:p>
        </p:txBody>
      </p:sp>
      <p:sp>
        <p:nvSpPr>
          <p:cNvPr id="94" name="10-text-15">
            <a:extLst xmlns:a="http://schemas.openxmlformats.org/drawingml/2006/main">
              <a:ext uri="{FF2B5EF4-FFF2-40B4-BE49-F238E27FC236}">
                <a16:creationId xmlns:a16="http://schemas.microsoft.com/office/drawing/2014/main" id="{3B17677B-C22A-40A8-AD06-7B5A7FD288F1}"/>
              </a:ext>
            </a:extLst>
          </p:cNvPr>
          <p:cNvSpPr>
            <a:spLocks xmlns:a="http://schemas.openxmlformats.org/drawingml/2006/main"/>
          </p:cNvSpPr>
          <p:nvPr/>
        </p:nvSpPr>
        <p:spPr>
          <a:xfrm xmlns:a="http://schemas.openxmlformats.org/drawingml/2006/main">
            <a:off x="6248400" y="53467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Illustrative example. People retain</a:t>
            </a:r>
          </a:p>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official decision authority.</a:t>
            </a:r>
          </a:p>
        </p:txBody>
      </p:sp>
      <p:sp>
        <p:nvSpPr>
          <p:cNvPr id="95" name="narrative-number">
            <a:extLst xmlns:a="http://schemas.openxmlformats.org/drawingml/2006/main">
              <a:ext uri="{FF2B5EF4-FFF2-40B4-BE49-F238E27FC236}">
                <a16:creationId xmlns:a16="http://schemas.microsoft.com/office/drawing/2014/main" id="{586B3388-F3ED-464D-9A63-26459FB806E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744432925"/>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6" name="!!area-name">
            <a:extLst xmlns:a="http://schemas.openxmlformats.org/drawingml/2006/main">
              <a:ext uri="{FF2B5EF4-FFF2-40B4-BE49-F238E27FC236}">
                <a16:creationId xmlns:a16="http://schemas.microsoft.com/office/drawing/2014/main" id="{DB88FE0A-E374-4E6C-9EDF-E7F527A35C3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105" name="mini-map"/>
          <p:cNvPicPr>
            <a:picLocks xmlns:a="http://schemas.openxmlformats.org/drawingml/2006/main" noChangeAspect="1"/>
          </p:cNvPicPr>
          <p:nvPr/>
        </p:nvPicPr>
        <p:blipFill>
          <a:blip xmlns:r="http://schemas.openxmlformats.org/officeDocument/2006/relationships" xmlns:a="http://schemas.openxmlformats.org/drawingml/2006/main" r:embed="Red1e3c18ef63493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8" name="header-divider">
            <a:extLst xmlns:a="http://schemas.openxmlformats.org/drawingml/2006/main">
              <a:ext uri="{FF2B5EF4-FFF2-40B4-BE49-F238E27FC236}">
                <a16:creationId xmlns:a16="http://schemas.microsoft.com/office/drawing/2014/main" id="{AED84044-7337-4F63-9679-C1408E5A20D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9" name="11-text-1">
            <a:extLst xmlns:a="http://schemas.openxmlformats.org/drawingml/2006/main">
              <a:ext uri="{FF2B5EF4-FFF2-40B4-BE49-F238E27FC236}">
                <a16:creationId xmlns:a16="http://schemas.microsoft.com/office/drawing/2014/main" id="{7F7F0093-9D54-4D27-966D-CF974CF2020E}"/>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100" name="11-text-2">
            <a:extLst xmlns:a="http://schemas.openxmlformats.org/drawingml/2006/main">
              <a:ext uri="{FF2B5EF4-FFF2-40B4-BE49-F238E27FC236}">
                <a16:creationId xmlns:a16="http://schemas.microsoft.com/office/drawing/2014/main" id="{8630A90B-39FB-4A02-BEDA-8443ACD04A09}"/>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101" name="11-text-3">
            <a:extLst xmlns:a="http://schemas.openxmlformats.org/drawingml/2006/main">
              <a:ext uri="{FF2B5EF4-FFF2-40B4-BE49-F238E27FC236}">
                <a16:creationId xmlns:a16="http://schemas.microsoft.com/office/drawing/2014/main" id="{761DA4D8-A7A1-403F-A1F2-6EDF2FBCD516}"/>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110" name="11-image-4"/>
          <p:cNvPicPr>
            <a:picLocks xmlns:a="http://schemas.openxmlformats.org/drawingml/2006/main" noChangeAspect="1"/>
          </p:cNvPicPr>
          <p:nvPr/>
        </p:nvPicPr>
        <p:blipFill>
          <a:blip xmlns:r="http://schemas.openxmlformats.org/officeDocument/2006/relationships" xmlns:a="http://schemas.openxmlformats.org/drawingml/2006/main" r:embed="R8c46db67ddc24e8e"/>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03" name="narrative-number">
            <a:extLst xmlns:a="http://schemas.openxmlformats.org/drawingml/2006/main">
              <a:ext uri="{FF2B5EF4-FFF2-40B4-BE49-F238E27FC236}">
                <a16:creationId xmlns:a16="http://schemas.microsoft.com/office/drawing/2014/main" id="{41A45671-7273-4EAF-A29A-FBE4C1D03CE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42756791"/>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4" name="!!area-name">
            <a:extLst xmlns:a="http://schemas.openxmlformats.org/drawingml/2006/main">
              <a:ext uri="{FF2B5EF4-FFF2-40B4-BE49-F238E27FC236}">
                <a16:creationId xmlns:a16="http://schemas.microsoft.com/office/drawing/2014/main" id="{1E16D9AD-7576-4DEE-B4E4-D51B8A1C5AD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25" name="mini-map"/>
          <p:cNvPicPr>
            <a:picLocks xmlns:a="http://schemas.openxmlformats.org/drawingml/2006/main" noChangeAspect="1"/>
          </p:cNvPicPr>
          <p:nvPr/>
        </p:nvPicPr>
        <p:blipFill>
          <a:blip xmlns:r="http://schemas.openxmlformats.org/officeDocument/2006/relationships" xmlns:a="http://schemas.openxmlformats.org/drawingml/2006/main" r:embed="R96216bebd26e4af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6" name="slide-title">
            <a:extLst xmlns:a="http://schemas.openxmlformats.org/drawingml/2006/main">
              <a:ext uri="{FF2B5EF4-FFF2-40B4-BE49-F238E27FC236}">
                <a16:creationId xmlns:a16="http://schemas.microsoft.com/office/drawing/2014/main" id="{00907D72-39B4-4494-A602-E9B33C777B1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107" name="header-divider">
            <a:extLst xmlns:a="http://schemas.openxmlformats.org/drawingml/2006/main">
              <a:ext uri="{FF2B5EF4-FFF2-40B4-BE49-F238E27FC236}">
                <a16:creationId xmlns:a16="http://schemas.microsoft.com/office/drawing/2014/main" id="{D12B01B3-3EF8-4FDE-8148-E2865D6192B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8" name="12-text-1">
            <a:extLst xmlns:a="http://schemas.openxmlformats.org/drawingml/2006/main">
              <a:ext uri="{FF2B5EF4-FFF2-40B4-BE49-F238E27FC236}">
                <a16:creationId xmlns:a16="http://schemas.microsoft.com/office/drawing/2014/main" id="{A37CA602-290F-4677-B178-C6223752C60D}"/>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109" name="12-text-2">
            <a:extLst xmlns:a="http://schemas.openxmlformats.org/drawingml/2006/main">
              <a:ext uri="{FF2B5EF4-FFF2-40B4-BE49-F238E27FC236}">
                <a16:creationId xmlns:a16="http://schemas.microsoft.com/office/drawing/2014/main" id="{B9435AAB-6DA9-4705-8C27-D32E6243C97C}"/>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110" name="12-text-3">
            <a:extLst xmlns:a="http://schemas.openxmlformats.org/drawingml/2006/main">
              <a:ext uri="{FF2B5EF4-FFF2-40B4-BE49-F238E27FC236}">
                <a16:creationId xmlns:a16="http://schemas.microsoft.com/office/drawing/2014/main" id="{825C3CDF-7B3E-4D89-AB5C-F3BA42687392}"/>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111" name="12-text-4">
            <a:extLst xmlns:a="http://schemas.openxmlformats.org/drawingml/2006/main">
              <a:ext uri="{FF2B5EF4-FFF2-40B4-BE49-F238E27FC236}">
                <a16:creationId xmlns:a16="http://schemas.microsoft.com/office/drawing/2014/main" id="{0B414855-6F6D-4B56-B39A-4B4906BCBE8F}"/>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112" name="12-text-5">
            <a:extLst xmlns:a="http://schemas.openxmlformats.org/drawingml/2006/main">
              <a:ext uri="{FF2B5EF4-FFF2-40B4-BE49-F238E27FC236}">
                <a16:creationId xmlns:a16="http://schemas.microsoft.com/office/drawing/2014/main" id="{D31F95B6-CBD0-4257-8F22-13772C8C0593}"/>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113" name="12-text-6">
            <a:extLst xmlns:a="http://schemas.openxmlformats.org/drawingml/2006/main">
              <a:ext uri="{FF2B5EF4-FFF2-40B4-BE49-F238E27FC236}">
                <a16:creationId xmlns:a16="http://schemas.microsoft.com/office/drawing/2014/main" id="{83C0F8D2-06B7-43CA-B962-D53385D34CFF}"/>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114" name="12-line-8">
            <a:extLst xmlns:a="http://schemas.openxmlformats.org/drawingml/2006/main">
              <a:ext uri="{FF2B5EF4-FFF2-40B4-BE49-F238E27FC236}">
                <a16:creationId xmlns:a16="http://schemas.microsoft.com/office/drawing/2014/main" id="{E25F7DB3-827C-4526-850B-B87019BD7CFD}"/>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5" name="12-line-10">
            <a:extLst xmlns:a="http://schemas.openxmlformats.org/drawingml/2006/main">
              <a:ext uri="{FF2B5EF4-FFF2-40B4-BE49-F238E27FC236}">
                <a16:creationId xmlns:a16="http://schemas.microsoft.com/office/drawing/2014/main" id="{C8317D48-82EA-4DFD-A4B7-6CCE254421B1}"/>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6" name="12-text-11">
            <a:extLst xmlns:a="http://schemas.openxmlformats.org/drawingml/2006/main">
              <a:ext uri="{FF2B5EF4-FFF2-40B4-BE49-F238E27FC236}">
                <a16:creationId xmlns:a16="http://schemas.microsoft.com/office/drawing/2014/main" id="{D2B11707-5204-486C-AC8B-C1856E21344E}"/>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117" name="12-text-12">
            <a:extLst xmlns:a="http://schemas.openxmlformats.org/drawingml/2006/main">
              <a:ext uri="{FF2B5EF4-FFF2-40B4-BE49-F238E27FC236}">
                <a16:creationId xmlns:a16="http://schemas.microsoft.com/office/drawing/2014/main" id="{C8A3E54F-473A-4690-8DB9-9C501C26446A}"/>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the model processes and generates. Used to track usage.</a:t>
            </a:r>
          </a:p>
        </p:txBody>
      </p:sp>
      <p:sp>
        <p:nvSpPr>
          <p:cNvPr id="118" name="12-text-13">
            <a:extLst xmlns:a="http://schemas.openxmlformats.org/drawingml/2006/main">
              <a:ext uri="{FF2B5EF4-FFF2-40B4-BE49-F238E27FC236}">
                <a16:creationId xmlns:a16="http://schemas.microsoft.com/office/drawing/2014/main" id="{2D5DD680-7A21-457E-BC03-95A4E02ED7F1}"/>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119" name="12-text-14">
            <a:extLst xmlns:a="http://schemas.openxmlformats.org/drawingml/2006/main">
              <a:ext uri="{FF2B5EF4-FFF2-40B4-BE49-F238E27FC236}">
                <a16:creationId xmlns:a16="http://schemas.microsoft.com/office/drawing/2014/main" id="{95FD20B9-1937-4D0D-814F-0DC80452BA59}"/>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supplied input and generated output.</a:t>
            </a:r>
          </a:p>
        </p:txBody>
      </p:sp>
      <p:sp>
        <p:nvSpPr>
          <p:cNvPr id="120" name="12-text-15">
            <a:extLst xmlns:a="http://schemas.openxmlformats.org/drawingml/2006/main">
              <a:ext uri="{FF2B5EF4-FFF2-40B4-BE49-F238E27FC236}">
                <a16:creationId xmlns:a16="http://schemas.microsoft.com/office/drawing/2014/main" id="{A3F0B7D0-EC51-47AF-BF17-2A9764BC97B8}"/>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121" name="12-text-16">
            <a:extLst xmlns:a="http://schemas.openxmlformats.org/drawingml/2006/main">
              <a:ext uri="{FF2B5EF4-FFF2-40B4-BE49-F238E27FC236}">
                <a16:creationId xmlns:a16="http://schemas.microsoft.com/office/drawing/2014/main" id="{6DF3DAC2-AEFB-4C9D-93DE-33310CF8B9B9}"/>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Effort controls, where supported. Evaluate their effect on the task.</a:t>
            </a:r>
          </a:p>
        </p:txBody>
      </p:sp>
      <p:sp>
        <p:nvSpPr>
          <p:cNvPr id="122" name="12-text-17">
            <a:extLst xmlns:a="http://schemas.openxmlformats.org/drawingml/2006/main">
              <a:ext uri="{FF2B5EF4-FFF2-40B4-BE49-F238E27FC236}">
                <a16:creationId xmlns:a16="http://schemas.microsoft.com/office/drawing/2014/main" id="{A090F810-3E41-4760-82DC-FD865672B71E}"/>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model version and settings suited to the task and approved for the data.</a:t>
            </a:r>
          </a:p>
        </p:txBody>
      </p:sp>
      <p:sp>
        <p:nvSpPr>
          <p:cNvPr id="123" name="narrative-number">
            <a:extLst xmlns:a="http://schemas.openxmlformats.org/drawingml/2006/main">
              <a:ext uri="{FF2B5EF4-FFF2-40B4-BE49-F238E27FC236}">
                <a16:creationId xmlns:a16="http://schemas.microsoft.com/office/drawing/2014/main" id="{65ADCA64-C607-4257-A732-0C7311836C3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423714835"/>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4" name="!!area-name">
            <a:extLst xmlns:a="http://schemas.openxmlformats.org/drawingml/2006/main">
              <a:ext uri="{FF2B5EF4-FFF2-40B4-BE49-F238E27FC236}">
                <a16:creationId xmlns:a16="http://schemas.microsoft.com/office/drawing/2014/main" id="{41CD4E4E-E8F4-40A9-B4EB-DA378967DA4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36" name="mini-map"/>
          <p:cNvPicPr>
            <a:picLocks xmlns:a="http://schemas.openxmlformats.org/drawingml/2006/main" noChangeAspect="1"/>
          </p:cNvPicPr>
          <p:nvPr/>
        </p:nvPicPr>
        <p:blipFill>
          <a:blip xmlns:r="http://schemas.openxmlformats.org/officeDocument/2006/relationships" xmlns:a="http://schemas.openxmlformats.org/drawingml/2006/main" r:embed="R44d863338ddc48f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6" name="slide-title">
            <a:extLst xmlns:a="http://schemas.openxmlformats.org/drawingml/2006/main">
              <a:ext uri="{FF2B5EF4-FFF2-40B4-BE49-F238E27FC236}">
                <a16:creationId xmlns:a16="http://schemas.microsoft.com/office/drawing/2014/main" id="{4A1C1C0E-BB88-4D67-9E4E-51D5144C9DC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27" name="header-divider">
            <a:extLst xmlns:a="http://schemas.openxmlformats.org/drawingml/2006/main">
              <a:ext uri="{FF2B5EF4-FFF2-40B4-BE49-F238E27FC236}">
                <a16:creationId xmlns:a16="http://schemas.microsoft.com/office/drawing/2014/main" id="{515136B9-020E-45BF-A08A-8C86C6F158F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8" name="13-text-1">
            <a:extLst xmlns:a="http://schemas.openxmlformats.org/drawingml/2006/main">
              <a:ext uri="{FF2B5EF4-FFF2-40B4-BE49-F238E27FC236}">
                <a16:creationId xmlns:a16="http://schemas.microsoft.com/office/drawing/2014/main" id="{DDEFC536-ADDC-46C2-9E1A-39A198B47555}"/>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configurations</a:t>
            </a:r>
          </a:p>
        </p:txBody>
      </p:sp>
      <p:sp>
        <p:nvSpPr>
          <p:cNvPr id="129" name="13-text-2">
            <a:extLst xmlns:a="http://schemas.openxmlformats.org/drawingml/2006/main">
              <a:ext uri="{FF2B5EF4-FFF2-40B4-BE49-F238E27FC236}">
                <a16:creationId xmlns:a16="http://schemas.microsoft.com/office/drawing/2014/main" id="{FB6D06C5-324F-4D4E-ACF9-46CC5EA0F8F9}"/>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Approval for the data and intended 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Required capabilities and hard operating limits.</a:t>
            </a:r>
          </a:p>
        </p:txBody>
      </p:sp>
      <p:sp>
        <p:nvSpPr>
          <p:cNvPr id="130" name="13-text-3">
            <a:extLst xmlns:a="http://schemas.openxmlformats.org/drawingml/2006/main">
              <a:ext uri="{FF2B5EF4-FFF2-40B4-BE49-F238E27FC236}">
                <a16:creationId xmlns:a16="http://schemas.microsoft.com/office/drawing/2014/main" id="{955AEF52-AD3F-4E27-A434-AC95E4F825F9}"/>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Acceptable quality</a:t>
            </a:r>
          </a:p>
        </p:txBody>
      </p:sp>
      <p:sp>
        <p:nvSpPr>
          <p:cNvPr id="131" name="13-text-4">
            <a:extLst xmlns:a="http://schemas.openxmlformats.org/drawingml/2006/main">
              <a:ext uri="{FF2B5EF4-FFF2-40B4-BE49-F238E27FC236}">
                <a16:creationId xmlns:a16="http://schemas.microsoft.com/office/drawing/2014/main" id="{BBFA68B5-F2E7-4C33-A916-756E3F958E11}"/>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 on representative tasks,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judged against defined acceptance criteria.</a:t>
            </a:r>
          </a:p>
        </p:txBody>
      </p:sp>
      <p:sp>
        <p:nvSpPr>
          <p:cNvPr id="132" name="13-text-5">
            <a:extLst xmlns:a="http://schemas.openxmlformats.org/drawingml/2006/main">
              <a:ext uri="{FF2B5EF4-FFF2-40B4-BE49-F238E27FC236}">
                <a16:creationId xmlns:a16="http://schemas.microsoft.com/office/drawing/2014/main" id="{4BC6A70E-D2FE-4EFA-A909-728F0BDD57A8}"/>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Time and total cost</a:t>
            </a:r>
          </a:p>
        </p:txBody>
      </p:sp>
      <p:sp>
        <p:nvSpPr>
          <p:cNvPr id="133" name="13-text-6">
            <a:extLst xmlns:a="http://schemas.openxmlformats.org/drawingml/2006/main">
              <a:ext uri="{FF2B5EF4-FFF2-40B4-BE49-F238E27FC236}">
                <a16:creationId xmlns:a16="http://schemas.microsoft.com/office/drawing/2014/main" id="{152A0EB0-0700-47A2-95DD-B6044220ADF0}"/>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failed attempts and review.</a:t>
            </a:r>
          </a:p>
        </p:txBody>
      </p:sp>
      <p:sp>
        <p:nvSpPr>
          <p:cNvPr id="134" name="narrative-number">
            <a:extLst xmlns:a="http://schemas.openxmlformats.org/drawingml/2006/main">
              <a:ext uri="{FF2B5EF4-FFF2-40B4-BE49-F238E27FC236}">
                <a16:creationId xmlns:a16="http://schemas.microsoft.com/office/drawing/2014/main" id="{6599C087-1F77-4BF4-A9CD-A1DAF6E94DD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2923952374"/>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5" name="!!area-name">
            <a:extLst xmlns:a="http://schemas.openxmlformats.org/drawingml/2006/main">
              <a:ext uri="{FF2B5EF4-FFF2-40B4-BE49-F238E27FC236}">
                <a16:creationId xmlns:a16="http://schemas.microsoft.com/office/drawing/2014/main" id="{F5F6DA7C-601C-4E7C-8B69-6ED7B4DC2C2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49" name="mini-map"/>
          <p:cNvPicPr>
            <a:picLocks xmlns:a="http://schemas.openxmlformats.org/drawingml/2006/main" noChangeAspect="1"/>
          </p:cNvPicPr>
          <p:nvPr/>
        </p:nvPicPr>
        <p:blipFill>
          <a:blip xmlns:r="http://schemas.openxmlformats.org/officeDocument/2006/relationships" xmlns:a="http://schemas.openxmlformats.org/drawingml/2006/main" r:embed="Rce770f1e3ff34f3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7" name="slide-title">
            <a:extLst xmlns:a="http://schemas.openxmlformats.org/drawingml/2006/main">
              <a:ext uri="{FF2B5EF4-FFF2-40B4-BE49-F238E27FC236}">
                <a16:creationId xmlns:a16="http://schemas.microsoft.com/office/drawing/2014/main" id="{D83BFE4D-A6A2-4776-A271-EEB0805CA3B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38" name="header-divider">
            <a:extLst xmlns:a="http://schemas.openxmlformats.org/drawingml/2006/main">
              <a:ext uri="{FF2B5EF4-FFF2-40B4-BE49-F238E27FC236}">
                <a16:creationId xmlns:a16="http://schemas.microsoft.com/office/drawing/2014/main" id="{64C620BD-22AC-452F-AD48-8BEED4268BA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14-text-1">
            <a:extLst xmlns:a="http://schemas.openxmlformats.org/drawingml/2006/main">
              <a:ext uri="{FF2B5EF4-FFF2-40B4-BE49-F238E27FC236}">
                <a16:creationId xmlns:a16="http://schemas.microsoft.com/office/drawing/2014/main" id="{9C50146E-0A44-452F-B3A3-1204D3F9D382}"/>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capacity</a:t>
            </a:r>
          </a:p>
        </p:txBody>
      </p:sp>
      <p:sp>
        <p:nvSpPr>
          <p:cNvPr id="140" name="14-text-2">
            <a:extLst xmlns:a="http://schemas.openxmlformats.org/drawingml/2006/main">
              <a:ext uri="{FF2B5EF4-FFF2-40B4-BE49-F238E27FC236}">
                <a16:creationId xmlns:a16="http://schemas.microsoft.com/office/drawing/2014/main" id="{B438A15D-5A0F-4EB7-B4D0-FC266D33DA4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evidence fits. That does not establish answer quality.</a:t>
            </a:r>
          </a:p>
        </p:txBody>
      </p:sp>
      <p:sp>
        <p:nvSpPr>
          <p:cNvPr id="141" name="14-text-3">
            <a:extLst xmlns:a="http://schemas.openxmlformats.org/drawingml/2006/main">
              <a:ext uri="{FF2B5EF4-FFF2-40B4-BE49-F238E27FC236}">
                <a16:creationId xmlns:a16="http://schemas.microsoft.com/office/drawing/2014/main" id="{3D8B5FAB-3231-460D-BA18-8F1DACF9CC64}"/>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effort</a:t>
            </a:r>
          </a:p>
        </p:txBody>
      </p:sp>
      <p:sp>
        <p:nvSpPr>
          <p:cNvPr id="142" name="14-text-4">
            <a:extLst xmlns:a="http://schemas.openxmlformats.org/drawingml/2006/main">
              <a:ext uri="{FF2B5EF4-FFF2-40B4-BE49-F238E27FC236}">
                <a16:creationId xmlns:a16="http://schemas.microsoft.com/office/drawing/2014/main" id="{5BE350E6-24D2-4C87-85D1-84427AA85051}"/>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a measured benefit on your task.</a:t>
            </a:r>
          </a:p>
        </p:txBody>
      </p:sp>
      <p:sp>
        <p:nvSpPr>
          <p:cNvPr id="143" name="14-text-5">
            <a:extLst xmlns:a="http://schemas.openxmlformats.org/drawingml/2006/main">
              <a:ext uri="{FF2B5EF4-FFF2-40B4-BE49-F238E27FC236}">
                <a16:creationId xmlns:a16="http://schemas.microsoft.com/office/drawing/2014/main" id="{33A60337-C547-4510-AF40-85E0F7A2AC28}"/>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 price</a:t>
            </a:r>
          </a:p>
        </p:txBody>
      </p:sp>
      <p:sp>
        <p:nvSpPr>
          <p:cNvPr id="144" name="14-text-6">
            <a:extLst xmlns:a="http://schemas.openxmlformats.org/drawingml/2006/main">
              <a:ext uri="{FF2B5EF4-FFF2-40B4-BE49-F238E27FC236}">
                <a16:creationId xmlns:a16="http://schemas.microsoft.com/office/drawing/2014/main" id="{E5D14A80-87A6-4924-AD3B-2E450626140D}"/>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price omits tool calls, retries, verification, and review.</a:t>
            </a:r>
          </a:p>
        </p:txBody>
      </p:sp>
      <p:sp>
        <p:nvSpPr>
          <p:cNvPr id="145" name="14-text-7">
            <a:extLst xmlns:a="http://schemas.openxmlformats.org/drawingml/2006/main">
              <a:ext uri="{FF2B5EF4-FFF2-40B4-BE49-F238E27FC236}">
                <a16:creationId xmlns:a16="http://schemas.microsoft.com/office/drawing/2014/main" id="{74EC789B-A86A-48A6-B15F-A3EE70CFC261}"/>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46" name="14-text-8">
            <a:extLst xmlns:a="http://schemas.openxmlformats.org/drawingml/2006/main">
              <a:ext uri="{FF2B5EF4-FFF2-40B4-BE49-F238E27FC236}">
                <a16:creationId xmlns:a16="http://schemas.microsoft.com/office/drawing/2014/main" id="{BEF45E94-9069-411D-A2C2-C7D16341D3C4}"/>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47" name="narrative-number">
            <a:extLst xmlns:a="http://schemas.openxmlformats.org/drawingml/2006/main">
              <a:ext uri="{FF2B5EF4-FFF2-40B4-BE49-F238E27FC236}">
                <a16:creationId xmlns:a16="http://schemas.microsoft.com/office/drawing/2014/main" id="{57816A00-5FDA-448F-B82A-820397A2543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985439739"/>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8" name="!!area-name">
            <a:extLst xmlns:a="http://schemas.openxmlformats.org/drawingml/2006/main">
              <a:ext uri="{FF2B5EF4-FFF2-40B4-BE49-F238E27FC236}">
                <a16:creationId xmlns:a16="http://schemas.microsoft.com/office/drawing/2014/main" id="{38A056E5-13AE-4CBF-B67C-07510AB892E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62" name="mini-map"/>
          <p:cNvPicPr>
            <a:picLocks xmlns:a="http://schemas.openxmlformats.org/drawingml/2006/main" noChangeAspect="1"/>
          </p:cNvPicPr>
          <p:nvPr/>
        </p:nvPicPr>
        <p:blipFill>
          <a:blip xmlns:r="http://schemas.openxmlformats.org/officeDocument/2006/relationships" xmlns:a="http://schemas.openxmlformats.org/drawingml/2006/main" r:embed="Rfbf948fd1a0e4da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0" name="slide-title">
            <a:extLst xmlns:a="http://schemas.openxmlformats.org/drawingml/2006/main">
              <a:ext uri="{FF2B5EF4-FFF2-40B4-BE49-F238E27FC236}">
                <a16:creationId xmlns:a16="http://schemas.microsoft.com/office/drawing/2014/main" id="{3E370E4D-8AEC-4B33-B7D1-62597991494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51" name="header-divider">
            <a:extLst xmlns:a="http://schemas.openxmlformats.org/drawingml/2006/main">
              <a:ext uri="{FF2B5EF4-FFF2-40B4-BE49-F238E27FC236}">
                <a16:creationId xmlns:a16="http://schemas.microsoft.com/office/drawing/2014/main" id="{676357E7-5380-4BEF-9F85-209253A4447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2" name="15-text-1">
            <a:extLst xmlns:a="http://schemas.openxmlformats.org/drawingml/2006/main">
              <a:ext uri="{FF2B5EF4-FFF2-40B4-BE49-F238E27FC236}">
                <a16:creationId xmlns:a16="http://schemas.microsoft.com/office/drawing/2014/main" id="{3507B51A-C54B-4DF5-8A18-53FE7B17721F}"/>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53" name="15-text-2">
            <a:extLst xmlns:a="http://schemas.openxmlformats.org/drawingml/2006/main">
              <a:ext uri="{FF2B5EF4-FFF2-40B4-BE49-F238E27FC236}">
                <a16:creationId xmlns:a16="http://schemas.microsoft.com/office/drawing/2014/main" id="{DB5B760F-4B96-4A2D-93DE-A4B7F958ED67}"/>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54" name="15-text-3">
            <a:extLst xmlns:a="http://schemas.openxmlformats.org/drawingml/2006/main">
              <a:ext uri="{FF2B5EF4-FFF2-40B4-BE49-F238E27FC236}">
                <a16:creationId xmlns:a16="http://schemas.microsoft.com/office/drawing/2014/main" id="{4C7438C6-22CB-486D-99E7-4BDAC92C6708}"/>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55" name="15-text-4">
            <a:extLst xmlns:a="http://schemas.openxmlformats.org/drawingml/2006/main">
              <a:ext uri="{FF2B5EF4-FFF2-40B4-BE49-F238E27FC236}">
                <a16:creationId xmlns:a16="http://schemas.microsoft.com/office/drawing/2014/main" id="{80B2CB89-3A16-4E14-A399-1AA6609246D0}"/>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56" name="15-text-5">
            <a:extLst xmlns:a="http://schemas.openxmlformats.org/drawingml/2006/main">
              <a:ext uri="{FF2B5EF4-FFF2-40B4-BE49-F238E27FC236}">
                <a16:creationId xmlns:a16="http://schemas.microsoft.com/office/drawing/2014/main" id="{B5AEE2D3-4FCF-47FA-922D-017631F3EC60}"/>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57" name="15-text-6">
            <a:extLst xmlns:a="http://schemas.openxmlformats.org/drawingml/2006/main">
              <a:ext uri="{FF2B5EF4-FFF2-40B4-BE49-F238E27FC236}">
                <a16:creationId xmlns:a16="http://schemas.microsoft.com/office/drawing/2014/main" id="{28ED923C-8407-4311-8060-F816380CCE1C}"/>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58" name="15-text-7">
            <a:extLst xmlns:a="http://schemas.openxmlformats.org/drawingml/2006/main">
              <a:ext uri="{FF2B5EF4-FFF2-40B4-BE49-F238E27FC236}">
                <a16:creationId xmlns:a16="http://schemas.microsoft.com/office/drawing/2014/main" id="{A760B82A-7708-410A-8CDA-0D422F891BBE}"/>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72" name="15-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60" name="narrative-number">
            <a:extLst xmlns:a="http://schemas.openxmlformats.org/drawingml/2006/main">
              <a:ext uri="{FF2B5EF4-FFF2-40B4-BE49-F238E27FC236}">
                <a16:creationId xmlns:a16="http://schemas.microsoft.com/office/drawing/2014/main" id="{0D6AD434-2B49-4AD0-AA91-3D95E353466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2748604681"/>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1" name="!!area-name">
            <a:extLst xmlns:a="http://schemas.openxmlformats.org/drawingml/2006/main">
              <a:ext uri="{FF2B5EF4-FFF2-40B4-BE49-F238E27FC236}">
                <a16:creationId xmlns:a16="http://schemas.microsoft.com/office/drawing/2014/main" id="{5DD74F56-968F-4D47-A836-7E884ACE036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70" name="mini-map"/>
          <p:cNvPicPr>
            <a:picLocks xmlns:a="http://schemas.openxmlformats.org/drawingml/2006/main" noChangeAspect="1"/>
          </p:cNvPicPr>
          <p:nvPr/>
        </p:nvPicPr>
        <p:blipFill>
          <a:blip xmlns:r="http://schemas.openxmlformats.org/officeDocument/2006/relationships" xmlns:a="http://schemas.openxmlformats.org/drawingml/2006/main" r:embed="R92b358c4b6c34f3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3" name="header-divider">
            <a:extLst xmlns:a="http://schemas.openxmlformats.org/drawingml/2006/main">
              <a:ext uri="{FF2B5EF4-FFF2-40B4-BE49-F238E27FC236}">
                <a16:creationId xmlns:a16="http://schemas.microsoft.com/office/drawing/2014/main" id="{3A45C6C3-0289-428A-97AB-D474C5B7883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4" name="16-text-1">
            <a:extLst xmlns:a="http://schemas.openxmlformats.org/drawingml/2006/main">
              <a:ext uri="{FF2B5EF4-FFF2-40B4-BE49-F238E27FC236}">
                <a16:creationId xmlns:a16="http://schemas.microsoft.com/office/drawing/2014/main" id="{D9204A6D-8210-43DF-983D-E97E9A2CFA85}"/>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65" name="16-text-2">
            <a:extLst xmlns:a="http://schemas.openxmlformats.org/drawingml/2006/main">
              <a:ext uri="{FF2B5EF4-FFF2-40B4-BE49-F238E27FC236}">
                <a16:creationId xmlns:a16="http://schemas.microsoft.com/office/drawing/2014/main" id="{60BF6942-D511-44C9-BBD5-7DDE9631C931}"/>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66" name="16-text-3">
            <a:extLst xmlns:a="http://schemas.openxmlformats.org/drawingml/2006/main">
              <a:ext uri="{FF2B5EF4-FFF2-40B4-BE49-F238E27FC236}">
                <a16:creationId xmlns:a16="http://schemas.microsoft.com/office/drawing/2014/main" id="{C8A07F82-0E82-4987-AA89-C7E69AD48AAD}"/>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75" name="16-image-4"/>
          <p:cNvPicPr>
            <a:picLocks xmlns:a="http://schemas.openxmlformats.org/drawingml/2006/main" noChangeAspect="1"/>
          </p:cNvPicPr>
          <p:nvPr/>
        </p:nvPicPr>
        <p:blipFill>
          <a:blip xmlns:r="http://schemas.openxmlformats.org/officeDocument/2006/relationships" xmlns:a="http://schemas.openxmlformats.org/drawingml/2006/main" r:embed="R9f8beac789da4183"/>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68" name="narrative-number">
            <a:extLst xmlns:a="http://schemas.openxmlformats.org/drawingml/2006/main">
              <a:ext uri="{FF2B5EF4-FFF2-40B4-BE49-F238E27FC236}">
                <a16:creationId xmlns:a16="http://schemas.microsoft.com/office/drawing/2014/main" id="{A9E25933-6CDF-4ADB-AA64-69ED0F8EDA9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143795391"/>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9" name="!!area-name">
            <a:extLst xmlns:a="http://schemas.openxmlformats.org/drawingml/2006/main">
              <a:ext uri="{FF2B5EF4-FFF2-40B4-BE49-F238E27FC236}">
                <a16:creationId xmlns:a16="http://schemas.microsoft.com/office/drawing/2014/main" id="{DBFC7829-D372-40CC-B80B-25CD01FFBAC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93" name="mini-map"/>
          <p:cNvPicPr>
            <a:picLocks xmlns:a="http://schemas.openxmlformats.org/drawingml/2006/main" noChangeAspect="1"/>
          </p:cNvPicPr>
          <p:nvPr/>
        </p:nvPicPr>
        <p:blipFill>
          <a:blip xmlns:r="http://schemas.openxmlformats.org/officeDocument/2006/relationships" xmlns:a="http://schemas.openxmlformats.org/drawingml/2006/main" r:embed="R789ddbfcc3bd4b1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1" name="slide-title">
            <a:extLst xmlns:a="http://schemas.openxmlformats.org/drawingml/2006/main">
              <a:ext uri="{FF2B5EF4-FFF2-40B4-BE49-F238E27FC236}">
                <a16:creationId xmlns:a16="http://schemas.microsoft.com/office/drawing/2014/main" id="{B6B20319-2F55-464E-8CF4-BE4625A76F7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each model call</a:t>
            </a:r>
          </a:p>
        </p:txBody>
      </p:sp>
      <p:sp>
        <p:nvSpPr>
          <p:cNvPr id="172" name="header-divider">
            <a:extLst xmlns:a="http://schemas.openxmlformats.org/drawingml/2006/main">
              <a:ext uri="{FF2B5EF4-FFF2-40B4-BE49-F238E27FC236}">
                <a16:creationId xmlns:a16="http://schemas.microsoft.com/office/drawing/2014/main" id="{F7B8481D-21ED-461A-914F-1A95762C3A3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73" name="working-context-boundary">
            <a:extLst xmlns:a="http://schemas.openxmlformats.org/drawingml/2006/main">
              <a:ext uri="{FF2B5EF4-FFF2-40B4-BE49-F238E27FC236}">
                <a16:creationId xmlns:a16="http://schemas.microsoft.com/office/drawing/2014/main" id="{85A9149B-138F-4806-A4B9-8C7AD15AF21F}"/>
              </a:ext>
            </a:extLst>
          </p:cNvPr>
          <p:cNvSpPr>
            <a:spLocks xmlns:a="http://schemas.openxmlformats.org/drawingml/2006/main"/>
          </p:cNvSpPr>
          <p:nvPr/>
        </p:nvSpPr>
        <p:spPr>
          <a:xfrm xmlns:a="http://schemas.openxmlformats.org/drawingml/2006/main">
            <a:off x="609600" y="2438400"/>
            <a:ext cx="10972800" cy="3810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74" name="17-text-1">
            <a:extLst xmlns:a="http://schemas.openxmlformats.org/drawingml/2006/main">
              <a:ext uri="{FF2B5EF4-FFF2-40B4-BE49-F238E27FC236}">
                <a16:creationId xmlns:a16="http://schemas.microsoft.com/office/drawing/2014/main" id="{AEDAC8C1-DB53-427B-8C86-1B801B5C9A33}"/>
              </a:ext>
            </a:extLst>
          </p:cNvPr>
          <p:cNvSpPr>
            <a:spLocks xmlns:a="http://schemas.openxmlformats.org/drawingml/2006/main"/>
          </p:cNvSpPr>
          <p:nvPr/>
        </p:nvSpPr>
        <p:spPr>
          <a:xfrm xmlns:a="http://schemas.openxmlformats.org/drawingml/2006/main">
            <a:off x="914400" y="26416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Input for this call</a:t>
            </a:r>
          </a:p>
        </p:txBody>
      </p:sp>
      <p:sp>
        <p:nvSpPr>
          <p:cNvPr id="175" name="17-text-2">
            <a:extLst xmlns:a="http://schemas.openxmlformats.org/drawingml/2006/main">
              <a:ext uri="{FF2B5EF4-FFF2-40B4-BE49-F238E27FC236}">
                <a16:creationId xmlns:a16="http://schemas.microsoft.com/office/drawing/2014/main" id="{652C1CF5-CE8F-4D08-8839-67DF50593C03}"/>
              </a:ext>
            </a:extLst>
          </p:cNvPr>
          <p:cNvSpPr>
            <a:spLocks xmlns:a="http://schemas.openxmlformats.org/drawingml/2006/main"/>
          </p:cNvSpPr>
          <p:nvPr/>
        </p:nvSpPr>
        <p:spPr>
          <a:xfrm xmlns:a="http://schemas.openxmlformats.org/drawingml/2006/main">
            <a:off x="914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Instructions</a:t>
            </a:r>
          </a:p>
        </p:txBody>
      </p:sp>
      <p:sp>
        <p:nvSpPr>
          <p:cNvPr id="176" name="17-text-3">
            <a:extLst xmlns:a="http://schemas.openxmlformats.org/drawingml/2006/main">
              <a:ext uri="{FF2B5EF4-FFF2-40B4-BE49-F238E27FC236}">
                <a16:creationId xmlns:a16="http://schemas.microsoft.com/office/drawing/2014/main" id="{F2CED118-4F9D-421E-B15B-598D3609459E}"/>
              </a:ext>
            </a:extLst>
          </p:cNvPr>
          <p:cNvSpPr>
            <a:spLocks xmlns:a="http://schemas.openxmlformats.org/drawingml/2006/main"/>
          </p:cNvSpPr>
          <p:nvPr/>
        </p:nvSpPr>
        <p:spPr>
          <a:xfrm xmlns:a="http://schemas.openxmlformats.org/drawingml/2006/main">
            <a:off x="914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Rules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constraints</a:t>
            </a:r>
          </a:p>
        </p:txBody>
      </p:sp>
      <p:sp>
        <p:nvSpPr>
          <p:cNvPr id="177" name="17-text-4">
            <a:extLst xmlns:a="http://schemas.openxmlformats.org/drawingml/2006/main">
              <a:ext uri="{FF2B5EF4-FFF2-40B4-BE49-F238E27FC236}">
                <a16:creationId xmlns:a16="http://schemas.microsoft.com/office/drawing/2014/main" id="{9F2E43F9-CE10-4354-A420-91EBB0ED2C1E}"/>
              </a:ext>
            </a:extLst>
          </p:cNvPr>
          <p:cNvSpPr>
            <a:spLocks xmlns:a="http://schemas.openxmlformats.org/drawingml/2006/main"/>
          </p:cNvSpPr>
          <p:nvPr/>
        </p:nvSpPr>
        <p:spPr>
          <a:xfrm xmlns:a="http://schemas.openxmlformats.org/drawingml/2006/main">
            <a:off x="3581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Current request</a:t>
            </a:r>
          </a:p>
        </p:txBody>
      </p:sp>
      <p:sp>
        <p:nvSpPr>
          <p:cNvPr id="178" name="17-text-5">
            <a:extLst xmlns:a="http://schemas.openxmlformats.org/drawingml/2006/main">
              <a:ext uri="{FF2B5EF4-FFF2-40B4-BE49-F238E27FC236}">
                <a16:creationId xmlns:a16="http://schemas.microsoft.com/office/drawing/2014/main" id="{1F98A751-1668-4B50-A7D6-A5CEBF8E9C51}"/>
              </a:ext>
            </a:extLst>
          </p:cNvPr>
          <p:cNvSpPr>
            <a:spLocks xmlns:a="http://schemas.openxmlformats.org/drawingml/2006/main"/>
          </p:cNvSpPr>
          <p:nvPr/>
        </p:nvSpPr>
        <p:spPr>
          <a:xfrm xmlns:a="http://schemas.openxmlformats.org/drawingml/2006/main">
            <a:off x="3581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task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desired result</a:t>
            </a:r>
          </a:p>
        </p:txBody>
      </p:sp>
      <p:sp>
        <p:nvSpPr>
          <p:cNvPr id="179" name="17-text-6">
            <a:extLst xmlns:a="http://schemas.openxmlformats.org/drawingml/2006/main">
              <a:ext uri="{FF2B5EF4-FFF2-40B4-BE49-F238E27FC236}">
                <a16:creationId xmlns:a16="http://schemas.microsoft.com/office/drawing/2014/main" id="{A13C217D-E32C-4C16-B59F-F99CC0750D5E}"/>
              </a:ext>
            </a:extLst>
          </p:cNvPr>
          <p:cNvSpPr>
            <a:spLocks xmlns:a="http://schemas.openxmlformats.org/drawingml/2006/main"/>
          </p:cNvSpPr>
          <p:nvPr/>
        </p:nvSpPr>
        <p:spPr>
          <a:xfrm xmlns:a="http://schemas.openxmlformats.org/drawingml/2006/main">
            <a:off x="6248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Examples</a:t>
            </a:r>
          </a:p>
        </p:txBody>
      </p:sp>
      <p:sp>
        <p:nvSpPr>
          <p:cNvPr id="180" name="17-text-7">
            <a:extLst xmlns:a="http://schemas.openxmlformats.org/drawingml/2006/main">
              <a:ext uri="{FF2B5EF4-FFF2-40B4-BE49-F238E27FC236}">
                <a16:creationId xmlns:a16="http://schemas.microsoft.com/office/drawing/2014/main" id="{118BE45A-B03F-4072-96B4-82A816C3958C}"/>
              </a:ext>
            </a:extLst>
          </p:cNvPr>
          <p:cNvSpPr>
            <a:spLocks xmlns:a="http://schemas.openxmlformats.org/drawingml/2006/main"/>
          </p:cNvSpPr>
          <p:nvPr/>
        </p:nvSpPr>
        <p:spPr>
          <a:xfrm xmlns:a="http://schemas.openxmlformats.org/drawingml/2006/main">
            <a:off x="6248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Demonstrations of</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expected behavior</a:t>
            </a:r>
          </a:p>
        </p:txBody>
      </p:sp>
      <p:sp>
        <p:nvSpPr>
          <p:cNvPr id="181" name="17-text-8">
            <a:extLst xmlns:a="http://schemas.openxmlformats.org/drawingml/2006/main">
              <a:ext uri="{FF2B5EF4-FFF2-40B4-BE49-F238E27FC236}">
                <a16:creationId xmlns:a16="http://schemas.microsoft.com/office/drawing/2014/main" id="{8D03040C-637B-46D9-B114-ACC42ECA3F1F}"/>
              </a:ext>
            </a:extLst>
          </p:cNvPr>
          <p:cNvSpPr>
            <a:spLocks xmlns:a="http://schemas.openxmlformats.org/drawingml/2006/main"/>
          </p:cNvSpPr>
          <p:nvPr/>
        </p:nvSpPr>
        <p:spPr>
          <a:xfrm xmlns:a="http://schemas.openxmlformats.org/drawingml/2006/main">
            <a:off x="8915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Retrieved evidence</a:t>
            </a:r>
          </a:p>
        </p:txBody>
      </p:sp>
      <p:sp>
        <p:nvSpPr>
          <p:cNvPr id="182" name="17-text-9">
            <a:extLst xmlns:a="http://schemas.openxmlformats.org/drawingml/2006/main">
              <a:ext uri="{FF2B5EF4-FFF2-40B4-BE49-F238E27FC236}">
                <a16:creationId xmlns:a16="http://schemas.microsoft.com/office/drawing/2014/main" id="{EB163E08-1AA2-45B3-A7BA-90A1B0995D38}"/>
              </a:ext>
            </a:extLst>
          </p:cNvPr>
          <p:cNvSpPr>
            <a:spLocks xmlns:a="http://schemas.openxmlformats.org/drawingml/2006/main"/>
          </p:cNvSpPr>
          <p:nvPr/>
        </p:nvSpPr>
        <p:spPr>
          <a:xfrm xmlns:a="http://schemas.openxmlformats.org/drawingml/2006/main">
            <a:off x="8915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files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passages</a:t>
            </a:r>
          </a:p>
        </p:txBody>
      </p:sp>
      <p:sp>
        <p:nvSpPr>
          <p:cNvPr id="183" name="17-text-10">
            <a:extLst xmlns:a="http://schemas.openxmlformats.org/drawingml/2006/main">
              <a:ext uri="{FF2B5EF4-FFF2-40B4-BE49-F238E27FC236}">
                <a16:creationId xmlns:a16="http://schemas.microsoft.com/office/drawing/2014/main" id="{1A936245-56A6-4DD4-9949-66890741D265}"/>
              </a:ext>
            </a:extLst>
          </p:cNvPr>
          <p:cNvSpPr>
            <a:spLocks xmlns:a="http://schemas.openxmlformats.org/drawingml/2006/main"/>
          </p:cNvSpPr>
          <p:nvPr/>
        </p:nvSpPr>
        <p:spPr>
          <a:xfrm xmlns:a="http://schemas.openxmlformats.org/drawingml/2006/main">
            <a:off x="914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History and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task state</a:t>
            </a:r>
          </a:p>
        </p:txBody>
      </p:sp>
      <p:sp>
        <p:nvSpPr>
          <p:cNvPr id="184" name="17-text-11">
            <a:extLst xmlns:a="http://schemas.openxmlformats.org/drawingml/2006/main">
              <a:ext uri="{FF2B5EF4-FFF2-40B4-BE49-F238E27FC236}">
                <a16:creationId xmlns:a16="http://schemas.microsoft.com/office/drawing/2014/main" id="{0BDB5D23-A252-4E29-91A9-D3C6E198DB15}"/>
              </a:ext>
            </a:extLst>
          </p:cNvPr>
          <p:cNvSpPr>
            <a:spLocks xmlns:a="http://schemas.openxmlformats.org/drawingml/2006/main"/>
          </p:cNvSpPr>
          <p:nvPr/>
        </p:nvSpPr>
        <p:spPr>
          <a:xfrm xmlns:a="http://schemas.openxmlformats.org/drawingml/2006/main">
            <a:off x="914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Prior messages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progress</a:t>
            </a:r>
          </a:p>
        </p:txBody>
      </p:sp>
      <p:sp>
        <p:nvSpPr>
          <p:cNvPr id="185" name="17-text-12">
            <a:extLst xmlns:a="http://schemas.openxmlformats.org/drawingml/2006/main">
              <a:ext uri="{FF2B5EF4-FFF2-40B4-BE49-F238E27FC236}">
                <a16:creationId xmlns:a16="http://schemas.microsoft.com/office/drawing/2014/main" id="{C6E6482D-6C1E-4721-96EF-C1FCF840AF91}"/>
              </a:ext>
            </a:extLst>
          </p:cNvPr>
          <p:cNvSpPr>
            <a:spLocks xmlns:a="http://schemas.openxmlformats.org/drawingml/2006/main"/>
          </p:cNvSpPr>
          <p:nvPr/>
        </p:nvSpPr>
        <p:spPr>
          <a:xfrm xmlns:a="http://schemas.openxmlformats.org/drawingml/2006/main">
            <a:off x="3581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Selected memory</a:t>
            </a:r>
          </a:p>
        </p:txBody>
      </p:sp>
      <p:sp>
        <p:nvSpPr>
          <p:cNvPr id="186" name="17-text-13">
            <a:extLst xmlns:a="http://schemas.openxmlformats.org/drawingml/2006/main">
              <a:ext uri="{FF2B5EF4-FFF2-40B4-BE49-F238E27FC236}">
                <a16:creationId xmlns:a16="http://schemas.microsoft.com/office/drawing/2014/main" id="{2C9556CB-7A5C-41E5-A13B-A57E99DD2334}"/>
              </a:ext>
            </a:extLst>
          </p:cNvPr>
          <p:cNvSpPr>
            <a:spLocks xmlns:a="http://schemas.openxmlformats.org/drawingml/2006/main"/>
          </p:cNvSpPr>
          <p:nvPr/>
        </p:nvSpPr>
        <p:spPr>
          <a:xfrm xmlns:a="http://schemas.openxmlformats.org/drawingml/2006/main">
            <a:off x="3581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brought into this call</a:t>
            </a:r>
          </a:p>
        </p:txBody>
      </p:sp>
      <p:sp>
        <p:nvSpPr>
          <p:cNvPr id="187" name="17-text-14">
            <a:extLst xmlns:a="http://schemas.openxmlformats.org/drawingml/2006/main">
              <a:ext uri="{FF2B5EF4-FFF2-40B4-BE49-F238E27FC236}">
                <a16:creationId xmlns:a16="http://schemas.microsoft.com/office/drawing/2014/main" id="{A98DBAA5-E537-4D3E-9C08-7130F73ED303}"/>
              </a:ext>
            </a:extLst>
          </p:cNvPr>
          <p:cNvSpPr>
            <a:spLocks xmlns:a="http://schemas.openxmlformats.org/drawingml/2006/main"/>
          </p:cNvSpPr>
          <p:nvPr/>
        </p:nvSpPr>
        <p:spPr>
          <a:xfrm xmlns:a="http://schemas.openxmlformats.org/drawingml/2006/main">
            <a:off x="6248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definitions</a:t>
            </a:r>
          </a:p>
        </p:txBody>
      </p:sp>
      <p:sp>
        <p:nvSpPr>
          <p:cNvPr id="188" name="17-text-15">
            <a:extLst xmlns:a="http://schemas.openxmlformats.org/drawingml/2006/main">
              <a:ext uri="{FF2B5EF4-FFF2-40B4-BE49-F238E27FC236}">
                <a16:creationId xmlns:a16="http://schemas.microsoft.com/office/drawing/2014/main" id="{65892F30-7AA7-4EF8-9E97-55BBF6736E2C}"/>
              </a:ext>
            </a:extLst>
          </p:cNvPr>
          <p:cNvSpPr>
            <a:spLocks xmlns:a="http://schemas.openxmlformats.org/drawingml/2006/main"/>
          </p:cNvSpPr>
          <p:nvPr/>
        </p:nvSpPr>
        <p:spPr>
          <a:xfrm xmlns:a="http://schemas.openxmlformats.org/drawingml/2006/main">
            <a:off x="6248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Available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arguments</a:t>
            </a:r>
          </a:p>
        </p:txBody>
      </p:sp>
      <p:sp>
        <p:nvSpPr>
          <p:cNvPr id="189" name="17-text-16">
            <a:extLst xmlns:a="http://schemas.openxmlformats.org/drawingml/2006/main">
              <a:ext uri="{FF2B5EF4-FFF2-40B4-BE49-F238E27FC236}">
                <a16:creationId xmlns:a16="http://schemas.microsoft.com/office/drawing/2014/main" id="{06F9F4D7-D0C6-41F1-B7B0-231699445682}"/>
              </a:ext>
            </a:extLst>
          </p:cNvPr>
          <p:cNvSpPr>
            <a:spLocks xmlns:a="http://schemas.openxmlformats.org/drawingml/2006/main"/>
          </p:cNvSpPr>
          <p:nvPr/>
        </p:nvSpPr>
        <p:spPr>
          <a:xfrm xmlns:a="http://schemas.openxmlformats.org/drawingml/2006/main">
            <a:off x="8915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results</a:t>
            </a:r>
          </a:p>
        </p:txBody>
      </p:sp>
      <p:sp>
        <p:nvSpPr>
          <p:cNvPr id="190" name="17-text-17">
            <a:extLst xmlns:a="http://schemas.openxmlformats.org/drawingml/2006/main">
              <a:ext uri="{FF2B5EF4-FFF2-40B4-BE49-F238E27FC236}">
                <a16:creationId xmlns:a16="http://schemas.microsoft.com/office/drawing/2014/main" id="{C80FBAD8-8274-4EAB-AB41-267CDEBB2E77}"/>
              </a:ext>
            </a:extLst>
          </p:cNvPr>
          <p:cNvSpPr>
            <a:spLocks xmlns:a="http://schemas.openxmlformats.org/drawingml/2006/main"/>
          </p:cNvSpPr>
          <p:nvPr/>
        </p:nvSpPr>
        <p:spPr>
          <a:xfrm xmlns:a="http://schemas.openxmlformats.org/drawingml/2006/main">
            <a:off x="8915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Returned data</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observations</a:t>
            </a:r>
          </a:p>
        </p:txBody>
      </p:sp>
      <p:sp>
        <p:nvSpPr>
          <p:cNvPr id="191" name="narrative-number">
            <a:extLst xmlns:a="http://schemas.openxmlformats.org/drawingml/2006/main">
              <a:ext uri="{FF2B5EF4-FFF2-40B4-BE49-F238E27FC236}">
                <a16:creationId xmlns:a16="http://schemas.microsoft.com/office/drawing/2014/main" id="{63F85054-0222-4532-90A1-46DE87BC365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2556015553"/>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2" name="!!area-name">
            <a:extLst xmlns:a="http://schemas.openxmlformats.org/drawingml/2006/main">
              <a:ext uri="{FF2B5EF4-FFF2-40B4-BE49-F238E27FC236}">
                <a16:creationId xmlns:a16="http://schemas.microsoft.com/office/drawing/2014/main" id="{4DC13F60-8999-4DC7-A79E-C6511DA4512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207" name="mini-map"/>
          <p:cNvPicPr>
            <a:picLocks xmlns:a="http://schemas.openxmlformats.org/drawingml/2006/main" noChangeAspect="1"/>
          </p:cNvPicPr>
          <p:nvPr/>
        </p:nvPicPr>
        <p:blipFill>
          <a:blip xmlns:r="http://schemas.openxmlformats.org/officeDocument/2006/relationships" xmlns:a="http://schemas.openxmlformats.org/drawingml/2006/main" r:embed="R37733aee293d4ba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4" name="slide-title">
            <a:extLst xmlns:a="http://schemas.openxmlformats.org/drawingml/2006/main">
              <a:ext uri="{FF2B5EF4-FFF2-40B4-BE49-F238E27FC236}">
                <a16:creationId xmlns:a16="http://schemas.microsoft.com/office/drawing/2014/main" id="{0DA27DFE-5DD9-4E18-88E2-FA87BDA4EB0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and organizing context</a:t>
            </a:r>
          </a:p>
        </p:txBody>
      </p:sp>
      <p:sp>
        <p:nvSpPr>
          <p:cNvPr id="195" name="header-divider">
            <a:extLst xmlns:a="http://schemas.openxmlformats.org/drawingml/2006/main">
              <a:ext uri="{FF2B5EF4-FFF2-40B4-BE49-F238E27FC236}">
                <a16:creationId xmlns:a16="http://schemas.microsoft.com/office/drawing/2014/main" id="{F2B8E955-3AE5-4EBB-B57A-30645118FC7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6" name="18-text-1">
            <a:extLst xmlns:a="http://schemas.openxmlformats.org/drawingml/2006/main">
              <a:ext uri="{FF2B5EF4-FFF2-40B4-BE49-F238E27FC236}">
                <a16:creationId xmlns:a16="http://schemas.microsoft.com/office/drawing/2014/main" id="{37B6899C-5815-47AF-AE78-366D5C2F52C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97" name="18-text-2">
            <a:extLst xmlns:a="http://schemas.openxmlformats.org/drawingml/2006/main">
              <a:ext uri="{FF2B5EF4-FFF2-40B4-BE49-F238E27FC236}">
                <a16:creationId xmlns:a16="http://schemas.microsoft.com/office/drawing/2014/main" id="{E2330CD9-FC72-4B78-B2B1-B5AD3EF77F6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relevant evidence when needed.</a:t>
            </a:r>
          </a:p>
        </p:txBody>
      </p:sp>
      <p:sp>
        <p:nvSpPr>
          <p:cNvPr id="198" name="18-text-3">
            <a:extLst xmlns:a="http://schemas.openxmlformats.org/drawingml/2006/main">
              <a:ext uri="{FF2B5EF4-FFF2-40B4-BE49-F238E27FC236}">
                <a16:creationId xmlns:a16="http://schemas.microsoft.com/office/drawing/2014/main" id="{CDB2D2D6-DB6C-42D3-9984-AB4310544E8B}"/>
              </a:ext>
            </a:extLst>
          </p:cNvPr>
          <p:cNvSpPr>
            <a:spLocks xmlns:a="http://schemas.openxmlformats.org/drawingml/2006/main"/>
          </p:cNvSpPr>
          <p:nvPr/>
        </p:nvSpPr>
        <p:spPr>
          <a:xfrm xmlns:a="http://schemas.openxmlformats.org/drawingml/2006/main">
            <a:off x="609600" y="3276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199" name="18-text-4">
            <a:extLst xmlns:a="http://schemas.openxmlformats.org/drawingml/2006/main">
              <a:ext uri="{FF2B5EF4-FFF2-40B4-BE49-F238E27FC236}">
                <a16:creationId xmlns:a16="http://schemas.microsoft.com/office/drawing/2014/main" id="{467C23B1-EA65-4745-A9C6-A67186739551}"/>
              </a:ext>
            </a:extLst>
          </p:cNvPr>
          <p:cNvSpPr>
            <a:spLocks xmlns:a="http://schemas.openxmlformats.org/drawingml/2006/main"/>
          </p:cNvSpPr>
          <p:nvPr/>
        </p:nvSpPr>
        <p:spPr>
          <a:xfrm xmlns:a="http://schemas.openxmlformats.org/drawingml/2006/main">
            <a:off x="3708400" y="3276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Distinguish instructions from evidence.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Test placement of key information.</a:t>
            </a:r>
          </a:p>
        </p:txBody>
      </p:sp>
      <p:sp>
        <p:nvSpPr>
          <p:cNvPr id="200" name="18-text-5">
            <a:extLst xmlns:a="http://schemas.openxmlformats.org/drawingml/2006/main">
              <a:ext uri="{FF2B5EF4-FFF2-40B4-BE49-F238E27FC236}">
                <a16:creationId xmlns:a16="http://schemas.microsoft.com/office/drawing/2014/main" id="{D725AC3E-A0D4-45DB-86B2-2961D8EC5081}"/>
              </a:ext>
            </a:extLst>
          </p:cNvPr>
          <p:cNvSpPr>
            <a:spLocks xmlns:a="http://schemas.openxmlformats.org/drawingml/2006/main"/>
          </p:cNvSpPr>
          <p:nvPr/>
        </p:nvSpPr>
        <p:spPr>
          <a:xfrm xmlns:a="http://schemas.openxmlformats.org/drawingml/2006/main">
            <a:off x="609600" y="4114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Maintain</a:t>
            </a:r>
          </a:p>
        </p:txBody>
      </p:sp>
      <p:sp>
        <p:nvSpPr>
          <p:cNvPr id="201" name="18-text-6">
            <a:extLst xmlns:a="http://schemas.openxmlformats.org/drawingml/2006/main">
              <a:ext uri="{FF2B5EF4-FFF2-40B4-BE49-F238E27FC236}">
                <a16:creationId xmlns:a16="http://schemas.microsoft.com/office/drawing/2014/main" id="{521A8C5E-B4C8-4321-9953-1CD3DE58E3BE}"/>
              </a:ext>
            </a:extLst>
          </p:cNvPr>
          <p:cNvSpPr>
            <a:spLocks xmlns:a="http://schemas.openxmlformats.org/drawingml/2006/main"/>
          </p:cNvSpPr>
          <p:nvPr/>
        </p:nvSpPr>
        <p:spPr>
          <a:xfrm xmlns:a="http://schemas.openxmlformats.org/drawingml/2006/main">
            <a:off x="3708400" y="4114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stale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Compact history while preserving constraints.</a:t>
            </a:r>
          </a:p>
        </p:txBody>
      </p:sp>
      <p:sp>
        <p:nvSpPr>
          <p:cNvPr id="202" name="18-text-7">
            <a:extLst xmlns:a="http://schemas.openxmlformats.org/drawingml/2006/main">
              <a:ext uri="{FF2B5EF4-FFF2-40B4-BE49-F238E27FC236}">
                <a16:creationId xmlns:a16="http://schemas.microsoft.com/office/drawing/2014/main" id="{C66DB1AB-4BB9-4A79-B240-5247090B42B3}"/>
              </a:ext>
            </a:extLst>
          </p:cNvPr>
          <p:cNvSpPr>
            <a:spLocks xmlns:a="http://schemas.openxmlformats.org/drawingml/2006/main"/>
          </p:cNvSpPr>
          <p:nvPr/>
        </p:nvSpPr>
        <p:spPr>
          <a:xfrm xmlns:a="http://schemas.openxmlformats.org/drawingml/2006/main">
            <a:off x="609600" y="4953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Delegate</a:t>
            </a:r>
          </a:p>
        </p:txBody>
      </p:sp>
      <p:sp>
        <p:nvSpPr>
          <p:cNvPr id="203" name="18-text-8">
            <a:extLst xmlns:a="http://schemas.openxmlformats.org/drawingml/2006/main">
              <a:ext uri="{FF2B5EF4-FFF2-40B4-BE49-F238E27FC236}">
                <a16:creationId xmlns:a16="http://schemas.microsoft.com/office/drawing/2014/main" id="{A03AD958-B444-4F57-978B-19EC05FA1AB2}"/>
              </a:ext>
            </a:extLst>
          </p:cNvPr>
          <p:cNvSpPr>
            <a:spLocks xmlns:a="http://schemas.openxmlformats.org/drawingml/2006/main"/>
          </p:cNvSpPr>
          <p:nvPr/>
        </p:nvSpPr>
        <p:spPr>
          <a:xfrm xmlns:a="http://schemas.openxmlformats.org/drawingml/2006/main">
            <a:off x="3708400" y="4953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Give focused tasks separate contexts.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findings with sources.</a:t>
            </a:r>
          </a:p>
        </p:txBody>
      </p:sp>
      <p:sp>
        <p:nvSpPr>
          <p:cNvPr id="204" name="18-text-9">
            <a:extLst xmlns:a="http://schemas.openxmlformats.org/drawingml/2006/main">
              <a:ext uri="{FF2B5EF4-FFF2-40B4-BE49-F238E27FC236}">
                <a16:creationId xmlns:a16="http://schemas.microsoft.com/office/drawing/2014/main" id="{C375B5DC-7701-4D0B-9BC4-15020441AC2C}"/>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Preserve source identity and enforce access before inclusion.</a:t>
            </a:r>
          </a:p>
        </p:txBody>
      </p:sp>
      <p:sp>
        <p:nvSpPr>
          <p:cNvPr id="205" name="narrative-number">
            <a:extLst xmlns:a="http://schemas.openxmlformats.org/drawingml/2006/main">
              <a:ext uri="{FF2B5EF4-FFF2-40B4-BE49-F238E27FC236}">
                <a16:creationId xmlns:a16="http://schemas.microsoft.com/office/drawing/2014/main" id="{3C162895-2A7C-4051-B6FB-74455C7903C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308390967"/>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6" name="!!area-name">
            <a:extLst xmlns:a="http://schemas.openxmlformats.org/drawingml/2006/main">
              <a:ext uri="{FF2B5EF4-FFF2-40B4-BE49-F238E27FC236}">
                <a16:creationId xmlns:a16="http://schemas.microsoft.com/office/drawing/2014/main" id="{1427ECC9-02C7-40B2-93E7-FACD803D1AD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220" name="mini-map"/>
          <p:cNvPicPr>
            <a:picLocks xmlns:a="http://schemas.openxmlformats.org/drawingml/2006/main" noChangeAspect="1"/>
          </p:cNvPicPr>
          <p:nvPr/>
        </p:nvPicPr>
        <p:blipFill>
          <a:blip xmlns:r="http://schemas.openxmlformats.org/officeDocument/2006/relationships" xmlns:a="http://schemas.openxmlformats.org/drawingml/2006/main" r:embed="R47e3123bdc214dc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8" name="slide-title">
            <a:extLst xmlns:a="http://schemas.openxmlformats.org/drawingml/2006/main">
              <a:ext uri="{FF2B5EF4-FFF2-40B4-BE49-F238E27FC236}">
                <a16:creationId xmlns:a16="http://schemas.microsoft.com/office/drawing/2014/main" id="{3F255558-04B1-4A0C-90D7-FA235840EC1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209" name="header-divider">
            <a:extLst xmlns:a="http://schemas.openxmlformats.org/drawingml/2006/main">
              <a:ext uri="{FF2B5EF4-FFF2-40B4-BE49-F238E27FC236}">
                <a16:creationId xmlns:a16="http://schemas.microsoft.com/office/drawing/2014/main" id="{92E57C03-3DB5-4CF0-A3C4-436223805FC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0" name="19-text-1">
            <a:extLst xmlns:a="http://schemas.openxmlformats.org/drawingml/2006/main">
              <a:ext uri="{FF2B5EF4-FFF2-40B4-BE49-F238E27FC236}">
                <a16:creationId xmlns:a16="http://schemas.microsoft.com/office/drawing/2014/main" id="{08179788-7F83-48D8-9304-C37338DD42CE}"/>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211" name="19-text-2">
            <a:extLst xmlns:a="http://schemas.openxmlformats.org/drawingml/2006/main">
              <a:ext uri="{FF2B5EF4-FFF2-40B4-BE49-F238E27FC236}">
                <a16:creationId xmlns:a16="http://schemas.microsoft.com/office/drawing/2014/main" id="{D840BB1B-33ED-4B03-A3C4-D8850F844FB7}"/>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212" name="19-text-3">
            <a:extLst xmlns:a="http://schemas.openxmlformats.org/drawingml/2006/main">
              <a:ext uri="{FF2B5EF4-FFF2-40B4-BE49-F238E27FC236}">
                <a16:creationId xmlns:a16="http://schemas.microsoft.com/office/drawing/2014/main" id="{3775C8D5-D17C-4864-99F7-7B0F0F7BC470}"/>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213" name="19-text-4">
            <a:extLst xmlns:a="http://schemas.openxmlformats.org/drawingml/2006/main">
              <a:ext uri="{FF2B5EF4-FFF2-40B4-BE49-F238E27FC236}">
                <a16:creationId xmlns:a16="http://schemas.microsoft.com/office/drawing/2014/main" id="{56AA95CD-62E2-494D-9CAA-31A0C9F9E07E}"/>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214" name="19-text-5">
            <a:extLst xmlns:a="http://schemas.openxmlformats.org/drawingml/2006/main">
              <a:ext uri="{FF2B5EF4-FFF2-40B4-BE49-F238E27FC236}">
                <a16:creationId xmlns:a16="http://schemas.microsoft.com/office/drawing/2014/main" id="{35874670-E55A-49FF-BCBC-3788216FC619}"/>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215" name="19-text-6">
            <a:extLst xmlns:a="http://schemas.openxmlformats.org/drawingml/2006/main">
              <a:ext uri="{FF2B5EF4-FFF2-40B4-BE49-F238E27FC236}">
                <a16:creationId xmlns:a16="http://schemas.microsoft.com/office/drawing/2014/main" id="{6D174410-1301-4721-9709-AA6D113A750D}"/>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216" name="19-text-7">
            <a:extLst xmlns:a="http://schemas.openxmlformats.org/drawingml/2006/main">
              <a:ext uri="{FF2B5EF4-FFF2-40B4-BE49-F238E27FC236}">
                <a16:creationId xmlns:a16="http://schemas.microsoft.com/office/drawing/2014/main" id="{1CC73C3F-1138-4570-9BE2-29256D633990}"/>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17" name="19-text-8">
            <a:extLst xmlns:a="http://schemas.openxmlformats.org/drawingml/2006/main">
              <a:ext uri="{FF2B5EF4-FFF2-40B4-BE49-F238E27FC236}">
                <a16:creationId xmlns:a16="http://schemas.microsoft.com/office/drawing/2014/main" id="{C6E3FA3F-7569-420B-A8A4-E3BEBC60EE5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218" name="narrative-number">
            <a:extLst xmlns:a="http://schemas.openxmlformats.org/drawingml/2006/main">
              <a:ext uri="{FF2B5EF4-FFF2-40B4-BE49-F238E27FC236}">
                <a16:creationId xmlns:a16="http://schemas.microsoft.com/office/drawing/2014/main" id="{3D9972B9-9FC9-4AF4-97C3-F19C1DC0C05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2844390203"/>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9" name="!!area-name">
            <a:extLst xmlns:a="http://schemas.openxmlformats.org/drawingml/2006/main">
              <a:ext uri="{FF2B5EF4-FFF2-40B4-BE49-F238E27FC236}">
                <a16:creationId xmlns:a16="http://schemas.microsoft.com/office/drawing/2014/main" id="{CF6380FD-C888-4B17-AF21-8098BBABFED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36" name="mini-map"/>
          <p:cNvPicPr>
            <a:picLocks xmlns:a="http://schemas.openxmlformats.org/drawingml/2006/main" noChangeAspect="1"/>
          </p:cNvPicPr>
          <p:nvPr/>
        </p:nvPicPr>
        <p:blipFill>
          <a:blip xmlns:r="http://schemas.openxmlformats.org/officeDocument/2006/relationships" xmlns:a="http://schemas.openxmlformats.org/drawingml/2006/main" r:embed="Rfe86ea659182413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1" name="slide-title">
            <a:extLst xmlns:a="http://schemas.openxmlformats.org/drawingml/2006/main">
              <a:ext uri="{FF2B5EF4-FFF2-40B4-BE49-F238E27FC236}">
                <a16:creationId xmlns:a16="http://schemas.microsoft.com/office/drawing/2014/main" id="{7A12FEDC-A4FB-4564-AFFA-BFE3FF4BBB9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222" name="header-divider">
            <a:extLst xmlns:a="http://schemas.openxmlformats.org/drawingml/2006/main">
              <a:ext uri="{FF2B5EF4-FFF2-40B4-BE49-F238E27FC236}">
                <a16:creationId xmlns:a16="http://schemas.microsoft.com/office/drawing/2014/main" id="{1176F493-BBCE-4AFC-8ED7-5331D6365D9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3" name="20-text-1">
            <a:extLst xmlns:a="http://schemas.openxmlformats.org/drawingml/2006/main">
              <a:ext uri="{FF2B5EF4-FFF2-40B4-BE49-F238E27FC236}">
                <a16:creationId xmlns:a16="http://schemas.microsoft.com/office/drawing/2014/main" id="{C688BCC7-1E4A-4961-AE0B-2EBE2FF09F0F}"/>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224" name="20-text-2">
            <a:extLst xmlns:a="http://schemas.openxmlformats.org/drawingml/2006/main">
              <a:ext uri="{FF2B5EF4-FFF2-40B4-BE49-F238E27FC236}">
                <a16:creationId xmlns:a16="http://schemas.microsoft.com/office/drawing/2014/main" id="{72668329-C412-44DC-BEC1-9E4B54685F8F}"/>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225" name="20-text-3">
            <a:extLst xmlns:a="http://schemas.openxmlformats.org/drawingml/2006/main">
              <a:ext uri="{FF2B5EF4-FFF2-40B4-BE49-F238E27FC236}">
                <a16:creationId xmlns:a16="http://schemas.microsoft.com/office/drawing/2014/main" id="{B5C5070B-3BC2-44B5-9F77-7115791F040B}"/>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226" name="20-text-4">
            <a:extLst xmlns:a="http://schemas.openxmlformats.org/drawingml/2006/main">
              <a:ext uri="{FF2B5EF4-FFF2-40B4-BE49-F238E27FC236}">
                <a16:creationId xmlns:a16="http://schemas.microsoft.com/office/drawing/2014/main" id="{A53C06BC-DBE4-46A8-BD3F-A7CF06BDCB7C}"/>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227" name="20-text-5">
            <a:extLst xmlns:a="http://schemas.openxmlformats.org/drawingml/2006/main">
              <a:ext uri="{FF2B5EF4-FFF2-40B4-BE49-F238E27FC236}">
                <a16:creationId xmlns:a16="http://schemas.microsoft.com/office/drawing/2014/main" id="{DAD59ABD-989E-4C6D-8ECF-F6ADCC8B67EF}"/>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228" name="20-text-6">
            <a:extLst xmlns:a="http://schemas.openxmlformats.org/drawingml/2006/main">
              <a:ext uri="{FF2B5EF4-FFF2-40B4-BE49-F238E27FC236}">
                <a16:creationId xmlns:a16="http://schemas.microsoft.com/office/drawing/2014/main" id="{2BAD9EF0-E1FC-4976-A70B-73A0B20ED5A7}"/>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29" name="20-text-7">
            <a:extLst xmlns:a="http://schemas.openxmlformats.org/drawingml/2006/main">
              <a:ext uri="{FF2B5EF4-FFF2-40B4-BE49-F238E27FC236}">
                <a16:creationId xmlns:a16="http://schemas.microsoft.com/office/drawing/2014/main" id="{5DC8B772-BD34-44E0-A43B-A0553E8B1346}"/>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30" name="20-text-8">
            <a:extLst xmlns:a="http://schemas.openxmlformats.org/drawingml/2006/main">
              <a:ext uri="{FF2B5EF4-FFF2-40B4-BE49-F238E27FC236}">
                <a16:creationId xmlns:a16="http://schemas.microsoft.com/office/drawing/2014/main" id="{142E2F9F-AEC3-4096-BE68-8CA170762BB3}"/>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31" name="20-text-9">
            <a:extLst xmlns:a="http://schemas.openxmlformats.org/drawingml/2006/main">
              <a:ext uri="{FF2B5EF4-FFF2-40B4-BE49-F238E27FC236}">
                <a16:creationId xmlns:a16="http://schemas.microsoft.com/office/drawing/2014/main" id="{167B1300-92B8-48E4-953B-768CD0B02CDF}"/>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32" name="20-text-10">
            <a:extLst xmlns:a="http://schemas.openxmlformats.org/drawingml/2006/main">
              <a:ext uri="{FF2B5EF4-FFF2-40B4-BE49-F238E27FC236}">
                <a16:creationId xmlns:a16="http://schemas.microsoft.com/office/drawing/2014/main" id="{76BDBD49-A024-45EA-A89F-6A9746D7A75A}"/>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33" name="20-text-11">
            <a:extLst xmlns:a="http://schemas.openxmlformats.org/drawingml/2006/main">
              <a:ext uri="{FF2B5EF4-FFF2-40B4-BE49-F238E27FC236}">
                <a16:creationId xmlns:a16="http://schemas.microsoft.com/office/drawing/2014/main" id="{E8EFBB2D-4794-4B7D-86C0-65825D6C86D9}"/>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34" name="narrative-number">
            <a:extLst xmlns:a="http://schemas.openxmlformats.org/drawingml/2006/main">
              <a:ext uri="{FF2B5EF4-FFF2-40B4-BE49-F238E27FC236}">
                <a16:creationId xmlns:a16="http://schemas.microsoft.com/office/drawing/2014/main" id="{91A9A9AB-A092-4EF3-B2DB-0028A55BE3F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4092566972"/>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5" name="!!area-name">
            <a:extLst xmlns:a="http://schemas.openxmlformats.org/drawingml/2006/main">
              <a:ext uri="{FF2B5EF4-FFF2-40B4-BE49-F238E27FC236}">
                <a16:creationId xmlns:a16="http://schemas.microsoft.com/office/drawing/2014/main" id="{8DFE62DE-5AE8-4349-B4A1-9F525F0F48E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44" name="mini-map"/>
          <p:cNvPicPr>
            <a:picLocks xmlns:a="http://schemas.openxmlformats.org/drawingml/2006/main" noChangeAspect="1"/>
          </p:cNvPicPr>
          <p:nvPr/>
        </p:nvPicPr>
        <p:blipFill>
          <a:blip xmlns:r="http://schemas.openxmlformats.org/officeDocument/2006/relationships" xmlns:a="http://schemas.openxmlformats.org/drawingml/2006/main" r:embed="R3a349c32b7ab471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7" name="header-divider">
            <a:extLst xmlns:a="http://schemas.openxmlformats.org/drawingml/2006/main">
              <a:ext uri="{FF2B5EF4-FFF2-40B4-BE49-F238E27FC236}">
                <a16:creationId xmlns:a16="http://schemas.microsoft.com/office/drawing/2014/main" id="{D3EB8BFB-E77D-4404-87EE-C0D9C606762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8" name="21-text-1">
            <a:extLst xmlns:a="http://schemas.openxmlformats.org/drawingml/2006/main">
              <a:ext uri="{FF2B5EF4-FFF2-40B4-BE49-F238E27FC236}">
                <a16:creationId xmlns:a16="http://schemas.microsoft.com/office/drawing/2014/main" id="{9DE55887-C271-43F4-9748-4DE83F6FBF5B}"/>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39" name="21-text-2">
            <a:extLst xmlns:a="http://schemas.openxmlformats.org/drawingml/2006/main">
              <a:ext uri="{FF2B5EF4-FFF2-40B4-BE49-F238E27FC236}">
                <a16:creationId xmlns:a16="http://schemas.microsoft.com/office/drawing/2014/main" id="{9664E8A7-FB9B-42A4-8AFF-AF24775477E7}"/>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40" name="21-text-3">
            <a:extLst xmlns:a="http://schemas.openxmlformats.org/drawingml/2006/main">
              <a:ext uri="{FF2B5EF4-FFF2-40B4-BE49-F238E27FC236}">
                <a16:creationId xmlns:a16="http://schemas.microsoft.com/office/drawing/2014/main" id="{14AA4444-D1F2-4F20-864A-CB6CD91CD705}"/>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49" name="21-image-4"/>
          <p:cNvPicPr>
            <a:picLocks xmlns:a="http://schemas.openxmlformats.org/drawingml/2006/main" noChangeAspect="1"/>
          </p:cNvPicPr>
          <p:nvPr/>
        </p:nvPicPr>
        <p:blipFill>
          <a:blip xmlns:r="http://schemas.openxmlformats.org/officeDocument/2006/relationships" xmlns:a="http://schemas.openxmlformats.org/drawingml/2006/main" r:embed="Rfb8bc5bfc1224e34"/>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42" name="narrative-number">
            <a:extLst xmlns:a="http://schemas.openxmlformats.org/drawingml/2006/main">
              <a:ext uri="{FF2B5EF4-FFF2-40B4-BE49-F238E27FC236}">
                <a16:creationId xmlns:a16="http://schemas.microsoft.com/office/drawing/2014/main" id="{849D430A-5736-4097-A059-F795401502F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9784718"/>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3" name="!!area-name">
            <a:extLst xmlns:a="http://schemas.openxmlformats.org/drawingml/2006/main">
              <a:ext uri="{FF2B5EF4-FFF2-40B4-BE49-F238E27FC236}">
                <a16:creationId xmlns:a16="http://schemas.microsoft.com/office/drawing/2014/main" id="{96325C96-FEB7-4393-B622-A7FC5E00EF5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61" name="mini-map"/>
          <p:cNvPicPr>
            <a:picLocks xmlns:a="http://schemas.openxmlformats.org/drawingml/2006/main" noChangeAspect="1"/>
          </p:cNvPicPr>
          <p:nvPr/>
        </p:nvPicPr>
        <p:blipFill>
          <a:blip xmlns:r="http://schemas.openxmlformats.org/officeDocument/2006/relationships" xmlns:a="http://schemas.openxmlformats.org/drawingml/2006/main" r:embed="Rd36752ecb3e0427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5" name="slide-title">
            <a:extLst xmlns:a="http://schemas.openxmlformats.org/drawingml/2006/main">
              <a:ext uri="{FF2B5EF4-FFF2-40B4-BE49-F238E27FC236}">
                <a16:creationId xmlns:a16="http://schemas.microsoft.com/office/drawing/2014/main" id="{446A02D1-1AA2-48A0-AD89-698939109EF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 calls and execution</a:t>
            </a:r>
          </a:p>
        </p:txBody>
      </p:sp>
      <p:sp>
        <p:nvSpPr>
          <p:cNvPr id="246" name="header-divider">
            <a:extLst xmlns:a="http://schemas.openxmlformats.org/drawingml/2006/main">
              <a:ext uri="{FF2B5EF4-FFF2-40B4-BE49-F238E27FC236}">
                <a16:creationId xmlns:a16="http://schemas.microsoft.com/office/drawing/2014/main" id="{08254E45-2DE1-4668-B6CE-414CF37A7FD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7" name="22-text-1">
            <a:extLst xmlns:a="http://schemas.openxmlformats.org/drawingml/2006/main">
              <a:ext uri="{FF2B5EF4-FFF2-40B4-BE49-F238E27FC236}">
                <a16:creationId xmlns:a16="http://schemas.microsoft.com/office/drawing/2014/main" id="{8EC8209F-D0FF-4F4D-9E49-A8D78D71A3A7}"/>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Proposal</a:t>
            </a:r>
          </a:p>
        </p:txBody>
      </p:sp>
      <p:sp>
        <p:nvSpPr>
          <p:cNvPr id="248" name="22-text-2">
            <a:extLst xmlns:a="http://schemas.openxmlformats.org/drawingml/2006/main">
              <a:ext uri="{FF2B5EF4-FFF2-40B4-BE49-F238E27FC236}">
                <a16:creationId xmlns:a16="http://schemas.microsoft.com/office/drawing/2014/main" id="{7314C61B-96DD-473F-9AA5-A24E59E7A305}"/>
              </a:ext>
            </a:extLst>
          </p:cNvPr>
          <p:cNvSpPr>
            <a:spLocks xmlns:a="http://schemas.openxmlformats.org/drawingml/2006/main"/>
          </p:cNvSpPr>
          <p:nvPr/>
        </p:nvSpPr>
        <p:spPr>
          <a:xfrm xmlns:a="http://schemas.openxmlformats.org/drawingml/2006/main">
            <a:off x="6096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operation and supplies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arguments.</a:t>
            </a:r>
          </a:p>
        </p:txBody>
      </p:sp>
      <p:sp>
        <p:nvSpPr>
          <p:cNvPr id="249" name="22-text-3">
            <a:extLst xmlns:a="http://schemas.openxmlformats.org/drawingml/2006/main">
              <a:ext uri="{FF2B5EF4-FFF2-40B4-BE49-F238E27FC236}">
                <a16:creationId xmlns:a16="http://schemas.microsoft.com/office/drawing/2014/main" id="{F079E066-3845-4F7E-8035-71AA1C2C2D86}"/>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50" name="22-text-4">
            <a:extLst xmlns:a="http://schemas.openxmlformats.org/drawingml/2006/main">
              <a:ext uri="{FF2B5EF4-FFF2-40B4-BE49-F238E27FC236}">
                <a16:creationId xmlns:a16="http://schemas.microsoft.com/office/drawing/2014/main" id="{003B9243-E3A8-4C04-A914-244C613180DA}"/>
              </a:ext>
            </a:extLst>
          </p:cNvPr>
          <p:cNvSpPr>
            <a:spLocks xmlns:a="http://schemas.openxmlformats.org/drawingml/2006/main"/>
          </p:cNvSpPr>
          <p:nvPr/>
        </p:nvSpPr>
        <p:spPr>
          <a:xfrm xmlns:a="http://schemas.openxmlformats.org/drawingml/2006/main">
            <a:off x="45212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code validates,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authorizes, and executes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requests.</a:t>
            </a:r>
          </a:p>
        </p:txBody>
      </p:sp>
      <p:sp>
        <p:nvSpPr>
          <p:cNvPr id="251" name="22-text-5">
            <a:extLst xmlns:a="http://schemas.openxmlformats.org/drawingml/2006/main">
              <a:ext uri="{FF2B5EF4-FFF2-40B4-BE49-F238E27FC236}">
                <a16:creationId xmlns:a16="http://schemas.microsoft.com/office/drawing/2014/main" id="{F64F0F7A-A946-4B1E-9E8A-EEFAFC704D36}"/>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Observation</a:t>
            </a:r>
          </a:p>
        </p:txBody>
      </p:sp>
      <p:sp>
        <p:nvSpPr>
          <p:cNvPr id="252" name="22-text-6">
            <a:extLst xmlns:a="http://schemas.openxmlformats.org/drawingml/2006/main">
              <a:ext uri="{FF2B5EF4-FFF2-40B4-BE49-F238E27FC236}">
                <a16:creationId xmlns:a16="http://schemas.microsoft.com/office/drawing/2014/main" id="{D8366138-7767-4CDE-9497-409C164E73A4}"/>
              </a:ext>
            </a:extLst>
          </p:cNvPr>
          <p:cNvSpPr>
            <a:spLocks xmlns:a="http://schemas.openxmlformats.org/drawingml/2006/main"/>
          </p:cNvSpPr>
          <p:nvPr/>
        </p:nvSpPr>
        <p:spPr>
          <a:xfrm xmlns:a="http://schemas.openxmlformats.org/drawingml/2006/main">
            <a:off x="84328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result informs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next model step.</a:t>
            </a:r>
          </a:p>
        </p:txBody>
      </p:sp>
      <p:sp>
        <p:nvSpPr>
          <p:cNvPr id="253" name="22-line-8">
            <a:extLst xmlns:a="http://schemas.openxmlformats.org/drawingml/2006/main">
              <a:ext uri="{FF2B5EF4-FFF2-40B4-BE49-F238E27FC236}">
                <a16:creationId xmlns:a16="http://schemas.microsoft.com/office/drawing/2014/main" id="{A53DEE03-8BF5-43C2-9448-7A02F2D0C7C1}"/>
              </a:ext>
            </a:extLst>
          </p:cNvPr>
          <p:cNvSpPr>
            <a:spLocks xmlns:a="http://schemas.openxmlformats.org/drawingml/2006/main"/>
          </p:cNvSpPr>
          <p:nvPr/>
        </p:nvSpPr>
        <p:spPr>
          <a:xfrm xmlns:a="http://schemas.openxmlformats.org/drawingml/2006/main" flipH="0" flipV="0">
            <a:off x="39116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4" name="22-line-10">
            <a:extLst xmlns:a="http://schemas.openxmlformats.org/drawingml/2006/main">
              <a:ext uri="{FF2B5EF4-FFF2-40B4-BE49-F238E27FC236}">
                <a16:creationId xmlns:a16="http://schemas.microsoft.com/office/drawing/2014/main" id="{8FA080B7-B9B4-4215-B029-E92CCFEAB108}"/>
              </a:ext>
            </a:extLst>
          </p:cNvPr>
          <p:cNvSpPr>
            <a:spLocks xmlns:a="http://schemas.openxmlformats.org/drawingml/2006/main"/>
          </p:cNvSpPr>
          <p:nvPr/>
        </p:nvSpPr>
        <p:spPr>
          <a:xfrm xmlns:a="http://schemas.openxmlformats.org/drawingml/2006/main" flipH="0" flipV="0">
            <a:off x="78232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5" name="22-text-11">
            <a:extLst xmlns:a="http://schemas.openxmlformats.org/drawingml/2006/main">
              <a:ext uri="{FF2B5EF4-FFF2-40B4-BE49-F238E27FC236}">
                <a16:creationId xmlns:a16="http://schemas.microsoft.com/office/drawing/2014/main" id="{EE0533FF-3757-4702-BFD8-152C8E39297F}"/>
              </a:ext>
            </a:extLst>
          </p:cNvPr>
          <p:cNvSpPr>
            <a:spLocks xmlns:a="http://schemas.openxmlformats.org/drawingml/2006/main"/>
          </p:cNvSpPr>
          <p:nvPr/>
        </p:nvSpPr>
        <p:spPr>
          <a:xfrm xmlns:a="http://schemas.openxmlformats.org/drawingml/2006/main">
            <a:off x="609600" y="4318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application call</a:t>
            </a:r>
          </a:p>
        </p:txBody>
      </p:sp>
      <p:sp>
        <p:nvSpPr>
          <p:cNvPr id="256" name="22-text-12">
            <a:extLst xmlns:a="http://schemas.openxmlformats.org/drawingml/2006/main">
              <a:ext uri="{FF2B5EF4-FFF2-40B4-BE49-F238E27FC236}">
                <a16:creationId xmlns:a16="http://schemas.microsoft.com/office/drawing/2014/main" id="{5B0AEA4D-4A6C-4660-8711-ABE4781B92F6}"/>
              </a:ext>
            </a:extLst>
          </p:cNvPr>
          <p:cNvSpPr>
            <a:spLocks xmlns:a="http://schemas.openxmlformats.org/drawingml/2006/main"/>
          </p:cNvSpPr>
          <p:nvPr/>
        </p:nvSpPr>
        <p:spPr>
          <a:xfrm xmlns:a="http://schemas.openxmlformats.org/drawingml/2006/main">
            <a:off x="609600" y="4724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Consolas"/>
                <a:ea typeface="Consolas"/>
                <a:cs typeface="Consolas"/>
              </a:defRPr>
            </a:pPr>
            <a:r>
              <a:rPr b="0">
                <a:solidFill>
                  <a:srgbClr val="FFFCF5"/>
                </a:solidFill>
                <a:latin typeface="Consolas"/>
                <a:ea typeface="Consolas"/>
                <a:cs typeface="Consolas"/>
              </a:rPr>
              <a:t>export_cited_brief(draft, citations, destination)</a:t>
            </a:r>
          </a:p>
        </p:txBody>
      </p:sp>
      <p:sp>
        <p:nvSpPr>
          <p:cNvPr id="257" name="22-text-13">
            <a:extLst xmlns:a="http://schemas.openxmlformats.org/drawingml/2006/main">
              <a:ext uri="{FF2B5EF4-FFF2-40B4-BE49-F238E27FC236}">
                <a16:creationId xmlns:a16="http://schemas.microsoft.com/office/drawing/2014/main" id="{9F255517-E717-4868-9F9D-D7B1D7670A83}"/>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Application checks</a:t>
            </a:r>
          </a:p>
        </p:txBody>
      </p:sp>
      <p:sp>
        <p:nvSpPr>
          <p:cNvPr id="258" name="22-text-14">
            <a:extLst xmlns:a="http://schemas.openxmlformats.org/drawingml/2006/main">
              <a:ext uri="{FF2B5EF4-FFF2-40B4-BE49-F238E27FC236}">
                <a16:creationId xmlns:a16="http://schemas.microsoft.com/office/drawing/2014/main" id="{79F35CDD-64BA-4489-8358-A8A4B14C0F45}"/>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Authenticated identity. Exact checked content.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destination.</a:t>
            </a:r>
          </a:p>
        </p:txBody>
      </p:sp>
      <p:sp>
        <p:nvSpPr>
          <p:cNvPr id="259" name="narrative-number">
            <a:extLst xmlns:a="http://schemas.openxmlformats.org/drawingml/2006/main">
              <a:ext uri="{FF2B5EF4-FFF2-40B4-BE49-F238E27FC236}">
                <a16:creationId xmlns:a16="http://schemas.microsoft.com/office/drawing/2014/main" id="{6A6389D5-C1EF-44C3-AC8C-D0A8C8B12D5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651811131"/>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0" name="!!area-name">
            <a:extLst xmlns:a="http://schemas.openxmlformats.org/drawingml/2006/main">
              <a:ext uri="{FF2B5EF4-FFF2-40B4-BE49-F238E27FC236}">
                <a16:creationId xmlns:a16="http://schemas.microsoft.com/office/drawing/2014/main" id="{1C825360-E1EA-456E-8143-272B06E0F89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71" name="mini-map"/>
          <p:cNvPicPr>
            <a:picLocks xmlns:a="http://schemas.openxmlformats.org/drawingml/2006/main" noChangeAspect="1"/>
          </p:cNvPicPr>
          <p:nvPr/>
        </p:nvPicPr>
        <p:blipFill>
          <a:blip xmlns:r="http://schemas.openxmlformats.org/officeDocument/2006/relationships" xmlns:a="http://schemas.openxmlformats.org/drawingml/2006/main" r:embed="R5439ff37d92a430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2" name="slide-title">
            <a:extLst xmlns:a="http://schemas.openxmlformats.org/drawingml/2006/main">
              <a:ext uri="{FF2B5EF4-FFF2-40B4-BE49-F238E27FC236}">
                <a16:creationId xmlns:a16="http://schemas.microsoft.com/office/drawing/2014/main" id="{2465F072-30F3-4527-8995-7068C2A227E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Capabilities and extension mechanisms</a:t>
            </a:r>
          </a:p>
        </p:txBody>
      </p:sp>
      <p:sp>
        <p:nvSpPr>
          <p:cNvPr id="263" name="header-divider">
            <a:extLst xmlns:a="http://schemas.openxmlformats.org/drawingml/2006/main">
              <a:ext uri="{FF2B5EF4-FFF2-40B4-BE49-F238E27FC236}">
                <a16:creationId xmlns:a16="http://schemas.microsoft.com/office/drawing/2014/main" id="{4DAD9743-FE6D-44CD-A82E-84CFC24F006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4" name="23-text-1">
            <a:extLst xmlns:a="http://schemas.openxmlformats.org/drawingml/2006/main">
              <a:ext uri="{FF2B5EF4-FFF2-40B4-BE49-F238E27FC236}">
                <a16:creationId xmlns:a16="http://schemas.microsoft.com/office/drawing/2014/main" id="{87FBE237-A408-46F9-8414-9274A5D0FC70}"/>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Capability size</a:t>
            </a:r>
          </a:p>
        </p:txBody>
      </p:sp>
      <p:sp>
        <p:nvSpPr>
          <p:cNvPr id="265" name="23-text-2">
            <a:extLst xmlns:a="http://schemas.openxmlformats.org/drawingml/2006/main">
              <a:ext uri="{FF2B5EF4-FFF2-40B4-BE49-F238E27FC236}">
                <a16:creationId xmlns:a16="http://schemas.microsoft.com/office/drawing/2014/main" id="{23BA3865-938D-4429-9FD0-2911CA29EDB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Flexible primitives or task-oriented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the boundary on real work.</a:t>
            </a:r>
          </a:p>
        </p:txBody>
      </p:sp>
      <p:graphicFrame>
        <p:nvGraphicFramePr>
          <p:cNvPr id="276" name="23-table-3"/>
          <p:cNvGraphicFramePr/>
          <p:nvPr/>
        </p:nvGraphicFramePr>
        <p:xfrm>
          <a:off xmlns:a="http://schemas.openxmlformats.org/drawingml/2006/main" x="609600" y="3429000"/>
          <a:ext xmlns:a="http://schemas.openxmlformats.org/drawingml/2006/main" cx="10972800" cy="1930400"/>
        </p:xfrm>
        <a:graphic xmlns:a="http://schemas.openxmlformats.org/drawingml/2006/main">
          <a:graphicData uri="http://schemas.openxmlformats.org/drawingml/2006/table">
            <a:tbl>
              <a:tblPr firstRow="0" firstCol="0" lastCol="0" bandRow="0" bandCol="0"/>
              <a:tblGrid>
                <a:gridCol w="2286000"/>
                <a:gridCol w="8686800"/>
              </a:tblGrid>
              <a:tr h="406400">
                <a:tc>
                  <a:txBody>
                    <a:bodyPr>
                      <a:noAutofit/>
                    </a:bodyPr>
                    <a:lstStyle/>
                    <a:p>
                      <a:pPr>
                        <a:lnSpc>
                          <a:spcPct val="125000"/>
                        </a:lnSpc>
                        <a:buNone/>
                      </a:pPr>
                      <a:r>
                        <a:rPr sz="2000" b="1">
                          <a:solidFill>
                            <a:srgbClr val="F948BE"/>
                          </a:solidFill>
                          <a:latin typeface="Helvetica"/>
                          <a:ea typeface="Helvetica"/>
                          <a:cs typeface="Helvetica"/>
                        </a:rPr>
                        <a:t>Mechanism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Role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MCP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Connect applications to tools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Skills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Reusable task instructions and supporting resources.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Plugins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Package capabilities for installation and distribution.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67" name="23-text-4">
            <a:extLst xmlns:a="http://schemas.openxmlformats.org/drawingml/2006/main">
              <a:ext uri="{FF2B5EF4-FFF2-40B4-BE49-F238E27FC236}">
                <a16:creationId xmlns:a16="http://schemas.microsoft.com/office/drawing/2014/main" id="{3745BF63-C158-4C40-B3D9-3FBA5DBE25F2}"/>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Operational contract</a:t>
            </a:r>
          </a:p>
        </p:txBody>
      </p:sp>
      <p:sp>
        <p:nvSpPr>
          <p:cNvPr id="268" name="23-text-5">
            <a:extLst xmlns:a="http://schemas.openxmlformats.org/drawingml/2006/main">
              <a:ext uri="{FF2B5EF4-FFF2-40B4-BE49-F238E27FC236}">
                <a16:creationId xmlns:a16="http://schemas.microsoft.com/office/drawing/2014/main" id="{278B0D50-A8F2-4E34-929A-4BADF9976356}"/>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Maintain descriptions, inputs, results, and failure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permissions in code.</a:t>
            </a:r>
          </a:p>
        </p:txBody>
      </p:sp>
      <p:sp>
        <p:nvSpPr>
          <p:cNvPr id="269" name="narrative-number">
            <a:extLst xmlns:a="http://schemas.openxmlformats.org/drawingml/2006/main">
              <a:ext uri="{FF2B5EF4-FFF2-40B4-BE49-F238E27FC236}">
                <a16:creationId xmlns:a16="http://schemas.microsoft.com/office/drawing/2014/main" id="{A3E4E57B-DE17-4C73-92A3-C3363B5DFAD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3268643886"/>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0" name="!!area-name">
            <a:extLst xmlns:a="http://schemas.openxmlformats.org/drawingml/2006/main">
              <a:ext uri="{FF2B5EF4-FFF2-40B4-BE49-F238E27FC236}">
                <a16:creationId xmlns:a16="http://schemas.microsoft.com/office/drawing/2014/main" id="{2325F852-6D43-43C9-B967-0C2357F3157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84" name="mini-map"/>
          <p:cNvPicPr>
            <a:picLocks xmlns:a="http://schemas.openxmlformats.org/drawingml/2006/main" noChangeAspect="1"/>
          </p:cNvPicPr>
          <p:nvPr/>
        </p:nvPicPr>
        <p:blipFill>
          <a:blip xmlns:r="http://schemas.openxmlformats.org/officeDocument/2006/relationships" xmlns:a="http://schemas.openxmlformats.org/drawingml/2006/main" r:embed="Rda883be671854d3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2" name="slide-title">
            <a:extLst xmlns:a="http://schemas.openxmlformats.org/drawingml/2006/main">
              <a:ext uri="{FF2B5EF4-FFF2-40B4-BE49-F238E27FC236}">
                <a16:creationId xmlns:a16="http://schemas.microsoft.com/office/drawing/2014/main" id="{89D97DB3-F245-4A64-BCB7-DDC6C0793E8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73" name="header-divider">
            <a:extLst xmlns:a="http://schemas.openxmlformats.org/drawingml/2006/main">
              <a:ext uri="{FF2B5EF4-FFF2-40B4-BE49-F238E27FC236}">
                <a16:creationId xmlns:a16="http://schemas.microsoft.com/office/drawing/2014/main" id="{697F995C-DE66-4BE2-AC3C-701B369082F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4" name="24-text-1">
            <a:extLst xmlns:a="http://schemas.openxmlformats.org/drawingml/2006/main">
              <a:ext uri="{FF2B5EF4-FFF2-40B4-BE49-F238E27FC236}">
                <a16:creationId xmlns:a16="http://schemas.microsoft.com/office/drawing/2014/main" id="{4C10ADF4-9235-4E77-B7A4-CBA25DF809C3}"/>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75" name="24-text-2">
            <a:extLst xmlns:a="http://schemas.openxmlformats.org/drawingml/2006/main">
              <a:ext uri="{FF2B5EF4-FFF2-40B4-BE49-F238E27FC236}">
                <a16:creationId xmlns:a16="http://schemas.microsoft.com/office/drawing/2014/main" id="{F79986CB-B4BC-4A71-94FA-524C7DFA9432}"/>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76" name="24-text-3">
            <a:extLst xmlns:a="http://schemas.openxmlformats.org/drawingml/2006/main">
              <a:ext uri="{FF2B5EF4-FFF2-40B4-BE49-F238E27FC236}">
                <a16:creationId xmlns:a16="http://schemas.microsoft.com/office/drawing/2014/main" id="{24DDBC36-CD23-4261-9DE2-6AD81A79CF36}"/>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77" name="24-text-4">
            <a:extLst xmlns:a="http://schemas.openxmlformats.org/drawingml/2006/main">
              <a:ext uri="{FF2B5EF4-FFF2-40B4-BE49-F238E27FC236}">
                <a16:creationId xmlns:a16="http://schemas.microsoft.com/office/drawing/2014/main" id="{714989ED-D6AB-4542-B5D8-1C9194456941}"/>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 arguments still require permission checks.</a:t>
            </a:r>
          </a:p>
        </p:txBody>
      </p:sp>
      <p:sp>
        <p:nvSpPr>
          <p:cNvPr id="278" name="24-text-5">
            <a:extLst xmlns:a="http://schemas.openxmlformats.org/drawingml/2006/main">
              <a:ext uri="{FF2B5EF4-FFF2-40B4-BE49-F238E27FC236}">
                <a16:creationId xmlns:a16="http://schemas.microsoft.com/office/drawing/2014/main" id="{13CF2409-3E58-468B-A14B-07B85DFB48BC}"/>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79" name="24-text-6">
            <a:extLst xmlns:a="http://schemas.openxmlformats.org/drawingml/2006/main">
              <a:ext uri="{FF2B5EF4-FFF2-40B4-BE49-F238E27FC236}">
                <a16:creationId xmlns:a16="http://schemas.microsoft.com/office/drawing/2014/main" id="{918E931D-4F09-4077-A9B9-B138BC9F879A}"/>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80" name="24-text-7">
            <a:extLst xmlns:a="http://schemas.openxmlformats.org/drawingml/2006/main">
              <a:ext uri="{FF2B5EF4-FFF2-40B4-BE49-F238E27FC236}">
                <a16:creationId xmlns:a16="http://schemas.microsoft.com/office/drawing/2014/main" id="{4A974BDD-C154-4CA0-B61A-08791B3C0B4C}"/>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81" name="24-text-8">
            <a:extLst xmlns:a="http://schemas.openxmlformats.org/drawingml/2006/main">
              <a:ext uri="{FF2B5EF4-FFF2-40B4-BE49-F238E27FC236}">
                <a16:creationId xmlns:a16="http://schemas.microsoft.com/office/drawing/2014/main" id="{5A1AFF46-A3C6-4D25-82D6-C3C5C3EC3CB5}"/>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82" name="narrative-number">
            <a:extLst xmlns:a="http://schemas.openxmlformats.org/drawingml/2006/main">
              <a:ext uri="{FF2B5EF4-FFF2-40B4-BE49-F238E27FC236}">
                <a16:creationId xmlns:a16="http://schemas.microsoft.com/office/drawing/2014/main" id="{DFEF041C-703F-4BF3-93B9-4EC5A26070A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1921768952"/>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3" name="!!area-name">
            <a:extLst xmlns:a="http://schemas.openxmlformats.org/drawingml/2006/main">
              <a:ext uri="{FF2B5EF4-FFF2-40B4-BE49-F238E27FC236}">
                <a16:creationId xmlns:a16="http://schemas.microsoft.com/office/drawing/2014/main" id="{ECC84C21-EE55-4EDE-84A3-050B18EAD01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97" name="mini-map"/>
          <p:cNvPicPr>
            <a:picLocks xmlns:a="http://schemas.openxmlformats.org/drawingml/2006/main" noChangeAspect="1"/>
          </p:cNvPicPr>
          <p:nvPr/>
        </p:nvPicPr>
        <p:blipFill>
          <a:blip xmlns:r="http://schemas.openxmlformats.org/officeDocument/2006/relationships" xmlns:a="http://schemas.openxmlformats.org/drawingml/2006/main" r:embed="R7c0f0a5295244a7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5" name="slide-title">
            <a:extLst xmlns:a="http://schemas.openxmlformats.org/drawingml/2006/main">
              <a:ext uri="{FF2B5EF4-FFF2-40B4-BE49-F238E27FC236}">
                <a16:creationId xmlns:a16="http://schemas.microsoft.com/office/drawing/2014/main" id="{9F91C458-C6A2-4C7B-9256-BB608E1A4A0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86" name="header-divider">
            <a:extLst xmlns:a="http://schemas.openxmlformats.org/drawingml/2006/main">
              <a:ext uri="{FF2B5EF4-FFF2-40B4-BE49-F238E27FC236}">
                <a16:creationId xmlns:a16="http://schemas.microsoft.com/office/drawing/2014/main" id="{D5CA15EA-7B30-4505-A55E-22DC72C7A2B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7" name="25-text-1">
            <a:extLst xmlns:a="http://schemas.openxmlformats.org/drawingml/2006/main">
              <a:ext uri="{FF2B5EF4-FFF2-40B4-BE49-F238E27FC236}">
                <a16:creationId xmlns:a16="http://schemas.microsoft.com/office/drawing/2014/main" id="{D3C81883-9EB4-4968-8604-A96E92A269A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CUI/ECI export contract test. No deployed result claimed.</a:t>
            </a:r>
          </a:p>
        </p:txBody>
      </p:sp>
      <p:sp>
        <p:nvSpPr>
          <p:cNvPr id="288" name="25-text-2">
            <a:extLst xmlns:a="http://schemas.openxmlformats.org/drawingml/2006/main">
              <a:ext uri="{FF2B5EF4-FFF2-40B4-BE49-F238E27FC236}">
                <a16:creationId xmlns:a16="http://schemas.microsoft.com/office/drawing/2014/main" id="{BC538252-AA75-4FAC-9E0A-86477E7B4CF1}"/>
              </a:ext>
            </a:extLst>
          </p:cNvPr>
          <p:cNvSpPr>
            <a:spLocks xmlns:a="http://schemas.openxmlformats.org/drawingml/2006/main"/>
          </p:cNvSpPr>
          <p:nvPr/>
        </p:nvSpPr>
        <p:spPr>
          <a:xfrm xmlns:a="http://schemas.openxmlformats.org/drawingml/2006/main">
            <a:off x="609600" y="28448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89" name="25-text-3">
            <a:extLst xmlns:a="http://schemas.openxmlformats.org/drawingml/2006/main">
              <a:ext uri="{FF2B5EF4-FFF2-40B4-BE49-F238E27FC236}">
                <a16:creationId xmlns:a16="http://schemas.microsoft.com/office/drawing/2014/main" id="{B70FB1C0-3FFA-4AD4-8D5E-2ABED614490E}"/>
              </a:ext>
            </a:extLst>
          </p:cNvPr>
          <p:cNvSpPr>
            <a:spLocks xmlns:a="http://schemas.openxmlformats.org/drawingml/2006/main"/>
          </p:cNvSpPr>
          <p:nvPr/>
        </p:nvSpPr>
        <p:spPr>
          <a:xfrm xmlns:a="http://schemas.openxmlformats.org/drawingml/2006/main">
            <a:off x="2844800" y="2844800"/>
            <a:ext cx="873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the exact checked draft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 a permitted destination.</a:t>
            </a:r>
          </a:p>
        </p:txBody>
      </p:sp>
      <p:graphicFrame>
        <p:nvGraphicFramePr>
          <p:cNvPr id="303" name="25-table-4"/>
          <p:cNvGraphicFramePr/>
          <p:nvPr/>
        </p:nvGraphicFramePr>
        <p:xfrm>
          <a:off xmlns:a="http://schemas.openxmlformats.org/drawingml/2006/main" x="609600" y="3733800"/>
          <a:ext xmlns:a="http://schemas.openxmlformats.org/drawingml/2006/main" cx="10972800" cy="1143000"/>
        </p:xfrm>
        <a:graphic xmlns:a="http://schemas.openxmlformats.org/drawingml/2006/main">
          <a:graphicData uri="http://schemas.openxmlformats.org/drawingml/2006/table">
            <a:tbl>
              <a:tblPr firstRow="0" firstCol="0" lastCol="0" bandRow="0" bandCol="0"/>
              <a:tblGrid>
                <a:gridCol w="5334000"/>
                <a:gridCol w="304800"/>
                <a:gridCol w="5334000"/>
              </a:tblGrid>
              <a:tr h="406400">
                <a:tc>
                  <a:txBody>
                    <a:bodyPr>
                      <a:noAutofit/>
                    </a:bodyPr>
                    <a:lstStyle/>
                    <a:p>
                      <a:pPr>
                        <a:lnSpc>
                          <a:spcPct val="125000"/>
                        </a:lnSpc>
                        <a:buNone/>
                      </a:pPr>
                      <a:r>
                        <a:rPr sz="2400" b="1">
                          <a:solidFill>
                            <a:srgbClr val="F948BE"/>
                          </a:solidFill>
                          <a:latin typeface="Helvetica"/>
                          <a:ea typeface="Helvetica"/>
                          <a:cs typeface="Helvetica"/>
                        </a:rPr>
                        <a:t>Contract requires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proposes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A destination permitted</a:t>
                      </a:r>
                    </a:p>
                    <a:p>
                      <a:pPr>
                        <a:lnSpc>
                          <a:spcPct val="125000"/>
                        </a:lnSpc>
                        <a:buNone/>
                      </a:pPr>
                      <a:r>
                        <a:rPr sz="2000" b="0">
                          <a:solidFill>
                            <a:srgbClr val="FFFCF5"/>
                          </a:solidFill>
                          <a:latin typeface="Helvetica"/>
                          <a:ea typeface="Helvetica"/>
                          <a:cs typeface="Helvetica"/>
                        </a:rPr>
                        <a:t>for these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destination outside</a:t>
                      </a:r>
                    </a:p>
                    <a:p>
                      <a:pPr>
                        <a:lnSpc>
                          <a:spcPct val="125000"/>
                        </a:lnSpc>
                        <a:buNone/>
                      </a:pPr>
                      <a:r>
                        <a:rPr sz="2000" b="0">
                          <a:solidFill>
                            <a:srgbClr val="FFFCF5"/>
                          </a:solidFill>
                          <a:latin typeface="Helvetica"/>
                          <a:ea typeface="Helvetica"/>
                          <a:cs typeface="Helvetica"/>
                        </a:rPr>
                        <a:t>the 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91" name="25-text-5">
            <a:extLst xmlns:a="http://schemas.openxmlformats.org/drawingml/2006/main">
              <a:ext uri="{FF2B5EF4-FFF2-40B4-BE49-F238E27FC236}">
                <a16:creationId xmlns:a16="http://schemas.microsoft.com/office/drawing/2014/main" id="{CCFE57D6-EE5F-4D6A-91B3-4380591974EB}"/>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Expected result</a:t>
            </a:r>
          </a:p>
        </p:txBody>
      </p:sp>
      <p:sp>
        <p:nvSpPr>
          <p:cNvPr id="292" name="25-text-6">
            <a:extLst xmlns:a="http://schemas.openxmlformats.org/drawingml/2006/main">
              <a:ext uri="{FF2B5EF4-FFF2-40B4-BE49-F238E27FC236}">
                <a16:creationId xmlns:a16="http://schemas.microsoft.com/office/drawing/2014/main" id="{15794E9C-BDDE-4338-9BDF-CC491F24F90A}"/>
              </a:ext>
            </a:extLst>
          </p:cNvPr>
          <p:cNvSpPr>
            <a:spLocks xmlns:a="http://schemas.openxmlformats.org/drawingml/2006/main"/>
          </p:cNvSpPr>
          <p:nvPr/>
        </p:nvSpPr>
        <p:spPr>
          <a:xfrm xmlns:a="http://schemas.openxmlformats.org/drawingml/2006/main">
            <a:off x="3708400" y="5080000"/>
            <a:ext cx="787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Export rejected before transfer.</a:t>
            </a:r>
          </a:p>
        </p:txBody>
      </p:sp>
      <p:sp>
        <p:nvSpPr>
          <p:cNvPr id="293" name="25-text-7">
            <a:extLst xmlns:a="http://schemas.openxmlformats.org/drawingml/2006/main">
              <a:ext uri="{FF2B5EF4-FFF2-40B4-BE49-F238E27FC236}">
                <a16:creationId xmlns:a16="http://schemas.microsoft.com/office/drawing/2014/main" id="{62AE4801-986C-4158-A0F1-F6E173C14C64}"/>
              </a:ext>
            </a:extLst>
          </p:cNvPr>
          <p:cNvSpPr>
            <a:spLocks xmlns:a="http://schemas.openxmlformats.org/drawingml/2006/main"/>
          </p:cNvSpPr>
          <p:nvPr/>
        </p:nvSpPr>
        <p:spPr>
          <a:xfrm xmlns:a="http://schemas.openxmlformats.org/drawingml/2006/main">
            <a:off x="609600" y="5613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94" name="25-text-8">
            <a:extLst xmlns:a="http://schemas.openxmlformats.org/drawingml/2006/main">
              <a:ext uri="{FF2B5EF4-FFF2-40B4-BE49-F238E27FC236}">
                <a16:creationId xmlns:a16="http://schemas.microsoft.com/office/drawing/2014/main" id="{C2522273-5F16-442E-AF79-80A76BDD0DD4}"/>
              </a:ext>
            </a:extLst>
          </p:cNvPr>
          <p:cNvSpPr>
            <a:spLocks xmlns:a="http://schemas.openxmlformats.org/drawingml/2006/main"/>
          </p:cNvSpPr>
          <p:nvPr/>
        </p:nvSpPr>
        <p:spPr>
          <a:xfrm xmlns:a="http://schemas.openxmlformats.org/drawingml/2006/main">
            <a:off x="3708400" y="5613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Clear rejection reason.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export at that destination.</a:t>
            </a:r>
          </a:p>
        </p:txBody>
      </p:sp>
      <p:sp>
        <p:nvSpPr>
          <p:cNvPr id="295" name="narrative-number">
            <a:extLst xmlns:a="http://schemas.openxmlformats.org/drawingml/2006/main">
              <a:ext uri="{FF2B5EF4-FFF2-40B4-BE49-F238E27FC236}">
                <a16:creationId xmlns:a16="http://schemas.microsoft.com/office/drawing/2014/main" id="{085937C1-EB36-4328-A40C-9F81F0A08CD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756306078"/>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6" name="!!area-name">
            <a:extLst xmlns:a="http://schemas.openxmlformats.org/drawingml/2006/main">
              <a:ext uri="{FF2B5EF4-FFF2-40B4-BE49-F238E27FC236}">
                <a16:creationId xmlns:a16="http://schemas.microsoft.com/office/drawing/2014/main" id="{89EB4B0D-B497-4F27-BC9C-660F15DC553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305" name="mini-map"/>
          <p:cNvPicPr>
            <a:picLocks xmlns:a="http://schemas.openxmlformats.org/drawingml/2006/main" noChangeAspect="1"/>
          </p:cNvPicPr>
          <p:nvPr/>
        </p:nvPicPr>
        <p:blipFill>
          <a:blip xmlns:r="http://schemas.openxmlformats.org/officeDocument/2006/relationships" xmlns:a="http://schemas.openxmlformats.org/drawingml/2006/main" r:embed="R71b6e77c8738446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8" name="header-divider">
            <a:extLst xmlns:a="http://schemas.openxmlformats.org/drawingml/2006/main">
              <a:ext uri="{FF2B5EF4-FFF2-40B4-BE49-F238E27FC236}">
                <a16:creationId xmlns:a16="http://schemas.microsoft.com/office/drawing/2014/main" id="{B23744C2-D4F1-485E-A767-AC6A738E315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9" name="26-text-1">
            <a:extLst xmlns:a="http://schemas.openxmlformats.org/drawingml/2006/main">
              <a:ext uri="{FF2B5EF4-FFF2-40B4-BE49-F238E27FC236}">
                <a16:creationId xmlns:a16="http://schemas.microsoft.com/office/drawing/2014/main" id="{8CB7BF5C-78FB-4D24-BC48-CE84231FDA52}"/>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300" name="26-text-2">
            <a:extLst xmlns:a="http://schemas.openxmlformats.org/drawingml/2006/main">
              <a:ext uri="{FF2B5EF4-FFF2-40B4-BE49-F238E27FC236}">
                <a16:creationId xmlns:a16="http://schemas.microsoft.com/office/drawing/2014/main" id="{55177D81-7911-4721-BE0F-4B63555D7CBD}"/>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301" name="26-text-3">
            <a:extLst xmlns:a="http://schemas.openxmlformats.org/drawingml/2006/main">
              <a:ext uri="{FF2B5EF4-FFF2-40B4-BE49-F238E27FC236}">
                <a16:creationId xmlns:a16="http://schemas.microsoft.com/office/drawing/2014/main" id="{1175BFDF-D7E1-44FC-84AF-5BF2CC17CDA8}"/>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310" name="26-image-4"/>
          <p:cNvPicPr>
            <a:picLocks xmlns:a="http://schemas.openxmlformats.org/drawingml/2006/main" noChangeAspect="1"/>
          </p:cNvPicPr>
          <p:nvPr/>
        </p:nvPicPr>
        <p:blipFill>
          <a:blip xmlns:r="http://schemas.openxmlformats.org/officeDocument/2006/relationships" xmlns:a="http://schemas.openxmlformats.org/drawingml/2006/main" r:embed="Ra8036634705b49b4"/>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03" name="narrative-number">
            <a:extLst xmlns:a="http://schemas.openxmlformats.org/drawingml/2006/main">
              <a:ext uri="{FF2B5EF4-FFF2-40B4-BE49-F238E27FC236}">
                <a16:creationId xmlns:a16="http://schemas.microsoft.com/office/drawing/2014/main" id="{BB7CC817-E36C-462A-BC72-B7DFD717419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3406364938"/>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4" name="!!area-name">
            <a:extLst xmlns:a="http://schemas.openxmlformats.org/drawingml/2006/main">
              <a:ext uri="{FF2B5EF4-FFF2-40B4-BE49-F238E27FC236}">
                <a16:creationId xmlns:a16="http://schemas.microsoft.com/office/drawing/2014/main" id="{527AECA2-3C9D-4723-8548-CD8CD7B6A72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341" name="mini-map"/>
          <p:cNvPicPr>
            <a:picLocks xmlns:a="http://schemas.openxmlformats.org/drawingml/2006/main" noChangeAspect="1"/>
          </p:cNvPicPr>
          <p:nvPr/>
        </p:nvPicPr>
        <p:blipFill>
          <a:blip xmlns:r="http://schemas.openxmlformats.org/officeDocument/2006/relationships" xmlns:a="http://schemas.openxmlformats.org/drawingml/2006/main" r:embed="Rc1dc4a671fb64af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6" name="slide-title">
            <a:extLst xmlns:a="http://schemas.openxmlformats.org/drawingml/2006/main">
              <a:ext uri="{FF2B5EF4-FFF2-40B4-BE49-F238E27FC236}">
                <a16:creationId xmlns:a16="http://schemas.microsoft.com/office/drawing/2014/main" id="{BF81E9C7-F9C2-4BAE-9226-9F3A8D3E1F5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307" name="header-divider">
            <a:extLst xmlns:a="http://schemas.openxmlformats.org/drawingml/2006/main">
              <a:ext uri="{FF2B5EF4-FFF2-40B4-BE49-F238E27FC236}">
                <a16:creationId xmlns:a16="http://schemas.microsoft.com/office/drawing/2014/main" id="{50ECFB3A-CC6C-4F5E-AE07-EA7117A10E8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8" name="27-text-1">
            <a:extLst xmlns:a="http://schemas.openxmlformats.org/drawingml/2006/main">
              <a:ext uri="{FF2B5EF4-FFF2-40B4-BE49-F238E27FC236}">
                <a16:creationId xmlns:a16="http://schemas.microsoft.com/office/drawing/2014/main" id="{B8F40AD6-C542-48A6-AB33-0A3470FA51A1}"/>
              </a:ext>
            </a:extLst>
          </p:cNvPr>
          <p:cNvSpPr>
            <a:spLocks xmlns:a="http://schemas.openxmlformats.org/drawingml/2006/main"/>
          </p:cNvSpPr>
          <p:nvPr/>
        </p:nvSpPr>
        <p:spPr>
          <a:xfrm xmlns:a="http://schemas.openxmlformats.org/drawingml/2006/main">
            <a:off x="609600" y="243840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309" name="27-text-2">
            <a:extLst xmlns:a="http://schemas.openxmlformats.org/drawingml/2006/main">
              <a:ext uri="{FF2B5EF4-FFF2-40B4-BE49-F238E27FC236}">
                <a16:creationId xmlns:a16="http://schemas.microsoft.com/office/drawing/2014/main" id="{67824342-0F21-4827-A8FE-741E3F6113BE}"/>
              </a:ext>
            </a:extLst>
          </p:cNvPr>
          <p:cNvSpPr>
            <a:spLocks xmlns:a="http://schemas.openxmlformats.org/drawingml/2006/main"/>
          </p:cNvSpPr>
          <p:nvPr/>
        </p:nvSpPr>
        <p:spPr>
          <a:xfrm xmlns:a="http://schemas.openxmlformats.org/drawingml/2006/main">
            <a:off x="3098800" y="2438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defines the stages and permitted transitions.</a:t>
            </a:r>
          </a:p>
        </p:txBody>
      </p:sp>
      <p:sp>
        <p:nvSpPr>
          <p:cNvPr id="310" name="27-text-3">
            <a:extLst xmlns:a="http://schemas.openxmlformats.org/drawingml/2006/main">
              <a:ext uri="{FF2B5EF4-FFF2-40B4-BE49-F238E27FC236}">
                <a16:creationId xmlns:a16="http://schemas.microsoft.com/office/drawing/2014/main" id="{91035145-7724-415B-B60C-5B547BFF586C}"/>
              </a:ext>
            </a:extLst>
          </p:cNvPr>
          <p:cNvSpPr>
            <a:spLocks xmlns:a="http://schemas.openxmlformats.org/drawingml/2006/main"/>
          </p:cNvSpPr>
          <p:nvPr/>
        </p:nvSpPr>
        <p:spPr>
          <a:xfrm xmlns:a="http://schemas.openxmlformats.org/drawingml/2006/main">
            <a:off x="609600" y="2946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workflow</a:t>
            </a:r>
          </a:p>
        </p:txBody>
      </p:sp>
      <p:sp>
        <p:nvSpPr>
          <p:cNvPr id="311" name="27-text-4">
            <a:extLst xmlns:a="http://schemas.openxmlformats.org/drawingml/2006/main">
              <a:ext uri="{FF2B5EF4-FFF2-40B4-BE49-F238E27FC236}">
                <a16:creationId xmlns:a16="http://schemas.microsoft.com/office/drawing/2014/main" id="{A8DF9D23-5A44-469B-92DB-B898142B4004}"/>
              </a:ext>
            </a:extLst>
          </p:cNvPr>
          <p:cNvSpPr>
            <a:spLocks xmlns:a="http://schemas.openxmlformats.org/drawingml/2006/main"/>
          </p:cNvSpPr>
          <p:nvPr/>
        </p:nvSpPr>
        <p:spPr>
          <a:xfrm xmlns:a="http://schemas.openxmlformats.org/drawingml/2006/main">
            <a:off x="609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Retrieve</a:t>
            </a:r>
          </a:p>
        </p:txBody>
      </p:sp>
      <p:sp>
        <p:nvSpPr>
          <p:cNvPr id="312" name="27-text-5">
            <a:extLst xmlns:a="http://schemas.openxmlformats.org/drawingml/2006/main">
              <a:ext uri="{FF2B5EF4-FFF2-40B4-BE49-F238E27FC236}">
                <a16:creationId xmlns:a16="http://schemas.microsoft.com/office/drawing/2014/main" id="{4FB64622-5D1C-4CC9-ABA3-1B4DA6B6A62D}"/>
              </a:ext>
            </a:extLst>
          </p:cNvPr>
          <p:cNvSpPr>
            <a:spLocks xmlns:a="http://schemas.openxmlformats.org/drawingml/2006/main"/>
          </p:cNvSpPr>
          <p:nvPr/>
        </p:nvSpPr>
        <p:spPr>
          <a:xfrm xmlns:a="http://schemas.openxmlformats.org/drawingml/2006/main">
            <a:off x="24892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Inspect</a:t>
            </a:r>
          </a:p>
        </p:txBody>
      </p:sp>
      <p:sp>
        <p:nvSpPr>
          <p:cNvPr id="313" name="27-text-6">
            <a:extLst xmlns:a="http://schemas.openxmlformats.org/drawingml/2006/main">
              <a:ext uri="{FF2B5EF4-FFF2-40B4-BE49-F238E27FC236}">
                <a16:creationId xmlns:a16="http://schemas.microsoft.com/office/drawing/2014/main" id="{FD6905E1-25FC-4FF1-8370-5F935C561FC6}"/>
              </a:ext>
            </a:extLst>
          </p:cNvPr>
          <p:cNvSpPr>
            <a:spLocks xmlns:a="http://schemas.openxmlformats.org/drawingml/2006/main"/>
          </p:cNvSpPr>
          <p:nvPr/>
        </p:nvSpPr>
        <p:spPr>
          <a:xfrm xmlns:a="http://schemas.openxmlformats.org/drawingml/2006/main">
            <a:off x="43688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Compare</a:t>
            </a:r>
          </a:p>
        </p:txBody>
      </p:sp>
      <p:sp>
        <p:nvSpPr>
          <p:cNvPr id="314" name="27-text-7">
            <a:extLst xmlns:a="http://schemas.openxmlformats.org/drawingml/2006/main">
              <a:ext uri="{FF2B5EF4-FFF2-40B4-BE49-F238E27FC236}">
                <a16:creationId xmlns:a16="http://schemas.microsoft.com/office/drawing/2014/main" id="{B3B57DB3-DFE7-4013-9358-8D47B0F1B53B}"/>
              </a:ext>
            </a:extLst>
          </p:cNvPr>
          <p:cNvSpPr>
            <a:spLocks xmlns:a="http://schemas.openxmlformats.org/drawingml/2006/main"/>
          </p:cNvSpPr>
          <p:nvPr/>
        </p:nvSpPr>
        <p:spPr>
          <a:xfrm xmlns:a="http://schemas.openxmlformats.org/drawingml/2006/main">
            <a:off x="62484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Reconcile</a:t>
            </a:r>
          </a:p>
        </p:txBody>
      </p:sp>
      <p:sp>
        <p:nvSpPr>
          <p:cNvPr id="315" name="27-text-8">
            <a:extLst xmlns:a="http://schemas.openxmlformats.org/drawingml/2006/main">
              <a:ext uri="{FF2B5EF4-FFF2-40B4-BE49-F238E27FC236}">
                <a16:creationId xmlns:a16="http://schemas.microsoft.com/office/drawing/2014/main" id="{3593B396-BF79-4872-A7CC-E543B9A11B22}"/>
              </a:ext>
            </a:extLst>
          </p:cNvPr>
          <p:cNvSpPr>
            <a:spLocks xmlns:a="http://schemas.openxmlformats.org/drawingml/2006/main"/>
          </p:cNvSpPr>
          <p:nvPr/>
        </p:nvSpPr>
        <p:spPr>
          <a:xfrm xmlns:a="http://schemas.openxmlformats.org/drawingml/2006/main">
            <a:off x="81280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Verify</a:t>
            </a:r>
          </a:p>
        </p:txBody>
      </p:sp>
      <p:sp>
        <p:nvSpPr>
          <p:cNvPr id="316" name="27-text-9">
            <a:extLst xmlns:a="http://schemas.openxmlformats.org/drawingml/2006/main">
              <a:ext uri="{FF2B5EF4-FFF2-40B4-BE49-F238E27FC236}">
                <a16:creationId xmlns:a16="http://schemas.microsoft.com/office/drawing/2014/main" id="{376F04DF-07B0-41B9-8A34-5F95D6634690}"/>
              </a:ext>
            </a:extLst>
          </p:cNvPr>
          <p:cNvSpPr>
            <a:spLocks xmlns:a="http://schemas.openxmlformats.org/drawingml/2006/main"/>
          </p:cNvSpPr>
          <p:nvPr/>
        </p:nvSpPr>
        <p:spPr>
          <a:xfrm xmlns:a="http://schemas.openxmlformats.org/drawingml/2006/main">
            <a:off x="10007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a:t>
            </a:r>
          </a:p>
        </p:txBody>
      </p:sp>
      <p:sp>
        <p:nvSpPr>
          <p:cNvPr id="317" name="27-line-11">
            <a:extLst xmlns:a="http://schemas.openxmlformats.org/drawingml/2006/main">
              <a:ext uri="{FF2B5EF4-FFF2-40B4-BE49-F238E27FC236}">
                <a16:creationId xmlns:a16="http://schemas.microsoft.com/office/drawing/2014/main" id="{4851ACDF-1419-42B0-A850-20933E23F78A}"/>
              </a:ext>
            </a:extLst>
          </p:cNvPr>
          <p:cNvSpPr>
            <a:spLocks xmlns:a="http://schemas.openxmlformats.org/drawingml/2006/main"/>
          </p:cNvSpPr>
          <p:nvPr/>
        </p:nvSpPr>
        <p:spPr>
          <a:xfrm xmlns:a="http://schemas.openxmlformats.org/drawingml/2006/main" flipH="0" flipV="0">
            <a:off x="21336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8" name="27-line-13">
            <a:extLst xmlns:a="http://schemas.openxmlformats.org/drawingml/2006/main">
              <a:ext uri="{FF2B5EF4-FFF2-40B4-BE49-F238E27FC236}">
                <a16:creationId xmlns:a16="http://schemas.microsoft.com/office/drawing/2014/main" id="{888608C1-A509-4922-9D83-393750B2C1BC}"/>
              </a:ext>
            </a:extLst>
          </p:cNvPr>
          <p:cNvSpPr>
            <a:spLocks xmlns:a="http://schemas.openxmlformats.org/drawingml/2006/main"/>
          </p:cNvSpPr>
          <p:nvPr/>
        </p:nvSpPr>
        <p:spPr>
          <a:xfrm xmlns:a="http://schemas.openxmlformats.org/drawingml/2006/main" flipH="0" flipV="0">
            <a:off x="40132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9" name="27-line-15">
            <a:extLst xmlns:a="http://schemas.openxmlformats.org/drawingml/2006/main">
              <a:ext uri="{FF2B5EF4-FFF2-40B4-BE49-F238E27FC236}">
                <a16:creationId xmlns:a16="http://schemas.microsoft.com/office/drawing/2014/main" id="{E2B14D8B-70CB-40A8-83E6-49334AAE1C9B}"/>
              </a:ext>
            </a:extLst>
          </p:cNvPr>
          <p:cNvSpPr>
            <a:spLocks xmlns:a="http://schemas.openxmlformats.org/drawingml/2006/main"/>
          </p:cNvSpPr>
          <p:nvPr/>
        </p:nvSpPr>
        <p:spPr>
          <a:xfrm xmlns:a="http://schemas.openxmlformats.org/drawingml/2006/main" flipH="0" flipV="0">
            <a:off x="58928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0" name="27-line-17">
            <a:extLst xmlns:a="http://schemas.openxmlformats.org/drawingml/2006/main">
              <a:ext uri="{FF2B5EF4-FFF2-40B4-BE49-F238E27FC236}">
                <a16:creationId xmlns:a16="http://schemas.microsoft.com/office/drawing/2014/main" id="{6FCE002F-4ABB-4DF9-8E4F-679C31AADEB4}"/>
              </a:ext>
            </a:extLst>
          </p:cNvPr>
          <p:cNvSpPr>
            <a:spLocks xmlns:a="http://schemas.openxmlformats.org/drawingml/2006/main"/>
          </p:cNvSpPr>
          <p:nvPr/>
        </p:nvSpPr>
        <p:spPr>
          <a:xfrm xmlns:a="http://schemas.openxmlformats.org/drawingml/2006/main" flipH="0" flipV="0">
            <a:off x="77724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1" name="27-line-19">
            <a:extLst xmlns:a="http://schemas.openxmlformats.org/drawingml/2006/main">
              <a:ext uri="{FF2B5EF4-FFF2-40B4-BE49-F238E27FC236}">
                <a16:creationId xmlns:a16="http://schemas.microsoft.com/office/drawing/2014/main" id="{4C81D730-F9CE-4265-88C0-48953830EB7F}"/>
              </a:ext>
            </a:extLst>
          </p:cNvPr>
          <p:cNvSpPr>
            <a:spLocks xmlns:a="http://schemas.openxmlformats.org/drawingml/2006/main"/>
          </p:cNvSpPr>
          <p:nvPr/>
        </p:nvSpPr>
        <p:spPr>
          <a:xfrm xmlns:a="http://schemas.openxmlformats.org/drawingml/2006/main" flipH="0" flipV="0">
            <a:off x="96520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2" name="inspect-stage">
            <a:extLst xmlns:a="http://schemas.openxmlformats.org/drawingml/2006/main">
              <a:ext uri="{FF2B5EF4-FFF2-40B4-BE49-F238E27FC236}">
                <a16:creationId xmlns:a16="http://schemas.microsoft.com/office/drawing/2014/main" id="{119CD50B-9E41-41AE-8C9F-B67C273CB560}"/>
              </a:ext>
            </a:extLst>
          </p:cNvPr>
          <p:cNvSpPr>
            <a:spLocks xmlns:a="http://schemas.openxmlformats.org/drawingml/2006/main"/>
          </p:cNvSpPr>
          <p:nvPr/>
        </p:nvSpPr>
        <p:spPr>
          <a:xfrm xmlns:a="http://schemas.openxmlformats.org/drawingml/2006/main">
            <a:off x="2413000" y="3175000"/>
            <a:ext cx="1574800" cy="63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23" name="27-line-21">
            <a:extLst xmlns:a="http://schemas.openxmlformats.org/drawingml/2006/main">
              <a:ext uri="{FF2B5EF4-FFF2-40B4-BE49-F238E27FC236}">
                <a16:creationId xmlns:a16="http://schemas.microsoft.com/office/drawing/2014/main" id="{2CF81808-8926-458E-92E4-886B7BB8D7B7}"/>
              </a:ext>
            </a:extLst>
          </p:cNvPr>
          <p:cNvSpPr>
            <a:spLocks xmlns:a="http://schemas.openxmlformats.org/drawingml/2006/main"/>
          </p:cNvSpPr>
          <p:nvPr/>
        </p:nvSpPr>
        <p:spPr>
          <a:xfrm xmlns:a="http://schemas.openxmlformats.org/drawingml/2006/main" flipH="0" flipV="0">
            <a:off x="3200400" y="3810000"/>
            <a:ext cx="0" cy="2032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4" name="bounded-agent-loop">
            <a:extLst xmlns:a="http://schemas.openxmlformats.org/drawingml/2006/main">
              <a:ext uri="{FF2B5EF4-FFF2-40B4-BE49-F238E27FC236}">
                <a16:creationId xmlns:a16="http://schemas.microsoft.com/office/drawing/2014/main" id="{9E8E7A78-66EF-46A4-B310-6AD29925B4F2}"/>
              </a:ext>
            </a:extLst>
          </p:cNvPr>
          <p:cNvSpPr>
            <a:spLocks xmlns:a="http://schemas.openxmlformats.org/drawingml/2006/main"/>
          </p:cNvSpPr>
          <p:nvPr/>
        </p:nvSpPr>
        <p:spPr>
          <a:xfrm xmlns:a="http://schemas.openxmlformats.org/drawingml/2006/main">
            <a:off x="609600" y="4013200"/>
            <a:ext cx="10972800" cy="17018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25" name="27-text-22">
            <a:extLst xmlns:a="http://schemas.openxmlformats.org/drawingml/2006/main">
              <a:ext uri="{FF2B5EF4-FFF2-40B4-BE49-F238E27FC236}">
                <a16:creationId xmlns:a16="http://schemas.microsoft.com/office/drawing/2014/main" id="{58C8C7C7-5E60-48F0-95E6-7D06E76530B8}"/>
              </a:ext>
            </a:extLst>
          </p:cNvPr>
          <p:cNvSpPr>
            <a:spLocks xmlns:a="http://schemas.openxmlformats.org/drawingml/2006/main"/>
          </p:cNvSpPr>
          <p:nvPr/>
        </p:nvSpPr>
        <p:spPr>
          <a:xfrm xmlns:a="http://schemas.openxmlformats.org/drawingml/2006/main">
            <a:off x="812800" y="4191000"/>
            <a:ext cx="18796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326" name="27-text-23">
            <a:extLst xmlns:a="http://schemas.openxmlformats.org/drawingml/2006/main">
              <a:ext uri="{FF2B5EF4-FFF2-40B4-BE49-F238E27FC236}">
                <a16:creationId xmlns:a16="http://schemas.microsoft.com/office/drawing/2014/main" id="{14563EFA-6007-4108-82EC-7450C623B1A0}"/>
              </a:ext>
            </a:extLst>
          </p:cNvPr>
          <p:cNvSpPr>
            <a:spLocks xmlns:a="http://schemas.openxmlformats.org/drawingml/2006/main"/>
          </p:cNvSpPr>
          <p:nvPr/>
        </p:nvSpPr>
        <p:spPr>
          <a:xfrm xmlns:a="http://schemas.openxmlformats.org/drawingml/2006/main">
            <a:off x="2946400" y="4191000"/>
            <a:ext cx="83312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chooses the next action within limits.</a:t>
            </a:r>
          </a:p>
        </p:txBody>
      </p:sp>
      <p:sp>
        <p:nvSpPr>
          <p:cNvPr id="327" name="27-text-24">
            <a:extLst xmlns:a="http://schemas.openxmlformats.org/drawingml/2006/main">
              <a:ext uri="{FF2B5EF4-FFF2-40B4-BE49-F238E27FC236}">
                <a16:creationId xmlns:a16="http://schemas.microsoft.com/office/drawing/2014/main" id="{AE0E3E47-D90C-4948-A4A5-D4F2CC9EAC20}"/>
              </a:ext>
            </a:extLst>
          </p:cNvPr>
          <p:cNvSpPr>
            <a:spLocks xmlns:a="http://schemas.openxmlformats.org/drawingml/2006/main"/>
          </p:cNvSpPr>
          <p:nvPr/>
        </p:nvSpPr>
        <p:spPr>
          <a:xfrm xmlns:a="http://schemas.openxmlformats.org/drawingml/2006/main">
            <a:off x="8128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328" name="27-text-25">
            <a:extLst xmlns:a="http://schemas.openxmlformats.org/drawingml/2006/main">
              <a:ext uri="{FF2B5EF4-FFF2-40B4-BE49-F238E27FC236}">
                <a16:creationId xmlns:a16="http://schemas.microsoft.com/office/drawing/2014/main" id="{42BD9100-A8E8-4EE7-9984-428F2649850C}"/>
              </a:ext>
            </a:extLst>
          </p:cNvPr>
          <p:cNvSpPr>
            <a:spLocks xmlns:a="http://schemas.openxmlformats.org/drawingml/2006/main"/>
          </p:cNvSpPr>
          <p:nvPr/>
        </p:nvSpPr>
        <p:spPr>
          <a:xfrm xmlns:a="http://schemas.openxmlformats.org/drawingml/2006/main">
            <a:off x="36322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329" name="27-text-26">
            <a:extLst xmlns:a="http://schemas.openxmlformats.org/drawingml/2006/main">
              <a:ext uri="{FF2B5EF4-FFF2-40B4-BE49-F238E27FC236}">
                <a16:creationId xmlns:a16="http://schemas.microsoft.com/office/drawing/2014/main" id="{33424F5B-5F57-457F-B080-600E5CFC4B5D}"/>
              </a:ext>
            </a:extLst>
          </p:cNvPr>
          <p:cNvSpPr>
            <a:spLocks xmlns:a="http://schemas.openxmlformats.org/drawingml/2006/main"/>
          </p:cNvSpPr>
          <p:nvPr/>
        </p:nvSpPr>
        <p:spPr>
          <a:xfrm xmlns:a="http://schemas.openxmlformats.org/drawingml/2006/main">
            <a:off x="64516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Call</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p:txBody>
      </p:sp>
      <p:sp>
        <p:nvSpPr>
          <p:cNvPr id="330" name="27-text-27">
            <a:extLst xmlns:a="http://schemas.openxmlformats.org/drawingml/2006/main">
              <a:ext uri="{FF2B5EF4-FFF2-40B4-BE49-F238E27FC236}">
                <a16:creationId xmlns:a16="http://schemas.microsoft.com/office/drawing/2014/main" id="{F3EC545D-CFAE-4430-99EA-7F5EB1F5E67C}"/>
              </a:ext>
            </a:extLst>
          </p:cNvPr>
          <p:cNvSpPr>
            <a:spLocks xmlns:a="http://schemas.openxmlformats.org/drawingml/2006/main"/>
          </p:cNvSpPr>
          <p:nvPr/>
        </p:nvSpPr>
        <p:spPr>
          <a:xfrm xmlns:a="http://schemas.openxmlformats.org/drawingml/2006/main">
            <a:off x="92710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a:t>
            </a:r>
          </a:p>
        </p:txBody>
      </p:sp>
      <p:sp>
        <p:nvSpPr>
          <p:cNvPr id="331" name="27-line-29">
            <a:extLst xmlns:a="http://schemas.openxmlformats.org/drawingml/2006/main">
              <a:ext uri="{FF2B5EF4-FFF2-40B4-BE49-F238E27FC236}">
                <a16:creationId xmlns:a16="http://schemas.microsoft.com/office/drawing/2014/main" id="{CA34E9D8-135F-43B0-9B12-4F1358D93146}"/>
              </a:ext>
            </a:extLst>
          </p:cNvPr>
          <p:cNvSpPr>
            <a:spLocks xmlns:a="http://schemas.openxmlformats.org/drawingml/2006/main"/>
          </p:cNvSpPr>
          <p:nvPr/>
        </p:nvSpPr>
        <p:spPr>
          <a:xfrm xmlns:a="http://schemas.openxmlformats.org/drawingml/2006/main" flipH="0" flipV="0">
            <a:off x="30480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32" name="27-line-31">
            <a:extLst xmlns:a="http://schemas.openxmlformats.org/drawingml/2006/main">
              <a:ext uri="{FF2B5EF4-FFF2-40B4-BE49-F238E27FC236}">
                <a16:creationId xmlns:a16="http://schemas.microsoft.com/office/drawing/2014/main" id="{4EC007E2-67CC-4944-901A-8955C418B3DC}"/>
              </a:ext>
            </a:extLst>
          </p:cNvPr>
          <p:cNvSpPr>
            <a:spLocks xmlns:a="http://schemas.openxmlformats.org/drawingml/2006/main"/>
          </p:cNvSpPr>
          <p:nvPr/>
        </p:nvSpPr>
        <p:spPr>
          <a:xfrm xmlns:a="http://schemas.openxmlformats.org/drawingml/2006/main" flipH="0" flipV="0">
            <a:off x="58674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33" name="27-line-33">
            <a:extLst xmlns:a="http://schemas.openxmlformats.org/drawingml/2006/main">
              <a:ext uri="{FF2B5EF4-FFF2-40B4-BE49-F238E27FC236}">
                <a16:creationId xmlns:a16="http://schemas.microsoft.com/office/drawing/2014/main" id="{1CC7A16E-64BE-44C2-94D8-5D68A1862E93}"/>
              </a:ext>
            </a:extLst>
          </p:cNvPr>
          <p:cNvSpPr>
            <a:spLocks xmlns:a="http://schemas.openxmlformats.org/drawingml/2006/main"/>
          </p:cNvSpPr>
          <p:nvPr/>
        </p:nvSpPr>
        <p:spPr>
          <a:xfrm xmlns:a="http://schemas.openxmlformats.org/drawingml/2006/main" flipH="0" flipV="0">
            <a:off x="86868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34" name="27-line-35">
            <a:extLst xmlns:a="http://schemas.openxmlformats.org/drawingml/2006/main">
              <a:ext uri="{FF2B5EF4-FFF2-40B4-BE49-F238E27FC236}">
                <a16:creationId xmlns:a16="http://schemas.microsoft.com/office/drawing/2014/main" id="{660C7340-E31F-4239-AACE-BDB385047BEA}"/>
              </a:ext>
            </a:extLst>
          </p:cNvPr>
          <p:cNvSpPr>
            <a:spLocks xmlns:a="http://schemas.openxmlformats.org/drawingml/2006/main"/>
          </p:cNvSpPr>
          <p:nvPr/>
        </p:nvSpPr>
        <p:spPr>
          <a:xfrm xmlns:a="http://schemas.openxmlformats.org/drawingml/2006/main" flipH="0" flipV="0">
            <a:off x="103124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35" name="27-line-37">
            <a:extLst xmlns:a="http://schemas.openxmlformats.org/drawingml/2006/main">
              <a:ext uri="{FF2B5EF4-FFF2-40B4-BE49-F238E27FC236}">
                <a16:creationId xmlns:a16="http://schemas.microsoft.com/office/drawing/2014/main" id="{CA1FD0F8-D9CE-4D5C-998C-F922CDAAC1EC}"/>
              </a:ext>
            </a:extLst>
          </p:cNvPr>
          <p:cNvSpPr>
            <a:spLocks xmlns:a="http://schemas.openxmlformats.org/drawingml/2006/main"/>
          </p:cNvSpPr>
          <p:nvPr/>
        </p:nvSpPr>
        <p:spPr>
          <a:xfrm xmlns:a="http://schemas.openxmlformats.org/drawingml/2006/main" flipH="1" flipV="0">
            <a:off x="1854200" y="5537200"/>
            <a:ext cx="8458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36" name="27-line-39">
            <a:extLst xmlns:a="http://schemas.openxmlformats.org/drawingml/2006/main">
              <a:ext uri="{FF2B5EF4-FFF2-40B4-BE49-F238E27FC236}">
                <a16:creationId xmlns:a16="http://schemas.microsoft.com/office/drawing/2014/main" id="{03575B46-3B85-4818-ACF1-33BB03628662}"/>
              </a:ext>
            </a:extLst>
          </p:cNvPr>
          <p:cNvSpPr>
            <a:spLocks xmlns:a="http://schemas.openxmlformats.org/drawingml/2006/main"/>
          </p:cNvSpPr>
          <p:nvPr/>
        </p:nvSpPr>
        <p:spPr>
          <a:xfrm xmlns:a="http://schemas.openxmlformats.org/drawingml/2006/main" flipH="0" flipV="1">
            <a:off x="18542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37" name="27-text-40">
            <a:extLst xmlns:a="http://schemas.openxmlformats.org/drawingml/2006/main">
              <a:ext uri="{FF2B5EF4-FFF2-40B4-BE49-F238E27FC236}">
                <a16:creationId xmlns:a16="http://schemas.microsoft.com/office/drawing/2014/main" id="{3A3BE357-195E-4087-832C-0A3727D561D4}"/>
              </a:ext>
            </a:extLst>
          </p:cNvPr>
          <p:cNvSpPr>
            <a:spLocks xmlns:a="http://schemas.openxmlformats.org/drawingml/2006/main"/>
          </p:cNvSpPr>
          <p:nvPr/>
        </p:nvSpPr>
        <p:spPr>
          <a:xfrm xmlns:a="http://schemas.openxmlformats.org/drawingml/2006/main">
            <a:off x="609600" y="5918200"/>
            <a:ext cx="228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Required gate</a:t>
            </a:r>
          </a:p>
        </p:txBody>
      </p:sp>
      <p:sp>
        <p:nvSpPr>
          <p:cNvPr id="338" name="27-text-41">
            <a:extLst xmlns:a="http://schemas.openxmlformats.org/drawingml/2006/main">
              <a:ext uri="{FF2B5EF4-FFF2-40B4-BE49-F238E27FC236}">
                <a16:creationId xmlns:a16="http://schemas.microsoft.com/office/drawing/2014/main" id="{DAC0E102-2E66-4363-836C-D5E0F4D91F90}"/>
              </a:ext>
            </a:extLst>
          </p:cNvPr>
          <p:cNvSpPr>
            <a:spLocks xmlns:a="http://schemas.openxmlformats.org/drawingml/2006/main"/>
          </p:cNvSpPr>
          <p:nvPr/>
        </p:nvSpPr>
        <p:spPr>
          <a:xfrm xmlns:a="http://schemas.openxmlformats.org/drawingml/2006/main">
            <a:off x="3098800" y="5918200"/>
            <a:ext cx="8483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Exact draft passes verification before export.</a:t>
            </a:r>
          </a:p>
        </p:txBody>
      </p:sp>
      <p:sp>
        <p:nvSpPr>
          <p:cNvPr id="339" name="narrative-number">
            <a:extLst xmlns:a="http://schemas.openxmlformats.org/drawingml/2006/main">
              <a:ext uri="{FF2B5EF4-FFF2-40B4-BE49-F238E27FC236}">
                <a16:creationId xmlns:a16="http://schemas.microsoft.com/office/drawing/2014/main" id="{B28E99E3-74F2-4A1B-99FC-BF498E5A4FA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3733468718"/>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0" name="!!area-name">
            <a:extLst xmlns:a="http://schemas.openxmlformats.org/drawingml/2006/main">
              <a:ext uri="{FF2B5EF4-FFF2-40B4-BE49-F238E27FC236}">
                <a16:creationId xmlns:a16="http://schemas.microsoft.com/office/drawing/2014/main" id="{61BF2C5A-1AF0-4345-A045-EE75DF6D5F1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54" name="mini-map"/>
          <p:cNvPicPr>
            <a:picLocks xmlns:a="http://schemas.openxmlformats.org/drawingml/2006/main" noChangeAspect="1"/>
          </p:cNvPicPr>
          <p:nvPr/>
        </p:nvPicPr>
        <p:blipFill>
          <a:blip xmlns:r="http://schemas.openxmlformats.org/officeDocument/2006/relationships" xmlns:a="http://schemas.openxmlformats.org/drawingml/2006/main" r:embed="Rcc2d94ef609d47c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2" name="slide-title">
            <a:extLst xmlns:a="http://schemas.openxmlformats.org/drawingml/2006/main">
              <a:ext uri="{FF2B5EF4-FFF2-40B4-BE49-F238E27FC236}">
                <a16:creationId xmlns:a16="http://schemas.microsoft.com/office/drawing/2014/main" id="{710234A9-769F-45C2-BA05-555D833C483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State, recovery, and stopping</a:t>
            </a:r>
          </a:p>
        </p:txBody>
      </p:sp>
      <p:sp>
        <p:nvSpPr>
          <p:cNvPr id="343" name="header-divider">
            <a:extLst xmlns:a="http://schemas.openxmlformats.org/drawingml/2006/main">
              <a:ext uri="{FF2B5EF4-FFF2-40B4-BE49-F238E27FC236}">
                <a16:creationId xmlns:a16="http://schemas.microsoft.com/office/drawing/2014/main" id="{F931FE2E-020C-49FB-A485-52C8CD04780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4" name="28-text-1">
            <a:extLst xmlns:a="http://schemas.openxmlformats.org/drawingml/2006/main">
              <a:ext uri="{FF2B5EF4-FFF2-40B4-BE49-F238E27FC236}">
                <a16:creationId xmlns:a16="http://schemas.microsoft.com/office/drawing/2014/main" id="{05F73715-002C-46AB-AE43-AD6E193A15A9}"/>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Explicit state</a:t>
            </a:r>
          </a:p>
        </p:txBody>
      </p:sp>
      <p:sp>
        <p:nvSpPr>
          <p:cNvPr id="345" name="28-text-2">
            <a:extLst xmlns:a="http://schemas.openxmlformats.org/drawingml/2006/main">
              <a:ext uri="{FF2B5EF4-FFF2-40B4-BE49-F238E27FC236}">
                <a16:creationId xmlns:a16="http://schemas.microsoft.com/office/drawing/2014/main" id="{E003BC23-84DE-4259-8104-A252DD98A56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Pending work, completed stages,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 results, and operation status.</a:t>
            </a:r>
          </a:p>
        </p:txBody>
      </p:sp>
      <p:sp>
        <p:nvSpPr>
          <p:cNvPr id="346" name="28-text-3">
            <a:extLst xmlns:a="http://schemas.openxmlformats.org/drawingml/2006/main">
              <a:ext uri="{FF2B5EF4-FFF2-40B4-BE49-F238E27FC236}">
                <a16:creationId xmlns:a16="http://schemas.microsoft.com/office/drawing/2014/main" id="{DA9F8A58-CFA9-4F33-A4DB-C3E0293EED3F}"/>
              </a:ext>
            </a:extLst>
          </p:cNvPr>
          <p:cNvSpPr>
            <a:spLocks xmlns:a="http://schemas.openxmlformats.org/drawingml/2006/main"/>
          </p:cNvSpPr>
          <p:nvPr/>
        </p:nvSpPr>
        <p:spPr>
          <a:xfrm xmlns:a="http://schemas.openxmlformats.org/drawingml/2006/main">
            <a:off x="609600" y="3454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47" name="28-text-4">
            <a:extLst xmlns:a="http://schemas.openxmlformats.org/drawingml/2006/main">
              <a:ext uri="{FF2B5EF4-FFF2-40B4-BE49-F238E27FC236}">
                <a16:creationId xmlns:a16="http://schemas.microsoft.com/office/drawing/2014/main" id="{4F35E835-12E5-494E-9F50-0887D4207B22}"/>
              </a:ext>
            </a:extLst>
          </p:cNvPr>
          <p:cNvSpPr>
            <a:spLocks xmlns:a="http://schemas.openxmlformats.org/drawingml/2006/main"/>
          </p:cNvSpPr>
          <p:nvPr/>
        </p:nvSpPr>
        <p:spPr>
          <a:xfrm xmlns:a="http://schemas.openxmlformats.org/drawingml/2006/main">
            <a:off x="3708400" y="3454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Resume saved state and reconcile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external actions before retrying.</a:t>
            </a:r>
          </a:p>
        </p:txBody>
      </p:sp>
      <p:sp>
        <p:nvSpPr>
          <p:cNvPr id="348" name="28-text-5">
            <a:extLst xmlns:a="http://schemas.openxmlformats.org/drawingml/2006/main">
              <a:ext uri="{FF2B5EF4-FFF2-40B4-BE49-F238E27FC236}">
                <a16:creationId xmlns:a16="http://schemas.microsoft.com/office/drawing/2014/main" id="{69E4D03B-98EB-4DA4-A849-9BCEF886A56E}"/>
              </a:ext>
            </a:extLst>
          </p:cNvPr>
          <p:cNvSpPr>
            <a:spLocks xmlns:a="http://schemas.openxmlformats.org/drawingml/2006/main"/>
          </p:cNvSpPr>
          <p:nvPr/>
        </p:nvSpPr>
        <p:spPr>
          <a:xfrm xmlns:a="http://schemas.openxmlformats.org/drawingml/2006/main">
            <a:off x="609600" y="4470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Stopping conditions</a:t>
            </a:r>
          </a:p>
        </p:txBody>
      </p:sp>
      <p:sp>
        <p:nvSpPr>
          <p:cNvPr id="349" name="28-text-6">
            <a:extLst xmlns:a="http://schemas.openxmlformats.org/drawingml/2006/main">
              <a:ext uri="{FF2B5EF4-FFF2-40B4-BE49-F238E27FC236}">
                <a16:creationId xmlns:a16="http://schemas.microsoft.com/office/drawing/2014/main" id="{CCE0D640-6FCD-4B27-93B0-6D3785B77B46}"/>
              </a:ext>
            </a:extLst>
          </p:cNvPr>
          <p:cNvSpPr>
            <a:spLocks xmlns:a="http://schemas.openxmlformats.org/drawingml/2006/main"/>
          </p:cNvSpPr>
          <p:nvPr/>
        </p:nvSpPr>
        <p:spPr>
          <a:xfrm xmlns:a="http://schemas.openxmlformats.org/drawingml/2006/main">
            <a:off x="3708400" y="4470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waiting, failure,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cancellation, and budget exhaustion.</a:t>
            </a:r>
          </a:p>
        </p:txBody>
      </p:sp>
      <p:sp>
        <p:nvSpPr>
          <p:cNvPr id="350" name="28-text-7">
            <a:extLst xmlns:a="http://schemas.openxmlformats.org/drawingml/2006/main">
              <a:ext uri="{FF2B5EF4-FFF2-40B4-BE49-F238E27FC236}">
                <a16:creationId xmlns:a16="http://schemas.microsoft.com/office/drawing/2014/main" id="{F50FB836-16DD-4349-8F3F-A63CA159D741}"/>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Checkpoint</a:t>
            </a:r>
          </a:p>
        </p:txBody>
      </p:sp>
      <p:sp>
        <p:nvSpPr>
          <p:cNvPr id="351" name="28-text-8">
            <a:extLst xmlns:a="http://schemas.openxmlformats.org/drawingml/2006/main">
              <a:ext uri="{FF2B5EF4-FFF2-40B4-BE49-F238E27FC236}">
                <a16:creationId xmlns:a16="http://schemas.microsoft.com/office/drawing/2014/main" id="{AF499E59-E81F-4832-B132-8E300D8B9FB2}"/>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Saved execution state for resumption.</a:t>
            </a:r>
          </a:p>
        </p:txBody>
      </p:sp>
      <p:sp>
        <p:nvSpPr>
          <p:cNvPr id="352" name="narrative-number">
            <a:extLst xmlns:a="http://schemas.openxmlformats.org/drawingml/2006/main">
              <a:ext uri="{FF2B5EF4-FFF2-40B4-BE49-F238E27FC236}">
                <a16:creationId xmlns:a16="http://schemas.microsoft.com/office/drawing/2014/main" id="{7A76189A-EDD3-4030-86A9-5A64E7979CB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1138351320"/>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3" name="!!area-name">
            <a:extLst xmlns:a="http://schemas.openxmlformats.org/drawingml/2006/main">
              <a:ext uri="{FF2B5EF4-FFF2-40B4-BE49-F238E27FC236}">
                <a16:creationId xmlns:a16="http://schemas.microsoft.com/office/drawing/2014/main" id="{089A842D-A827-41AB-916C-36ADF9BA3FB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67" name="mini-map"/>
          <p:cNvPicPr>
            <a:picLocks xmlns:a="http://schemas.openxmlformats.org/drawingml/2006/main" noChangeAspect="1"/>
          </p:cNvPicPr>
          <p:nvPr/>
        </p:nvPicPr>
        <p:blipFill>
          <a:blip xmlns:r="http://schemas.openxmlformats.org/officeDocument/2006/relationships" xmlns:a="http://schemas.openxmlformats.org/drawingml/2006/main" r:embed="Rc820105613cd403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5" name="slide-title">
            <a:extLst xmlns:a="http://schemas.openxmlformats.org/drawingml/2006/main">
              <a:ext uri="{FF2B5EF4-FFF2-40B4-BE49-F238E27FC236}">
                <a16:creationId xmlns:a16="http://schemas.microsoft.com/office/drawing/2014/main" id="{0D756185-3FB3-4C12-8216-A73BAB4F4E0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56" name="header-divider">
            <a:extLst xmlns:a="http://schemas.openxmlformats.org/drawingml/2006/main">
              <a:ext uri="{FF2B5EF4-FFF2-40B4-BE49-F238E27FC236}">
                <a16:creationId xmlns:a16="http://schemas.microsoft.com/office/drawing/2014/main" id="{8396AFEB-D653-4750-BB15-DB6F8948BD9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7" name="29-text-1">
            <a:extLst xmlns:a="http://schemas.openxmlformats.org/drawingml/2006/main">
              <a:ext uri="{FF2B5EF4-FFF2-40B4-BE49-F238E27FC236}">
                <a16:creationId xmlns:a16="http://schemas.microsoft.com/office/drawing/2014/main" id="{092ED6BF-6228-4101-90C4-A976EC0C5774}"/>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358" name="29-text-2">
            <a:extLst xmlns:a="http://schemas.openxmlformats.org/drawingml/2006/main">
              <a:ext uri="{FF2B5EF4-FFF2-40B4-BE49-F238E27FC236}">
                <a16:creationId xmlns:a16="http://schemas.microsoft.com/office/drawing/2014/main" id="{B1634F16-5162-45A3-B14E-41FE1497518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359" name="29-text-3">
            <a:extLst xmlns:a="http://schemas.openxmlformats.org/drawingml/2006/main">
              <a:ext uri="{FF2B5EF4-FFF2-40B4-BE49-F238E27FC236}">
                <a16:creationId xmlns:a16="http://schemas.microsoft.com/office/drawing/2014/main" id="{EC97BA7D-E749-4566-AE20-532058AF741B}"/>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360" name="29-text-4">
            <a:extLst xmlns:a="http://schemas.openxmlformats.org/drawingml/2006/main">
              <a:ext uri="{FF2B5EF4-FFF2-40B4-BE49-F238E27FC236}">
                <a16:creationId xmlns:a16="http://schemas.microsoft.com/office/drawing/2014/main" id="{831D9548-A20E-4C6A-9FE0-5B78EF5B9D65}"/>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361" name="29-text-5">
            <a:extLst xmlns:a="http://schemas.openxmlformats.org/drawingml/2006/main">
              <a:ext uri="{FF2B5EF4-FFF2-40B4-BE49-F238E27FC236}">
                <a16:creationId xmlns:a16="http://schemas.microsoft.com/office/drawing/2014/main" id="{25986EFD-0B44-4AD6-B4D9-B2F90C9BEAAA}"/>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62" name="29-text-6">
            <a:extLst xmlns:a="http://schemas.openxmlformats.org/drawingml/2006/main">
              <a:ext uri="{FF2B5EF4-FFF2-40B4-BE49-F238E27FC236}">
                <a16:creationId xmlns:a16="http://schemas.microsoft.com/office/drawing/2014/main" id="{991958F0-FB53-46BA-8163-D1ED75B15916}"/>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363" name="29-text-7">
            <a:extLst xmlns:a="http://schemas.openxmlformats.org/drawingml/2006/main">
              <a:ext uri="{FF2B5EF4-FFF2-40B4-BE49-F238E27FC236}">
                <a16:creationId xmlns:a16="http://schemas.microsoft.com/office/drawing/2014/main" id="{305EE747-F152-40E2-B737-61AE7DFF0AFC}"/>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64" name="29-text-8">
            <a:extLst xmlns:a="http://schemas.openxmlformats.org/drawingml/2006/main">
              <a:ext uri="{FF2B5EF4-FFF2-40B4-BE49-F238E27FC236}">
                <a16:creationId xmlns:a16="http://schemas.microsoft.com/office/drawing/2014/main" id="{7B54814A-FBAE-407C-999D-8335EDD6E8C5}"/>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65" name="narrative-number">
            <a:extLst xmlns:a="http://schemas.openxmlformats.org/drawingml/2006/main">
              <a:ext uri="{FF2B5EF4-FFF2-40B4-BE49-F238E27FC236}">
                <a16:creationId xmlns:a16="http://schemas.microsoft.com/office/drawing/2014/main" id="{9553A6B5-E7EC-440F-8A1B-34BEB7ADD57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1436436576"/>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6" name="!!area-name">
            <a:extLst xmlns:a="http://schemas.openxmlformats.org/drawingml/2006/main">
              <a:ext uri="{FF2B5EF4-FFF2-40B4-BE49-F238E27FC236}">
                <a16:creationId xmlns:a16="http://schemas.microsoft.com/office/drawing/2014/main" id="{E36EDE42-5CC2-464C-9F4B-114C4B8FDF8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90" name="mini-map"/>
          <p:cNvPicPr>
            <a:picLocks xmlns:a="http://schemas.openxmlformats.org/drawingml/2006/main" noChangeAspect="1"/>
          </p:cNvPicPr>
          <p:nvPr/>
        </p:nvPicPr>
        <p:blipFill>
          <a:blip xmlns:r="http://schemas.openxmlformats.org/officeDocument/2006/relationships" xmlns:a="http://schemas.openxmlformats.org/drawingml/2006/main" r:embed="R42a3ca6b8592447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8" name="slide-title">
            <a:extLst xmlns:a="http://schemas.openxmlformats.org/drawingml/2006/main">
              <a:ext uri="{FF2B5EF4-FFF2-40B4-BE49-F238E27FC236}">
                <a16:creationId xmlns:a16="http://schemas.microsoft.com/office/drawing/2014/main" id="{0807525C-00C0-423B-AB99-609DB9BEDEB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69" name="header-divider">
            <a:extLst xmlns:a="http://schemas.openxmlformats.org/drawingml/2006/main">
              <a:ext uri="{FF2B5EF4-FFF2-40B4-BE49-F238E27FC236}">
                <a16:creationId xmlns:a16="http://schemas.microsoft.com/office/drawing/2014/main" id="{548B7D4A-8E65-4E05-998A-E182D5D5A31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0" name="30-text-1">
            <a:extLst xmlns:a="http://schemas.openxmlformats.org/drawingml/2006/main">
              <a:ext uri="{FF2B5EF4-FFF2-40B4-BE49-F238E27FC236}">
                <a16:creationId xmlns:a16="http://schemas.microsoft.com/office/drawing/2014/main" id="{4385AEAE-934D-460C-AE73-2F84CC7EA01F}"/>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permitted export and recovery test.</a:t>
            </a:r>
          </a:p>
        </p:txBody>
      </p:sp>
      <p:sp>
        <p:nvSpPr>
          <p:cNvPr id="371" name="30-text-2">
            <a:extLst xmlns:a="http://schemas.openxmlformats.org/drawingml/2006/main">
              <a:ext uri="{FF2B5EF4-FFF2-40B4-BE49-F238E27FC236}">
                <a16:creationId xmlns:a16="http://schemas.microsoft.com/office/drawing/2014/main" id="{C1949331-C0C5-4906-8F2C-DFDC478DA279}"/>
              </a:ext>
            </a:extLst>
          </p:cNvPr>
          <p:cNvSpPr>
            <a:spLocks xmlns:a="http://schemas.openxmlformats.org/drawingml/2006/main"/>
          </p:cNvSpPr>
          <p:nvPr/>
        </p:nvSpPr>
        <p:spPr>
          <a:xfrm xmlns:a="http://schemas.openxmlformats.org/drawingml/2006/main">
            <a:off x="6096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Orchestrator</a:t>
            </a:r>
          </a:p>
        </p:txBody>
      </p:sp>
      <p:sp>
        <p:nvSpPr>
          <p:cNvPr id="372" name="30-text-3">
            <a:extLst xmlns:a="http://schemas.openxmlformats.org/drawingml/2006/main">
              <a:ext uri="{FF2B5EF4-FFF2-40B4-BE49-F238E27FC236}">
                <a16:creationId xmlns:a16="http://schemas.microsoft.com/office/drawing/2014/main" id="{8FD89DED-38A4-4DFC-8DF2-4DB6501B36DE}"/>
              </a:ext>
            </a:extLst>
          </p:cNvPr>
          <p:cNvSpPr>
            <a:spLocks xmlns:a="http://schemas.openxmlformats.org/drawingml/2006/main"/>
          </p:cNvSpPr>
          <p:nvPr/>
        </p:nvSpPr>
        <p:spPr>
          <a:xfrm xmlns:a="http://schemas.openxmlformats.org/drawingml/2006/main">
            <a:off x="81280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 service</a:t>
            </a:r>
          </a:p>
        </p:txBody>
      </p:sp>
      <p:sp>
        <p:nvSpPr>
          <p:cNvPr id="373" name="30-text-4">
            <a:extLst xmlns:a="http://schemas.openxmlformats.org/drawingml/2006/main">
              <a:ext uri="{FF2B5EF4-FFF2-40B4-BE49-F238E27FC236}">
                <a16:creationId xmlns:a16="http://schemas.microsoft.com/office/drawing/2014/main" id="{E1A978C8-82D2-44AD-BB17-43B892B02667}"/>
              </a:ext>
            </a:extLst>
          </p:cNvPr>
          <p:cNvSpPr>
            <a:spLocks xmlns:a="http://schemas.openxmlformats.org/drawingml/2006/main"/>
          </p:cNvSpPr>
          <p:nvPr/>
        </p:nvSpPr>
        <p:spPr>
          <a:xfrm xmlns:a="http://schemas.openxmlformats.org/drawingml/2006/main">
            <a:off x="6096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and dispatch export</a:t>
            </a:r>
          </a:p>
        </p:txBody>
      </p:sp>
      <p:sp>
        <p:nvSpPr>
          <p:cNvPr id="374" name="30-text-5">
            <a:extLst xmlns:a="http://schemas.openxmlformats.org/drawingml/2006/main">
              <a:ext uri="{FF2B5EF4-FFF2-40B4-BE49-F238E27FC236}">
                <a16:creationId xmlns:a16="http://schemas.microsoft.com/office/drawing/2014/main" id="{8D1B4A9D-7A67-4CD0-9ECA-816DFCC79545}"/>
              </a:ext>
            </a:extLst>
          </p:cNvPr>
          <p:cNvSpPr>
            <a:spLocks xmlns:a="http://schemas.openxmlformats.org/drawingml/2006/main"/>
          </p:cNvSpPr>
          <p:nvPr/>
        </p:nvSpPr>
        <p:spPr>
          <a:xfrm xmlns:a="http://schemas.openxmlformats.org/drawingml/2006/main">
            <a:off x="81280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occurs</a:t>
            </a:r>
          </a:p>
        </p:txBody>
      </p:sp>
      <p:sp>
        <p:nvSpPr>
          <p:cNvPr id="375" name="30-line-7">
            <a:extLst xmlns:a="http://schemas.openxmlformats.org/drawingml/2006/main">
              <a:ext uri="{FF2B5EF4-FFF2-40B4-BE49-F238E27FC236}">
                <a16:creationId xmlns:a16="http://schemas.microsoft.com/office/drawing/2014/main" id="{00B47EFD-03AD-4DFB-9987-5D5D23AECD2E}"/>
              </a:ext>
            </a:extLst>
          </p:cNvPr>
          <p:cNvSpPr>
            <a:spLocks xmlns:a="http://schemas.openxmlformats.org/drawingml/2006/main"/>
          </p:cNvSpPr>
          <p:nvPr/>
        </p:nvSpPr>
        <p:spPr>
          <a:xfrm xmlns:a="http://schemas.openxmlformats.org/drawingml/2006/main" flipH="0" flipV="0">
            <a:off x="4267200" y="34544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76" name="30-text-8">
            <a:extLst xmlns:a="http://schemas.openxmlformats.org/drawingml/2006/main">
              <a:ext uri="{FF2B5EF4-FFF2-40B4-BE49-F238E27FC236}">
                <a16:creationId xmlns:a16="http://schemas.microsoft.com/office/drawing/2014/main" id="{8DFC401C-62C5-496D-BBFB-EE3576E5A05D}"/>
              </a:ext>
            </a:extLst>
          </p:cNvPr>
          <p:cNvSpPr>
            <a:spLocks xmlns:a="http://schemas.openxmlformats.org/drawingml/2006/main"/>
          </p:cNvSpPr>
          <p:nvPr/>
        </p:nvSpPr>
        <p:spPr>
          <a:xfrm xmlns:a="http://schemas.openxmlformats.org/drawingml/2006/main">
            <a:off x="609600" y="3835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 unknown</a:t>
            </a:r>
          </a:p>
        </p:txBody>
      </p:sp>
      <p:sp>
        <p:nvSpPr>
          <p:cNvPr id="377" name="30-text-9">
            <a:extLst xmlns:a="http://schemas.openxmlformats.org/drawingml/2006/main">
              <a:ext uri="{FF2B5EF4-FFF2-40B4-BE49-F238E27FC236}">
                <a16:creationId xmlns:a16="http://schemas.microsoft.com/office/drawing/2014/main" id="{509C96E1-906B-45A0-B46F-542D14F85FDA}"/>
              </a:ext>
            </a:extLst>
          </p:cNvPr>
          <p:cNvSpPr>
            <a:spLocks xmlns:a="http://schemas.openxmlformats.org/drawingml/2006/main"/>
          </p:cNvSpPr>
          <p:nvPr/>
        </p:nvSpPr>
        <p:spPr>
          <a:xfrm xmlns:a="http://schemas.openxmlformats.org/drawingml/2006/main">
            <a:off x="4927600" y="3657600"/>
            <a:ext cx="2540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Response lost</a:t>
            </a:r>
          </a:p>
        </p:txBody>
      </p:sp>
      <p:sp>
        <p:nvSpPr>
          <p:cNvPr id="378" name="30-line-11">
            <a:extLst xmlns:a="http://schemas.openxmlformats.org/drawingml/2006/main">
              <a:ext uri="{FF2B5EF4-FFF2-40B4-BE49-F238E27FC236}">
                <a16:creationId xmlns:a16="http://schemas.microsoft.com/office/drawing/2014/main" id="{CF4FC183-D500-46F9-BD7B-A514E7AED2F8}"/>
              </a:ext>
            </a:extLst>
          </p:cNvPr>
          <p:cNvSpPr>
            <a:spLocks xmlns:a="http://schemas.openxmlformats.org/drawingml/2006/main"/>
          </p:cNvSpPr>
          <p:nvPr/>
        </p:nvSpPr>
        <p:spPr>
          <a:xfrm xmlns:a="http://schemas.openxmlformats.org/drawingml/2006/main" flipH="1" flipV="0">
            <a:off x="64770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9" name="30-line-13">
            <a:extLst xmlns:a="http://schemas.openxmlformats.org/drawingml/2006/main">
              <a:ext uri="{FF2B5EF4-FFF2-40B4-BE49-F238E27FC236}">
                <a16:creationId xmlns:a16="http://schemas.microsoft.com/office/drawing/2014/main" id="{376E44FE-1B43-4A53-A731-E829E3E1FCDB}"/>
              </a:ext>
            </a:extLst>
          </p:cNvPr>
          <p:cNvSpPr>
            <a:spLocks xmlns:a="http://schemas.openxmlformats.org/drawingml/2006/main"/>
          </p:cNvSpPr>
          <p:nvPr/>
        </p:nvSpPr>
        <p:spPr>
          <a:xfrm xmlns:a="http://schemas.openxmlformats.org/drawingml/2006/main" flipH="1" flipV="0">
            <a:off x="42672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80" name="30-line-15">
            <a:extLst xmlns:a="http://schemas.openxmlformats.org/drawingml/2006/main">
              <a:ext uri="{FF2B5EF4-FFF2-40B4-BE49-F238E27FC236}">
                <a16:creationId xmlns:a16="http://schemas.microsoft.com/office/drawing/2014/main" id="{DAB850AF-97CD-4452-8A43-DE69B45E87E2}"/>
              </a:ext>
            </a:extLst>
          </p:cNvPr>
          <p:cNvSpPr>
            <a:spLocks xmlns:a="http://schemas.openxmlformats.org/drawingml/2006/main"/>
          </p:cNvSpPr>
          <p:nvPr/>
        </p:nvSpPr>
        <p:spPr>
          <a:xfrm xmlns:a="http://schemas.openxmlformats.org/drawingml/2006/main" flipH="0" flipV="0">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81" name="30-line-17">
            <a:extLst xmlns:a="http://schemas.openxmlformats.org/drawingml/2006/main">
              <a:ext uri="{FF2B5EF4-FFF2-40B4-BE49-F238E27FC236}">
                <a16:creationId xmlns:a16="http://schemas.microsoft.com/office/drawing/2014/main" id="{BCFD2C5A-2BC6-42A1-B0BA-CF2C16A0ED49}"/>
              </a:ext>
            </a:extLst>
          </p:cNvPr>
          <p:cNvSpPr>
            <a:spLocks xmlns:a="http://schemas.openxmlformats.org/drawingml/2006/main"/>
          </p:cNvSpPr>
          <p:nvPr/>
        </p:nvSpPr>
        <p:spPr>
          <a:xfrm xmlns:a="http://schemas.openxmlformats.org/drawingml/2006/main" flipH="0" flipV="1">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82" name="30-text-18">
            <a:extLst xmlns:a="http://schemas.openxmlformats.org/drawingml/2006/main">
              <a:ext uri="{FF2B5EF4-FFF2-40B4-BE49-F238E27FC236}">
                <a16:creationId xmlns:a16="http://schemas.microsoft.com/office/drawing/2014/main" id="{2FCC1B96-3FE6-4CE6-87A0-9F50C3A7C690}"/>
              </a:ext>
            </a:extLst>
          </p:cNvPr>
          <p:cNvSpPr>
            <a:spLocks xmlns:a="http://schemas.openxmlformats.org/drawingml/2006/main"/>
          </p:cNvSpPr>
          <p:nvPr/>
        </p:nvSpPr>
        <p:spPr>
          <a:xfrm xmlns:a="http://schemas.openxmlformats.org/drawingml/2006/main">
            <a:off x="6096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export state</a:t>
            </a:r>
          </a:p>
        </p:txBody>
      </p:sp>
      <p:sp>
        <p:nvSpPr>
          <p:cNvPr id="383" name="30-text-19">
            <a:extLst xmlns:a="http://schemas.openxmlformats.org/drawingml/2006/main">
              <a:ext uri="{FF2B5EF4-FFF2-40B4-BE49-F238E27FC236}">
                <a16:creationId xmlns:a16="http://schemas.microsoft.com/office/drawing/2014/main" id="{89BD79F3-985F-4C5A-A96D-4110D02836F4}"/>
              </a:ext>
            </a:extLst>
          </p:cNvPr>
          <p:cNvSpPr>
            <a:spLocks xmlns:a="http://schemas.openxmlformats.org/drawingml/2006/main"/>
          </p:cNvSpPr>
          <p:nvPr/>
        </p:nvSpPr>
        <p:spPr>
          <a:xfrm xmlns:a="http://schemas.openxmlformats.org/drawingml/2006/main">
            <a:off x="81280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Receipt and artifact</a:t>
            </a:r>
          </a:p>
        </p:txBody>
      </p:sp>
      <p:sp>
        <p:nvSpPr>
          <p:cNvPr id="384" name="30-line-21">
            <a:extLst xmlns:a="http://schemas.openxmlformats.org/drawingml/2006/main">
              <a:ext uri="{FF2B5EF4-FFF2-40B4-BE49-F238E27FC236}">
                <a16:creationId xmlns:a16="http://schemas.microsoft.com/office/drawing/2014/main" id="{B639A38E-B315-40C8-B0A6-068A874ED656}"/>
              </a:ext>
            </a:extLst>
          </p:cNvPr>
          <p:cNvSpPr>
            <a:spLocks xmlns:a="http://schemas.openxmlformats.org/drawingml/2006/main"/>
          </p:cNvSpPr>
          <p:nvPr/>
        </p:nvSpPr>
        <p:spPr>
          <a:xfrm xmlns:a="http://schemas.openxmlformats.org/drawingml/2006/main" flipH="0" flipV="0">
            <a:off x="4267200" y="46228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85" name="30-text-22">
            <a:extLst xmlns:a="http://schemas.openxmlformats.org/drawingml/2006/main">
              <a:ext uri="{FF2B5EF4-FFF2-40B4-BE49-F238E27FC236}">
                <a16:creationId xmlns:a16="http://schemas.microsoft.com/office/drawing/2014/main" id="{9DD28488-A779-46F9-A1A4-719DE1C4C8D9}"/>
              </a:ext>
            </a:extLst>
          </p:cNvPr>
          <p:cNvSpPr>
            <a:spLocks xmlns:a="http://schemas.openxmlformats.org/drawingml/2006/main"/>
          </p:cNvSpPr>
          <p:nvPr/>
        </p:nvSpPr>
        <p:spPr>
          <a:xfrm xmlns:a="http://schemas.openxmlformats.org/drawingml/2006/main">
            <a:off x="609600" y="5105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386" name="30-text-23">
            <a:extLst xmlns:a="http://schemas.openxmlformats.org/drawingml/2006/main">
              <a:ext uri="{FF2B5EF4-FFF2-40B4-BE49-F238E27FC236}">
                <a16:creationId xmlns:a16="http://schemas.microsoft.com/office/drawing/2014/main" id="{A9A921DB-8243-4DE4-9BAC-999FC9BF92C7}"/>
              </a:ext>
            </a:extLst>
          </p:cNvPr>
          <p:cNvSpPr>
            <a:spLocks xmlns:a="http://schemas.openxmlformats.org/drawingml/2006/main"/>
          </p:cNvSpPr>
          <p:nvPr/>
        </p:nvSpPr>
        <p:spPr>
          <a:xfrm xmlns:a="http://schemas.openxmlformats.org/drawingml/2006/main">
            <a:off x="3708400" y="5105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Matching receipt and checked artifact.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duplicate export.</a:t>
            </a:r>
          </a:p>
        </p:txBody>
      </p:sp>
      <p:sp>
        <p:nvSpPr>
          <p:cNvPr id="387" name="30-text-24">
            <a:extLst xmlns:a="http://schemas.openxmlformats.org/drawingml/2006/main">
              <a:ext uri="{FF2B5EF4-FFF2-40B4-BE49-F238E27FC236}">
                <a16:creationId xmlns:a16="http://schemas.microsoft.com/office/drawing/2014/main" id="{052588A2-E5C1-43EC-BBB5-4F39E4D51AFD}"/>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If unresolved: pause or hand off with uncertainty intact.</a:t>
            </a:r>
          </a:p>
        </p:txBody>
      </p:sp>
      <p:sp>
        <p:nvSpPr>
          <p:cNvPr id="388" name="narrative-number">
            <a:extLst xmlns:a="http://schemas.openxmlformats.org/drawingml/2006/main">
              <a:ext uri="{FF2B5EF4-FFF2-40B4-BE49-F238E27FC236}">
                <a16:creationId xmlns:a16="http://schemas.microsoft.com/office/drawing/2014/main" id="{A04BE6C2-9CCD-44EA-BA1E-DF2F5111AB4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1877638126"/>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9" name="!!area-name">
            <a:extLst xmlns:a="http://schemas.openxmlformats.org/drawingml/2006/main">
              <a:ext uri="{FF2B5EF4-FFF2-40B4-BE49-F238E27FC236}">
                <a16:creationId xmlns:a16="http://schemas.microsoft.com/office/drawing/2014/main" id="{1916875B-C738-4959-9A95-45397EFFF4B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98" name="mini-map"/>
          <p:cNvPicPr>
            <a:picLocks xmlns:a="http://schemas.openxmlformats.org/drawingml/2006/main" noChangeAspect="1"/>
          </p:cNvPicPr>
          <p:nvPr/>
        </p:nvPicPr>
        <p:blipFill>
          <a:blip xmlns:r="http://schemas.openxmlformats.org/officeDocument/2006/relationships" xmlns:a="http://schemas.openxmlformats.org/drawingml/2006/main" r:embed="R073e4dc4796440c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1" name="header-divider">
            <a:extLst xmlns:a="http://schemas.openxmlformats.org/drawingml/2006/main">
              <a:ext uri="{FF2B5EF4-FFF2-40B4-BE49-F238E27FC236}">
                <a16:creationId xmlns:a16="http://schemas.microsoft.com/office/drawing/2014/main" id="{32B3AA78-5A43-4758-9C0F-64C21C0E741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2" name="31-text-1">
            <a:extLst xmlns:a="http://schemas.openxmlformats.org/drawingml/2006/main">
              <a:ext uri="{FF2B5EF4-FFF2-40B4-BE49-F238E27FC236}">
                <a16:creationId xmlns:a16="http://schemas.microsoft.com/office/drawing/2014/main" id="{21F6F687-7917-49C3-92DA-1E6B5AA62179}"/>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393" name="31-text-2">
            <a:extLst xmlns:a="http://schemas.openxmlformats.org/drawingml/2006/main">
              <a:ext uri="{FF2B5EF4-FFF2-40B4-BE49-F238E27FC236}">
                <a16:creationId xmlns:a16="http://schemas.microsoft.com/office/drawing/2014/main" id="{AF13547E-675E-4248-AA6A-EBCD2C3306A6}"/>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94" name="31-text-3">
            <a:extLst xmlns:a="http://schemas.openxmlformats.org/drawingml/2006/main">
              <a:ext uri="{FF2B5EF4-FFF2-40B4-BE49-F238E27FC236}">
                <a16:creationId xmlns:a16="http://schemas.microsoft.com/office/drawing/2014/main" id="{A452383E-430D-491B-AC55-007891870524}"/>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403" name="31-image-4"/>
          <p:cNvPicPr>
            <a:picLocks xmlns:a="http://schemas.openxmlformats.org/drawingml/2006/main" noChangeAspect="1"/>
          </p:cNvPicPr>
          <p:nvPr/>
        </p:nvPicPr>
        <p:blipFill>
          <a:blip xmlns:r="http://schemas.openxmlformats.org/officeDocument/2006/relationships" xmlns:a="http://schemas.openxmlformats.org/drawingml/2006/main" r:embed="Rb26895603df247a5"/>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96" name="narrative-number">
            <a:extLst xmlns:a="http://schemas.openxmlformats.org/drawingml/2006/main">
              <a:ext uri="{FF2B5EF4-FFF2-40B4-BE49-F238E27FC236}">
                <a16:creationId xmlns:a16="http://schemas.microsoft.com/office/drawing/2014/main" id="{0B5FEDEA-37A1-43A5-9569-255DC4BAE91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2329815381"/>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7" name="!!area-name">
            <a:extLst xmlns:a="http://schemas.openxmlformats.org/drawingml/2006/main">
              <a:ext uri="{FF2B5EF4-FFF2-40B4-BE49-F238E27FC236}">
                <a16:creationId xmlns:a16="http://schemas.microsoft.com/office/drawing/2014/main" id="{491A0232-FD84-4A93-9A41-5673B33B06F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414" name="mini-map"/>
          <p:cNvPicPr>
            <a:picLocks xmlns:a="http://schemas.openxmlformats.org/drawingml/2006/main" noChangeAspect="1"/>
          </p:cNvPicPr>
          <p:nvPr/>
        </p:nvPicPr>
        <p:blipFill>
          <a:blip xmlns:r="http://schemas.openxmlformats.org/officeDocument/2006/relationships" xmlns:a="http://schemas.openxmlformats.org/drawingml/2006/main" r:embed="Ra620aa6f499b489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9" name="slide-title">
            <a:extLst xmlns:a="http://schemas.openxmlformats.org/drawingml/2006/main">
              <a:ext uri="{FF2B5EF4-FFF2-40B4-BE49-F238E27FC236}">
                <a16:creationId xmlns:a16="http://schemas.microsoft.com/office/drawing/2014/main" id="{5398971C-6D0A-426C-9AA3-94BC5FEA59C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400" name="header-divider">
            <a:extLst xmlns:a="http://schemas.openxmlformats.org/drawingml/2006/main">
              <a:ext uri="{FF2B5EF4-FFF2-40B4-BE49-F238E27FC236}">
                <a16:creationId xmlns:a16="http://schemas.microsoft.com/office/drawing/2014/main" id="{5904918B-CD74-4FBE-80D5-AC559F291F2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1" name="32-text-1">
            <a:extLst xmlns:a="http://schemas.openxmlformats.org/drawingml/2006/main">
              <a:ext uri="{FF2B5EF4-FFF2-40B4-BE49-F238E27FC236}">
                <a16:creationId xmlns:a16="http://schemas.microsoft.com/office/drawing/2014/main" id="{9DC59448-DB9D-4398-9065-40CA52CD6B46}"/>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402" name="32-text-2">
            <a:extLst xmlns:a="http://schemas.openxmlformats.org/drawingml/2006/main">
              <a:ext uri="{FF2B5EF4-FFF2-40B4-BE49-F238E27FC236}">
                <a16:creationId xmlns:a16="http://schemas.microsoft.com/office/drawing/2014/main" id="{18307C74-B091-46DA-8024-3BFE63846392}"/>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meet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requirements?</a:t>
            </a:r>
          </a:p>
        </p:txBody>
      </p:sp>
      <p:sp>
        <p:nvSpPr>
          <p:cNvPr id="403" name="32-text-3">
            <a:extLst xmlns:a="http://schemas.openxmlformats.org/drawingml/2006/main">
              <a:ext uri="{FF2B5EF4-FFF2-40B4-BE49-F238E27FC236}">
                <a16:creationId xmlns:a16="http://schemas.microsoft.com/office/drawing/2014/main" id="{D996C18F-E7B5-4260-961E-67B56E8FE778}"/>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404" name="32-text-4">
            <a:extLst xmlns:a="http://schemas.openxmlformats.org/drawingml/2006/main">
              <a:ext uri="{FF2B5EF4-FFF2-40B4-BE49-F238E27FC236}">
                <a16:creationId xmlns:a16="http://schemas.microsoft.com/office/drawing/2014/main" id="{9DFFC165-5538-4509-809A-8FA140D5DE0C}"/>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does the system perform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cases and repeated runs?</a:t>
            </a:r>
          </a:p>
        </p:txBody>
      </p:sp>
      <p:sp>
        <p:nvSpPr>
          <p:cNvPr id="405" name="32-shape-5">
            <a:extLst xmlns:a="http://schemas.openxmlformats.org/drawingml/2006/main">
              <a:ext uri="{FF2B5EF4-FFF2-40B4-BE49-F238E27FC236}">
                <a16:creationId xmlns:a16="http://schemas.microsoft.com/office/drawing/2014/main" id="{44ECDBC1-4C97-4609-BA05-4DE830B8E4B1}"/>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6" name="32-text-6">
            <a:extLst xmlns:a="http://schemas.openxmlformats.org/drawingml/2006/main">
              <a:ext uri="{FF2B5EF4-FFF2-40B4-BE49-F238E27FC236}">
                <a16:creationId xmlns:a16="http://schemas.microsoft.com/office/drawing/2014/main" id="{A72075C4-0D22-4441-8563-105BA073545D}"/>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407" name="32-text-7">
            <a:extLst xmlns:a="http://schemas.openxmlformats.org/drawingml/2006/main">
              <a:ext uri="{FF2B5EF4-FFF2-40B4-BE49-F238E27FC236}">
                <a16:creationId xmlns:a16="http://schemas.microsoft.com/office/drawing/2014/main" id="{7F8F67DB-C3B8-4099-8247-60B95DBA227D}"/>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 and expected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conditions.</a:t>
            </a:r>
          </a:p>
        </p:txBody>
      </p:sp>
      <p:sp>
        <p:nvSpPr>
          <p:cNvPr id="408" name="32-text-8">
            <a:extLst xmlns:a="http://schemas.openxmlformats.org/drawingml/2006/main">
              <a:ext uri="{FF2B5EF4-FFF2-40B4-BE49-F238E27FC236}">
                <a16:creationId xmlns:a16="http://schemas.microsoft.com/office/drawing/2014/main" id="{2F2FC36F-A7D9-4876-8EF4-DF8919EC8059}"/>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409" name="32-text-9">
            <a:extLst xmlns:a="http://schemas.openxmlformats.org/drawingml/2006/main">
              <a:ext uri="{FF2B5EF4-FFF2-40B4-BE49-F238E27FC236}">
                <a16:creationId xmlns:a16="http://schemas.microsoft.com/office/drawing/2014/main" id="{409B1434-C518-417D-8ED3-0662A308C610}"/>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410" name="32-text-10">
            <a:extLst xmlns:a="http://schemas.openxmlformats.org/drawingml/2006/main">
              <a:ext uri="{FF2B5EF4-FFF2-40B4-BE49-F238E27FC236}">
                <a16:creationId xmlns:a16="http://schemas.microsoft.com/office/drawing/2014/main" id="{1776AB5B-7F94-4E25-A06C-F0571050E0B0}"/>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11" name="32-text-11">
            <a:extLst xmlns:a="http://schemas.openxmlformats.org/drawingml/2006/main">
              <a:ext uri="{FF2B5EF4-FFF2-40B4-BE49-F238E27FC236}">
                <a16:creationId xmlns:a16="http://schemas.microsoft.com/office/drawing/2014/main" id="{F86A1066-3D21-47B7-AE22-B0BF76C5B53B}"/>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412" name="narrative-number">
            <a:extLst xmlns:a="http://schemas.openxmlformats.org/drawingml/2006/main">
              <a:ext uri="{FF2B5EF4-FFF2-40B4-BE49-F238E27FC236}">
                <a16:creationId xmlns:a16="http://schemas.microsoft.com/office/drawing/2014/main" id="{595F9B63-5953-47B6-A091-08CE33E8E03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498011093"/>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3" name="!!area-name">
            <a:extLst xmlns:a="http://schemas.openxmlformats.org/drawingml/2006/main">
              <a:ext uri="{FF2B5EF4-FFF2-40B4-BE49-F238E27FC236}">
                <a16:creationId xmlns:a16="http://schemas.microsoft.com/office/drawing/2014/main" id="{7A5A1B57-EE0A-4857-B3E0-F651271CD93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423" name="mini-map"/>
          <p:cNvPicPr>
            <a:picLocks xmlns:a="http://schemas.openxmlformats.org/drawingml/2006/main" noChangeAspect="1"/>
          </p:cNvPicPr>
          <p:nvPr/>
        </p:nvPicPr>
        <p:blipFill>
          <a:blip xmlns:r="http://schemas.openxmlformats.org/officeDocument/2006/relationships" xmlns:a="http://schemas.openxmlformats.org/drawingml/2006/main" r:embed="R341a113729d7464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5" name="slide-title">
            <a:extLst xmlns:a="http://schemas.openxmlformats.org/drawingml/2006/main">
              <a:ext uri="{FF2B5EF4-FFF2-40B4-BE49-F238E27FC236}">
                <a16:creationId xmlns:a16="http://schemas.microsoft.com/office/drawing/2014/main" id="{B49C6E75-C86E-4A33-889A-907DFF01C59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416" name="header-divider">
            <a:extLst xmlns:a="http://schemas.openxmlformats.org/drawingml/2006/main">
              <a:ext uri="{FF2B5EF4-FFF2-40B4-BE49-F238E27FC236}">
                <a16:creationId xmlns:a16="http://schemas.microsoft.com/office/drawing/2014/main" id="{F007A43F-C864-4544-99B2-A35320F9151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7" name="33-text-1">
            <a:extLst xmlns:a="http://schemas.openxmlformats.org/drawingml/2006/main">
              <a:ext uri="{FF2B5EF4-FFF2-40B4-BE49-F238E27FC236}">
                <a16:creationId xmlns:a16="http://schemas.microsoft.com/office/drawing/2014/main" id="{BE201F80-D88E-4C72-86D2-7C04A5D20DC8}"/>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evaluation cases.</a:t>
            </a:r>
          </a:p>
        </p:txBody>
      </p:sp>
      <p:graphicFrame>
        <p:nvGraphicFramePr>
          <p:cNvPr id="427" name="33-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743200"/>
                <a:gridCol w="4572000"/>
                <a:gridCol w="3657600"/>
              </a:tblGrid>
              <a:tr h="406400">
                <a:tc>
                  <a:txBody>
                    <a:bodyPr>
                      <a:noAutofit/>
                    </a:bodyPr>
                    <a:lstStyle/>
                    <a:p>
                      <a:pPr>
                        <a:lnSpc>
                          <a:spcPct val="125000"/>
                        </a:lnSpc>
                        <a:buNone/>
                      </a:pPr>
                      <a:r>
                        <a:rPr sz="2000" b="1">
                          <a:solidFill>
                            <a:srgbClr val="01B66D"/>
                          </a:solidFill>
                          <a:latin typeface="Helvetica"/>
                          <a:ea typeface="Helvetica"/>
                          <a:cs typeface="Helvetica"/>
                        </a:rPr>
                        <a:t>Case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Routine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Reference checks plus expert</a:t>
                      </a:r>
                    </a:p>
                    <a:p>
                      <a:pPr>
                        <a:lnSpc>
                          <a:spcPct val="125000"/>
                        </a:lnSpc>
                        <a:buNone/>
                      </a:pPr>
                      <a:r>
                        <a:rPr sz="2000" b="0">
                          <a:solidFill>
                            <a:srgbClr val="FFFCF5"/>
                          </a:solidFill>
                          <a:latin typeface="Helvetica"/>
                          <a:ea typeface="Helvetica"/>
                          <a:cs typeface="Helvetica"/>
                        </a:rPr>
                        <a:t>or calibrated model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Disallowed</a:t>
                      </a:r>
                    </a:p>
                    <a:p>
                      <a:pPr>
                        <a:lnSpc>
                          <a:spcPct val="125000"/>
                        </a:lnSpc>
                        <a:buNone/>
                      </a:pPr>
                      <a:r>
                        <a:rPr sz="2000" b="0">
                          <a:solidFill>
                            <a:srgbClr val="FFFCF5"/>
                          </a:solidFill>
                          <a:latin typeface="Helvetica"/>
                          <a:ea typeface="Helvetica"/>
                          <a:cs typeface="Helvetica"/>
                        </a:rPr>
                        <a:t>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Reject before transfer.</a:t>
                      </a:r>
                    </a:p>
                    <a:p>
                      <a:pPr>
                        <a:lnSpc>
                          <a:spcPct val="125000"/>
                        </a:lnSpc>
                        <a:buNone/>
                      </a:pPr>
                      <a:r>
                        <a:rPr sz="2000" b="0">
                          <a:solidFill>
                            <a:srgbClr val="FFFCF5"/>
                          </a:solidFill>
                          <a:latin typeface="Helvetica"/>
                          <a:ea typeface="Helvetica"/>
                          <a:cs typeface="Helvetica"/>
                        </a:rPr>
                        <a:t>No export at that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Permission and</a:t>
                      </a:r>
                    </a:p>
                    <a:p>
                      <a:pPr>
                        <a:lnSpc>
                          <a:spcPct val="125000"/>
                        </a:lnSpc>
                        <a:buNone/>
                      </a:pPr>
                      <a:r>
                        <a:rPr sz="2000" b="0">
                          <a:solidFill>
                            <a:srgbClr val="FFFCF5"/>
                          </a:solidFill>
                          <a:latin typeface="Helvetica"/>
                          <a:ea typeface="Helvetica"/>
                          <a:cs typeface="Helvetica"/>
                        </a:rPr>
                        <a:t>export-state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Lost export</a:t>
                      </a:r>
                    </a:p>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Reconcile the outcome.</a:t>
                      </a:r>
                    </a:p>
                    <a:p>
                      <a:pPr>
                        <a:lnSpc>
                          <a:spcPct val="125000"/>
                        </a:lnSpc>
                        <a:buNone/>
                      </a:pPr>
                      <a:r>
                        <a:rPr sz="2000" b="0">
                          <a:solidFill>
                            <a:srgbClr val="FFFCF5"/>
                          </a:solidFill>
                          <a:latin typeface="Helvetica"/>
                          <a:ea typeface="Helvetica"/>
                          <a:cs typeface="Helvetica"/>
                        </a:rPr>
                        <a:t>Avoid duplicate 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Receipt and</a:t>
                      </a:r>
                    </a:p>
                    <a:p>
                      <a:pPr>
                        <a:lnSpc>
                          <a:spcPct val="125000"/>
                        </a:lnSpc>
                        <a:buNone/>
                      </a:pPr>
                      <a:r>
                        <a:rPr sz="2000" b="0">
                          <a:solidFill>
                            <a:srgbClr val="FFFCF5"/>
                          </a:solidFill>
                          <a:latin typeface="Helvetica"/>
                          <a:ea typeface="Helvetica"/>
                          <a:cs typeface="Helvetica"/>
                        </a:rPr>
                        <a:t>artifact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9" name="33-text-3">
            <a:extLst xmlns:a="http://schemas.openxmlformats.org/drawingml/2006/main">
              <a:ext uri="{FF2B5EF4-FFF2-40B4-BE49-F238E27FC236}">
                <a16:creationId xmlns:a16="http://schemas.microsoft.com/office/drawing/2014/main" id="{14D040A6-E112-4F34-9D29-F997FC333C63}"/>
              </a:ext>
            </a:extLst>
          </p:cNvPr>
          <p:cNvSpPr>
            <a:spLocks xmlns:a="http://schemas.openxmlformats.org/drawingml/2006/main"/>
          </p:cNvSpPr>
          <p:nvPr/>
        </p:nvSpPr>
        <p:spPr>
          <a:xfrm xmlns:a="http://schemas.openxmlformats.org/drawingml/2006/main">
            <a:off x="609600" y="58674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Comparison</a:t>
            </a:r>
          </a:p>
        </p:txBody>
      </p:sp>
      <p:sp>
        <p:nvSpPr>
          <p:cNvPr id="420" name="33-text-4">
            <a:extLst xmlns:a="http://schemas.openxmlformats.org/drawingml/2006/main">
              <a:ext uri="{FF2B5EF4-FFF2-40B4-BE49-F238E27FC236}">
                <a16:creationId xmlns:a16="http://schemas.microsoft.com/office/drawing/2014/main" id="{7B2B8829-C610-4A57-880E-4304BFF3D8A5}"/>
              </a:ext>
            </a:extLst>
          </p:cNvPr>
          <p:cNvSpPr>
            <a:spLocks xmlns:a="http://schemas.openxmlformats.org/drawingml/2006/main"/>
          </p:cNvSpPr>
          <p:nvPr/>
        </p:nvSpPr>
        <p:spPr>
          <a:xfrm xmlns:a="http://schemas.openxmlformats.org/drawingml/2006/main">
            <a:off x="3098800" y="5867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Held-out cases and repeated trials.</a:t>
            </a:r>
          </a:p>
        </p:txBody>
      </p:sp>
      <p:sp>
        <p:nvSpPr>
          <p:cNvPr id="421" name="narrative-number">
            <a:extLst xmlns:a="http://schemas.openxmlformats.org/drawingml/2006/main">
              <a:ext uri="{FF2B5EF4-FFF2-40B4-BE49-F238E27FC236}">
                <a16:creationId xmlns:a16="http://schemas.microsoft.com/office/drawing/2014/main" id="{92B4A7A8-7236-414A-8C83-ED9B9B782C8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4090718630"/>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2" name="!!area-name">
            <a:extLst xmlns:a="http://schemas.openxmlformats.org/drawingml/2006/main">
              <a:ext uri="{FF2B5EF4-FFF2-40B4-BE49-F238E27FC236}">
                <a16:creationId xmlns:a16="http://schemas.microsoft.com/office/drawing/2014/main" id="{F83C3967-1C32-4F52-A131-57EAD804C24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437" name="mini-map"/>
          <p:cNvPicPr>
            <a:picLocks xmlns:a="http://schemas.openxmlformats.org/drawingml/2006/main" noChangeAspect="1"/>
          </p:cNvPicPr>
          <p:nvPr/>
        </p:nvPicPr>
        <p:blipFill>
          <a:blip xmlns:r="http://schemas.openxmlformats.org/officeDocument/2006/relationships" xmlns:a="http://schemas.openxmlformats.org/drawingml/2006/main" r:embed="Re14aa10c4761496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4" name="slide-title">
            <a:extLst xmlns:a="http://schemas.openxmlformats.org/drawingml/2006/main">
              <a:ext uri="{FF2B5EF4-FFF2-40B4-BE49-F238E27FC236}">
                <a16:creationId xmlns:a16="http://schemas.microsoft.com/office/drawing/2014/main" id="{CF49205D-8301-4342-9594-083C3ABF206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425" name="header-divider">
            <a:extLst xmlns:a="http://schemas.openxmlformats.org/drawingml/2006/main">
              <a:ext uri="{FF2B5EF4-FFF2-40B4-BE49-F238E27FC236}">
                <a16:creationId xmlns:a16="http://schemas.microsoft.com/office/drawing/2014/main" id="{F3DA6CF3-790B-4131-AD36-E252C3DA820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6" name="34-text-1">
            <a:extLst xmlns:a="http://schemas.openxmlformats.org/drawingml/2006/main">
              <a:ext uri="{FF2B5EF4-FFF2-40B4-BE49-F238E27FC236}">
                <a16:creationId xmlns:a16="http://schemas.microsoft.com/office/drawing/2014/main" id="{6D8C4A28-2A83-49B3-A1B2-9E974C1D26DD}"/>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427" name="34-text-2">
            <a:extLst xmlns:a="http://schemas.openxmlformats.org/drawingml/2006/main">
              <a:ext uri="{FF2B5EF4-FFF2-40B4-BE49-F238E27FC236}">
                <a16:creationId xmlns:a16="http://schemas.microsoft.com/office/drawing/2014/main" id="{4A8C1B59-2A10-411D-9F0F-62457D7739BD}"/>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428" name="34-text-3">
            <a:extLst xmlns:a="http://schemas.openxmlformats.org/drawingml/2006/main">
              <a:ext uri="{FF2B5EF4-FFF2-40B4-BE49-F238E27FC236}">
                <a16:creationId xmlns:a16="http://schemas.microsoft.com/office/drawing/2014/main" id="{8D60004C-956F-4290-9611-65CC6FE9E4A7}"/>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29" name="34-text-4">
            <a:extLst xmlns:a="http://schemas.openxmlformats.org/drawingml/2006/main">
              <a:ext uri="{FF2B5EF4-FFF2-40B4-BE49-F238E27FC236}">
                <a16:creationId xmlns:a16="http://schemas.microsoft.com/office/drawing/2014/main" id="{F7540760-71C4-4F3E-93C2-07FD5417FD95}"/>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430" name="34-text-5">
            <a:extLst xmlns:a="http://schemas.openxmlformats.org/drawingml/2006/main">
              <a:ext uri="{FF2B5EF4-FFF2-40B4-BE49-F238E27FC236}">
                <a16:creationId xmlns:a16="http://schemas.microsoft.com/office/drawing/2014/main" id="{22226425-616C-4520-9420-0D25F4DB06EB}"/>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431" name="34-text-6">
            <a:extLst xmlns:a="http://schemas.openxmlformats.org/drawingml/2006/main">
              <a:ext uri="{FF2B5EF4-FFF2-40B4-BE49-F238E27FC236}">
                <a16:creationId xmlns:a16="http://schemas.microsoft.com/office/drawing/2014/main" id="{A1C2C0C3-D8A3-429E-96CD-0F52296C1F40}"/>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432" name="34-text-7">
            <a:extLst xmlns:a="http://schemas.openxmlformats.org/drawingml/2006/main">
              <a:ext uri="{FF2B5EF4-FFF2-40B4-BE49-F238E27FC236}">
                <a16:creationId xmlns:a16="http://schemas.microsoft.com/office/drawing/2014/main" id="{259F8D7F-CC54-4F64-90D9-C5A64CAFB6EB}"/>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433" name="34-text-8">
            <a:extLst xmlns:a="http://schemas.openxmlformats.org/drawingml/2006/main">
              <a:ext uri="{FF2B5EF4-FFF2-40B4-BE49-F238E27FC236}">
                <a16:creationId xmlns:a16="http://schemas.microsoft.com/office/drawing/2014/main" id="{7F28105D-5CF6-4041-9712-774DA76508C8}"/>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434" name="34-text-9">
            <a:extLst xmlns:a="http://schemas.openxmlformats.org/drawingml/2006/main">
              <a:ext uri="{FF2B5EF4-FFF2-40B4-BE49-F238E27FC236}">
                <a16:creationId xmlns:a16="http://schemas.microsoft.com/office/drawing/2014/main" id="{582909FB-7C05-45BC-8EC7-72484A335806}"/>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435" name="narrative-number">
            <a:extLst xmlns:a="http://schemas.openxmlformats.org/drawingml/2006/main">
              <a:ext uri="{FF2B5EF4-FFF2-40B4-BE49-F238E27FC236}">
                <a16:creationId xmlns:a16="http://schemas.microsoft.com/office/drawing/2014/main" id="{BD18F7CF-2905-41A2-B06C-CF6299135CC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3823893378"/>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6" name="!!area-name">
            <a:extLst xmlns:a="http://schemas.openxmlformats.org/drawingml/2006/main">
              <a:ext uri="{FF2B5EF4-FFF2-40B4-BE49-F238E27FC236}">
                <a16:creationId xmlns:a16="http://schemas.microsoft.com/office/drawing/2014/main" id="{C689BEDD-A8E7-45B5-889E-60DADDFAD99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452" name="mini-map"/>
          <p:cNvPicPr>
            <a:picLocks xmlns:a="http://schemas.openxmlformats.org/drawingml/2006/main" noChangeAspect="1"/>
          </p:cNvPicPr>
          <p:nvPr/>
        </p:nvPicPr>
        <p:blipFill>
          <a:blip xmlns:r="http://schemas.openxmlformats.org/officeDocument/2006/relationships" xmlns:a="http://schemas.openxmlformats.org/drawingml/2006/main" r:embed="R951d0c9e846243e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8" name="slide-title">
            <a:extLst xmlns:a="http://schemas.openxmlformats.org/drawingml/2006/main">
              <a:ext uri="{FF2B5EF4-FFF2-40B4-BE49-F238E27FC236}">
                <a16:creationId xmlns:a16="http://schemas.microsoft.com/office/drawing/2014/main" id="{B7D95A1F-811F-48C0-B8D7-C8CF8A37C92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439" name="header-divider">
            <a:extLst xmlns:a="http://schemas.openxmlformats.org/drawingml/2006/main">
              <a:ext uri="{FF2B5EF4-FFF2-40B4-BE49-F238E27FC236}">
                <a16:creationId xmlns:a16="http://schemas.microsoft.com/office/drawing/2014/main" id="{7690857A-F5CF-49FC-989F-CAD37B8CAD2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0" name="35-text-1">
            <a:extLst xmlns:a="http://schemas.openxmlformats.org/drawingml/2006/main">
              <a:ext uri="{FF2B5EF4-FFF2-40B4-BE49-F238E27FC236}">
                <a16:creationId xmlns:a16="http://schemas.microsoft.com/office/drawing/2014/main" id="{D41D96C6-B2CD-49A2-BAFF-4FEFCCC001B2}"/>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441" name="35-text-2">
            <a:extLst xmlns:a="http://schemas.openxmlformats.org/drawingml/2006/main">
              <a:ext uri="{FF2B5EF4-FFF2-40B4-BE49-F238E27FC236}">
                <a16:creationId xmlns:a16="http://schemas.microsoft.com/office/drawing/2014/main" id="{74603810-CC61-422B-8BC0-DC38E4F1EED8}"/>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42" name="35-text-3">
            <a:extLst xmlns:a="http://schemas.openxmlformats.org/drawingml/2006/main">
              <a:ext uri="{FF2B5EF4-FFF2-40B4-BE49-F238E27FC236}">
                <a16:creationId xmlns:a16="http://schemas.microsoft.com/office/drawing/2014/main" id="{5D82594A-E404-4F66-AC99-70D705604FD6}"/>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43" name="35-text-4">
            <a:extLst xmlns:a="http://schemas.openxmlformats.org/drawingml/2006/main">
              <a:ext uri="{FF2B5EF4-FFF2-40B4-BE49-F238E27FC236}">
                <a16:creationId xmlns:a16="http://schemas.microsoft.com/office/drawing/2014/main" id="{24B5A489-6EC6-456C-810F-79BEADD9E8AD}"/>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444" name="35-text-5">
            <a:extLst xmlns:a="http://schemas.openxmlformats.org/drawingml/2006/main">
              <a:ext uri="{FF2B5EF4-FFF2-40B4-BE49-F238E27FC236}">
                <a16:creationId xmlns:a16="http://schemas.microsoft.com/office/drawing/2014/main" id="{23B573AC-EF92-4F1B-BC71-DE44100A9846}"/>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45" name="35-text-6">
            <a:extLst xmlns:a="http://schemas.openxmlformats.org/drawingml/2006/main">
              <a:ext uri="{FF2B5EF4-FFF2-40B4-BE49-F238E27FC236}">
                <a16:creationId xmlns:a16="http://schemas.microsoft.com/office/drawing/2014/main" id="{8D5013C7-5B1C-4435-8528-311CD74537A1}"/>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446" name="35-text-7">
            <a:extLst xmlns:a="http://schemas.openxmlformats.org/drawingml/2006/main">
              <a:ext uri="{FF2B5EF4-FFF2-40B4-BE49-F238E27FC236}">
                <a16:creationId xmlns:a16="http://schemas.microsoft.com/office/drawing/2014/main" id="{13A2CA84-6E4F-4B90-BC5B-B2E4417FC3D6}"/>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447" name="35-text-8">
            <a:extLst xmlns:a="http://schemas.openxmlformats.org/drawingml/2006/main">
              <a:ext uri="{FF2B5EF4-FFF2-40B4-BE49-F238E27FC236}">
                <a16:creationId xmlns:a16="http://schemas.microsoft.com/office/drawing/2014/main" id="{41B8FFD0-040D-4EE0-9084-77CC6B86979A}"/>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448" name="35-text-9">
            <a:extLst xmlns:a="http://schemas.openxmlformats.org/drawingml/2006/main">
              <a:ext uri="{FF2B5EF4-FFF2-40B4-BE49-F238E27FC236}">
                <a16:creationId xmlns:a16="http://schemas.microsoft.com/office/drawing/2014/main" id="{5F5917EE-6541-409A-B583-04F072472CED}"/>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449" name="35-text-10">
            <a:extLst xmlns:a="http://schemas.openxmlformats.org/drawingml/2006/main">
              <a:ext uri="{FF2B5EF4-FFF2-40B4-BE49-F238E27FC236}">
                <a16:creationId xmlns:a16="http://schemas.microsoft.com/office/drawing/2014/main" id="{B4F4562D-EC0C-42CD-ACA4-29B768C9615F}"/>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450" name="narrative-number">
            <a:extLst xmlns:a="http://schemas.openxmlformats.org/drawingml/2006/main">
              <a:ext uri="{FF2B5EF4-FFF2-40B4-BE49-F238E27FC236}">
                <a16:creationId xmlns:a16="http://schemas.microsoft.com/office/drawing/2014/main" id="{9B0FA8E4-F837-46C2-A98A-AA25F7464F8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3025929097"/>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1" name="!!area-name">
            <a:extLst xmlns:a="http://schemas.openxmlformats.org/drawingml/2006/main">
              <a:ext uri="{FF2B5EF4-FFF2-40B4-BE49-F238E27FC236}">
                <a16:creationId xmlns:a16="http://schemas.microsoft.com/office/drawing/2014/main" id="{E67A5908-41D7-42F8-8F4C-17CAF07226E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460" name="mini-map"/>
          <p:cNvPicPr>
            <a:picLocks xmlns:a="http://schemas.openxmlformats.org/drawingml/2006/main" noChangeAspect="1"/>
          </p:cNvPicPr>
          <p:nvPr/>
        </p:nvPicPr>
        <p:blipFill>
          <a:blip xmlns:r="http://schemas.openxmlformats.org/officeDocument/2006/relationships" xmlns:a="http://schemas.openxmlformats.org/drawingml/2006/main" r:embed="Rbb1b8b5ca23a471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3" name="header-divider">
            <a:extLst xmlns:a="http://schemas.openxmlformats.org/drawingml/2006/main">
              <a:ext uri="{FF2B5EF4-FFF2-40B4-BE49-F238E27FC236}">
                <a16:creationId xmlns:a16="http://schemas.microsoft.com/office/drawing/2014/main" id="{A432D3F6-6BBA-4A0B-A192-5FFF6B3C880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4" name="36-text-1">
            <a:extLst xmlns:a="http://schemas.openxmlformats.org/drawingml/2006/main">
              <a:ext uri="{FF2B5EF4-FFF2-40B4-BE49-F238E27FC236}">
                <a16:creationId xmlns:a16="http://schemas.microsoft.com/office/drawing/2014/main" id="{EFC4EBC9-9703-4A5A-980A-86554DE79AC4}"/>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463" name="36-image-2"/>
          <p:cNvPicPr>
            <a:picLocks xmlns:a="http://schemas.openxmlformats.org/drawingml/2006/main" noChangeAspect="1"/>
          </p:cNvPicPr>
          <p:nvPr/>
        </p:nvPicPr>
        <p:blipFill>
          <a:blip xmlns:r="http://schemas.openxmlformats.org/officeDocument/2006/relationships" xmlns:a="http://schemas.openxmlformats.org/drawingml/2006/main" r:embed="R432e99b7247b47fe"/>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456" name="36-text-3">
            <a:extLst xmlns:a="http://schemas.openxmlformats.org/drawingml/2006/main">
              <a:ext uri="{FF2B5EF4-FFF2-40B4-BE49-F238E27FC236}">
                <a16:creationId xmlns:a16="http://schemas.microsoft.com/office/drawing/2014/main" id="{834E097A-B1B2-44F5-A04F-94DC015A5DCF}"/>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457" name="36-text-4">
            <a:extLst xmlns:a="http://schemas.openxmlformats.org/drawingml/2006/main">
              <a:ext uri="{FF2B5EF4-FFF2-40B4-BE49-F238E27FC236}">
                <a16:creationId xmlns:a16="http://schemas.microsoft.com/office/drawing/2014/main" id="{9EC55A3C-6829-44E2-814E-D6D69556EF5E}"/>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458" name="narrative-number">
            <a:extLst xmlns:a="http://schemas.openxmlformats.org/drawingml/2006/main">
              <a:ext uri="{FF2B5EF4-FFF2-40B4-BE49-F238E27FC236}">
                <a16:creationId xmlns:a16="http://schemas.microsoft.com/office/drawing/2014/main" id="{923B885A-2B81-402F-9077-77196CA8D5A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1691760138"/>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9" name="!!area-name">
            <a:extLst xmlns:a="http://schemas.openxmlformats.org/drawingml/2006/main">
              <a:ext uri="{FF2B5EF4-FFF2-40B4-BE49-F238E27FC236}">
                <a16:creationId xmlns:a16="http://schemas.microsoft.com/office/drawing/2014/main" id="{6A0D5F8A-D635-46E5-92CB-135E7889B1D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Foundations</a:t>
            </a:r>
          </a:p>
        </p:txBody>
      </p:sp>
      <p:pic>
        <p:nvPicPr>
          <p:cNvPr id="481" name="mini-map"/>
          <p:cNvPicPr>
            <a:picLocks xmlns:a="http://schemas.openxmlformats.org/drawingml/2006/main" noChangeAspect="1"/>
          </p:cNvPicPr>
          <p:nvPr/>
        </p:nvPicPr>
        <p:blipFill>
          <a:blip xmlns:r="http://schemas.openxmlformats.org/officeDocument/2006/relationships" xmlns:a="http://schemas.openxmlformats.org/drawingml/2006/main" r:embed="R5451ba36d28b41b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1" name="slide-title">
            <a:extLst xmlns:a="http://schemas.openxmlformats.org/drawingml/2006/main">
              <a:ext uri="{FF2B5EF4-FFF2-40B4-BE49-F238E27FC236}">
                <a16:creationId xmlns:a16="http://schemas.microsoft.com/office/drawing/2014/main" id="{102BCBA9-84F3-433D-8B5F-97634CD3775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the system over time</a:t>
            </a:r>
          </a:p>
        </p:txBody>
      </p:sp>
      <p:sp>
        <p:nvSpPr>
          <p:cNvPr id="462" name="header-divider">
            <a:extLst xmlns:a="http://schemas.openxmlformats.org/drawingml/2006/main">
              <a:ext uri="{FF2B5EF4-FFF2-40B4-BE49-F238E27FC236}">
                <a16:creationId xmlns:a16="http://schemas.microsoft.com/office/drawing/2014/main" id="{E34C34D2-3C15-4E33-92B2-9CFCED56FF0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3" name="37-text-1">
            <a:extLst xmlns:a="http://schemas.openxmlformats.org/drawingml/2006/main">
              <a:ext uri="{FF2B5EF4-FFF2-40B4-BE49-F238E27FC236}">
                <a16:creationId xmlns:a16="http://schemas.microsoft.com/office/drawing/2014/main" id="{A78D7A30-312D-4F9C-8331-6CE7DC9BA96D}"/>
              </a:ext>
            </a:extLst>
          </p:cNvPr>
          <p:cNvSpPr>
            <a:spLocks xmlns:a="http://schemas.openxmlformats.org/drawingml/2006/main"/>
          </p:cNvSpPr>
          <p:nvPr/>
        </p:nvSpPr>
        <p:spPr>
          <a:xfrm xmlns:a="http://schemas.openxmlformats.org/drawingml/2006/main">
            <a:off x="609600" y="2438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accountable response.</a:t>
            </a:r>
          </a:p>
        </p:txBody>
      </p:sp>
      <p:sp>
        <p:nvSpPr>
          <p:cNvPr id="464" name="37-text-2">
            <a:extLst xmlns:a="http://schemas.openxmlformats.org/drawingml/2006/main">
              <a:ext uri="{FF2B5EF4-FFF2-40B4-BE49-F238E27FC236}">
                <a16:creationId xmlns:a16="http://schemas.microsoft.com/office/drawing/2014/main" id="{A19E141E-0ABE-44E0-83DF-908894B72278}"/>
              </a:ext>
            </a:extLst>
          </p:cNvPr>
          <p:cNvSpPr>
            <a:spLocks xmlns:a="http://schemas.openxmlformats.org/drawingml/2006/main"/>
          </p:cNvSpPr>
          <p:nvPr/>
        </p:nvSpPr>
        <p:spPr>
          <a:xfrm xmlns:a="http://schemas.openxmlformats.org/drawingml/2006/main">
            <a:off x="609600" y="3327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Trace</a:t>
            </a:r>
          </a:p>
        </p:txBody>
      </p:sp>
      <p:sp>
        <p:nvSpPr>
          <p:cNvPr id="465" name="37-text-3">
            <a:extLst xmlns:a="http://schemas.openxmlformats.org/drawingml/2006/main">
              <a:ext uri="{FF2B5EF4-FFF2-40B4-BE49-F238E27FC236}">
                <a16:creationId xmlns:a16="http://schemas.microsoft.com/office/drawing/2014/main" id="{896D653D-5874-45B2-8ED4-B59212C426A6}"/>
              </a:ext>
            </a:extLst>
          </p:cNvPr>
          <p:cNvSpPr>
            <a:spLocks xmlns:a="http://schemas.openxmlformats.org/drawingml/2006/main"/>
          </p:cNvSpPr>
          <p:nvPr/>
        </p:nvSpPr>
        <p:spPr>
          <a:xfrm xmlns:a="http://schemas.openxmlformats.org/drawingml/2006/main">
            <a:off x="3708400" y="3327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operations behind one task.</a:t>
            </a:r>
          </a:p>
        </p:txBody>
      </p:sp>
      <p:sp>
        <p:nvSpPr>
          <p:cNvPr id="466" name="37-text-4">
            <a:extLst xmlns:a="http://schemas.openxmlformats.org/drawingml/2006/main">
              <a:ext uri="{FF2B5EF4-FFF2-40B4-BE49-F238E27FC236}">
                <a16:creationId xmlns:a16="http://schemas.microsoft.com/office/drawing/2014/main" id="{AD2155D0-AC07-4B71-B82F-CD781566857B}"/>
              </a:ext>
            </a:extLst>
          </p:cNvPr>
          <p:cNvSpPr>
            <a:spLocks xmlns:a="http://schemas.openxmlformats.org/drawingml/2006/main"/>
          </p:cNvSpPr>
          <p:nvPr/>
        </p:nvSpPr>
        <p:spPr>
          <a:xfrm xmlns:a="http://schemas.openxmlformats.org/drawingml/2006/main">
            <a:off x="609600" y="48514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Versioned</a:t>
            </a:r>
          </a:p>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configuration</a:t>
            </a:r>
          </a:p>
        </p:txBody>
      </p:sp>
      <p:sp>
        <p:nvSpPr>
          <p:cNvPr id="467" name="37-text-5">
            <a:extLst xmlns:a="http://schemas.openxmlformats.org/drawingml/2006/main">
              <a:ext uri="{FF2B5EF4-FFF2-40B4-BE49-F238E27FC236}">
                <a16:creationId xmlns:a16="http://schemas.microsoft.com/office/drawing/2014/main" id="{A233FFCD-5DCB-4FB4-99CC-548CA0FDA4E0}"/>
              </a:ext>
            </a:extLst>
          </p:cNvPr>
          <p:cNvSpPr>
            <a:spLocks xmlns:a="http://schemas.openxmlformats.org/drawingml/2006/main"/>
          </p:cNvSpPr>
          <p:nvPr/>
        </p:nvSpPr>
        <p:spPr>
          <a:xfrm xmlns:a="http://schemas.openxmlformats.org/drawingml/2006/main">
            <a:off x="3708400" y="4851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versions and settings in use.</a:t>
            </a:r>
          </a:p>
        </p:txBody>
      </p:sp>
      <p:sp>
        <p:nvSpPr>
          <p:cNvPr id="468" name="37-text-6">
            <a:extLst xmlns:a="http://schemas.openxmlformats.org/drawingml/2006/main">
              <a:ext uri="{FF2B5EF4-FFF2-40B4-BE49-F238E27FC236}">
                <a16:creationId xmlns:a16="http://schemas.microsoft.com/office/drawing/2014/main" id="{AD7B683B-CD6C-47D7-87BB-EB7B69E25686}"/>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Outcome metrics</a:t>
            </a:r>
          </a:p>
        </p:txBody>
      </p:sp>
      <p:sp>
        <p:nvSpPr>
          <p:cNvPr id="469" name="37-text-7">
            <a:extLst xmlns:a="http://schemas.openxmlformats.org/drawingml/2006/main">
              <a:ext uri="{FF2B5EF4-FFF2-40B4-BE49-F238E27FC236}">
                <a16:creationId xmlns:a16="http://schemas.microsoft.com/office/drawing/2014/main" id="{6A8B9845-6419-48F6-9A1A-2A5DDB242555}"/>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Quality, completion time, cost, and review work.</a:t>
            </a:r>
          </a:p>
        </p:txBody>
      </p:sp>
      <p:sp>
        <p:nvSpPr>
          <p:cNvPr id="470" name="37-text-8">
            <a:extLst xmlns:a="http://schemas.openxmlformats.org/drawingml/2006/main">
              <a:ext uri="{FF2B5EF4-FFF2-40B4-BE49-F238E27FC236}">
                <a16:creationId xmlns:a16="http://schemas.microsoft.com/office/drawing/2014/main" id="{38FA4D35-DA73-4B08-BE5A-DC4484DA66CE}"/>
              </a:ext>
            </a:extLst>
          </p:cNvPr>
          <p:cNvSpPr>
            <a:spLocks xmlns:a="http://schemas.openxmlformats.org/drawingml/2006/main"/>
          </p:cNvSpPr>
          <p:nvPr/>
        </p:nvSpPr>
        <p:spPr>
          <a:xfrm xmlns:a="http://schemas.openxmlformats.org/drawingml/2006/main">
            <a:off x="37084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a:t>
            </a:r>
          </a:p>
        </p:txBody>
      </p:sp>
      <p:sp>
        <p:nvSpPr>
          <p:cNvPr id="471" name="37-text-9">
            <a:extLst xmlns:a="http://schemas.openxmlformats.org/drawingml/2006/main">
              <a:ext uri="{FF2B5EF4-FFF2-40B4-BE49-F238E27FC236}">
                <a16:creationId xmlns:a16="http://schemas.microsoft.com/office/drawing/2014/main" id="{5ED0877D-BA4F-47A0-8CB9-E828128E4A56}"/>
              </a:ext>
            </a:extLst>
          </p:cNvPr>
          <p:cNvSpPr>
            <a:spLocks xmlns:a="http://schemas.openxmlformats.org/drawingml/2006/main"/>
          </p:cNvSpPr>
          <p:nvPr/>
        </p:nvSpPr>
        <p:spPr>
          <a:xfrm xmlns:a="http://schemas.openxmlformats.org/drawingml/2006/main">
            <a:off x="56896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a:t>
            </a:r>
          </a:p>
        </p:txBody>
      </p:sp>
      <p:sp>
        <p:nvSpPr>
          <p:cNvPr id="472" name="37-text-10">
            <a:extLst xmlns:a="http://schemas.openxmlformats.org/drawingml/2006/main">
              <a:ext uri="{FF2B5EF4-FFF2-40B4-BE49-F238E27FC236}">
                <a16:creationId xmlns:a16="http://schemas.microsoft.com/office/drawing/2014/main" id="{A26BE63D-B560-4C65-8E66-49BD93D7AF4C}"/>
              </a:ext>
            </a:extLst>
          </p:cNvPr>
          <p:cNvSpPr>
            <a:spLocks xmlns:a="http://schemas.openxmlformats.org/drawingml/2006/main"/>
          </p:cNvSpPr>
          <p:nvPr/>
        </p:nvSpPr>
        <p:spPr>
          <a:xfrm xmlns:a="http://schemas.openxmlformats.org/drawingml/2006/main">
            <a:off x="76708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473" name="37-text-11">
            <a:extLst xmlns:a="http://schemas.openxmlformats.org/drawingml/2006/main">
              <a:ext uri="{FF2B5EF4-FFF2-40B4-BE49-F238E27FC236}">
                <a16:creationId xmlns:a16="http://schemas.microsoft.com/office/drawing/2014/main" id="{7D6078EB-959E-4BF4-BDC3-AF1DEE979EA1}"/>
              </a:ext>
            </a:extLst>
          </p:cNvPr>
          <p:cNvSpPr>
            <a:spLocks xmlns:a="http://schemas.openxmlformats.org/drawingml/2006/main"/>
          </p:cNvSpPr>
          <p:nvPr/>
        </p:nvSpPr>
        <p:spPr>
          <a:xfrm xmlns:a="http://schemas.openxmlformats.org/drawingml/2006/main">
            <a:off x="9652000" y="3835400"/>
            <a:ext cx="193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 hold</a:t>
            </a:r>
          </a:p>
        </p:txBody>
      </p:sp>
      <p:sp>
        <p:nvSpPr>
          <p:cNvPr id="474" name="37-line-13">
            <a:extLst xmlns:a="http://schemas.openxmlformats.org/drawingml/2006/main">
              <a:ext uri="{FF2B5EF4-FFF2-40B4-BE49-F238E27FC236}">
                <a16:creationId xmlns:a16="http://schemas.microsoft.com/office/drawing/2014/main" id="{70A545F6-6F16-4CFA-B5DA-8A6D320FE65D}"/>
              </a:ext>
            </a:extLst>
          </p:cNvPr>
          <p:cNvSpPr>
            <a:spLocks xmlns:a="http://schemas.openxmlformats.org/drawingml/2006/main"/>
          </p:cNvSpPr>
          <p:nvPr/>
        </p:nvSpPr>
        <p:spPr>
          <a:xfrm xmlns:a="http://schemas.openxmlformats.org/drawingml/2006/main" flipH="0" flipV="0">
            <a:off x="52832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75" name="37-line-15">
            <a:extLst xmlns:a="http://schemas.openxmlformats.org/drawingml/2006/main">
              <a:ext uri="{FF2B5EF4-FFF2-40B4-BE49-F238E27FC236}">
                <a16:creationId xmlns:a16="http://schemas.microsoft.com/office/drawing/2014/main" id="{4663EA78-09E6-48DE-99D3-FE83A7018E6A}"/>
              </a:ext>
            </a:extLst>
          </p:cNvPr>
          <p:cNvSpPr>
            <a:spLocks xmlns:a="http://schemas.openxmlformats.org/drawingml/2006/main"/>
          </p:cNvSpPr>
          <p:nvPr/>
        </p:nvSpPr>
        <p:spPr>
          <a:xfrm xmlns:a="http://schemas.openxmlformats.org/drawingml/2006/main" flipH="0" flipV="0">
            <a:off x="72644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76" name="37-line-17">
            <a:extLst xmlns:a="http://schemas.openxmlformats.org/drawingml/2006/main">
              <a:ext uri="{FF2B5EF4-FFF2-40B4-BE49-F238E27FC236}">
                <a16:creationId xmlns:a16="http://schemas.microsoft.com/office/drawing/2014/main" id="{699D6FD3-3588-414B-89EA-E862719C81D9}"/>
              </a:ext>
            </a:extLst>
          </p:cNvPr>
          <p:cNvSpPr>
            <a:spLocks xmlns:a="http://schemas.openxmlformats.org/drawingml/2006/main"/>
          </p:cNvSpPr>
          <p:nvPr/>
        </p:nvSpPr>
        <p:spPr>
          <a:xfrm xmlns:a="http://schemas.openxmlformats.org/drawingml/2006/main" flipH="0" flipV="0">
            <a:off x="92456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77" name="37-shape-18">
            <a:extLst xmlns:a="http://schemas.openxmlformats.org/drawingml/2006/main">
              <a:ext uri="{FF2B5EF4-FFF2-40B4-BE49-F238E27FC236}">
                <a16:creationId xmlns:a16="http://schemas.microsoft.com/office/drawing/2014/main" id="{D2120BE9-F7F3-4D54-8D1D-4BC5231E1AAC}"/>
              </a:ext>
            </a:extLst>
          </p:cNvPr>
          <p:cNvSpPr>
            <a:spLocks xmlns:a="http://schemas.openxmlformats.org/drawingml/2006/main"/>
          </p:cNvSpPr>
          <p:nvPr/>
        </p:nvSpPr>
        <p:spPr>
          <a:xfrm xmlns:a="http://schemas.openxmlformats.org/drawingml/2006/main">
            <a:off x="5689600" y="4241800"/>
            <a:ext cx="1524000" cy="254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78" name="37-text-19">
            <a:extLst xmlns:a="http://schemas.openxmlformats.org/drawingml/2006/main">
              <a:ext uri="{FF2B5EF4-FFF2-40B4-BE49-F238E27FC236}">
                <a16:creationId xmlns:a16="http://schemas.microsoft.com/office/drawing/2014/main" id="{55F89F0D-C761-464D-9B52-72F0F903A4BB}"/>
              </a:ext>
            </a:extLst>
          </p:cNvPr>
          <p:cNvSpPr>
            <a:spLocks xmlns:a="http://schemas.openxmlformats.org/drawingml/2006/main"/>
          </p:cNvSpPr>
          <p:nvPr/>
        </p:nvSpPr>
        <p:spPr>
          <a:xfrm xmlns:a="http://schemas.openxmlformats.org/drawingml/2006/main">
            <a:off x="5689600" y="43688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one span</a:t>
            </a:r>
          </a:p>
        </p:txBody>
      </p:sp>
      <p:sp>
        <p:nvSpPr>
          <p:cNvPr id="479" name="narrative-number">
            <a:extLst xmlns:a="http://schemas.openxmlformats.org/drawingml/2006/main">
              <a:ext uri="{FF2B5EF4-FFF2-40B4-BE49-F238E27FC236}">
                <a16:creationId xmlns:a16="http://schemas.microsoft.com/office/drawing/2014/main" id="{638EC1BD-CFEC-4BFB-AE71-05060CC1801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3875473258"/>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0" name="!!area-name">
            <a:extLst xmlns:a="http://schemas.openxmlformats.org/drawingml/2006/main">
              <a:ext uri="{FF2B5EF4-FFF2-40B4-BE49-F238E27FC236}">
                <a16:creationId xmlns:a16="http://schemas.microsoft.com/office/drawing/2014/main" id="{CDBC413C-0B94-4BE5-9341-394E84B8877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92" name="mini-map"/>
          <p:cNvPicPr>
            <a:picLocks xmlns:a="http://schemas.openxmlformats.org/drawingml/2006/main" noChangeAspect="1"/>
          </p:cNvPicPr>
          <p:nvPr/>
        </p:nvPicPr>
        <p:blipFill>
          <a:blip xmlns:r="http://schemas.openxmlformats.org/officeDocument/2006/relationships" xmlns:a="http://schemas.openxmlformats.org/drawingml/2006/main" r:embed="R5e1a84149b024ea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2" name="slide-title">
            <a:extLst xmlns:a="http://schemas.openxmlformats.org/drawingml/2006/main">
              <a:ext uri="{FF2B5EF4-FFF2-40B4-BE49-F238E27FC236}">
                <a16:creationId xmlns:a16="http://schemas.microsoft.com/office/drawing/2014/main" id="{46B60BF0-5732-46D9-8C2B-67D4CCF93DE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decisions</a:t>
            </a:r>
          </a:p>
        </p:txBody>
      </p:sp>
      <p:sp>
        <p:nvSpPr>
          <p:cNvPr id="483" name="header-divider">
            <a:extLst xmlns:a="http://schemas.openxmlformats.org/drawingml/2006/main">
              <a:ext uri="{FF2B5EF4-FFF2-40B4-BE49-F238E27FC236}">
                <a16:creationId xmlns:a16="http://schemas.microsoft.com/office/drawing/2014/main" id="{19414348-07E2-49EE-8C56-E0CE6C6A051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4" name="38-text-1">
            <a:extLst xmlns:a="http://schemas.openxmlformats.org/drawingml/2006/main">
              <a:ext uri="{FF2B5EF4-FFF2-40B4-BE49-F238E27FC236}">
                <a16:creationId xmlns:a16="http://schemas.microsoft.com/office/drawing/2014/main" id="{001B6A4F-FA5F-45EA-AF7C-FC5F148F977E}"/>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Evidence</a:t>
            </a:r>
          </a:p>
        </p:txBody>
      </p:sp>
      <p:sp>
        <p:nvSpPr>
          <p:cNvPr id="485" name="38-text-2">
            <a:extLst xmlns:a="http://schemas.openxmlformats.org/drawingml/2006/main">
              <a:ext uri="{FF2B5EF4-FFF2-40B4-BE49-F238E27FC236}">
                <a16:creationId xmlns:a16="http://schemas.microsoft.com/office/drawing/2014/main" id="{D8AE170B-3958-49FB-B622-E2D3D7D0C471}"/>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Capture enough to investigate.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sensitive content.</a:t>
            </a:r>
          </a:p>
        </p:txBody>
      </p:sp>
      <p:sp>
        <p:nvSpPr>
          <p:cNvPr id="486" name="38-text-3">
            <a:extLst xmlns:a="http://schemas.openxmlformats.org/drawingml/2006/main">
              <a:ext uri="{FF2B5EF4-FFF2-40B4-BE49-F238E27FC236}">
                <a16:creationId xmlns:a16="http://schemas.microsoft.com/office/drawing/2014/main" id="{AA31AE8B-737A-41C2-8FBF-C8E8D18DA2AD}"/>
              </a:ext>
            </a:extLst>
          </p:cNvPr>
          <p:cNvSpPr>
            <a:spLocks xmlns:a="http://schemas.openxmlformats.org/drawingml/2006/main"/>
          </p:cNvSpPr>
          <p:nvPr/>
        </p:nvSpPr>
        <p:spPr>
          <a:xfrm xmlns:a="http://schemas.openxmlformats.org/drawingml/2006/main">
            <a:off x="609600" y="370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Releases</a:t>
            </a:r>
          </a:p>
        </p:txBody>
      </p:sp>
      <p:sp>
        <p:nvSpPr>
          <p:cNvPr id="487" name="38-text-4">
            <a:extLst xmlns:a="http://schemas.openxmlformats.org/drawingml/2006/main">
              <a:ext uri="{FF2B5EF4-FFF2-40B4-BE49-F238E27FC236}">
                <a16:creationId xmlns:a16="http://schemas.microsoft.com/office/drawing/2014/main" id="{498C2BBE-4609-449A-8BA8-3B96C8240630}"/>
              </a:ext>
            </a:extLst>
          </p:cNvPr>
          <p:cNvSpPr>
            <a:spLocks xmlns:a="http://schemas.openxmlformats.org/drawingml/2006/main"/>
          </p:cNvSpPr>
          <p:nvPr/>
        </p:nvSpPr>
        <p:spPr>
          <a:xfrm xmlns:a="http://schemas.openxmlformats.org/drawingml/2006/main">
            <a:off x="3708400" y="370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a controlled cohort.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rollback conditions.</a:t>
            </a:r>
          </a:p>
        </p:txBody>
      </p:sp>
      <p:sp>
        <p:nvSpPr>
          <p:cNvPr id="488" name="38-text-5">
            <a:extLst xmlns:a="http://schemas.openxmlformats.org/drawingml/2006/main">
              <a:ext uri="{FF2B5EF4-FFF2-40B4-BE49-F238E27FC236}">
                <a16:creationId xmlns:a16="http://schemas.microsoft.com/office/drawing/2014/main" id="{D4B1478B-2AFD-4A28-A2CE-D619DF04DD0F}"/>
              </a:ext>
            </a:extLst>
          </p:cNvPr>
          <p:cNvSpPr>
            <a:spLocks xmlns:a="http://schemas.openxmlformats.org/drawingml/2006/main"/>
          </p:cNvSpPr>
          <p:nvPr/>
        </p:nvSpPr>
        <p:spPr>
          <a:xfrm xmlns:a="http://schemas.openxmlformats.org/drawingml/2006/main">
            <a:off x="609600" y="497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Response</a:t>
            </a:r>
          </a:p>
        </p:txBody>
      </p:sp>
      <p:sp>
        <p:nvSpPr>
          <p:cNvPr id="489" name="38-text-6">
            <a:extLst xmlns:a="http://schemas.openxmlformats.org/drawingml/2006/main">
              <a:ext uri="{FF2B5EF4-FFF2-40B4-BE49-F238E27FC236}">
                <a16:creationId xmlns:a16="http://schemas.microsoft.com/office/drawing/2014/main" id="{DF0E8836-A3EE-43F0-838F-4A3899C9AA6E}"/>
              </a:ext>
            </a:extLst>
          </p:cNvPr>
          <p:cNvSpPr>
            <a:spLocks xmlns:a="http://schemas.openxmlformats.org/drawingml/2006/main"/>
          </p:cNvSpPr>
          <p:nvPr/>
        </p:nvSpPr>
        <p:spPr>
          <a:xfrm xmlns:a="http://schemas.openxmlformats.org/drawingml/2006/main">
            <a:off x="3708400" y="497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scope and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an authorized responder.</a:t>
            </a:r>
          </a:p>
        </p:txBody>
      </p:sp>
      <p:sp>
        <p:nvSpPr>
          <p:cNvPr id="490" name="narrative-number">
            <a:extLst xmlns:a="http://schemas.openxmlformats.org/drawingml/2006/main">
              <a:ext uri="{FF2B5EF4-FFF2-40B4-BE49-F238E27FC236}">
                <a16:creationId xmlns:a16="http://schemas.microsoft.com/office/drawing/2014/main" id="{197AFAE6-8961-430B-8754-6ED52168779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2711861511"/>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1" name="!!area-name">
            <a:extLst xmlns:a="http://schemas.openxmlformats.org/drawingml/2006/main">
              <a:ext uri="{FF2B5EF4-FFF2-40B4-BE49-F238E27FC236}">
                <a16:creationId xmlns:a16="http://schemas.microsoft.com/office/drawing/2014/main" id="{4F547776-69A5-47F5-986E-6772C6BA412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506" name="mini-map"/>
          <p:cNvPicPr>
            <a:picLocks xmlns:a="http://schemas.openxmlformats.org/drawingml/2006/main" noChangeAspect="1"/>
          </p:cNvPicPr>
          <p:nvPr/>
        </p:nvPicPr>
        <p:blipFill>
          <a:blip xmlns:r="http://schemas.openxmlformats.org/officeDocument/2006/relationships" xmlns:a="http://schemas.openxmlformats.org/drawingml/2006/main" r:embed="Rdf4a05738cdb477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3" name="slide-title">
            <a:extLst xmlns:a="http://schemas.openxmlformats.org/drawingml/2006/main">
              <a:ext uri="{FF2B5EF4-FFF2-40B4-BE49-F238E27FC236}">
                <a16:creationId xmlns:a16="http://schemas.microsoft.com/office/drawing/2014/main" id="{109D9944-4EB9-496E-A5D7-BECF8FD7AB4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94" name="header-divider">
            <a:extLst xmlns:a="http://schemas.openxmlformats.org/drawingml/2006/main">
              <a:ext uri="{FF2B5EF4-FFF2-40B4-BE49-F238E27FC236}">
                <a16:creationId xmlns:a16="http://schemas.microsoft.com/office/drawing/2014/main" id="{B4E9C30F-3880-4946-B232-46A868889D1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5" name="39-text-1">
            <a:extLst xmlns:a="http://schemas.openxmlformats.org/drawingml/2006/main">
              <a:ext uri="{FF2B5EF4-FFF2-40B4-BE49-F238E27FC236}">
                <a16:creationId xmlns:a16="http://schemas.microsoft.com/office/drawing/2014/main" id="{1C32B074-E838-4B60-B61D-56E4C9A0F19A}"/>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96" name="39-text-2">
            <a:extLst xmlns:a="http://schemas.openxmlformats.org/drawingml/2006/main">
              <a:ext uri="{FF2B5EF4-FFF2-40B4-BE49-F238E27FC236}">
                <a16:creationId xmlns:a16="http://schemas.microsoft.com/office/drawing/2014/main" id="{96E39D7C-EABE-4EF0-A67E-27D6549069E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497" name="39-text-3">
            <a:extLst xmlns:a="http://schemas.openxmlformats.org/drawingml/2006/main">
              <a:ext uri="{FF2B5EF4-FFF2-40B4-BE49-F238E27FC236}">
                <a16:creationId xmlns:a16="http://schemas.microsoft.com/office/drawing/2014/main" id="{6A613D2A-F8CE-438F-8BB6-B0EB2C395C23}"/>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98" name="39-text-4">
            <a:extLst xmlns:a="http://schemas.openxmlformats.org/drawingml/2006/main">
              <a:ext uri="{FF2B5EF4-FFF2-40B4-BE49-F238E27FC236}">
                <a16:creationId xmlns:a16="http://schemas.microsoft.com/office/drawing/2014/main" id="{EB93082A-BD0E-41DF-9096-E53F8FF64198}"/>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499" name="39-text-5">
            <a:extLst xmlns:a="http://schemas.openxmlformats.org/drawingml/2006/main">
              <a:ext uri="{FF2B5EF4-FFF2-40B4-BE49-F238E27FC236}">
                <a16:creationId xmlns:a16="http://schemas.microsoft.com/office/drawing/2014/main" id="{0CD6006C-759B-4797-B1DD-053A07898C34}"/>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500" name="39-text-6">
            <a:extLst xmlns:a="http://schemas.openxmlformats.org/drawingml/2006/main">
              <a:ext uri="{FF2B5EF4-FFF2-40B4-BE49-F238E27FC236}">
                <a16:creationId xmlns:a16="http://schemas.microsoft.com/office/drawing/2014/main" id="{3BED7F9E-4119-474E-BA26-227D425C194D}"/>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501" name="39-text-7">
            <a:extLst xmlns:a="http://schemas.openxmlformats.org/drawingml/2006/main">
              <a:ext uri="{FF2B5EF4-FFF2-40B4-BE49-F238E27FC236}">
                <a16:creationId xmlns:a16="http://schemas.microsoft.com/office/drawing/2014/main" id="{12438083-286C-4830-91E2-9DB3B5DCF44D}"/>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502" name="39-text-8">
            <a:extLst xmlns:a="http://schemas.openxmlformats.org/drawingml/2006/main">
              <a:ext uri="{FF2B5EF4-FFF2-40B4-BE49-F238E27FC236}">
                <a16:creationId xmlns:a16="http://schemas.microsoft.com/office/drawing/2014/main" id="{B7779047-EBA5-4CE9-BF14-2F274F8A8E7E}"/>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503" name="39-text-9">
            <a:extLst xmlns:a="http://schemas.openxmlformats.org/drawingml/2006/main">
              <a:ext uri="{FF2B5EF4-FFF2-40B4-BE49-F238E27FC236}">
                <a16:creationId xmlns:a16="http://schemas.microsoft.com/office/drawing/2014/main" id="{DF2395A9-2F05-4386-8D31-7EEA592094D8}"/>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504" name="narrative-number">
            <a:extLst xmlns:a="http://schemas.openxmlformats.org/drawingml/2006/main">
              <a:ext uri="{FF2B5EF4-FFF2-40B4-BE49-F238E27FC236}">
                <a16:creationId xmlns:a16="http://schemas.microsoft.com/office/drawing/2014/main" id="{D7F02B55-5C5A-4C4B-B236-01FED83DAC8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1620980087"/>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5" name="!!area-name">
            <a:extLst xmlns:a="http://schemas.openxmlformats.org/drawingml/2006/main">
              <a:ext uri="{FF2B5EF4-FFF2-40B4-BE49-F238E27FC236}">
                <a16:creationId xmlns:a16="http://schemas.microsoft.com/office/drawing/2014/main" id="{B7B8AB25-0D54-46B2-ABF8-F06874853C1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514" name="mini-map"/>
          <p:cNvPicPr>
            <a:picLocks xmlns:a="http://schemas.openxmlformats.org/drawingml/2006/main" noChangeAspect="1"/>
          </p:cNvPicPr>
          <p:nvPr/>
        </p:nvPicPr>
        <p:blipFill>
          <a:blip xmlns:r="http://schemas.openxmlformats.org/officeDocument/2006/relationships" xmlns:a="http://schemas.openxmlformats.org/drawingml/2006/main" r:embed="R6ba20286a4664c8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07" name="slide-title">
            <a:extLst xmlns:a="http://schemas.openxmlformats.org/drawingml/2006/main">
              <a:ext uri="{FF2B5EF4-FFF2-40B4-BE49-F238E27FC236}">
                <a16:creationId xmlns:a16="http://schemas.microsoft.com/office/drawing/2014/main" id="{42E3F285-FEB5-4835-9562-4A5E4EAF930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an FRB release</a:t>
            </a:r>
          </a:p>
        </p:txBody>
      </p:sp>
      <p:sp>
        <p:nvSpPr>
          <p:cNvPr id="508" name="header-divider">
            <a:extLst xmlns:a="http://schemas.openxmlformats.org/drawingml/2006/main">
              <a:ext uri="{FF2B5EF4-FFF2-40B4-BE49-F238E27FC236}">
                <a16:creationId xmlns:a16="http://schemas.microsoft.com/office/drawing/2014/main" id="{2402A43C-420D-42B6-8D27-85EA92E2E2B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9" name="40-text-1">
            <a:extLst xmlns:a="http://schemas.openxmlformats.org/drawingml/2006/main">
              <a:ext uri="{FF2B5EF4-FFF2-40B4-BE49-F238E27FC236}">
                <a16:creationId xmlns:a16="http://schemas.microsoft.com/office/drawing/2014/main" id="{93887CED-C28A-44BC-AF2B-1A61DAE4D761}"/>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release incident.</a:t>
            </a:r>
          </a:p>
        </p:txBody>
      </p:sp>
      <p:graphicFrame>
        <p:nvGraphicFramePr>
          <p:cNvPr id="518" name="40-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362200"/>
                <a:gridCol w="8610600"/>
              </a:tblGrid>
              <a:tr h="406400">
                <a:tc>
                  <a:txBody>
                    <a:bodyPr>
                      <a:noAutofit/>
                    </a:bodyPr>
                    <a:lstStyle/>
                    <a:p>
                      <a:pPr>
                        <a:lnSpc>
                          <a:spcPct val="125000"/>
                        </a:lnSpc>
                        <a:buNone/>
                      </a:pPr>
                      <a:r>
                        <a:rPr sz="2000" b="1">
                          <a:solidFill>
                            <a:srgbClr val="FDAD00"/>
                          </a:solidFill>
                          <a:latin typeface="Helvetica"/>
                          <a:ea typeface="Helvetica"/>
                          <a:cs typeface="Helvetica"/>
                        </a:rPr>
                        <a:t>Incident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example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Change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approved model/configuration update</a:t>
                      </a:r>
                    </a:p>
                    <a:p>
                      <a:pPr>
                        <a:lnSpc>
                          <a:spcPct val="125000"/>
                        </a:lnSpc>
                        <a:buNone/>
                      </a:pPr>
                      <a:r>
                        <a:rPr sz="2000" b="0">
                          <a:solidFill>
                            <a:srgbClr val="FFFCF5"/>
                          </a:solidFill>
                          <a:latin typeface="Helvetica"/>
                          <a:ea typeface="Helvetica"/>
                          <a:cs typeface="Helvetica"/>
                        </a:rPr>
                        <a:t>reaches a controlled cohort.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Signal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APIs stay healthy. Unsupported drafts</a:t>
                      </a:r>
                    </a:p>
                    <a:p>
                      <a:pPr>
                        <a:lnSpc>
                          <a:spcPct val="125000"/>
                        </a:lnSpc>
                        <a:buNone/>
                      </a:pPr>
                      <a:r>
                        <a:rPr sz="2000" b="0">
                          <a:solidFill>
                            <a:srgbClr val="FFFCF5"/>
                          </a:solidFill>
                          <a:latin typeface="Helvetica"/>
                          <a:ea typeface="Helvetica"/>
                          <a:cs typeface="Helvetica"/>
                        </a:rPr>
                        <a:t>and review work increase.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Pause the rollout. Inspect traces.</a:t>
                      </a:r>
                    </a:p>
                    <a:p>
                      <a:pPr>
                        <a:lnSpc>
                          <a:spcPct val="125000"/>
                        </a:lnSpc>
                        <a:buNone/>
                      </a:pPr>
                      <a:r>
                        <a:rPr sz="2000" b="0">
                          <a:solidFill>
                            <a:srgbClr val="FFFCF5"/>
                          </a:solidFill>
                          <a:latin typeface="Helvetica"/>
                          <a:ea typeface="Helvetica"/>
                          <a:cs typeface="Helvetica"/>
                        </a:rPr>
                        <a:t>Restore the tested configuration when indicated.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11" name="40-text-3">
            <a:extLst xmlns:a="http://schemas.openxmlformats.org/drawingml/2006/main">
              <a:ext uri="{FF2B5EF4-FFF2-40B4-BE49-F238E27FC236}">
                <a16:creationId xmlns:a16="http://schemas.microsoft.com/office/drawing/2014/main" id="{389C2235-8281-463C-8A50-A739B2639949}"/>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Failed drafts remain blocked from export.</a:t>
            </a:r>
          </a:p>
        </p:txBody>
      </p:sp>
      <p:sp>
        <p:nvSpPr>
          <p:cNvPr id="512" name="narrative-number">
            <a:extLst xmlns:a="http://schemas.openxmlformats.org/drawingml/2006/main">
              <a:ext uri="{FF2B5EF4-FFF2-40B4-BE49-F238E27FC236}">
                <a16:creationId xmlns:a16="http://schemas.microsoft.com/office/drawing/2014/main" id="{56D94AD2-CBDF-4EE6-B3D9-5AAC69B161E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1374440389"/>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22" name="41-image-1"/>
          <p:cNvPicPr>
            <a:picLocks xmlns:a="http://schemas.openxmlformats.org/drawingml/2006/main" noChangeAspect="1"/>
          </p:cNvPicPr>
          <p:nvPr/>
        </p:nvPicPr>
        <p:blipFill>
          <a:blip xmlns:r="http://schemas.openxmlformats.org/officeDocument/2006/relationships" xmlns:a="http://schemas.openxmlformats.org/drawingml/2006/main" r:embed="R85593e383a60423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14" name="slide-title">
            <a:extLst xmlns:a="http://schemas.openxmlformats.org/drawingml/2006/main">
              <a:ext uri="{FF2B5EF4-FFF2-40B4-BE49-F238E27FC236}">
                <a16:creationId xmlns:a16="http://schemas.microsoft.com/office/drawing/2014/main" id="{FD8A7578-77FF-4E0B-A261-10023BECCCDD}"/>
              </a:ext>
            </a:extLst>
          </p:cNvPr>
          <p:cNvSpPr>
            <a:spLocks xmlns:a="http://schemas.openxmlformats.org/drawingml/2006/main"/>
          </p:cNvSpPr>
          <p:nvPr/>
        </p:nvSpPr>
        <p:spPr>
          <a:xfrm xmlns:a="http://schemas.openxmlformats.org/drawingml/2006/main">
            <a:off x="609600" y="4572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Six connected engineering areas</a:t>
            </a:r>
          </a:p>
        </p:txBody>
      </p:sp>
      <p:sp>
        <p:nvSpPr>
          <p:cNvPr id="515" name="area-key-1">
            <a:extLst xmlns:a="http://schemas.openxmlformats.org/drawingml/2006/main">
              <a:ext uri="{FF2B5EF4-FFF2-40B4-BE49-F238E27FC236}">
                <a16:creationId xmlns:a16="http://schemas.microsoft.com/office/drawing/2014/main" id="{3F18BD55-56A5-480C-92BC-F64A73ABAE62}"/>
              </a:ext>
            </a:extLst>
          </p:cNvPr>
          <p:cNvSpPr>
            <a:spLocks xmlns:a="http://schemas.openxmlformats.org/drawingml/2006/main"/>
          </p:cNvSpPr>
          <p:nvPr/>
        </p:nvSpPr>
        <p:spPr>
          <a:xfrm xmlns:a="http://schemas.openxmlformats.org/drawingml/2006/main">
            <a:off x="6096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Selection</a:t>
            </a:r>
          </a:p>
        </p:txBody>
      </p:sp>
      <p:sp>
        <p:nvSpPr>
          <p:cNvPr id="516" name="area-key-2">
            <a:extLst xmlns:a="http://schemas.openxmlformats.org/drawingml/2006/main">
              <a:ext uri="{FF2B5EF4-FFF2-40B4-BE49-F238E27FC236}">
                <a16:creationId xmlns:a16="http://schemas.microsoft.com/office/drawing/2014/main" id="{9198B1A9-7656-4A85-B708-758C47B433F7}"/>
              </a:ext>
            </a:extLst>
          </p:cNvPr>
          <p:cNvSpPr>
            <a:spLocks xmlns:a="http://schemas.openxmlformats.org/drawingml/2006/main"/>
          </p:cNvSpPr>
          <p:nvPr/>
        </p:nvSpPr>
        <p:spPr>
          <a:xfrm xmlns:a="http://schemas.openxmlformats.org/drawingml/2006/main">
            <a:off x="43688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Engineering</a:t>
            </a:r>
          </a:p>
        </p:txBody>
      </p:sp>
      <p:sp>
        <p:nvSpPr>
          <p:cNvPr id="517" name="area-key-3">
            <a:extLst xmlns:a="http://schemas.openxmlformats.org/drawingml/2006/main">
              <a:ext uri="{FF2B5EF4-FFF2-40B4-BE49-F238E27FC236}">
                <a16:creationId xmlns:a16="http://schemas.microsoft.com/office/drawing/2014/main" id="{4F693E30-E333-4F99-A036-F4C64C0FFCE1}"/>
              </a:ext>
            </a:extLst>
          </p:cNvPr>
          <p:cNvSpPr>
            <a:spLocks xmlns:a="http://schemas.openxmlformats.org/drawingml/2006/main"/>
          </p:cNvSpPr>
          <p:nvPr/>
        </p:nvSpPr>
        <p:spPr>
          <a:xfrm xmlns:a="http://schemas.openxmlformats.org/drawingml/2006/main">
            <a:off x="81280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Tools &amp; Extensibility</a:t>
            </a:r>
          </a:p>
        </p:txBody>
      </p:sp>
      <p:sp>
        <p:nvSpPr>
          <p:cNvPr id="518" name="area-key-4">
            <a:extLst xmlns:a="http://schemas.openxmlformats.org/drawingml/2006/main">
              <a:ext uri="{FF2B5EF4-FFF2-40B4-BE49-F238E27FC236}">
                <a16:creationId xmlns:a16="http://schemas.microsoft.com/office/drawing/2014/main" id="{223EB20E-0222-484B-BD05-8288D2862196}"/>
              </a:ext>
            </a:extLst>
          </p:cNvPr>
          <p:cNvSpPr>
            <a:spLocks xmlns:a="http://schemas.openxmlformats.org/drawingml/2006/main"/>
          </p:cNvSpPr>
          <p:nvPr/>
        </p:nvSpPr>
        <p:spPr>
          <a:xfrm xmlns:a="http://schemas.openxmlformats.org/drawingml/2006/main">
            <a:off x="6096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Orchestration</a:t>
            </a:r>
          </a:p>
        </p:txBody>
      </p:sp>
      <p:sp>
        <p:nvSpPr>
          <p:cNvPr id="519" name="area-key-5">
            <a:extLst xmlns:a="http://schemas.openxmlformats.org/drawingml/2006/main">
              <a:ext uri="{FF2B5EF4-FFF2-40B4-BE49-F238E27FC236}">
                <a16:creationId xmlns:a16="http://schemas.microsoft.com/office/drawing/2014/main" id="{02956FB4-655C-4D57-9EC4-1C41F66861F4}"/>
              </a:ext>
            </a:extLst>
          </p:cNvPr>
          <p:cNvSpPr>
            <a:spLocks xmlns:a="http://schemas.openxmlformats.org/drawingml/2006/main"/>
          </p:cNvSpPr>
          <p:nvPr/>
        </p:nvSpPr>
        <p:spPr>
          <a:xfrm xmlns:a="http://schemas.openxmlformats.org/drawingml/2006/main">
            <a:off x="43688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 &amp; Evals</a:t>
            </a:r>
          </a:p>
        </p:txBody>
      </p:sp>
      <p:sp>
        <p:nvSpPr>
          <p:cNvPr id="520" name="area-key-6">
            <a:extLst xmlns:a="http://schemas.openxmlformats.org/drawingml/2006/main">
              <a:ext uri="{FF2B5EF4-FFF2-40B4-BE49-F238E27FC236}">
                <a16:creationId xmlns:a16="http://schemas.microsoft.com/office/drawing/2014/main" id="{08A1CECD-0016-4039-B51E-E0681B3A8A87}"/>
              </a:ext>
            </a:extLst>
          </p:cNvPr>
          <p:cNvSpPr>
            <a:spLocks xmlns:a="http://schemas.openxmlformats.org/drawingml/2006/main"/>
          </p:cNvSpPr>
          <p:nvPr/>
        </p:nvSpPr>
        <p:spPr>
          <a:xfrm xmlns:a="http://schemas.openxmlformats.org/drawingml/2006/main">
            <a:off x="81280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AgentOps</a:t>
            </a:r>
          </a:p>
        </p:txBody>
      </p:sp>
      <p:sp>
        <p:nvSpPr>
          <p:cNvPr id="521" name="narrative-number">
            <a:extLst xmlns:a="http://schemas.openxmlformats.org/drawingml/2006/main">
              <a:ext uri="{FF2B5EF4-FFF2-40B4-BE49-F238E27FC236}">
                <a16:creationId xmlns:a16="http://schemas.microsoft.com/office/drawing/2014/main" id="{6320DF6E-AF6E-4DB6-8D89-D148D23B713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1739242035"/>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2" name="section-label">
            <a:extLst xmlns:a="http://schemas.openxmlformats.org/drawingml/2006/main">
              <a:ext uri="{FF2B5EF4-FFF2-40B4-BE49-F238E27FC236}">
                <a16:creationId xmlns:a16="http://schemas.microsoft.com/office/drawing/2014/main" id="{6C8F1A7E-39F8-4A23-ABE7-B57852827F17}"/>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23" name="section-rule">
            <a:extLst xmlns:a="http://schemas.openxmlformats.org/drawingml/2006/main">
              <a:ext uri="{FF2B5EF4-FFF2-40B4-BE49-F238E27FC236}">
                <a16:creationId xmlns:a16="http://schemas.microsoft.com/office/drawing/2014/main" id="{B4965AE0-31A1-4E7B-B03B-8267954F2693}"/>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4" name="section-title">
            <a:extLst xmlns:a="http://schemas.openxmlformats.org/drawingml/2006/main">
              <a:ext uri="{FF2B5EF4-FFF2-40B4-BE49-F238E27FC236}">
                <a16:creationId xmlns:a16="http://schemas.microsoft.com/office/drawing/2014/main" id="{DF471AD5-8E84-489D-B0A8-357EB1362435}"/>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25" name="narrative-number">
            <a:extLst xmlns:a="http://schemas.openxmlformats.org/drawingml/2006/main">
              <a:ext uri="{FF2B5EF4-FFF2-40B4-BE49-F238E27FC236}">
                <a16:creationId xmlns:a16="http://schemas.microsoft.com/office/drawing/2014/main" id="{86CE92F3-4E25-407E-8261-A9258820A59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608005164"/>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6" name="!!area-name">
            <a:extLst xmlns:a="http://schemas.openxmlformats.org/drawingml/2006/main">
              <a:ext uri="{FF2B5EF4-FFF2-40B4-BE49-F238E27FC236}">
                <a16:creationId xmlns:a16="http://schemas.microsoft.com/office/drawing/2014/main" id="{48BB5340-7DD3-4754-9685-13F6B6F2E45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33" name="mini-map"/>
          <p:cNvPicPr>
            <a:picLocks xmlns:a="http://schemas.openxmlformats.org/drawingml/2006/main" noChangeAspect="1"/>
          </p:cNvPicPr>
          <p:nvPr/>
        </p:nvPicPr>
        <p:blipFill>
          <a:blip xmlns:r="http://schemas.openxmlformats.org/officeDocument/2006/relationships" xmlns:a="http://schemas.openxmlformats.org/drawingml/2006/main" r:embed="Ra43ff584aff84c3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28" name="slide-title">
            <a:extLst xmlns:a="http://schemas.openxmlformats.org/drawingml/2006/main">
              <a:ext uri="{FF2B5EF4-FFF2-40B4-BE49-F238E27FC236}">
                <a16:creationId xmlns:a16="http://schemas.microsoft.com/office/drawing/2014/main" id="{BE3CDC50-8418-4B60-A598-91799265FC2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29" name="header-divider">
            <a:extLst xmlns:a="http://schemas.openxmlformats.org/drawingml/2006/main">
              <a:ext uri="{FF2B5EF4-FFF2-40B4-BE49-F238E27FC236}">
                <a16:creationId xmlns:a16="http://schemas.microsoft.com/office/drawing/2014/main" id="{8966DE77-9C62-4F4F-AECD-8D5E66F8105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36" name="43-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FE7026"/>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31" name="narrative-number">
            <a:extLst xmlns:a="http://schemas.openxmlformats.org/drawingml/2006/main">
              <a:ext uri="{FF2B5EF4-FFF2-40B4-BE49-F238E27FC236}">
                <a16:creationId xmlns:a16="http://schemas.microsoft.com/office/drawing/2014/main" id="{A71AFE2D-BCB1-4C5B-A413-79A392173D9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2996846244"/>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2" name="!!area-name">
            <a:extLst xmlns:a="http://schemas.openxmlformats.org/drawingml/2006/main">
              <a:ext uri="{FF2B5EF4-FFF2-40B4-BE49-F238E27FC236}">
                <a16:creationId xmlns:a16="http://schemas.microsoft.com/office/drawing/2014/main" id="{490A39CF-8949-46DE-810C-B185B21B1ED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539" name="mini-map"/>
          <p:cNvPicPr>
            <a:picLocks xmlns:a="http://schemas.openxmlformats.org/drawingml/2006/main" noChangeAspect="1"/>
          </p:cNvPicPr>
          <p:nvPr/>
        </p:nvPicPr>
        <p:blipFill>
          <a:blip xmlns:r="http://schemas.openxmlformats.org/officeDocument/2006/relationships" xmlns:a="http://schemas.openxmlformats.org/drawingml/2006/main" r:embed="R1a37c34061c04e8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34" name="slide-title">
            <a:extLst xmlns:a="http://schemas.openxmlformats.org/drawingml/2006/main">
              <a:ext uri="{FF2B5EF4-FFF2-40B4-BE49-F238E27FC236}">
                <a16:creationId xmlns:a16="http://schemas.microsoft.com/office/drawing/2014/main" id="{E46A937B-D5F9-4392-9393-7265F6C3CC3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535" name="header-divider">
            <a:extLst xmlns:a="http://schemas.openxmlformats.org/drawingml/2006/main">
              <a:ext uri="{FF2B5EF4-FFF2-40B4-BE49-F238E27FC236}">
                <a16:creationId xmlns:a16="http://schemas.microsoft.com/office/drawing/2014/main" id="{E37CDA32-214D-4F49-B882-00078C29A2F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42" name="44-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FE7026"/>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37" name="narrative-number">
            <a:extLst xmlns:a="http://schemas.openxmlformats.org/drawingml/2006/main">
              <a:ext uri="{FF2B5EF4-FFF2-40B4-BE49-F238E27FC236}">
                <a16:creationId xmlns:a16="http://schemas.microsoft.com/office/drawing/2014/main" id="{F2FE056B-C522-430B-B504-C1929D3B3FA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3209080926"/>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8" name="!!area-name">
            <a:extLst xmlns:a="http://schemas.openxmlformats.org/drawingml/2006/main">
              <a:ext uri="{FF2B5EF4-FFF2-40B4-BE49-F238E27FC236}">
                <a16:creationId xmlns:a16="http://schemas.microsoft.com/office/drawing/2014/main" id="{90237858-5333-46BA-AF15-34C6C1EDDC19}"/>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39" name="header-divider">
            <a:extLst xmlns:a="http://schemas.openxmlformats.org/drawingml/2006/main">
              <a:ext uri="{FF2B5EF4-FFF2-40B4-BE49-F238E27FC236}">
                <a16:creationId xmlns:a16="http://schemas.microsoft.com/office/drawing/2014/main" id="{5A9517BF-2A17-45BB-B130-F71336B5140F}"/>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40" name="45-shape-1">
            <a:extLst xmlns:a="http://schemas.openxmlformats.org/drawingml/2006/main">
              <a:ext uri="{FF2B5EF4-FFF2-40B4-BE49-F238E27FC236}">
                <a16:creationId xmlns:a16="http://schemas.microsoft.com/office/drawing/2014/main" id="{561B9168-74E5-41F4-845F-D4B36A2A13AC}"/>
              </a:ext>
            </a:extLst>
          </p:cNvPr>
          <p:cNvSpPr>
            <a:spLocks xmlns:a="http://schemas.openxmlformats.org/drawingml/2006/main"/>
          </p:cNvSpPr>
          <p:nvPr/>
        </p:nvSpPr>
        <p:spPr>
          <a:xfrm xmlns:a="http://schemas.openxmlformats.org/drawingml/2006/main">
            <a:off x="609600" y="1270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1" name="45-shape-2">
            <a:extLst xmlns:a="http://schemas.openxmlformats.org/drawingml/2006/main">
              <a:ext uri="{FF2B5EF4-FFF2-40B4-BE49-F238E27FC236}">
                <a16:creationId xmlns:a16="http://schemas.microsoft.com/office/drawing/2014/main" id="{59FAE07D-33DA-4D99-B4B4-918C4C36A024}"/>
              </a:ext>
            </a:extLst>
          </p:cNvPr>
          <p:cNvSpPr>
            <a:spLocks xmlns:a="http://schemas.openxmlformats.org/drawingml/2006/main"/>
          </p:cNvSpPr>
          <p:nvPr/>
        </p:nvSpPr>
        <p:spPr>
          <a:xfrm xmlns:a="http://schemas.openxmlformats.org/drawingml/2006/main">
            <a:off x="609600" y="1270000"/>
            <a:ext cx="28448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42" name="45-text-3">
            <a:extLst xmlns:a="http://schemas.openxmlformats.org/drawingml/2006/main">
              <a:ext uri="{FF2B5EF4-FFF2-40B4-BE49-F238E27FC236}">
                <a16:creationId xmlns:a16="http://schemas.microsoft.com/office/drawing/2014/main" id="{D87DD2C5-805D-41CA-B26D-31B2F1C7EA8F}"/>
              </a:ext>
            </a:extLst>
          </p:cNvPr>
          <p:cNvSpPr>
            <a:spLocks xmlns:a="http://schemas.openxmlformats.org/drawingml/2006/main"/>
          </p:cNvSpPr>
          <p:nvPr/>
        </p:nvSpPr>
        <p:spPr>
          <a:xfrm xmlns:a="http://schemas.openxmlformats.org/drawingml/2006/main">
            <a:off x="812800" y="1308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543" name="45-text-4">
            <a:extLst xmlns:a="http://schemas.openxmlformats.org/drawingml/2006/main">
              <a:ext uri="{FF2B5EF4-FFF2-40B4-BE49-F238E27FC236}">
                <a16:creationId xmlns:a16="http://schemas.microsoft.com/office/drawing/2014/main" id="{156509C8-36FD-45F8-BF13-0521C4E7A382}"/>
              </a:ext>
            </a:extLst>
          </p:cNvPr>
          <p:cNvSpPr>
            <a:spLocks xmlns:a="http://schemas.openxmlformats.org/drawingml/2006/main"/>
          </p:cNvSpPr>
          <p:nvPr/>
        </p:nvSpPr>
        <p:spPr>
          <a:xfrm xmlns:a="http://schemas.openxmlformats.org/drawingml/2006/main">
            <a:off x="3759200" y="1308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544" name="45-shape-5">
            <a:extLst xmlns:a="http://schemas.openxmlformats.org/drawingml/2006/main">
              <a:ext uri="{FF2B5EF4-FFF2-40B4-BE49-F238E27FC236}">
                <a16:creationId xmlns:a16="http://schemas.microsoft.com/office/drawing/2014/main" id="{C3467C9D-93FA-4ADE-BC53-303627030932}"/>
              </a:ext>
            </a:extLst>
          </p:cNvPr>
          <p:cNvSpPr>
            <a:spLocks xmlns:a="http://schemas.openxmlformats.org/drawingml/2006/main"/>
          </p:cNvSpPr>
          <p:nvPr/>
        </p:nvSpPr>
        <p:spPr>
          <a:xfrm xmlns:a="http://schemas.openxmlformats.org/drawingml/2006/main">
            <a:off x="609600" y="21082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5" name="45-shape-6">
            <a:extLst xmlns:a="http://schemas.openxmlformats.org/drawingml/2006/main">
              <a:ext uri="{FF2B5EF4-FFF2-40B4-BE49-F238E27FC236}">
                <a16:creationId xmlns:a16="http://schemas.microsoft.com/office/drawing/2014/main" id="{BD47A185-2293-49D1-A403-A01B692F0175}"/>
              </a:ext>
            </a:extLst>
          </p:cNvPr>
          <p:cNvSpPr>
            <a:spLocks xmlns:a="http://schemas.openxmlformats.org/drawingml/2006/main"/>
          </p:cNvSpPr>
          <p:nvPr/>
        </p:nvSpPr>
        <p:spPr>
          <a:xfrm xmlns:a="http://schemas.openxmlformats.org/drawingml/2006/main">
            <a:off x="609600" y="21082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46" name="45-text-7">
            <a:extLst xmlns:a="http://schemas.openxmlformats.org/drawingml/2006/main">
              <a:ext uri="{FF2B5EF4-FFF2-40B4-BE49-F238E27FC236}">
                <a16:creationId xmlns:a16="http://schemas.microsoft.com/office/drawing/2014/main" id="{FEDF8162-07F4-46B2-B5EB-F626AFC9AE02}"/>
              </a:ext>
            </a:extLst>
          </p:cNvPr>
          <p:cNvSpPr>
            <a:spLocks xmlns:a="http://schemas.openxmlformats.org/drawingml/2006/main"/>
          </p:cNvSpPr>
          <p:nvPr/>
        </p:nvSpPr>
        <p:spPr>
          <a:xfrm xmlns:a="http://schemas.openxmlformats.org/drawingml/2006/main">
            <a:off x="812800" y="21463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547" name="45-text-8">
            <a:extLst xmlns:a="http://schemas.openxmlformats.org/drawingml/2006/main">
              <a:ext uri="{FF2B5EF4-FFF2-40B4-BE49-F238E27FC236}">
                <a16:creationId xmlns:a16="http://schemas.microsoft.com/office/drawing/2014/main" id="{AF194677-1303-4F3C-96FB-ECFE033BA2C4}"/>
              </a:ext>
            </a:extLst>
          </p:cNvPr>
          <p:cNvSpPr>
            <a:spLocks xmlns:a="http://schemas.openxmlformats.org/drawingml/2006/main"/>
          </p:cNvSpPr>
          <p:nvPr/>
        </p:nvSpPr>
        <p:spPr>
          <a:xfrm xmlns:a="http://schemas.openxmlformats.org/drawingml/2006/main">
            <a:off x="3759200" y="21463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548" name="45-shape-9">
            <a:extLst xmlns:a="http://schemas.openxmlformats.org/drawingml/2006/main">
              <a:ext uri="{FF2B5EF4-FFF2-40B4-BE49-F238E27FC236}">
                <a16:creationId xmlns:a16="http://schemas.microsoft.com/office/drawing/2014/main" id="{2B691C35-EC1C-4EB3-A303-A8EDAA199CF8}"/>
              </a:ext>
            </a:extLst>
          </p:cNvPr>
          <p:cNvSpPr>
            <a:spLocks xmlns:a="http://schemas.openxmlformats.org/drawingml/2006/main"/>
          </p:cNvSpPr>
          <p:nvPr/>
        </p:nvSpPr>
        <p:spPr>
          <a:xfrm xmlns:a="http://schemas.openxmlformats.org/drawingml/2006/main">
            <a:off x="609600" y="29464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9" name="45-shape-10">
            <a:extLst xmlns:a="http://schemas.openxmlformats.org/drawingml/2006/main">
              <a:ext uri="{FF2B5EF4-FFF2-40B4-BE49-F238E27FC236}">
                <a16:creationId xmlns:a16="http://schemas.microsoft.com/office/drawing/2014/main" id="{60CA3FA4-D67B-446F-A6BD-88938DA73133}"/>
              </a:ext>
            </a:extLst>
          </p:cNvPr>
          <p:cNvSpPr>
            <a:spLocks xmlns:a="http://schemas.openxmlformats.org/drawingml/2006/main"/>
          </p:cNvSpPr>
          <p:nvPr/>
        </p:nvSpPr>
        <p:spPr>
          <a:xfrm xmlns:a="http://schemas.openxmlformats.org/drawingml/2006/main">
            <a:off x="609600" y="29464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50" name="45-text-11">
            <a:extLst xmlns:a="http://schemas.openxmlformats.org/drawingml/2006/main">
              <a:ext uri="{FF2B5EF4-FFF2-40B4-BE49-F238E27FC236}">
                <a16:creationId xmlns:a16="http://schemas.microsoft.com/office/drawing/2014/main" id="{3E14971E-CD92-4749-AB23-59AECCF7925A}"/>
              </a:ext>
            </a:extLst>
          </p:cNvPr>
          <p:cNvSpPr>
            <a:spLocks xmlns:a="http://schemas.openxmlformats.org/drawingml/2006/main"/>
          </p:cNvSpPr>
          <p:nvPr/>
        </p:nvSpPr>
        <p:spPr>
          <a:xfrm xmlns:a="http://schemas.openxmlformats.org/drawingml/2006/main">
            <a:off x="812800" y="29845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551" name="45-text-12">
            <a:extLst xmlns:a="http://schemas.openxmlformats.org/drawingml/2006/main">
              <a:ext uri="{FF2B5EF4-FFF2-40B4-BE49-F238E27FC236}">
                <a16:creationId xmlns:a16="http://schemas.microsoft.com/office/drawing/2014/main" id="{B2EE8ECF-29B1-491B-94A9-46AAD710FF3D}"/>
              </a:ext>
            </a:extLst>
          </p:cNvPr>
          <p:cNvSpPr>
            <a:spLocks xmlns:a="http://schemas.openxmlformats.org/drawingml/2006/main"/>
          </p:cNvSpPr>
          <p:nvPr/>
        </p:nvSpPr>
        <p:spPr>
          <a:xfrm xmlns:a="http://schemas.openxmlformats.org/drawingml/2006/main">
            <a:off x="3759200" y="29845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552" name="45-shape-13">
            <a:extLst xmlns:a="http://schemas.openxmlformats.org/drawingml/2006/main">
              <a:ext uri="{FF2B5EF4-FFF2-40B4-BE49-F238E27FC236}">
                <a16:creationId xmlns:a16="http://schemas.microsoft.com/office/drawing/2014/main" id="{9F646C43-DD5F-4263-ADAC-E840F05C9442}"/>
              </a:ext>
            </a:extLst>
          </p:cNvPr>
          <p:cNvSpPr>
            <a:spLocks xmlns:a="http://schemas.openxmlformats.org/drawingml/2006/main"/>
          </p:cNvSpPr>
          <p:nvPr/>
        </p:nvSpPr>
        <p:spPr>
          <a:xfrm xmlns:a="http://schemas.openxmlformats.org/drawingml/2006/main">
            <a:off x="609600" y="37846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3" name="45-shape-14">
            <a:extLst xmlns:a="http://schemas.openxmlformats.org/drawingml/2006/main">
              <a:ext uri="{FF2B5EF4-FFF2-40B4-BE49-F238E27FC236}">
                <a16:creationId xmlns:a16="http://schemas.microsoft.com/office/drawing/2014/main" id="{5A97C25A-A2E1-4345-AC74-1E7911256E1E}"/>
              </a:ext>
            </a:extLst>
          </p:cNvPr>
          <p:cNvSpPr>
            <a:spLocks xmlns:a="http://schemas.openxmlformats.org/drawingml/2006/main"/>
          </p:cNvSpPr>
          <p:nvPr/>
        </p:nvSpPr>
        <p:spPr>
          <a:xfrm xmlns:a="http://schemas.openxmlformats.org/drawingml/2006/main">
            <a:off x="609600" y="37846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54" name="45-text-15">
            <a:extLst xmlns:a="http://schemas.openxmlformats.org/drawingml/2006/main">
              <a:ext uri="{FF2B5EF4-FFF2-40B4-BE49-F238E27FC236}">
                <a16:creationId xmlns:a16="http://schemas.microsoft.com/office/drawing/2014/main" id="{C3C6C125-7C6C-453E-94DC-806C7D6EC497}"/>
              </a:ext>
            </a:extLst>
          </p:cNvPr>
          <p:cNvSpPr>
            <a:spLocks xmlns:a="http://schemas.openxmlformats.org/drawingml/2006/main"/>
          </p:cNvSpPr>
          <p:nvPr/>
        </p:nvSpPr>
        <p:spPr>
          <a:xfrm xmlns:a="http://schemas.openxmlformats.org/drawingml/2006/main">
            <a:off x="812800" y="38227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55" name="45-text-16">
            <a:extLst xmlns:a="http://schemas.openxmlformats.org/drawingml/2006/main">
              <a:ext uri="{FF2B5EF4-FFF2-40B4-BE49-F238E27FC236}">
                <a16:creationId xmlns:a16="http://schemas.microsoft.com/office/drawing/2014/main" id="{0D341E3B-F575-4805-9637-C2F8DA4E07C1}"/>
              </a:ext>
            </a:extLst>
          </p:cNvPr>
          <p:cNvSpPr>
            <a:spLocks xmlns:a="http://schemas.openxmlformats.org/drawingml/2006/main"/>
          </p:cNvSpPr>
          <p:nvPr/>
        </p:nvSpPr>
        <p:spPr>
          <a:xfrm xmlns:a="http://schemas.openxmlformats.org/drawingml/2006/main">
            <a:off x="3759200" y="38227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556" name="45-shape-17">
            <a:extLst xmlns:a="http://schemas.openxmlformats.org/drawingml/2006/main">
              <a:ext uri="{FF2B5EF4-FFF2-40B4-BE49-F238E27FC236}">
                <a16:creationId xmlns:a16="http://schemas.microsoft.com/office/drawing/2014/main" id="{A79C7884-F490-4EC6-BA3F-861222E973EC}"/>
              </a:ext>
            </a:extLst>
          </p:cNvPr>
          <p:cNvSpPr>
            <a:spLocks xmlns:a="http://schemas.openxmlformats.org/drawingml/2006/main"/>
          </p:cNvSpPr>
          <p:nvPr/>
        </p:nvSpPr>
        <p:spPr>
          <a:xfrm xmlns:a="http://schemas.openxmlformats.org/drawingml/2006/main">
            <a:off x="609600" y="46228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7" name="45-shape-18">
            <a:extLst xmlns:a="http://schemas.openxmlformats.org/drawingml/2006/main">
              <a:ext uri="{FF2B5EF4-FFF2-40B4-BE49-F238E27FC236}">
                <a16:creationId xmlns:a16="http://schemas.microsoft.com/office/drawing/2014/main" id="{3D9B87B7-62EA-475A-8C2A-B140D50AF0D8}"/>
              </a:ext>
            </a:extLst>
          </p:cNvPr>
          <p:cNvSpPr>
            <a:spLocks xmlns:a="http://schemas.openxmlformats.org/drawingml/2006/main"/>
          </p:cNvSpPr>
          <p:nvPr/>
        </p:nvSpPr>
        <p:spPr>
          <a:xfrm xmlns:a="http://schemas.openxmlformats.org/drawingml/2006/main">
            <a:off x="609600" y="4622800"/>
            <a:ext cx="28448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58" name="45-text-19">
            <a:extLst xmlns:a="http://schemas.openxmlformats.org/drawingml/2006/main">
              <a:ext uri="{FF2B5EF4-FFF2-40B4-BE49-F238E27FC236}">
                <a16:creationId xmlns:a16="http://schemas.microsoft.com/office/drawing/2014/main" id="{32FDD276-29EC-4C0E-B1A0-A790FC66E0B2}"/>
              </a:ext>
            </a:extLst>
          </p:cNvPr>
          <p:cNvSpPr>
            <a:spLocks xmlns:a="http://schemas.openxmlformats.org/drawingml/2006/main"/>
          </p:cNvSpPr>
          <p:nvPr/>
        </p:nvSpPr>
        <p:spPr>
          <a:xfrm xmlns:a="http://schemas.openxmlformats.org/drawingml/2006/main">
            <a:off x="812800" y="46609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559" name="45-text-20">
            <a:extLst xmlns:a="http://schemas.openxmlformats.org/drawingml/2006/main">
              <a:ext uri="{FF2B5EF4-FFF2-40B4-BE49-F238E27FC236}">
                <a16:creationId xmlns:a16="http://schemas.microsoft.com/office/drawing/2014/main" id="{07C58B82-832E-4A74-B052-D104D0F77A0D}"/>
              </a:ext>
            </a:extLst>
          </p:cNvPr>
          <p:cNvSpPr>
            <a:spLocks xmlns:a="http://schemas.openxmlformats.org/drawingml/2006/main"/>
          </p:cNvSpPr>
          <p:nvPr/>
        </p:nvSpPr>
        <p:spPr>
          <a:xfrm xmlns:a="http://schemas.openxmlformats.org/drawingml/2006/main">
            <a:off x="3759200" y="46609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560" name="45-shape-21">
            <a:extLst xmlns:a="http://schemas.openxmlformats.org/drawingml/2006/main">
              <a:ext uri="{FF2B5EF4-FFF2-40B4-BE49-F238E27FC236}">
                <a16:creationId xmlns:a16="http://schemas.microsoft.com/office/drawing/2014/main" id="{5EAF69AC-FF93-45E7-8FAE-15D8BE7F8BAA}"/>
              </a:ext>
            </a:extLst>
          </p:cNvPr>
          <p:cNvSpPr>
            <a:spLocks xmlns:a="http://schemas.openxmlformats.org/drawingml/2006/main"/>
          </p:cNvSpPr>
          <p:nvPr/>
        </p:nvSpPr>
        <p:spPr>
          <a:xfrm xmlns:a="http://schemas.openxmlformats.org/drawingml/2006/main">
            <a:off x="609600" y="5461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61" name="45-shape-22">
            <a:extLst xmlns:a="http://schemas.openxmlformats.org/drawingml/2006/main">
              <a:ext uri="{FF2B5EF4-FFF2-40B4-BE49-F238E27FC236}">
                <a16:creationId xmlns:a16="http://schemas.microsoft.com/office/drawing/2014/main" id="{19AF6A4E-1E45-4EBF-8D57-763501CDB6DF}"/>
              </a:ext>
            </a:extLst>
          </p:cNvPr>
          <p:cNvSpPr>
            <a:spLocks xmlns:a="http://schemas.openxmlformats.org/drawingml/2006/main"/>
          </p:cNvSpPr>
          <p:nvPr/>
        </p:nvSpPr>
        <p:spPr>
          <a:xfrm xmlns:a="http://schemas.openxmlformats.org/drawingml/2006/main">
            <a:off x="609600" y="5461000"/>
            <a:ext cx="28448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62" name="45-text-23">
            <a:extLst xmlns:a="http://schemas.openxmlformats.org/drawingml/2006/main">
              <a:ext uri="{FF2B5EF4-FFF2-40B4-BE49-F238E27FC236}">
                <a16:creationId xmlns:a16="http://schemas.microsoft.com/office/drawing/2014/main" id="{A189A283-080B-49F2-8211-D8A18DF2A8AB}"/>
              </a:ext>
            </a:extLst>
          </p:cNvPr>
          <p:cNvSpPr>
            <a:spLocks xmlns:a="http://schemas.openxmlformats.org/drawingml/2006/main"/>
          </p:cNvSpPr>
          <p:nvPr/>
        </p:nvSpPr>
        <p:spPr>
          <a:xfrm xmlns:a="http://schemas.openxmlformats.org/drawingml/2006/main">
            <a:off x="812800" y="5499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563" name="45-text-24">
            <a:extLst xmlns:a="http://schemas.openxmlformats.org/drawingml/2006/main">
              <a:ext uri="{FF2B5EF4-FFF2-40B4-BE49-F238E27FC236}">
                <a16:creationId xmlns:a16="http://schemas.microsoft.com/office/drawing/2014/main" id="{76955970-3FE7-47B5-8A73-84CC95652348}"/>
              </a:ext>
            </a:extLst>
          </p:cNvPr>
          <p:cNvSpPr>
            <a:spLocks xmlns:a="http://schemas.openxmlformats.org/drawingml/2006/main"/>
          </p:cNvSpPr>
          <p:nvPr/>
        </p:nvSpPr>
        <p:spPr>
          <a:xfrm xmlns:a="http://schemas.openxmlformats.org/drawingml/2006/main">
            <a:off x="3759200" y="5499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564" name="narrative-number">
            <a:extLst xmlns:a="http://schemas.openxmlformats.org/drawingml/2006/main">
              <a:ext uri="{FF2B5EF4-FFF2-40B4-BE49-F238E27FC236}">
                <a16:creationId xmlns:a16="http://schemas.microsoft.com/office/drawing/2014/main" id="{4CD53FFA-EE5F-44B4-A94D-0587CA7C2F1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2999655176"/>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65" name="!!area-name">
            <a:extLst xmlns:a="http://schemas.openxmlformats.org/drawingml/2006/main">
              <a:ext uri="{FF2B5EF4-FFF2-40B4-BE49-F238E27FC236}">
                <a16:creationId xmlns:a16="http://schemas.microsoft.com/office/drawing/2014/main" id="{AEB93877-78C1-4644-A121-1172BDDFF6B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83" name="mini-map"/>
          <p:cNvPicPr>
            <a:picLocks xmlns:a="http://schemas.openxmlformats.org/drawingml/2006/main" noChangeAspect="1"/>
          </p:cNvPicPr>
          <p:nvPr/>
        </p:nvPicPr>
        <p:blipFill>
          <a:blip xmlns:r="http://schemas.openxmlformats.org/officeDocument/2006/relationships" xmlns:a="http://schemas.openxmlformats.org/drawingml/2006/main" r:embed="R81499e4efb1f40c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67" name="slide-title">
            <a:extLst xmlns:a="http://schemas.openxmlformats.org/drawingml/2006/main">
              <a:ext uri="{FF2B5EF4-FFF2-40B4-BE49-F238E27FC236}">
                <a16:creationId xmlns:a16="http://schemas.microsoft.com/office/drawing/2014/main" id="{5D085645-21D4-43FC-9E44-7B531D1A0AB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68" name="header-divider">
            <a:extLst xmlns:a="http://schemas.openxmlformats.org/drawingml/2006/main">
              <a:ext uri="{FF2B5EF4-FFF2-40B4-BE49-F238E27FC236}">
                <a16:creationId xmlns:a16="http://schemas.microsoft.com/office/drawing/2014/main" id="{E734B466-EFAC-49B0-8E1F-E627B905628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69" name="46-shape-1">
            <a:extLst xmlns:a="http://schemas.openxmlformats.org/drawingml/2006/main">
              <a:ext uri="{FF2B5EF4-FFF2-40B4-BE49-F238E27FC236}">
                <a16:creationId xmlns:a16="http://schemas.microsoft.com/office/drawing/2014/main" id="{CEBD1BC1-1B89-433A-9CAA-0908956FF370}"/>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70" name="46-text-2">
            <a:extLst xmlns:a="http://schemas.openxmlformats.org/drawingml/2006/main">
              <a:ext uri="{FF2B5EF4-FFF2-40B4-BE49-F238E27FC236}">
                <a16:creationId xmlns:a16="http://schemas.microsoft.com/office/drawing/2014/main" id="{A07B2741-F487-4E80-AECA-915EE382E79E}"/>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71" name="46-text-3">
            <a:extLst xmlns:a="http://schemas.openxmlformats.org/drawingml/2006/main">
              <a:ext uri="{FF2B5EF4-FFF2-40B4-BE49-F238E27FC236}">
                <a16:creationId xmlns:a16="http://schemas.microsoft.com/office/drawing/2014/main" id="{476B6DD6-53CB-4AD0-8F7F-C62A4743F69B}"/>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572" name="46-shape-4">
            <a:extLst xmlns:a="http://schemas.openxmlformats.org/drawingml/2006/main">
              <a:ext uri="{FF2B5EF4-FFF2-40B4-BE49-F238E27FC236}">
                <a16:creationId xmlns:a16="http://schemas.microsoft.com/office/drawing/2014/main" id="{2CB1569B-379B-4B11-BE62-609A80D9BFB1}"/>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73" name="46-text-5">
            <a:extLst xmlns:a="http://schemas.openxmlformats.org/drawingml/2006/main">
              <a:ext uri="{FF2B5EF4-FFF2-40B4-BE49-F238E27FC236}">
                <a16:creationId xmlns:a16="http://schemas.microsoft.com/office/drawing/2014/main" id="{A81E2FAE-71BB-4949-AED8-28DC3E10FC6B}"/>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74" name="46-text-6">
            <a:extLst xmlns:a="http://schemas.openxmlformats.org/drawingml/2006/main">
              <a:ext uri="{FF2B5EF4-FFF2-40B4-BE49-F238E27FC236}">
                <a16:creationId xmlns:a16="http://schemas.microsoft.com/office/drawing/2014/main" id="{D9E577C2-0F23-4E54-AC64-348A0BE24A6E}"/>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75" name="46-shape-7">
            <a:extLst xmlns:a="http://schemas.openxmlformats.org/drawingml/2006/main">
              <a:ext uri="{FF2B5EF4-FFF2-40B4-BE49-F238E27FC236}">
                <a16:creationId xmlns:a16="http://schemas.microsoft.com/office/drawing/2014/main" id="{B3806E60-7155-4F50-B755-9EEA8F5F50DC}"/>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76" name="46-text-8">
            <a:extLst xmlns:a="http://schemas.openxmlformats.org/drawingml/2006/main">
              <a:ext uri="{FF2B5EF4-FFF2-40B4-BE49-F238E27FC236}">
                <a16:creationId xmlns:a16="http://schemas.microsoft.com/office/drawing/2014/main" id="{08FBC72C-28F2-444E-B8B8-85C9B484AC9E}"/>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77" name="46-text-9">
            <a:extLst xmlns:a="http://schemas.openxmlformats.org/drawingml/2006/main">
              <a:ext uri="{FF2B5EF4-FFF2-40B4-BE49-F238E27FC236}">
                <a16:creationId xmlns:a16="http://schemas.microsoft.com/office/drawing/2014/main" id="{6688F51A-C926-4AD4-97A0-CC2E4A9F49BD}"/>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78" name="46-shape-10">
            <a:extLst xmlns:a="http://schemas.openxmlformats.org/drawingml/2006/main">
              <a:ext uri="{FF2B5EF4-FFF2-40B4-BE49-F238E27FC236}">
                <a16:creationId xmlns:a16="http://schemas.microsoft.com/office/drawing/2014/main" id="{2CFEBCA2-3903-4951-BBEA-A3ACA87A97EE}"/>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79" name="46-text-11">
            <a:extLst xmlns:a="http://schemas.openxmlformats.org/drawingml/2006/main">
              <a:ext uri="{FF2B5EF4-FFF2-40B4-BE49-F238E27FC236}">
                <a16:creationId xmlns:a16="http://schemas.microsoft.com/office/drawing/2014/main" id="{1865432F-0E17-414F-B586-AEA093CF5A22}"/>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80" name="46-text-12">
            <a:extLst xmlns:a="http://schemas.openxmlformats.org/drawingml/2006/main">
              <a:ext uri="{FF2B5EF4-FFF2-40B4-BE49-F238E27FC236}">
                <a16:creationId xmlns:a16="http://schemas.microsoft.com/office/drawing/2014/main" id="{10B8ABC1-1A8C-420A-9ED7-5D7CED8D9853}"/>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81" name="narrative-number">
            <a:extLst xmlns:a="http://schemas.openxmlformats.org/drawingml/2006/main">
              <a:ext uri="{FF2B5EF4-FFF2-40B4-BE49-F238E27FC236}">
                <a16:creationId xmlns:a16="http://schemas.microsoft.com/office/drawing/2014/main" id="{CF19089D-170F-408E-9454-6369290C1A2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773633938"/>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82" name="47-text-1">
            <a:extLst xmlns:a="http://schemas.openxmlformats.org/drawingml/2006/main">
              <a:ext uri="{FF2B5EF4-FFF2-40B4-BE49-F238E27FC236}">
                <a16:creationId xmlns:a16="http://schemas.microsoft.com/office/drawing/2014/main" id="{1149D7F5-CF43-40ED-B38F-34A5309FC477}"/>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83" name="47-text-2">
            <a:extLst xmlns:a="http://schemas.openxmlformats.org/drawingml/2006/main">
              <a:ext uri="{FF2B5EF4-FFF2-40B4-BE49-F238E27FC236}">
                <a16:creationId xmlns:a16="http://schemas.microsoft.com/office/drawing/2014/main" id="{E28993C8-599A-442D-AD30-46CF242C549B}"/>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84" name="47-text-3">
            <a:extLst xmlns:a="http://schemas.openxmlformats.org/drawingml/2006/main">
              <a:ext uri="{FF2B5EF4-FFF2-40B4-BE49-F238E27FC236}">
                <a16:creationId xmlns:a16="http://schemas.microsoft.com/office/drawing/2014/main" id="{DDE25095-1CF5-4490-AE3B-27A9B3DB091C}"/>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85" name="narrative-number">
            <a:extLst xmlns:a="http://schemas.openxmlformats.org/drawingml/2006/main">
              <a:ext uri="{FF2B5EF4-FFF2-40B4-BE49-F238E27FC236}">
                <a16:creationId xmlns:a16="http://schemas.microsoft.com/office/drawing/2014/main" id="{98EA16B1-7134-4629-BFCB-719FF597145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183505811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86" name="slide-title">
            <a:extLst xmlns:a="http://schemas.openxmlformats.org/drawingml/2006/main">
              <a:ext uri="{FF2B5EF4-FFF2-40B4-BE49-F238E27FC236}">
                <a16:creationId xmlns:a16="http://schemas.microsoft.com/office/drawing/2014/main" id="{7B97A530-A628-49EE-9B65-2C0BB22D1BF1}"/>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87" name="header-divider">
            <a:extLst xmlns:a="http://schemas.openxmlformats.org/drawingml/2006/main">
              <a:ext uri="{FF2B5EF4-FFF2-40B4-BE49-F238E27FC236}">
                <a16:creationId xmlns:a16="http://schemas.microsoft.com/office/drawing/2014/main" id="{3FC403C3-986A-4E82-AFFB-20AEDA51BB2A}"/>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88" name="48-text-1">
            <a:extLst xmlns:a="http://schemas.openxmlformats.org/drawingml/2006/main">
              <a:ext uri="{FF2B5EF4-FFF2-40B4-BE49-F238E27FC236}">
                <a16:creationId xmlns:a16="http://schemas.microsoft.com/office/drawing/2014/main" id="{7A45F48C-5267-44C1-A530-B319C9075E1E}"/>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89" name="48-text-2">
            <a:extLst xmlns:a="http://schemas.openxmlformats.org/drawingml/2006/main">
              <a:ext uri="{FF2B5EF4-FFF2-40B4-BE49-F238E27FC236}">
                <a16:creationId xmlns:a16="http://schemas.microsoft.com/office/drawing/2014/main" id="{F5C96407-6409-42FE-8260-4BBA0F881BCC}"/>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90" name="48-text-3">
            <a:extLst xmlns:a="http://schemas.openxmlformats.org/drawingml/2006/main">
              <a:ext uri="{FF2B5EF4-FFF2-40B4-BE49-F238E27FC236}">
                <a16:creationId xmlns:a16="http://schemas.microsoft.com/office/drawing/2014/main" id="{216F4869-7535-4365-9D4B-127F55297883}"/>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91" name="48-text-4">
            <a:extLst xmlns:a="http://schemas.openxmlformats.org/drawingml/2006/main">
              <a:ext uri="{FF2B5EF4-FFF2-40B4-BE49-F238E27FC236}">
                <a16:creationId xmlns:a16="http://schemas.microsoft.com/office/drawing/2014/main" id="{768B521B-D769-4996-A6BF-3E3DE84CAFEA}"/>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92" name="48-text-5">
            <a:extLst xmlns:a="http://schemas.openxmlformats.org/drawingml/2006/main">
              <a:ext uri="{FF2B5EF4-FFF2-40B4-BE49-F238E27FC236}">
                <a16:creationId xmlns:a16="http://schemas.microsoft.com/office/drawing/2014/main" id="{AF4F2772-A6DF-4B40-963A-445DE30587E5}"/>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93" name="48-text-6">
            <a:extLst xmlns:a="http://schemas.openxmlformats.org/drawingml/2006/main">
              <a:ext uri="{FF2B5EF4-FFF2-40B4-BE49-F238E27FC236}">
                <a16:creationId xmlns:a16="http://schemas.microsoft.com/office/drawing/2014/main" id="{B7510CCF-8394-44C1-96D4-A670DDE3AC94}"/>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94" name="48-text-7">
            <a:extLst xmlns:a="http://schemas.openxmlformats.org/drawingml/2006/main">
              <a:ext uri="{FF2B5EF4-FFF2-40B4-BE49-F238E27FC236}">
                <a16:creationId xmlns:a16="http://schemas.microsoft.com/office/drawing/2014/main" id="{80C56B7A-E6F2-4A74-AC8A-8578B59D525D}"/>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95" name="48-text-8">
            <a:extLst xmlns:a="http://schemas.openxmlformats.org/drawingml/2006/main">
              <a:ext uri="{FF2B5EF4-FFF2-40B4-BE49-F238E27FC236}">
                <a16:creationId xmlns:a16="http://schemas.microsoft.com/office/drawing/2014/main" id="{E6AFFA67-01F5-4684-B163-8838BE9401C9}"/>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96" name="48-text-9">
            <a:extLst xmlns:a="http://schemas.openxmlformats.org/drawingml/2006/main">
              <a:ext uri="{FF2B5EF4-FFF2-40B4-BE49-F238E27FC236}">
                <a16:creationId xmlns:a16="http://schemas.microsoft.com/office/drawing/2014/main" id="{506651F7-D8C1-416B-B804-6D23F7519451}"/>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97" name="48-text-10">
            <a:extLst xmlns:a="http://schemas.openxmlformats.org/drawingml/2006/main">
              <a:ext uri="{FF2B5EF4-FFF2-40B4-BE49-F238E27FC236}">
                <a16:creationId xmlns:a16="http://schemas.microsoft.com/office/drawing/2014/main" id="{4A8B5382-B355-4F65-931A-BE8E69B4C3A8}"/>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98" name="48-text-11">
            <a:extLst xmlns:a="http://schemas.openxmlformats.org/drawingml/2006/main">
              <a:ext uri="{FF2B5EF4-FFF2-40B4-BE49-F238E27FC236}">
                <a16:creationId xmlns:a16="http://schemas.microsoft.com/office/drawing/2014/main" id="{892C161E-162D-402C-AFCA-BAF96DFC41A1}"/>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99" name="48-text-12">
            <a:extLst xmlns:a="http://schemas.openxmlformats.org/drawingml/2006/main">
              <a:ext uri="{FF2B5EF4-FFF2-40B4-BE49-F238E27FC236}">
                <a16:creationId xmlns:a16="http://schemas.microsoft.com/office/drawing/2014/main" id="{7B36C504-C481-4D82-8077-317086796BA7}"/>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600" name="narrative-number">
            <a:extLst xmlns:a="http://schemas.openxmlformats.org/drawingml/2006/main">
              <a:ext uri="{FF2B5EF4-FFF2-40B4-BE49-F238E27FC236}">
                <a16:creationId xmlns:a16="http://schemas.microsoft.com/office/drawing/2014/main" id="{CE13467A-824C-4CB5-99A5-26A5E851F99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48</a:t>
            </a:r>
          </a:p>
        </p:txBody>
      </p:sp>
    </p:spTree>
    <p:extLst>
      <p:ext uri="{BB962C8B-B14F-4D97-AF65-F5344CB8AC3E}">
        <p14:creationId xmlns:p14="http://schemas.microsoft.com/office/powerpoint/2010/main" val="2753133493"/>
      </p:ext>
    </p:extLst>
  </p:cSld>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2026-09-16T22:33:22.2270000Z</dcterms:created>
  <dcterms:modified xsi:type="dcterms:W3CDTF">2026-09-16T22:33:22.2270000Z</dcterms:modified>
</coreProperties>
</file>