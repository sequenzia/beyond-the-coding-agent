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25aa55b72c46df" /><Relationship Type="http://schemas.openxmlformats.org/officeDocument/2006/relationships/extended-properties" Target="/docProps/app.xml" Id="R943801996986425c" /><Relationship Type="http://schemas.openxmlformats.org/officeDocument/2006/relationships/officeDocument" Target="/ppt/presentation.xml" Id="R05569aacfde8444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5f5ca6d3987c41bc"/>
    <p:sldMasterId xmlns:r="http://schemas.openxmlformats.org/officeDocument/2006/relationships" id="2147483650" r:id="Rad001c25dd8248ce"/>
  </p:sldMasterIdLst>
  <p:notesMasterIdLst>
    <p:notesMasterId xmlns:r="http://schemas.openxmlformats.org/officeDocument/2006/relationships" r:id="R92f9bc44ecbb41aa"/>
  </p:notesMasterIdLst>
  <p:sldIdLst>
    <p:sldId xmlns:r="http://schemas.openxmlformats.org/officeDocument/2006/relationships" id="256" r:id="Ra31d3c8146cd4a44"/>
    <p:sldId xmlns:r="http://schemas.openxmlformats.org/officeDocument/2006/relationships" id="257" r:id="Rd6cebbcb8f1d47d2"/>
    <p:sldId xmlns:r="http://schemas.openxmlformats.org/officeDocument/2006/relationships" id="258" r:id="Rd359962cd8564dcf"/>
    <p:sldId xmlns:r="http://schemas.openxmlformats.org/officeDocument/2006/relationships" id="259" r:id="Rc8c8f68b1d8f4c0f"/>
    <p:sldId xmlns:r="http://schemas.openxmlformats.org/officeDocument/2006/relationships" id="260" r:id="R7933eea8a7ad4206"/>
    <p:sldId xmlns:r="http://schemas.openxmlformats.org/officeDocument/2006/relationships" id="261" r:id="Ra8e77f6bc0a9496d"/>
    <p:sldId xmlns:r="http://schemas.openxmlformats.org/officeDocument/2006/relationships" id="262" r:id="Ra6b89648a0dd4a9e"/>
    <p:sldId xmlns:r="http://schemas.openxmlformats.org/officeDocument/2006/relationships" id="263" r:id="R15a8e3cdfacf4f2f"/>
    <p:sldId xmlns:r="http://schemas.openxmlformats.org/officeDocument/2006/relationships" id="264" r:id="R01b08ea0385049ad"/>
    <p:sldId xmlns:r="http://schemas.openxmlformats.org/officeDocument/2006/relationships" id="265" r:id="R87d4ea0639344a21"/>
    <p:sldId xmlns:r="http://schemas.openxmlformats.org/officeDocument/2006/relationships" id="266" r:id="Ra52ab0b7b30241d1"/>
    <p:sldId xmlns:r="http://schemas.openxmlformats.org/officeDocument/2006/relationships" id="267" r:id="R9d82ad1c6680438e"/>
    <p:sldId xmlns:r="http://schemas.openxmlformats.org/officeDocument/2006/relationships" id="268" r:id="R23f4b8e863394dee"/>
    <p:sldId xmlns:r="http://schemas.openxmlformats.org/officeDocument/2006/relationships" id="269" r:id="Rca6fdcee96ed4494"/>
    <p:sldId xmlns:r="http://schemas.openxmlformats.org/officeDocument/2006/relationships" id="270" r:id="R693c4c05f2ae46b1"/>
    <p:sldId xmlns:r="http://schemas.openxmlformats.org/officeDocument/2006/relationships" id="271" r:id="R76cdb10f0ff540d4"/>
    <p:sldId xmlns:r="http://schemas.openxmlformats.org/officeDocument/2006/relationships" id="272" r:id="Rd6be4c3299b84527"/>
    <p:sldId xmlns:r="http://schemas.openxmlformats.org/officeDocument/2006/relationships" id="273" r:id="R7b419094f3e04332"/>
    <p:sldId xmlns:r="http://schemas.openxmlformats.org/officeDocument/2006/relationships" id="274" r:id="R829f532a370c4e77"/>
    <p:sldId xmlns:r="http://schemas.openxmlformats.org/officeDocument/2006/relationships" id="275" r:id="Rf4f7ae9d0c1e4be1"/>
    <p:sldId xmlns:r="http://schemas.openxmlformats.org/officeDocument/2006/relationships" id="276" r:id="Rddd41f4461714c4a"/>
    <p:sldId xmlns:r="http://schemas.openxmlformats.org/officeDocument/2006/relationships" id="277" r:id="Rb282a6b3f48a4413"/>
    <p:sldId xmlns:r="http://schemas.openxmlformats.org/officeDocument/2006/relationships" id="278" r:id="Rb54430779a63488e"/>
    <p:sldId xmlns:r="http://schemas.openxmlformats.org/officeDocument/2006/relationships" id="279" r:id="R025cc82cf75142ec"/>
    <p:sldId xmlns:r="http://schemas.openxmlformats.org/officeDocument/2006/relationships" id="280" r:id="R424ac7eca9a24d9b"/>
    <p:sldId xmlns:r="http://schemas.openxmlformats.org/officeDocument/2006/relationships" id="281" r:id="R648324792bd74edd"/>
    <p:sldId xmlns:r="http://schemas.openxmlformats.org/officeDocument/2006/relationships" id="282" r:id="R6055aca3731d4700"/>
    <p:sldId xmlns:r="http://schemas.openxmlformats.org/officeDocument/2006/relationships" id="283" r:id="Rfb04d6aee255403f"/>
    <p:sldId xmlns:r="http://schemas.openxmlformats.org/officeDocument/2006/relationships" id="284" r:id="R145dd120940c4be9"/>
    <p:sldId xmlns:r="http://schemas.openxmlformats.org/officeDocument/2006/relationships" id="285" r:id="R0f051961b34541c6"/>
    <p:sldId xmlns:r="http://schemas.openxmlformats.org/officeDocument/2006/relationships" id="286" r:id="R37668f5aff1543e0"/>
    <p:sldId xmlns:r="http://schemas.openxmlformats.org/officeDocument/2006/relationships" id="287" r:id="R08a42c26a3b24c45"/>
    <p:sldId xmlns:r="http://schemas.openxmlformats.org/officeDocument/2006/relationships" id="288" r:id="Rd4a92160cddc4fa0"/>
    <p:sldId xmlns:r="http://schemas.openxmlformats.org/officeDocument/2006/relationships" id="289" r:id="Rb90b89a0a0eb43a5"/>
    <p:sldId xmlns:r="http://schemas.openxmlformats.org/officeDocument/2006/relationships" id="290" r:id="R2b730a26af4e45a4"/>
    <p:sldId xmlns:r="http://schemas.openxmlformats.org/officeDocument/2006/relationships" id="291" r:id="Rd4e123e671b449c9"/>
    <p:sldId xmlns:r="http://schemas.openxmlformats.org/officeDocument/2006/relationships" id="292" r:id="R9bd2892723e042e9"/>
    <p:sldId xmlns:r="http://schemas.openxmlformats.org/officeDocument/2006/relationships" id="293" r:id="R4775cf9dac1e4a5f"/>
    <p:sldId xmlns:r="http://schemas.openxmlformats.org/officeDocument/2006/relationships" id="294" r:id="Ra953ef30631d439f"/>
    <p:sldId xmlns:r="http://schemas.openxmlformats.org/officeDocument/2006/relationships" id="295" r:id="R99b969ee98074bc1"/>
    <p:sldId xmlns:r="http://schemas.openxmlformats.org/officeDocument/2006/relationships" id="296" r:id="R198ec1fa02744e12"/>
    <p:sldId xmlns:r="http://schemas.openxmlformats.org/officeDocument/2006/relationships" id="297" r:id="Rc9741a095b0b4705"/>
    <p:sldId xmlns:r="http://schemas.openxmlformats.org/officeDocument/2006/relationships" id="298" r:id="Rdd74376cb5d94077"/>
    <p:sldId xmlns:r="http://schemas.openxmlformats.org/officeDocument/2006/relationships" id="299" r:id="R99a50fc2f2ec4e17"/>
    <p:sldId xmlns:r="http://schemas.openxmlformats.org/officeDocument/2006/relationships" id="300" r:id="Rc638109c32814af1"/>
    <p:sldId xmlns:r="http://schemas.openxmlformats.org/officeDocument/2006/relationships" id="301" r:id="Rc7121dad4dee49e7"/>
    <p:sldId xmlns:r="http://schemas.openxmlformats.org/officeDocument/2006/relationships" id="302" r:id="R593947690fde40b3"/>
    <p:sldId xmlns:r="http://schemas.openxmlformats.org/officeDocument/2006/relationships" id="303" r:id="R8b42ff61d53a4bcf"/>
    <p:sldId xmlns:r="http://schemas.openxmlformats.org/officeDocument/2006/relationships" id="304" r:id="Rd3a9090f5e8e44f7"/>
    <p:sldId xmlns:r="http://schemas.openxmlformats.org/officeDocument/2006/relationships" id="305" r:id="R503f879d4af94073"/>
    <p:sldId xmlns:r="http://schemas.openxmlformats.org/officeDocument/2006/relationships" id="306" r:id="Rdb0aa48ae6d748bb"/>
    <p:sldId xmlns:r="http://schemas.openxmlformats.org/officeDocument/2006/relationships" id="307" r:id="R8ce060bbb22249bb"/>
    <p:sldId xmlns:r="http://schemas.openxmlformats.org/officeDocument/2006/relationships" id="308" r:id="R7173385783a7477e"/>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1c81923393436b" /><Relationship Type="http://schemas.openxmlformats.org/officeDocument/2006/relationships/slideMaster" Target="/ppt/slideMasters/slideMaster1.xml" Id="R5f5ca6d3987c41bc" /><Relationship Type="http://schemas.openxmlformats.org/officeDocument/2006/relationships/slideMaster" Target="/ppt/slideMasters/slideMaster2.xml" Id="Rad001c25dd8248ce" /><Relationship Type="http://schemas.openxmlformats.org/officeDocument/2006/relationships/notesMaster" Target="/ppt/notesMasters/notesMaster1.xml" Id="R92f9bc44ecbb41aa" /><Relationship Type="http://schemas.openxmlformats.org/officeDocument/2006/relationships/presProps" Target="/ppt/presProps.xml" Id="R2a74edaa78a642d8" /><Relationship Type="http://schemas.openxmlformats.org/officeDocument/2006/relationships/tableStyles" Target="/ppt/tableStyles.xml" Id="R67d145b5be754d96" /><Relationship Type="http://schemas.openxmlformats.org/officeDocument/2006/relationships/slide" Target="/ppt/slides/slide1.xml" Id="Ra31d3c8146cd4a44" /><Relationship Type="http://schemas.openxmlformats.org/officeDocument/2006/relationships/slide" Target="/ppt/slides/slide2.xml" Id="Rd6cebbcb8f1d47d2" /><Relationship Type="http://schemas.openxmlformats.org/officeDocument/2006/relationships/slide" Target="/ppt/slides/slide3.xml" Id="Rd359962cd8564dcf" /><Relationship Type="http://schemas.openxmlformats.org/officeDocument/2006/relationships/slide" Target="/ppt/slides/slide4.xml" Id="Rc8c8f68b1d8f4c0f" /><Relationship Type="http://schemas.openxmlformats.org/officeDocument/2006/relationships/slide" Target="/ppt/slides/slide5.xml" Id="R7933eea8a7ad4206" /><Relationship Type="http://schemas.openxmlformats.org/officeDocument/2006/relationships/slide" Target="/ppt/slides/slide6.xml" Id="Ra8e77f6bc0a9496d" /><Relationship Type="http://schemas.openxmlformats.org/officeDocument/2006/relationships/slide" Target="/ppt/slides/slide7.xml" Id="Ra6b89648a0dd4a9e" /><Relationship Type="http://schemas.openxmlformats.org/officeDocument/2006/relationships/slide" Target="/ppt/slides/slide8.xml" Id="R15a8e3cdfacf4f2f" /><Relationship Type="http://schemas.openxmlformats.org/officeDocument/2006/relationships/slide" Target="/ppt/slides/slide9.xml" Id="R01b08ea0385049ad" /><Relationship Type="http://schemas.openxmlformats.org/officeDocument/2006/relationships/slide" Target="/ppt/slides/slide10.xml" Id="R87d4ea0639344a21" /><Relationship Type="http://schemas.openxmlformats.org/officeDocument/2006/relationships/slide" Target="/ppt/slides/slide11.xml" Id="Ra52ab0b7b30241d1" /><Relationship Type="http://schemas.openxmlformats.org/officeDocument/2006/relationships/slide" Target="/ppt/slides/slide12.xml" Id="R9d82ad1c6680438e" /><Relationship Type="http://schemas.openxmlformats.org/officeDocument/2006/relationships/slide" Target="/ppt/slides/slide13.xml" Id="R23f4b8e863394dee" /><Relationship Type="http://schemas.openxmlformats.org/officeDocument/2006/relationships/slide" Target="/ppt/slides/slide14.xml" Id="Rca6fdcee96ed4494" /><Relationship Type="http://schemas.openxmlformats.org/officeDocument/2006/relationships/slide" Target="/ppt/slides/slide15.xml" Id="R693c4c05f2ae46b1" /><Relationship Type="http://schemas.openxmlformats.org/officeDocument/2006/relationships/slide" Target="/ppt/slides/slide16.xml" Id="R76cdb10f0ff540d4" /><Relationship Type="http://schemas.openxmlformats.org/officeDocument/2006/relationships/slide" Target="/ppt/slides/slide17.xml" Id="Rd6be4c3299b84527" /><Relationship Type="http://schemas.openxmlformats.org/officeDocument/2006/relationships/slide" Target="/ppt/slides/slide18.xml" Id="R7b419094f3e04332" /><Relationship Type="http://schemas.openxmlformats.org/officeDocument/2006/relationships/slide" Target="/ppt/slides/slide19.xml" Id="R829f532a370c4e77" /><Relationship Type="http://schemas.openxmlformats.org/officeDocument/2006/relationships/slide" Target="/ppt/slides/slide20.xml" Id="Rf4f7ae9d0c1e4be1" /><Relationship Type="http://schemas.openxmlformats.org/officeDocument/2006/relationships/slide" Target="/ppt/slides/slide21.xml" Id="Rddd41f4461714c4a" /><Relationship Type="http://schemas.openxmlformats.org/officeDocument/2006/relationships/slide" Target="/ppt/slides/slide22.xml" Id="Rb282a6b3f48a4413" /><Relationship Type="http://schemas.openxmlformats.org/officeDocument/2006/relationships/slide" Target="/ppt/slides/slide23.xml" Id="Rb54430779a63488e" /><Relationship Type="http://schemas.openxmlformats.org/officeDocument/2006/relationships/slide" Target="/ppt/slides/slide24.xml" Id="R025cc82cf75142ec" /><Relationship Type="http://schemas.openxmlformats.org/officeDocument/2006/relationships/slide" Target="/ppt/slides/slide25.xml" Id="R424ac7eca9a24d9b" /><Relationship Type="http://schemas.openxmlformats.org/officeDocument/2006/relationships/slide" Target="/ppt/slides/slide26.xml" Id="R648324792bd74edd" /><Relationship Type="http://schemas.openxmlformats.org/officeDocument/2006/relationships/slide" Target="/ppt/slides/slide27.xml" Id="R6055aca3731d4700" /><Relationship Type="http://schemas.openxmlformats.org/officeDocument/2006/relationships/slide" Target="/ppt/slides/slide28.xml" Id="Rfb04d6aee255403f" /><Relationship Type="http://schemas.openxmlformats.org/officeDocument/2006/relationships/slide" Target="/ppt/slides/slide29.xml" Id="R145dd120940c4be9" /><Relationship Type="http://schemas.openxmlformats.org/officeDocument/2006/relationships/slide" Target="/ppt/slides/slide30.xml" Id="R0f051961b34541c6" /><Relationship Type="http://schemas.openxmlformats.org/officeDocument/2006/relationships/slide" Target="/ppt/slides/slide31.xml" Id="R37668f5aff1543e0" /><Relationship Type="http://schemas.openxmlformats.org/officeDocument/2006/relationships/slide" Target="/ppt/slides/slide32.xml" Id="R08a42c26a3b24c45" /><Relationship Type="http://schemas.openxmlformats.org/officeDocument/2006/relationships/slide" Target="/ppt/slides/slide33.xml" Id="Rd4a92160cddc4fa0" /><Relationship Type="http://schemas.openxmlformats.org/officeDocument/2006/relationships/slide" Target="/ppt/slides/slide34.xml" Id="Rb90b89a0a0eb43a5" /><Relationship Type="http://schemas.openxmlformats.org/officeDocument/2006/relationships/slide" Target="/ppt/slides/slide35.xml" Id="R2b730a26af4e45a4" /><Relationship Type="http://schemas.openxmlformats.org/officeDocument/2006/relationships/slide" Target="/ppt/slides/slide36.xml" Id="Rd4e123e671b449c9" /><Relationship Type="http://schemas.openxmlformats.org/officeDocument/2006/relationships/slide" Target="/ppt/slides/slide37.xml" Id="R9bd2892723e042e9" /><Relationship Type="http://schemas.openxmlformats.org/officeDocument/2006/relationships/slide" Target="/ppt/slides/slide38.xml" Id="R4775cf9dac1e4a5f" /><Relationship Type="http://schemas.openxmlformats.org/officeDocument/2006/relationships/slide" Target="/ppt/slides/slide39.xml" Id="Ra953ef30631d439f" /><Relationship Type="http://schemas.openxmlformats.org/officeDocument/2006/relationships/slide" Target="/ppt/slides/slide40.xml" Id="R99b969ee98074bc1" /><Relationship Type="http://schemas.openxmlformats.org/officeDocument/2006/relationships/slide" Target="/ppt/slides/slide41.xml" Id="R198ec1fa02744e12" /><Relationship Type="http://schemas.openxmlformats.org/officeDocument/2006/relationships/slide" Target="/ppt/slides/slide42.xml" Id="Rc9741a095b0b4705" /><Relationship Type="http://schemas.openxmlformats.org/officeDocument/2006/relationships/slide" Target="/ppt/slides/slide43.xml" Id="Rdd74376cb5d94077" /><Relationship Type="http://schemas.openxmlformats.org/officeDocument/2006/relationships/slide" Target="/ppt/slides/slide44.xml" Id="R99a50fc2f2ec4e17" /><Relationship Type="http://schemas.openxmlformats.org/officeDocument/2006/relationships/slide" Target="/ppt/slides/slide45.xml" Id="Rc638109c32814af1" /><Relationship Type="http://schemas.openxmlformats.org/officeDocument/2006/relationships/slide" Target="/ppt/slides/slide46.xml" Id="Rc7121dad4dee49e7" /><Relationship Type="http://schemas.openxmlformats.org/officeDocument/2006/relationships/slide" Target="/ppt/slides/slide47.xml" Id="R593947690fde40b3" /><Relationship Type="http://schemas.openxmlformats.org/officeDocument/2006/relationships/slide" Target="/ppt/slides/slide48.xml" Id="R8b42ff61d53a4bcf" /><Relationship Type="http://schemas.openxmlformats.org/officeDocument/2006/relationships/slide" Target="/ppt/slides/slide49.xml" Id="Rd3a9090f5e8e44f7" /><Relationship Type="http://schemas.openxmlformats.org/officeDocument/2006/relationships/slide" Target="/ppt/slides/slide50.xml" Id="R503f879d4af94073" /><Relationship Type="http://schemas.openxmlformats.org/officeDocument/2006/relationships/slide" Target="/ppt/slides/slide51.xml" Id="Rdb0aa48ae6d748bb" /><Relationship Type="http://schemas.openxmlformats.org/officeDocument/2006/relationships/slide" Target="/ppt/slides/slide52.xml" Id="R8ce060bbb22249bb" /><Relationship Type="http://schemas.openxmlformats.org/officeDocument/2006/relationships/slide" Target="/ppt/slides/slide53.xml" Id="R7173385783a7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27fb355bd3f4e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3204be58964d83" /><Relationship Type="http://schemas.openxmlformats.org/officeDocument/2006/relationships/notesMaster" Target="/ppt/notesMasters/notesMaster1.xml" Id="Ra6516ca1024d47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ea96a74c084ee7" /><Relationship Type="http://schemas.openxmlformats.org/officeDocument/2006/relationships/notesMaster" Target="/ppt/notesMasters/notesMaster1.xml" Id="R47977d57f3974d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772d666d9c4636" /><Relationship Type="http://schemas.openxmlformats.org/officeDocument/2006/relationships/notesMaster" Target="/ppt/notesMasters/notesMaster1.xml" Id="R047117611e5843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975d1dc47a46a5" /><Relationship Type="http://schemas.openxmlformats.org/officeDocument/2006/relationships/notesMaster" Target="/ppt/notesMasters/notesMaster1.xml" Id="Rf836efd118bb46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0732e70deb4e57" /><Relationship Type="http://schemas.openxmlformats.org/officeDocument/2006/relationships/notesMaster" Target="/ppt/notesMasters/notesMaster1.xml" Id="R4f56289167d346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fa9a2808164843" /><Relationship Type="http://schemas.openxmlformats.org/officeDocument/2006/relationships/notesMaster" Target="/ppt/notesMasters/notesMaster1.xml" Id="R89c0c9d7592246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6571a1ce7b42a5" /><Relationship Type="http://schemas.openxmlformats.org/officeDocument/2006/relationships/notesMaster" Target="/ppt/notesMasters/notesMaster1.xml" Id="R6037e5a0227a47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8e9c2b41e74121" /><Relationship Type="http://schemas.openxmlformats.org/officeDocument/2006/relationships/notesMaster" Target="/ppt/notesMasters/notesMaster1.xml" Id="Rb343c5fb105d44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7b70a488aa4ed8" /><Relationship Type="http://schemas.openxmlformats.org/officeDocument/2006/relationships/notesMaster" Target="/ppt/notesMasters/notesMaster1.xml" Id="Ra55c15c6dbb348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d90760434743a7" /><Relationship Type="http://schemas.openxmlformats.org/officeDocument/2006/relationships/notesMaster" Target="/ppt/notesMasters/notesMaster1.xml" Id="R529eff3512fb45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b589135a724f6e" /><Relationship Type="http://schemas.openxmlformats.org/officeDocument/2006/relationships/notesMaster" Target="/ppt/notesMasters/notesMaster1.xml" Id="R9fd10ee218e34c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7f4da8a2d84eab" /><Relationship Type="http://schemas.openxmlformats.org/officeDocument/2006/relationships/notesMaster" Target="/ppt/notesMasters/notesMaster1.xml" Id="R90b7321b34a24b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796b31556741e3" /><Relationship Type="http://schemas.openxmlformats.org/officeDocument/2006/relationships/notesMaster" Target="/ppt/notesMasters/notesMaster1.xml" Id="R925c81237fed42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9a0c2d5eb9416a" /><Relationship Type="http://schemas.openxmlformats.org/officeDocument/2006/relationships/notesMaster" Target="/ppt/notesMasters/notesMaster1.xml" Id="R3da41710ffdd49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39734db6ee4680" /><Relationship Type="http://schemas.openxmlformats.org/officeDocument/2006/relationships/notesMaster" Target="/ppt/notesMasters/notesMaster1.xml" Id="Rb1a115de406342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8a084cfa914f69" /><Relationship Type="http://schemas.openxmlformats.org/officeDocument/2006/relationships/notesMaster" Target="/ppt/notesMasters/notesMaster1.xml" Id="R2bbd4b9cda1e43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da8a199c7d465e" /><Relationship Type="http://schemas.openxmlformats.org/officeDocument/2006/relationships/notesMaster" Target="/ppt/notesMasters/notesMaster1.xml" Id="Rd7cad0dd9ee148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d6638699654c26" /><Relationship Type="http://schemas.openxmlformats.org/officeDocument/2006/relationships/notesMaster" Target="/ppt/notesMasters/notesMaster1.xml" Id="Rfd9d5f3ea29542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83623b8d43496b" /><Relationship Type="http://schemas.openxmlformats.org/officeDocument/2006/relationships/notesMaster" Target="/ppt/notesMasters/notesMaster1.xml" Id="Rb5342f3362a047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999663b3304f9b" /><Relationship Type="http://schemas.openxmlformats.org/officeDocument/2006/relationships/notesMaster" Target="/ppt/notesMasters/notesMaster1.xml" Id="R458a4f75cb9c4f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02577aa6784b0a" /><Relationship Type="http://schemas.openxmlformats.org/officeDocument/2006/relationships/notesMaster" Target="/ppt/notesMasters/notesMaster1.xml" Id="R48b1205092d1475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861aab4dc384083" /><Relationship Type="http://schemas.openxmlformats.org/officeDocument/2006/relationships/notesMaster" Target="/ppt/notesMasters/notesMaster1.xml" Id="Rc5a01efbe31e41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47f78ade8f948e2" /><Relationship Type="http://schemas.openxmlformats.org/officeDocument/2006/relationships/notesMaster" Target="/ppt/notesMasters/notesMaster1.xml" Id="R0c16e59c93e34a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41774574df407d" /><Relationship Type="http://schemas.openxmlformats.org/officeDocument/2006/relationships/notesMaster" Target="/ppt/notesMasters/notesMaster1.xml" Id="R242dcd0ba14543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8d0010752e4cd2" /><Relationship Type="http://schemas.openxmlformats.org/officeDocument/2006/relationships/notesMaster" Target="/ppt/notesMasters/notesMaster1.xml" Id="R82e92ccc13fb47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a3724d757f0444b" /><Relationship Type="http://schemas.openxmlformats.org/officeDocument/2006/relationships/notesMaster" Target="/ppt/notesMasters/notesMaster1.xml" Id="R46d3b102a6de4a6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fe87c2c2574188" /><Relationship Type="http://schemas.openxmlformats.org/officeDocument/2006/relationships/notesMaster" Target="/ppt/notesMasters/notesMaster1.xml" Id="R1417cde4f57443f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9c84f66a3084406" /><Relationship Type="http://schemas.openxmlformats.org/officeDocument/2006/relationships/notesMaster" Target="/ppt/notesMasters/notesMaster1.xml" Id="Reecae3927db44e6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5e74d07cfdd49e7" /><Relationship Type="http://schemas.openxmlformats.org/officeDocument/2006/relationships/notesMaster" Target="/ppt/notesMasters/notesMaster1.xml" Id="Rff8a7ad0903445e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ec3dd2e063b44a0" /><Relationship Type="http://schemas.openxmlformats.org/officeDocument/2006/relationships/notesMaster" Target="/ppt/notesMasters/notesMaster1.xml" Id="R484d5ce66d07439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98e5623346f4f4a" /><Relationship Type="http://schemas.openxmlformats.org/officeDocument/2006/relationships/notesMaster" Target="/ppt/notesMasters/notesMaster1.xml" Id="R6e7ddd4a053e4d5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159e01f08a74406" /><Relationship Type="http://schemas.openxmlformats.org/officeDocument/2006/relationships/notesMaster" Target="/ppt/notesMasters/notesMaster1.xml" Id="Rffa375d8e94649c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b8f7d206d614527" /><Relationship Type="http://schemas.openxmlformats.org/officeDocument/2006/relationships/notesMaster" Target="/ppt/notesMasters/notesMaster1.xml" Id="Rcddac9fa876846b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1326e0504b34a45" /><Relationship Type="http://schemas.openxmlformats.org/officeDocument/2006/relationships/notesMaster" Target="/ppt/notesMasters/notesMaster1.xml" Id="Rccb4bc8183fe4c6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911e28c5cd540e3" /><Relationship Type="http://schemas.openxmlformats.org/officeDocument/2006/relationships/notesMaster" Target="/ppt/notesMasters/notesMaster1.xml" Id="R64bae969e197479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d533e3c7a944f1d" /><Relationship Type="http://schemas.openxmlformats.org/officeDocument/2006/relationships/notesMaster" Target="/ppt/notesMasters/notesMaster1.xml" Id="R0c261cf3b0d9463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67cef1e6045408c" /><Relationship Type="http://schemas.openxmlformats.org/officeDocument/2006/relationships/notesMaster" Target="/ppt/notesMasters/notesMaster1.xml" Id="R1547a52e32ff459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2d2e7d757184c2b" /><Relationship Type="http://schemas.openxmlformats.org/officeDocument/2006/relationships/notesMaster" Target="/ppt/notesMasters/notesMaster1.xml" Id="Re24a1f0d7f2b4f0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7b3d03129b7431b" /><Relationship Type="http://schemas.openxmlformats.org/officeDocument/2006/relationships/notesMaster" Target="/ppt/notesMasters/notesMaster1.xml" Id="R44982975d08447a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2bd62d3531c49f7" /><Relationship Type="http://schemas.openxmlformats.org/officeDocument/2006/relationships/notesMaster" Target="/ppt/notesMasters/notesMaster1.xml" Id="R7f1adb4f3a18498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884b4996384487d" /><Relationship Type="http://schemas.openxmlformats.org/officeDocument/2006/relationships/notesMaster" Target="/ppt/notesMasters/notesMaster1.xml" Id="Rb0f20deba9114c5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9a98069cea74230" /><Relationship Type="http://schemas.openxmlformats.org/officeDocument/2006/relationships/notesMaster" Target="/ppt/notesMasters/notesMaster1.xml" Id="Rff9e9ab37a8749d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579186c02b44162" /><Relationship Type="http://schemas.openxmlformats.org/officeDocument/2006/relationships/notesMaster" Target="/ppt/notesMasters/notesMaster1.xml" Id="Rbb780aadd0da4ba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cb1536a894a429d" /><Relationship Type="http://schemas.openxmlformats.org/officeDocument/2006/relationships/notesMaster" Target="/ppt/notesMasters/notesMaster1.xml" Id="R51295406bdbe4b9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c00a041bda04e93" /><Relationship Type="http://schemas.openxmlformats.org/officeDocument/2006/relationships/notesMaster" Target="/ppt/notesMasters/notesMaster1.xml" Id="R07ae7206e1894a9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f3df1e38a054065" /><Relationship Type="http://schemas.openxmlformats.org/officeDocument/2006/relationships/notesMaster" Target="/ppt/notesMasters/notesMaster1.xml" Id="Rb3eb01efa1b6480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709127430384886" /><Relationship Type="http://schemas.openxmlformats.org/officeDocument/2006/relationships/notesMaster" Target="/ppt/notesMasters/notesMaster1.xml" Id="R8281bb3063494ab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6494e8ee3c44050" /><Relationship Type="http://schemas.openxmlformats.org/officeDocument/2006/relationships/notesMaster" Target="/ppt/notesMasters/notesMaster1.xml" Id="R88676fec07d04fc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893a8f2d06c4b91" /><Relationship Type="http://schemas.openxmlformats.org/officeDocument/2006/relationships/notesMaster" Target="/ppt/notesMasters/notesMaster1.xml" Id="R0156b3be8c5c4ec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52e7de9069140c5" /><Relationship Type="http://schemas.openxmlformats.org/officeDocument/2006/relationships/notesMaster" Target="/ppt/notesMasters/notesMaster1.xml" Id="R7b0a60c77ce84ef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8bb22890ab54bc1" /><Relationship Type="http://schemas.openxmlformats.org/officeDocument/2006/relationships/notesMaster" Target="/ppt/notesMasters/notesMaster1.xml" Id="Rc82fad8f00a14f4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2902cb17cd14dd3" /><Relationship Type="http://schemas.openxmlformats.org/officeDocument/2006/relationships/notesMaster" Target="/ppt/notesMasters/notesMaster1.xml" Id="R65d1dd9b2692491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49cb8fd5e1549e2" /><Relationship Type="http://schemas.openxmlformats.org/officeDocument/2006/relationships/notesMaster" Target="/ppt/notesMasters/notesMaster1.xml" Id="R31b0663ad94244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checks whether a particular result or action meets the requirements. Evaluation measures how reliably the system meets those requirements across cases and repeated attempts.</a:t>
            </a:r>
          </a:p>
          <a:p xmlns:a="http://schemas.openxmlformats.org/drawingml/2006/main">
            <a:r>
              <a:t/>
            </a:r>
          </a:p>
          <a:p xmlns:a="http://schemas.openxmlformats.org/drawingml/2006/main">
            <a:r>
              <a:rPr b="0"/>
              <a:t>For a coding agent, tests help verify one fix. Evaluating the agent means checking its performance across tasks and repeated attempts.</a:t>
            </a:r>
          </a:p>
          <a:p xmlns:a="http://schemas.openxmlformats.org/drawingml/2006/main">
            <a:r>
              <a:t/>
            </a:r>
          </a:p>
          <a:p xmlns:a="http://schemas.openxmlformats.org/drawingml/2006/main">
            <a:r>
              <a:rPr b="0"/>
              <a:t>Each task is a </a:t>
            </a:r>
            <a:r>
              <a:rPr b="1"/>
              <a:t>case</a:t>
            </a:r>
            <a:r>
              <a:rPr b="0"/>
              <a:t>. Each attempt is a </a:t>
            </a:r>
            <a:r>
              <a:rPr b="1"/>
              <a:t>trial</a:t>
            </a:r>
            <a:r>
              <a:rPr b="0"/>
              <a:t>. A </a:t>
            </a:r>
            <a:r>
              <a:rPr b="1"/>
              <a:t>grader</a:t>
            </a:r>
            <a:r>
              <a:rPr b="0"/>
              <a:t> checks behavior or outcome. The same checks can support verification and evaluation.</a:t>
            </a:r>
          </a:p>
          <a:p xmlns:a="http://schemas.openxmlformats.org/drawingml/2006/main">
            <a:r>
              <a:t/>
            </a:r>
          </a:p>
          <a:p xmlns:a="http://schemas.openxmlformats.org/drawingml/2006/main">
            <a:r>
              <a:rPr b="1"/>
              <a:t>We work with subject matter experts to build golden datasets:</a:t>
            </a:r>
            <a:r>
              <a:rPr b="0"/>
              <a:t> curated cases with reviewed reference answers, expected behavior, and criteria for quality.</a:t>
            </a:r>
          </a:p>
          <a:p xmlns:a="http://schemas.openxmlformats.org/drawingml/2006/main">
            <a:r>
              <a:t/>
            </a:r>
          </a:p>
          <a:p xmlns:a="http://schemas.openxmlformats.org/drawingml/2006/main">
            <a:r>
              <a:rPr b="0"/>
              <a:t>These give us a reference for judging results. </a:t>
            </a:r>
            <a:r>
              <a:rPr b="1"/>
              <a:t>Ordinary software tests still matter</a:t>
            </a:r>
            <a:r>
              <a:rPr b="0"/>
              <a:t>, including checks of required constraints and whether actions actually completed.</a:t>
            </a:r>
          </a:p>
          <a:p xmlns:a="http://schemas.openxmlformats.org/drawingml/2006/main">
            <a:r>
              <a:t/>
            </a:r>
          </a:p>
          <a:p xmlns:a="http://schemas.openxmlformats.org/drawingml/2006/main">
            <a:r>
              <a:rPr b="0"/>
              <a:t>Next, we decide what success means, how to check it, and which cases to evaluate.</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1"/>
              <a:t>The first decision is what counts as success.</a:t>
            </a:r>
            <a:r>
              <a:rPr b="0"/>
              <a:t> Work with subject matter experts to define the required outcome, quality criteria, and forbidden actions. Agree on acceptable behavior when the system cannot finish.</a:t>
            </a:r>
          </a:p>
          <a:p xmlns:a="http://schemas.openxmlformats.org/drawingml/2006/main">
            <a:r>
              <a:t/>
            </a:r>
          </a:p>
          <a:p xmlns:a="http://schemas.openxmlformats.org/drawingml/2006/main">
            <a:r>
              <a:rPr b="0"/>
              <a:t>Our SMEs help capture those expectations in golden datasets. Reference answers, expected behavior, and grading criteria give us a consistent basis for comparing results. Some tasks allow several valid answers.</a:t>
            </a:r>
          </a:p>
          <a:p xmlns:a="http://schemas.openxmlformats.org/drawingml/2006/main">
            <a:r>
              <a:t/>
            </a:r>
          </a:p>
          <a:p xmlns:a="http://schemas.openxmlformats.org/drawingml/2006/main">
            <a:r>
              <a:rPr b="1"/>
              <a:t>The second decision is how to judge it.</a:t>
            </a:r>
            <a:r>
              <a:rPr b="0"/>
              <a:t> Use code for explicit conditions. Use expert judgment for meaning and quality. Model graders can help apply those criteria, but compare their judgments with expert decisions and investigate disagreements. </a:t>
            </a:r>
            <a:r>
              <a:rPr b="1"/>
              <a:t>The grader also needs evaluation.</a:t>
            </a:r>
          </a:p>
          <a:p xmlns:a="http://schemas.openxmlformats.org/drawingml/2006/main">
            <a:r>
              <a:t/>
            </a:r>
          </a:p>
          <a:p xmlns:a="http://schemas.openxmlformats.org/drawingml/2006/main">
            <a:r>
              <a:rPr b="1"/>
              <a:t>The third decision is which cases provide useful evidence.</a:t>
            </a:r>
            <a:r>
              <a:rPr b="0"/>
              <a:t> Use the golden dataset alongside known failures and adversarial cases. Reserve held-out cases from routine tuning, and repeat trials where behavior varies.</a:t>
            </a:r>
          </a:p>
          <a:p xmlns:a="http://schemas.openxmlformats.org/drawingml/2006/main">
            <a:r>
              <a:t/>
            </a:r>
          </a:p>
          <a:p xmlns:a="http://schemas.openxmlformats.org/drawingml/2006/main">
            <a:r>
              <a:rPr b="0"/>
              <a:t>Inspect results by case category. Next, we need to examine where our reference data and our checks can give us false confidence.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can give us false confidence.</a:t>
            </a:r>
          </a:p>
          <a:p xmlns:a="http://schemas.openxmlformats.org/drawingml/2006/main">
            <a:r>
              <a:t/>
            </a:r>
          </a:p>
          <a:p xmlns:a="http://schemas.openxmlformats.org/drawingml/2006/main">
            <a:r>
              <a:rPr b="0"/>
              <a:t>Check actual outcomes and review grader disagreements.</a:t>
            </a:r>
          </a:p>
          <a:p xmlns:a="http://schemas.openxmlformats.org/drawingml/2006/main">
            <a:r>
              <a:t/>
            </a:r>
          </a:p>
          <a:p xmlns:a="http://schemas.openxmlformats.org/drawingml/2006/main">
            <a:r>
              <a:rPr b="1"/>
              <a:t>Golden datasets are valuable references, but human curation can introduce errors and bias.</a:t>
            </a:r>
            <a:r>
              <a:rPr b="0"/>
              <a:t> They can also miss important cases. Use them alongside direct checks and review of real runs.</a:t>
            </a:r>
          </a:p>
          <a:p xmlns:a="http://schemas.openxmlformats.org/drawingml/2006/main">
            <a:r>
              <a:t/>
            </a:r>
          </a:p>
          <a:p xmlns:a="http://schemas.openxmlformats.org/drawingml/2006/main">
            <a:r>
              <a:rPr b="0"/>
              <a:t>When results disagree, inspect the result, trace, and reference data. The system, grader, or expected answer may need correction.</a:t>
            </a:r>
          </a:p>
          <a:p xmlns:a="http://schemas.openxmlformats.org/drawingml/2006/main">
            <a:r>
              <a:t/>
            </a:r>
          </a:p>
          <a:p xmlns:a="http://schemas.openxmlformats.org/drawingml/2006/main">
            <a:r>
              <a:rPr b="0"/>
              <a:t>Add failures from real use. </a:t>
            </a:r>
            <a:r>
              <a:rPr b="1"/>
              <a:t>Evaluation continues after deployment and after model or harness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332e1a12454c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9ae9a554d6848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be5187f5a1d4c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CF2D752-ABE5-44FC-ADC9-B9795170BB2E}"/>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ea9cc86c124a55" /><Relationship Type="http://schemas.openxmlformats.org/officeDocument/2006/relationships/slideLayout" Target="/ppt/slideLayouts/slideLayout1.xml" Id="R59e72f8d312b4e5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ce1794e09644a5e" /><Relationship Type="http://schemas.openxmlformats.org/officeDocument/2006/relationships/slideLayout" Target="/ppt/slideLayouts/slideLayout2.xml" Id="Rc3d3140a67b340e7" /><Relationship Type="http://schemas.openxmlformats.org/officeDocument/2006/relationships/slideLayout" Target="/ppt/slideLayouts/slideLayout3.xml" Id="R2fc865bffbb649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e72f8d312b4e5f"/>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c3d3140a67b340e7"/>
    <p:sldLayoutId xmlns:r="http://schemas.openxmlformats.org/officeDocument/2006/relationships" id="2147483652" r:id="R2fc865bffbb6495e"/>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1f467c4813b4325" /><Relationship Type="http://schemas.openxmlformats.org/officeDocument/2006/relationships/notesSlide" Target="/ppt/notesSlides/notesSlide1.xml" Id="Rd1a6c97a2e184c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8668e0bbdcd4175" /><Relationship Type="http://schemas.openxmlformats.org/officeDocument/2006/relationships/image" Target="/ppt/media/image.png" Id="R8f698a45e8854c08" /><Relationship Type="http://schemas.openxmlformats.org/officeDocument/2006/relationships/notesSlide" Target="/ppt/notesSlides/notesSlide2.xml" Id="Rf507fb2d3d9149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0f97ab427aa4bf4" /><Relationship Type="http://schemas.openxmlformats.org/officeDocument/2006/relationships/notesSlide" Target="/ppt/notesSlides/notesSlide3.xml" Id="Rbf99821e6ba84c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d67d9b656ec45fd" /><Relationship Type="http://schemas.openxmlformats.org/officeDocument/2006/relationships/notesSlide" Target="/ppt/notesSlides/notesSlide4.xml" Id="R1b7aa55885164d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24081cda4794aa0" /><Relationship Type="http://schemas.openxmlformats.org/officeDocument/2006/relationships/notesSlide" Target="/ppt/notesSlides/notesSlide5.xml" Id="R32f197852c084e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125167314ea4218" /><Relationship Type="http://schemas.openxmlformats.org/officeDocument/2006/relationships/notesSlide" Target="/ppt/notesSlides/notesSlide6.xml" Id="Re3a279f064864d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1196aa7e9da4ed1" /><Relationship Type="http://schemas.openxmlformats.org/officeDocument/2006/relationships/notesSlide" Target="/ppt/notesSlides/notesSlide7.xml" Id="R06b9406eb7474f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712b979062e4db3" /><Relationship Type="http://schemas.openxmlformats.org/officeDocument/2006/relationships/notesSlide" Target="/ppt/notesSlides/notesSlide8.xml" Id="R3a92caf7009745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e07174572d24bac" /><Relationship Type="http://schemas.openxmlformats.org/officeDocument/2006/relationships/image" Target="/ppt/media/image2.png" Id="Re7c6ea3ccc01480b" /><Relationship Type="http://schemas.openxmlformats.org/officeDocument/2006/relationships/notesSlide" Target="/ppt/notesSlides/notesSlide9.xml" Id="R55c240ed2bee42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afe7e85095545f8" /><Relationship Type="http://schemas.openxmlformats.org/officeDocument/2006/relationships/image" Target="/ppt/media/image3.png" Id="R1a35d2719b374e23" /><Relationship Type="http://schemas.openxmlformats.org/officeDocument/2006/relationships/notesSlide" Target="/ppt/notesSlides/notesSlide10.xml" Id="Re8c67dde43ab43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0efd12e4ded44d2" /><Relationship Type="http://schemas.openxmlformats.org/officeDocument/2006/relationships/image" Target="/ppt/media/image4.png" Id="R2aae92b3f00542ad" /><Relationship Type="http://schemas.openxmlformats.org/officeDocument/2006/relationships/notesSlide" Target="/ppt/notesSlides/notesSlide11.xml" Id="R434bc04509064e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44ffe1f9e234602" /><Relationship Type="http://schemas.openxmlformats.org/officeDocument/2006/relationships/image" Target="/ppt/media/image5.png" Id="R24c83c6cba62402d" /><Relationship Type="http://schemas.openxmlformats.org/officeDocument/2006/relationships/notesSlide" Target="/ppt/notesSlides/notesSlide12.xml" Id="R603156e3084b41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a1486e6f2b64f80" /><Relationship Type="http://schemas.openxmlformats.org/officeDocument/2006/relationships/image" Target="/ppt/media/image6.png" Id="Ra13355c06dd84c8d" /><Relationship Type="http://schemas.openxmlformats.org/officeDocument/2006/relationships/notesSlide" Target="/ppt/notesSlides/notesSlide13.xml" Id="R879b09d03f3c42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4ec9706f62d4e76" /><Relationship Type="http://schemas.openxmlformats.org/officeDocument/2006/relationships/image" Target="/ppt/media/image7.png" Id="R5959d94269b4434b" /><Relationship Type="http://schemas.openxmlformats.org/officeDocument/2006/relationships/notesSlide" Target="/ppt/notesSlides/notesSlide14.xml" Id="Rb8966b205ba147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0be3111cb76402f" /><Relationship Type="http://schemas.openxmlformats.org/officeDocument/2006/relationships/image" Target="/ppt/media/image8.png" Id="Radae93a7ff504817" /><Relationship Type="http://schemas.openxmlformats.org/officeDocument/2006/relationships/notesSlide" Target="/ppt/notesSlides/notesSlide15.xml" Id="R927f1179df784c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f2ac3cdfd9e4644" /><Relationship Type="http://schemas.openxmlformats.org/officeDocument/2006/relationships/image" Target="/ppt/media/image9.png" Id="R864b9eeaf1954df2" /><Relationship Type="http://schemas.openxmlformats.org/officeDocument/2006/relationships/image" Target="/ppt/media/image10.png" Id="Rf45c1f9e2b8d4d58" /><Relationship Type="http://schemas.openxmlformats.org/officeDocument/2006/relationships/notesSlide" Target="/ppt/notesSlides/notesSlide16.xml" Id="Rc38f6782b5d241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cc0a1b508744981" /><Relationship Type="http://schemas.openxmlformats.org/officeDocument/2006/relationships/image" Target="/ppt/media/image11.png" Id="Rf54156966e11449e" /><Relationship Type="http://schemas.openxmlformats.org/officeDocument/2006/relationships/notesSlide" Target="/ppt/notesSlides/notesSlide17.xml" Id="Ra48a8142d2d547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00e0419ec734ab8" /><Relationship Type="http://schemas.openxmlformats.org/officeDocument/2006/relationships/image" Target="/ppt/media/image12.png" Id="R449354ae39a24db6" /><Relationship Type="http://schemas.openxmlformats.org/officeDocument/2006/relationships/notesSlide" Target="/ppt/notesSlides/notesSlide18.xml" Id="Ra1a0cf3be5af4d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798d3a76fbe4b4b" /><Relationship Type="http://schemas.openxmlformats.org/officeDocument/2006/relationships/image" Target="/ppt/media/image13.png" Id="R91b56b49fa084246" /><Relationship Type="http://schemas.openxmlformats.org/officeDocument/2006/relationships/notesSlide" Target="/ppt/notesSlides/notesSlide19.xml" Id="R717392695d8146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f17d37c58d94a9e" /><Relationship Type="http://schemas.openxmlformats.org/officeDocument/2006/relationships/image" Target="/ppt/media/image14.png" Id="Rb34159e363494ee8" /><Relationship Type="http://schemas.openxmlformats.org/officeDocument/2006/relationships/notesSlide" Target="/ppt/notesSlides/notesSlide20.xml" Id="R309c6e6756a840c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d748c5e27c1474a" /><Relationship Type="http://schemas.openxmlformats.org/officeDocument/2006/relationships/image" Target="/ppt/media/image15.png" Id="R177456510d63469b" /><Relationship Type="http://schemas.openxmlformats.org/officeDocument/2006/relationships/image" Target="/ppt/media/image16.png" Id="R60eb7c95273a48d1" /><Relationship Type="http://schemas.openxmlformats.org/officeDocument/2006/relationships/notesSlide" Target="/ppt/notesSlides/notesSlide21.xml" Id="R559481b259aa41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2d7178116664c33" /><Relationship Type="http://schemas.openxmlformats.org/officeDocument/2006/relationships/image" Target="/ppt/media/image17.png" Id="R216dc38773f94cd7" /><Relationship Type="http://schemas.openxmlformats.org/officeDocument/2006/relationships/notesSlide" Target="/ppt/notesSlides/notesSlide22.xml" Id="Rf72c2f88019a4d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7f975eee1db4844" /><Relationship Type="http://schemas.openxmlformats.org/officeDocument/2006/relationships/image" Target="/ppt/media/image18.png" Id="R6824973bf85e4b6d" /><Relationship Type="http://schemas.openxmlformats.org/officeDocument/2006/relationships/notesSlide" Target="/ppt/notesSlides/notesSlide23.xml" Id="R5007483d67fd4fd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74f24f8081642a4" /><Relationship Type="http://schemas.openxmlformats.org/officeDocument/2006/relationships/image" Target="/ppt/media/image19.png" Id="R45c4d90b2c0e453f" /><Relationship Type="http://schemas.openxmlformats.org/officeDocument/2006/relationships/notesSlide" Target="/ppt/notesSlides/notesSlide24.xml" Id="Rb29210c1a2a2466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c077beeeefe477f" /><Relationship Type="http://schemas.openxmlformats.org/officeDocument/2006/relationships/image" Target="/ppt/media/image20.png" Id="R0b4c8669508b48d2" /><Relationship Type="http://schemas.openxmlformats.org/officeDocument/2006/relationships/notesSlide" Target="/ppt/notesSlides/notesSlide25.xml" Id="R9ac295cb168847c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7e0e1181e1e4d4f" /><Relationship Type="http://schemas.openxmlformats.org/officeDocument/2006/relationships/image" Target="/ppt/media/image21.png" Id="R6121b7a8d68d413a" /><Relationship Type="http://schemas.openxmlformats.org/officeDocument/2006/relationships/image" Target="/ppt/media/image22.png" Id="Rf27e169e23e04c1b" /><Relationship Type="http://schemas.openxmlformats.org/officeDocument/2006/relationships/notesSlide" Target="/ppt/notesSlides/notesSlide26.xml" Id="R155172d9d4c045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855bcea233804330" /><Relationship Type="http://schemas.openxmlformats.org/officeDocument/2006/relationships/image" Target="/ppt/media/image23.png" Id="Rd70e95e6ec414489" /><Relationship Type="http://schemas.openxmlformats.org/officeDocument/2006/relationships/notesSlide" Target="/ppt/notesSlides/notesSlide27.xml" Id="R6b392b0938ea46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4c94476d6b541ed" /><Relationship Type="http://schemas.openxmlformats.org/officeDocument/2006/relationships/image" Target="/ppt/media/image24.png" Id="R4ba2075c4a874674" /><Relationship Type="http://schemas.openxmlformats.org/officeDocument/2006/relationships/notesSlide" Target="/ppt/notesSlides/notesSlide28.xml" Id="R95491e8da54d48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9039cf48b28348f2" /><Relationship Type="http://schemas.openxmlformats.org/officeDocument/2006/relationships/image" Target="/ppt/media/image25.png" Id="Ra42723be155e4f69" /><Relationship Type="http://schemas.openxmlformats.org/officeDocument/2006/relationships/notesSlide" Target="/ppt/notesSlides/notesSlide29.xml" Id="Rf73801a9004e42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d2fe72f5d654176" /><Relationship Type="http://schemas.openxmlformats.org/officeDocument/2006/relationships/image" Target="/ppt/media/image26.png" Id="R87fa2459db684c7d" /><Relationship Type="http://schemas.openxmlformats.org/officeDocument/2006/relationships/notesSlide" Target="/ppt/notesSlides/notesSlide30.xml" Id="R23370e875b6f4b1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1fbd31c7f8b4486" /><Relationship Type="http://schemas.openxmlformats.org/officeDocument/2006/relationships/image" Target="/ppt/media/image27.png" Id="Rbd8c06d83b9e436d" /><Relationship Type="http://schemas.openxmlformats.org/officeDocument/2006/relationships/image" Target="/ppt/media/image28.png" Id="R9f9b7efb78654378" /><Relationship Type="http://schemas.openxmlformats.org/officeDocument/2006/relationships/notesSlide" Target="/ppt/notesSlides/notesSlide31.xml" Id="Rfc2c79ba68114f3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e06fbce291d243a7" /><Relationship Type="http://schemas.openxmlformats.org/officeDocument/2006/relationships/image" Target="/ppt/media/image29.png" Id="Rfcf31c89490f42d2" /><Relationship Type="http://schemas.openxmlformats.org/officeDocument/2006/relationships/notesSlide" Target="/ppt/notesSlides/notesSlide32.xml" Id="R855f64b94759412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1fc462048b1b4453" /><Relationship Type="http://schemas.openxmlformats.org/officeDocument/2006/relationships/image" Target="/ppt/media/image30.png" Id="R66734ece0f6540e8" /><Relationship Type="http://schemas.openxmlformats.org/officeDocument/2006/relationships/notesSlide" Target="/ppt/notesSlides/notesSlide33.xml" Id="R6f47cf7323b243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06a02c0c53b41dc" /><Relationship Type="http://schemas.openxmlformats.org/officeDocument/2006/relationships/image" Target="/ppt/media/image31.png" Id="R702fa260afee47df" /><Relationship Type="http://schemas.openxmlformats.org/officeDocument/2006/relationships/notesSlide" Target="/ppt/notesSlides/notesSlide34.xml" Id="Radebd5a7b99b480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3baa76594f5c40cb" /><Relationship Type="http://schemas.openxmlformats.org/officeDocument/2006/relationships/image" Target="/ppt/media/image32.png" Id="Rb498a62cacdb4951" /><Relationship Type="http://schemas.openxmlformats.org/officeDocument/2006/relationships/notesSlide" Target="/ppt/notesSlides/notesSlide35.xml" Id="Reca026f242d24ad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5c448c7129dd4936" /><Relationship Type="http://schemas.openxmlformats.org/officeDocument/2006/relationships/image" Target="/ppt/media/image33.png" Id="Re4840f3ef5734478" /><Relationship Type="http://schemas.openxmlformats.org/officeDocument/2006/relationships/image" Target="/ppt/media/image34.png" Id="Rc1402d0926c84dba" /><Relationship Type="http://schemas.openxmlformats.org/officeDocument/2006/relationships/notesSlide" Target="/ppt/notesSlides/notesSlide36.xml" Id="R70026affd6844a8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dfc602416c5b4587" /><Relationship Type="http://schemas.openxmlformats.org/officeDocument/2006/relationships/image" Target="/ppt/media/image35.png" Id="R7bc0e97e39a3429a" /><Relationship Type="http://schemas.openxmlformats.org/officeDocument/2006/relationships/notesSlide" Target="/ppt/notesSlides/notesSlide37.xml" Id="R9d8d212f0d57425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ad40244d38144c2c" /><Relationship Type="http://schemas.openxmlformats.org/officeDocument/2006/relationships/image" Target="/ppt/media/image36.png" Id="Re4919f3104584bde" /><Relationship Type="http://schemas.openxmlformats.org/officeDocument/2006/relationships/notesSlide" Target="/ppt/notesSlides/notesSlide38.xml" Id="R15fbb30f2e19487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ef27bc0aee754758" /><Relationship Type="http://schemas.openxmlformats.org/officeDocument/2006/relationships/image" Target="/ppt/media/image37.png" Id="R3d4404c0767247b0" /><Relationship Type="http://schemas.openxmlformats.org/officeDocument/2006/relationships/notesSlide" Target="/ppt/notesSlides/notesSlide39.xml" Id="R47fd45e44781425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6b236688128d41fa" /><Relationship Type="http://schemas.openxmlformats.org/officeDocument/2006/relationships/image" Target="/ppt/media/image38.png" Id="R69dc61e7f3f74a9a" /><Relationship Type="http://schemas.openxmlformats.org/officeDocument/2006/relationships/notesSlide" Target="/ppt/notesSlides/notesSlide40.xml" Id="R812cb25078cb4c9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098cfa4ad7ee4b68" /><Relationship Type="http://schemas.openxmlformats.org/officeDocument/2006/relationships/image" Target="/ppt/media/image39.png" Id="R5d3cc188e3054a24" /><Relationship Type="http://schemas.openxmlformats.org/officeDocument/2006/relationships/image" Target="/ppt/media/image40.png" Id="Rfb46a817b2f94fdf" /><Relationship Type="http://schemas.openxmlformats.org/officeDocument/2006/relationships/notesSlide" Target="/ppt/notesSlides/notesSlide41.xml" Id="R855c2483977e416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bc8a7d29541444dc" /><Relationship Type="http://schemas.openxmlformats.org/officeDocument/2006/relationships/image" Target="/ppt/media/image41.png" Id="R82c74c5dac1b4457" /><Relationship Type="http://schemas.openxmlformats.org/officeDocument/2006/relationships/notesSlide" Target="/ppt/notesSlides/notesSlide42.xml" Id="R87133ca8dd604e0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060f8ec3c1de4517" /><Relationship Type="http://schemas.openxmlformats.org/officeDocument/2006/relationships/image" Target="/ppt/media/image42.png" Id="R87f72e6e79d141e6" /><Relationship Type="http://schemas.openxmlformats.org/officeDocument/2006/relationships/notesSlide" Target="/ppt/notesSlides/notesSlide43.xml" Id="R5cfc6c188f4d406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56cb2e1f1494489a" /><Relationship Type="http://schemas.openxmlformats.org/officeDocument/2006/relationships/image" Target="/ppt/media/image43.png" Id="R31ad32b8087f4986" /><Relationship Type="http://schemas.openxmlformats.org/officeDocument/2006/relationships/notesSlide" Target="/ppt/notesSlides/notesSlide44.xml" Id="Re5e4eb7ae76943c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4a8d1aa5ffbb469b" /><Relationship Type="http://schemas.openxmlformats.org/officeDocument/2006/relationships/image" Target="/ppt/media/image44.png" Id="R253a2cc396374704" /><Relationship Type="http://schemas.openxmlformats.org/officeDocument/2006/relationships/notesSlide" Target="/ppt/notesSlides/notesSlide45.xml" Id="R8297bfbadc164d3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ae97ae04dde94317" /><Relationship Type="http://schemas.openxmlformats.org/officeDocument/2006/relationships/image" Target="/ppt/media/image45.png" Id="Rae5096b005114780" /><Relationship Type="http://schemas.openxmlformats.org/officeDocument/2006/relationships/notesSlide" Target="/ppt/notesSlides/notesSlide46.xml" Id="Ra8e42a81c48e494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f15a53199ca84543" /><Relationship Type="http://schemas.openxmlformats.org/officeDocument/2006/relationships/notesSlide" Target="/ppt/notesSlides/notesSlide47.xml" Id="R9de105100d764ab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fc86839df86548e6" /><Relationship Type="http://schemas.openxmlformats.org/officeDocument/2006/relationships/image" Target="/ppt/media/image46.png" Id="R998cf595aa5847b9" /><Relationship Type="http://schemas.openxmlformats.org/officeDocument/2006/relationships/notesSlide" Target="/ppt/notesSlides/notesSlide48.xml" Id="R56b1a0a7805d460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b72e04c536944ea7" /><Relationship Type="http://schemas.openxmlformats.org/officeDocument/2006/relationships/image" Target="/ppt/media/image47.png" Id="Rb7cca67f08e8411d" /><Relationship Type="http://schemas.openxmlformats.org/officeDocument/2006/relationships/notesSlide" Target="/ppt/notesSlides/notesSlide49.xml" Id="Rb549afc1c55543b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00ac92f8f54f423c" /><Relationship Type="http://schemas.openxmlformats.org/officeDocument/2006/relationships/notesSlide" Target="/ppt/notesSlides/notesSlide50.xml" Id="R361f2917b0b844f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97e00d1ccc0642b3" /><Relationship Type="http://schemas.openxmlformats.org/officeDocument/2006/relationships/image" Target="/ppt/media/image48.png" Id="R9bfc84bdf08549ea" /><Relationship Type="http://schemas.openxmlformats.org/officeDocument/2006/relationships/notesSlide" Target="/ppt/notesSlides/notesSlide51.xml" Id="R6de3af42a6ba429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f45a104f458e4b68" /><Relationship Type="http://schemas.openxmlformats.org/officeDocument/2006/relationships/notesSlide" Target="/ppt/notesSlides/notesSlide52.xml" Id="Rd794aca044cc4b3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b03582b0743a4918" /><Relationship Type="http://schemas.openxmlformats.org/officeDocument/2006/relationships/notesSlide" Target="/ppt/notesSlides/notesSlide53.xml" Id="Rc3d1fb58c7184a15"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FD463A3-5FAD-426F-813C-BE16BAE4ABCE}"/>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7EC6437A-7ABB-4620-BA77-99D3F77BB930}"/>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BBFA2A86-AB98-4688-AF8C-C6BDED158D0E}"/>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EE753E36-6271-4B1D-922B-E5D9998807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53399438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8f698a45e8854c08"/>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257E5CCB-351B-42C0-9DAF-376D6EF01636}"/>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9E2AEB68-F6EE-4478-ACE2-5CED6686D9F9}"/>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4518B505-7957-48CE-B6FA-0B0247E81FE7}"/>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8CB92514-89FB-43C9-A088-9F1FFA5810FE}"/>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071CC837-9461-45A9-A14A-BCAC5CB3C069}"/>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98B4962E-6986-42AC-A7B5-6A255E3858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4216658026"/>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EC81155E-9AEC-48D2-9C10-E0877B9A1CCA}"/>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AA7EE723-092F-4969-A4AC-9E04C21A675D}"/>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1CAFC28D-4CB5-457D-8159-F6146710D54C}"/>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F34F71BF-6CCF-4BFB-AD40-4ACA43D4DAB5}"/>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195F0C05-317E-4700-9573-8738D968A6A8}"/>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7127C4C8-2D70-424B-BEAF-13C83B410308}"/>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52F26915-A71D-426F-8CF2-0BC7492F0DB8}"/>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306DB781-308A-4F28-8AD3-931C3BD1585F}"/>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40789766-3DE7-41F9-89DF-C52DD5DB8C4D}"/>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E33459F8-FC48-48B4-896D-12274BE17745}"/>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A7BA99DC-7DE3-44FB-91A2-46B2E29A2DDB}"/>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DA78B1DB-233D-4993-892F-4794C7E32FA8}"/>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2B069B17-F30E-4F38-87FD-6E0D5039CC80}"/>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A8532DA8-8E97-415E-B841-025F7FAE8090}"/>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8E6CBEF6-5AF8-4C42-A229-5E505653EEB7}"/>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9E69D78D-EF57-4701-B6A5-CB38CA367FBD}"/>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EF415F08-7C6E-4A93-BADA-1E300BE30F7B}"/>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CB0C9E3A-52C6-4B6B-8763-B1A9E883FF5B}"/>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97279021-3AD7-470B-AC28-76936ACEAEA5}"/>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299F2E04-4461-4514-BC5B-C612B74A3CE6}"/>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AF6C8AA6-17A5-4975-8B9F-A7270843CE27}"/>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5AA48F92-BC37-413A-965C-D5E4BC77118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435411379"/>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4B5DF771-7667-4F7D-9873-64036A4A1CE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EAC7A0D9-C32F-4ED1-9824-DF81BA8226A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2FFCDD6F-102A-49E2-BA20-E4AC0EFA594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408DD198-5F15-4E74-9593-899FFA53FF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515017044"/>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DF91DCBC-7815-4E05-A1EE-FE13FA30B3A6}"/>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8DFE2138-4271-49CE-BD5A-9E6582A6E2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3B875E51-0FB7-4AE3-83A6-553978463F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14978331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CAA02C0D-A399-4E33-ADA2-6249E78DA4E1}"/>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9D2E8541-474C-4D97-AC26-D04557F0E6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5AEABBED-A961-4C67-A608-629AFAC77442}"/>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7082A992-00E2-4C6E-9B88-8BE0CDEEB36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40624E20-803F-43B9-94D7-5922A9CC169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60A253DB-6ADE-44B0-8F6B-1FA9E3D03651}"/>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C843B288-FDDE-4A90-ABC5-FA2FE72AD512}"/>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2E4D53DF-1B03-4E63-9A1D-7EE64616A7D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5AF244EB-9683-4D7A-82D0-CDB950F9E3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81987690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05379B80-0B08-4F10-BDAF-17BD6BBF9822}"/>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CD76C971-3BDB-4CA7-B30B-50172EBA1A2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4C5AC4EA-113C-4961-B369-A3AC945F728D}"/>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691D2884-1D32-4E03-BB4C-84EB48FA4B0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B2874C1F-758A-4664-934C-622863C2DCE2}"/>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7AC486A1-4498-4EFA-AB36-2E5ED84AA68A}"/>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3D622B46-333E-41BA-BF86-685ECED835C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5FEAA00B-7C86-44D2-97EE-CC3652BAE6D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32B4B8F9-D72F-4F9B-B653-E0AEE3E27A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470090795"/>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50CE7535-BED3-44B6-95B3-625DECBEA77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14FB4A6F-FC13-463A-A5BE-C8E0239BA1A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0F30EC10-1A63-4DB6-A3DF-F9E3022ACCD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181A9532-3C67-43F5-8BB5-4F9DE52925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97084668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e7c6ea3ccc01480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2E21CFE6-C714-4293-BFD0-3114973E94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7321448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1a35d2719b374e2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29652538-9ECC-45A8-B095-605B8B5BFD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59682500"/>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2aae92b3f00542a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D9D9ADA1-25FD-4964-BCF6-8C9FF8B74F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60422672"/>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24c83c6cba62402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47E4BF99-0D9F-48F1-8006-3189F5E61C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71407924"/>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a13355c06dd84c8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EF08F1EE-0540-48A5-80BD-AF647F5AE4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26750519"/>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5959d94269b4434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046ED6D4-2EFC-4D4C-95A1-54DD3DFA22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773787957"/>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7CE10DF1-BC67-4AD5-91B3-C2A96D74EA7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adae93a7ff5048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93070D00-D2E3-436F-826A-1B49A4B3B7C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45A79FE0-B70C-4157-91F5-A5186484F3D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AE7FEF63-4D50-4F9E-B613-BA6F5970F40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D8FFFF75-C051-435B-9F30-942A0D98DB0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092C3A80-D436-4C89-AFA6-B3A59F211B44}"/>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DBCBB46D-90EB-4D11-B77E-A64D195DEA9B}"/>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5429CE51-F48A-4959-B7DB-3C83F4AEF4C1}"/>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D0E2991E-7D16-4126-9DD7-EFA38C31A480}"/>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FB2F6E76-2EAA-4FF6-B99D-C779DD784919}"/>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58147C43-6574-44A8-82DA-D15B89C10AC6}"/>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48E18402-5C65-401B-8118-158CEC84A34E}"/>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1B685764-1A4E-4F12-865E-C27D8C693947}"/>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5DCCF2C4-7629-4101-9363-7CF740E7788A}"/>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3ED4DA39-FE67-4938-893A-08FB2E1D60A4}"/>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CDAA7917-5A13-4B56-9724-46B2F00D6424}"/>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4C768486-C63D-4144-84F4-3F63CA0E1A91}"/>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185DBAAA-E2B4-41E0-B928-2B83B8BC6E7C}"/>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4E399260-3878-4065-BAFB-504BB9A9A7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470029820"/>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ACB5220A-2D7C-49F1-8E7F-E52F0838A6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864b9eeaf1954d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A6008BA2-A683-470C-B543-2F54A8ADCB4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DB3E24BD-780C-4DAC-84FF-68F652F2688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100" name="11-text-2">
            <a:extLst xmlns:a="http://schemas.openxmlformats.org/drawingml/2006/main">
              <a:ext uri="{FF2B5EF4-FFF2-40B4-BE49-F238E27FC236}">
                <a16:creationId xmlns:a16="http://schemas.microsoft.com/office/drawing/2014/main" id="{A6EBC279-EAE0-491D-8A40-34CF0FFA151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01" name="11-text-3">
            <a:extLst xmlns:a="http://schemas.openxmlformats.org/drawingml/2006/main">
              <a:ext uri="{FF2B5EF4-FFF2-40B4-BE49-F238E27FC236}">
                <a16:creationId xmlns:a16="http://schemas.microsoft.com/office/drawing/2014/main" id="{A233D008-7447-4848-A9E0-E0F782E5147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f45c1f9e2b8d4d5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BF10A48B-6559-4853-A9C5-6CF0CDAB06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88997675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6F17717D-87AD-4946-B386-B58DE70A99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f54156966e1144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746A8E1F-5612-4F38-BDE2-5082A27CB43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443BE0DB-51B5-4AC6-8947-13251EC3023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1FF0E2D6-2F15-4D40-B02B-2665C54F6C3F}"/>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34F38042-7894-4A72-8E7A-44A5A14153EF}"/>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E6CD5712-3EC7-451B-9BB1-72E9E9C6D692}"/>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E0008371-D6EC-4736-839B-8B40ED323D3E}"/>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24EC59C6-88EF-4D1C-B9E5-412317151BFD}"/>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38F4D5E1-69C3-4C12-A816-EE954D1F1143}"/>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19E81F37-251D-41ED-922D-E3CCFDC1D2BF}"/>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37D926EE-E021-4E75-9087-D31EB1B88D2E}"/>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7A0775A9-0369-4A89-8D9D-38C3A90B4ACF}"/>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FD82AD21-482E-4B06-946C-688AB076BCE1}"/>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A2E71F3E-D166-4945-AC1C-A8338CBD2972}"/>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0816B554-4ACD-4119-83BB-ED9DD01D970D}"/>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6E3D0796-F16F-47BB-9196-79832426FE99}"/>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CA96EB30-8F10-4F5A-AA1B-0E17C2335FF4}"/>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1CFCEF55-5A57-4ABD-A61E-59AE88FABAC2}"/>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9573E8DF-8391-4F7D-BE94-264FAD3178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662653441"/>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7321CFF8-3A37-4052-A634-0F371F2824A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449354ae39a24d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DCD64696-2511-4FB7-BF14-1B25C012C60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B67A8909-48F2-4B68-A869-FD447AF17C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BC12D82C-107F-475D-8678-674017EABC4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1D12E7A5-8758-4AE3-82E8-87BB963BFEC0}"/>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C243596F-4756-425A-8F49-F719F4E3DDB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119D0866-53B6-423B-A8B8-DDE2E9406A6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3168D7B6-8812-494B-AF8E-4DD54A33D55B}"/>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906B3879-C5CC-497A-92AE-92FCA8B4CCE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E9FE5868-BF3D-44C2-991F-F5BF64D8FE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726966403"/>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0FBD98AA-FA9E-4EFE-9419-8864C788FE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91b56b49fa0842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41287B04-6F58-4A5C-A47A-D353D5B0B20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4DA4DECF-349A-4F8C-96ED-EA614A7ECB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ED7E1419-5D6B-46E2-BA83-2F99BE109F8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07576B33-D568-4CE7-B688-BFD21D3C2CF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983F5816-EA21-4B1C-B855-0BA647B529C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AD507463-4030-495A-BA1D-E78DF13FD7C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D033CF09-EE80-40E8-BCEB-C85A39D1BCE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29C113F5-76FA-4EBF-9367-9DB133242FE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41BE24B2-3C67-4332-A9C0-CB559A13158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A94ACB29-F024-45ED-9541-B5CE344BB6F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37249B00-B505-449C-9FAB-8E5E265DD8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009856146"/>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85266B0A-D7DD-4C63-8493-2B93C3689AD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b34159e363494e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4FE07F10-7B0C-48A4-A0D4-71FCAC01272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DC304BF6-2E30-4958-B2DE-8452A3726A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A92369FF-F8CA-4452-BED1-3699122BE71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96A1DD16-D807-4EFD-A8D4-87D97069A316}"/>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273E1BBD-60C1-4CBE-BC22-2EDBEE09D494}"/>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49CC7BCE-A827-4E53-B5A3-A1CA3D2DC309}"/>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1EB571B0-F2FB-42EA-BA9A-71AC668B49FD}"/>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C9425EF2-8E74-4860-8E9E-845A3E15F749}"/>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085DDA1C-B07C-4652-BE77-52ECD1341FD1}"/>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63A8EF34-BF7D-4352-BED8-BF57E85F86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469130321"/>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FA2D473C-D39F-407B-B593-CDCB5C43FC5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177456510d6346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1E542097-F665-41F9-8970-3D3BCF33482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F316891D-5D27-4B94-8248-776F63FC0F5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B39E5BA2-6FB2-487B-AA04-4C75EFF7191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EC94FA05-4C39-4FAA-A008-BC4AD38DC66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60eb7c95273a48d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31530294-7590-4B4E-9944-D3CF731D9A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06483433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5BDB86E2-F722-4DD3-AD40-598D1EF9B2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216dc38773f94c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71B74241-E12C-4990-8CF2-D5AC0A47AA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BD622028-8B32-4C6B-B969-A655356CF2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8E7F36B5-D5B3-4004-B155-B7A33748497A}"/>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03CC6C91-E52F-4145-8923-3A2684698AC6}"/>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F5F797F9-EDF5-4048-8D34-4DA01ADDE901}"/>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DD01906C-7FA3-4C51-B2F1-4E3BF34AC297}"/>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27B91669-ECCD-406F-9AD6-8CA793F64899}"/>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2E8B968A-6853-4B7E-A5F0-543C712B281C}"/>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47587890-2201-432E-AD58-0BB42ACA5306}"/>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604B309B-038F-4E12-B98F-E54A1A7AE110}"/>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94DB32D3-4833-40E5-AEC3-17C73DBFD59B}"/>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B08848ED-CEBF-4F9B-A02F-055B964A9540}"/>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1659C7BA-3686-41C7-BA04-416EEC4DD27F}"/>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6E5941F9-18DB-4635-A7E6-AA8F7AE37752}"/>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8FC4319F-442C-4E40-B179-D5F8259257E5}"/>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5BD28296-5E3B-4C7D-A732-B5B28273BD06}"/>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C8B13111-3C3C-4323-8050-8DDD18F4720A}"/>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74258BE2-C600-46F6-9649-E42DAE9B0A4F}"/>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83588D0D-36C9-4007-90C9-71D844CB72B3}"/>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9A18DE78-F903-4B8D-938F-84B29F3CE16E}"/>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F6114B9F-67E5-40C4-8FD0-7C328A8D42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15365714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D9C2A3BE-E323-4BD0-A23B-6D3ADD48F96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6824973bf85e4b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D644012B-9C82-4F16-8EFC-ED8AED59A0A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755EFCE9-EB98-45E0-9909-7DFA61DC62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1D726472-28B8-4888-BEB9-60B2BDBB9AD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62C675F0-85C2-4703-A948-E390E9FD64B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D4EA8A44-AB09-4E9A-AEAB-09E9B889D936}"/>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8D52A8C6-568A-4F87-8F0D-949AA3AA5E1E}"/>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4CFC2BDF-4A67-4402-AEAA-3D43E3429AEE}"/>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EEAF474B-2D0B-496E-A459-A9A5CFD158A9}"/>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6FAF208E-A531-44C8-83C8-C30F8F5DE173}"/>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0F37AF8C-4132-4F0D-BFB2-024305FFF67B}"/>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81740F6B-74E7-4946-85E4-944F689C9A50}"/>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A33F54C8-734A-4CB4-ABEB-9047181750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6752834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4A20A42E-B0EA-4EDD-8F39-2FC60DB330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45c4d90b2c0e45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1FD4394C-D332-4FAD-888C-D3A2A7AA3C1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023B4A2B-6EC1-4783-8220-B36D7C67B8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7865789B-E06F-46B4-AC02-12CF28B61BF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48D60FFD-2CFE-4B90-B9F2-5B5A2519907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EC52C14D-A59F-4554-9951-202421A63A4F}"/>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51FC4994-EA9A-41D4-880A-29524E448CE9}"/>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55C8463D-C930-4A12-9037-33DC56598D9D}"/>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2A00AB68-43F1-4350-B44F-E0FC4A0CFA0C}"/>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4D1884CF-18C8-4FCD-A928-D30389F0787F}"/>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74CC9C1C-5E17-4ADA-9298-D18F5B983236}"/>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A016A8DF-94CC-4BD2-A70B-C7EFAC3725F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B019E82F-D8E9-4807-845B-4F6265AC3A6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534EE097-0E4D-4C32-A965-F19BE5DBE94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729042532"/>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9BF108C6-0146-444D-8055-C2BFA2F6B44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0b4c8669508b48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A0678273-B647-46CD-A5FA-96FA5584CB2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9024BE18-A19A-4C22-9502-CADDF3787A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2144A09B-83B0-4529-AD48-D9EB58E955D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712051AA-13C4-4587-9027-1E53C0AF486C}"/>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D625DCF0-1E3C-4E5E-AE85-73179FAFABAC}"/>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6868E435-BD6B-48E0-AC2D-96AECD38F78B}"/>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88EAC570-8AAE-4570-801F-A14676D54773}"/>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37EDA22D-9E4A-4DA9-9938-5E657CED8A43}"/>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DF7BE9CB-0FD9-44C6-8876-00C7C9D13972}"/>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40CC274C-D341-49CD-9652-F1501E724911}"/>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2C5267E4-9BFB-4902-9895-BB2D7E34A733}"/>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C609E0E4-2D8D-437B-B965-140030661CDD}"/>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5263CB8C-BB7C-4611-BB29-722385FC771A}"/>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41E6644A-CEBC-48D4-B1AF-EBC9060AF0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529227784"/>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19BB3CC2-A772-4B63-B1EB-9C1D404B5F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6121b7a8d68d413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BAD9A91F-0D04-4FB0-825B-85643B956CA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01172D74-6DCB-41A9-9BFB-AC06CBA9D909}"/>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D9FA1FE5-1376-48BB-B983-2AF283809D8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99F7EB7F-D7BE-4472-8D1B-DF5D3EF7C5E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f27e169e23e04c1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1F7FB1FD-374E-473B-939C-56655714B1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70481840"/>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9CD2E04D-9413-48D0-8CC8-D0726AA7C4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d70e95e6ec4144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70A99F28-89AF-44C4-A46C-6F248CCEA41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C0F7F4F6-204E-4C4D-82AB-25CC456C011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A25F4704-5CEE-45E2-9383-BA73BB057A73}"/>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DE9ED1BF-107B-4DE6-8262-BFC14DAF69B7}"/>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DF66F49A-BB8C-443A-B141-A1C800DD03CE}"/>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248B8BF2-2AB4-491B-80A0-1F606CCB0135}"/>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85261A18-E2D9-4780-BFD0-F12126BF92A9}"/>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FACCF56B-722F-430D-B50E-160C77DE7A75}"/>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B9749F93-1181-4476-8B9E-D10774131EC9}"/>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7D488D32-56CE-4180-A30B-AE9B69999FFA}"/>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EFAE7FF1-61FE-4DFF-B719-5767989D9925}"/>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84013BC3-075B-4D33-91E9-FD842A0F0B7D}"/>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F2FA6E12-2419-42EB-8823-80AEDB686B06}"/>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E14C5306-28D8-4EDA-A6E8-E5654BADA5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852607268"/>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C2FD9885-E549-47AE-87AA-031E68C23E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4ba2075c4a8746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93F4B93D-0ACA-4E64-92CE-2655B3BB3AC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3868F3E1-EE44-4A94-A672-DD158266FD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9486364B-A9E3-421C-A70E-FB9B67F8E655}"/>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73D42068-3773-4E8C-8F03-9D39DE62FA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521404606"/>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3EFC6F2F-F525-42CD-A1D4-5CC996C78C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a42723be155e4f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FBAE308E-DA6B-405C-B42B-92EB49FFB65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196FACE8-1D6B-42B3-B984-8F364FEDF2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7E367E2A-BBDC-4D0C-AF57-486DC1835F6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18E27E4B-DB0E-4B50-9E24-99DD26FFABC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E6834BF7-467F-4B7D-BF0A-AF6FA6E14FF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122B72C9-7A99-4A5C-A89D-69BFEC1EBD6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0E2AE5C7-E1B6-474E-807E-46D272A9187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E0FC00EC-B4D9-4EBD-A736-C791B293098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CFA5C6C4-208C-4013-81C0-976136043C0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D2D65338-4BBB-4514-9A1C-CAE674FCF80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8F8EB084-38A9-42D3-A7F6-966606A6E5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683197839"/>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3FB30931-E009-4764-8114-DE041D5BBB6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87fa2459db684c7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60B9603A-DE62-467F-8411-EDFEC080ED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B6871D11-6197-4783-B38E-27C040E4D1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4497AFD9-7199-4649-9F48-E013F04D0AB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01A037C1-9CBB-40C1-8C9D-45437FBED6B6}"/>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3F2294CA-F317-406E-9D19-00166E9FA8E0}"/>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DB4EFCA9-F21E-4DA3-B13E-75AB503907AD}"/>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9E8669E3-4EE8-4E0F-9C5B-7F56E3F4B056}"/>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03A228E9-6B79-4964-8986-B86AEA8810B4}"/>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1A0201AF-8A75-4F80-A2E4-56CA456ACC34}"/>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BCB2E6A1-2982-4DF0-B6CC-3433638252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536424499"/>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650831D3-9F43-457B-BEE6-5B715297BA9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bd8c06d83b9e43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EA77F2D3-6668-412C-AFF2-614DA4C838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BF7B46EA-7A99-46DA-B989-E2B17CDA3CE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DDA9BB11-38BA-49E4-AD31-5AD6F8B2858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E70336BF-5EB9-4182-A21A-DCB6F3D854A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9f9b7efb7865437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CA0A4989-E241-489F-88A7-07C3C695BD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929336227"/>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99FF0BEE-F598-4430-9231-C86210E796F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fcf31c89490f42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7BA0D775-B540-47AD-BD8D-2CAC6BAD18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EB183CA8-2C0C-4220-BA38-2714E768DD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4BB70F49-4344-4687-8436-F941EE31FBFB}"/>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BDCC699F-2A7B-4D72-8806-4E589333FCFB}"/>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BB098249-3F8D-4395-A156-B0B41790BC81}"/>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09" name="27-text-4">
            <a:extLst xmlns:a="http://schemas.openxmlformats.org/drawingml/2006/main">
              <a:ext uri="{FF2B5EF4-FFF2-40B4-BE49-F238E27FC236}">
                <a16:creationId xmlns:a16="http://schemas.microsoft.com/office/drawing/2014/main" id="{DBD3C0BB-A7BC-4EDF-900F-F69DE1305945}"/>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0" name="27-text-5">
            <a:extLst xmlns:a="http://schemas.openxmlformats.org/drawingml/2006/main">
              <a:ext uri="{FF2B5EF4-FFF2-40B4-BE49-F238E27FC236}">
                <a16:creationId xmlns:a16="http://schemas.microsoft.com/office/drawing/2014/main" id="{38595848-1E32-49A5-9234-F23D2C4CF1B1}"/>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1" name="27-text-6">
            <a:extLst xmlns:a="http://schemas.openxmlformats.org/drawingml/2006/main">
              <a:ext uri="{FF2B5EF4-FFF2-40B4-BE49-F238E27FC236}">
                <a16:creationId xmlns:a16="http://schemas.microsoft.com/office/drawing/2014/main" id="{2CE0D2F3-493F-4271-991F-E64DF5D0D436}"/>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2" name="27-line-8">
            <a:extLst xmlns:a="http://schemas.openxmlformats.org/drawingml/2006/main">
              <a:ext uri="{FF2B5EF4-FFF2-40B4-BE49-F238E27FC236}">
                <a16:creationId xmlns:a16="http://schemas.microsoft.com/office/drawing/2014/main" id="{7ED8DEB6-C89B-4AD2-B195-7E973646D670}"/>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27-line-10">
            <a:extLst xmlns:a="http://schemas.openxmlformats.org/drawingml/2006/main">
              <a:ext uri="{FF2B5EF4-FFF2-40B4-BE49-F238E27FC236}">
                <a16:creationId xmlns:a16="http://schemas.microsoft.com/office/drawing/2014/main" id="{46115B12-EF94-49E5-98BE-366840582719}"/>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bounded-agent-loop-stage">
            <a:extLst xmlns:a="http://schemas.openxmlformats.org/drawingml/2006/main">
              <a:ext uri="{FF2B5EF4-FFF2-40B4-BE49-F238E27FC236}">
                <a16:creationId xmlns:a16="http://schemas.microsoft.com/office/drawing/2014/main" id="{7B8C0085-88FA-4D8F-90F4-EB086A3762A7}"/>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5" name="27-text-11">
            <a:extLst xmlns:a="http://schemas.openxmlformats.org/drawingml/2006/main">
              <a:ext uri="{FF2B5EF4-FFF2-40B4-BE49-F238E27FC236}">
                <a16:creationId xmlns:a16="http://schemas.microsoft.com/office/drawing/2014/main" id="{B3403F08-BFEF-4200-9E62-9119FEB290F2}"/>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316" name="27-text-12">
            <a:extLst xmlns:a="http://schemas.openxmlformats.org/drawingml/2006/main">
              <a:ext uri="{FF2B5EF4-FFF2-40B4-BE49-F238E27FC236}">
                <a16:creationId xmlns:a16="http://schemas.microsoft.com/office/drawing/2014/main" id="{BB0D90A9-E21B-42D9-963F-FD64CF2715A0}"/>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17" name="27-text-13">
            <a:extLst xmlns:a="http://schemas.openxmlformats.org/drawingml/2006/main">
              <a:ext uri="{FF2B5EF4-FFF2-40B4-BE49-F238E27FC236}">
                <a16:creationId xmlns:a16="http://schemas.microsoft.com/office/drawing/2014/main" id="{B57972C7-D89E-45D3-BD07-05796BFDC6D4}"/>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18" name="27-text-14">
            <a:extLst xmlns:a="http://schemas.openxmlformats.org/drawingml/2006/main">
              <a:ext uri="{FF2B5EF4-FFF2-40B4-BE49-F238E27FC236}">
                <a16:creationId xmlns:a16="http://schemas.microsoft.com/office/drawing/2014/main" id="{EFD07094-949B-46B7-BB94-80E1B675B379}"/>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line-16">
            <a:extLst xmlns:a="http://schemas.openxmlformats.org/drawingml/2006/main">
              <a:ext uri="{FF2B5EF4-FFF2-40B4-BE49-F238E27FC236}">
                <a16:creationId xmlns:a16="http://schemas.microsoft.com/office/drawing/2014/main" id="{33AB3C68-4257-49EF-A8E2-BE67990005B4}"/>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8">
            <a:extLst xmlns:a="http://schemas.openxmlformats.org/drawingml/2006/main">
              <a:ext uri="{FF2B5EF4-FFF2-40B4-BE49-F238E27FC236}">
                <a16:creationId xmlns:a16="http://schemas.microsoft.com/office/drawing/2014/main" id="{7648B665-8BE3-4994-9B6F-4EE9086D87BF}"/>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20">
            <a:extLst xmlns:a="http://schemas.openxmlformats.org/drawingml/2006/main">
              <a:ext uri="{FF2B5EF4-FFF2-40B4-BE49-F238E27FC236}">
                <a16:creationId xmlns:a16="http://schemas.microsoft.com/office/drawing/2014/main" id="{C017815E-2B47-44DC-9D8A-C50C03A21BF6}"/>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2" name="27-line-22">
            <a:extLst xmlns:a="http://schemas.openxmlformats.org/drawingml/2006/main">
              <a:ext uri="{FF2B5EF4-FFF2-40B4-BE49-F238E27FC236}">
                <a16:creationId xmlns:a16="http://schemas.microsoft.com/office/drawing/2014/main" id="{6DCBC316-CF1F-4F57-8AE5-3157FEBA1099}"/>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3" name="27-line-24">
            <a:extLst xmlns:a="http://schemas.openxmlformats.org/drawingml/2006/main">
              <a:ext uri="{FF2B5EF4-FFF2-40B4-BE49-F238E27FC236}">
                <a16:creationId xmlns:a16="http://schemas.microsoft.com/office/drawing/2014/main" id="{1CC89CC1-A8CD-4A26-A5E3-DA219B9A483B}"/>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narrative-number">
            <a:extLst xmlns:a="http://schemas.openxmlformats.org/drawingml/2006/main">
              <a:ext uri="{FF2B5EF4-FFF2-40B4-BE49-F238E27FC236}">
                <a16:creationId xmlns:a16="http://schemas.microsoft.com/office/drawing/2014/main" id="{EE79B531-5BEA-4A3A-9ED1-E886BD0E33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20413337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49441957-7D55-41B8-B376-62744A8B16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66734ece0f6540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slide-title">
            <a:extLst xmlns:a="http://schemas.openxmlformats.org/drawingml/2006/main">
              <a:ext uri="{FF2B5EF4-FFF2-40B4-BE49-F238E27FC236}">
                <a16:creationId xmlns:a16="http://schemas.microsoft.com/office/drawing/2014/main" id="{174E10DF-413A-4831-A3F8-3F50CE5393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28" name="header-divider">
            <a:extLst xmlns:a="http://schemas.openxmlformats.org/drawingml/2006/main">
              <a:ext uri="{FF2B5EF4-FFF2-40B4-BE49-F238E27FC236}">
                <a16:creationId xmlns:a16="http://schemas.microsoft.com/office/drawing/2014/main" id="{A1DDBA9E-876E-47E8-A8A3-B2CD818890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9" name="28-text-1">
            <a:extLst xmlns:a="http://schemas.openxmlformats.org/drawingml/2006/main">
              <a:ext uri="{FF2B5EF4-FFF2-40B4-BE49-F238E27FC236}">
                <a16:creationId xmlns:a16="http://schemas.microsoft.com/office/drawing/2014/main" id="{1A6C0C46-1543-4530-99A0-70CA3924F524}"/>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0" name="28-text-2">
            <a:extLst xmlns:a="http://schemas.openxmlformats.org/drawingml/2006/main">
              <a:ext uri="{FF2B5EF4-FFF2-40B4-BE49-F238E27FC236}">
                <a16:creationId xmlns:a16="http://schemas.microsoft.com/office/drawing/2014/main" id="{4D8D6B23-4919-4FCA-809A-74565C2B7D92}"/>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1" name="28-text-3">
            <a:extLst xmlns:a="http://schemas.openxmlformats.org/drawingml/2006/main">
              <a:ext uri="{FF2B5EF4-FFF2-40B4-BE49-F238E27FC236}">
                <a16:creationId xmlns:a16="http://schemas.microsoft.com/office/drawing/2014/main" id="{335EAD90-ADFC-4958-8CD9-1A1092DA6863}"/>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2" name="28-text-4">
            <a:extLst xmlns:a="http://schemas.openxmlformats.org/drawingml/2006/main">
              <a:ext uri="{FF2B5EF4-FFF2-40B4-BE49-F238E27FC236}">
                <a16:creationId xmlns:a16="http://schemas.microsoft.com/office/drawing/2014/main" id="{36DF1841-828B-47B3-98AC-876DCD4D92D4}"/>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3" name="28-text-5">
            <a:extLst xmlns:a="http://schemas.openxmlformats.org/drawingml/2006/main">
              <a:ext uri="{FF2B5EF4-FFF2-40B4-BE49-F238E27FC236}">
                <a16:creationId xmlns:a16="http://schemas.microsoft.com/office/drawing/2014/main" id="{67FEC0AD-0B15-43C9-BB1D-0F2C0A851825}"/>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34" name="28-text-6">
            <a:extLst xmlns:a="http://schemas.openxmlformats.org/drawingml/2006/main">
              <a:ext uri="{FF2B5EF4-FFF2-40B4-BE49-F238E27FC236}">
                <a16:creationId xmlns:a16="http://schemas.microsoft.com/office/drawing/2014/main" id="{0FB24182-1523-4B4A-AB6B-7BE9F81E07C8}"/>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35" name="28-text-7">
            <a:extLst xmlns:a="http://schemas.openxmlformats.org/drawingml/2006/main">
              <a:ext uri="{FF2B5EF4-FFF2-40B4-BE49-F238E27FC236}">
                <a16:creationId xmlns:a16="http://schemas.microsoft.com/office/drawing/2014/main" id="{E85CD8DE-3F80-40D0-B8DB-69B919A68E9A}"/>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36" name="narrative-number">
            <a:extLst xmlns:a="http://schemas.openxmlformats.org/drawingml/2006/main">
              <a:ext uri="{FF2B5EF4-FFF2-40B4-BE49-F238E27FC236}">
                <a16:creationId xmlns:a16="http://schemas.microsoft.com/office/drawing/2014/main" id="{32352568-CD89-44A0-9AEF-2A6056DC5E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636573581"/>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C5E33B48-588D-4B26-9269-373663F311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1" name="mini-map"/>
          <p:cNvPicPr>
            <a:picLocks xmlns:a="http://schemas.openxmlformats.org/drawingml/2006/main" noChangeAspect="1"/>
          </p:cNvPicPr>
          <p:nvPr/>
        </p:nvPicPr>
        <p:blipFill>
          <a:blip xmlns:r="http://schemas.openxmlformats.org/officeDocument/2006/relationships" xmlns:a="http://schemas.openxmlformats.org/drawingml/2006/main" r:embed="R702fa260afee47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F9206677-46DE-45D2-BE5F-ED6B8FEAB3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0" name="header-divider">
            <a:extLst xmlns:a="http://schemas.openxmlformats.org/drawingml/2006/main">
              <a:ext uri="{FF2B5EF4-FFF2-40B4-BE49-F238E27FC236}">
                <a16:creationId xmlns:a16="http://schemas.microsoft.com/office/drawing/2014/main" id="{2C66F924-4BA7-4A62-8BFA-506EAE11B9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46405A32-B962-400A-A8DB-C790D340103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2" name="29-text-2">
            <a:extLst xmlns:a="http://schemas.openxmlformats.org/drawingml/2006/main">
              <a:ext uri="{FF2B5EF4-FFF2-40B4-BE49-F238E27FC236}">
                <a16:creationId xmlns:a16="http://schemas.microsoft.com/office/drawing/2014/main" id="{AC031A0B-787D-417E-810B-92BD85AEDAB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3" name="29-text-3">
            <a:extLst xmlns:a="http://schemas.openxmlformats.org/drawingml/2006/main">
              <a:ext uri="{FF2B5EF4-FFF2-40B4-BE49-F238E27FC236}">
                <a16:creationId xmlns:a16="http://schemas.microsoft.com/office/drawing/2014/main" id="{D2FAA725-C901-4BDA-AB05-DA00922E094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44" name="29-text-4">
            <a:extLst xmlns:a="http://schemas.openxmlformats.org/drawingml/2006/main">
              <a:ext uri="{FF2B5EF4-FFF2-40B4-BE49-F238E27FC236}">
                <a16:creationId xmlns:a16="http://schemas.microsoft.com/office/drawing/2014/main" id="{CA205B2F-A788-48E9-90A1-FCA2C4AC2A2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45" name="29-text-5">
            <a:extLst xmlns:a="http://schemas.openxmlformats.org/drawingml/2006/main">
              <a:ext uri="{FF2B5EF4-FFF2-40B4-BE49-F238E27FC236}">
                <a16:creationId xmlns:a16="http://schemas.microsoft.com/office/drawing/2014/main" id="{3AF93AB0-E919-487E-BEF8-6598AA579E5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6" name="29-text-6">
            <a:extLst xmlns:a="http://schemas.openxmlformats.org/drawingml/2006/main">
              <a:ext uri="{FF2B5EF4-FFF2-40B4-BE49-F238E27FC236}">
                <a16:creationId xmlns:a16="http://schemas.microsoft.com/office/drawing/2014/main" id="{121108C1-B032-45C5-992A-C103D477ABD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47" name="29-text-7">
            <a:extLst xmlns:a="http://schemas.openxmlformats.org/drawingml/2006/main">
              <a:ext uri="{FF2B5EF4-FFF2-40B4-BE49-F238E27FC236}">
                <a16:creationId xmlns:a16="http://schemas.microsoft.com/office/drawing/2014/main" id="{7A0FCDF5-2895-4AA4-AE32-A89190882DF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48" name="29-text-8">
            <a:extLst xmlns:a="http://schemas.openxmlformats.org/drawingml/2006/main">
              <a:ext uri="{FF2B5EF4-FFF2-40B4-BE49-F238E27FC236}">
                <a16:creationId xmlns:a16="http://schemas.microsoft.com/office/drawing/2014/main" id="{6E42DD3C-ADB9-45A0-8CD2-299917132FB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49" name="narrative-number">
            <a:extLst xmlns:a="http://schemas.openxmlformats.org/drawingml/2006/main">
              <a:ext uri="{FF2B5EF4-FFF2-40B4-BE49-F238E27FC236}">
                <a16:creationId xmlns:a16="http://schemas.microsoft.com/office/drawing/2014/main" id="{A9A48421-E985-4053-862F-0643C1B202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71400577"/>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0" name="!!area-name">
            <a:extLst xmlns:a="http://schemas.openxmlformats.org/drawingml/2006/main">
              <a:ext uri="{FF2B5EF4-FFF2-40B4-BE49-F238E27FC236}">
                <a16:creationId xmlns:a16="http://schemas.microsoft.com/office/drawing/2014/main" id="{0FE73AD2-FC8A-4504-8763-9773FD59ACF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74" name="mini-map"/>
          <p:cNvPicPr>
            <a:picLocks xmlns:a="http://schemas.openxmlformats.org/drawingml/2006/main" noChangeAspect="1"/>
          </p:cNvPicPr>
          <p:nvPr/>
        </p:nvPicPr>
        <p:blipFill>
          <a:blip xmlns:r="http://schemas.openxmlformats.org/officeDocument/2006/relationships" xmlns:a="http://schemas.openxmlformats.org/drawingml/2006/main" r:embed="Rb498a62cacdb49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2" name="slide-title">
            <a:extLst xmlns:a="http://schemas.openxmlformats.org/drawingml/2006/main">
              <a:ext uri="{FF2B5EF4-FFF2-40B4-BE49-F238E27FC236}">
                <a16:creationId xmlns:a16="http://schemas.microsoft.com/office/drawing/2014/main" id="{143047B6-60B3-4F8D-9BD1-0829FD5CE5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3" name="header-divider">
            <a:extLst xmlns:a="http://schemas.openxmlformats.org/drawingml/2006/main">
              <a:ext uri="{FF2B5EF4-FFF2-40B4-BE49-F238E27FC236}">
                <a16:creationId xmlns:a16="http://schemas.microsoft.com/office/drawing/2014/main" id="{F87F7BB1-B7FD-410E-B358-ADEAEFFB124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4" name="30-text-1">
            <a:extLst xmlns:a="http://schemas.openxmlformats.org/drawingml/2006/main">
              <a:ext uri="{FF2B5EF4-FFF2-40B4-BE49-F238E27FC236}">
                <a16:creationId xmlns:a16="http://schemas.microsoft.com/office/drawing/2014/main" id="{953A36CD-81B1-4CCA-B3C1-61ADBA92D5D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55" name="30-text-2">
            <a:extLst xmlns:a="http://schemas.openxmlformats.org/drawingml/2006/main">
              <a:ext uri="{FF2B5EF4-FFF2-40B4-BE49-F238E27FC236}">
                <a16:creationId xmlns:a16="http://schemas.microsoft.com/office/drawing/2014/main" id="{49887117-0A74-45DC-971C-272ABA029BF4}"/>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56" name="30-text-3">
            <a:extLst xmlns:a="http://schemas.openxmlformats.org/drawingml/2006/main">
              <a:ext uri="{FF2B5EF4-FFF2-40B4-BE49-F238E27FC236}">
                <a16:creationId xmlns:a16="http://schemas.microsoft.com/office/drawing/2014/main" id="{26B4B67E-4581-4132-8CE7-C464E9195A46}"/>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57" name="30-text-4">
            <a:extLst xmlns:a="http://schemas.openxmlformats.org/drawingml/2006/main">
              <a:ext uri="{FF2B5EF4-FFF2-40B4-BE49-F238E27FC236}">
                <a16:creationId xmlns:a16="http://schemas.microsoft.com/office/drawing/2014/main" id="{960A4529-5646-4C1C-A684-31E0565C4180}"/>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58" name="30-text-5">
            <a:extLst xmlns:a="http://schemas.openxmlformats.org/drawingml/2006/main">
              <a:ext uri="{FF2B5EF4-FFF2-40B4-BE49-F238E27FC236}">
                <a16:creationId xmlns:a16="http://schemas.microsoft.com/office/drawing/2014/main" id="{07DDE657-CC3B-478D-AC05-ED0C5122286C}"/>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59" name="30-line-7">
            <a:extLst xmlns:a="http://schemas.openxmlformats.org/drawingml/2006/main">
              <a:ext uri="{FF2B5EF4-FFF2-40B4-BE49-F238E27FC236}">
                <a16:creationId xmlns:a16="http://schemas.microsoft.com/office/drawing/2014/main" id="{A1DE1265-82A9-487D-8A76-AD660162BCAB}"/>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0" name="30-text-8">
            <a:extLst xmlns:a="http://schemas.openxmlformats.org/drawingml/2006/main">
              <a:ext uri="{FF2B5EF4-FFF2-40B4-BE49-F238E27FC236}">
                <a16:creationId xmlns:a16="http://schemas.microsoft.com/office/drawing/2014/main" id="{BFC54046-D039-4F3F-A9BB-E389C65794D1}"/>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1" name="30-text-9">
            <a:extLst xmlns:a="http://schemas.openxmlformats.org/drawingml/2006/main">
              <a:ext uri="{FF2B5EF4-FFF2-40B4-BE49-F238E27FC236}">
                <a16:creationId xmlns:a16="http://schemas.microsoft.com/office/drawing/2014/main" id="{5921D55C-049C-494B-911D-34BD76CDDAC2}"/>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2" name="30-line-11">
            <a:extLst xmlns:a="http://schemas.openxmlformats.org/drawingml/2006/main">
              <a:ext uri="{FF2B5EF4-FFF2-40B4-BE49-F238E27FC236}">
                <a16:creationId xmlns:a16="http://schemas.microsoft.com/office/drawing/2014/main" id="{D486B363-70A6-4BD8-A0B5-E7BDE31C2411}"/>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3" name="30-line-13">
            <a:extLst xmlns:a="http://schemas.openxmlformats.org/drawingml/2006/main">
              <a:ext uri="{FF2B5EF4-FFF2-40B4-BE49-F238E27FC236}">
                <a16:creationId xmlns:a16="http://schemas.microsoft.com/office/drawing/2014/main" id="{617C4095-EF0C-424E-8AAD-7978D6F620BF}"/>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4" name="30-line-15">
            <a:extLst xmlns:a="http://schemas.openxmlformats.org/drawingml/2006/main">
              <a:ext uri="{FF2B5EF4-FFF2-40B4-BE49-F238E27FC236}">
                <a16:creationId xmlns:a16="http://schemas.microsoft.com/office/drawing/2014/main" id="{AEFEBA89-C94F-4CD7-ADFC-5533F12B5B69}"/>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5" name="30-line-17">
            <a:extLst xmlns:a="http://schemas.openxmlformats.org/drawingml/2006/main">
              <a:ext uri="{FF2B5EF4-FFF2-40B4-BE49-F238E27FC236}">
                <a16:creationId xmlns:a16="http://schemas.microsoft.com/office/drawing/2014/main" id="{2094B170-952B-4D6B-9769-003126FA4752}"/>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6" name="30-text-18">
            <a:extLst xmlns:a="http://schemas.openxmlformats.org/drawingml/2006/main">
              <a:ext uri="{FF2B5EF4-FFF2-40B4-BE49-F238E27FC236}">
                <a16:creationId xmlns:a16="http://schemas.microsoft.com/office/drawing/2014/main" id="{EC02CFDA-4F11-43CA-B29A-F840B5B09DD9}"/>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67" name="30-text-19">
            <a:extLst xmlns:a="http://schemas.openxmlformats.org/drawingml/2006/main">
              <a:ext uri="{FF2B5EF4-FFF2-40B4-BE49-F238E27FC236}">
                <a16:creationId xmlns:a16="http://schemas.microsoft.com/office/drawing/2014/main" id="{B6A5D779-CE30-4421-906C-0176A8ECB107}"/>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68" name="30-line-21">
            <a:extLst xmlns:a="http://schemas.openxmlformats.org/drawingml/2006/main">
              <a:ext uri="{FF2B5EF4-FFF2-40B4-BE49-F238E27FC236}">
                <a16:creationId xmlns:a16="http://schemas.microsoft.com/office/drawing/2014/main" id="{D9331640-355E-4EF9-A047-F0A9475DB390}"/>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30-text-22">
            <a:extLst xmlns:a="http://schemas.openxmlformats.org/drawingml/2006/main">
              <a:ext uri="{FF2B5EF4-FFF2-40B4-BE49-F238E27FC236}">
                <a16:creationId xmlns:a16="http://schemas.microsoft.com/office/drawing/2014/main" id="{56DEC2D6-00D9-4529-B975-611698CB1A61}"/>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0" name="30-text-23">
            <a:extLst xmlns:a="http://schemas.openxmlformats.org/drawingml/2006/main">
              <a:ext uri="{FF2B5EF4-FFF2-40B4-BE49-F238E27FC236}">
                <a16:creationId xmlns:a16="http://schemas.microsoft.com/office/drawing/2014/main" id="{E5D7D0F9-0A67-4BD9-B74E-A1ED0EB92ED3}"/>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1" name="30-text-24">
            <a:extLst xmlns:a="http://schemas.openxmlformats.org/drawingml/2006/main">
              <a:ext uri="{FF2B5EF4-FFF2-40B4-BE49-F238E27FC236}">
                <a16:creationId xmlns:a16="http://schemas.microsoft.com/office/drawing/2014/main" id="{8DB0D900-9209-4115-ABBA-1B2DDFA4A16C}"/>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2" name="narrative-number">
            <a:extLst xmlns:a="http://schemas.openxmlformats.org/drawingml/2006/main">
              <a:ext uri="{FF2B5EF4-FFF2-40B4-BE49-F238E27FC236}">
                <a16:creationId xmlns:a16="http://schemas.microsoft.com/office/drawing/2014/main" id="{CF8F3446-80A8-4513-A07E-B7637E93F5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83184743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0818E563-E90D-45DC-AD1E-4CC2FA1E28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e4840f3ef57344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A33644AA-E1F1-452D-A6D9-64D6EDAFDD2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31-text-1">
            <a:extLst xmlns:a="http://schemas.openxmlformats.org/drawingml/2006/main">
              <a:ext uri="{FF2B5EF4-FFF2-40B4-BE49-F238E27FC236}">
                <a16:creationId xmlns:a16="http://schemas.microsoft.com/office/drawing/2014/main" id="{6959EBD8-1316-436C-A7B9-2439DA1E8CD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77" name="31-text-2">
            <a:extLst xmlns:a="http://schemas.openxmlformats.org/drawingml/2006/main">
              <a:ext uri="{FF2B5EF4-FFF2-40B4-BE49-F238E27FC236}">
                <a16:creationId xmlns:a16="http://schemas.microsoft.com/office/drawing/2014/main" id="{7692F889-5FBF-4965-9123-3A57E7548B5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78" name="31-text-3">
            <a:extLst xmlns:a="http://schemas.openxmlformats.org/drawingml/2006/main">
              <a:ext uri="{FF2B5EF4-FFF2-40B4-BE49-F238E27FC236}">
                <a16:creationId xmlns:a16="http://schemas.microsoft.com/office/drawing/2014/main" id="{EC867D7B-BF4C-4BEB-8F59-C82D975F64D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87" name="31-image-4"/>
          <p:cNvPicPr>
            <a:picLocks xmlns:a="http://schemas.openxmlformats.org/drawingml/2006/main" noChangeAspect="1"/>
          </p:cNvPicPr>
          <p:nvPr/>
        </p:nvPicPr>
        <p:blipFill>
          <a:blip xmlns:r="http://schemas.openxmlformats.org/officeDocument/2006/relationships" xmlns:a="http://schemas.openxmlformats.org/drawingml/2006/main" r:embed="Rc1402d0926c84db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0" name="narrative-number">
            <a:extLst xmlns:a="http://schemas.openxmlformats.org/drawingml/2006/main">
              <a:ext uri="{FF2B5EF4-FFF2-40B4-BE49-F238E27FC236}">
                <a16:creationId xmlns:a16="http://schemas.microsoft.com/office/drawing/2014/main" id="{A7D9F89D-B9B7-4594-8840-7494A08F00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353958423"/>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A8EF0277-1944-4AB1-9717-460903152D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7bc0e97e39a342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slide-title">
            <a:extLst xmlns:a="http://schemas.openxmlformats.org/drawingml/2006/main">
              <a:ext uri="{FF2B5EF4-FFF2-40B4-BE49-F238E27FC236}">
                <a16:creationId xmlns:a16="http://schemas.microsoft.com/office/drawing/2014/main" id="{8BAD3923-3750-4DD5-8C8C-595E54DCA9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84" name="header-divider">
            <a:extLst xmlns:a="http://schemas.openxmlformats.org/drawingml/2006/main">
              <a:ext uri="{FF2B5EF4-FFF2-40B4-BE49-F238E27FC236}">
                <a16:creationId xmlns:a16="http://schemas.microsoft.com/office/drawing/2014/main" id="{C581CDBD-3113-49A6-B29F-C369EBCDFE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5" name="32-text-1">
            <a:extLst xmlns:a="http://schemas.openxmlformats.org/drawingml/2006/main">
              <a:ext uri="{FF2B5EF4-FFF2-40B4-BE49-F238E27FC236}">
                <a16:creationId xmlns:a16="http://schemas.microsoft.com/office/drawing/2014/main" id="{23822DD7-51C7-4F93-8BDB-D9935F6DA96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86" name="32-text-2">
            <a:extLst xmlns:a="http://schemas.openxmlformats.org/drawingml/2006/main">
              <a:ext uri="{FF2B5EF4-FFF2-40B4-BE49-F238E27FC236}">
                <a16:creationId xmlns:a16="http://schemas.microsoft.com/office/drawing/2014/main" id="{8A58F009-682B-4267-804B-DD72801F2182}"/>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or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the requirements?</a:t>
            </a:r>
          </a:p>
        </p:txBody>
      </p:sp>
      <p:sp>
        <p:nvSpPr>
          <p:cNvPr id="387" name="32-text-3">
            <a:extLst xmlns:a="http://schemas.openxmlformats.org/drawingml/2006/main">
              <a:ext uri="{FF2B5EF4-FFF2-40B4-BE49-F238E27FC236}">
                <a16:creationId xmlns:a16="http://schemas.microsoft.com/office/drawing/2014/main" id="{9958DF23-4FD5-4172-9B04-82932B8FA197}"/>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88" name="32-text-4">
            <a:extLst xmlns:a="http://schemas.openxmlformats.org/drawingml/2006/main">
              <a:ext uri="{FF2B5EF4-FFF2-40B4-BE49-F238E27FC236}">
                <a16:creationId xmlns:a16="http://schemas.microsoft.com/office/drawing/2014/main" id="{B2FCCFE5-C6F9-4BD7-AB3F-7CE5D4562586}"/>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reliably does the system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those requirements across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cases and repeated attempts?</a:t>
            </a:r>
          </a:p>
        </p:txBody>
      </p:sp>
      <p:sp>
        <p:nvSpPr>
          <p:cNvPr id="389" name="32-shape-5">
            <a:extLst xmlns:a="http://schemas.openxmlformats.org/drawingml/2006/main">
              <a:ext uri="{FF2B5EF4-FFF2-40B4-BE49-F238E27FC236}">
                <a16:creationId xmlns:a16="http://schemas.microsoft.com/office/drawing/2014/main" id="{938C94DA-C83A-4E32-9F11-80AABC88D978}"/>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32-text-6">
            <a:extLst xmlns:a="http://schemas.openxmlformats.org/drawingml/2006/main">
              <a:ext uri="{FF2B5EF4-FFF2-40B4-BE49-F238E27FC236}">
                <a16:creationId xmlns:a16="http://schemas.microsoft.com/office/drawing/2014/main" id="{9272E37D-9A73-483D-B10C-2E0976B06328}"/>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1" name="32-text-7">
            <a:extLst xmlns:a="http://schemas.openxmlformats.org/drawingml/2006/main">
              <a:ext uri="{FF2B5EF4-FFF2-40B4-BE49-F238E27FC236}">
                <a16:creationId xmlns:a16="http://schemas.microsoft.com/office/drawing/2014/main" id="{D9B3E03E-AD7A-4218-9CB4-E6D2ABF76AC7}"/>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Inputs, starting conditions,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expected behavior.</a:t>
            </a:r>
          </a:p>
        </p:txBody>
      </p:sp>
      <p:sp>
        <p:nvSpPr>
          <p:cNvPr id="392" name="32-text-8">
            <a:extLst xmlns:a="http://schemas.openxmlformats.org/drawingml/2006/main">
              <a:ext uri="{FF2B5EF4-FFF2-40B4-BE49-F238E27FC236}">
                <a16:creationId xmlns:a16="http://schemas.microsoft.com/office/drawing/2014/main" id="{08BEAB03-AA18-413F-94D0-28A84CBF9186}"/>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3" name="32-text-9">
            <a:extLst xmlns:a="http://schemas.openxmlformats.org/drawingml/2006/main">
              <a:ext uri="{FF2B5EF4-FFF2-40B4-BE49-F238E27FC236}">
                <a16:creationId xmlns:a16="http://schemas.microsoft.com/office/drawing/2014/main" id="{FA0A7121-D1B0-4F73-AD05-5C619CD465E2}"/>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94" name="32-text-10">
            <a:extLst xmlns:a="http://schemas.openxmlformats.org/drawingml/2006/main">
              <a:ext uri="{FF2B5EF4-FFF2-40B4-BE49-F238E27FC236}">
                <a16:creationId xmlns:a16="http://schemas.microsoft.com/office/drawing/2014/main" id="{C35EE6EB-AEC0-4D26-BEE9-D07DFF6CDFEE}"/>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2-text-11">
            <a:extLst xmlns:a="http://schemas.openxmlformats.org/drawingml/2006/main">
              <a:ext uri="{FF2B5EF4-FFF2-40B4-BE49-F238E27FC236}">
                <a16:creationId xmlns:a16="http://schemas.microsoft.com/office/drawing/2014/main" id="{89BDE812-CF8D-4DA1-8463-E07B4778A0F0}"/>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96" name="narrative-number">
            <a:extLst xmlns:a="http://schemas.openxmlformats.org/drawingml/2006/main">
              <a:ext uri="{FF2B5EF4-FFF2-40B4-BE49-F238E27FC236}">
                <a16:creationId xmlns:a16="http://schemas.microsoft.com/office/drawing/2014/main" id="{B38AF3B0-029C-415F-8119-3CCD95F0D9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524730062"/>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99799023-2B9F-4464-AEC1-DD501F00787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e4919f3104584b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370D6803-A501-4320-AA78-527DDC263C4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0" name="header-divider">
            <a:extLst xmlns:a="http://schemas.openxmlformats.org/drawingml/2006/main">
              <a:ext uri="{FF2B5EF4-FFF2-40B4-BE49-F238E27FC236}">
                <a16:creationId xmlns:a16="http://schemas.microsoft.com/office/drawing/2014/main" id="{0F04B744-DA72-4851-801D-59013C1212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33-text-1">
            <a:extLst xmlns:a="http://schemas.openxmlformats.org/drawingml/2006/main">
              <a:ext uri="{FF2B5EF4-FFF2-40B4-BE49-F238E27FC236}">
                <a16:creationId xmlns:a16="http://schemas.microsoft.com/office/drawing/2014/main" id="{E3DEFED4-F662-4D20-B468-758E36F77B2A}"/>
              </a:ext>
            </a:extLst>
          </p:cNvPr>
          <p:cNvSpPr>
            <a:spLocks xmlns:a="http://schemas.openxmlformats.org/drawingml/2006/main"/>
          </p:cNvSpPr>
          <p:nvPr/>
        </p:nvSpPr>
        <p:spPr>
          <a:xfrm xmlns:a="http://schemas.openxmlformats.org/drawingml/2006/main">
            <a:off x="609600" y="24384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counts as</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success?</a:t>
            </a:r>
          </a:p>
        </p:txBody>
      </p:sp>
      <p:sp>
        <p:nvSpPr>
          <p:cNvPr id="402" name="33-text-2">
            <a:extLst xmlns:a="http://schemas.openxmlformats.org/drawingml/2006/main">
              <a:ext uri="{FF2B5EF4-FFF2-40B4-BE49-F238E27FC236}">
                <a16:creationId xmlns:a16="http://schemas.microsoft.com/office/drawing/2014/main" id="{2CB6C421-389C-4C3D-9495-B3F8A676887C}"/>
              </a:ext>
            </a:extLst>
          </p:cNvPr>
          <p:cNvSpPr>
            <a:spLocks xmlns:a="http://schemas.openxmlformats.org/drawingml/2006/main"/>
          </p:cNvSpPr>
          <p:nvPr/>
        </p:nvSpPr>
        <p:spPr>
          <a:xfrm xmlns:a="http://schemas.openxmlformats.org/drawingml/2006/main">
            <a:off x="4368800" y="24384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and quality criteria defined with SMEs.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Forbidden actions and acceptable limitations.</a:t>
            </a:r>
          </a:p>
        </p:txBody>
      </p:sp>
      <p:sp>
        <p:nvSpPr>
          <p:cNvPr id="403" name="33-text-3">
            <a:extLst xmlns:a="http://schemas.openxmlformats.org/drawingml/2006/main">
              <a:ext uri="{FF2B5EF4-FFF2-40B4-BE49-F238E27FC236}">
                <a16:creationId xmlns:a16="http://schemas.microsoft.com/office/drawing/2014/main" id="{057F82D4-A371-448D-B686-C2ACCB723834}"/>
              </a:ext>
            </a:extLst>
          </p:cNvPr>
          <p:cNvSpPr>
            <a:spLocks xmlns:a="http://schemas.openxmlformats.org/drawingml/2006/main"/>
          </p:cNvSpPr>
          <p:nvPr/>
        </p:nvSpPr>
        <p:spPr>
          <a:xfrm xmlns:a="http://schemas.openxmlformats.org/drawingml/2006/main">
            <a:off x="609600" y="37338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How will we judge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it?</a:t>
            </a:r>
          </a:p>
        </p:txBody>
      </p:sp>
      <p:sp>
        <p:nvSpPr>
          <p:cNvPr id="404" name="33-text-4">
            <a:extLst xmlns:a="http://schemas.openxmlformats.org/drawingml/2006/main">
              <a:ext uri="{FF2B5EF4-FFF2-40B4-BE49-F238E27FC236}">
                <a16:creationId xmlns:a16="http://schemas.microsoft.com/office/drawing/2014/main" id="{AE31616C-1248-42D1-9CDF-7D3751994C0E}"/>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explicit checks. Expert judgment for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graders calibrated against experts.</a:t>
            </a:r>
          </a:p>
        </p:txBody>
      </p:sp>
      <p:sp>
        <p:nvSpPr>
          <p:cNvPr id="405" name="33-text-5">
            <a:extLst xmlns:a="http://schemas.openxmlformats.org/drawingml/2006/main">
              <a:ext uri="{FF2B5EF4-FFF2-40B4-BE49-F238E27FC236}">
                <a16:creationId xmlns:a16="http://schemas.microsoft.com/office/drawing/2014/main" id="{621521D2-4CAA-4A80-A8A2-2CA37C5FB0BB}"/>
              </a:ext>
            </a:extLst>
          </p:cNvPr>
          <p:cNvSpPr>
            <a:spLocks xmlns:a="http://schemas.openxmlformats.org/drawingml/2006/main"/>
          </p:cNvSpPr>
          <p:nvPr/>
        </p:nvSpPr>
        <p:spPr>
          <a:xfrm xmlns:a="http://schemas.openxmlformats.org/drawingml/2006/main">
            <a:off x="609600" y="50292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Which cases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evaluate?</a:t>
            </a:r>
          </a:p>
        </p:txBody>
      </p:sp>
      <p:sp>
        <p:nvSpPr>
          <p:cNvPr id="406" name="33-text-6">
            <a:extLst xmlns:a="http://schemas.openxmlformats.org/drawingml/2006/main">
              <a:ext uri="{FF2B5EF4-FFF2-40B4-BE49-F238E27FC236}">
                <a16:creationId xmlns:a16="http://schemas.microsoft.com/office/drawing/2014/main" id="{B92D6DC8-D706-45CF-9CA8-A9F47FF7E00A}"/>
              </a:ext>
            </a:extLst>
          </p:cNvPr>
          <p:cNvSpPr>
            <a:spLocks xmlns:a="http://schemas.openxmlformats.org/drawingml/2006/main"/>
          </p:cNvSpPr>
          <p:nvPr/>
        </p:nvSpPr>
        <p:spPr>
          <a:xfrm xmlns:a="http://schemas.openxmlformats.org/drawingml/2006/main">
            <a:off x="4368800" y="50292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SME-reviewed golden datasets, known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adversarial inputs. Held-out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repeated trials.</a:t>
            </a:r>
          </a:p>
        </p:txBody>
      </p:sp>
      <p:sp>
        <p:nvSpPr>
          <p:cNvPr id="407" name="narrative-number">
            <a:extLst xmlns:a="http://schemas.openxmlformats.org/drawingml/2006/main">
              <a:ext uri="{FF2B5EF4-FFF2-40B4-BE49-F238E27FC236}">
                <a16:creationId xmlns:a16="http://schemas.microsoft.com/office/drawing/2014/main" id="{F2B56A2D-6B8F-4476-8DF2-2D75064195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82964164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B4AF872A-AD8E-4462-8BB7-FB38A97A61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3" name="mini-map"/>
          <p:cNvPicPr>
            <a:picLocks xmlns:a="http://schemas.openxmlformats.org/drawingml/2006/main" noChangeAspect="1"/>
          </p:cNvPicPr>
          <p:nvPr/>
        </p:nvPicPr>
        <p:blipFill>
          <a:blip xmlns:r="http://schemas.openxmlformats.org/officeDocument/2006/relationships" xmlns:a="http://schemas.openxmlformats.org/drawingml/2006/main" r:embed="R3d4404c0767247b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7D9FDFBD-8E42-49D8-9A1C-FF27B3BF710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1" name="header-divider">
            <a:extLst xmlns:a="http://schemas.openxmlformats.org/drawingml/2006/main">
              <a:ext uri="{FF2B5EF4-FFF2-40B4-BE49-F238E27FC236}">
                <a16:creationId xmlns:a16="http://schemas.microsoft.com/office/drawing/2014/main" id="{CEE9875B-AE80-423C-B637-0A258927F8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34-text-1">
            <a:extLst xmlns:a="http://schemas.openxmlformats.org/drawingml/2006/main">
              <a:ext uri="{FF2B5EF4-FFF2-40B4-BE49-F238E27FC236}">
                <a16:creationId xmlns:a16="http://schemas.microsoft.com/office/drawing/2014/main" id="{454FBED6-3510-4ACA-8967-292115AB1AB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3" name="34-text-2">
            <a:extLst xmlns:a="http://schemas.openxmlformats.org/drawingml/2006/main">
              <a:ext uri="{FF2B5EF4-FFF2-40B4-BE49-F238E27FC236}">
                <a16:creationId xmlns:a16="http://schemas.microsoft.com/office/drawing/2014/main" id="{E310E0ED-0F0E-45F8-B4B2-FE0C3EEA882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 reports success, but the actual result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fails the requirements.</a:t>
            </a:r>
          </a:p>
        </p:txBody>
      </p:sp>
      <p:sp>
        <p:nvSpPr>
          <p:cNvPr id="414" name="34-text-3">
            <a:extLst xmlns:a="http://schemas.openxmlformats.org/drawingml/2006/main">
              <a:ext uri="{FF2B5EF4-FFF2-40B4-BE49-F238E27FC236}">
                <a16:creationId xmlns:a16="http://schemas.microsoft.com/office/drawing/2014/main" id="{68EA41E8-F214-4672-9842-4247F77A057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5" name="34-text-4">
            <a:extLst xmlns:a="http://schemas.openxmlformats.org/drawingml/2006/main">
              <a:ext uri="{FF2B5EF4-FFF2-40B4-BE49-F238E27FC236}">
                <a16:creationId xmlns:a16="http://schemas.microsoft.com/office/drawing/2014/main" id="{37223787-B586-4801-AE1E-426F6A6101E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grader rewards answers that experts would reject.</a:t>
            </a:r>
          </a:p>
        </p:txBody>
      </p:sp>
      <p:sp>
        <p:nvSpPr>
          <p:cNvPr id="416" name="34-text-5">
            <a:extLst xmlns:a="http://schemas.openxmlformats.org/drawingml/2006/main">
              <a:ext uri="{FF2B5EF4-FFF2-40B4-BE49-F238E27FC236}">
                <a16:creationId xmlns:a16="http://schemas.microsoft.com/office/drawing/2014/main" id="{D4FD2ACA-7986-4E9F-9BA3-052881BEECF6}"/>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Reference data</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and coverage</a:t>
            </a:r>
          </a:p>
        </p:txBody>
      </p:sp>
      <p:sp>
        <p:nvSpPr>
          <p:cNvPr id="417" name="34-text-6">
            <a:extLst xmlns:a="http://schemas.openxmlformats.org/drawingml/2006/main">
              <a:ext uri="{FF2B5EF4-FFF2-40B4-BE49-F238E27FC236}">
                <a16:creationId xmlns:a16="http://schemas.microsoft.com/office/drawing/2014/main" id="{277C63B7-E17F-42D7-A528-9C30BF7C681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Golden datasets can contain human errors, reflect bias,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miss important cases.</a:t>
            </a:r>
          </a:p>
        </p:txBody>
      </p:sp>
      <p:sp>
        <p:nvSpPr>
          <p:cNvPr id="418" name="34-text-7">
            <a:extLst xmlns:a="http://schemas.openxmlformats.org/drawingml/2006/main">
              <a:ext uri="{FF2B5EF4-FFF2-40B4-BE49-F238E27FC236}">
                <a16:creationId xmlns:a16="http://schemas.microsoft.com/office/drawing/2014/main" id="{73CA6323-78FB-4337-B450-11EE2DD64614}"/>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trace, and reference data before choosing a repair.</a:t>
            </a:r>
          </a:p>
        </p:txBody>
      </p:sp>
      <p:sp>
        <p:nvSpPr>
          <p:cNvPr id="419" name="34-text-8">
            <a:extLst xmlns:a="http://schemas.openxmlformats.org/drawingml/2006/main">
              <a:ext uri="{FF2B5EF4-FFF2-40B4-BE49-F238E27FC236}">
                <a16:creationId xmlns:a16="http://schemas.microsoft.com/office/drawing/2014/main" id="{202F5FF7-D0F3-4613-8080-2434C43C8BE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0" name="34-text-9">
            <a:extLst xmlns:a="http://schemas.openxmlformats.org/drawingml/2006/main">
              <a:ext uri="{FF2B5EF4-FFF2-40B4-BE49-F238E27FC236}">
                <a16:creationId xmlns:a16="http://schemas.microsoft.com/office/drawing/2014/main" id="{41127211-1215-45D1-AC57-C622297D3FF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1" name="narrative-number">
            <a:extLst xmlns:a="http://schemas.openxmlformats.org/drawingml/2006/main">
              <a:ext uri="{FF2B5EF4-FFF2-40B4-BE49-F238E27FC236}">
                <a16:creationId xmlns:a16="http://schemas.microsoft.com/office/drawing/2014/main" id="{AB40A976-DF62-4513-9908-008550528E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97879707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C41EB08B-167D-4746-99D4-22EFF0BEF4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38" name="mini-map"/>
          <p:cNvPicPr>
            <a:picLocks xmlns:a="http://schemas.openxmlformats.org/drawingml/2006/main" noChangeAspect="1"/>
          </p:cNvPicPr>
          <p:nvPr/>
        </p:nvPicPr>
        <p:blipFill>
          <a:blip xmlns:r="http://schemas.openxmlformats.org/officeDocument/2006/relationships" xmlns:a="http://schemas.openxmlformats.org/drawingml/2006/main" r:embed="R69dc61e7f3f74a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slide-title">
            <a:extLst xmlns:a="http://schemas.openxmlformats.org/drawingml/2006/main">
              <a:ext uri="{FF2B5EF4-FFF2-40B4-BE49-F238E27FC236}">
                <a16:creationId xmlns:a16="http://schemas.microsoft.com/office/drawing/2014/main" id="{B1991547-A9C2-4F05-BE11-969940CC381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5" name="header-divider">
            <a:extLst xmlns:a="http://schemas.openxmlformats.org/drawingml/2006/main">
              <a:ext uri="{FF2B5EF4-FFF2-40B4-BE49-F238E27FC236}">
                <a16:creationId xmlns:a16="http://schemas.microsoft.com/office/drawing/2014/main" id="{FDDDB116-85AF-4CA9-822C-8021EB64E1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6" name="35-text-1">
            <a:extLst xmlns:a="http://schemas.openxmlformats.org/drawingml/2006/main">
              <a:ext uri="{FF2B5EF4-FFF2-40B4-BE49-F238E27FC236}">
                <a16:creationId xmlns:a16="http://schemas.microsoft.com/office/drawing/2014/main" id="{98B54EEC-FAA5-4691-8188-D7FDCAD9C38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27" name="35-text-2">
            <a:extLst xmlns:a="http://schemas.openxmlformats.org/drawingml/2006/main">
              <a:ext uri="{FF2B5EF4-FFF2-40B4-BE49-F238E27FC236}">
                <a16:creationId xmlns:a16="http://schemas.microsoft.com/office/drawing/2014/main" id="{0EF21290-988A-4956-A5FF-4C7974D89530}"/>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28" name="35-text-3">
            <a:extLst xmlns:a="http://schemas.openxmlformats.org/drawingml/2006/main">
              <a:ext uri="{FF2B5EF4-FFF2-40B4-BE49-F238E27FC236}">
                <a16:creationId xmlns:a16="http://schemas.microsoft.com/office/drawing/2014/main" id="{89D78E46-3D94-4E09-AC62-751451C1DC76}"/>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29" name="35-text-4">
            <a:extLst xmlns:a="http://schemas.openxmlformats.org/drawingml/2006/main">
              <a:ext uri="{FF2B5EF4-FFF2-40B4-BE49-F238E27FC236}">
                <a16:creationId xmlns:a16="http://schemas.microsoft.com/office/drawing/2014/main" id="{F4F351D8-5EED-41E7-9804-CCDCAF7F502B}"/>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0" name="35-text-5">
            <a:extLst xmlns:a="http://schemas.openxmlformats.org/drawingml/2006/main">
              <a:ext uri="{FF2B5EF4-FFF2-40B4-BE49-F238E27FC236}">
                <a16:creationId xmlns:a16="http://schemas.microsoft.com/office/drawing/2014/main" id="{C4F8C8AB-739D-4C4F-9B7F-1CA3D9DA83A5}"/>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1" name="35-text-6">
            <a:extLst xmlns:a="http://schemas.openxmlformats.org/drawingml/2006/main">
              <a:ext uri="{FF2B5EF4-FFF2-40B4-BE49-F238E27FC236}">
                <a16:creationId xmlns:a16="http://schemas.microsoft.com/office/drawing/2014/main" id="{31ED400E-D416-47C6-A11C-EC012B601C12}"/>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2" name="35-text-7">
            <a:extLst xmlns:a="http://schemas.openxmlformats.org/drawingml/2006/main">
              <a:ext uri="{FF2B5EF4-FFF2-40B4-BE49-F238E27FC236}">
                <a16:creationId xmlns:a16="http://schemas.microsoft.com/office/drawing/2014/main" id="{9D449B4A-255F-4BFF-970A-DB88422AEEED}"/>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3" name="35-text-8">
            <a:extLst xmlns:a="http://schemas.openxmlformats.org/drawingml/2006/main">
              <a:ext uri="{FF2B5EF4-FFF2-40B4-BE49-F238E27FC236}">
                <a16:creationId xmlns:a16="http://schemas.microsoft.com/office/drawing/2014/main" id="{79EA9E03-EC8E-4893-A758-59F85629AFF1}"/>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4" name="35-text-9">
            <a:extLst xmlns:a="http://schemas.openxmlformats.org/drawingml/2006/main">
              <a:ext uri="{FF2B5EF4-FFF2-40B4-BE49-F238E27FC236}">
                <a16:creationId xmlns:a16="http://schemas.microsoft.com/office/drawing/2014/main" id="{570ACFD0-179D-449F-A8D3-50351FABC9C7}"/>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5" name="35-text-10">
            <a:extLst xmlns:a="http://schemas.openxmlformats.org/drawingml/2006/main">
              <a:ext uri="{FF2B5EF4-FFF2-40B4-BE49-F238E27FC236}">
                <a16:creationId xmlns:a16="http://schemas.microsoft.com/office/drawing/2014/main" id="{CDD574CE-4462-4FD2-A50A-C8D824FEB96B}"/>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36" name="narrative-number">
            <a:extLst xmlns:a="http://schemas.openxmlformats.org/drawingml/2006/main">
              <a:ext uri="{FF2B5EF4-FFF2-40B4-BE49-F238E27FC236}">
                <a16:creationId xmlns:a16="http://schemas.microsoft.com/office/drawing/2014/main" id="{6B045CED-A445-45B9-8E31-563B98522E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329121017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7" name="!!area-name">
            <a:extLst xmlns:a="http://schemas.openxmlformats.org/drawingml/2006/main">
              <a:ext uri="{FF2B5EF4-FFF2-40B4-BE49-F238E27FC236}">
                <a16:creationId xmlns:a16="http://schemas.microsoft.com/office/drawing/2014/main" id="{A076ED72-5AA6-48C2-8678-8EE277ABD9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46" name="mini-map"/>
          <p:cNvPicPr>
            <a:picLocks xmlns:a="http://schemas.openxmlformats.org/drawingml/2006/main" noChangeAspect="1"/>
          </p:cNvPicPr>
          <p:nvPr/>
        </p:nvPicPr>
        <p:blipFill>
          <a:blip xmlns:r="http://schemas.openxmlformats.org/officeDocument/2006/relationships" xmlns:a="http://schemas.openxmlformats.org/drawingml/2006/main" r:embed="R5d3cc188e3054a2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9" name="header-divider">
            <a:extLst xmlns:a="http://schemas.openxmlformats.org/drawingml/2006/main">
              <a:ext uri="{FF2B5EF4-FFF2-40B4-BE49-F238E27FC236}">
                <a16:creationId xmlns:a16="http://schemas.microsoft.com/office/drawing/2014/main" id="{AE4BF864-2696-42CB-BCEC-D21323E30E7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0" name="36-text-1">
            <a:extLst xmlns:a="http://schemas.openxmlformats.org/drawingml/2006/main">
              <a:ext uri="{FF2B5EF4-FFF2-40B4-BE49-F238E27FC236}">
                <a16:creationId xmlns:a16="http://schemas.microsoft.com/office/drawing/2014/main" id="{3BB86336-9B83-4A2A-BCC6-01013669EF0E}"/>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49" name="36-image-2"/>
          <p:cNvPicPr>
            <a:picLocks xmlns:a="http://schemas.openxmlformats.org/drawingml/2006/main" noChangeAspect="1"/>
          </p:cNvPicPr>
          <p:nvPr/>
        </p:nvPicPr>
        <p:blipFill>
          <a:blip xmlns:r="http://schemas.openxmlformats.org/officeDocument/2006/relationships" xmlns:a="http://schemas.openxmlformats.org/drawingml/2006/main" r:embed="Rfb46a817b2f94fdf"/>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2" name="36-text-3">
            <a:extLst xmlns:a="http://schemas.openxmlformats.org/drawingml/2006/main">
              <a:ext uri="{FF2B5EF4-FFF2-40B4-BE49-F238E27FC236}">
                <a16:creationId xmlns:a16="http://schemas.microsoft.com/office/drawing/2014/main" id="{34929597-D0ED-4863-BD43-2F9F92F3E7F1}"/>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3" name="36-text-4">
            <a:extLst xmlns:a="http://schemas.openxmlformats.org/drawingml/2006/main">
              <a:ext uri="{FF2B5EF4-FFF2-40B4-BE49-F238E27FC236}">
                <a16:creationId xmlns:a16="http://schemas.microsoft.com/office/drawing/2014/main" id="{A448F018-C99F-40F4-9E14-9149EFC2B98B}"/>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4" name="narrative-number">
            <a:extLst xmlns:a="http://schemas.openxmlformats.org/drawingml/2006/main">
              <a:ext uri="{FF2B5EF4-FFF2-40B4-BE49-F238E27FC236}">
                <a16:creationId xmlns:a16="http://schemas.microsoft.com/office/drawing/2014/main" id="{E25EDEE4-9F3B-4533-AAFB-68BAEA6D1A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4013641515"/>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5" name="!!area-name">
            <a:extLst xmlns:a="http://schemas.openxmlformats.org/drawingml/2006/main">
              <a:ext uri="{FF2B5EF4-FFF2-40B4-BE49-F238E27FC236}">
                <a16:creationId xmlns:a16="http://schemas.microsoft.com/office/drawing/2014/main" id="{B19847E9-7DCE-4709-A03D-2AE1B3DFB0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67" name="mini-map"/>
          <p:cNvPicPr>
            <a:picLocks xmlns:a="http://schemas.openxmlformats.org/drawingml/2006/main" noChangeAspect="1"/>
          </p:cNvPicPr>
          <p:nvPr/>
        </p:nvPicPr>
        <p:blipFill>
          <a:blip xmlns:r="http://schemas.openxmlformats.org/officeDocument/2006/relationships" xmlns:a="http://schemas.openxmlformats.org/drawingml/2006/main" r:embed="R82c74c5dac1b445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7" name="slide-title">
            <a:extLst xmlns:a="http://schemas.openxmlformats.org/drawingml/2006/main">
              <a:ext uri="{FF2B5EF4-FFF2-40B4-BE49-F238E27FC236}">
                <a16:creationId xmlns:a16="http://schemas.microsoft.com/office/drawing/2014/main" id="{4D1A7E05-2AA6-46BA-B56C-7C1ED6DF2DF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48" name="header-divider">
            <a:extLst xmlns:a="http://schemas.openxmlformats.org/drawingml/2006/main">
              <a:ext uri="{FF2B5EF4-FFF2-40B4-BE49-F238E27FC236}">
                <a16:creationId xmlns:a16="http://schemas.microsoft.com/office/drawing/2014/main" id="{7E6A35FF-C071-49E9-9458-0EAAE0E6F97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9" name="37-text-1">
            <a:extLst xmlns:a="http://schemas.openxmlformats.org/drawingml/2006/main">
              <a:ext uri="{FF2B5EF4-FFF2-40B4-BE49-F238E27FC236}">
                <a16:creationId xmlns:a16="http://schemas.microsoft.com/office/drawing/2014/main" id="{4C5E78D1-561E-4AF0-90A7-DE1BA4CF0898}"/>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0" name="37-text-2">
            <a:extLst xmlns:a="http://schemas.openxmlformats.org/drawingml/2006/main">
              <a:ext uri="{FF2B5EF4-FFF2-40B4-BE49-F238E27FC236}">
                <a16:creationId xmlns:a16="http://schemas.microsoft.com/office/drawing/2014/main" id="{B7CBE461-DF95-42B5-B907-DB95C90FE563}"/>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1" name="37-text-3">
            <a:extLst xmlns:a="http://schemas.openxmlformats.org/drawingml/2006/main">
              <a:ext uri="{FF2B5EF4-FFF2-40B4-BE49-F238E27FC236}">
                <a16:creationId xmlns:a16="http://schemas.microsoft.com/office/drawing/2014/main" id="{D0701169-C30D-47EE-9297-EFF31BCF8980}"/>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2" name="37-text-4">
            <a:extLst xmlns:a="http://schemas.openxmlformats.org/drawingml/2006/main">
              <a:ext uri="{FF2B5EF4-FFF2-40B4-BE49-F238E27FC236}">
                <a16:creationId xmlns:a16="http://schemas.microsoft.com/office/drawing/2014/main" id="{91E6776B-8542-45AE-A425-02BB21492E21}"/>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3" name="37-text-5">
            <a:extLst xmlns:a="http://schemas.openxmlformats.org/drawingml/2006/main">
              <a:ext uri="{FF2B5EF4-FFF2-40B4-BE49-F238E27FC236}">
                <a16:creationId xmlns:a16="http://schemas.microsoft.com/office/drawing/2014/main" id="{59849372-5F7E-40C1-87F8-3B7C0B4AEE64}"/>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4" name="37-text-6">
            <a:extLst xmlns:a="http://schemas.openxmlformats.org/drawingml/2006/main">
              <a:ext uri="{FF2B5EF4-FFF2-40B4-BE49-F238E27FC236}">
                <a16:creationId xmlns:a16="http://schemas.microsoft.com/office/drawing/2014/main" id="{1D223E26-7124-45F4-BF9C-35451CC67391}"/>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5" name="37-text-7">
            <a:extLst xmlns:a="http://schemas.openxmlformats.org/drawingml/2006/main">
              <a:ext uri="{FF2B5EF4-FFF2-40B4-BE49-F238E27FC236}">
                <a16:creationId xmlns:a16="http://schemas.microsoft.com/office/drawing/2014/main" id="{97624E76-2331-4946-8D41-8A6B0A9D1370}"/>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56" name="37-text-8">
            <a:extLst xmlns:a="http://schemas.openxmlformats.org/drawingml/2006/main">
              <a:ext uri="{FF2B5EF4-FFF2-40B4-BE49-F238E27FC236}">
                <a16:creationId xmlns:a16="http://schemas.microsoft.com/office/drawing/2014/main" id="{87358172-D1F7-438F-A9BB-8365BF40D49C}"/>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57" name="37-text-9">
            <a:extLst xmlns:a="http://schemas.openxmlformats.org/drawingml/2006/main">
              <a:ext uri="{FF2B5EF4-FFF2-40B4-BE49-F238E27FC236}">
                <a16:creationId xmlns:a16="http://schemas.microsoft.com/office/drawing/2014/main" id="{A9CDC0B2-F285-45B5-82AE-4A7E1759B36F}"/>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58" name="37-text-10">
            <a:extLst xmlns:a="http://schemas.openxmlformats.org/drawingml/2006/main">
              <a:ext uri="{FF2B5EF4-FFF2-40B4-BE49-F238E27FC236}">
                <a16:creationId xmlns:a16="http://schemas.microsoft.com/office/drawing/2014/main" id="{3654C5BC-5067-420A-9D64-7E3E27F64512}"/>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59" name="37-text-11">
            <a:extLst xmlns:a="http://schemas.openxmlformats.org/drawingml/2006/main">
              <a:ext uri="{FF2B5EF4-FFF2-40B4-BE49-F238E27FC236}">
                <a16:creationId xmlns:a16="http://schemas.microsoft.com/office/drawing/2014/main" id="{E51C51B5-6F7A-4D7C-9688-5D9203E6CC75}"/>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0" name="37-line-13">
            <a:extLst xmlns:a="http://schemas.openxmlformats.org/drawingml/2006/main">
              <a:ext uri="{FF2B5EF4-FFF2-40B4-BE49-F238E27FC236}">
                <a16:creationId xmlns:a16="http://schemas.microsoft.com/office/drawing/2014/main" id="{FAFAA199-DAB1-4158-A411-AB5511B19BEF}"/>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1" name="37-line-15">
            <a:extLst xmlns:a="http://schemas.openxmlformats.org/drawingml/2006/main">
              <a:ext uri="{FF2B5EF4-FFF2-40B4-BE49-F238E27FC236}">
                <a16:creationId xmlns:a16="http://schemas.microsoft.com/office/drawing/2014/main" id="{90C27B38-B209-4FC3-972B-9CBD3BC0B890}"/>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2" name="37-line-17">
            <a:extLst xmlns:a="http://schemas.openxmlformats.org/drawingml/2006/main">
              <a:ext uri="{FF2B5EF4-FFF2-40B4-BE49-F238E27FC236}">
                <a16:creationId xmlns:a16="http://schemas.microsoft.com/office/drawing/2014/main" id="{E7F9F565-6225-4103-92F0-0C58B8C338EF}"/>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3" name="37-shape-18">
            <a:extLst xmlns:a="http://schemas.openxmlformats.org/drawingml/2006/main">
              <a:ext uri="{FF2B5EF4-FFF2-40B4-BE49-F238E27FC236}">
                <a16:creationId xmlns:a16="http://schemas.microsoft.com/office/drawing/2014/main" id="{B675B865-98DC-4D6A-89CB-506CC8A3D2F7}"/>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4" name="37-text-19">
            <a:extLst xmlns:a="http://schemas.openxmlformats.org/drawingml/2006/main">
              <a:ext uri="{FF2B5EF4-FFF2-40B4-BE49-F238E27FC236}">
                <a16:creationId xmlns:a16="http://schemas.microsoft.com/office/drawing/2014/main" id="{3035921A-9AC6-4B9F-BB41-9B40A12374C7}"/>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5" name="narrative-number">
            <a:extLst xmlns:a="http://schemas.openxmlformats.org/drawingml/2006/main">
              <a:ext uri="{FF2B5EF4-FFF2-40B4-BE49-F238E27FC236}">
                <a16:creationId xmlns:a16="http://schemas.microsoft.com/office/drawing/2014/main" id="{2362CF13-645E-441E-8E09-AF296BA619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794564249"/>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C29C0952-511F-4949-9653-4FF5D543FD7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78" name="mini-map"/>
          <p:cNvPicPr>
            <a:picLocks xmlns:a="http://schemas.openxmlformats.org/drawingml/2006/main" noChangeAspect="1"/>
          </p:cNvPicPr>
          <p:nvPr/>
        </p:nvPicPr>
        <p:blipFill>
          <a:blip xmlns:r="http://schemas.openxmlformats.org/officeDocument/2006/relationships" xmlns:a="http://schemas.openxmlformats.org/drawingml/2006/main" r:embed="R87f72e6e79d141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slide-title">
            <a:extLst xmlns:a="http://schemas.openxmlformats.org/drawingml/2006/main">
              <a:ext uri="{FF2B5EF4-FFF2-40B4-BE49-F238E27FC236}">
                <a16:creationId xmlns:a16="http://schemas.microsoft.com/office/drawing/2014/main" id="{0D4DAFBC-5DD2-4D3D-9B2A-A683B68D6D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69" name="header-divider">
            <a:extLst xmlns:a="http://schemas.openxmlformats.org/drawingml/2006/main">
              <a:ext uri="{FF2B5EF4-FFF2-40B4-BE49-F238E27FC236}">
                <a16:creationId xmlns:a16="http://schemas.microsoft.com/office/drawing/2014/main" id="{8B97D7B4-8A78-4452-99FD-7D466FFC0D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38-text-1">
            <a:extLst xmlns:a="http://schemas.openxmlformats.org/drawingml/2006/main">
              <a:ext uri="{FF2B5EF4-FFF2-40B4-BE49-F238E27FC236}">
                <a16:creationId xmlns:a16="http://schemas.microsoft.com/office/drawing/2014/main" id="{C3DB2A84-6B4C-4CC1-AF0D-7F033B16219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1" name="38-text-2">
            <a:extLst xmlns:a="http://schemas.openxmlformats.org/drawingml/2006/main">
              <a:ext uri="{FF2B5EF4-FFF2-40B4-BE49-F238E27FC236}">
                <a16:creationId xmlns:a16="http://schemas.microsoft.com/office/drawing/2014/main" id="{E65E3718-0C22-473E-BA23-39E5BF0E9F7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2" name="38-text-3">
            <a:extLst xmlns:a="http://schemas.openxmlformats.org/drawingml/2006/main">
              <a:ext uri="{FF2B5EF4-FFF2-40B4-BE49-F238E27FC236}">
                <a16:creationId xmlns:a16="http://schemas.microsoft.com/office/drawing/2014/main" id="{41CC17F7-CDFF-4303-943F-8724962B4256}"/>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3" name="38-text-4">
            <a:extLst xmlns:a="http://schemas.openxmlformats.org/drawingml/2006/main">
              <a:ext uri="{FF2B5EF4-FFF2-40B4-BE49-F238E27FC236}">
                <a16:creationId xmlns:a16="http://schemas.microsoft.com/office/drawing/2014/main" id="{4E28C015-D051-477D-B825-AEDA3EB62BB8}"/>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4" name="38-text-5">
            <a:extLst xmlns:a="http://schemas.openxmlformats.org/drawingml/2006/main">
              <a:ext uri="{FF2B5EF4-FFF2-40B4-BE49-F238E27FC236}">
                <a16:creationId xmlns:a16="http://schemas.microsoft.com/office/drawing/2014/main" id="{083802ED-09DB-4879-BD21-32B5E7B6E46B}"/>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5" name="38-text-6">
            <a:extLst xmlns:a="http://schemas.openxmlformats.org/drawingml/2006/main">
              <a:ext uri="{FF2B5EF4-FFF2-40B4-BE49-F238E27FC236}">
                <a16:creationId xmlns:a16="http://schemas.microsoft.com/office/drawing/2014/main" id="{186DDF1C-E730-442E-8C29-826949039FFE}"/>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76" name="narrative-number">
            <a:extLst xmlns:a="http://schemas.openxmlformats.org/drawingml/2006/main">
              <a:ext uri="{FF2B5EF4-FFF2-40B4-BE49-F238E27FC236}">
                <a16:creationId xmlns:a16="http://schemas.microsoft.com/office/drawing/2014/main" id="{42CAF5C5-AEDA-4171-9138-D31B73DF0C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779980406"/>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7" name="!!area-name">
            <a:extLst xmlns:a="http://schemas.openxmlformats.org/drawingml/2006/main">
              <a:ext uri="{FF2B5EF4-FFF2-40B4-BE49-F238E27FC236}">
                <a16:creationId xmlns:a16="http://schemas.microsoft.com/office/drawing/2014/main" id="{F34E7F57-7918-4E7B-A629-9F136651F7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2" name="mini-map"/>
          <p:cNvPicPr>
            <a:picLocks xmlns:a="http://schemas.openxmlformats.org/drawingml/2006/main" noChangeAspect="1"/>
          </p:cNvPicPr>
          <p:nvPr/>
        </p:nvPicPr>
        <p:blipFill>
          <a:blip xmlns:r="http://schemas.openxmlformats.org/officeDocument/2006/relationships" xmlns:a="http://schemas.openxmlformats.org/drawingml/2006/main" r:embed="R31ad32b8087f498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9" name="slide-title">
            <a:extLst xmlns:a="http://schemas.openxmlformats.org/drawingml/2006/main">
              <a:ext uri="{FF2B5EF4-FFF2-40B4-BE49-F238E27FC236}">
                <a16:creationId xmlns:a16="http://schemas.microsoft.com/office/drawing/2014/main" id="{7DB2EE66-9BCD-47D5-88AD-D05CEF9ADA2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0" name="header-divider">
            <a:extLst xmlns:a="http://schemas.openxmlformats.org/drawingml/2006/main">
              <a:ext uri="{FF2B5EF4-FFF2-40B4-BE49-F238E27FC236}">
                <a16:creationId xmlns:a16="http://schemas.microsoft.com/office/drawing/2014/main" id="{F787CD7B-887E-40F9-A129-190BC24488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1" name="39-text-1">
            <a:extLst xmlns:a="http://schemas.openxmlformats.org/drawingml/2006/main">
              <a:ext uri="{FF2B5EF4-FFF2-40B4-BE49-F238E27FC236}">
                <a16:creationId xmlns:a16="http://schemas.microsoft.com/office/drawing/2014/main" id="{FA149134-96EA-4DC4-A5DA-C51EB316668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2" name="39-text-2">
            <a:extLst xmlns:a="http://schemas.openxmlformats.org/drawingml/2006/main">
              <a:ext uri="{FF2B5EF4-FFF2-40B4-BE49-F238E27FC236}">
                <a16:creationId xmlns:a16="http://schemas.microsoft.com/office/drawing/2014/main" id="{B87F6B25-F7EA-49F3-8E2E-11A6EBFD3BC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3" name="39-text-3">
            <a:extLst xmlns:a="http://schemas.openxmlformats.org/drawingml/2006/main">
              <a:ext uri="{FF2B5EF4-FFF2-40B4-BE49-F238E27FC236}">
                <a16:creationId xmlns:a16="http://schemas.microsoft.com/office/drawing/2014/main" id="{9B28020B-4076-47AB-A8D0-710673D6587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4" name="39-text-4">
            <a:extLst xmlns:a="http://schemas.openxmlformats.org/drawingml/2006/main">
              <a:ext uri="{FF2B5EF4-FFF2-40B4-BE49-F238E27FC236}">
                <a16:creationId xmlns:a16="http://schemas.microsoft.com/office/drawing/2014/main" id="{30F77816-AE5A-4B4A-A2FA-82D289A89F6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85" name="39-text-5">
            <a:extLst xmlns:a="http://schemas.openxmlformats.org/drawingml/2006/main">
              <a:ext uri="{FF2B5EF4-FFF2-40B4-BE49-F238E27FC236}">
                <a16:creationId xmlns:a16="http://schemas.microsoft.com/office/drawing/2014/main" id="{D0B60FD2-7F64-4CA2-B08E-405AF4DD0BCC}"/>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86" name="39-text-6">
            <a:extLst xmlns:a="http://schemas.openxmlformats.org/drawingml/2006/main">
              <a:ext uri="{FF2B5EF4-FFF2-40B4-BE49-F238E27FC236}">
                <a16:creationId xmlns:a16="http://schemas.microsoft.com/office/drawing/2014/main" id="{B62B36E3-41F9-4CF2-88FE-F788EF4721D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87" name="39-text-7">
            <a:extLst xmlns:a="http://schemas.openxmlformats.org/drawingml/2006/main">
              <a:ext uri="{FF2B5EF4-FFF2-40B4-BE49-F238E27FC236}">
                <a16:creationId xmlns:a16="http://schemas.microsoft.com/office/drawing/2014/main" id="{9F91EACF-DC4D-4B39-A751-0C1266C9BAC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88" name="39-text-8">
            <a:extLst xmlns:a="http://schemas.openxmlformats.org/drawingml/2006/main">
              <a:ext uri="{FF2B5EF4-FFF2-40B4-BE49-F238E27FC236}">
                <a16:creationId xmlns:a16="http://schemas.microsoft.com/office/drawing/2014/main" id="{2D01D039-8B56-4F4D-90AB-B62ECFD0FD7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89" name="39-text-9">
            <a:extLst xmlns:a="http://schemas.openxmlformats.org/drawingml/2006/main">
              <a:ext uri="{FF2B5EF4-FFF2-40B4-BE49-F238E27FC236}">
                <a16:creationId xmlns:a16="http://schemas.microsoft.com/office/drawing/2014/main" id="{5EEE561B-B331-4CFB-AE2D-CBEE9E589B4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0" name="narrative-number">
            <a:extLst xmlns:a="http://schemas.openxmlformats.org/drawingml/2006/main">
              <a:ext uri="{FF2B5EF4-FFF2-40B4-BE49-F238E27FC236}">
                <a16:creationId xmlns:a16="http://schemas.microsoft.com/office/drawing/2014/main" id="{765F5A1F-0AB3-4710-A363-1C8EA4B3A1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744815880"/>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1" name="!!area-name">
            <a:extLst xmlns:a="http://schemas.openxmlformats.org/drawingml/2006/main">
              <a:ext uri="{FF2B5EF4-FFF2-40B4-BE49-F238E27FC236}">
                <a16:creationId xmlns:a16="http://schemas.microsoft.com/office/drawing/2014/main" id="{04EC5988-74F0-431C-B546-B47E7F4986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0" name="mini-map"/>
          <p:cNvPicPr>
            <a:picLocks xmlns:a="http://schemas.openxmlformats.org/drawingml/2006/main" noChangeAspect="1"/>
          </p:cNvPicPr>
          <p:nvPr/>
        </p:nvPicPr>
        <p:blipFill>
          <a:blip xmlns:r="http://schemas.openxmlformats.org/officeDocument/2006/relationships" xmlns:a="http://schemas.openxmlformats.org/drawingml/2006/main" r:embed="R253a2cc39637470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3" name="slide-title">
            <a:extLst xmlns:a="http://schemas.openxmlformats.org/drawingml/2006/main">
              <a:ext uri="{FF2B5EF4-FFF2-40B4-BE49-F238E27FC236}">
                <a16:creationId xmlns:a16="http://schemas.microsoft.com/office/drawing/2014/main" id="{0264EC8B-3301-42CF-A04A-81D6504AA7B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4" name="header-divider">
            <a:extLst xmlns:a="http://schemas.openxmlformats.org/drawingml/2006/main">
              <a:ext uri="{FF2B5EF4-FFF2-40B4-BE49-F238E27FC236}">
                <a16:creationId xmlns:a16="http://schemas.microsoft.com/office/drawing/2014/main" id="{C57B2E0D-BCED-43D4-AF2D-7CD2A58582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5" name="40-text-1">
            <a:extLst xmlns:a="http://schemas.openxmlformats.org/drawingml/2006/main">
              <a:ext uri="{FF2B5EF4-FFF2-40B4-BE49-F238E27FC236}">
                <a16:creationId xmlns:a16="http://schemas.microsoft.com/office/drawing/2014/main" id="{4C489F36-9167-4133-8A06-928FB847EBB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4"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7" name="40-text-3">
            <a:extLst xmlns:a="http://schemas.openxmlformats.org/drawingml/2006/main">
              <a:ext uri="{FF2B5EF4-FFF2-40B4-BE49-F238E27FC236}">
                <a16:creationId xmlns:a16="http://schemas.microsoft.com/office/drawing/2014/main" id="{5E58A70C-A556-4946-8F05-B6356366BF5E}"/>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98" name="narrative-number">
            <a:extLst xmlns:a="http://schemas.openxmlformats.org/drawingml/2006/main">
              <a:ext uri="{FF2B5EF4-FFF2-40B4-BE49-F238E27FC236}">
                <a16:creationId xmlns:a16="http://schemas.microsoft.com/office/drawing/2014/main" id="{D6D9F73F-1DB1-4ECF-853C-3A6420050B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722962985"/>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8" name="41-image-1"/>
          <p:cNvPicPr>
            <a:picLocks xmlns:a="http://schemas.openxmlformats.org/drawingml/2006/main" noChangeAspect="1"/>
          </p:cNvPicPr>
          <p:nvPr/>
        </p:nvPicPr>
        <p:blipFill>
          <a:blip xmlns:r="http://schemas.openxmlformats.org/officeDocument/2006/relationships" xmlns:a="http://schemas.openxmlformats.org/drawingml/2006/main" r:embed="Rae5096b00511478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0" name="slide-title">
            <a:extLst xmlns:a="http://schemas.openxmlformats.org/drawingml/2006/main">
              <a:ext uri="{FF2B5EF4-FFF2-40B4-BE49-F238E27FC236}">
                <a16:creationId xmlns:a16="http://schemas.microsoft.com/office/drawing/2014/main" id="{25B057DE-53BE-4C47-A270-AF304DADFE1E}"/>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1" name="area-key-1">
            <a:extLst xmlns:a="http://schemas.openxmlformats.org/drawingml/2006/main">
              <a:ext uri="{FF2B5EF4-FFF2-40B4-BE49-F238E27FC236}">
                <a16:creationId xmlns:a16="http://schemas.microsoft.com/office/drawing/2014/main" id="{85C31112-C274-4FF9-957D-59DF472833B9}"/>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2" name="area-key-2">
            <a:extLst xmlns:a="http://schemas.openxmlformats.org/drawingml/2006/main">
              <a:ext uri="{FF2B5EF4-FFF2-40B4-BE49-F238E27FC236}">
                <a16:creationId xmlns:a16="http://schemas.microsoft.com/office/drawing/2014/main" id="{62DB2A3C-E571-4417-8E58-A71251CB0783}"/>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3" name="area-key-3">
            <a:extLst xmlns:a="http://schemas.openxmlformats.org/drawingml/2006/main">
              <a:ext uri="{FF2B5EF4-FFF2-40B4-BE49-F238E27FC236}">
                <a16:creationId xmlns:a16="http://schemas.microsoft.com/office/drawing/2014/main" id="{032F8931-2395-4FAA-84BE-0664D5BBF793}"/>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4" name="area-key-4">
            <a:extLst xmlns:a="http://schemas.openxmlformats.org/drawingml/2006/main">
              <a:ext uri="{FF2B5EF4-FFF2-40B4-BE49-F238E27FC236}">
                <a16:creationId xmlns:a16="http://schemas.microsoft.com/office/drawing/2014/main" id="{36258B7D-6DA1-4BAF-BFE2-9FE7E7BA8FAC}"/>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5" name="area-key-5">
            <a:extLst xmlns:a="http://schemas.openxmlformats.org/drawingml/2006/main">
              <a:ext uri="{FF2B5EF4-FFF2-40B4-BE49-F238E27FC236}">
                <a16:creationId xmlns:a16="http://schemas.microsoft.com/office/drawing/2014/main" id="{AF86F98F-0817-4404-AAAB-19A525C22490}"/>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06" name="area-key-6">
            <a:extLst xmlns:a="http://schemas.openxmlformats.org/drawingml/2006/main">
              <a:ext uri="{FF2B5EF4-FFF2-40B4-BE49-F238E27FC236}">
                <a16:creationId xmlns:a16="http://schemas.microsoft.com/office/drawing/2014/main" id="{501F48FE-C86E-4F65-9542-F16650105EA2}"/>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07" name="narrative-number">
            <a:extLst xmlns:a="http://schemas.openxmlformats.org/drawingml/2006/main">
              <a:ext uri="{FF2B5EF4-FFF2-40B4-BE49-F238E27FC236}">
                <a16:creationId xmlns:a16="http://schemas.microsoft.com/office/drawing/2014/main" id="{DACFE487-1DC7-48B4-AB79-D39F491495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78006496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8" name="section-label">
            <a:extLst xmlns:a="http://schemas.openxmlformats.org/drawingml/2006/main">
              <a:ext uri="{FF2B5EF4-FFF2-40B4-BE49-F238E27FC236}">
                <a16:creationId xmlns:a16="http://schemas.microsoft.com/office/drawing/2014/main" id="{22D24AB1-F6FE-4B8F-AB16-D3823CE09D8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9" name="section-rule">
            <a:extLst xmlns:a="http://schemas.openxmlformats.org/drawingml/2006/main">
              <a:ext uri="{FF2B5EF4-FFF2-40B4-BE49-F238E27FC236}">
                <a16:creationId xmlns:a16="http://schemas.microsoft.com/office/drawing/2014/main" id="{3DD2FA2F-F2B7-4E54-BA8E-65C19DF01F0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0" name="section-title">
            <a:extLst xmlns:a="http://schemas.openxmlformats.org/drawingml/2006/main">
              <a:ext uri="{FF2B5EF4-FFF2-40B4-BE49-F238E27FC236}">
                <a16:creationId xmlns:a16="http://schemas.microsoft.com/office/drawing/2014/main" id="{4F0F09B2-BE15-48FE-81A7-12DB5CB209B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1" name="narrative-number">
            <a:extLst xmlns:a="http://schemas.openxmlformats.org/drawingml/2006/main">
              <a:ext uri="{FF2B5EF4-FFF2-40B4-BE49-F238E27FC236}">
                <a16:creationId xmlns:a16="http://schemas.microsoft.com/office/drawing/2014/main" id="{9E7DE312-6A89-436C-A88E-6BA508D8C7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655601603"/>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2" name="!!area-name">
            <a:extLst xmlns:a="http://schemas.openxmlformats.org/drawingml/2006/main">
              <a:ext uri="{FF2B5EF4-FFF2-40B4-BE49-F238E27FC236}">
                <a16:creationId xmlns:a16="http://schemas.microsoft.com/office/drawing/2014/main" id="{F4E48CCF-84A7-41CC-B07A-EED34B79174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9" name="mini-map"/>
          <p:cNvPicPr>
            <a:picLocks xmlns:a="http://schemas.openxmlformats.org/drawingml/2006/main" noChangeAspect="1"/>
          </p:cNvPicPr>
          <p:nvPr/>
        </p:nvPicPr>
        <p:blipFill>
          <a:blip xmlns:r="http://schemas.openxmlformats.org/officeDocument/2006/relationships" xmlns:a="http://schemas.openxmlformats.org/drawingml/2006/main" r:embed="R998cf595aa5847b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4" name="slide-title">
            <a:extLst xmlns:a="http://schemas.openxmlformats.org/drawingml/2006/main">
              <a:ext uri="{FF2B5EF4-FFF2-40B4-BE49-F238E27FC236}">
                <a16:creationId xmlns:a16="http://schemas.microsoft.com/office/drawing/2014/main" id="{2F0DD700-33CA-4806-AD89-DC2BE71D7AE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5" name="header-divider">
            <a:extLst xmlns:a="http://schemas.openxmlformats.org/drawingml/2006/main">
              <a:ext uri="{FF2B5EF4-FFF2-40B4-BE49-F238E27FC236}">
                <a16:creationId xmlns:a16="http://schemas.microsoft.com/office/drawing/2014/main" id="{03A17C07-EC4A-4F49-AD0C-DCE7F38B57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2"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7" name="narrative-number">
            <a:extLst xmlns:a="http://schemas.openxmlformats.org/drawingml/2006/main">
              <a:ext uri="{FF2B5EF4-FFF2-40B4-BE49-F238E27FC236}">
                <a16:creationId xmlns:a16="http://schemas.microsoft.com/office/drawing/2014/main" id="{8FF0FB3F-4E20-4FC0-8A85-C5CDB653C9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693289620"/>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area-name">
            <a:extLst xmlns:a="http://schemas.openxmlformats.org/drawingml/2006/main">
              <a:ext uri="{FF2B5EF4-FFF2-40B4-BE49-F238E27FC236}">
                <a16:creationId xmlns:a16="http://schemas.microsoft.com/office/drawing/2014/main" id="{244A5F8F-0807-4232-A426-036C6556A1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5" name="mini-map"/>
          <p:cNvPicPr>
            <a:picLocks xmlns:a="http://schemas.openxmlformats.org/drawingml/2006/main" noChangeAspect="1"/>
          </p:cNvPicPr>
          <p:nvPr/>
        </p:nvPicPr>
        <p:blipFill>
          <a:blip xmlns:r="http://schemas.openxmlformats.org/officeDocument/2006/relationships" xmlns:a="http://schemas.openxmlformats.org/drawingml/2006/main" r:embed="Rb7cca67f08e8411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0" name="slide-title">
            <a:extLst xmlns:a="http://schemas.openxmlformats.org/drawingml/2006/main">
              <a:ext uri="{FF2B5EF4-FFF2-40B4-BE49-F238E27FC236}">
                <a16:creationId xmlns:a16="http://schemas.microsoft.com/office/drawing/2014/main" id="{1D089D5A-7F92-4904-B6B1-0582372266D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1" name="header-divider">
            <a:extLst xmlns:a="http://schemas.openxmlformats.org/drawingml/2006/main">
              <a:ext uri="{FF2B5EF4-FFF2-40B4-BE49-F238E27FC236}">
                <a16:creationId xmlns:a16="http://schemas.microsoft.com/office/drawing/2014/main" id="{830DE31B-CB61-4293-9057-1CDEB12C12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8"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3" name="narrative-number">
            <a:extLst xmlns:a="http://schemas.openxmlformats.org/drawingml/2006/main">
              <a:ext uri="{FF2B5EF4-FFF2-40B4-BE49-F238E27FC236}">
                <a16:creationId xmlns:a16="http://schemas.microsoft.com/office/drawing/2014/main" id="{B4877088-D156-4CD5-872D-26F04C0B79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2428689615"/>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4" name="!!area-name">
            <a:extLst xmlns:a="http://schemas.openxmlformats.org/drawingml/2006/main">
              <a:ext uri="{FF2B5EF4-FFF2-40B4-BE49-F238E27FC236}">
                <a16:creationId xmlns:a16="http://schemas.microsoft.com/office/drawing/2014/main" id="{DB0302C4-CC9E-46B7-AADC-FB347F3B9E5C}"/>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5" name="header-divider">
            <a:extLst xmlns:a="http://schemas.openxmlformats.org/drawingml/2006/main">
              <a:ext uri="{FF2B5EF4-FFF2-40B4-BE49-F238E27FC236}">
                <a16:creationId xmlns:a16="http://schemas.microsoft.com/office/drawing/2014/main" id="{6A5941AB-9D8B-4CC3-BEC3-48948899A3FA}"/>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6" name="45-shape-1">
            <a:extLst xmlns:a="http://schemas.openxmlformats.org/drawingml/2006/main">
              <a:ext uri="{FF2B5EF4-FFF2-40B4-BE49-F238E27FC236}">
                <a16:creationId xmlns:a16="http://schemas.microsoft.com/office/drawing/2014/main" id="{DD9B4A84-9770-4F0F-A921-A19D7F2B028D}"/>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7" name="45-shape-2">
            <a:extLst xmlns:a="http://schemas.openxmlformats.org/drawingml/2006/main">
              <a:ext uri="{FF2B5EF4-FFF2-40B4-BE49-F238E27FC236}">
                <a16:creationId xmlns:a16="http://schemas.microsoft.com/office/drawing/2014/main" id="{54AB19A5-9D03-444C-9583-2255EAE48024}"/>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28" name="45-text-3">
            <a:extLst xmlns:a="http://schemas.openxmlformats.org/drawingml/2006/main">
              <a:ext uri="{FF2B5EF4-FFF2-40B4-BE49-F238E27FC236}">
                <a16:creationId xmlns:a16="http://schemas.microsoft.com/office/drawing/2014/main" id="{679694F2-D28B-4512-995C-7469FDB31B09}"/>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29" name="45-text-4">
            <a:extLst xmlns:a="http://schemas.openxmlformats.org/drawingml/2006/main">
              <a:ext uri="{FF2B5EF4-FFF2-40B4-BE49-F238E27FC236}">
                <a16:creationId xmlns:a16="http://schemas.microsoft.com/office/drawing/2014/main" id="{C91B8E86-85C3-447C-9018-7A7042A9F872}"/>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0" name="45-shape-5">
            <a:extLst xmlns:a="http://schemas.openxmlformats.org/drawingml/2006/main">
              <a:ext uri="{FF2B5EF4-FFF2-40B4-BE49-F238E27FC236}">
                <a16:creationId xmlns:a16="http://schemas.microsoft.com/office/drawing/2014/main" id="{3E09885B-0A24-4EE4-A5D1-0B708B1FF2EA}"/>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1" name="45-shape-6">
            <a:extLst xmlns:a="http://schemas.openxmlformats.org/drawingml/2006/main">
              <a:ext uri="{FF2B5EF4-FFF2-40B4-BE49-F238E27FC236}">
                <a16:creationId xmlns:a16="http://schemas.microsoft.com/office/drawing/2014/main" id="{0756513A-F3A4-4D88-85A8-1AFB3CE9A49D}"/>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2" name="45-text-7">
            <a:extLst xmlns:a="http://schemas.openxmlformats.org/drawingml/2006/main">
              <a:ext uri="{FF2B5EF4-FFF2-40B4-BE49-F238E27FC236}">
                <a16:creationId xmlns:a16="http://schemas.microsoft.com/office/drawing/2014/main" id="{1635610D-B097-43B4-B2A1-3ABE7C0C86AA}"/>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3" name="45-text-8">
            <a:extLst xmlns:a="http://schemas.openxmlformats.org/drawingml/2006/main">
              <a:ext uri="{FF2B5EF4-FFF2-40B4-BE49-F238E27FC236}">
                <a16:creationId xmlns:a16="http://schemas.microsoft.com/office/drawing/2014/main" id="{135ADF86-D62A-4018-B692-B691012D98B0}"/>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4" name="45-shape-9">
            <a:extLst xmlns:a="http://schemas.openxmlformats.org/drawingml/2006/main">
              <a:ext uri="{FF2B5EF4-FFF2-40B4-BE49-F238E27FC236}">
                <a16:creationId xmlns:a16="http://schemas.microsoft.com/office/drawing/2014/main" id="{C2210051-4948-4A10-9442-C0B7DA05C2A8}"/>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5" name="45-shape-10">
            <a:extLst xmlns:a="http://schemas.openxmlformats.org/drawingml/2006/main">
              <a:ext uri="{FF2B5EF4-FFF2-40B4-BE49-F238E27FC236}">
                <a16:creationId xmlns:a16="http://schemas.microsoft.com/office/drawing/2014/main" id="{FFAB1662-D6ED-4D85-B0CA-EA2C016769F1}"/>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6" name="45-text-11">
            <a:extLst xmlns:a="http://schemas.openxmlformats.org/drawingml/2006/main">
              <a:ext uri="{FF2B5EF4-FFF2-40B4-BE49-F238E27FC236}">
                <a16:creationId xmlns:a16="http://schemas.microsoft.com/office/drawing/2014/main" id="{4A7FF79A-7B22-4878-9132-58ECD0F842EF}"/>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37" name="45-text-12">
            <a:extLst xmlns:a="http://schemas.openxmlformats.org/drawingml/2006/main">
              <a:ext uri="{FF2B5EF4-FFF2-40B4-BE49-F238E27FC236}">
                <a16:creationId xmlns:a16="http://schemas.microsoft.com/office/drawing/2014/main" id="{58A18D49-1104-4A8F-8EF7-66368FEAF608}"/>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38" name="45-shape-13">
            <a:extLst xmlns:a="http://schemas.openxmlformats.org/drawingml/2006/main">
              <a:ext uri="{FF2B5EF4-FFF2-40B4-BE49-F238E27FC236}">
                <a16:creationId xmlns:a16="http://schemas.microsoft.com/office/drawing/2014/main" id="{988AE94C-6C4D-4DF0-97F3-2426FF98A33F}"/>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9" name="45-shape-14">
            <a:extLst xmlns:a="http://schemas.openxmlformats.org/drawingml/2006/main">
              <a:ext uri="{FF2B5EF4-FFF2-40B4-BE49-F238E27FC236}">
                <a16:creationId xmlns:a16="http://schemas.microsoft.com/office/drawing/2014/main" id="{0DF41DDB-07FC-44E7-964E-BBCDAF618593}"/>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0" name="45-text-15">
            <a:extLst xmlns:a="http://schemas.openxmlformats.org/drawingml/2006/main">
              <a:ext uri="{FF2B5EF4-FFF2-40B4-BE49-F238E27FC236}">
                <a16:creationId xmlns:a16="http://schemas.microsoft.com/office/drawing/2014/main" id="{92DD09EE-278A-4DC2-A81D-57458DF7D99A}"/>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1" name="45-text-16">
            <a:extLst xmlns:a="http://schemas.openxmlformats.org/drawingml/2006/main">
              <a:ext uri="{FF2B5EF4-FFF2-40B4-BE49-F238E27FC236}">
                <a16:creationId xmlns:a16="http://schemas.microsoft.com/office/drawing/2014/main" id="{9B2442FF-96D9-45A6-BC37-7C8165445908}"/>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2" name="45-shape-17">
            <a:extLst xmlns:a="http://schemas.openxmlformats.org/drawingml/2006/main">
              <a:ext uri="{FF2B5EF4-FFF2-40B4-BE49-F238E27FC236}">
                <a16:creationId xmlns:a16="http://schemas.microsoft.com/office/drawing/2014/main" id="{A82851A2-4BF6-4728-B473-590AC7DFAE62}"/>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45-shape-18">
            <a:extLst xmlns:a="http://schemas.openxmlformats.org/drawingml/2006/main">
              <a:ext uri="{FF2B5EF4-FFF2-40B4-BE49-F238E27FC236}">
                <a16:creationId xmlns:a16="http://schemas.microsoft.com/office/drawing/2014/main" id="{1308A317-60EC-43A5-9B24-103DDCC6AF5A}"/>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4" name="45-text-19">
            <a:extLst xmlns:a="http://schemas.openxmlformats.org/drawingml/2006/main">
              <a:ext uri="{FF2B5EF4-FFF2-40B4-BE49-F238E27FC236}">
                <a16:creationId xmlns:a16="http://schemas.microsoft.com/office/drawing/2014/main" id="{2523DD90-94CF-4C20-9A4A-A9B0D667F986}"/>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5" name="45-text-20">
            <a:extLst xmlns:a="http://schemas.openxmlformats.org/drawingml/2006/main">
              <a:ext uri="{FF2B5EF4-FFF2-40B4-BE49-F238E27FC236}">
                <a16:creationId xmlns:a16="http://schemas.microsoft.com/office/drawing/2014/main" id="{F7A1B7AF-DBD6-447F-80B7-8BBA92F7E03C}"/>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46" name="45-shape-21">
            <a:extLst xmlns:a="http://schemas.openxmlformats.org/drawingml/2006/main">
              <a:ext uri="{FF2B5EF4-FFF2-40B4-BE49-F238E27FC236}">
                <a16:creationId xmlns:a16="http://schemas.microsoft.com/office/drawing/2014/main" id="{9952D491-ADB2-43C9-8CC7-688BBED9FE2E}"/>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45-shape-22">
            <a:extLst xmlns:a="http://schemas.openxmlformats.org/drawingml/2006/main">
              <a:ext uri="{FF2B5EF4-FFF2-40B4-BE49-F238E27FC236}">
                <a16:creationId xmlns:a16="http://schemas.microsoft.com/office/drawing/2014/main" id="{535BEC0A-A83B-4BCD-9AE5-06B722BC1254}"/>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48" name="45-text-23">
            <a:extLst xmlns:a="http://schemas.openxmlformats.org/drawingml/2006/main">
              <a:ext uri="{FF2B5EF4-FFF2-40B4-BE49-F238E27FC236}">
                <a16:creationId xmlns:a16="http://schemas.microsoft.com/office/drawing/2014/main" id="{2B9275D0-CF79-4951-95BA-31948966385B}"/>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49" name="45-text-24">
            <a:extLst xmlns:a="http://schemas.openxmlformats.org/drawingml/2006/main">
              <a:ext uri="{FF2B5EF4-FFF2-40B4-BE49-F238E27FC236}">
                <a16:creationId xmlns:a16="http://schemas.microsoft.com/office/drawing/2014/main" id="{AAA6F9E6-EEE9-495E-BAC9-F5074BD212D1}"/>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0" name="narrative-number">
            <a:extLst xmlns:a="http://schemas.openxmlformats.org/drawingml/2006/main">
              <a:ext uri="{FF2B5EF4-FFF2-40B4-BE49-F238E27FC236}">
                <a16:creationId xmlns:a16="http://schemas.microsoft.com/office/drawing/2014/main" id="{53898D78-6459-4A4F-BE9C-80F7F10B93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721898644"/>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1" name="!!area-name">
            <a:extLst xmlns:a="http://schemas.openxmlformats.org/drawingml/2006/main">
              <a:ext uri="{FF2B5EF4-FFF2-40B4-BE49-F238E27FC236}">
                <a16:creationId xmlns:a16="http://schemas.microsoft.com/office/drawing/2014/main" id="{75D39ABE-6C59-4E6C-9983-C1A13C2DD2B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69" name="mini-map"/>
          <p:cNvPicPr>
            <a:picLocks xmlns:a="http://schemas.openxmlformats.org/drawingml/2006/main" noChangeAspect="1"/>
          </p:cNvPicPr>
          <p:nvPr/>
        </p:nvPicPr>
        <p:blipFill>
          <a:blip xmlns:r="http://schemas.openxmlformats.org/officeDocument/2006/relationships" xmlns:a="http://schemas.openxmlformats.org/drawingml/2006/main" r:embed="R9bfc84bdf08549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3" name="slide-title">
            <a:extLst xmlns:a="http://schemas.openxmlformats.org/drawingml/2006/main">
              <a:ext uri="{FF2B5EF4-FFF2-40B4-BE49-F238E27FC236}">
                <a16:creationId xmlns:a16="http://schemas.microsoft.com/office/drawing/2014/main" id="{B49AD614-AD8A-4D90-8248-153615F43E6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4" name="header-divider">
            <a:extLst xmlns:a="http://schemas.openxmlformats.org/drawingml/2006/main">
              <a:ext uri="{FF2B5EF4-FFF2-40B4-BE49-F238E27FC236}">
                <a16:creationId xmlns:a16="http://schemas.microsoft.com/office/drawing/2014/main" id="{B7E66358-A1DF-4E23-827D-FDD1911BD99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5" name="46-shape-1">
            <a:extLst xmlns:a="http://schemas.openxmlformats.org/drawingml/2006/main">
              <a:ext uri="{FF2B5EF4-FFF2-40B4-BE49-F238E27FC236}">
                <a16:creationId xmlns:a16="http://schemas.microsoft.com/office/drawing/2014/main" id="{448DD9B2-F20A-455F-BF0E-0955DB8F773B}"/>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6" name="46-text-2">
            <a:extLst xmlns:a="http://schemas.openxmlformats.org/drawingml/2006/main">
              <a:ext uri="{FF2B5EF4-FFF2-40B4-BE49-F238E27FC236}">
                <a16:creationId xmlns:a16="http://schemas.microsoft.com/office/drawing/2014/main" id="{D1866699-54B9-4E56-99DD-6522224D1020}"/>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57" name="46-text-3">
            <a:extLst xmlns:a="http://schemas.openxmlformats.org/drawingml/2006/main">
              <a:ext uri="{FF2B5EF4-FFF2-40B4-BE49-F238E27FC236}">
                <a16:creationId xmlns:a16="http://schemas.microsoft.com/office/drawing/2014/main" id="{BAACF6FC-2B35-4788-B65F-707B3FF1F4B7}"/>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58" name="46-shape-4">
            <a:extLst xmlns:a="http://schemas.openxmlformats.org/drawingml/2006/main">
              <a:ext uri="{FF2B5EF4-FFF2-40B4-BE49-F238E27FC236}">
                <a16:creationId xmlns:a16="http://schemas.microsoft.com/office/drawing/2014/main" id="{7BBC430F-45DF-46FE-BB23-C2D824CC3460}"/>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9" name="46-text-5">
            <a:extLst xmlns:a="http://schemas.openxmlformats.org/drawingml/2006/main">
              <a:ext uri="{FF2B5EF4-FFF2-40B4-BE49-F238E27FC236}">
                <a16:creationId xmlns:a16="http://schemas.microsoft.com/office/drawing/2014/main" id="{7D53AC52-5E5D-44C0-93F6-362D4705418F}"/>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0" name="46-text-6">
            <a:extLst xmlns:a="http://schemas.openxmlformats.org/drawingml/2006/main">
              <a:ext uri="{FF2B5EF4-FFF2-40B4-BE49-F238E27FC236}">
                <a16:creationId xmlns:a16="http://schemas.microsoft.com/office/drawing/2014/main" id="{8043E838-915E-4F8C-995D-3965B1F70958}"/>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1" name="46-shape-7">
            <a:extLst xmlns:a="http://schemas.openxmlformats.org/drawingml/2006/main">
              <a:ext uri="{FF2B5EF4-FFF2-40B4-BE49-F238E27FC236}">
                <a16:creationId xmlns:a16="http://schemas.microsoft.com/office/drawing/2014/main" id="{37E23E7C-89C6-4FD4-8BA4-FA1B628ADF70}"/>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2" name="46-text-8">
            <a:extLst xmlns:a="http://schemas.openxmlformats.org/drawingml/2006/main">
              <a:ext uri="{FF2B5EF4-FFF2-40B4-BE49-F238E27FC236}">
                <a16:creationId xmlns:a16="http://schemas.microsoft.com/office/drawing/2014/main" id="{DB4DD62C-E34D-4359-8C13-F28F6494996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3" name="46-text-9">
            <a:extLst xmlns:a="http://schemas.openxmlformats.org/drawingml/2006/main">
              <a:ext uri="{FF2B5EF4-FFF2-40B4-BE49-F238E27FC236}">
                <a16:creationId xmlns:a16="http://schemas.microsoft.com/office/drawing/2014/main" id="{648A6996-E2D7-4ECD-BAB8-5D34D9C004D9}"/>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4" name="46-shape-10">
            <a:extLst xmlns:a="http://schemas.openxmlformats.org/drawingml/2006/main">
              <a:ext uri="{FF2B5EF4-FFF2-40B4-BE49-F238E27FC236}">
                <a16:creationId xmlns:a16="http://schemas.microsoft.com/office/drawing/2014/main" id="{FDE92A4B-AE8E-498A-847D-1955C2B1809B}"/>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5" name="46-text-11">
            <a:extLst xmlns:a="http://schemas.openxmlformats.org/drawingml/2006/main">
              <a:ext uri="{FF2B5EF4-FFF2-40B4-BE49-F238E27FC236}">
                <a16:creationId xmlns:a16="http://schemas.microsoft.com/office/drawing/2014/main" id="{461C7665-3AF9-4C67-B842-F735852A62F3}"/>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66" name="46-text-12">
            <a:extLst xmlns:a="http://schemas.openxmlformats.org/drawingml/2006/main">
              <a:ext uri="{FF2B5EF4-FFF2-40B4-BE49-F238E27FC236}">
                <a16:creationId xmlns:a16="http://schemas.microsoft.com/office/drawing/2014/main" id="{B48A3D96-19E4-4C7A-99F9-E3A136242796}"/>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67" name="narrative-number">
            <a:extLst xmlns:a="http://schemas.openxmlformats.org/drawingml/2006/main">
              <a:ext uri="{FF2B5EF4-FFF2-40B4-BE49-F238E27FC236}">
                <a16:creationId xmlns:a16="http://schemas.microsoft.com/office/drawing/2014/main" id="{29BEFCC1-8743-413E-8A16-EBB717B54C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235165560"/>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8" name="47-text-1">
            <a:extLst xmlns:a="http://schemas.openxmlformats.org/drawingml/2006/main">
              <a:ext uri="{FF2B5EF4-FFF2-40B4-BE49-F238E27FC236}">
                <a16:creationId xmlns:a16="http://schemas.microsoft.com/office/drawing/2014/main" id="{77BA5514-AF18-4D40-B8B4-04A9B19C2DDB}"/>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69" name="47-text-2">
            <a:extLst xmlns:a="http://schemas.openxmlformats.org/drawingml/2006/main">
              <a:ext uri="{FF2B5EF4-FFF2-40B4-BE49-F238E27FC236}">
                <a16:creationId xmlns:a16="http://schemas.microsoft.com/office/drawing/2014/main" id="{9CB8BF7C-EB30-46D1-8C58-E7EAF84973EE}"/>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0" name="47-text-3">
            <a:extLst xmlns:a="http://schemas.openxmlformats.org/drawingml/2006/main">
              <a:ext uri="{FF2B5EF4-FFF2-40B4-BE49-F238E27FC236}">
                <a16:creationId xmlns:a16="http://schemas.microsoft.com/office/drawing/2014/main" id="{55DF8A4A-CDBD-4BF9-9461-7C3F2FA8CC68}"/>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1" name="narrative-number">
            <a:extLst xmlns:a="http://schemas.openxmlformats.org/drawingml/2006/main">
              <a:ext uri="{FF2B5EF4-FFF2-40B4-BE49-F238E27FC236}">
                <a16:creationId xmlns:a16="http://schemas.microsoft.com/office/drawing/2014/main" id="{E7F48956-C2F0-4C2D-B093-FE1D9FE182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8356390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2" name="slide-title">
            <a:extLst xmlns:a="http://schemas.openxmlformats.org/drawingml/2006/main">
              <a:ext uri="{FF2B5EF4-FFF2-40B4-BE49-F238E27FC236}">
                <a16:creationId xmlns:a16="http://schemas.microsoft.com/office/drawing/2014/main" id="{041A405B-CBAD-44BE-A96B-CC267A062A1A}"/>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3" name="header-divider">
            <a:extLst xmlns:a="http://schemas.openxmlformats.org/drawingml/2006/main">
              <a:ext uri="{FF2B5EF4-FFF2-40B4-BE49-F238E27FC236}">
                <a16:creationId xmlns:a16="http://schemas.microsoft.com/office/drawing/2014/main" id="{F505A5CC-610F-4595-8B91-BEF9279E3EBE}"/>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4" name="48-text-1">
            <a:extLst xmlns:a="http://schemas.openxmlformats.org/drawingml/2006/main">
              <a:ext uri="{FF2B5EF4-FFF2-40B4-BE49-F238E27FC236}">
                <a16:creationId xmlns:a16="http://schemas.microsoft.com/office/drawing/2014/main" id="{E7FE94B4-25F9-4331-B98C-74138008E42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5" name="48-text-2">
            <a:extLst xmlns:a="http://schemas.openxmlformats.org/drawingml/2006/main">
              <a:ext uri="{FF2B5EF4-FFF2-40B4-BE49-F238E27FC236}">
                <a16:creationId xmlns:a16="http://schemas.microsoft.com/office/drawing/2014/main" id="{A45CF9FA-5C81-4A64-818D-365CF45E41E3}"/>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76" name="48-text-3">
            <a:extLst xmlns:a="http://schemas.openxmlformats.org/drawingml/2006/main">
              <a:ext uri="{FF2B5EF4-FFF2-40B4-BE49-F238E27FC236}">
                <a16:creationId xmlns:a16="http://schemas.microsoft.com/office/drawing/2014/main" id="{9303BF67-3CDA-41C7-9BDA-5EF3CC19A557}"/>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77" name="48-text-4">
            <a:extLst xmlns:a="http://schemas.openxmlformats.org/drawingml/2006/main">
              <a:ext uri="{FF2B5EF4-FFF2-40B4-BE49-F238E27FC236}">
                <a16:creationId xmlns:a16="http://schemas.microsoft.com/office/drawing/2014/main" id="{95DE2A37-0299-4CDE-BB0F-36277162EA55}"/>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78" name="48-text-5">
            <a:extLst xmlns:a="http://schemas.openxmlformats.org/drawingml/2006/main">
              <a:ext uri="{FF2B5EF4-FFF2-40B4-BE49-F238E27FC236}">
                <a16:creationId xmlns:a16="http://schemas.microsoft.com/office/drawing/2014/main" id="{91556DF7-AF83-420C-B480-2ED17673AE1C}"/>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79" name="48-text-6">
            <a:extLst xmlns:a="http://schemas.openxmlformats.org/drawingml/2006/main">
              <a:ext uri="{FF2B5EF4-FFF2-40B4-BE49-F238E27FC236}">
                <a16:creationId xmlns:a16="http://schemas.microsoft.com/office/drawing/2014/main" id="{E4E16BE0-48B4-4270-961F-2E2B3B695D4A}"/>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0" name="48-text-7">
            <a:extLst xmlns:a="http://schemas.openxmlformats.org/drawingml/2006/main">
              <a:ext uri="{FF2B5EF4-FFF2-40B4-BE49-F238E27FC236}">
                <a16:creationId xmlns:a16="http://schemas.microsoft.com/office/drawing/2014/main" id="{8F422078-997C-4185-99D0-A8C78B81958D}"/>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1" name="48-text-8">
            <a:extLst xmlns:a="http://schemas.openxmlformats.org/drawingml/2006/main">
              <a:ext uri="{FF2B5EF4-FFF2-40B4-BE49-F238E27FC236}">
                <a16:creationId xmlns:a16="http://schemas.microsoft.com/office/drawing/2014/main" id="{DAFD8479-0F30-4600-BC5E-0271887183C6}"/>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2" name="48-text-9">
            <a:extLst xmlns:a="http://schemas.openxmlformats.org/drawingml/2006/main">
              <a:ext uri="{FF2B5EF4-FFF2-40B4-BE49-F238E27FC236}">
                <a16:creationId xmlns:a16="http://schemas.microsoft.com/office/drawing/2014/main" id="{775B59F8-794D-4B06-95DB-13087F252D97}"/>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3" name="48-text-10">
            <a:extLst xmlns:a="http://schemas.openxmlformats.org/drawingml/2006/main">
              <a:ext uri="{FF2B5EF4-FFF2-40B4-BE49-F238E27FC236}">
                <a16:creationId xmlns:a16="http://schemas.microsoft.com/office/drawing/2014/main" id="{C0ACFF2B-F608-4162-8756-46B436B36288}"/>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4" name="48-text-11">
            <a:extLst xmlns:a="http://schemas.openxmlformats.org/drawingml/2006/main">
              <a:ext uri="{FF2B5EF4-FFF2-40B4-BE49-F238E27FC236}">
                <a16:creationId xmlns:a16="http://schemas.microsoft.com/office/drawing/2014/main" id="{F6FF101B-2572-4E00-8DB3-EEB393FB131E}"/>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5" name="48-text-12">
            <a:extLst xmlns:a="http://schemas.openxmlformats.org/drawingml/2006/main">
              <a:ext uri="{FF2B5EF4-FFF2-40B4-BE49-F238E27FC236}">
                <a16:creationId xmlns:a16="http://schemas.microsoft.com/office/drawing/2014/main" id="{80BEE618-6176-46A7-9FD7-2D10BA6FB157}"/>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86" name="narrative-number">
            <a:extLst xmlns:a="http://schemas.openxmlformats.org/drawingml/2006/main">
              <a:ext uri="{FF2B5EF4-FFF2-40B4-BE49-F238E27FC236}">
                <a16:creationId xmlns:a16="http://schemas.microsoft.com/office/drawing/2014/main" id="{E46AE457-FA44-492E-9C06-E2E57E18D1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105955470"/>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2026-09-17T00:10:13.8590000Z</dcterms:created>
  <dcterms:modified xsi:type="dcterms:W3CDTF">2026-09-17T00:10:13.8590000Z</dcterms:modified>
</coreProperties>
</file>