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15db9c7d604d0c" /><Relationship Type="http://schemas.openxmlformats.org/officeDocument/2006/relationships/extended-properties" Target="/docProps/app.xml" Id="Rfb3476115c5c43a5" /><Relationship Type="http://schemas.openxmlformats.org/officeDocument/2006/relationships/officeDocument" Target="/ppt/presentation.xml" Id="R26617fb074354e1f"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8adb5abf11084823"/>
    <p:sldMasterId xmlns:r="http://schemas.openxmlformats.org/officeDocument/2006/relationships" id="2147483650" r:id="R7acff9ac38754de2"/>
  </p:sldMasterIdLst>
  <p:notesMasterIdLst>
    <p:notesMasterId xmlns:r="http://schemas.openxmlformats.org/officeDocument/2006/relationships" r:id="R47ffc64e2ed54572"/>
  </p:notesMasterIdLst>
  <p:sldIdLst>
    <p:sldId xmlns:r="http://schemas.openxmlformats.org/officeDocument/2006/relationships" id="256" r:id="Rdca3f0eff63e4be6"/>
    <p:sldId xmlns:r="http://schemas.openxmlformats.org/officeDocument/2006/relationships" id="257" r:id="Rd5e19d7c5b69470f"/>
    <p:sldId xmlns:r="http://schemas.openxmlformats.org/officeDocument/2006/relationships" id="258" r:id="Rbdaf3a04764748d8"/>
    <p:sldId xmlns:r="http://schemas.openxmlformats.org/officeDocument/2006/relationships" id="259" r:id="Rf8939c781d294d3e"/>
    <p:sldId xmlns:r="http://schemas.openxmlformats.org/officeDocument/2006/relationships" id="260" r:id="R60f21825e82540ae"/>
    <p:sldId xmlns:r="http://schemas.openxmlformats.org/officeDocument/2006/relationships" id="261" r:id="R6c3bb1c6cca14a8a"/>
    <p:sldId xmlns:r="http://schemas.openxmlformats.org/officeDocument/2006/relationships" id="262" r:id="Ra68936ba052b4fbd"/>
    <p:sldId xmlns:r="http://schemas.openxmlformats.org/officeDocument/2006/relationships" id="263" r:id="R34035ee7b2e84e2f"/>
    <p:sldId xmlns:r="http://schemas.openxmlformats.org/officeDocument/2006/relationships" id="264" r:id="R5936313879ab48e6"/>
    <p:sldId xmlns:r="http://schemas.openxmlformats.org/officeDocument/2006/relationships" id="265" r:id="Ra66cab11a3ab4ac7"/>
    <p:sldId xmlns:r="http://schemas.openxmlformats.org/officeDocument/2006/relationships" id="266" r:id="Ra38fb8389ac5451e"/>
    <p:sldId xmlns:r="http://schemas.openxmlformats.org/officeDocument/2006/relationships" id="267" r:id="Ra4ba3397a97c4217"/>
    <p:sldId xmlns:r="http://schemas.openxmlformats.org/officeDocument/2006/relationships" id="268" r:id="R6c54bea91e104ed0"/>
    <p:sldId xmlns:r="http://schemas.openxmlformats.org/officeDocument/2006/relationships" id="269" r:id="Raadb81ac5ebf427f"/>
    <p:sldId xmlns:r="http://schemas.openxmlformats.org/officeDocument/2006/relationships" id="270" r:id="Re94444d8027642ff"/>
    <p:sldId xmlns:r="http://schemas.openxmlformats.org/officeDocument/2006/relationships" id="271" r:id="R191c80612d3d444d"/>
    <p:sldId xmlns:r="http://schemas.openxmlformats.org/officeDocument/2006/relationships" id="272" r:id="R23a8b49bee2d4fec"/>
    <p:sldId xmlns:r="http://schemas.openxmlformats.org/officeDocument/2006/relationships" id="273" r:id="R0be274115f9c4661"/>
    <p:sldId xmlns:r="http://schemas.openxmlformats.org/officeDocument/2006/relationships" id="274" r:id="R2546f580f7da478d"/>
    <p:sldId xmlns:r="http://schemas.openxmlformats.org/officeDocument/2006/relationships" id="275" r:id="R69bd564d03954042"/>
    <p:sldId xmlns:r="http://schemas.openxmlformats.org/officeDocument/2006/relationships" id="276" r:id="R2822bca4b1bc4b1b"/>
    <p:sldId xmlns:r="http://schemas.openxmlformats.org/officeDocument/2006/relationships" id="277" r:id="R70117230774d4637"/>
    <p:sldId xmlns:r="http://schemas.openxmlformats.org/officeDocument/2006/relationships" id="278" r:id="R26b104d280444518"/>
    <p:sldId xmlns:r="http://schemas.openxmlformats.org/officeDocument/2006/relationships" id="279" r:id="R263539352a4f4fbb"/>
    <p:sldId xmlns:r="http://schemas.openxmlformats.org/officeDocument/2006/relationships" id="280" r:id="Rbf7515ca2cd547ee"/>
    <p:sldId xmlns:r="http://schemas.openxmlformats.org/officeDocument/2006/relationships" id="281" r:id="R8daa1ccb48584463"/>
    <p:sldId xmlns:r="http://schemas.openxmlformats.org/officeDocument/2006/relationships" id="282" r:id="R304d13b3ca01475f"/>
    <p:sldId xmlns:r="http://schemas.openxmlformats.org/officeDocument/2006/relationships" id="283" r:id="R695933543234486d"/>
    <p:sldId xmlns:r="http://schemas.openxmlformats.org/officeDocument/2006/relationships" id="284" r:id="R356e17a7727b4377"/>
    <p:sldId xmlns:r="http://schemas.openxmlformats.org/officeDocument/2006/relationships" id="285" r:id="R544b243cb7764e30"/>
    <p:sldId xmlns:r="http://schemas.openxmlformats.org/officeDocument/2006/relationships" id="286" r:id="Rdbed66a7922d4d8f"/>
    <p:sldId xmlns:r="http://schemas.openxmlformats.org/officeDocument/2006/relationships" id="287" r:id="R2d6abf860b7a4f0b"/>
    <p:sldId xmlns:r="http://schemas.openxmlformats.org/officeDocument/2006/relationships" id="288" r:id="R4270720cd8d4414d"/>
    <p:sldId xmlns:r="http://schemas.openxmlformats.org/officeDocument/2006/relationships" id="289" r:id="R925cbc7d4d4540c9"/>
    <p:sldId xmlns:r="http://schemas.openxmlformats.org/officeDocument/2006/relationships" id="290" r:id="Rd16fda4e8cd84e29"/>
    <p:sldId xmlns:r="http://schemas.openxmlformats.org/officeDocument/2006/relationships" id="291" r:id="R7ff46932e2a3475a"/>
    <p:sldId xmlns:r="http://schemas.openxmlformats.org/officeDocument/2006/relationships" id="292" r:id="R32498a79d2fc4981"/>
    <p:sldId xmlns:r="http://schemas.openxmlformats.org/officeDocument/2006/relationships" id="293" r:id="R88635ff18ef84408"/>
    <p:sldId xmlns:r="http://schemas.openxmlformats.org/officeDocument/2006/relationships" id="294" r:id="R2e5f119210374e88"/>
    <p:sldId xmlns:r="http://schemas.openxmlformats.org/officeDocument/2006/relationships" id="295" r:id="R0b00939c1d624bdc"/>
    <p:sldId xmlns:r="http://schemas.openxmlformats.org/officeDocument/2006/relationships" id="296" r:id="R14ecb91d8b5542f2"/>
    <p:sldId xmlns:r="http://schemas.openxmlformats.org/officeDocument/2006/relationships" id="297" r:id="R2dabf715c38649e1"/>
    <p:sldId xmlns:r="http://schemas.openxmlformats.org/officeDocument/2006/relationships" id="298" r:id="Rd5697782ac884c40"/>
    <p:sldId xmlns:r="http://schemas.openxmlformats.org/officeDocument/2006/relationships" id="299" r:id="Rda3afb5543634c11"/>
    <p:sldId xmlns:r="http://schemas.openxmlformats.org/officeDocument/2006/relationships" id="300" r:id="Re97243c4f85a4be9"/>
    <p:sldId xmlns:r="http://schemas.openxmlformats.org/officeDocument/2006/relationships" id="301" r:id="Re10a21a6a056491e"/>
    <p:sldId xmlns:r="http://schemas.openxmlformats.org/officeDocument/2006/relationships" id="302" r:id="Rfb4134e03d404199"/>
    <p:sldId xmlns:r="http://schemas.openxmlformats.org/officeDocument/2006/relationships" id="303" r:id="R5bf02799d8344adc"/>
    <p:sldId xmlns:r="http://schemas.openxmlformats.org/officeDocument/2006/relationships" id="304" r:id="R47af8f3e4cde4c87"/>
    <p:sldId xmlns:r="http://schemas.openxmlformats.org/officeDocument/2006/relationships" id="305" r:id="Rd0c75fec717942b1"/>
    <p:sldId xmlns:r="http://schemas.openxmlformats.org/officeDocument/2006/relationships" id="306" r:id="Rb041c2e6ec2040bb"/>
    <p:sldId xmlns:r="http://schemas.openxmlformats.org/officeDocument/2006/relationships" id="307" r:id="R41cbc690aa5c4f1d"/>
    <p:sldId xmlns:r="http://schemas.openxmlformats.org/officeDocument/2006/relationships" id="308" r:id="Rbe0d2520f8cd4b68"/>
    <p:sldId xmlns:r="http://schemas.openxmlformats.org/officeDocument/2006/relationships" id="309" r:id="R49587df5c3484654"/>
    <p:sldId xmlns:r="http://schemas.openxmlformats.org/officeDocument/2006/relationships" id="310" r:id="R42dde39ef9b042eb"/>
    <p:sldId xmlns:r="http://schemas.openxmlformats.org/officeDocument/2006/relationships" id="311" r:id="R54ea997112984254"/>
    <p:sldId xmlns:r="http://schemas.openxmlformats.org/officeDocument/2006/relationships" id="312" r:id="R97ff2a6b39b54c24"/>
    <p:sldId xmlns:r="http://schemas.openxmlformats.org/officeDocument/2006/relationships" id="313" r:id="Rca1c30387ee14c03"/>
    <p:sldId xmlns:r="http://schemas.openxmlformats.org/officeDocument/2006/relationships" id="314" r:id="R09707c30930044df"/>
    <p:sldId xmlns:r="http://schemas.openxmlformats.org/officeDocument/2006/relationships" id="315" r:id="R621c3159dcae424a"/>
    <p:sldId xmlns:r="http://schemas.openxmlformats.org/officeDocument/2006/relationships" id="316" r:id="Rc4edb64d125b4d8c"/>
    <p:sldId xmlns:r="http://schemas.openxmlformats.org/officeDocument/2006/relationships" id="317" r:id="Rba7075e658244915"/>
    <p:sldId xmlns:r="http://schemas.openxmlformats.org/officeDocument/2006/relationships" id="318" r:id="R177aeded52cf47dd"/>
    <p:sldId xmlns:r="http://schemas.openxmlformats.org/officeDocument/2006/relationships" id="319" r:id="R6a0dcdc3d6c1461d"/>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17d04c116a4373" /><Relationship Type="http://schemas.openxmlformats.org/officeDocument/2006/relationships/slideMaster" Target="/ppt/slideMasters/slideMaster1.xml" Id="R8adb5abf11084823" /><Relationship Type="http://schemas.openxmlformats.org/officeDocument/2006/relationships/slideMaster" Target="/ppt/slideMasters/slideMaster2.xml" Id="R7acff9ac38754de2" /><Relationship Type="http://schemas.openxmlformats.org/officeDocument/2006/relationships/notesMaster" Target="/ppt/notesMasters/notesMaster1.xml" Id="R47ffc64e2ed54572" /><Relationship Type="http://schemas.openxmlformats.org/officeDocument/2006/relationships/presProps" Target="/ppt/presProps.xml" Id="Rd8b17d5160194977" /><Relationship Type="http://schemas.openxmlformats.org/officeDocument/2006/relationships/tableStyles" Target="/ppt/tableStyles.xml" Id="Rd4514244df70463c" /><Relationship Type="http://schemas.openxmlformats.org/officeDocument/2006/relationships/slide" Target="/ppt/slides/slide1.xml" Id="Rdca3f0eff63e4be6" /><Relationship Type="http://schemas.openxmlformats.org/officeDocument/2006/relationships/slide" Target="/ppt/slides/slide2.xml" Id="Rd5e19d7c5b69470f" /><Relationship Type="http://schemas.openxmlformats.org/officeDocument/2006/relationships/slide" Target="/ppt/slides/slide3.xml" Id="Rbdaf3a04764748d8" /><Relationship Type="http://schemas.openxmlformats.org/officeDocument/2006/relationships/slide" Target="/ppt/slides/slide4.xml" Id="Rf8939c781d294d3e" /><Relationship Type="http://schemas.openxmlformats.org/officeDocument/2006/relationships/slide" Target="/ppt/slides/slide5.xml" Id="R60f21825e82540ae" /><Relationship Type="http://schemas.openxmlformats.org/officeDocument/2006/relationships/slide" Target="/ppt/slides/slide6.xml" Id="R6c3bb1c6cca14a8a" /><Relationship Type="http://schemas.openxmlformats.org/officeDocument/2006/relationships/slide" Target="/ppt/slides/slide7.xml" Id="Ra68936ba052b4fbd" /><Relationship Type="http://schemas.openxmlformats.org/officeDocument/2006/relationships/slide" Target="/ppt/slides/slide8.xml" Id="R34035ee7b2e84e2f" /><Relationship Type="http://schemas.openxmlformats.org/officeDocument/2006/relationships/slide" Target="/ppt/slides/slide9.xml" Id="R5936313879ab48e6" /><Relationship Type="http://schemas.openxmlformats.org/officeDocument/2006/relationships/slide" Target="/ppt/slides/slide10.xml" Id="Ra66cab11a3ab4ac7" /><Relationship Type="http://schemas.openxmlformats.org/officeDocument/2006/relationships/slide" Target="/ppt/slides/slide11.xml" Id="Ra38fb8389ac5451e" /><Relationship Type="http://schemas.openxmlformats.org/officeDocument/2006/relationships/slide" Target="/ppt/slides/slide12.xml" Id="Ra4ba3397a97c4217" /><Relationship Type="http://schemas.openxmlformats.org/officeDocument/2006/relationships/slide" Target="/ppt/slides/slide13.xml" Id="R6c54bea91e104ed0" /><Relationship Type="http://schemas.openxmlformats.org/officeDocument/2006/relationships/slide" Target="/ppt/slides/slide14.xml" Id="Raadb81ac5ebf427f" /><Relationship Type="http://schemas.openxmlformats.org/officeDocument/2006/relationships/slide" Target="/ppt/slides/slide15.xml" Id="Re94444d8027642ff" /><Relationship Type="http://schemas.openxmlformats.org/officeDocument/2006/relationships/slide" Target="/ppt/slides/slide16.xml" Id="R191c80612d3d444d" /><Relationship Type="http://schemas.openxmlformats.org/officeDocument/2006/relationships/slide" Target="/ppt/slides/slide17.xml" Id="R23a8b49bee2d4fec" /><Relationship Type="http://schemas.openxmlformats.org/officeDocument/2006/relationships/slide" Target="/ppt/slides/slide18.xml" Id="R0be274115f9c4661" /><Relationship Type="http://schemas.openxmlformats.org/officeDocument/2006/relationships/slide" Target="/ppt/slides/slide19.xml" Id="R2546f580f7da478d" /><Relationship Type="http://schemas.openxmlformats.org/officeDocument/2006/relationships/slide" Target="/ppt/slides/slide20.xml" Id="R69bd564d03954042" /><Relationship Type="http://schemas.openxmlformats.org/officeDocument/2006/relationships/slide" Target="/ppt/slides/slide21.xml" Id="R2822bca4b1bc4b1b" /><Relationship Type="http://schemas.openxmlformats.org/officeDocument/2006/relationships/slide" Target="/ppt/slides/slide22.xml" Id="R70117230774d4637" /><Relationship Type="http://schemas.openxmlformats.org/officeDocument/2006/relationships/slide" Target="/ppt/slides/slide23.xml" Id="R26b104d280444518" /><Relationship Type="http://schemas.openxmlformats.org/officeDocument/2006/relationships/slide" Target="/ppt/slides/slide24.xml" Id="R263539352a4f4fbb" /><Relationship Type="http://schemas.openxmlformats.org/officeDocument/2006/relationships/slide" Target="/ppt/slides/slide25.xml" Id="Rbf7515ca2cd547ee" /><Relationship Type="http://schemas.openxmlformats.org/officeDocument/2006/relationships/slide" Target="/ppt/slides/slide26.xml" Id="R8daa1ccb48584463" /><Relationship Type="http://schemas.openxmlformats.org/officeDocument/2006/relationships/slide" Target="/ppt/slides/slide27.xml" Id="R304d13b3ca01475f" /><Relationship Type="http://schemas.openxmlformats.org/officeDocument/2006/relationships/slide" Target="/ppt/slides/slide28.xml" Id="R695933543234486d" /><Relationship Type="http://schemas.openxmlformats.org/officeDocument/2006/relationships/slide" Target="/ppt/slides/slide29.xml" Id="R356e17a7727b4377" /><Relationship Type="http://schemas.openxmlformats.org/officeDocument/2006/relationships/slide" Target="/ppt/slides/slide30.xml" Id="R544b243cb7764e30" /><Relationship Type="http://schemas.openxmlformats.org/officeDocument/2006/relationships/slide" Target="/ppt/slides/slide31.xml" Id="Rdbed66a7922d4d8f" /><Relationship Type="http://schemas.openxmlformats.org/officeDocument/2006/relationships/slide" Target="/ppt/slides/slide32.xml" Id="R2d6abf860b7a4f0b" /><Relationship Type="http://schemas.openxmlformats.org/officeDocument/2006/relationships/slide" Target="/ppt/slides/slide33.xml" Id="R4270720cd8d4414d" /><Relationship Type="http://schemas.openxmlformats.org/officeDocument/2006/relationships/slide" Target="/ppt/slides/slide34.xml" Id="R925cbc7d4d4540c9" /><Relationship Type="http://schemas.openxmlformats.org/officeDocument/2006/relationships/slide" Target="/ppt/slides/slide35.xml" Id="Rd16fda4e8cd84e29" /><Relationship Type="http://schemas.openxmlformats.org/officeDocument/2006/relationships/slide" Target="/ppt/slides/slide36.xml" Id="R7ff46932e2a3475a" /><Relationship Type="http://schemas.openxmlformats.org/officeDocument/2006/relationships/slide" Target="/ppt/slides/slide37.xml" Id="R32498a79d2fc4981" /><Relationship Type="http://schemas.openxmlformats.org/officeDocument/2006/relationships/slide" Target="/ppt/slides/slide38.xml" Id="R88635ff18ef84408" /><Relationship Type="http://schemas.openxmlformats.org/officeDocument/2006/relationships/slide" Target="/ppt/slides/slide39.xml" Id="R2e5f119210374e88" /><Relationship Type="http://schemas.openxmlformats.org/officeDocument/2006/relationships/slide" Target="/ppt/slides/slide40.xml" Id="R0b00939c1d624bdc" /><Relationship Type="http://schemas.openxmlformats.org/officeDocument/2006/relationships/slide" Target="/ppt/slides/slide41.xml" Id="R14ecb91d8b5542f2" /><Relationship Type="http://schemas.openxmlformats.org/officeDocument/2006/relationships/slide" Target="/ppt/slides/slide42.xml" Id="R2dabf715c38649e1" /><Relationship Type="http://schemas.openxmlformats.org/officeDocument/2006/relationships/slide" Target="/ppt/slides/slide43.xml" Id="Rd5697782ac884c40" /><Relationship Type="http://schemas.openxmlformats.org/officeDocument/2006/relationships/slide" Target="/ppt/slides/slide44.xml" Id="Rda3afb5543634c11" /><Relationship Type="http://schemas.openxmlformats.org/officeDocument/2006/relationships/slide" Target="/ppt/slides/slide45.xml" Id="Re97243c4f85a4be9" /><Relationship Type="http://schemas.openxmlformats.org/officeDocument/2006/relationships/slide" Target="/ppt/slides/slide46.xml" Id="Re10a21a6a056491e" /><Relationship Type="http://schemas.openxmlformats.org/officeDocument/2006/relationships/slide" Target="/ppt/slides/slide47.xml" Id="Rfb4134e03d404199" /><Relationship Type="http://schemas.openxmlformats.org/officeDocument/2006/relationships/slide" Target="/ppt/slides/slide48.xml" Id="R5bf02799d8344adc" /><Relationship Type="http://schemas.openxmlformats.org/officeDocument/2006/relationships/slide" Target="/ppt/slides/slide49.xml" Id="R47af8f3e4cde4c87" /><Relationship Type="http://schemas.openxmlformats.org/officeDocument/2006/relationships/slide" Target="/ppt/slides/slide50.xml" Id="Rd0c75fec717942b1" /><Relationship Type="http://schemas.openxmlformats.org/officeDocument/2006/relationships/slide" Target="/ppt/slides/slide51.xml" Id="Rb041c2e6ec2040bb" /><Relationship Type="http://schemas.openxmlformats.org/officeDocument/2006/relationships/slide" Target="/ppt/slides/slide52.xml" Id="R41cbc690aa5c4f1d" /><Relationship Type="http://schemas.openxmlformats.org/officeDocument/2006/relationships/slide" Target="/ppt/slides/slide53.xml" Id="Rbe0d2520f8cd4b68" /><Relationship Type="http://schemas.openxmlformats.org/officeDocument/2006/relationships/slide" Target="/ppt/slides/slide54.xml" Id="R49587df5c3484654" /><Relationship Type="http://schemas.openxmlformats.org/officeDocument/2006/relationships/slide" Target="/ppt/slides/slide55.xml" Id="R42dde39ef9b042eb" /><Relationship Type="http://schemas.openxmlformats.org/officeDocument/2006/relationships/slide" Target="/ppt/slides/slide56.xml" Id="R54ea997112984254" /><Relationship Type="http://schemas.openxmlformats.org/officeDocument/2006/relationships/slide" Target="/ppt/slides/slide57.xml" Id="R97ff2a6b39b54c24" /><Relationship Type="http://schemas.openxmlformats.org/officeDocument/2006/relationships/slide" Target="/ppt/slides/slide58.xml" Id="Rca1c30387ee14c03" /><Relationship Type="http://schemas.openxmlformats.org/officeDocument/2006/relationships/slide" Target="/ppt/slides/slide59.xml" Id="R09707c30930044df" /><Relationship Type="http://schemas.openxmlformats.org/officeDocument/2006/relationships/slide" Target="/ppt/slides/slide60.xml" Id="R621c3159dcae424a" /><Relationship Type="http://schemas.openxmlformats.org/officeDocument/2006/relationships/slide" Target="/ppt/slides/slide61.xml" Id="Rc4edb64d125b4d8c" /><Relationship Type="http://schemas.openxmlformats.org/officeDocument/2006/relationships/slide" Target="/ppt/slides/slide62.xml" Id="Rba7075e658244915" /><Relationship Type="http://schemas.openxmlformats.org/officeDocument/2006/relationships/slide" Target="/ppt/slides/slide63.xml" Id="R177aeded52cf47dd" /><Relationship Type="http://schemas.openxmlformats.org/officeDocument/2006/relationships/slide" Target="/ppt/slides/slide64.xml" Id="R6a0dcdc3d6c146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35f7c55f69c540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252a72c2e246eb" /><Relationship Type="http://schemas.openxmlformats.org/officeDocument/2006/relationships/notesMaster" Target="/ppt/notesMasters/notesMaster1.xml" Id="R151ab53e40204c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cdea2c363047e7" /><Relationship Type="http://schemas.openxmlformats.org/officeDocument/2006/relationships/notesMaster" Target="/ppt/notesMasters/notesMaster1.xml" Id="R7fcb5d6caf7c48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542e30242742d9" /><Relationship Type="http://schemas.openxmlformats.org/officeDocument/2006/relationships/notesMaster" Target="/ppt/notesMasters/notesMaster1.xml" Id="R2736b77c763d41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da5c9430094c1d" /><Relationship Type="http://schemas.openxmlformats.org/officeDocument/2006/relationships/notesMaster" Target="/ppt/notesMasters/notesMaster1.xml" Id="R3e1011dd80c74e3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2c3eb263204a9f" /><Relationship Type="http://schemas.openxmlformats.org/officeDocument/2006/relationships/notesMaster" Target="/ppt/notesMasters/notesMaster1.xml" Id="R42bdd9e1e38247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5d49db1e994318" /><Relationship Type="http://schemas.openxmlformats.org/officeDocument/2006/relationships/notesMaster" Target="/ppt/notesMasters/notesMaster1.xml" Id="Rff0dcfcad40e4d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428378502c4b9a" /><Relationship Type="http://schemas.openxmlformats.org/officeDocument/2006/relationships/notesMaster" Target="/ppt/notesMasters/notesMaster1.xml" Id="R97b988b128ff49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f03240de764adc" /><Relationship Type="http://schemas.openxmlformats.org/officeDocument/2006/relationships/notesMaster" Target="/ppt/notesMasters/notesMaster1.xml" Id="R60b88dade8a74c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4827adfedf471a" /><Relationship Type="http://schemas.openxmlformats.org/officeDocument/2006/relationships/notesMaster" Target="/ppt/notesMasters/notesMaster1.xml" Id="R21568a7c789943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9a78224a4e45c2" /><Relationship Type="http://schemas.openxmlformats.org/officeDocument/2006/relationships/notesMaster" Target="/ppt/notesMasters/notesMaster1.xml" Id="Rfc6dd51fcd4e4a0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4932ee322e49b1" /><Relationship Type="http://schemas.openxmlformats.org/officeDocument/2006/relationships/notesMaster" Target="/ppt/notesMasters/notesMaster1.xml" Id="Rff18da26dbe348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f0d9a1f95064726" /><Relationship Type="http://schemas.openxmlformats.org/officeDocument/2006/relationships/notesMaster" Target="/ppt/notesMasters/notesMaster1.xml" Id="Rafa31fdd46694aa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5828fe20a34368" /><Relationship Type="http://schemas.openxmlformats.org/officeDocument/2006/relationships/notesMaster" Target="/ppt/notesMasters/notesMaster1.xml" Id="R5853da8cc9994f6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2975f49f13c4693" /><Relationship Type="http://schemas.openxmlformats.org/officeDocument/2006/relationships/notesMaster" Target="/ppt/notesMasters/notesMaster1.xml" Id="Rcc2688590b6c4e3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c4cb37266b54664" /><Relationship Type="http://schemas.openxmlformats.org/officeDocument/2006/relationships/notesMaster" Target="/ppt/notesMasters/notesMaster1.xml" Id="R150f4061f61f4de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c9a19d6ca1a421d" /><Relationship Type="http://schemas.openxmlformats.org/officeDocument/2006/relationships/notesMaster" Target="/ppt/notesMasters/notesMaster1.xml" Id="Rcbf5cdb486cf4f0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f8f25ac36be4ac7" /><Relationship Type="http://schemas.openxmlformats.org/officeDocument/2006/relationships/notesMaster" Target="/ppt/notesMasters/notesMaster1.xml" Id="R856c964a4cf7417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637a62a68624efa" /><Relationship Type="http://schemas.openxmlformats.org/officeDocument/2006/relationships/notesMaster" Target="/ppt/notesMasters/notesMaster1.xml" Id="R9e36d6b96c1749f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2cdfb95b61c4731" /><Relationship Type="http://schemas.openxmlformats.org/officeDocument/2006/relationships/notesMaster" Target="/ppt/notesMasters/notesMaster1.xml" Id="R5abc74ec0f5a4c7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4b2ead34c1a44d0" /><Relationship Type="http://schemas.openxmlformats.org/officeDocument/2006/relationships/notesMaster" Target="/ppt/notesMasters/notesMaster1.xml" Id="R1b028a9d8110404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14c873fecba4f56" /><Relationship Type="http://schemas.openxmlformats.org/officeDocument/2006/relationships/notesMaster" Target="/ppt/notesMasters/notesMaster1.xml" Id="R4bd1bc6ceeaf41e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e9d52c42e4046e5" /><Relationship Type="http://schemas.openxmlformats.org/officeDocument/2006/relationships/notesMaster" Target="/ppt/notesMasters/notesMaster1.xml" Id="Ra4230f83cdac49e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21983a7c48f4c6d" /><Relationship Type="http://schemas.openxmlformats.org/officeDocument/2006/relationships/notesMaster" Target="/ppt/notesMasters/notesMaster1.xml" Id="R456c478c92f249b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9b6d59201de4174" /><Relationship Type="http://schemas.openxmlformats.org/officeDocument/2006/relationships/notesMaster" Target="/ppt/notesMasters/notesMaster1.xml" Id="R6ab00b1b783c4b6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88dcfb8b2be4d07" /><Relationship Type="http://schemas.openxmlformats.org/officeDocument/2006/relationships/notesMaster" Target="/ppt/notesMasters/notesMaster1.xml" Id="Rf39a0fa95b0640b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094e042e30b4081" /><Relationship Type="http://schemas.openxmlformats.org/officeDocument/2006/relationships/notesMaster" Target="/ppt/notesMasters/notesMaster1.xml" Id="R6925bf281509462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4087d3f54e34e00" /><Relationship Type="http://schemas.openxmlformats.org/officeDocument/2006/relationships/notesMaster" Target="/ppt/notesMasters/notesMaster1.xml" Id="R2a4551a21cd64df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e631dc7b3f24f89" /><Relationship Type="http://schemas.openxmlformats.org/officeDocument/2006/relationships/notesMaster" Target="/ppt/notesMasters/notesMaster1.xml" Id="Rddee5beda7b645e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7a3fd5845744255" /><Relationship Type="http://schemas.openxmlformats.org/officeDocument/2006/relationships/notesMaster" Target="/ppt/notesMasters/notesMaster1.xml" Id="Rd109467ed709428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f2aff734c5440a2" /><Relationship Type="http://schemas.openxmlformats.org/officeDocument/2006/relationships/notesMaster" Target="/ppt/notesMasters/notesMaster1.xml" Id="R3039e053248b4f4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1dbc961821b4b8c" /><Relationship Type="http://schemas.openxmlformats.org/officeDocument/2006/relationships/notesMaster" Target="/ppt/notesMasters/notesMaster1.xml" Id="Rd396177a89874a4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616a5282cb347b6" /><Relationship Type="http://schemas.openxmlformats.org/officeDocument/2006/relationships/notesMaster" Target="/ppt/notesMasters/notesMaster1.xml" Id="Rbf5bd25e159e4c6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4b33f3c714a4cd0" /><Relationship Type="http://schemas.openxmlformats.org/officeDocument/2006/relationships/notesMaster" Target="/ppt/notesMasters/notesMaster1.xml" Id="R10ca81b88f37447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cdff76c9fdb459b" /><Relationship Type="http://schemas.openxmlformats.org/officeDocument/2006/relationships/notesMaster" Target="/ppt/notesMasters/notesMaster1.xml" Id="R24b0edfc8440499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9fb04ef31a04e20" /><Relationship Type="http://schemas.openxmlformats.org/officeDocument/2006/relationships/notesMaster" Target="/ppt/notesMasters/notesMaster1.xml" Id="Rd37661d6b61549e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33d23dee7904cd9" /><Relationship Type="http://schemas.openxmlformats.org/officeDocument/2006/relationships/notesMaster" Target="/ppt/notesMasters/notesMaster1.xml" Id="R75e327a80c5d4df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12e3f58b706487e" /><Relationship Type="http://schemas.openxmlformats.org/officeDocument/2006/relationships/notesMaster" Target="/ppt/notesMasters/notesMaster1.xml" Id="Re75a9a56395b4a4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5cbd9286ff04d8c" /><Relationship Type="http://schemas.openxmlformats.org/officeDocument/2006/relationships/notesMaster" Target="/ppt/notesMasters/notesMaster1.xml" Id="Ra0f8bf777347435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394640ff0574c04" /><Relationship Type="http://schemas.openxmlformats.org/officeDocument/2006/relationships/notesMaster" Target="/ppt/notesMasters/notesMaster1.xml" Id="R04e1d7e0cc394cd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243576df6474ca4" /><Relationship Type="http://schemas.openxmlformats.org/officeDocument/2006/relationships/notesMaster" Target="/ppt/notesMasters/notesMaster1.xml" Id="Ra610d614a692431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556cadca4ee4db1" /><Relationship Type="http://schemas.openxmlformats.org/officeDocument/2006/relationships/notesMaster" Target="/ppt/notesMasters/notesMaster1.xml" Id="R8e110aa75ac2423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1b387af3382418c" /><Relationship Type="http://schemas.openxmlformats.org/officeDocument/2006/relationships/notesMaster" Target="/ppt/notesMasters/notesMaster1.xml" Id="R1fc1eea3f78f4d0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b260abe1a364b78" /><Relationship Type="http://schemas.openxmlformats.org/officeDocument/2006/relationships/notesMaster" Target="/ppt/notesMasters/notesMaster1.xml" Id="R9aab55b773fa487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9ee2f09e0f94513" /><Relationship Type="http://schemas.openxmlformats.org/officeDocument/2006/relationships/notesMaster" Target="/ppt/notesMasters/notesMaster1.xml" Id="R28eb531dbd284d2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1492ab39a104551" /><Relationship Type="http://schemas.openxmlformats.org/officeDocument/2006/relationships/notesMaster" Target="/ppt/notesMasters/notesMaster1.xml" Id="R20063d681b34480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aaf2eee0bdb4f4a" /><Relationship Type="http://schemas.openxmlformats.org/officeDocument/2006/relationships/notesMaster" Target="/ppt/notesMasters/notesMaster1.xml" Id="R2c17477b1e1f47b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531020506db426e" /><Relationship Type="http://schemas.openxmlformats.org/officeDocument/2006/relationships/notesMaster" Target="/ppt/notesMasters/notesMaster1.xml" Id="Rae8b7f9d07c2412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fac60f810e04fd8" /><Relationship Type="http://schemas.openxmlformats.org/officeDocument/2006/relationships/notesMaster" Target="/ppt/notesMasters/notesMaster1.xml" Id="Re1f6770b634e45d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baa98a9bb704bf5" /><Relationship Type="http://schemas.openxmlformats.org/officeDocument/2006/relationships/notesMaster" Target="/ppt/notesMasters/notesMaster1.xml" Id="R7b86b30fe3ef4f5a"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08a89e266b44121" /><Relationship Type="http://schemas.openxmlformats.org/officeDocument/2006/relationships/notesMaster" Target="/ppt/notesMasters/notesMaster1.xml" Id="R9ca1ce7fd90b49d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3023b280c3a4184" /><Relationship Type="http://schemas.openxmlformats.org/officeDocument/2006/relationships/notesMaster" Target="/ppt/notesMasters/notesMaster1.xml" Id="R22aaa48df7c140b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0bf45a72371742b8" /><Relationship Type="http://schemas.openxmlformats.org/officeDocument/2006/relationships/notesMaster" Target="/ppt/notesMasters/notesMaster1.xml" Id="Rca13940e44a0409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0e8ebb0ef6d44654" /><Relationship Type="http://schemas.openxmlformats.org/officeDocument/2006/relationships/notesMaster" Target="/ppt/notesMasters/notesMaster1.xml" Id="R9aacd994a3064ca9"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7aa449bc2c54ba2" /><Relationship Type="http://schemas.openxmlformats.org/officeDocument/2006/relationships/notesMaster" Target="/ppt/notesMasters/notesMaster1.xml" Id="Re46ba95bcdda454e"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ea05fab7dde404c" /><Relationship Type="http://schemas.openxmlformats.org/officeDocument/2006/relationships/notesMaster" Target="/ppt/notesMasters/notesMaster1.xml" Id="R3436b00ad0614e52"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f08b3e41c26c4c25" /><Relationship Type="http://schemas.openxmlformats.org/officeDocument/2006/relationships/notesMaster" Target="/ppt/notesMasters/notesMaster1.xml" Id="Re847b548429d412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f3cf5be1410142f4" /><Relationship Type="http://schemas.openxmlformats.org/officeDocument/2006/relationships/notesMaster" Target="/ppt/notesMasters/notesMaster1.xml" Id="Rdbaf6e1e7f6d4fdb"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a67cc5fe5f8a4bf3" /><Relationship Type="http://schemas.openxmlformats.org/officeDocument/2006/relationships/notesMaster" Target="/ppt/notesMasters/notesMaster1.xml" Id="R9add625c11fa428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b201edb58c5242d0" /><Relationship Type="http://schemas.openxmlformats.org/officeDocument/2006/relationships/notesMaster" Target="/ppt/notesMasters/notesMaster1.xml" Id="R616ac528cb9d45f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dfb122ca74a94816" /><Relationship Type="http://schemas.openxmlformats.org/officeDocument/2006/relationships/notesMaster" Target="/ppt/notesMasters/notesMaster1.xml" Id="R67fd8c0411f14e70"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c9b76cb2cb984d4c" /><Relationship Type="http://schemas.openxmlformats.org/officeDocument/2006/relationships/notesMaster" Target="/ppt/notesMasters/notesMaster1.xml" Id="R57581e0148f3422d"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b439e2ac478d42d1" /><Relationship Type="http://schemas.openxmlformats.org/officeDocument/2006/relationships/notesMaster" Target="/ppt/notesMasters/notesMaster1.xml" Id="R8465415bf0a4467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0a883531b1364145" /><Relationship Type="http://schemas.openxmlformats.org/officeDocument/2006/relationships/notesMaster" Target="/ppt/notesMasters/notesMaster1.xml" Id="R62c8f88e23434712"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35035e1d4e634876" /><Relationship Type="http://schemas.openxmlformats.org/officeDocument/2006/relationships/notesMaster" Target="/ppt/notesMasters/notesMaster1.xml" Id="Rbe42c2d0c5184e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Using AI makes you an AI-enabled software engineer. Engineering systems that depend on AI makes you an AI engineer.</a:t>
            </a:r>
          </a:p>
          <a:p xmlns:a="http://schemas.openxmlformats.org/drawingml/2006/main">
            <a:r>
              <a:t/>
            </a:r>
          </a:p>
          <a:p xmlns:a="http://schemas.openxmlformats.org/drawingml/2006/main">
            <a:r>
              <a:rPr b="1"/>
              <a:t>This talk focuses on building products around foundation models.</a:t>
            </a:r>
            <a:r>
              <a:rPr b="0"/>
              <a:t> Your software engineering skills are the foundation. The additional responsibility is measuring and controlling model-dependent behavior.</a:t>
            </a:r>
          </a:p>
          <a:p xmlns:a="http://schemas.openxmlformats.org/drawingml/2006/main">
            <a:r>
              <a:t/>
            </a:r>
          </a:p>
          <a:p xmlns:a="http://schemas.openxmlformats.org/drawingml/2006/main">
            <a:r>
              <a:rPr b="0"/>
              <a:t>ML engineers typically focus on models and the pipelines that produce them. AI engineers typically focus on products around models. The roles overlap, including adaptation and fine-tuning.</a:t>
            </a:r>
          </a:p>
          <a:p xmlns:a="http://schemas.openxmlformats.org/drawingml/2006/main">
            <a:r>
              <a:t/>
            </a:r>
          </a:p>
          <a:p xmlns:a="http://schemas.openxmlformats.org/drawingml/2006/main">
            <a:r>
              <a:rPr b="1"/>
              <a:t>Owner means the engineer or team accountable for the delivered product's behavior and operating limits.</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things to leave with. </a:t>
            </a:r>
            <a:r>
              <a:rPr b="1"/>
              <a:t>A conceptual map of the discipline. An honest sense of how much there is. And a roadmap for making the transition.</a:t>
            </a:r>
          </a:p>
          <a:p xmlns:a="http://schemas.openxmlformats.org/drawingml/2006/main">
            <a:r>
              <a:t/>
            </a:r>
          </a:p>
          <a:p xmlns:a="http://schemas.openxmlformats.org/drawingml/2006/main">
            <a:r>
              <a:rPr b="0"/>
              <a:t>The agenda. The map, two minutes. Six areas, twenty-three minutes: models, context and knowledge, tools, orchestration, verification and evals, and operating it. The transition, five minutes. Then fifteen minutes for your questions.</a:t>
            </a:r>
          </a:p>
          <a:p xmlns:a="http://schemas.openxmlformats.org/drawingml/2006/main">
            <a:r>
              <a:t/>
            </a:r>
          </a:p>
          <a:p xmlns:a="http://schemas.openxmlformats.org/drawingml/2006/main">
            <a:r>
              <a:rPr b="1"/>
              <a:t>For each area: When you are the user, including what someone engineered, then When you are the owner.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for a moment.</a:t>
            </a:r>
          </a:p>
          <a:p xmlns:a="http://schemas.openxmlformats.org/drawingml/2006/main">
            <a:r>
              <a:t/>
            </a:r>
          </a:p>
          <a:p xmlns:a="http://schemas.openxmlformats.org/drawingml/2006/main">
            <a:r>
              <a:rPr b="1"/>
              <a:t>Let's open up the tool you used this morning.</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model picker exposes a choice. Devin Desktop shows reasoning effort; Codex's /model can set it too. </a:t>
            </a:r>
            <a:r>
              <a:rPr b="1"/>
              <a:t>Reasoning effort is a cost and latency dial.</a:t>
            </a:r>
            <a:r>
              <a:rPr b="0"/>
              <a:t> Codex can configure a different effort for planning and a different model for subagents.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provider manages defaults, model-specific tuning, failover, price changes, and retirement handling.</a:t>
            </a:r>
            <a:r>
              <a:rPr b="0"/>
              <a:t> These are responsibilities behind the picker.</a:t>
            </a:r>
          </a:p>
          <a:p xmlns:a="http://schemas.openxmlformats.org/drawingml/2006/main">
            <a:r>
              <a:t/>
            </a:r>
          </a:p>
          <a:p xmlns:a="http://schemas.openxmlformats.org/drawingml/2006/main">
            <a:r>
              <a:rPr b="0"/>
              <a:t>Callout. </a:t>
            </a:r>
            <a:r>
              <a:rPr b="1"/>
              <a:t>Model retirement creates migration work.</a:t>
            </a:r>
            <a:r>
              <a:rPr b="0"/>
              <a:t> A retirement record does not tell us how every coding-tool provider migrated every user or whether a change was silent.</a:t>
            </a:r>
          </a:p>
          <a:p xmlns:a="http://schemas.openxmlformats.org/drawingml/2006/main">
            <a:r>
              <a:t/>
            </a:r>
          </a:p>
          <a:p xmlns:a="http://schemas.openxmlformats.org/drawingml/2006/main">
            <a:r>
              <a:rPr b="0"/>
              <a:t>Advance to the owner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model picker exposes a choice. Devin Desktop shows reasoning effort; Codex's /model can set it too. </a:t>
            </a:r>
            <a:r>
              <a:rPr b="1"/>
              <a:t>Reasoning effort is a cost and latency dial.</a:t>
            </a:r>
            <a:r>
              <a:rPr b="0"/>
              <a:t> Codex can configure a different effort for planning and a different model for subagents.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provider manages defaults, model-specific tuning, failover, price changes, and retirement handling.</a:t>
            </a:r>
            <a:r>
              <a:rPr b="0"/>
              <a:t> These are responsibilities behind the picker.</a:t>
            </a:r>
          </a:p>
          <a:p xmlns:a="http://schemas.openxmlformats.org/drawingml/2006/main">
            <a:r>
              <a:t/>
            </a:r>
          </a:p>
          <a:p xmlns:a="http://schemas.openxmlformats.org/drawingml/2006/main">
            <a:r>
              <a:rPr b="0"/>
              <a:t>Callout. </a:t>
            </a:r>
            <a:r>
              <a:rPr b="1"/>
              <a:t>Model retirement creates migration work.</a:t>
            </a:r>
            <a:r>
              <a:rPr b="0"/>
              <a:t> A retirement record does not tell us how every coding-tool provider migrated every user or whether a change was silent.</a:t>
            </a:r>
          </a:p>
          <a:p xmlns:a="http://schemas.openxmlformats.org/drawingml/2006/main">
            <a:r>
              <a:t/>
            </a:r>
          </a:p>
          <a:p xmlns:a="http://schemas.openxmlformats.org/drawingml/2006/main">
            <a:r>
              <a:rPr b="0"/>
              <a:t>Advance to the owner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our illustrative request: review FRB-042's pump shutdown, summarize its discussion and decisions, compare the past year's similar FRBs, and export a cited brief. </a:t>
            </a:r>
            <a:r>
              <a:rPr b="1"/>
              <a:t>Keep possible causes distinct from established findings.</a:t>
            </a:r>
            <a:r>
              <a:rPr b="0"/>
              <a:t> Research stays within authorized internal records and attachments.</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Select for evidence extraction, discussion summaries, and qualified synthesis. Consider context limits, tool reliability, data residency, cost per completed brief, and p95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Measure your product on representative FRB cases.</a:t>
            </a:r>
            <a:r>
              <a:rPr b="0"/>
              <a:t> A possible cause must remain a possible cause. Public benchmarks use another population and harness.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Pinned version: controlled migration and lifecycle management. Moving alias: automatic updates and regression monitoring.</a:t>
            </a:r>
            <a:r>
              <a:rPr b="0"/>
              <a:t> A snapshot controls one source of variation. Prompts, retrieval, tools, and the environment still matter. Research workers need evidence fidelity and coverage. The main analyst needs faithful summaries, reconciliation, and warranted uncertainty. Evaluate those responsibilities separately.</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This table is a comparison framework, with no results yet. Repeat it for candidate models and versions. </a:t>
            </a:r>
            <a:r>
              <a:rPr b="1"/>
              <a:t>Read quality, cost, and latency together.</a:t>
            </a:r>
            <a:r>
              <a:rPr b="0"/>
              <a:t> Measure extraction, discussion summaries, and qualified synthesis. Count workers, retries, and verification in cost per completed brief and end-to-end latency. Route only when measured task fit supports it. A worker is not automatically a job for the cheapest model. We will measure the simple workflow before adding workers.</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Which configuration meets your product's quality requirement?</a:t>
            </a:r>
            <a:r>
              <a:rPr b="0"/>
              <a:t> The pitfall: </a:t>
            </a:r>
            <a:r>
              <a:rPr b="1"/>
              <a:t>a hardcoded model ID with no eval suite behind it.</a:t>
            </a:r>
            <a:r>
              <a:rPr b="0"/>
              <a:t> That leaves you choosing a replacement without evidence.</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our illustrative request: review FRB-042's pump shutdown, summarize its discussion and decisions, compare the past year's similar FRBs, and export a cited brief. </a:t>
            </a:r>
            <a:r>
              <a:rPr b="1"/>
              <a:t>Keep possible causes distinct from established findings.</a:t>
            </a:r>
            <a:r>
              <a:rPr b="0"/>
              <a:t> Research stays within authorized internal records and attachments.</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Select for evidence extraction, discussion summaries, and qualified synthesis. Consider context limits, tool reliability, data residency, cost per completed brief, and p95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Measure your product on representative FRB cases.</a:t>
            </a:r>
            <a:r>
              <a:rPr b="0"/>
              <a:t> A possible cause must remain a possible cause. Public benchmarks use another population and harness.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Pinned version: controlled migration and lifecycle management. Moving alias: automatic updates and regression monitoring.</a:t>
            </a:r>
            <a:r>
              <a:rPr b="0"/>
              <a:t> A snapshot controls one source of variation. Prompts, retrieval, tools, and the environment still matter. Research workers need evidence fidelity and coverage. The main analyst needs faithful summaries, reconciliation, and warranted uncertainty. Evaluate those responsibilities separately.</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This table is a comparison framework, with no results yet. Repeat it for candidate models and versions. </a:t>
            </a:r>
            <a:r>
              <a:rPr b="1"/>
              <a:t>Read quality, cost, and latency together.</a:t>
            </a:r>
            <a:r>
              <a:rPr b="0"/>
              <a:t> Measure extraction, discussion summaries, and qualified synthesis. Count workers, retries, and verification in cost per completed brief and end-to-end latency. Route only when measured task fit supports it. A worker is not automatically a job for the cheapest model. We will measure the simple workflow before adding workers.</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Which configuration meets your product's quality requirement?</a:t>
            </a:r>
            <a:r>
              <a:rPr b="0"/>
              <a:t> The pitfall: </a:t>
            </a:r>
            <a:r>
              <a:rPr b="1"/>
              <a:t>a hardcoded model ID with no eval suite behind it.</a:t>
            </a:r>
            <a:r>
              <a:rPr b="0"/>
              <a:t> That leaves you choosing a replacement without evidence.</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our illustrative request: review FRB-042's pump shutdown, summarize its discussion and decisions, compare the past year's similar FRBs, and export a cited brief. </a:t>
            </a:r>
            <a:r>
              <a:rPr b="1"/>
              <a:t>Keep possible causes distinct from established findings.</a:t>
            </a:r>
            <a:r>
              <a:rPr b="0"/>
              <a:t> Research stays within authorized internal records and attachments.</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Select for evidence extraction, discussion summaries, and qualified synthesis. Consider context limits, tool reliability, data residency, cost per completed brief, and p95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Measure your product on representative FRB cases.</a:t>
            </a:r>
            <a:r>
              <a:rPr b="0"/>
              <a:t> A possible cause must remain a possible cause. Public benchmarks use another population and harness.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Pinned version: controlled migration and lifecycle management. Moving alias: automatic updates and regression monitoring.</a:t>
            </a:r>
            <a:r>
              <a:rPr b="0"/>
              <a:t> A snapshot controls one source of variation. Prompts, retrieval, tools, and the environment still matter. Research workers need evidence fidelity and coverage. The main analyst needs faithful summaries, reconciliation, and warranted uncertainty. Evaluate those responsibilities separately.</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This table is a comparison framework, with no results yet. Repeat it for candidate models and versions. </a:t>
            </a:r>
            <a:r>
              <a:rPr b="1"/>
              <a:t>Read quality, cost, and latency together.</a:t>
            </a:r>
            <a:r>
              <a:rPr b="0"/>
              <a:t> Measure extraction, discussion summaries, and qualified synthesis. Count workers, retries, and verification in cost per completed brief and end-to-end latency. Route only when measured task fit supports it. A worker is not automatically a job for the cheapest model. We will measure the simple workflow before adding workers.</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Which configuration meets your product's quality requirement?</a:t>
            </a:r>
            <a:r>
              <a:rPr b="0"/>
              <a:t> The pitfall: </a:t>
            </a:r>
            <a:r>
              <a:rPr b="1"/>
              <a:t>a hardcoded model ID with no eval suite behind it.</a:t>
            </a:r>
            <a:r>
              <a:rPr b="0"/>
              <a:t> That leaves you choosing a replacement without evidence.</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our illustrative request: review FRB-042's pump shutdown, summarize its discussion and decisions, compare the past year's similar FRBs, and export a cited brief. </a:t>
            </a:r>
            <a:r>
              <a:rPr b="1"/>
              <a:t>Keep possible causes distinct from established findings.</a:t>
            </a:r>
            <a:r>
              <a:rPr b="0"/>
              <a:t> Research stays within authorized internal records and attachments.</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Select for evidence extraction, discussion summaries, and qualified synthesis. Consider context limits, tool reliability, data residency, cost per completed brief, and p95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Measure your product on representative FRB cases.</a:t>
            </a:r>
            <a:r>
              <a:rPr b="0"/>
              <a:t> A possible cause must remain a possible cause. Public benchmarks use another population and harness.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Pinned version: controlled migration and lifecycle management. Moving alias: automatic updates and regression monitoring.</a:t>
            </a:r>
            <a:r>
              <a:rPr b="0"/>
              <a:t> A snapshot controls one source of variation. Prompts, retrieval, tools, and the environment still matter. Research workers need evidence fidelity and coverage. The main analyst needs faithful summaries, reconciliation, and warranted uncertainty. Evaluate those responsibilities separately.</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This table is a comparison framework, with no results yet. Repeat it for candidate models and versions. </a:t>
            </a:r>
            <a:r>
              <a:rPr b="1"/>
              <a:t>Read quality, cost, and latency together.</a:t>
            </a:r>
            <a:r>
              <a:rPr b="0"/>
              <a:t> Measure extraction, discussion summaries, and qualified synthesis. Count workers, retries, and verification in cost per completed brief and end-to-end latency. Route only when measured task fit supports it. A worker is not automatically a job for the cheapest model. We will measure the simple workflow before adding workers.</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Which configuration meets your product's quality requirement?</a:t>
            </a:r>
            <a:r>
              <a:rPr b="0"/>
              <a:t> The pitfall: </a:t>
            </a:r>
            <a:r>
              <a:rPr b="1"/>
              <a:t>a hardcoded model ID with no eval suite behind it.</a:t>
            </a:r>
            <a:r>
              <a:rPr b="0"/>
              <a:t> That leaves you choosing a replacement without evidence.</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From the large authorized corpus, retrieve relevant passages. The preliminary briefing says bearing wear is possible. </a:t>
            </a:r>
            <a:r>
              <a:rPr b="1"/>
              <a:t>The later minutes leave the cause unresolved and call for inspection.</a:t>
            </a:r>
            <a:r>
              <a:rPr b="0"/>
              <a:t> Keep these documents distinct.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Preserve revision, source location, and decision status. Refresh retrieval when records arrive. </a:t>
            </a:r>
            <a:r>
              <a:rPr b="1"/>
              <a:t>You own relevance, freshness, provenance, and the context budget.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Compaction must preserve the unresolved cause, inspection constraint, and access scope.</a:t>
            </a:r>
            <a:r>
              <a:rPr b="0"/>
              <a:t> Compare the sensor fault in FRB-017 and bearing wear in FRB-031. Similar symptoms do not prove a common cause. Missing, unreadable, conflicting, or unauthorized evidence needs an explicit limitation.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Adding instead of curating.</a:t>
            </a:r>
            <a:r>
              <a:rPr b="0"/>
              <a:t> A bigger window does not solve selection.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From the large authorized corpus, retrieve relevant passages. The preliminary briefing says bearing wear is possible. </a:t>
            </a:r>
            <a:r>
              <a:rPr b="1"/>
              <a:t>The later minutes leave the cause unresolved and call for inspection.</a:t>
            </a:r>
            <a:r>
              <a:rPr b="0"/>
              <a:t> Keep these documents distinct.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Preserve revision, source location, and decision status. Refresh retrieval when records arrive. </a:t>
            </a:r>
            <a:r>
              <a:rPr b="1"/>
              <a:t>You own relevance, freshness, provenance, and the context budget.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Compaction must preserve the unresolved cause, inspection constraint, and access scope.</a:t>
            </a:r>
            <a:r>
              <a:rPr b="0"/>
              <a:t> Compare the sensor fault in FRB-017 and bearing wear in FRB-031. Similar symptoms do not prove a common cause. Missing, unreadable, conflicting, or unauthorized evidence needs an explicit limitation.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Adding instead of curating.</a:t>
            </a:r>
            <a:r>
              <a:rPr b="0"/>
              <a:t> A bigger window does not solve selection.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write the contract and build the gate.</a:t>
            </a:r>
            <a:r>
              <a:rPr b="0"/>
              <a:t> In our illustration, background services parse and index PDF reports, Word minutes, and PowerPoint briefings. These are separate from the tools the agent calls.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Search by ID, date, or category. Retrieve exact source passages. Export selected records, or export the checked brief. Each tool needs a clear input and result contract.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Results retain IDs, revisions, and source locations.</a:t>
            </a:r>
            <a:r>
              <a:rPr b="0"/>
              <a:t> Parsing failures and incomplete results are explicit. Exports match the selected records or checked draft, with citations and uncertainty intact. </a:t>
            </a:r>
            <a:r>
              <a:rPr b="1"/>
              <a:t>Enforce authorization outside the model for reads and exports, including the destination.</a:t>
            </a:r>
            <a:r>
              <a:rPr b="0"/>
              <a:t> A model recommendation does not establish permission.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Copying the API surface without evaluating task fit.</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write the contract and build the gate.</a:t>
            </a:r>
            <a:r>
              <a:rPr b="0"/>
              <a:t> In our illustration, background services parse and index PDF reports, Word minutes, and PowerPoint briefings. These are separate from the tools the agent calls.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Search by ID, date, or category. Retrieve exact source passages. Export selected records, or export the checked brief. Each tool needs a clear input and result contract.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Results retain IDs, revisions, and source locations.</a:t>
            </a:r>
            <a:r>
              <a:rPr b="0"/>
              <a:t> Parsing failures and incomplete results are explicit. Exports match the selected records or checked draft, with citations and uncertainty intact. </a:t>
            </a:r>
            <a:r>
              <a:rPr b="1"/>
              <a:t>Enforce authorization outside the model for reads and exports, including the destination.</a:t>
            </a:r>
            <a:r>
              <a:rPr b="0"/>
              <a:t> A model recommendation does not establish permission.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Copying the API surface without evaluating task fit.</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must define the checks your domain needs.</a:t>
            </a:r>
            <a:r>
              <a:rPr b="0"/>
              <a:t> FRB IDs, revisions, permissions, source locations, and exported content can be checked directly. Experts judge faithfulness, useful synthesis, and warranted uncertainty. </a:t>
            </a:r>
            <a:r>
              <a:rPr b="1"/>
              <a:t>Citation existence and semantic support are different checks.</a:t>
            </a:r>
            <a:r>
              <a:rPr b="0"/>
              <a:t> Calibrate model graders to experts.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Inspect the false confirmation and its trace. Did parsing lose the qualification, retrieval miss later minutes, compaction drop a constraint, a worker overstate evidence, or synthesis ignore it? </a:t>
            </a:r>
            <a:r>
              <a:rPr b="1"/>
              <a:t>Identify the responsible component before changing it.</a:t>
            </a:r>
            <a:r>
              <a:rPr b="0"/>
              <a:t> Rerun representative cases with repeated trials. Monitor production samples and add new failures to regression cases.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Your eval suite gives evidence for a migration decision.</a:t>
            </a:r>
            <a:r>
              <a:rPr b="0"/>
              <a:t> It also checks prompt, retrieval, and tool changes.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 generic judge instead of error analysis. Trusting the success claim without checking the result.</a:t>
            </a:r>
          </a:p>
          <a:p xmlns:a="http://schemas.openxmlformats.org/drawingml/2006/main">
            <a:r>
              <a:t/>
            </a:r>
          </a:p>
          <a:p xmlns:a="http://schemas.openxmlformats.org/drawingml/2006/main">
            <a:r>
              <a:rPr b="1"/>
              <a:t>Check the action. Measure across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must define the checks your domain needs.</a:t>
            </a:r>
            <a:r>
              <a:rPr b="0"/>
              <a:t> FRB IDs, revisions, permissions, source locations, and exported content can be checked directly. Experts judge faithfulness, useful synthesis, and warranted uncertainty. </a:t>
            </a:r>
            <a:r>
              <a:rPr b="1"/>
              <a:t>Citation existence and semantic support are different checks.</a:t>
            </a:r>
            <a:r>
              <a:rPr b="0"/>
              <a:t> Calibrate model graders to experts.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Inspect the false confirmation and its trace. Did parsing lose the qualification, retrieval miss later minutes, compaction drop a constraint, a worker overstate evidence, or synthesis ignore it? </a:t>
            </a:r>
            <a:r>
              <a:rPr b="1"/>
              <a:t>Identify the responsible component before changing it.</a:t>
            </a:r>
            <a:r>
              <a:rPr b="0"/>
              <a:t> Rerun representative cases with repeated trials. Monitor production samples and add new failures to regression cases.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Your eval suite gives evidence for a migration decision.</a:t>
            </a:r>
            <a:r>
              <a:rPr b="0"/>
              <a:t> It also checks prompt, retrieval, and tool changes.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 generic judge instead of error analysis. Trusting the success claim without checking the result.</a:t>
            </a:r>
          </a:p>
          <a:p xmlns:a="http://schemas.openxmlformats.org/drawingml/2006/main">
            <a:r>
              <a:t/>
            </a:r>
          </a:p>
          <a:p xmlns:a="http://schemas.openxmlformats.org/drawingml/2006/main">
            <a:r>
              <a:rPr b="1"/>
              <a:t>Check the action. Measure across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Enforce FRB access and permitted export destinations outside the model. </a:t>
            </a:r>
            <a:r>
              <a:rPr b="1"/>
              <a:t>People own official causes, decisions, and board records.</a:t>
            </a:r>
          </a:p>
          <a:p xmlns:a="http://schemas.openxmlformats.org/drawingml/2006/main">
            <a:r>
              <a:t/>
            </a:r>
          </a:p>
          <a:p xmlns:a="http://schemas.openxmlformats.org/drawingml/2006/main">
            <a:r>
              <a:rPr b="0"/>
              <a:t>Trace the request through retrieved revisions, worker evidence, synthesis, verification, and export. Restrict trace access. Monitor freshness, parsing/tool failures, quality failures, cost per completed brief, and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Internal attachments can contain untrusted instructions. An export provides communication. Count capabilities and constrain the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Enforce FRB access and permitted export destinations outside the model. </a:t>
            </a:r>
            <a:r>
              <a:rPr b="1"/>
              <a:t>People own official causes, decisions, and board records.</a:t>
            </a:r>
          </a:p>
          <a:p xmlns:a="http://schemas.openxmlformats.org/drawingml/2006/main">
            <a:r>
              <a:t/>
            </a:r>
          </a:p>
          <a:p xmlns:a="http://schemas.openxmlformats.org/drawingml/2006/main">
            <a:r>
              <a:rPr b="0"/>
              <a:t>Trace the request through retrieved revisions, worker evidence, synthesis, verification, and export. Restrict trace access. Monitor freshness, parsing/tool failures, quality failures, cost per completed brief, and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Internal attachments can contain untrusted instructions. An export provides communication. Count capabilities and constrain the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Everything in the last twenty-five minutes was engineering. </a:t>
            </a:r>
            <a:r>
              <a:rPr b="1"/>
              <a:t>Most of it is engineering you already do.</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 Let them read it.</a:t>
            </a:r>
          </a:p>
          <a:p xmlns:a="http://schemas.openxmlformats.org/drawingml/2006/main">
            <a:r>
              <a:t/>
            </a:r>
          </a:p>
          <a:p xmlns:a="http://schemas.openxmlformats.org/drawingml/2006/main">
            <a:r>
              <a:rPr b="0"/>
              <a:t>You have seen all six.</a:t>
            </a:r>
          </a:p>
          <a:p xmlns:a="http://schemas.openxmlformats.org/drawingml/2006/main">
            <a:r>
              <a:t/>
            </a:r>
          </a:p>
          <a:p xmlns:a="http://schemas.openxmlformats.org/drawingml/2006/main">
            <a:r>
              <a:rPr b="1"/>
              <a:t>Every one is a symptom of the same thing: treating the demo as the product.</a:t>
            </a:r>
            <a:r>
              <a:rPr b="0"/>
              <a:t> works.any() shipped as works.all().</a:t>
            </a:r>
          </a:p>
          <a:p xmlns:a="http://schemas.openxmlformats.org/drawingml/2006/main">
            <a:r>
              <a:t/>
            </a:r>
          </a:p>
          <a:p xmlns:a="http://schemas.openxmlformats.org/drawingml/2006/main">
            <a:r>
              <a:rPr b="0"/>
              <a:t>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rPr b="1"/>
              <a:t>Every pitfall on this list is a demo mistaken for a product.</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We have fifteen minutes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ec539edb294f2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b8e1987a8b734e8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29c31d56262441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FDEE904B-0F72-4E62-9127-60B50E5502B3}"/>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974a3794594839" /><Relationship Type="http://schemas.openxmlformats.org/officeDocument/2006/relationships/slideLayout" Target="/ppt/slideLayouts/slideLayout1.xml" Id="Rb764cb03571e44b5"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675b3f74120c404a" /><Relationship Type="http://schemas.openxmlformats.org/officeDocument/2006/relationships/slideLayout" Target="/ppt/slideLayouts/slideLayout2.xml" Id="R119beb1bbf1d4e5d" /><Relationship Type="http://schemas.openxmlformats.org/officeDocument/2006/relationships/slideLayout" Target="/ppt/slideLayouts/slideLayout3.xml" Id="R4ecfc9c1b0eb4f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64cb03571e44b5"/>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119beb1bbf1d4e5d"/>
    <p:sldLayoutId xmlns:r="http://schemas.openxmlformats.org/officeDocument/2006/relationships" id="2147483652" r:id="R4ecfc9c1b0eb4fa8"/>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9b01e3b5a0274e38" /><Relationship Type="http://schemas.openxmlformats.org/officeDocument/2006/relationships/notesSlide" Target="/ppt/notesSlides/notesSlide1.xml" Id="R462e2e2aa8604c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881416bea5f49e4" /><Relationship Type="http://schemas.openxmlformats.org/officeDocument/2006/relationships/notesSlide" Target="/ppt/notesSlides/notesSlide2.xml" Id="R261a0d93223848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9f18403e3c64b72" /><Relationship Type="http://schemas.openxmlformats.org/officeDocument/2006/relationships/image" Target="/ppt/media/image.png" Id="Rc38db8c65e1e4b2b" /><Relationship Type="http://schemas.openxmlformats.org/officeDocument/2006/relationships/notesSlide" Target="/ppt/notesSlides/notesSlide3.xml" Id="R344146f3d9aa4f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ad513fd09de4e06" /><Relationship Type="http://schemas.openxmlformats.org/officeDocument/2006/relationships/notesSlide" Target="/ppt/notesSlides/notesSlide4.xml" Id="R510a5cd3c24c4f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5c4473f4f464c88" /><Relationship Type="http://schemas.openxmlformats.org/officeDocument/2006/relationships/notesSlide" Target="/ppt/notesSlides/notesSlide5.xml" Id="R823f4e1f130f45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1ea34d19ac441c1" /><Relationship Type="http://schemas.openxmlformats.org/officeDocument/2006/relationships/notesSlide" Target="/ppt/notesSlides/notesSlide6.xml" Id="R3aed293bc31042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f5345a36f3d94f44" /><Relationship Type="http://schemas.openxmlformats.org/officeDocument/2006/relationships/notesSlide" Target="/ppt/notesSlides/notesSlide7.xml" Id="R4da9dd340d1e45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027793b71c964aab" /><Relationship Type="http://schemas.openxmlformats.org/officeDocument/2006/relationships/notesSlide" Target="/ppt/notesSlides/notesSlide8.xml" Id="Rde2ef2f32b834f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8a85aa3e3c624600" /><Relationship Type="http://schemas.openxmlformats.org/officeDocument/2006/relationships/image" Target="/ppt/media/image2.png" Id="R7190b8c487224cf3" /><Relationship Type="http://schemas.openxmlformats.org/officeDocument/2006/relationships/notesSlide" Target="/ppt/notesSlides/notesSlide9.xml" Id="R6f4b0c7af01249c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739c522f66694881" /><Relationship Type="http://schemas.openxmlformats.org/officeDocument/2006/relationships/image" Target="/ppt/media/image3.png" Id="R6bdaf5e77a9f475c" /><Relationship Type="http://schemas.openxmlformats.org/officeDocument/2006/relationships/notesSlide" Target="/ppt/notesSlides/notesSlide10.xml" Id="R3f6091a988e2436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b26b9c1d8e3143e3" /><Relationship Type="http://schemas.openxmlformats.org/officeDocument/2006/relationships/image" Target="/ppt/media/image4.png" Id="Rd21e03e1f6134682" /><Relationship Type="http://schemas.openxmlformats.org/officeDocument/2006/relationships/notesSlide" Target="/ppt/notesSlides/notesSlide11.xml" Id="Re8e878ea450743e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228d6248e67244f7" /><Relationship Type="http://schemas.openxmlformats.org/officeDocument/2006/relationships/image" Target="/ppt/media/image5.png" Id="R95b557a495b546aa" /><Relationship Type="http://schemas.openxmlformats.org/officeDocument/2006/relationships/notesSlide" Target="/ppt/notesSlides/notesSlide12.xml" Id="Rf5b137a385d5478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c418059dc0149f3" /><Relationship Type="http://schemas.openxmlformats.org/officeDocument/2006/relationships/image" Target="/ppt/media/image6.png" Id="R05ad39dee3834dd6" /><Relationship Type="http://schemas.openxmlformats.org/officeDocument/2006/relationships/notesSlide" Target="/ppt/notesSlides/notesSlide13.xml" Id="R172a6a8f0eaa430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a97487fa314d4783" /><Relationship Type="http://schemas.openxmlformats.org/officeDocument/2006/relationships/image" Target="/ppt/media/image7.png" Id="R2fdf99136aec4aae" /><Relationship Type="http://schemas.openxmlformats.org/officeDocument/2006/relationships/notesSlide" Target="/ppt/notesSlides/notesSlide14.xml" Id="Rc3ffc9a15c3a4cb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58359c654e394054" /><Relationship Type="http://schemas.openxmlformats.org/officeDocument/2006/relationships/notesSlide" Target="/ppt/notesSlides/notesSlide15.xml" Id="R62171b1c7ee5474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4be5abb0380b4060" /><Relationship Type="http://schemas.openxmlformats.org/officeDocument/2006/relationships/image" Target="/ppt/media/image8.png" Id="Rf4f6cb93e71f4577" /><Relationship Type="http://schemas.openxmlformats.org/officeDocument/2006/relationships/notesSlide" Target="/ppt/notesSlides/notesSlide16.xml" Id="R1b3a6beaa83c453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15dc6b74826f4497" /><Relationship Type="http://schemas.openxmlformats.org/officeDocument/2006/relationships/image" Target="/ppt/media/image9.png" Id="R4f6362c0485e4141" /><Relationship Type="http://schemas.openxmlformats.org/officeDocument/2006/relationships/notesSlide" Target="/ppt/notesSlides/notesSlide17.xml" Id="Rd44cee37cf80429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c03571c878ca4335" /><Relationship Type="http://schemas.openxmlformats.org/officeDocument/2006/relationships/image" Target="/ppt/media/image9.png" Id="R6b92181a2faa4080" /><Relationship Type="http://schemas.openxmlformats.org/officeDocument/2006/relationships/notesSlide" Target="/ppt/notesSlides/notesSlide18.xml" Id="Re36777472a6d462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5c66ae91e70f4593" /><Relationship Type="http://schemas.openxmlformats.org/officeDocument/2006/relationships/image" Target="/ppt/media/image9.png" Id="R669dad28d77d4b58" /><Relationship Type="http://schemas.openxmlformats.org/officeDocument/2006/relationships/notesSlide" Target="/ppt/notesSlides/notesSlide19.xml" Id="R0ecbae92f6a640c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f3f58d24b1e64a06" /><Relationship Type="http://schemas.openxmlformats.org/officeDocument/2006/relationships/image" Target="/ppt/media/image9.png" Id="R99d97aac1bd844a8" /><Relationship Type="http://schemas.openxmlformats.org/officeDocument/2006/relationships/notesSlide" Target="/ppt/notesSlides/notesSlide20.xml" Id="Reaf19b22da614e1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09bd5f1683c74385" /><Relationship Type="http://schemas.openxmlformats.org/officeDocument/2006/relationships/notesSlide" Target="/ppt/notesSlides/notesSlide21.xml" Id="R04dc118425a0405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a613d3f92f5f43d2" /><Relationship Type="http://schemas.openxmlformats.org/officeDocument/2006/relationships/image" Target="/ppt/media/image10.png" Id="R524593bf81e04f0e" /><Relationship Type="http://schemas.openxmlformats.org/officeDocument/2006/relationships/notesSlide" Target="/ppt/notesSlides/notesSlide22.xml" Id="Rcce13744025741c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e0585767beb340f9" /><Relationship Type="http://schemas.openxmlformats.org/officeDocument/2006/relationships/image" Target="/ppt/media/image10.png" Id="R9297b0de111e453e" /><Relationship Type="http://schemas.openxmlformats.org/officeDocument/2006/relationships/notesSlide" Target="/ppt/notesSlides/notesSlide23.xml" Id="R58d84f2bbae34b0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adbd7772118d4864" /><Relationship Type="http://schemas.openxmlformats.org/officeDocument/2006/relationships/image" Target="/ppt/media/image10.png" Id="R8ed912898f244215" /><Relationship Type="http://schemas.openxmlformats.org/officeDocument/2006/relationships/notesSlide" Target="/ppt/notesSlides/notesSlide24.xml" Id="Reb71552ef7b8469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a4d472207031459c" /><Relationship Type="http://schemas.openxmlformats.org/officeDocument/2006/relationships/image" Target="/ppt/media/image11.png" Id="R922af5361703432e" /><Relationship Type="http://schemas.openxmlformats.org/officeDocument/2006/relationships/notesSlide" Target="/ppt/notesSlides/notesSlide25.xml" Id="Reb1782a240e3493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942a04c816df4229" /><Relationship Type="http://schemas.openxmlformats.org/officeDocument/2006/relationships/image" Target="/ppt/media/image11.png" Id="R7bf326f533054625" /><Relationship Type="http://schemas.openxmlformats.org/officeDocument/2006/relationships/notesSlide" Target="/ppt/notesSlides/notesSlide26.xml" Id="R32ac41db01bd407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d967bd129b15431f" /><Relationship Type="http://schemas.openxmlformats.org/officeDocument/2006/relationships/notesSlide" Target="/ppt/notesSlides/notesSlide27.xml" Id="R7861a0d2f846463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ce50ceb6784e4e2e" /><Relationship Type="http://schemas.openxmlformats.org/officeDocument/2006/relationships/image" Target="/ppt/media/image12.png" Id="R0b6fcaf2aa184e78" /><Relationship Type="http://schemas.openxmlformats.org/officeDocument/2006/relationships/notesSlide" Target="/ppt/notesSlides/notesSlide28.xml" Id="R1d5f7c42b6f4443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23a81fe3b5c84edd" /><Relationship Type="http://schemas.openxmlformats.org/officeDocument/2006/relationships/image" Target="/ppt/media/image12.png" Id="Rb17e1d828cd44ecc" /><Relationship Type="http://schemas.openxmlformats.org/officeDocument/2006/relationships/notesSlide" Target="/ppt/notesSlides/notesSlide29.xml" Id="R9d834c9470264d0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8a0aec3a22cd4c8c" /><Relationship Type="http://schemas.openxmlformats.org/officeDocument/2006/relationships/image" Target="/ppt/media/image13.png" Id="R8cd6d2323b484c3b" /><Relationship Type="http://schemas.openxmlformats.org/officeDocument/2006/relationships/notesSlide" Target="/ppt/notesSlides/notesSlide30.xml" Id="Rf23c4d45d0aa445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c1ab5b978d854c07" /><Relationship Type="http://schemas.openxmlformats.org/officeDocument/2006/relationships/image" Target="/ppt/media/image13.png" Id="R6e28d7679fd84199" /><Relationship Type="http://schemas.openxmlformats.org/officeDocument/2006/relationships/notesSlide" Target="/ppt/notesSlides/notesSlide31.xml" Id="Rd83126f51b3b437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21dd79280e0a4066" /><Relationship Type="http://schemas.openxmlformats.org/officeDocument/2006/relationships/notesSlide" Target="/ppt/notesSlides/notesSlide32.xml" Id="R5755646c78e340d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d1341c45e97e4e06" /><Relationship Type="http://schemas.openxmlformats.org/officeDocument/2006/relationships/image" Target="/ppt/media/image14.png" Id="R89a277a95d684653" /><Relationship Type="http://schemas.openxmlformats.org/officeDocument/2006/relationships/notesSlide" Target="/ppt/notesSlides/notesSlide33.xml" Id="R46fbe83f45d447f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e7f65be3fb234618" /><Relationship Type="http://schemas.openxmlformats.org/officeDocument/2006/relationships/image" Target="/ppt/media/image14.png" Id="R43d890351c7d4681" /><Relationship Type="http://schemas.openxmlformats.org/officeDocument/2006/relationships/notesSlide" Target="/ppt/notesSlides/notesSlide34.xml" Id="Ra016f6e03bf141c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d35083221b1e477f" /><Relationship Type="http://schemas.openxmlformats.org/officeDocument/2006/relationships/image" Target="/ppt/media/image14.png" Id="R9aa526c69cf84290" /><Relationship Type="http://schemas.openxmlformats.org/officeDocument/2006/relationships/notesSlide" Target="/ppt/notesSlides/notesSlide35.xml" Id="R59db683cac19409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f87cd4e2f15b4507" /><Relationship Type="http://schemas.openxmlformats.org/officeDocument/2006/relationships/image" Target="/ppt/media/image14.png" Id="R9131eec445db4c4e" /><Relationship Type="http://schemas.openxmlformats.org/officeDocument/2006/relationships/notesSlide" Target="/ppt/notesSlides/notesSlide36.xml" Id="Rab99f2506d13469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76794d5b7d764035" /><Relationship Type="http://schemas.openxmlformats.org/officeDocument/2006/relationships/image" Target="/ppt/media/image15.png" Id="R19b0fb591ca24cb4" /><Relationship Type="http://schemas.openxmlformats.org/officeDocument/2006/relationships/notesSlide" Target="/ppt/notesSlides/notesSlide37.xml" Id="Rf2a31cc79d684ac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ee9f3932722e41da" /><Relationship Type="http://schemas.openxmlformats.org/officeDocument/2006/relationships/image" Target="/ppt/media/image15.png" Id="R5fcfc98f5ebb4e34" /><Relationship Type="http://schemas.openxmlformats.org/officeDocument/2006/relationships/notesSlide" Target="/ppt/notesSlides/notesSlide38.xml" Id="Red94263f599b4e6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6b580a1adcf8467e" /><Relationship Type="http://schemas.openxmlformats.org/officeDocument/2006/relationships/image" Target="/ppt/media/image15.png" Id="R5e89e36a39ee4875" /><Relationship Type="http://schemas.openxmlformats.org/officeDocument/2006/relationships/notesSlide" Target="/ppt/notesSlides/notesSlide39.xml" Id="R7cbda76886fb4bc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ca2df3073f7f4894" /><Relationship Type="http://schemas.openxmlformats.org/officeDocument/2006/relationships/notesSlide" Target="/ppt/notesSlides/notesSlide40.xml" Id="Rd1a6632367f1491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49d44435951f499d" /><Relationship Type="http://schemas.openxmlformats.org/officeDocument/2006/relationships/image" Target="/ppt/media/image16.png" Id="Rd2e2403c5292434a" /><Relationship Type="http://schemas.openxmlformats.org/officeDocument/2006/relationships/notesSlide" Target="/ppt/notesSlides/notesSlide41.xml" Id="R53911c03dbef417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40c78afcd49249d4" /><Relationship Type="http://schemas.openxmlformats.org/officeDocument/2006/relationships/image" Target="/ppt/media/image16.png" Id="Ree01d962d663464e" /><Relationship Type="http://schemas.openxmlformats.org/officeDocument/2006/relationships/notesSlide" Target="/ppt/notesSlides/notesSlide42.xml" Id="R1fefa9632026442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dc21b7739e134633" /><Relationship Type="http://schemas.openxmlformats.org/officeDocument/2006/relationships/image" Target="/ppt/media/image16.png" Id="Re17ba74614c74aa7" /><Relationship Type="http://schemas.openxmlformats.org/officeDocument/2006/relationships/notesSlide" Target="/ppt/notesSlides/notesSlide43.xml" Id="R8e96d4665b4d43d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daf452b3597545ec" /><Relationship Type="http://schemas.openxmlformats.org/officeDocument/2006/relationships/image" Target="/ppt/media/image16.png" Id="R84934840317a4238" /><Relationship Type="http://schemas.openxmlformats.org/officeDocument/2006/relationships/notesSlide" Target="/ppt/notesSlides/notesSlide44.xml" Id="R1ae2441387ae431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1513fc55a227437e" /><Relationship Type="http://schemas.openxmlformats.org/officeDocument/2006/relationships/image" Target="/ppt/media/image17.png" Id="R8c250d91f35e430c" /><Relationship Type="http://schemas.openxmlformats.org/officeDocument/2006/relationships/notesSlide" Target="/ppt/notesSlides/notesSlide45.xml" Id="R700caeb04f84460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7e4d72d7a4784d2f" /><Relationship Type="http://schemas.openxmlformats.org/officeDocument/2006/relationships/image" Target="/ppt/media/image17.png" Id="R7e197ea5883f425f" /><Relationship Type="http://schemas.openxmlformats.org/officeDocument/2006/relationships/notesSlide" Target="/ppt/notesSlides/notesSlide46.xml" Id="R21317a8f01334ba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5dde22fe19ef4266" /><Relationship Type="http://schemas.openxmlformats.org/officeDocument/2006/relationships/notesSlide" Target="/ppt/notesSlides/notesSlide47.xml" Id="R5d5e0d0558714a9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d59f86b271304074" /><Relationship Type="http://schemas.openxmlformats.org/officeDocument/2006/relationships/image" Target="/ppt/media/image18.png" Id="R1601b474ce86478f" /><Relationship Type="http://schemas.openxmlformats.org/officeDocument/2006/relationships/notesSlide" Target="/ppt/notesSlides/notesSlide48.xml" Id="Ra537228ba237458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15537744b27f43d3" /><Relationship Type="http://schemas.openxmlformats.org/officeDocument/2006/relationships/image" Target="/ppt/media/image18.png" Id="Rfdbd687449054f54" /><Relationship Type="http://schemas.openxmlformats.org/officeDocument/2006/relationships/notesSlide" Target="/ppt/notesSlides/notesSlide49.xml" Id="Rb7b7a2ff1eef4f8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89ba55f5e6134c7d" /><Relationship Type="http://schemas.openxmlformats.org/officeDocument/2006/relationships/image" Target="/ppt/media/image18.png" Id="Rb9cd6f1372074bb2" /><Relationship Type="http://schemas.openxmlformats.org/officeDocument/2006/relationships/notesSlide" Target="/ppt/notesSlides/notesSlide50.xml" Id="R7cf46a0c71934285"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947b505ca471454b" /><Relationship Type="http://schemas.openxmlformats.org/officeDocument/2006/relationships/image" Target="/ppt/media/image18.png" Id="R3c6ec3c5f14045a4" /><Relationship Type="http://schemas.openxmlformats.org/officeDocument/2006/relationships/notesSlide" Target="/ppt/notesSlides/notesSlide51.xml" Id="R8ecf5fdce7574de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da2e1731d7b948e8" /><Relationship Type="http://schemas.openxmlformats.org/officeDocument/2006/relationships/image" Target="/ppt/media/image19.png" Id="R73295f2ef5994017" /><Relationship Type="http://schemas.openxmlformats.org/officeDocument/2006/relationships/notesSlide" Target="/ppt/notesSlides/notesSlide52.xml" Id="Rfed6bf3a34e04c9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939e2122f86847c5" /><Relationship Type="http://schemas.openxmlformats.org/officeDocument/2006/relationships/image" Target="/ppt/media/image20.png" Id="Rec54560b86d6498d" /><Relationship Type="http://schemas.openxmlformats.org/officeDocument/2006/relationships/notesSlide" Target="/ppt/notesSlides/notesSlide53.xml" Id="R311fbcb4b7464143"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91d2a6007d30414c" /><Relationship Type="http://schemas.openxmlformats.org/officeDocument/2006/relationships/notesSlide" Target="/ppt/notesSlides/notesSlide54.xml" Id="R399af6d1877c4ceb"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9e06edba7a174b7c" /><Relationship Type="http://schemas.openxmlformats.org/officeDocument/2006/relationships/image" Target="/ppt/media/image21.png" Id="R7c20b0d43a8a4e03" /><Relationship Type="http://schemas.openxmlformats.org/officeDocument/2006/relationships/notesSlide" Target="/ppt/notesSlides/notesSlide55.xml" Id="Rb780a22dc2dc401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db0ad0c0608e4e31" /><Relationship Type="http://schemas.openxmlformats.org/officeDocument/2006/relationships/image" Target="/ppt/media/image21.png" Id="Re22550d3e2604d6f" /><Relationship Type="http://schemas.openxmlformats.org/officeDocument/2006/relationships/notesSlide" Target="/ppt/notesSlides/notesSlide56.xml" Id="R2c44f989c2e34e0d" /></Relationships>
</file>

<file path=ppt/slides/_rels/slide57.xml.rels>&#65279;<?xml version="1.0" encoding="utf-8"?><Relationships xmlns="http://schemas.openxmlformats.org/package/2006/relationships"><Relationship Type="http://schemas.openxmlformats.org/officeDocument/2006/relationships/slideLayout" Target="/ppt/slideLayouts/slideLayout2.xml" Id="R65e5b98261fc4c84" /><Relationship Type="http://schemas.openxmlformats.org/officeDocument/2006/relationships/image" Target="/ppt/media/image22.png" Id="R39773731e2f440ce" /><Relationship Type="http://schemas.openxmlformats.org/officeDocument/2006/relationships/notesSlide" Target="/ppt/notesSlides/notesSlide57.xml" Id="R14df48c0eb9b4593" /></Relationships>
</file>

<file path=ppt/slides/_rels/slide58.xml.rels>&#65279;<?xml version="1.0" encoding="utf-8"?><Relationships xmlns="http://schemas.openxmlformats.org/package/2006/relationships"><Relationship Type="http://schemas.openxmlformats.org/officeDocument/2006/relationships/slideLayout" Target="/ppt/slideLayouts/slideLayout2.xml" Id="R8960ba79725a4a96" /><Relationship Type="http://schemas.openxmlformats.org/officeDocument/2006/relationships/image" Target="/ppt/media/image23.png" Id="R8b35fe776e914e44" /><Relationship Type="http://schemas.openxmlformats.org/officeDocument/2006/relationships/notesSlide" Target="/ppt/notesSlides/notesSlide58.xml" Id="Ra5d7189bf9164d5b" /></Relationships>
</file>

<file path=ppt/slides/_rels/slide59.xml.rels>&#65279;<?xml version="1.0" encoding="utf-8"?><Relationships xmlns="http://schemas.openxmlformats.org/package/2006/relationships"><Relationship Type="http://schemas.openxmlformats.org/officeDocument/2006/relationships/slideLayout" Target="/ppt/slideLayouts/slideLayout2.xml" Id="Rbebb0d7264fc4cc2" /><Relationship Type="http://schemas.openxmlformats.org/officeDocument/2006/relationships/image" Target="/ppt/media/image23.png" Id="Re46d6db72d4043c2" /><Relationship Type="http://schemas.openxmlformats.org/officeDocument/2006/relationships/notesSlide" Target="/ppt/notesSlides/notesSlide59.xml" Id="R6c616604d9d84189" /></Relationships>
</file>

<file path=ppt/slides/_rels/slide60.xml.rels>&#65279;<?xml version="1.0" encoding="utf-8"?><Relationships xmlns="http://schemas.openxmlformats.org/package/2006/relationships"><Relationship Type="http://schemas.openxmlformats.org/officeDocument/2006/relationships/slideLayout" Target="/ppt/slideLayouts/slideLayout2.xml" Id="R5d1be81f4c724bdb" /><Relationship Type="http://schemas.openxmlformats.org/officeDocument/2006/relationships/notesSlide" Target="/ppt/notesSlides/notesSlide60.xml" Id="Rffd3dce9edcf40cc" /></Relationships>
</file>

<file path=ppt/slides/_rels/slide61.xml.rels>&#65279;<?xml version="1.0" encoding="utf-8"?><Relationships xmlns="http://schemas.openxmlformats.org/package/2006/relationships"><Relationship Type="http://schemas.openxmlformats.org/officeDocument/2006/relationships/slideLayout" Target="/ppt/slideLayouts/slideLayout2.xml" Id="Re7027f577c164c5f" /><Relationship Type="http://schemas.openxmlformats.org/officeDocument/2006/relationships/image" Target="/ppt/media/image24.png" Id="Rd8c5ef6db2a84271" /><Relationship Type="http://schemas.openxmlformats.org/officeDocument/2006/relationships/notesSlide" Target="/ppt/notesSlides/notesSlide61.xml" Id="R81efedfda8724a23" /></Relationships>
</file>

<file path=ppt/slides/_rels/slide62.xml.rels>&#65279;<?xml version="1.0" encoding="utf-8"?><Relationships xmlns="http://schemas.openxmlformats.org/package/2006/relationships"><Relationship Type="http://schemas.openxmlformats.org/officeDocument/2006/relationships/slideLayout" Target="/ppt/slideLayouts/slideLayout2.xml" Id="R7ad9851a05204548" /><Relationship Type="http://schemas.openxmlformats.org/officeDocument/2006/relationships/image" Target="/ppt/media/image24.png" Id="R69c1a74c29d64d4c" /><Relationship Type="http://schemas.openxmlformats.org/officeDocument/2006/relationships/notesSlide" Target="/ppt/notesSlides/notesSlide62.xml" Id="R1292909ec5bd42da" /></Relationships>
</file>

<file path=ppt/slides/_rels/slide63.xml.rels>&#65279;<?xml version="1.0" encoding="utf-8"?><Relationships xmlns="http://schemas.openxmlformats.org/package/2006/relationships"><Relationship Type="http://schemas.openxmlformats.org/officeDocument/2006/relationships/slideLayout" Target="/ppt/slideLayouts/slideLayout2.xml" Id="R756f8667934b467d" /><Relationship Type="http://schemas.openxmlformats.org/officeDocument/2006/relationships/notesSlide" Target="/ppt/notesSlides/notesSlide63.xml" Id="R1ed72650347b40b4" /></Relationships>
</file>

<file path=ppt/slides/_rels/slide64.xml.rels>&#65279;<?xml version="1.0" encoding="utf-8"?><Relationships xmlns="http://schemas.openxmlformats.org/package/2006/relationships"><Relationship Type="http://schemas.openxmlformats.org/officeDocument/2006/relationships/slideLayout" Target="/ppt/slideLayouts/slideLayout2.xml" Id="R11e044fdcced40d5" /><Relationship Type="http://schemas.openxmlformats.org/officeDocument/2006/relationships/notesSlide" Target="/ppt/notesSlides/notesSlide64.xml" Id="Rc7a082887ed84941"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4F5D7EAF-9B5C-4F7A-A988-533B2B3922C6}"/>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4A17B20D-C661-422D-B1F9-4D392BD9EAE1}"/>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D8D44B9E-48C3-49C8-96CD-EF1A287AF7C5}"/>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78862247-6BF0-4067-B6E1-01C1F48AEC0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548348166"/>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4">
            <a:extLst xmlns:a="http://schemas.openxmlformats.org/drawingml/2006/main">
              <a:ext uri="{FF2B5EF4-FFF2-40B4-BE49-F238E27FC236}">
                <a16:creationId xmlns:a16="http://schemas.microsoft.com/office/drawing/2014/main" id="{EEB91E1B-3EFA-4BDE-8A91-4E4258A23A15}"/>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6" name="01-text-5">
            <a:extLst xmlns:a="http://schemas.openxmlformats.org/drawingml/2006/main">
              <a:ext uri="{FF2B5EF4-FFF2-40B4-BE49-F238E27FC236}">
                <a16:creationId xmlns:a16="http://schemas.microsoft.com/office/drawing/2014/main" id="{911EC9FC-EB85-4C9C-A034-9BDCA40C63EA}"/>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7" name="narrative-number">
            <a:extLst xmlns:a="http://schemas.openxmlformats.org/drawingml/2006/main">
              <a:ext uri="{FF2B5EF4-FFF2-40B4-BE49-F238E27FC236}">
                <a16:creationId xmlns:a16="http://schemas.microsoft.com/office/drawing/2014/main" id="{4222A79A-7F76-4731-91E8-A41A34C772D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3791417962"/>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5" name="02-image-1"/>
          <p:cNvPicPr>
            <a:picLocks xmlns:a="http://schemas.openxmlformats.org/drawingml/2006/main" noChangeAspect="1"/>
          </p:cNvPicPr>
          <p:nvPr/>
        </p:nvPicPr>
        <p:blipFill>
          <a:blip xmlns:r="http://schemas.openxmlformats.org/officeDocument/2006/relationships" xmlns:a="http://schemas.openxmlformats.org/drawingml/2006/main" r:embed="Rc38db8c65e1e4b2b"/>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9" name="02-text-2">
            <a:extLst xmlns:a="http://schemas.openxmlformats.org/drawingml/2006/main">
              <a:ext uri="{FF2B5EF4-FFF2-40B4-BE49-F238E27FC236}">
                <a16:creationId xmlns:a16="http://schemas.microsoft.com/office/drawing/2014/main" id="{DC0EC0BE-F345-4031-A6C9-707231785012}"/>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10" name="02-text-3">
            <a:extLst xmlns:a="http://schemas.openxmlformats.org/drawingml/2006/main">
              <a:ext uri="{FF2B5EF4-FFF2-40B4-BE49-F238E27FC236}">
                <a16:creationId xmlns:a16="http://schemas.microsoft.com/office/drawing/2014/main" id="{A075E551-EE87-4E30-B0C0-B985E0DC1124}"/>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11" name="02-text-4">
            <a:extLst xmlns:a="http://schemas.openxmlformats.org/drawingml/2006/main">
              <a:ext uri="{FF2B5EF4-FFF2-40B4-BE49-F238E27FC236}">
                <a16:creationId xmlns:a16="http://schemas.microsoft.com/office/drawing/2014/main" id="{D3F58CC3-EAFF-48B5-A89F-B49CDBF3AB3B}"/>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12" name="02-text-5">
            <a:extLst xmlns:a="http://schemas.openxmlformats.org/drawingml/2006/main">
              <a:ext uri="{FF2B5EF4-FFF2-40B4-BE49-F238E27FC236}">
                <a16:creationId xmlns:a16="http://schemas.microsoft.com/office/drawing/2014/main" id="{9AC4ACD5-0C1E-4C05-9F9C-2117239CAFDD}"/>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3" name="02-text-6">
            <a:extLst xmlns:a="http://schemas.openxmlformats.org/drawingml/2006/main">
              <a:ext uri="{FF2B5EF4-FFF2-40B4-BE49-F238E27FC236}">
                <a16:creationId xmlns:a16="http://schemas.microsoft.com/office/drawing/2014/main" id="{01ECCA23-0334-4954-A8BB-D6BDF084FB2B}"/>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4" name="narrative-number">
            <a:extLst xmlns:a="http://schemas.openxmlformats.org/drawingml/2006/main">
              <a:ext uri="{FF2B5EF4-FFF2-40B4-BE49-F238E27FC236}">
                <a16:creationId xmlns:a16="http://schemas.microsoft.com/office/drawing/2014/main" id="{39C0468A-664C-49FF-9FDE-DA1C24CB7BA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3405400868"/>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03-text-1">
            <a:extLst xmlns:a="http://schemas.openxmlformats.org/drawingml/2006/main">
              <a:ext uri="{FF2B5EF4-FFF2-40B4-BE49-F238E27FC236}">
                <a16:creationId xmlns:a16="http://schemas.microsoft.com/office/drawing/2014/main" id="{FA7ED26D-58B3-4893-8AA2-BBD80639E5F0}"/>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16" name="03-text-2">
            <a:extLst xmlns:a="http://schemas.openxmlformats.org/drawingml/2006/main">
              <a:ext uri="{FF2B5EF4-FFF2-40B4-BE49-F238E27FC236}">
                <a16:creationId xmlns:a16="http://schemas.microsoft.com/office/drawing/2014/main" id="{44AD01BB-50E0-479A-BB56-CE459921F2E4}"/>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17" name="narrative-number">
            <a:extLst xmlns:a="http://schemas.openxmlformats.org/drawingml/2006/main">
              <a:ext uri="{FF2B5EF4-FFF2-40B4-BE49-F238E27FC236}">
                <a16:creationId xmlns:a16="http://schemas.microsoft.com/office/drawing/2014/main" id="{1A8FD791-0A29-40C4-9A65-89A5DCFC8C6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2817454465"/>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20" name="04-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in your development</a:t>
                      </a:r>
                    </a:p>
                    <a:p>
                      <a:pPr>
                        <a:lnSpc>
                          <a:spcPct val="125000"/>
                        </a:lnSpc>
                        <a:buNone/>
                      </a:pPr>
                      <a:r>
                        <a:rPr sz="2400" b="1">
                          <a:solidFill>
                            <a:srgbClr val="F948BE"/>
                          </a:solidFill>
                          <a:latin typeface="Helvetica"/>
                          <a:ea typeface="Helvetica"/>
                          <a:cs typeface="Helvetica"/>
                        </a:rPr>
                        <a:t>workflow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You use model output to help</a:t>
                      </a:r>
                    </a:p>
                    <a:p>
                      <a:pPr>
                        <a:lnSpc>
                          <a:spcPct val="125000"/>
                        </a:lnSpc>
                        <a:buNone/>
                      </a:pPr>
                      <a:r>
                        <a:rPr sz="2000" b="0">
                          <a:solidFill>
                            <a:srgbClr val="FFFCF5"/>
                          </a:solidFill>
                          <a:latin typeface="Helvetica"/>
                          <a:ea typeface="Helvetica"/>
                          <a:cs typeface="Helvetica"/>
                        </a:rPr>
                        <a:t>build an artifact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Users depend on model output or</a:t>
                      </a:r>
                    </a:p>
                    <a:p>
                      <a:pPr>
                        <a:lnSpc>
                          <a:spcPct val="125000"/>
                        </a:lnSpc>
                        <a:buNone/>
                      </a:pPr>
                      <a:r>
                        <a:rPr sz="2000" b="0">
                          <a:solidFill>
                            <a:srgbClr val="FFFCF5"/>
                          </a:solidFill>
                          <a:latin typeface="Helvetica"/>
                          <a:ea typeface="Helvetica"/>
                          <a:cs typeface="Helvetica"/>
                        </a:rPr>
                        <a:t>decisions during operation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decide what to accept and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design checks, approval steps,</a:t>
                      </a:r>
                    </a:p>
                    <a:p>
                      <a:pPr>
                        <a:lnSpc>
                          <a:spcPct val="125000"/>
                        </a:lnSpc>
                        <a:buNone/>
                      </a:pPr>
                      <a:r>
                        <a:rPr sz="2000" b="0">
                          <a:solidFill>
                            <a:srgbClr val="FFFCF5"/>
                          </a:solidFill>
                          <a:latin typeface="Helvetica"/>
                          <a:ea typeface="Helvetica"/>
                          <a:cs typeface="Helvetica"/>
                        </a:rPr>
                        <a:t>and failure handling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product's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9" name="narrative-number">
            <a:extLst xmlns:a="http://schemas.openxmlformats.org/drawingml/2006/main">
              <a:ext uri="{FF2B5EF4-FFF2-40B4-BE49-F238E27FC236}">
                <a16:creationId xmlns:a16="http://schemas.microsoft.com/office/drawing/2014/main" id="{BD0A5C41-D314-48C5-ADEA-8EF9A828206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2639715469"/>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04-text-2">
            <a:extLst xmlns:a="http://schemas.openxmlformats.org/drawingml/2006/main">
              <a:ext uri="{FF2B5EF4-FFF2-40B4-BE49-F238E27FC236}">
                <a16:creationId xmlns:a16="http://schemas.microsoft.com/office/drawing/2014/main" id="{8D5DECF8-8297-491E-AD3D-D4CF7CA1F1B4}"/>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1" name="04-text-3">
            <a:extLst xmlns:a="http://schemas.openxmlformats.org/drawingml/2006/main">
              <a:ext uri="{FF2B5EF4-FFF2-40B4-BE49-F238E27FC236}">
                <a16:creationId xmlns:a16="http://schemas.microsoft.com/office/drawing/2014/main" id="{DE6CE1FE-F5CF-4E6C-8BB3-6FA8A0870536}"/>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22" name="04-text-4">
            <a:extLst xmlns:a="http://schemas.openxmlformats.org/drawingml/2006/main">
              <a:ext uri="{FF2B5EF4-FFF2-40B4-BE49-F238E27FC236}">
                <a16:creationId xmlns:a16="http://schemas.microsoft.com/office/drawing/2014/main" id="{EB16480F-2461-47BE-B3DD-D90EA4C8229C}"/>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3" name="04-text-5">
            <a:extLst xmlns:a="http://schemas.openxmlformats.org/drawingml/2006/main">
              <a:ext uri="{FF2B5EF4-FFF2-40B4-BE49-F238E27FC236}">
                <a16:creationId xmlns:a16="http://schemas.microsoft.com/office/drawing/2014/main" id="{610EC451-6472-40C4-9BA9-159431B0ACBD}"/>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24" name="04-text-6">
            <a:extLst xmlns:a="http://schemas.openxmlformats.org/drawingml/2006/main">
              <a:ext uri="{FF2B5EF4-FFF2-40B4-BE49-F238E27FC236}">
                <a16:creationId xmlns:a16="http://schemas.microsoft.com/office/drawing/2014/main" id="{8DBB7199-17EF-48F6-855A-6789ECEAB16A}"/>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5" name="04-text-7">
            <a:extLst xmlns:a="http://schemas.openxmlformats.org/drawingml/2006/main">
              <a:ext uri="{FF2B5EF4-FFF2-40B4-BE49-F238E27FC236}">
                <a16:creationId xmlns:a16="http://schemas.microsoft.com/office/drawing/2014/main" id="{C63A7B59-ED37-471F-874D-0DA7D0068AE8}"/>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26" name="04-text-8">
            <a:extLst xmlns:a="http://schemas.openxmlformats.org/drawingml/2006/main">
              <a:ext uri="{FF2B5EF4-FFF2-40B4-BE49-F238E27FC236}">
                <a16:creationId xmlns:a16="http://schemas.microsoft.com/office/drawing/2014/main" id="{A1398D38-FD9D-4A6C-8476-D4881183BDF5}"/>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27" name="narrative-number">
            <a:extLst xmlns:a="http://schemas.openxmlformats.org/drawingml/2006/main">
              <a:ext uri="{FF2B5EF4-FFF2-40B4-BE49-F238E27FC236}">
                <a16:creationId xmlns:a16="http://schemas.microsoft.com/office/drawing/2014/main" id="{766FE8D3-7A67-4BC3-92F6-81F6DD23E5F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733419942"/>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 name="05-text-1">
            <a:extLst xmlns:a="http://schemas.openxmlformats.org/drawingml/2006/main">
              <a:ext uri="{FF2B5EF4-FFF2-40B4-BE49-F238E27FC236}">
                <a16:creationId xmlns:a16="http://schemas.microsoft.com/office/drawing/2014/main" id="{C6E63AD1-FBCE-45A1-9E9F-61F27698C659}"/>
              </a:ext>
            </a:extLst>
          </p:cNvPr>
          <p:cNvSpPr>
            <a:spLocks xmlns:a="http://schemas.openxmlformats.org/drawingml/2006/main"/>
          </p:cNvSpPr>
          <p:nvPr/>
        </p:nvSpPr>
        <p:spPr>
          <a:xfrm xmlns:a="http://schemas.openxmlformats.org/drawingml/2006/main">
            <a:off x="6096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You will leave with</a:t>
            </a:r>
          </a:p>
        </p:txBody>
      </p:sp>
      <p:sp>
        <p:nvSpPr>
          <p:cNvPr id="29" name="05-text-2">
            <a:extLst xmlns:a="http://schemas.openxmlformats.org/drawingml/2006/main">
              <a:ext uri="{FF2B5EF4-FFF2-40B4-BE49-F238E27FC236}">
                <a16:creationId xmlns:a16="http://schemas.microsoft.com/office/drawing/2014/main" id="{D4C6E022-B959-495D-8606-15C8710B5E79}"/>
              </a:ext>
            </a:extLst>
          </p:cNvPr>
          <p:cNvSpPr>
            <a:spLocks xmlns:a="http://schemas.openxmlformats.org/drawingml/2006/main"/>
          </p:cNvSpPr>
          <p:nvPr/>
        </p:nvSpPr>
        <p:spPr>
          <a:xfrm xmlns:a="http://schemas.openxmlformats.org/drawingml/2006/main">
            <a:off x="62484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Agenda</a:t>
            </a:r>
          </a:p>
        </p:txBody>
      </p:sp>
      <p:sp>
        <p:nvSpPr>
          <p:cNvPr id="30" name="05-text-3">
            <a:extLst xmlns:a="http://schemas.openxmlformats.org/drawingml/2006/main">
              <a:ext uri="{FF2B5EF4-FFF2-40B4-BE49-F238E27FC236}">
                <a16:creationId xmlns:a16="http://schemas.microsoft.com/office/drawing/2014/main" id="{F0B1307E-3095-473E-A6C9-7C10E1C489ED}"/>
              </a:ext>
            </a:extLst>
          </p:cNvPr>
          <p:cNvSpPr>
            <a:spLocks xmlns:a="http://schemas.openxmlformats.org/drawingml/2006/main"/>
          </p:cNvSpPr>
          <p:nvPr/>
        </p:nvSpPr>
        <p:spPr>
          <a:xfrm xmlns:a="http://schemas.openxmlformats.org/drawingml/2006/main">
            <a:off x="609600" y="173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1" name="05-text-4">
            <a:extLst xmlns:a="http://schemas.openxmlformats.org/drawingml/2006/main">
              <a:ext uri="{FF2B5EF4-FFF2-40B4-BE49-F238E27FC236}">
                <a16:creationId xmlns:a16="http://schemas.microsoft.com/office/drawing/2014/main" id="{8E6A717C-71B8-4465-BD79-5C6333797B30}"/>
              </a:ext>
            </a:extLst>
          </p:cNvPr>
          <p:cNvSpPr>
            <a:spLocks xmlns:a="http://schemas.openxmlformats.org/drawingml/2006/main"/>
          </p:cNvSpPr>
          <p:nvPr/>
        </p:nvSpPr>
        <p:spPr>
          <a:xfrm xmlns:a="http://schemas.openxmlformats.org/drawingml/2006/main">
            <a:off x="1117600" y="173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conceptual map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discipline.</a:t>
            </a:r>
          </a:p>
        </p:txBody>
      </p:sp>
      <p:sp>
        <p:nvSpPr>
          <p:cNvPr id="32" name="05-text-5">
            <a:extLst xmlns:a="http://schemas.openxmlformats.org/drawingml/2006/main">
              <a:ext uri="{FF2B5EF4-FFF2-40B4-BE49-F238E27FC236}">
                <a16:creationId xmlns:a16="http://schemas.microsoft.com/office/drawing/2014/main" id="{6B9BA65E-791D-460D-B40F-CA324DF0CD0D}"/>
              </a:ext>
            </a:extLst>
          </p:cNvPr>
          <p:cNvSpPr>
            <a:spLocks xmlns:a="http://schemas.openxmlformats.org/drawingml/2006/main"/>
          </p:cNvSpPr>
          <p:nvPr/>
        </p:nvSpPr>
        <p:spPr>
          <a:xfrm xmlns:a="http://schemas.openxmlformats.org/drawingml/2006/main">
            <a:off x="609600" y="300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3" name="05-text-6">
            <a:extLst xmlns:a="http://schemas.openxmlformats.org/drawingml/2006/main">
              <a:ext uri="{FF2B5EF4-FFF2-40B4-BE49-F238E27FC236}">
                <a16:creationId xmlns:a16="http://schemas.microsoft.com/office/drawing/2014/main" id="{DAE5D333-4156-40FA-8CDF-45CC223DF066}"/>
              </a:ext>
            </a:extLst>
          </p:cNvPr>
          <p:cNvSpPr>
            <a:spLocks xmlns:a="http://schemas.openxmlformats.org/drawingml/2006/main"/>
          </p:cNvSpPr>
          <p:nvPr/>
        </p:nvSpPr>
        <p:spPr>
          <a:xfrm xmlns:a="http://schemas.openxmlformats.org/drawingml/2006/main">
            <a:off x="1117600" y="300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 honest sense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much there is.</a:t>
            </a:r>
          </a:p>
        </p:txBody>
      </p:sp>
      <p:sp>
        <p:nvSpPr>
          <p:cNvPr id="34" name="05-text-7">
            <a:extLst xmlns:a="http://schemas.openxmlformats.org/drawingml/2006/main">
              <a:ext uri="{FF2B5EF4-FFF2-40B4-BE49-F238E27FC236}">
                <a16:creationId xmlns:a16="http://schemas.microsoft.com/office/drawing/2014/main" id="{218A4C17-453D-46E5-BF29-F27F60C73B8F}"/>
              </a:ext>
            </a:extLst>
          </p:cNvPr>
          <p:cNvSpPr>
            <a:spLocks xmlns:a="http://schemas.openxmlformats.org/drawingml/2006/main"/>
          </p:cNvSpPr>
          <p:nvPr/>
        </p:nvSpPr>
        <p:spPr>
          <a:xfrm xmlns:a="http://schemas.openxmlformats.org/drawingml/2006/main">
            <a:off x="609600" y="427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5" name="05-text-8">
            <a:extLst xmlns:a="http://schemas.openxmlformats.org/drawingml/2006/main">
              <a:ext uri="{FF2B5EF4-FFF2-40B4-BE49-F238E27FC236}">
                <a16:creationId xmlns:a16="http://schemas.microsoft.com/office/drawing/2014/main" id="{8D6E7098-C164-4121-BF1C-C03024A8E0B7}"/>
              </a:ext>
            </a:extLst>
          </p:cNvPr>
          <p:cNvSpPr>
            <a:spLocks xmlns:a="http://schemas.openxmlformats.org/drawingml/2006/main"/>
          </p:cNvSpPr>
          <p:nvPr/>
        </p:nvSpPr>
        <p:spPr>
          <a:xfrm xmlns:a="http://schemas.openxmlformats.org/drawingml/2006/main">
            <a:off x="1117600" y="427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roadmap for making</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36" name="05-text-9">
            <a:extLst xmlns:a="http://schemas.openxmlformats.org/drawingml/2006/main">
              <a:ext uri="{FF2B5EF4-FFF2-40B4-BE49-F238E27FC236}">
                <a16:creationId xmlns:a16="http://schemas.microsoft.com/office/drawing/2014/main" id="{A264B396-AB1A-4B40-BF5E-4EF3C3917E25}"/>
              </a:ext>
            </a:extLst>
          </p:cNvPr>
          <p:cNvSpPr>
            <a:spLocks xmlns:a="http://schemas.openxmlformats.org/drawingml/2006/main"/>
          </p:cNvSpPr>
          <p:nvPr/>
        </p:nvSpPr>
        <p:spPr>
          <a:xfrm xmlns:a="http://schemas.openxmlformats.org/drawingml/2006/main">
            <a:off x="6248400" y="1739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map.</a:t>
            </a:r>
          </a:p>
        </p:txBody>
      </p:sp>
      <p:sp>
        <p:nvSpPr>
          <p:cNvPr id="37" name="05-text-10">
            <a:extLst xmlns:a="http://schemas.openxmlformats.org/drawingml/2006/main">
              <a:ext uri="{FF2B5EF4-FFF2-40B4-BE49-F238E27FC236}">
                <a16:creationId xmlns:a16="http://schemas.microsoft.com/office/drawing/2014/main" id="{10FDDEFF-EBE6-436C-971B-A40F8C6096F9}"/>
              </a:ext>
            </a:extLst>
          </p:cNvPr>
          <p:cNvSpPr>
            <a:spLocks xmlns:a="http://schemas.openxmlformats.org/drawingml/2006/main"/>
          </p:cNvSpPr>
          <p:nvPr/>
        </p:nvSpPr>
        <p:spPr>
          <a:xfrm xmlns:a="http://schemas.openxmlformats.org/drawingml/2006/main">
            <a:off x="10185400" y="1739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 min</a:t>
            </a:r>
          </a:p>
        </p:txBody>
      </p:sp>
      <p:sp>
        <p:nvSpPr>
          <p:cNvPr id="38" name="05-text-11">
            <a:extLst xmlns:a="http://schemas.openxmlformats.org/drawingml/2006/main">
              <a:ext uri="{FF2B5EF4-FFF2-40B4-BE49-F238E27FC236}">
                <a16:creationId xmlns:a16="http://schemas.microsoft.com/office/drawing/2014/main" id="{B2ACB429-DB13-44D7-8CEA-2470D6C00F3F}"/>
              </a:ext>
            </a:extLst>
          </p:cNvPr>
          <p:cNvSpPr>
            <a:spLocks xmlns:a="http://schemas.openxmlformats.org/drawingml/2006/main"/>
          </p:cNvSpPr>
          <p:nvPr/>
        </p:nvSpPr>
        <p:spPr>
          <a:xfrm xmlns:a="http://schemas.openxmlformats.org/drawingml/2006/main">
            <a:off x="6248400" y="2628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Six areas.</a:t>
            </a:r>
          </a:p>
        </p:txBody>
      </p:sp>
      <p:sp>
        <p:nvSpPr>
          <p:cNvPr id="39" name="05-text-12">
            <a:extLst xmlns:a="http://schemas.openxmlformats.org/drawingml/2006/main">
              <a:ext uri="{FF2B5EF4-FFF2-40B4-BE49-F238E27FC236}">
                <a16:creationId xmlns:a16="http://schemas.microsoft.com/office/drawing/2014/main" id="{5FE631C7-02C3-44BE-9315-9E4A03815352}"/>
              </a:ext>
            </a:extLst>
          </p:cNvPr>
          <p:cNvSpPr>
            <a:spLocks xmlns:a="http://schemas.openxmlformats.org/drawingml/2006/main"/>
          </p:cNvSpPr>
          <p:nvPr/>
        </p:nvSpPr>
        <p:spPr>
          <a:xfrm xmlns:a="http://schemas.openxmlformats.org/drawingml/2006/main">
            <a:off x="10185400" y="2628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23 min</a:t>
            </a:r>
          </a:p>
        </p:txBody>
      </p:sp>
      <p:sp>
        <p:nvSpPr>
          <p:cNvPr id="40" name="05-text-13">
            <a:extLst xmlns:a="http://schemas.openxmlformats.org/drawingml/2006/main">
              <a:ext uri="{FF2B5EF4-FFF2-40B4-BE49-F238E27FC236}">
                <a16:creationId xmlns:a16="http://schemas.microsoft.com/office/drawing/2014/main" id="{1F4EFF60-8631-4F78-A168-D8E673B1B416}"/>
              </a:ext>
            </a:extLst>
          </p:cNvPr>
          <p:cNvSpPr>
            <a:spLocks xmlns:a="http://schemas.openxmlformats.org/drawingml/2006/main"/>
          </p:cNvSpPr>
          <p:nvPr/>
        </p:nvSpPr>
        <p:spPr>
          <a:xfrm xmlns:a="http://schemas.openxmlformats.org/drawingml/2006/main">
            <a:off x="6248400" y="4343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41" name="05-text-14">
            <a:extLst xmlns:a="http://schemas.openxmlformats.org/drawingml/2006/main">
              <a:ext uri="{FF2B5EF4-FFF2-40B4-BE49-F238E27FC236}">
                <a16:creationId xmlns:a16="http://schemas.microsoft.com/office/drawing/2014/main" id="{B24F050C-C924-4A6F-A3E3-0C1FC00C37CA}"/>
              </a:ext>
            </a:extLst>
          </p:cNvPr>
          <p:cNvSpPr>
            <a:spLocks xmlns:a="http://schemas.openxmlformats.org/drawingml/2006/main"/>
          </p:cNvSpPr>
          <p:nvPr/>
        </p:nvSpPr>
        <p:spPr>
          <a:xfrm xmlns:a="http://schemas.openxmlformats.org/drawingml/2006/main">
            <a:off x="10185400" y="4343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5 min</a:t>
            </a:r>
          </a:p>
        </p:txBody>
      </p:sp>
      <p:sp>
        <p:nvSpPr>
          <p:cNvPr id="42" name="05-text-15">
            <a:extLst xmlns:a="http://schemas.openxmlformats.org/drawingml/2006/main">
              <a:ext uri="{FF2B5EF4-FFF2-40B4-BE49-F238E27FC236}">
                <a16:creationId xmlns:a16="http://schemas.microsoft.com/office/drawing/2014/main" id="{2B2FBA6E-F3FC-4E43-897A-6521B0CB6F63}"/>
              </a:ext>
            </a:extLst>
          </p:cNvPr>
          <p:cNvSpPr>
            <a:spLocks xmlns:a="http://schemas.openxmlformats.org/drawingml/2006/main"/>
          </p:cNvSpPr>
          <p:nvPr/>
        </p:nvSpPr>
        <p:spPr>
          <a:xfrm xmlns:a="http://schemas.openxmlformats.org/drawingml/2006/main">
            <a:off x="6248400" y="5232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questions.</a:t>
            </a:r>
          </a:p>
        </p:txBody>
      </p:sp>
      <p:sp>
        <p:nvSpPr>
          <p:cNvPr id="43" name="05-text-16">
            <a:extLst xmlns:a="http://schemas.openxmlformats.org/drawingml/2006/main">
              <a:ext uri="{FF2B5EF4-FFF2-40B4-BE49-F238E27FC236}">
                <a16:creationId xmlns:a16="http://schemas.microsoft.com/office/drawing/2014/main" id="{3159F5B8-0FFA-4BE1-BB40-05AF230DA935}"/>
              </a:ext>
            </a:extLst>
          </p:cNvPr>
          <p:cNvSpPr>
            <a:spLocks xmlns:a="http://schemas.openxmlformats.org/drawingml/2006/main"/>
          </p:cNvSpPr>
          <p:nvPr/>
        </p:nvSpPr>
        <p:spPr>
          <a:xfrm xmlns:a="http://schemas.openxmlformats.org/drawingml/2006/main">
            <a:off x="10185400" y="5232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15 min</a:t>
            </a:r>
          </a:p>
        </p:txBody>
      </p:sp>
      <p:sp>
        <p:nvSpPr>
          <p:cNvPr id="44" name="05-text-17">
            <a:extLst xmlns:a="http://schemas.openxmlformats.org/drawingml/2006/main">
              <a:ext uri="{FF2B5EF4-FFF2-40B4-BE49-F238E27FC236}">
                <a16:creationId xmlns:a16="http://schemas.microsoft.com/office/drawing/2014/main" id="{211D20FB-8C5C-4D29-BE8B-232A00E93E6F}"/>
              </a:ext>
            </a:extLst>
          </p:cNvPr>
          <p:cNvSpPr>
            <a:spLocks xmlns:a="http://schemas.openxmlformats.org/drawingml/2006/main"/>
          </p:cNvSpPr>
          <p:nvPr/>
        </p:nvSpPr>
        <p:spPr>
          <a:xfrm xmlns:a="http://schemas.openxmlformats.org/drawingml/2006/main">
            <a:off x="6502400" y="3149600"/>
            <a:ext cx="5080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1064F8"/>
                </a:solidFill>
                <a:latin typeface="Helvetica"/>
                <a:ea typeface="Helvetica"/>
                <a:cs typeface="Helvetica"/>
              </a:rPr>
              <a:t>Models</a:t>
            </a:r>
            <a:r>
              <a:rPr b="0">
                <a:solidFill>
                  <a:srgbClr val="ADACA9"/>
                </a:solidFill>
                <a:latin typeface="Helvetica"/>
                <a:ea typeface="Helvetica"/>
                <a:cs typeface="Helvetica"/>
              </a:rPr>
              <a:t> · </a:t>
            </a:r>
            <a:r>
              <a:rPr b="0">
                <a:solidFill>
                  <a:srgbClr val="F948BE"/>
                </a:solidFill>
                <a:latin typeface="Helvetica"/>
                <a:ea typeface="Helvetica"/>
                <a:cs typeface="Helvetica"/>
              </a:rPr>
              <a:t>Context and knowledge</a:t>
            </a:r>
            <a:r>
              <a:rPr b="0">
                <a:solidFill>
                  <a:srgbClr val="ADACA9"/>
                </a:solidFill>
                <a:latin typeface="Helvetica"/>
                <a:ea typeface="Helvetica"/>
                <a:cs typeface="Helvetica"/>
              </a:rPr>
              <a:t> · </a:t>
            </a:r>
            <a:r>
              <a:rPr b="0">
                <a:solidFill>
                  <a:srgbClr val="F948BE"/>
                </a:solidFill>
                <a:latin typeface="Helvetica"/>
                <a:ea typeface="Helvetica"/>
                <a:cs typeface="Helvetica"/>
              </a:rPr>
              <a:t>Tools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948BE"/>
                </a:solidFill>
                <a:latin typeface="Helvetica"/>
                <a:ea typeface="Helvetica"/>
                <a:cs typeface="Helvetica"/>
              </a:rPr>
              <a:t>Orchestration</a:t>
            </a:r>
            <a:r>
              <a:rPr b="0">
                <a:solidFill>
                  <a:srgbClr val="ADACA9"/>
                </a:solidFill>
                <a:latin typeface="Helvetica"/>
                <a:ea typeface="Helvetica"/>
                <a:cs typeface="Helvetica"/>
              </a:rPr>
              <a:t> · </a:t>
            </a:r>
            <a:r>
              <a:rPr b="0">
                <a:solidFill>
                  <a:srgbClr val="01B66D"/>
                </a:solidFill>
                <a:latin typeface="Helvetica"/>
                <a:ea typeface="Helvetica"/>
                <a:cs typeface="Helvetica"/>
              </a:rPr>
              <a:t>Verification and evals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DAD00"/>
                </a:solidFill>
                <a:latin typeface="Helvetica"/>
                <a:ea typeface="Helvetica"/>
                <a:cs typeface="Helvetica"/>
              </a:rPr>
              <a:t>Operating it</a:t>
            </a:r>
          </a:p>
        </p:txBody>
      </p:sp>
      <p:sp>
        <p:nvSpPr>
          <p:cNvPr id="45" name="05-text-18">
            <a:extLst xmlns:a="http://schemas.openxmlformats.org/drawingml/2006/main">
              <a:ext uri="{FF2B5EF4-FFF2-40B4-BE49-F238E27FC236}">
                <a16:creationId xmlns:a16="http://schemas.microsoft.com/office/drawing/2014/main" id="{67CD6B05-2DC6-42C4-AD12-9E4309D4B884}"/>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When you are the user · What someone engineered · When you are the owner</a:t>
            </a:r>
          </a:p>
        </p:txBody>
      </p:sp>
      <p:sp>
        <p:nvSpPr>
          <p:cNvPr id="46" name="narrative-number">
            <a:extLst xmlns:a="http://schemas.openxmlformats.org/drawingml/2006/main">
              <a:ext uri="{FF2B5EF4-FFF2-40B4-BE49-F238E27FC236}">
                <a16:creationId xmlns:a16="http://schemas.microsoft.com/office/drawing/2014/main" id="{9C86871F-08E0-401F-BB3C-FFCDE359F5D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3044948584"/>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 name="section-label">
            <a:extLst xmlns:a="http://schemas.openxmlformats.org/drawingml/2006/main">
              <a:ext uri="{FF2B5EF4-FFF2-40B4-BE49-F238E27FC236}">
                <a16:creationId xmlns:a16="http://schemas.microsoft.com/office/drawing/2014/main" id="{3BC91D81-A786-4A09-9E41-06D19EE40673}"/>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48" name="section-rule">
            <a:extLst xmlns:a="http://schemas.openxmlformats.org/drawingml/2006/main">
              <a:ext uri="{FF2B5EF4-FFF2-40B4-BE49-F238E27FC236}">
                <a16:creationId xmlns:a16="http://schemas.microsoft.com/office/drawing/2014/main" id="{5A39DA82-A489-4FD5-B56F-DAE57BBE8A88}"/>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 name="section-title">
            <a:extLst xmlns:a="http://schemas.openxmlformats.org/drawingml/2006/main">
              <a:ext uri="{FF2B5EF4-FFF2-40B4-BE49-F238E27FC236}">
                <a16:creationId xmlns:a16="http://schemas.microsoft.com/office/drawing/2014/main" id="{6463BB10-0FA6-431D-B821-498ABA89ABE3}"/>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0" name="narrative-number">
            <a:extLst xmlns:a="http://schemas.openxmlformats.org/drawingml/2006/main">
              <a:ext uri="{FF2B5EF4-FFF2-40B4-BE49-F238E27FC236}">
                <a16:creationId xmlns:a16="http://schemas.microsoft.com/office/drawing/2014/main" id="{505573F3-68DC-4667-931A-D30B63FE03E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2688131925"/>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3" name="07-image-1"/>
          <p:cNvPicPr>
            <a:picLocks xmlns:a="http://schemas.openxmlformats.org/drawingml/2006/main" noChangeAspect="1"/>
          </p:cNvPicPr>
          <p:nvPr/>
        </p:nvPicPr>
        <p:blipFill>
          <a:blip xmlns:r="http://schemas.openxmlformats.org/officeDocument/2006/relationships" xmlns:a="http://schemas.openxmlformats.org/drawingml/2006/main" r:embed="R7190b8c487224cf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2" name="narrative-number">
            <a:extLst xmlns:a="http://schemas.openxmlformats.org/drawingml/2006/main">
              <a:ext uri="{FF2B5EF4-FFF2-40B4-BE49-F238E27FC236}">
                <a16:creationId xmlns:a16="http://schemas.microsoft.com/office/drawing/2014/main" id="{AEDB82C8-4BE5-49B4-9968-AF876DA58B5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4143570501"/>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5" name="07-image-2"/>
          <p:cNvPicPr>
            <a:picLocks xmlns:a="http://schemas.openxmlformats.org/drawingml/2006/main" noChangeAspect="1"/>
          </p:cNvPicPr>
          <p:nvPr/>
        </p:nvPicPr>
        <p:blipFill>
          <a:blip xmlns:r="http://schemas.openxmlformats.org/officeDocument/2006/relationships" xmlns:a="http://schemas.openxmlformats.org/drawingml/2006/main" r:embed="R6bdaf5e77a9f475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4" name="narrative-number">
            <a:extLst xmlns:a="http://schemas.openxmlformats.org/drawingml/2006/main">
              <a:ext uri="{FF2B5EF4-FFF2-40B4-BE49-F238E27FC236}">
                <a16:creationId xmlns:a16="http://schemas.microsoft.com/office/drawing/2014/main" id="{0241A8E4-5CB3-4988-B330-7EFA901F258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4183236675"/>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7" name="07-image-3"/>
          <p:cNvPicPr>
            <a:picLocks xmlns:a="http://schemas.openxmlformats.org/drawingml/2006/main" noChangeAspect="1"/>
          </p:cNvPicPr>
          <p:nvPr/>
        </p:nvPicPr>
        <p:blipFill>
          <a:blip xmlns:r="http://schemas.openxmlformats.org/officeDocument/2006/relationships" xmlns:a="http://schemas.openxmlformats.org/drawingml/2006/main" r:embed="Rd21e03e1f613468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6" name="narrative-number">
            <a:extLst xmlns:a="http://schemas.openxmlformats.org/drawingml/2006/main">
              <a:ext uri="{FF2B5EF4-FFF2-40B4-BE49-F238E27FC236}">
                <a16:creationId xmlns:a16="http://schemas.microsoft.com/office/drawing/2014/main" id="{500455E6-E94B-4E03-BB5E-360077E4907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485762734"/>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9" name="07-image-4"/>
          <p:cNvPicPr>
            <a:picLocks xmlns:a="http://schemas.openxmlformats.org/drawingml/2006/main" noChangeAspect="1"/>
          </p:cNvPicPr>
          <p:nvPr/>
        </p:nvPicPr>
        <p:blipFill>
          <a:blip xmlns:r="http://schemas.openxmlformats.org/officeDocument/2006/relationships" xmlns:a="http://schemas.openxmlformats.org/drawingml/2006/main" r:embed="R95b557a495b546a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 name="narrative-number">
            <a:extLst xmlns:a="http://schemas.openxmlformats.org/drawingml/2006/main">
              <a:ext uri="{FF2B5EF4-FFF2-40B4-BE49-F238E27FC236}">
                <a16:creationId xmlns:a16="http://schemas.microsoft.com/office/drawing/2014/main" id="{2BCC1F52-86F0-4C16-8E5B-7A5A99A79CB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371910446"/>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7-image-5"/>
          <p:cNvPicPr>
            <a:picLocks xmlns:a="http://schemas.openxmlformats.org/drawingml/2006/main" noChangeAspect="1"/>
          </p:cNvPicPr>
          <p:nvPr/>
        </p:nvPicPr>
        <p:blipFill>
          <a:blip xmlns:r="http://schemas.openxmlformats.org/officeDocument/2006/relationships" xmlns:a="http://schemas.openxmlformats.org/drawingml/2006/main" r:embed="R05ad39dee3834dd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ED81BAEB-748F-42B3-B546-426E8480D4A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504660525"/>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7-image-6"/>
          <p:cNvPicPr>
            <a:picLocks xmlns:a="http://schemas.openxmlformats.org/drawingml/2006/main" noChangeAspect="1"/>
          </p:cNvPicPr>
          <p:nvPr/>
        </p:nvPicPr>
        <p:blipFill>
          <a:blip xmlns:r="http://schemas.openxmlformats.org/officeDocument/2006/relationships" xmlns:a="http://schemas.openxmlformats.org/drawingml/2006/main" r:embed="R2fdf99136aec4aa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7D0959AD-E947-402E-89B2-08E69DD7BCD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590449908"/>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3" name="!!area-header">
            <a:extLst xmlns:a="http://schemas.openxmlformats.org/drawingml/2006/main">
              <a:ext uri="{FF2B5EF4-FFF2-40B4-BE49-F238E27FC236}">
                <a16:creationId xmlns:a16="http://schemas.microsoft.com/office/drawing/2014/main" id="{2F91A2E5-4340-4D9E-BE31-739E75A28850}"/>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64" name="!!area-name">
            <a:extLst xmlns:a="http://schemas.openxmlformats.org/drawingml/2006/main">
              <a:ext uri="{FF2B5EF4-FFF2-40B4-BE49-F238E27FC236}">
                <a16:creationId xmlns:a16="http://schemas.microsoft.com/office/drawing/2014/main" id="{DFD23073-1502-4F02-BB47-6BF768FDD28A}"/>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65" name="!!area-beat">
            <a:extLst xmlns:a="http://schemas.openxmlformats.org/drawingml/2006/main">
              <a:ext uri="{FF2B5EF4-FFF2-40B4-BE49-F238E27FC236}">
                <a16:creationId xmlns:a16="http://schemas.microsoft.com/office/drawing/2014/main" id="{1F3A641F-5490-4C4E-AA56-6034FEC9A083}"/>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When you are the user</a:t>
            </a:r>
          </a:p>
        </p:txBody>
      </p:sp>
      <p:sp>
        <p:nvSpPr>
          <p:cNvPr id="66" name="header-divider">
            <a:extLst xmlns:a="http://schemas.openxmlformats.org/drawingml/2006/main">
              <a:ext uri="{FF2B5EF4-FFF2-40B4-BE49-F238E27FC236}">
                <a16:creationId xmlns:a16="http://schemas.microsoft.com/office/drawing/2014/main" id="{15194B0F-14FF-461B-9B2C-B186116491EA}"/>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7" name="!!screenshot-Devin Desktop">
            <a:extLst xmlns:a="http://schemas.openxmlformats.org/drawingml/2006/main">
              <a:ext uri="{FF2B5EF4-FFF2-40B4-BE49-F238E27FC236}">
                <a16:creationId xmlns:a16="http://schemas.microsoft.com/office/drawing/2014/main" id="{CDC5153D-80AE-494D-BB1C-AA09824E01F9}"/>
              </a:ext>
            </a:extLst>
          </p:cNvPr>
          <p:cNvSpPr>
            <a:spLocks xmlns:a="http://schemas.openxmlformats.org/drawingml/2006/main"/>
          </p:cNvSpPr>
          <p:nvPr/>
        </p:nvSpPr>
        <p:spPr>
          <a:xfrm xmlns:a="http://schemas.openxmlformats.org/drawingml/2006/main">
            <a:off x="609600" y="2082800"/>
            <a:ext cx="72136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68" name="08-text-1">
            <a:extLst xmlns:a="http://schemas.openxmlformats.org/drawingml/2006/main">
              <a:ext uri="{FF2B5EF4-FFF2-40B4-BE49-F238E27FC236}">
                <a16:creationId xmlns:a16="http://schemas.microsoft.com/office/drawing/2014/main" id="{6582E6E8-E56C-4306-A9C2-1EA94D67F7C6}"/>
              </a:ext>
            </a:extLst>
          </p:cNvPr>
          <p:cNvSpPr>
            <a:spLocks xmlns:a="http://schemas.openxmlformats.org/drawingml/2006/main"/>
          </p:cNvSpPr>
          <p:nvPr/>
        </p:nvSpPr>
        <p:spPr>
          <a:xfrm xmlns:a="http://schemas.openxmlformats.org/drawingml/2006/main">
            <a:off x="812800" y="2781300"/>
            <a:ext cx="6807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69" name="08-text-2">
            <a:extLst xmlns:a="http://schemas.openxmlformats.org/drawingml/2006/main">
              <a:ext uri="{FF2B5EF4-FFF2-40B4-BE49-F238E27FC236}">
                <a16:creationId xmlns:a16="http://schemas.microsoft.com/office/drawing/2014/main" id="{B5B5C4D3-DC82-47C4-9B72-DA477CF61A4A}"/>
              </a:ext>
            </a:extLst>
          </p:cNvPr>
          <p:cNvSpPr>
            <a:spLocks xmlns:a="http://schemas.openxmlformats.org/drawingml/2006/main"/>
          </p:cNvSpPr>
          <p:nvPr/>
        </p:nvSpPr>
        <p:spPr>
          <a:xfrm xmlns:a="http://schemas.openxmlformats.org/drawingml/2006/main">
            <a:off x="812800" y="3302000"/>
            <a:ext cx="68072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Devin Desktop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Reasoning-effort slider visible</a:t>
            </a:r>
          </a:p>
        </p:txBody>
      </p:sp>
      <p:sp>
        <p:nvSpPr>
          <p:cNvPr id="70" name="!!screenshot-Codex CLI">
            <a:extLst xmlns:a="http://schemas.openxmlformats.org/drawingml/2006/main">
              <a:ext uri="{FF2B5EF4-FFF2-40B4-BE49-F238E27FC236}">
                <a16:creationId xmlns:a16="http://schemas.microsoft.com/office/drawing/2014/main" id="{3FE634B2-FD98-40C6-A569-86034F48E6DB}"/>
              </a:ext>
            </a:extLst>
          </p:cNvPr>
          <p:cNvSpPr>
            <a:spLocks xmlns:a="http://schemas.openxmlformats.org/drawingml/2006/main"/>
          </p:cNvSpPr>
          <p:nvPr/>
        </p:nvSpPr>
        <p:spPr>
          <a:xfrm xmlns:a="http://schemas.openxmlformats.org/drawingml/2006/main">
            <a:off x="8128000" y="2082800"/>
            <a:ext cx="34544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71" name="08-text-3">
            <a:extLst xmlns:a="http://schemas.openxmlformats.org/drawingml/2006/main">
              <a:ext uri="{FF2B5EF4-FFF2-40B4-BE49-F238E27FC236}">
                <a16:creationId xmlns:a16="http://schemas.microsoft.com/office/drawing/2014/main" id="{25F10BCF-2809-405F-A080-E4B775092AE2}"/>
              </a:ext>
            </a:extLst>
          </p:cNvPr>
          <p:cNvSpPr>
            <a:spLocks xmlns:a="http://schemas.openxmlformats.org/drawingml/2006/main"/>
          </p:cNvSpPr>
          <p:nvPr/>
        </p:nvSpPr>
        <p:spPr>
          <a:xfrm xmlns:a="http://schemas.openxmlformats.org/drawingml/2006/main">
            <a:off x="8331200" y="2781300"/>
            <a:ext cx="3048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72" name="08-text-4">
            <a:extLst xmlns:a="http://schemas.openxmlformats.org/drawingml/2006/main">
              <a:ext uri="{FF2B5EF4-FFF2-40B4-BE49-F238E27FC236}">
                <a16:creationId xmlns:a16="http://schemas.microsoft.com/office/drawing/2014/main" id="{9C4A96FB-3453-4FFE-A2C3-09377209DC73}"/>
              </a:ext>
            </a:extLst>
          </p:cNvPr>
          <p:cNvSpPr>
            <a:spLocks xmlns:a="http://schemas.openxmlformats.org/drawingml/2006/main"/>
          </p:cNvSpPr>
          <p:nvPr/>
        </p:nvSpPr>
        <p:spPr>
          <a:xfrm xmlns:a="http://schemas.openxmlformats.org/drawingml/2006/main">
            <a:off x="8331200" y="3302000"/>
            <a:ext cx="30480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 effort choices</a:t>
            </a:r>
          </a:p>
        </p:txBody>
      </p:sp>
      <p:sp>
        <p:nvSpPr>
          <p:cNvPr id="73" name="08-text-5">
            <a:extLst xmlns:a="http://schemas.openxmlformats.org/drawingml/2006/main">
              <a:ext uri="{FF2B5EF4-FFF2-40B4-BE49-F238E27FC236}">
                <a16:creationId xmlns:a16="http://schemas.microsoft.com/office/drawing/2014/main" id="{C213BF23-FA8F-4195-8D79-5B303EAC4E52}"/>
              </a:ext>
            </a:extLst>
          </p:cNvPr>
          <p:cNvSpPr>
            <a:spLocks xmlns:a="http://schemas.openxmlformats.org/drawingml/2006/main"/>
          </p:cNvSpPr>
          <p:nvPr/>
        </p:nvSpPr>
        <p:spPr>
          <a:xfrm xmlns:a="http://schemas.openxmlformats.org/drawingml/2006/main">
            <a:off x="609600" y="55880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Devin Desktop, the model picker</a:t>
            </a:r>
          </a:p>
        </p:txBody>
      </p:sp>
      <p:sp>
        <p:nvSpPr>
          <p:cNvPr id="74" name="08-text-6">
            <a:extLst xmlns:a="http://schemas.openxmlformats.org/drawingml/2006/main">
              <a:ext uri="{FF2B5EF4-FFF2-40B4-BE49-F238E27FC236}">
                <a16:creationId xmlns:a16="http://schemas.microsoft.com/office/drawing/2014/main" id="{FCAB8ADF-3EAC-4B82-ADD7-82CC3BC77583}"/>
              </a:ext>
            </a:extLst>
          </p:cNvPr>
          <p:cNvSpPr>
            <a:spLocks xmlns:a="http://schemas.openxmlformats.org/drawingml/2006/main"/>
          </p:cNvSpPr>
          <p:nvPr/>
        </p:nvSpPr>
        <p:spPr>
          <a:xfrm xmlns:a="http://schemas.openxmlformats.org/drawingml/2006/main">
            <a:off x="8128000" y="55880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a:t>
            </a:r>
            <a:r>
              <a:rPr b="0">
                <a:solidFill>
                  <a:srgbClr val="FFFCF5"/>
                </a:solidFill>
                <a:latin typeface="Consolas"/>
                <a:ea typeface="Consolas"/>
                <a:cs typeface="Consolas"/>
              </a:rPr>
              <a:t>/model</a:t>
            </a:r>
          </a:p>
        </p:txBody>
      </p:sp>
      <p:sp>
        <p:nvSpPr>
          <p:cNvPr id="75" name="narrative-number">
            <a:extLst xmlns:a="http://schemas.openxmlformats.org/drawingml/2006/main">
              <a:ext uri="{FF2B5EF4-FFF2-40B4-BE49-F238E27FC236}">
                <a16:creationId xmlns:a16="http://schemas.microsoft.com/office/drawing/2014/main" id="{A85E5388-A2CD-46A4-AD5E-75AFEAA8EE0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1800111372"/>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23ED36D3-66C3-4983-B2C4-924D8DA7C8D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user</a:t>
            </a:r>
          </a:p>
        </p:txBody>
      </p:sp>
      <p:pic>
        <p:nvPicPr>
          <p:cNvPr id="94" name="mini-map"/>
          <p:cNvPicPr>
            <a:picLocks xmlns:a="http://schemas.openxmlformats.org/drawingml/2006/main" noChangeAspect="1"/>
          </p:cNvPicPr>
          <p:nvPr/>
        </p:nvPicPr>
        <p:blipFill>
          <a:blip xmlns:r="http://schemas.openxmlformats.org/officeDocument/2006/relationships" xmlns:a="http://schemas.openxmlformats.org/drawingml/2006/main" r:embed="Rf4f6cb93e71f457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header-divider">
            <a:extLst xmlns:a="http://schemas.openxmlformats.org/drawingml/2006/main">
              <a:ext uri="{FF2B5EF4-FFF2-40B4-BE49-F238E27FC236}">
                <a16:creationId xmlns:a16="http://schemas.microsoft.com/office/drawing/2014/main" id="{80610413-1E8D-490A-B8C1-97931AD66E4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9" name="!!screenshot-Devin Desktop">
            <a:extLst xmlns:a="http://schemas.openxmlformats.org/drawingml/2006/main">
              <a:ext uri="{FF2B5EF4-FFF2-40B4-BE49-F238E27FC236}">
                <a16:creationId xmlns:a16="http://schemas.microsoft.com/office/drawing/2014/main" id="{2E95EE0C-AF3D-4130-819D-FC9735CFC8FB}"/>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80" name="08b-text-1">
            <a:extLst xmlns:a="http://schemas.openxmlformats.org/drawingml/2006/main">
              <a:ext uri="{FF2B5EF4-FFF2-40B4-BE49-F238E27FC236}">
                <a16:creationId xmlns:a16="http://schemas.microsoft.com/office/drawing/2014/main" id="{0A1E064D-7F11-472B-9B35-398F6E354826}"/>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81" name="08b-text-2">
            <a:extLst xmlns:a="http://schemas.openxmlformats.org/drawingml/2006/main">
              <a:ext uri="{FF2B5EF4-FFF2-40B4-BE49-F238E27FC236}">
                <a16:creationId xmlns:a16="http://schemas.microsoft.com/office/drawing/2014/main" id="{7D2B8910-7060-457B-9E33-001A82770193}"/>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Devin Desktop</a:t>
            </a:r>
          </a:p>
        </p:txBody>
      </p:sp>
      <p:sp>
        <p:nvSpPr>
          <p:cNvPr id="82" name="!!screenshot-Codex CLI">
            <a:extLst xmlns:a="http://schemas.openxmlformats.org/drawingml/2006/main">
              <a:ext uri="{FF2B5EF4-FFF2-40B4-BE49-F238E27FC236}">
                <a16:creationId xmlns:a16="http://schemas.microsoft.com/office/drawing/2014/main" id="{14F1E15C-CB13-42E4-A6E1-B21502775CBE}"/>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83" name="08b-text-3">
            <a:extLst xmlns:a="http://schemas.openxmlformats.org/drawingml/2006/main">
              <a:ext uri="{FF2B5EF4-FFF2-40B4-BE49-F238E27FC236}">
                <a16:creationId xmlns:a16="http://schemas.microsoft.com/office/drawing/2014/main" id="{5377D282-DD65-4FF3-BE13-D75B0B02EDF9}"/>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84" name="08b-text-4">
            <a:extLst xmlns:a="http://schemas.openxmlformats.org/drawingml/2006/main">
              <a:ext uri="{FF2B5EF4-FFF2-40B4-BE49-F238E27FC236}">
                <a16:creationId xmlns:a16="http://schemas.microsoft.com/office/drawing/2014/main" id="{4195C858-1576-46C7-9720-A85C76B53A93}"/>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Codex CLI</a:t>
            </a:r>
          </a:p>
        </p:txBody>
      </p:sp>
      <p:sp>
        <p:nvSpPr>
          <p:cNvPr id="85" name="08b-text-5">
            <a:extLst xmlns:a="http://schemas.openxmlformats.org/drawingml/2006/main">
              <a:ext uri="{FF2B5EF4-FFF2-40B4-BE49-F238E27FC236}">
                <a16:creationId xmlns:a16="http://schemas.microsoft.com/office/drawing/2014/main" id="{7267BE66-BDA5-4411-9754-AF2DF764BA34}"/>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Provider responsibilities behind the picker:</a:t>
            </a:r>
          </a:p>
        </p:txBody>
      </p:sp>
      <p:sp>
        <p:nvSpPr>
          <p:cNvPr id="86" name="08b-text-6">
            <a:extLst xmlns:a="http://schemas.openxmlformats.org/drawingml/2006/main">
              <a:ext uri="{FF2B5EF4-FFF2-40B4-BE49-F238E27FC236}">
                <a16:creationId xmlns:a16="http://schemas.microsoft.com/office/drawing/2014/main" id="{B56988AD-32B7-42BC-966A-B78EC5F9A1AA}"/>
              </a:ext>
            </a:extLst>
          </p:cNvPr>
          <p:cNvSpPr>
            <a:spLocks xmlns:a="http://schemas.openxmlformats.org/drawingml/2006/main"/>
          </p:cNvSpPr>
          <p:nvPr/>
        </p:nvSpPr>
        <p:spPr>
          <a:xfrm xmlns:a="http://schemas.openxmlformats.org/drawingml/2006/main">
            <a:off x="609600" y="29845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Defaults.</a:t>
            </a:r>
          </a:p>
        </p:txBody>
      </p:sp>
      <p:sp>
        <p:nvSpPr>
          <p:cNvPr id="87" name="08b-text-7">
            <a:extLst xmlns:a="http://schemas.openxmlformats.org/drawingml/2006/main">
              <a:ext uri="{FF2B5EF4-FFF2-40B4-BE49-F238E27FC236}">
                <a16:creationId xmlns:a16="http://schemas.microsoft.com/office/drawing/2014/main" id="{A3180279-6D60-4280-92A5-535E51C01892}"/>
              </a:ext>
            </a:extLst>
          </p:cNvPr>
          <p:cNvSpPr>
            <a:spLocks xmlns:a="http://schemas.openxmlformats.org/drawingml/2006/main"/>
          </p:cNvSpPr>
          <p:nvPr/>
        </p:nvSpPr>
        <p:spPr>
          <a:xfrm xmlns:a="http://schemas.openxmlformats.org/drawingml/2006/main">
            <a:off x="609600" y="34544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Model-specific prompt and tool tuning.</a:t>
            </a:r>
          </a:p>
        </p:txBody>
      </p:sp>
      <p:sp>
        <p:nvSpPr>
          <p:cNvPr id="88" name="08b-text-8">
            <a:extLst xmlns:a="http://schemas.openxmlformats.org/drawingml/2006/main">
              <a:ext uri="{FF2B5EF4-FFF2-40B4-BE49-F238E27FC236}">
                <a16:creationId xmlns:a16="http://schemas.microsoft.com/office/drawing/2014/main" id="{89336007-B6BA-469C-8960-481C51BF792A}"/>
              </a:ext>
            </a:extLst>
          </p:cNvPr>
          <p:cNvSpPr>
            <a:spLocks xmlns:a="http://schemas.openxmlformats.org/drawingml/2006/main"/>
          </p:cNvSpPr>
          <p:nvPr/>
        </p:nvSpPr>
        <p:spPr>
          <a:xfrm xmlns:a="http://schemas.openxmlformats.org/drawingml/2006/main">
            <a:off x="609600" y="39243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Failover.</a:t>
            </a:r>
          </a:p>
        </p:txBody>
      </p:sp>
      <p:sp>
        <p:nvSpPr>
          <p:cNvPr id="89" name="08b-text-9">
            <a:extLst xmlns:a="http://schemas.openxmlformats.org/drawingml/2006/main">
              <a:ext uri="{FF2B5EF4-FFF2-40B4-BE49-F238E27FC236}">
                <a16:creationId xmlns:a16="http://schemas.microsoft.com/office/drawing/2014/main" id="{E75D7A42-FB22-4383-A983-446E6FF3FC30}"/>
              </a:ext>
            </a:extLst>
          </p:cNvPr>
          <p:cNvSpPr>
            <a:spLocks xmlns:a="http://schemas.openxmlformats.org/drawingml/2006/main"/>
          </p:cNvSpPr>
          <p:nvPr/>
        </p:nvSpPr>
        <p:spPr>
          <a:xfrm xmlns:a="http://schemas.openxmlformats.org/drawingml/2006/main">
            <a:off x="609600" y="43942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Price-change handling.</a:t>
            </a:r>
          </a:p>
        </p:txBody>
      </p:sp>
      <p:sp>
        <p:nvSpPr>
          <p:cNvPr id="90" name="08b-text-10">
            <a:extLst xmlns:a="http://schemas.openxmlformats.org/drawingml/2006/main">
              <a:ext uri="{FF2B5EF4-FFF2-40B4-BE49-F238E27FC236}">
                <a16:creationId xmlns:a16="http://schemas.microsoft.com/office/drawing/2014/main" id="{112635D2-92D9-4BC2-8E8A-95E453B83C16}"/>
              </a:ext>
            </a:extLst>
          </p:cNvPr>
          <p:cNvSpPr>
            <a:spLocks xmlns:a="http://schemas.openxmlformats.org/drawingml/2006/main"/>
          </p:cNvSpPr>
          <p:nvPr/>
        </p:nvSpPr>
        <p:spPr>
          <a:xfrm xmlns:a="http://schemas.openxmlformats.org/drawingml/2006/main">
            <a:off x="609600" y="48641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Retirement handling.</a:t>
            </a:r>
          </a:p>
        </p:txBody>
      </p:sp>
      <p:sp>
        <p:nvSpPr>
          <p:cNvPr id="91" name="08b-text-11">
            <a:extLst xmlns:a="http://schemas.openxmlformats.org/drawingml/2006/main">
              <a:ext uri="{FF2B5EF4-FFF2-40B4-BE49-F238E27FC236}">
                <a16:creationId xmlns:a16="http://schemas.microsoft.com/office/drawing/2014/main" id="{2FA8E67C-4B5A-4E23-A283-976555C2A620}"/>
              </a:ext>
            </a:extLst>
          </p:cNvPr>
          <p:cNvSpPr>
            <a:spLocks xmlns:a="http://schemas.openxmlformats.org/drawingml/2006/main"/>
          </p:cNvSpPr>
          <p:nvPr/>
        </p:nvSpPr>
        <p:spPr>
          <a:xfrm xmlns:a="http://schemas.openxmlformats.org/drawingml/2006/main">
            <a:off x="609600" y="5715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Model retirement creates migration work.</a:t>
            </a:r>
          </a:p>
        </p:txBody>
      </p:sp>
      <p:sp>
        <p:nvSpPr>
          <p:cNvPr id="92" name="narrative-number">
            <a:extLst xmlns:a="http://schemas.openxmlformats.org/drawingml/2006/main">
              <a:ext uri="{FF2B5EF4-FFF2-40B4-BE49-F238E27FC236}">
                <a16:creationId xmlns:a16="http://schemas.microsoft.com/office/drawing/2014/main" id="{E4FF1260-1818-4E58-8AFD-6CAD21FB9C5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694185089"/>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3" name="!!area-name">
            <a:extLst xmlns:a="http://schemas.openxmlformats.org/drawingml/2006/main">
              <a:ext uri="{FF2B5EF4-FFF2-40B4-BE49-F238E27FC236}">
                <a16:creationId xmlns:a16="http://schemas.microsoft.com/office/drawing/2014/main" id="{F91655A9-09F8-4108-93CD-DD685B3FFCC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05" name="mini-map"/>
          <p:cNvPicPr>
            <a:picLocks xmlns:a="http://schemas.openxmlformats.org/drawingml/2006/main" noChangeAspect="1"/>
          </p:cNvPicPr>
          <p:nvPr/>
        </p:nvPicPr>
        <p:blipFill>
          <a:blip xmlns:r="http://schemas.openxmlformats.org/officeDocument/2006/relationships" xmlns:a="http://schemas.openxmlformats.org/drawingml/2006/main" r:embed="R4f6362c0485e414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5" name="slide-title">
            <a:extLst xmlns:a="http://schemas.openxmlformats.org/drawingml/2006/main">
              <a:ext uri="{FF2B5EF4-FFF2-40B4-BE49-F238E27FC236}">
                <a16:creationId xmlns:a16="http://schemas.microsoft.com/office/drawing/2014/main" id="{6C7C02DF-52CF-4C1E-B998-209010A46EA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96" name="header-divider">
            <a:extLst xmlns:a="http://schemas.openxmlformats.org/drawingml/2006/main">
              <a:ext uri="{FF2B5EF4-FFF2-40B4-BE49-F238E27FC236}">
                <a16:creationId xmlns:a16="http://schemas.microsoft.com/office/drawing/2014/main" id="{919D59CA-3960-4AC7-9C1F-D20AE9F68DC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7" name="09-text-1">
            <a:extLst xmlns:a="http://schemas.openxmlformats.org/drawingml/2006/main">
              <a:ext uri="{FF2B5EF4-FFF2-40B4-BE49-F238E27FC236}">
                <a16:creationId xmlns:a16="http://schemas.microsoft.com/office/drawing/2014/main" id="{2F62B8C5-E591-463A-8EE0-783BED5CFD28}"/>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request</a:t>
            </a:r>
          </a:p>
        </p:txBody>
      </p:sp>
      <p:sp>
        <p:nvSpPr>
          <p:cNvPr id="98" name="09-text-2">
            <a:extLst xmlns:a="http://schemas.openxmlformats.org/drawingml/2006/main">
              <a:ext uri="{FF2B5EF4-FFF2-40B4-BE49-F238E27FC236}">
                <a16:creationId xmlns:a16="http://schemas.microsoft.com/office/drawing/2014/main" id="{C974385C-A34F-46DC-9299-B35350D7D5D1}"/>
              </a:ext>
            </a:extLst>
          </p:cNvPr>
          <p:cNvSpPr>
            <a:spLocks xmlns:a="http://schemas.openxmlformats.org/drawingml/2006/main"/>
          </p:cNvSpPr>
          <p:nvPr/>
        </p:nvSpPr>
        <p:spPr>
          <a:xfrm xmlns:a="http://schemas.openxmlformats.org/drawingml/2006/main">
            <a:off x="609600" y="27940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FRB-042 about a pump shutdown. Summarize its discussion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decisions, compare similar FRBs from the past year,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 distinguishing possible causes from established findings.”</a:t>
            </a:r>
          </a:p>
        </p:txBody>
      </p:sp>
      <p:sp>
        <p:nvSpPr>
          <p:cNvPr id="99" name="09-text-3">
            <a:extLst xmlns:a="http://schemas.openxmlformats.org/drawingml/2006/main">
              <a:ext uri="{FF2B5EF4-FFF2-40B4-BE49-F238E27FC236}">
                <a16:creationId xmlns:a16="http://schemas.microsoft.com/office/drawing/2014/main" id="{95C44F1B-3C3D-475F-AC10-7319A2CFDE87}"/>
              </a:ext>
            </a:extLst>
          </p:cNvPr>
          <p:cNvSpPr>
            <a:spLocks xmlns:a="http://schemas.openxmlformats.org/drawingml/2006/main"/>
          </p:cNvSpPr>
          <p:nvPr/>
        </p:nvSpPr>
        <p:spPr>
          <a:xfrm xmlns:a="http://schemas.openxmlformats.org/drawingml/2006/main">
            <a:off x="609600" y="42418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a:t>
            </a:r>
          </a:p>
        </p:txBody>
      </p:sp>
      <p:sp>
        <p:nvSpPr>
          <p:cNvPr id="100" name="09-text-4">
            <a:extLst xmlns:a="http://schemas.openxmlformats.org/drawingml/2006/main">
              <a:ext uri="{FF2B5EF4-FFF2-40B4-BE49-F238E27FC236}">
                <a16:creationId xmlns:a16="http://schemas.microsoft.com/office/drawing/2014/main" id="{BDE6314F-43B2-42A8-B513-242C8CE52C94}"/>
              </a:ext>
            </a:extLst>
          </p:cNvPr>
          <p:cNvSpPr>
            <a:spLocks xmlns:a="http://schemas.openxmlformats.org/drawingml/2006/main"/>
          </p:cNvSpPr>
          <p:nvPr/>
        </p:nvSpPr>
        <p:spPr>
          <a:xfrm xmlns:a="http://schemas.openxmlformats.org/drawingml/2006/main">
            <a:off x="2489200" y="42418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extraction · Discussion summaries · Qualified synthesis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brief · p95 latency</a:t>
            </a:r>
          </a:p>
        </p:txBody>
      </p:sp>
      <p:sp>
        <p:nvSpPr>
          <p:cNvPr id="101" name="09-text-5">
            <a:extLst xmlns:a="http://schemas.openxmlformats.org/drawingml/2006/main">
              <a:ext uri="{FF2B5EF4-FFF2-40B4-BE49-F238E27FC236}">
                <a16:creationId xmlns:a16="http://schemas.microsoft.com/office/drawing/2014/main" id="{B507D9B2-5A99-4EC7-AC3F-FDB1B12A0FDE}"/>
              </a:ext>
            </a:extLst>
          </p:cNvPr>
          <p:cNvSpPr>
            <a:spLocks xmlns:a="http://schemas.openxmlformats.org/drawingml/2006/main"/>
          </p:cNvSpPr>
          <p:nvPr/>
        </p:nvSpPr>
        <p:spPr>
          <a:xfrm xmlns:a="http://schemas.openxmlformats.org/drawingml/2006/main">
            <a:off x="609600" y="52070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Measure</a:t>
            </a:r>
          </a:p>
        </p:txBody>
      </p:sp>
      <p:sp>
        <p:nvSpPr>
          <p:cNvPr id="102" name="09-text-6">
            <a:extLst xmlns:a="http://schemas.openxmlformats.org/drawingml/2006/main">
              <a:ext uri="{FF2B5EF4-FFF2-40B4-BE49-F238E27FC236}">
                <a16:creationId xmlns:a16="http://schemas.microsoft.com/office/drawing/2014/main" id="{224F7E11-5D2B-42DB-A1F9-269AFCB3C43C}"/>
              </a:ext>
            </a:extLst>
          </p:cNvPr>
          <p:cNvSpPr>
            <a:spLocks xmlns:a="http://schemas.openxmlformats.org/drawingml/2006/main"/>
          </p:cNvSpPr>
          <p:nvPr/>
        </p:nvSpPr>
        <p:spPr>
          <a:xfrm xmlns:a="http://schemas.openxmlformats.org/drawingml/2006/main">
            <a:off x="2489200" y="52070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FRB cases. Preserve the distinction between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causes and established findings.</a:t>
            </a:r>
          </a:p>
        </p:txBody>
      </p:sp>
      <p:sp>
        <p:nvSpPr>
          <p:cNvPr id="103" name="narrative-number">
            <a:extLst xmlns:a="http://schemas.openxmlformats.org/drawingml/2006/main">
              <a:ext uri="{FF2B5EF4-FFF2-40B4-BE49-F238E27FC236}">
                <a16:creationId xmlns:a16="http://schemas.microsoft.com/office/drawing/2014/main" id="{9B4C34AF-46B5-4E08-B851-8EFDFCFC14E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81356423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4" name="!!area-name">
            <a:extLst xmlns:a="http://schemas.openxmlformats.org/drawingml/2006/main">
              <a:ext uri="{FF2B5EF4-FFF2-40B4-BE49-F238E27FC236}">
                <a16:creationId xmlns:a16="http://schemas.microsoft.com/office/drawing/2014/main" id="{A00A2793-C185-40C6-B423-F7BD3E1416B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19" name="mini-map"/>
          <p:cNvPicPr>
            <a:picLocks xmlns:a="http://schemas.openxmlformats.org/drawingml/2006/main" noChangeAspect="1"/>
          </p:cNvPicPr>
          <p:nvPr/>
        </p:nvPicPr>
        <p:blipFill>
          <a:blip xmlns:r="http://schemas.openxmlformats.org/officeDocument/2006/relationships" xmlns:a="http://schemas.openxmlformats.org/drawingml/2006/main" r:embed="R6b92181a2faa408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6" name="slide-title">
            <a:extLst xmlns:a="http://schemas.openxmlformats.org/drawingml/2006/main">
              <a:ext uri="{FF2B5EF4-FFF2-40B4-BE49-F238E27FC236}">
                <a16:creationId xmlns:a16="http://schemas.microsoft.com/office/drawing/2014/main" id="{947058D4-6763-4A87-A6AB-CF29273A9C9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107" name="header-divider">
            <a:extLst xmlns:a="http://schemas.openxmlformats.org/drawingml/2006/main">
              <a:ext uri="{FF2B5EF4-FFF2-40B4-BE49-F238E27FC236}">
                <a16:creationId xmlns:a16="http://schemas.microsoft.com/office/drawing/2014/main" id="{A6C79203-6F8A-411B-8038-8F914ABFD68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8" name="09-text-7">
            <a:extLst xmlns:a="http://schemas.openxmlformats.org/drawingml/2006/main">
              <a:ext uri="{FF2B5EF4-FFF2-40B4-BE49-F238E27FC236}">
                <a16:creationId xmlns:a16="http://schemas.microsoft.com/office/drawing/2014/main" id="{C6E6F19D-77B1-41C0-A09B-5B4F3EBA775E}"/>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Replace</a:t>
            </a:r>
          </a:p>
        </p:txBody>
      </p:sp>
      <p:sp>
        <p:nvSpPr>
          <p:cNvPr id="109" name="09-shape-8">
            <a:extLst xmlns:a="http://schemas.openxmlformats.org/drawingml/2006/main">
              <a:ext uri="{FF2B5EF4-FFF2-40B4-BE49-F238E27FC236}">
                <a16:creationId xmlns:a16="http://schemas.microsoft.com/office/drawing/2014/main" id="{7F4B7AB1-D3A7-4326-B1EA-20401E1F6A28}"/>
              </a:ext>
            </a:extLst>
          </p:cNvPr>
          <p:cNvSpPr>
            <a:spLocks xmlns:a="http://schemas.openxmlformats.org/drawingml/2006/main"/>
          </p:cNvSpPr>
          <p:nvPr/>
        </p:nvSpPr>
        <p:spPr>
          <a:xfrm xmlns:a="http://schemas.openxmlformats.org/drawingml/2006/main">
            <a:off x="609600" y="2895600"/>
            <a:ext cx="5334000" cy="1397000"/>
          </a:xfrm>
          <a:prstGeom xmlns:a="http://schemas.openxmlformats.org/drawingml/2006/main" prst="roundRect">
            <a:avLst>
              <a:gd name="adj" fmla="val 7273"/>
            </a:avLst>
          </a:prstGeom>
          <a:solidFill xmlns:a="http://schemas.openxmlformats.org/drawingml/2006/main">
            <a:srgbClr val="13223F"/>
          </a:solidFill>
          <a:ln xmlns:a="http://schemas.openxmlformats.org/drawingml/2006/main" w="25400">
            <a:solidFill>
              <a:srgbClr val="1064F8"/>
            </a:solidFill>
          </a:ln>
        </p:spPr>
      </p:sp>
      <p:sp>
        <p:nvSpPr>
          <p:cNvPr id="110" name="09-text-9">
            <a:extLst xmlns:a="http://schemas.openxmlformats.org/drawingml/2006/main">
              <a:ext uri="{FF2B5EF4-FFF2-40B4-BE49-F238E27FC236}">
                <a16:creationId xmlns:a16="http://schemas.microsoft.com/office/drawing/2014/main" id="{C0417FA3-9E00-4D8C-AAE6-9836DFC34632}"/>
              </a:ext>
            </a:extLst>
          </p:cNvPr>
          <p:cNvSpPr>
            <a:spLocks xmlns:a="http://schemas.openxmlformats.org/drawingml/2006/main"/>
          </p:cNvSpPr>
          <p:nvPr/>
        </p:nvSpPr>
        <p:spPr>
          <a:xfrm xmlns:a="http://schemas.openxmlformats.org/drawingml/2006/main">
            <a:off x="812800" y="3048000"/>
            <a:ext cx="4927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Pinned version</a:t>
            </a:r>
          </a:p>
        </p:txBody>
      </p:sp>
      <p:sp>
        <p:nvSpPr>
          <p:cNvPr id="111" name="09-text-10">
            <a:extLst xmlns:a="http://schemas.openxmlformats.org/drawingml/2006/main">
              <a:ext uri="{FF2B5EF4-FFF2-40B4-BE49-F238E27FC236}">
                <a16:creationId xmlns:a16="http://schemas.microsoft.com/office/drawing/2014/main" id="{C6AC17C7-A942-4F86-86BC-885657AE8C50}"/>
              </a:ext>
            </a:extLst>
          </p:cNvPr>
          <p:cNvSpPr>
            <a:spLocks xmlns:a="http://schemas.openxmlformats.org/drawingml/2006/main"/>
          </p:cNvSpPr>
          <p:nvPr/>
        </p:nvSpPr>
        <p:spPr>
          <a:xfrm xmlns:a="http://schemas.openxmlformats.org/drawingml/2006/main">
            <a:off x="812800" y="3505200"/>
            <a:ext cx="4927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Controlled migration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lifecycle management.</a:t>
            </a:r>
          </a:p>
        </p:txBody>
      </p:sp>
      <p:sp>
        <p:nvSpPr>
          <p:cNvPr id="112" name="09-shape-11">
            <a:extLst xmlns:a="http://schemas.openxmlformats.org/drawingml/2006/main">
              <a:ext uri="{FF2B5EF4-FFF2-40B4-BE49-F238E27FC236}">
                <a16:creationId xmlns:a16="http://schemas.microsoft.com/office/drawing/2014/main" id="{213AD393-22D8-4A87-AF0C-82FE666536C7}"/>
              </a:ext>
            </a:extLst>
          </p:cNvPr>
          <p:cNvSpPr>
            <a:spLocks xmlns:a="http://schemas.openxmlformats.org/drawingml/2006/main"/>
          </p:cNvSpPr>
          <p:nvPr/>
        </p:nvSpPr>
        <p:spPr>
          <a:xfrm xmlns:a="http://schemas.openxmlformats.org/drawingml/2006/main">
            <a:off x="6248400" y="2895600"/>
            <a:ext cx="5334000" cy="1397000"/>
          </a:xfrm>
          <a:prstGeom xmlns:a="http://schemas.openxmlformats.org/drawingml/2006/main" prst="roundRect">
            <a:avLst>
              <a:gd name="adj" fmla="val 7273"/>
            </a:avLst>
          </a:prstGeom>
          <a:solidFill xmlns:a="http://schemas.openxmlformats.org/drawingml/2006/main">
            <a:srgbClr val="13223F"/>
          </a:solidFill>
          <a:ln xmlns:a="http://schemas.openxmlformats.org/drawingml/2006/main" w="25400">
            <a:solidFill>
              <a:srgbClr val="1064F8"/>
            </a:solidFill>
          </a:ln>
        </p:spPr>
      </p:sp>
      <p:sp>
        <p:nvSpPr>
          <p:cNvPr id="113" name="09-text-12">
            <a:extLst xmlns:a="http://schemas.openxmlformats.org/drawingml/2006/main">
              <a:ext uri="{FF2B5EF4-FFF2-40B4-BE49-F238E27FC236}">
                <a16:creationId xmlns:a16="http://schemas.microsoft.com/office/drawing/2014/main" id="{3DDEC869-B880-40DC-AAC0-BA9FCF1E2B1B}"/>
              </a:ext>
            </a:extLst>
          </p:cNvPr>
          <p:cNvSpPr>
            <a:spLocks xmlns:a="http://schemas.openxmlformats.org/drawingml/2006/main"/>
          </p:cNvSpPr>
          <p:nvPr/>
        </p:nvSpPr>
        <p:spPr>
          <a:xfrm xmlns:a="http://schemas.openxmlformats.org/drawingml/2006/main">
            <a:off x="6451600" y="3048000"/>
            <a:ext cx="4927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Moving alias</a:t>
            </a:r>
          </a:p>
        </p:txBody>
      </p:sp>
      <p:sp>
        <p:nvSpPr>
          <p:cNvPr id="114" name="09-text-13">
            <a:extLst xmlns:a="http://schemas.openxmlformats.org/drawingml/2006/main">
              <a:ext uri="{FF2B5EF4-FFF2-40B4-BE49-F238E27FC236}">
                <a16:creationId xmlns:a16="http://schemas.microsoft.com/office/drawing/2014/main" id="{DF7740E0-F847-48B2-8F6C-1BA66CC905DF}"/>
              </a:ext>
            </a:extLst>
          </p:cNvPr>
          <p:cNvSpPr>
            <a:spLocks xmlns:a="http://schemas.openxmlformats.org/drawingml/2006/main"/>
          </p:cNvSpPr>
          <p:nvPr/>
        </p:nvSpPr>
        <p:spPr>
          <a:xfrm xmlns:a="http://schemas.openxmlformats.org/drawingml/2006/main">
            <a:off x="6451600" y="3505200"/>
            <a:ext cx="4927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Automatic updates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regression monitoring.</a:t>
            </a:r>
          </a:p>
        </p:txBody>
      </p:sp>
      <p:sp>
        <p:nvSpPr>
          <p:cNvPr id="115" name="09-text-14">
            <a:extLst xmlns:a="http://schemas.openxmlformats.org/drawingml/2006/main">
              <a:ext uri="{FF2B5EF4-FFF2-40B4-BE49-F238E27FC236}">
                <a16:creationId xmlns:a16="http://schemas.microsoft.com/office/drawing/2014/main" id="{A576CD2D-EAF7-4818-8255-D854D8EB3F8C}"/>
              </a:ext>
            </a:extLst>
          </p:cNvPr>
          <p:cNvSpPr>
            <a:spLocks xmlns:a="http://schemas.openxmlformats.org/drawingml/2006/main"/>
          </p:cNvSpPr>
          <p:nvPr/>
        </p:nvSpPr>
        <p:spPr>
          <a:xfrm xmlns:a="http://schemas.openxmlformats.org/drawingml/2006/main">
            <a:off x="609600" y="45212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 workers: evidence fidelity and coverage.</a:t>
            </a:r>
          </a:p>
        </p:txBody>
      </p:sp>
      <p:sp>
        <p:nvSpPr>
          <p:cNvPr id="116" name="09-text-15">
            <a:extLst xmlns:a="http://schemas.openxmlformats.org/drawingml/2006/main">
              <a:ext uri="{FF2B5EF4-FFF2-40B4-BE49-F238E27FC236}">
                <a16:creationId xmlns:a16="http://schemas.microsoft.com/office/drawing/2014/main" id="{90757742-8085-4039-AAE1-3E86B492B11B}"/>
              </a:ext>
            </a:extLst>
          </p:cNvPr>
          <p:cNvSpPr>
            <a:spLocks xmlns:a="http://schemas.openxmlformats.org/drawingml/2006/main"/>
          </p:cNvSpPr>
          <p:nvPr/>
        </p:nvSpPr>
        <p:spPr>
          <a:xfrm xmlns:a="http://schemas.openxmlformats.org/drawingml/2006/main">
            <a:off x="609600" y="51816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Main analyst: faithful summaries, reconciliation, warranted uncertainty.</a:t>
            </a:r>
          </a:p>
        </p:txBody>
      </p:sp>
      <p:sp>
        <p:nvSpPr>
          <p:cNvPr id="117" name="narrative-number">
            <a:extLst xmlns:a="http://schemas.openxmlformats.org/drawingml/2006/main">
              <a:ext uri="{FF2B5EF4-FFF2-40B4-BE49-F238E27FC236}">
                <a16:creationId xmlns:a16="http://schemas.microsoft.com/office/drawing/2014/main" id="{4BC92954-BE10-4E1F-9AA4-CA2167BD45A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953043420"/>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8" name="!!area-name">
            <a:extLst xmlns:a="http://schemas.openxmlformats.org/drawingml/2006/main">
              <a:ext uri="{FF2B5EF4-FFF2-40B4-BE49-F238E27FC236}">
                <a16:creationId xmlns:a16="http://schemas.microsoft.com/office/drawing/2014/main" id="{ADB0BE44-9AC5-429A-958A-20295B962FC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28" name="mini-map"/>
          <p:cNvPicPr>
            <a:picLocks xmlns:a="http://schemas.openxmlformats.org/drawingml/2006/main" noChangeAspect="1"/>
          </p:cNvPicPr>
          <p:nvPr/>
        </p:nvPicPr>
        <p:blipFill>
          <a:blip xmlns:r="http://schemas.openxmlformats.org/officeDocument/2006/relationships" xmlns:a="http://schemas.openxmlformats.org/drawingml/2006/main" r:embed="R669dad28d77d4b5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0" name="slide-title">
            <a:extLst xmlns:a="http://schemas.openxmlformats.org/drawingml/2006/main">
              <a:ext uri="{FF2B5EF4-FFF2-40B4-BE49-F238E27FC236}">
                <a16:creationId xmlns:a16="http://schemas.microsoft.com/office/drawing/2014/main" id="{26DC45BE-918B-45E2-934F-B5BD9DF599A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121" name="header-divider">
            <a:extLst xmlns:a="http://schemas.openxmlformats.org/drawingml/2006/main">
              <a:ext uri="{FF2B5EF4-FFF2-40B4-BE49-F238E27FC236}">
                <a16:creationId xmlns:a16="http://schemas.microsoft.com/office/drawing/2014/main" id="{8E8496A7-CBD5-4E5F-A44A-6E5BA31AC99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2" name="09-text-16">
            <a:extLst xmlns:a="http://schemas.openxmlformats.org/drawingml/2006/main">
              <a:ext uri="{FF2B5EF4-FFF2-40B4-BE49-F238E27FC236}">
                <a16:creationId xmlns:a16="http://schemas.microsoft.com/office/drawing/2014/main" id="{3AD684A5-B5AD-48A6-B7DB-002115123280}"/>
              </a:ext>
            </a:extLst>
          </p:cNvPr>
          <p:cNvSpPr>
            <a:spLocks xmlns:a="http://schemas.openxmlformats.org/drawingml/2006/main"/>
          </p:cNvSpPr>
          <p:nvPr/>
        </p:nvSpPr>
        <p:spPr>
          <a:xfrm xmlns:a="http://schemas.openxmlformats.org/drawingml/2006/main">
            <a:off x="609600" y="24384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Route</a:t>
            </a:r>
          </a:p>
        </p:txBody>
      </p:sp>
      <p:sp>
        <p:nvSpPr>
          <p:cNvPr id="123" name="09-text-17">
            <a:extLst xmlns:a="http://schemas.openxmlformats.org/drawingml/2006/main">
              <a:ext uri="{FF2B5EF4-FFF2-40B4-BE49-F238E27FC236}">
                <a16:creationId xmlns:a16="http://schemas.microsoft.com/office/drawing/2014/main" id="{DF1272B1-ACEC-4AEB-99FC-D9AF106FED0D}"/>
              </a:ext>
            </a:extLst>
          </p:cNvPr>
          <p:cNvSpPr>
            <a:spLocks xmlns:a="http://schemas.openxmlformats.org/drawingml/2006/main"/>
          </p:cNvSpPr>
          <p:nvPr/>
        </p:nvSpPr>
        <p:spPr>
          <a:xfrm xmlns:a="http://schemas.openxmlformats.org/drawingml/2006/main">
            <a:off x="2489200" y="2565400"/>
            <a:ext cx="9093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Each candidate model and version. Illustrative framework, no results yet.</a:t>
            </a:r>
          </a:p>
        </p:txBody>
      </p:sp>
      <p:graphicFrame>
        <p:nvGraphicFramePr>
          <p:cNvPr id="133" name="09-table-18"/>
          <p:cNvGraphicFramePr/>
          <p:nvPr/>
        </p:nvGraphicFramePr>
        <p:xfrm>
          <a:off xmlns:a="http://schemas.openxmlformats.org/drawingml/2006/main" x="609600" y="3048000"/>
          <a:ext xmlns:a="http://schemas.openxmlformats.org/drawingml/2006/main" cx="10972800" cy="2641600"/>
        </p:xfrm>
        <a:graphic xmlns:a="http://schemas.openxmlformats.org/drawingml/2006/main">
          <a:graphicData uri="http://schemas.openxmlformats.org/drawingml/2006/table">
            <a:tbl>
              <a:tblPr firstRow="0" firstCol="0" lastCol="0" bandRow="0" bandCol="0"/>
              <a:tblGrid>
                <a:gridCol w="2997200"/>
                <a:gridCol w="4114800"/>
                <a:gridCol w="1828800"/>
                <a:gridCol w="2032000"/>
              </a:tblGrid>
              <a:tr h="508000">
                <a:tc>
                  <a:txBody>
                    <a:bodyPr>
                      <a:noAutofit/>
                    </a:bodyPr>
                    <a:lstStyle/>
                    <a:p>
                      <a:pPr>
                        <a:lnSpc>
                          <a:spcPct val="125000"/>
                        </a:lnSpc>
                        <a:buNone/>
                      </a:pPr>
                      <a:r>
                        <a:rPr sz="2000" b="1">
                          <a:solidFill>
                            <a:srgbClr val="1064F8"/>
                          </a:solidFill>
                          <a:latin typeface="Helvetica"/>
                          <a:ea typeface="Helvetica"/>
                          <a:cs typeface="Helvetica"/>
                        </a:rPr>
                        <a:t>Task and role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Quality 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p95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Evidence extraction</a:t>
                      </a:r>
                    </a:p>
                    <a:p>
                      <a:pPr>
                        <a:lnSpc>
                          <a:spcPct val="125000"/>
                        </a:lnSpc>
                        <a:buNone/>
                      </a:pPr>
                      <a:r>
                        <a:rPr sz="2000" b="0">
                          <a:solidFill>
                            <a:srgbClr val="FFFCF5"/>
                          </a:solidFill>
                          <a:latin typeface="Helvetica"/>
                          <a:ea typeface="Helvetica"/>
                          <a:cs typeface="Helvetica"/>
                        </a:rPr>
                        <a:t>(research workers)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Faithful passages</a:t>
                      </a:r>
                    </a:p>
                    <a:p>
                      <a:pPr>
                        <a:lnSpc>
                          <a:spcPct val="125000"/>
                        </a:lnSpc>
                        <a:buNone/>
                      </a:pPr>
                      <a:r>
                        <a:rPr sz="2000" b="0">
                          <a:solidFill>
                            <a:srgbClr val="FFFCF5"/>
                          </a:solidFill>
                          <a:latin typeface="Helvetica"/>
                          <a:ea typeface="Helvetica"/>
                          <a:cs typeface="Helvetica"/>
                        </a:rPr>
                        <a:t>with exact citations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Discussion summary</a:t>
                      </a:r>
                    </a:p>
                    <a:p>
                      <a:pPr>
                        <a:lnSpc>
                          <a:spcPct val="125000"/>
                        </a:lnSpc>
                        <a:buNone/>
                      </a:pPr>
                      <a:r>
                        <a:rPr sz="2000" b="0">
                          <a:solidFill>
                            <a:srgbClr val="FFFCF5"/>
                          </a:solidFill>
                          <a:latin typeface="Helvetica"/>
                          <a:ea typeface="Helvetica"/>
                          <a:cs typeface="Helvetica"/>
                        </a:rPr>
                        <a:t>(main analyst)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Faithful discussion</a:t>
                      </a:r>
                    </a:p>
                    <a:p>
                      <a:pPr>
                        <a:lnSpc>
                          <a:spcPct val="125000"/>
                        </a:lnSpc>
                        <a:buNone/>
                      </a:pPr>
                      <a:r>
                        <a:rPr sz="2000" b="0">
                          <a:solidFill>
                            <a:srgbClr val="FFFCF5"/>
                          </a:solidFill>
                          <a:latin typeface="Helvetica"/>
                          <a:ea typeface="Helvetica"/>
                          <a:cs typeface="Helvetica"/>
                        </a:rPr>
                        <a:t>and decisions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Qualified synthesis</a:t>
                      </a:r>
                    </a:p>
                    <a:p>
                      <a:pPr>
                        <a:lnSpc>
                          <a:spcPct val="125000"/>
                        </a:lnSpc>
                        <a:buNone/>
                      </a:pPr>
                      <a:r>
                        <a:rPr sz="2000" b="0">
                          <a:solidFill>
                            <a:srgbClr val="FFFCF5"/>
                          </a:solidFill>
                          <a:latin typeface="Helvetica"/>
                          <a:ea typeface="Helvetica"/>
                          <a:cs typeface="Helvetica"/>
                        </a:rPr>
                        <a:t>(main analyst)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and uncertainty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25" name="09-text-19">
            <a:extLst xmlns:a="http://schemas.openxmlformats.org/drawingml/2006/main">
              <a:ext uri="{FF2B5EF4-FFF2-40B4-BE49-F238E27FC236}">
                <a16:creationId xmlns:a16="http://schemas.microsoft.com/office/drawing/2014/main" id="{1DD586B5-43FE-4A96-A227-B5C46C4901B6}"/>
              </a:ext>
            </a:extLst>
          </p:cNvPr>
          <p:cNvSpPr>
            <a:spLocks xmlns:a="http://schemas.openxmlformats.org/drawingml/2006/main"/>
          </p:cNvSpPr>
          <p:nvPr/>
        </p:nvSpPr>
        <p:spPr>
          <a:xfrm xmlns:a="http://schemas.openxmlformats.org/drawingml/2006/main">
            <a:off x="609600" y="58674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Route by measured task fit. Include workers, retries, and verification.</a:t>
            </a:r>
          </a:p>
        </p:txBody>
      </p:sp>
      <p:sp>
        <p:nvSpPr>
          <p:cNvPr id="126" name="narrative-number">
            <a:extLst xmlns:a="http://schemas.openxmlformats.org/drawingml/2006/main">
              <a:ext uri="{FF2B5EF4-FFF2-40B4-BE49-F238E27FC236}">
                <a16:creationId xmlns:a16="http://schemas.microsoft.com/office/drawing/2014/main" id="{17F9AA75-7DBF-42AF-9C9C-6B31F9D3011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973671567"/>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7" name="!!area-name">
            <a:extLst xmlns:a="http://schemas.openxmlformats.org/drawingml/2006/main">
              <a:ext uri="{FF2B5EF4-FFF2-40B4-BE49-F238E27FC236}">
                <a16:creationId xmlns:a16="http://schemas.microsoft.com/office/drawing/2014/main" id="{8314FB77-C96F-4339-AD69-9F61AB62698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38" name="mini-map"/>
          <p:cNvPicPr>
            <a:picLocks xmlns:a="http://schemas.openxmlformats.org/drawingml/2006/main" noChangeAspect="1"/>
          </p:cNvPicPr>
          <p:nvPr/>
        </p:nvPicPr>
        <p:blipFill>
          <a:blip xmlns:r="http://schemas.openxmlformats.org/officeDocument/2006/relationships" xmlns:a="http://schemas.openxmlformats.org/drawingml/2006/main" r:embed="R99d97aac1bd844a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9" name="slide-title">
            <a:extLst xmlns:a="http://schemas.openxmlformats.org/drawingml/2006/main">
              <a:ext uri="{FF2B5EF4-FFF2-40B4-BE49-F238E27FC236}">
                <a16:creationId xmlns:a16="http://schemas.microsoft.com/office/drawing/2014/main" id="{884A8DAF-446C-4A9F-AD81-45E68B62CE7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130" name="header-divider">
            <a:extLst xmlns:a="http://schemas.openxmlformats.org/drawingml/2006/main">
              <a:ext uri="{FF2B5EF4-FFF2-40B4-BE49-F238E27FC236}">
                <a16:creationId xmlns:a16="http://schemas.microsoft.com/office/drawing/2014/main" id="{2ED80550-A586-4680-8AAB-D5BE13B1432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1" name="09-text-20">
            <a:extLst xmlns:a="http://schemas.openxmlformats.org/drawingml/2006/main">
              <a:ext uri="{FF2B5EF4-FFF2-40B4-BE49-F238E27FC236}">
                <a16:creationId xmlns:a16="http://schemas.microsoft.com/office/drawing/2014/main" id="{587F2EDF-8CC7-4F64-BBE5-8863AD2C6B57}"/>
              </a:ext>
            </a:extLst>
          </p:cNvPr>
          <p:cNvSpPr>
            <a:spLocks xmlns:a="http://schemas.openxmlformats.org/drawingml/2006/main"/>
          </p:cNvSpPr>
          <p:nvPr/>
        </p:nvSpPr>
        <p:spPr>
          <a:xfrm xmlns:a="http://schemas.openxmlformats.org/drawingml/2006/main">
            <a:off x="609600" y="2438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Which configuration meets your product's quality requirement?</a:t>
            </a:r>
          </a:p>
        </p:txBody>
      </p:sp>
      <p:sp>
        <p:nvSpPr>
          <p:cNvPr id="132" name="09-shape-21">
            <a:extLst xmlns:a="http://schemas.openxmlformats.org/drawingml/2006/main">
              <a:ext uri="{FF2B5EF4-FFF2-40B4-BE49-F238E27FC236}">
                <a16:creationId xmlns:a16="http://schemas.microsoft.com/office/drawing/2014/main" id="{A6401293-5B68-410F-97EA-CD7370F6C3F5}"/>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133" name="09-shape-22">
            <a:extLst xmlns:a="http://schemas.openxmlformats.org/drawingml/2006/main">
              <a:ext uri="{FF2B5EF4-FFF2-40B4-BE49-F238E27FC236}">
                <a16:creationId xmlns:a16="http://schemas.microsoft.com/office/drawing/2014/main" id="{A42009BF-DF11-48DD-B1AA-9ACF20E3D9D2}"/>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134" name="09-text-23">
            <a:extLst xmlns:a="http://schemas.openxmlformats.org/drawingml/2006/main">
              <a:ext uri="{FF2B5EF4-FFF2-40B4-BE49-F238E27FC236}">
                <a16:creationId xmlns:a16="http://schemas.microsoft.com/office/drawing/2014/main" id="{3B64F14C-5395-408E-B368-A583540FA397}"/>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Pitfall</a:t>
            </a:r>
          </a:p>
        </p:txBody>
      </p:sp>
      <p:sp>
        <p:nvSpPr>
          <p:cNvPr id="135" name="09-text-24">
            <a:extLst xmlns:a="http://schemas.openxmlformats.org/drawingml/2006/main">
              <a:ext uri="{FF2B5EF4-FFF2-40B4-BE49-F238E27FC236}">
                <a16:creationId xmlns:a16="http://schemas.microsoft.com/office/drawing/2014/main" id="{BD8CC078-4F07-4397-94CD-04DFCFFD7908}"/>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hardcoded model ID with no eval suite behind it.</a:t>
            </a:r>
          </a:p>
        </p:txBody>
      </p:sp>
      <p:sp>
        <p:nvSpPr>
          <p:cNvPr id="136" name="narrative-number">
            <a:extLst xmlns:a="http://schemas.openxmlformats.org/drawingml/2006/main">
              <a:ext uri="{FF2B5EF4-FFF2-40B4-BE49-F238E27FC236}">
                <a16:creationId xmlns:a16="http://schemas.microsoft.com/office/drawing/2014/main" id="{7F485B65-78B5-42F3-91B2-6AEA600FC83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702515294"/>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7" name="!!area-header">
            <a:extLst xmlns:a="http://schemas.openxmlformats.org/drawingml/2006/main">
              <a:ext uri="{FF2B5EF4-FFF2-40B4-BE49-F238E27FC236}">
                <a16:creationId xmlns:a16="http://schemas.microsoft.com/office/drawing/2014/main" id="{379B0EFA-0B14-4D36-B8BB-6D56719DCC31}"/>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38" name="!!area-name">
            <a:extLst xmlns:a="http://schemas.openxmlformats.org/drawingml/2006/main">
              <a:ext uri="{FF2B5EF4-FFF2-40B4-BE49-F238E27FC236}">
                <a16:creationId xmlns:a16="http://schemas.microsoft.com/office/drawing/2014/main" id="{DEDE33AF-1842-48CB-8CFD-EEFFE6EDE2B3}"/>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Context and knowledge</a:t>
            </a:r>
          </a:p>
        </p:txBody>
      </p:sp>
      <p:sp>
        <p:nvSpPr>
          <p:cNvPr id="139" name="!!area-beat">
            <a:extLst xmlns:a="http://schemas.openxmlformats.org/drawingml/2006/main">
              <a:ext uri="{FF2B5EF4-FFF2-40B4-BE49-F238E27FC236}">
                <a16:creationId xmlns:a16="http://schemas.microsoft.com/office/drawing/2014/main" id="{C9F1ED90-692A-44CD-A1EC-A9B4B8881563}"/>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40" name="header-divider">
            <a:extLst xmlns:a="http://schemas.openxmlformats.org/drawingml/2006/main">
              <a:ext uri="{FF2B5EF4-FFF2-40B4-BE49-F238E27FC236}">
                <a16:creationId xmlns:a16="http://schemas.microsoft.com/office/drawing/2014/main" id="{46508E67-4714-494A-8807-26435ADAE505}"/>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1" name="!!screenshot-AGENTS.md">
            <a:extLst xmlns:a="http://schemas.openxmlformats.org/drawingml/2006/main">
              <a:ext uri="{FF2B5EF4-FFF2-40B4-BE49-F238E27FC236}">
                <a16:creationId xmlns:a16="http://schemas.microsoft.com/office/drawing/2014/main" id="{5F19FA23-DEC5-46A1-AE7B-E1B29FFE88ED}"/>
              </a:ext>
            </a:extLst>
          </p:cNvPr>
          <p:cNvSpPr>
            <a:spLocks xmlns:a="http://schemas.openxmlformats.org/drawingml/2006/main"/>
          </p:cNvSpPr>
          <p:nvPr/>
        </p:nvSpPr>
        <p:spPr>
          <a:xfrm xmlns:a="http://schemas.openxmlformats.org/drawingml/2006/main">
            <a:off x="609600" y="20828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142" name="10-text-1">
            <a:extLst xmlns:a="http://schemas.openxmlformats.org/drawingml/2006/main">
              <a:ext uri="{FF2B5EF4-FFF2-40B4-BE49-F238E27FC236}">
                <a16:creationId xmlns:a16="http://schemas.microsoft.com/office/drawing/2014/main" id="{08A2F443-105D-4027-9686-31AD4CBEA0B2}"/>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43" name="10-text-2">
            <a:extLst xmlns:a="http://schemas.openxmlformats.org/drawingml/2006/main">
              <a:ext uri="{FF2B5EF4-FFF2-40B4-BE49-F238E27FC236}">
                <a16:creationId xmlns:a16="http://schemas.microsoft.com/office/drawing/2014/main" id="{CCD42DEB-4777-4E3B-B6C9-C9973F286EC1}"/>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AGENTS.md</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10 to 15 lines</a:t>
            </a:r>
          </a:p>
        </p:txBody>
      </p:sp>
      <p:sp>
        <p:nvSpPr>
          <p:cNvPr id="144" name="!!screenshot-Codex CLI">
            <a:extLst xmlns:a="http://schemas.openxmlformats.org/drawingml/2006/main">
              <a:ext uri="{FF2B5EF4-FFF2-40B4-BE49-F238E27FC236}">
                <a16:creationId xmlns:a16="http://schemas.microsoft.com/office/drawing/2014/main" id="{08528987-D652-4417-8374-EEE29A783EB8}"/>
              </a:ext>
            </a:extLst>
          </p:cNvPr>
          <p:cNvSpPr>
            <a:spLocks xmlns:a="http://schemas.openxmlformats.org/drawingml/2006/main"/>
          </p:cNvSpPr>
          <p:nvPr/>
        </p:nvSpPr>
        <p:spPr>
          <a:xfrm xmlns:a="http://schemas.openxmlformats.org/drawingml/2006/main">
            <a:off x="6248400" y="20828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145" name="10-text-3">
            <a:extLst xmlns:a="http://schemas.openxmlformats.org/drawingml/2006/main">
              <a:ext uri="{FF2B5EF4-FFF2-40B4-BE49-F238E27FC236}">
                <a16:creationId xmlns:a16="http://schemas.microsoft.com/office/drawing/2014/main" id="{830B3A3E-70E3-4A6A-9CB7-999577796FBA}"/>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46" name="10-text-4">
            <a:extLst xmlns:a="http://schemas.openxmlformats.org/drawingml/2006/main">
              <a:ext uri="{FF2B5EF4-FFF2-40B4-BE49-F238E27FC236}">
                <a16:creationId xmlns:a16="http://schemas.microsoft.com/office/drawing/2014/main" id="{805E59D0-2294-48BE-B20B-C5A85C1C7F9A}"/>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/compact notice</a:t>
            </a:r>
          </a:p>
        </p:txBody>
      </p:sp>
      <p:sp>
        <p:nvSpPr>
          <p:cNvPr id="147" name="10-text-5">
            <a:extLst xmlns:a="http://schemas.openxmlformats.org/drawingml/2006/main">
              <a:ext uri="{FF2B5EF4-FFF2-40B4-BE49-F238E27FC236}">
                <a16:creationId xmlns:a16="http://schemas.microsoft.com/office/drawing/2014/main" id="{8351F7F7-6F86-4AF2-9DE7-FF3E0AE83722}"/>
              </a:ext>
            </a:extLst>
          </p:cNvPr>
          <p:cNvSpPr>
            <a:spLocks xmlns:a="http://schemas.openxmlformats.org/drawingml/2006/main"/>
          </p:cNvSpPr>
          <p:nvPr/>
        </p:nvSpPr>
        <p:spPr>
          <a:xfrm xmlns:a="http://schemas.openxmlformats.org/drawingml/2006/main">
            <a:off x="609600" y="5588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AGENTS.md</a:t>
            </a:r>
          </a:p>
        </p:txBody>
      </p:sp>
      <p:sp>
        <p:nvSpPr>
          <p:cNvPr id="148" name="10-text-6">
            <a:extLst xmlns:a="http://schemas.openxmlformats.org/drawingml/2006/main">
              <a:ext uri="{FF2B5EF4-FFF2-40B4-BE49-F238E27FC236}">
                <a16:creationId xmlns:a16="http://schemas.microsoft.com/office/drawing/2014/main" id="{C6E91643-1A09-4769-B90B-535BAC0CC468}"/>
              </a:ext>
            </a:extLst>
          </p:cNvPr>
          <p:cNvSpPr>
            <a:spLocks xmlns:a="http://schemas.openxmlformats.org/drawingml/2006/main"/>
          </p:cNvSpPr>
          <p:nvPr/>
        </p:nvSpPr>
        <p:spPr>
          <a:xfrm xmlns:a="http://schemas.openxmlformats.org/drawingml/2006/main">
            <a:off x="6248400" y="5588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/compact</a:t>
            </a:r>
          </a:p>
        </p:txBody>
      </p:sp>
      <p:sp>
        <p:nvSpPr>
          <p:cNvPr id="149" name="narrative-number">
            <a:extLst xmlns:a="http://schemas.openxmlformats.org/drawingml/2006/main">
              <a:ext uri="{FF2B5EF4-FFF2-40B4-BE49-F238E27FC236}">
                <a16:creationId xmlns:a16="http://schemas.microsoft.com/office/drawing/2014/main" id="{B4BC479C-8AB7-45D2-8A3A-9DE41E1C3B0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2583074284"/>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0" name="!!area-name">
            <a:extLst xmlns:a="http://schemas.openxmlformats.org/drawingml/2006/main">
              <a:ext uri="{FF2B5EF4-FFF2-40B4-BE49-F238E27FC236}">
                <a16:creationId xmlns:a16="http://schemas.microsoft.com/office/drawing/2014/main" id="{6D312680-36E8-4608-9D02-52A449F4AC1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164" name="mini-map"/>
          <p:cNvPicPr>
            <a:picLocks xmlns:a="http://schemas.openxmlformats.org/drawingml/2006/main" noChangeAspect="1"/>
          </p:cNvPicPr>
          <p:nvPr/>
        </p:nvPicPr>
        <p:blipFill>
          <a:blip xmlns:r="http://schemas.openxmlformats.org/officeDocument/2006/relationships" xmlns:a="http://schemas.openxmlformats.org/drawingml/2006/main" r:embed="R524593bf81e04f0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2" name="header-divider">
            <a:extLst xmlns:a="http://schemas.openxmlformats.org/drawingml/2006/main">
              <a:ext uri="{FF2B5EF4-FFF2-40B4-BE49-F238E27FC236}">
                <a16:creationId xmlns:a16="http://schemas.microsoft.com/office/drawing/2014/main" id="{37FB3F22-46AD-4A24-B5BA-A72C89D725C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3" name="!!screenshot-AGENTS.md">
            <a:extLst xmlns:a="http://schemas.openxmlformats.org/drawingml/2006/main">
              <a:ext uri="{FF2B5EF4-FFF2-40B4-BE49-F238E27FC236}">
                <a16:creationId xmlns:a16="http://schemas.microsoft.com/office/drawing/2014/main" id="{F5A9B863-7B8A-4268-812C-4E1AF3DFD91E}"/>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54" name="10b-text-1">
            <a:extLst xmlns:a="http://schemas.openxmlformats.org/drawingml/2006/main">
              <a:ext uri="{FF2B5EF4-FFF2-40B4-BE49-F238E27FC236}">
                <a16:creationId xmlns:a16="http://schemas.microsoft.com/office/drawing/2014/main" id="{86ABFB1B-0873-4589-8070-F18A6C02208C}"/>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55" name="10b-text-2">
            <a:extLst xmlns:a="http://schemas.openxmlformats.org/drawingml/2006/main">
              <a:ext uri="{FF2B5EF4-FFF2-40B4-BE49-F238E27FC236}">
                <a16:creationId xmlns:a16="http://schemas.microsoft.com/office/drawing/2014/main" id="{8F15E0B1-23B0-4C5F-890D-31350A8C9530}"/>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56" name="!!screenshot-Codex CLI">
            <a:extLst xmlns:a="http://schemas.openxmlformats.org/drawingml/2006/main">
              <a:ext uri="{FF2B5EF4-FFF2-40B4-BE49-F238E27FC236}">
                <a16:creationId xmlns:a16="http://schemas.microsoft.com/office/drawing/2014/main" id="{CDCA4BA2-6DCE-441D-9BEC-6CA868714D26}"/>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57" name="10b-text-3">
            <a:extLst xmlns:a="http://schemas.openxmlformats.org/drawingml/2006/main">
              <a:ext uri="{FF2B5EF4-FFF2-40B4-BE49-F238E27FC236}">
                <a16:creationId xmlns:a16="http://schemas.microsoft.com/office/drawing/2014/main" id="{5ACCFC07-16E0-466E-95B8-75F09243D00F}"/>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58" name="10b-text-4">
            <a:extLst xmlns:a="http://schemas.openxmlformats.org/drawingml/2006/main">
              <a:ext uri="{FF2B5EF4-FFF2-40B4-BE49-F238E27FC236}">
                <a16:creationId xmlns:a16="http://schemas.microsoft.com/office/drawing/2014/main" id="{8DC4712B-0C9A-476F-92A5-99A6B63F4846}"/>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59" name="10b-text-5">
            <a:extLst xmlns:a="http://schemas.openxmlformats.org/drawingml/2006/main">
              <a:ext uri="{FF2B5EF4-FFF2-40B4-BE49-F238E27FC236}">
                <a16:creationId xmlns:a16="http://schemas.microsoft.com/office/drawing/2014/main" id="{246708ED-DA0A-4A7A-B88F-84C2DE0EF1E9}"/>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context fails:</a:t>
            </a:r>
          </a:p>
        </p:txBody>
      </p:sp>
      <p:sp>
        <p:nvSpPr>
          <p:cNvPr id="160" name="10b-text-6">
            <a:extLst xmlns:a="http://schemas.openxmlformats.org/drawingml/2006/main">
              <a:ext uri="{FF2B5EF4-FFF2-40B4-BE49-F238E27FC236}">
                <a16:creationId xmlns:a16="http://schemas.microsoft.com/office/drawing/2014/main" id="{636D9798-DF95-4B52-A1F7-4EFABB90B674}"/>
              </a:ext>
            </a:extLst>
          </p:cNvPr>
          <p:cNvSpPr>
            <a:spLocks xmlns:a="http://schemas.openxmlformats.org/drawingml/2006/main"/>
          </p:cNvSpPr>
          <p:nvPr/>
        </p:nvSpPr>
        <p:spPr>
          <a:xfrm xmlns:a="http://schemas.openxmlformats.org/drawingml/2006/main">
            <a:off x="609600" y="292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Poisoning · Distraction · Confusion · Clash</a:t>
            </a:r>
          </a:p>
        </p:txBody>
      </p:sp>
      <p:sp>
        <p:nvSpPr>
          <p:cNvPr id="161" name="10b-text-7">
            <a:extLst xmlns:a="http://schemas.openxmlformats.org/drawingml/2006/main">
              <a:ext uri="{FF2B5EF4-FFF2-40B4-BE49-F238E27FC236}">
                <a16:creationId xmlns:a16="http://schemas.microsoft.com/office/drawing/2014/main" id="{AC048981-DF04-4048-8F64-CC8E224107A0}"/>
              </a:ext>
            </a:extLst>
          </p:cNvPr>
          <p:cNvSpPr>
            <a:spLocks xmlns:a="http://schemas.openxmlformats.org/drawingml/2006/main"/>
          </p:cNvSpPr>
          <p:nvPr/>
        </p:nvSpPr>
        <p:spPr>
          <a:xfrm xmlns:a="http://schemas.openxmlformats.org/drawingml/2006/main">
            <a:off x="609600" y="370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18 models tested. Performance degrades as input grows, on simple tasks.</a:t>
            </a:r>
          </a:p>
        </p:txBody>
      </p:sp>
      <p:sp>
        <p:nvSpPr>
          <p:cNvPr id="162" name="narrative-number">
            <a:extLst xmlns:a="http://schemas.openxmlformats.org/drawingml/2006/main">
              <a:ext uri="{FF2B5EF4-FFF2-40B4-BE49-F238E27FC236}">
                <a16:creationId xmlns:a16="http://schemas.microsoft.com/office/drawing/2014/main" id="{F8BA4D1E-9BEF-45E4-8BF5-FB72CC414F0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880678582"/>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3" name="!!area-name">
            <a:extLst xmlns:a="http://schemas.openxmlformats.org/drawingml/2006/main">
              <a:ext uri="{FF2B5EF4-FFF2-40B4-BE49-F238E27FC236}">
                <a16:creationId xmlns:a16="http://schemas.microsoft.com/office/drawing/2014/main" id="{EDC535E7-1B7A-4CDE-9E92-0AE6E297F2C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178" name="mini-map"/>
          <p:cNvPicPr>
            <a:picLocks xmlns:a="http://schemas.openxmlformats.org/drawingml/2006/main" noChangeAspect="1"/>
          </p:cNvPicPr>
          <p:nvPr/>
        </p:nvPicPr>
        <p:blipFill>
          <a:blip xmlns:r="http://schemas.openxmlformats.org/officeDocument/2006/relationships" xmlns:a="http://schemas.openxmlformats.org/drawingml/2006/main" r:embed="R9297b0de111e453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5" name="header-divider">
            <a:extLst xmlns:a="http://schemas.openxmlformats.org/drawingml/2006/main">
              <a:ext uri="{FF2B5EF4-FFF2-40B4-BE49-F238E27FC236}">
                <a16:creationId xmlns:a16="http://schemas.microsoft.com/office/drawing/2014/main" id="{6628485A-0A73-4CAD-82BC-43F2F1EC6D6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6" name="!!screenshot-AGENTS.md">
            <a:extLst xmlns:a="http://schemas.openxmlformats.org/drawingml/2006/main">
              <a:ext uri="{FF2B5EF4-FFF2-40B4-BE49-F238E27FC236}">
                <a16:creationId xmlns:a16="http://schemas.microsoft.com/office/drawing/2014/main" id="{E1EEB613-A181-46C9-B5EB-75366F263FEC}"/>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67" name="10b-text-1">
            <a:extLst xmlns:a="http://schemas.openxmlformats.org/drawingml/2006/main">
              <a:ext uri="{FF2B5EF4-FFF2-40B4-BE49-F238E27FC236}">
                <a16:creationId xmlns:a16="http://schemas.microsoft.com/office/drawing/2014/main" id="{66D67448-33CA-46F1-93DE-1D45F58A7593}"/>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68" name="10b-text-2">
            <a:extLst xmlns:a="http://schemas.openxmlformats.org/drawingml/2006/main">
              <a:ext uri="{FF2B5EF4-FFF2-40B4-BE49-F238E27FC236}">
                <a16:creationId xmlns:a16="http://schemas.microsoft.com/office/drawing/2014/main" id="{BC133196-24E4-45FF-83A2-AC1CD1CB1672}"/>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69" name="!!screenshot-Codex CLI">
            <a:extLst xmlns:a="http://schemas.openxmlformats.org/drawingml/2006/main">
              <a:ext uri="{FF2B5EF4-FFF2-40B4-BE49-F238E27FC236}">
                <a16:creationId xmlns:a16="http://schemas.microsoft.com/office/drawing/2014/main" id="{54605694-8A7D-4882-A9E6-C10D1B8DCDF7}"/>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70" name="10b-text-3">
            <a:extLst xmlns:a="http://schemas.openxmlformats.org/drawingml/2006/main">
              <a:ext uri="{FF2B5EF4-FFF2-40B4-BE49-F238E27FC236}">
                <a16:creationId xmlns:a16="http://schemas.microsoft.com/office/drawing/2014/main" id="{F71807A5-CAB7-4F79-B6F7-715C1415227D}"/>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71" name="10b-text-4">
            <a:extLst xmlns:a="http://schemas.openxmlformats.org/drawingml/2006/main">
              <a:ext uri="{FF2B5EF4-FFF2-40B4-BE49-F238E27FC236}">
                <a16:creationId xmlns:a16="http://schemas.microsoft.com/office/drawing/2014/main" id="{6CEF5CF3-4461-452D-8C10-A1D229FA2056}"/>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72" name="10b-text-8">
            <a:extLst xmlns:a="http://schemas.openxmlformats.org/drawingml/2006/main">
              <a:ext uri="{FF2B5EF4-FFF2-40B4-BE49-F238E27FC236}">
                <a16:creationId xmlns:a16="http://schemas.microsoft.com/office/drawing/2014/main" id="{AAD4E0AF-6377-446E-954D-D7901F6C3C44}"/>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someone engineered:</a:t>
            </a:r>
          </a:p>
        </p:txBody>
      </p:sp>
      <p:sp>
        <p:nvSpPr>
          <p:cNvPr id="173" name="10b-text-9">
            <a:extLst xmlns:a="http://schemas.openxmlformats.org/drawingml/2006/main">
              <a:ext uri="{FF2B5EF4-FFF2-40B4-BE49-F238E27FC236}">
                <a16:creationId xmlns:a16="http://schemas.microsoft.com/office/drawing/2014/main" id="{4ADBC7E4-75CF-4539-8861-937014D5353D}"/>
              </a:ext>
            </a:extLst>
          </p:cNvPr>
          <p:cNvSpPr>
            <a:spLocks xmlns:a="http://schemas.openxmlformats.org/drawingml/2006/main"/>
          </p:cNvSpPr>
          <p:nvPr/>
        </p:nvSpPr>
        <p:spPr>
          <a:xfrm xmlns:a="http://schemas.openxmlformats.org/drawingml/2006/main">
            <a:off x="609600" y="29972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system prompt · A compaction policy · A memory convention</a:t>
            </a:r>
          </a:p>
        </p:txBody>
      </p:sp>
      <p:sp>
        <p:nvSpPr>
          <p:cNvPr id="174" name="10b-text-10">
            <a:extLst xmlns:a="http://schemas.openxmlformats.org/drawingml/2006/main">
              <a:ext uri="{FF2B5EF4-FFF2-40B4-BE49-F238E27FC236}">
                <a16:creationId xmlns:a16="http://schemas.microsoft.com/office/drawing/2014/main" id="{EC91EC53-1B79-417D-B4A8-B10CC95D3F23}"/>
              </a:ext>
            </a:extLst>
          </p:cNvPr>
          <p:cNvSpPr>
            <a:spLocks xmlns:a="http://schemas.openxmlformats.org/drawingml/2006/main"/>
          </p:cNvSpPr>
          <p:nvPr/>
        </p:nvSpPr>
        <p:spPr>
          <a:xfrm xmlns:a="http://schemas.openxmlformats.org/drawingml/2006/main">
            <a:off x="609600" y="36322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RAG retrieves relevant external information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supplies it to the model.</a:t>
            </a:r>
          </a:p>
        </p:txBody>
      </p:sp>
      <p:sp>
        <p:nvSpPr>
          <p:cNvPr id="175" name="10b-text-11">
            <a:extLst xmlns:a="http://schemas.openxmlformats.org/drawingml/2006/main">
              <a:ext uri="{FF2B5EF4-FFF2-40B4-BE49-F238E27FC236}">
                <a16:creationId xmlns:a16="http://schemas.microsoft.com/office/drawing/2014/main" id="{1E0F6718-C58A-41F2-9D31-CE1B4CC6D8A1}"/>
              </a:ext>
            </a:extLst>
          </p:cNvPr>
          <p:cNvSpPr>
            <a:spLocks xmlns:a="http://schemas.openxmlformats.org/drawingml/2006/main"/>
          </p:cNvSpPr>
          <p:nvPr/>
        </p:nvSpPr>
        <p:spPr>
          <a:xfrm xmlns:a="http://schemas.openxmlformats.org/drawingml/2006/main">
            <a:off x="609600" y="4749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retrieval for the data and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Grep · File reads · Embeddings · Hybrid retrieval</a:t>
            </a:r>
          </a:p>
        </p:txBody>
      </p:sp>
      <p:sp>
        <p:nvSpPr>
          <p:cNvPr id="176" name="narrative-number">
            <a:extLst xmlns:a="http://schemas.openxmlformats.org/drawingml/2006/main">
              <a:ext uri="{FF2B5EF4-FFF2-40B4-BE49-F238E27FC236}">
                <a16:creationId xmlns:a16="http://schemas.microsoft.com/office/drawing/2014/main" id="{C1871745-B38F-458C-B2AC-2EAC2E98BF5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850307519"/>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7" name="!!area-name">
            <a:extLst xmlns:a="http://schemas.openxmlformats.org/drawingml/2006/main">
              <a:ext uri="{FF2B5EF4-FFF2-40B4-BE49-F238E27FC236}">
                <a16:creationId xmlns:a16="http://schemas.microsoft.com/office/drawing/2014/main" id="{6A0E1F4A-83D5-4E99-8903-27E7C2E5005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191" name="mini-map"/>
          <p:cNvPicPr>
            <a:picLocks xmlns:a="http://schemas.openxmlformats.org/drawingml/2006/main" noChangeAspect="1"/>
          </p:cNvPicPr>
          <p:nvPr/>
        </p:nvPicPr>
        <p:blipFill>
          <a:blip xmlns:r="http://schemas.openxmlformats.org/officeDocument/2006/relationships" xmlns:a="http://schemas.openxmlformats.org/drawingml/2006/main" r:embed="R8ed912898f24421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9" name="header-divider">
            <a:extLst xmlns:a="http://schemas.openxmlformats.org/drawingml/2006/main">
              <a:ext uri="{FF2B5EF4-FFF2-40B4-BE49-F238E27FC236}">
                <a16:creationId xmlns:a16="http://schemas.microsoft.com/office/drawing/2014/main" id="{7E39AED2-6210-4BCF-8AC9-9A6C1BD3E50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0" name="!!screenshot-AGENTS.md">
            <a:extLst xmlns:a="http://schemas.openxmlformats.org/drawingml/2006/main">
              <a:ext uri="{FF2B5EF4-FFF2-40B4-BE49-F238E27FC236}">
                <a16:creationId xmlns:a16="http://schemas.microsoft.com/office/drawing/2014/main" id="{E44D26D5-9934-4266-9DD8-4FFEDBDA4E31}"/>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81" name="10b-text-1">
            <a:extLst xmlns:a="http://schemas.openxmlformats.org/drawingml/2006/main">
              <a:ext uri="{FF2B5EF4-FFF2-40B4-BE49-F238E27FC236}">
                <a16:creationId xmlns:a16="http://schemas.microsoft.com/office/drawing/2014/main" id="{4CFF372B-10C8-449D-90B9-128525B68269}"/>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82" name="10b-text-2">
            <a:extLst xmlns:a="http://schemas.openxmlformats.org/drawingml/2006/main">
              <a:ext uri="{FF2B5EF4-FFF2-40B4-BE49-F238E27FC236}">
                <a16:creationId xmlns:a16="http://schemas.microsoft.com/office/drawing/2014/main" id="{978FC1C0-618A-4089-B664-D2E2D50B740A}"/>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83" name="!!screenshot-Codex CLI">
            <a:extLst xmlns:a="http://schemas.openxmlformats.org/drawingml/2006/main">
              <a:ext uri="{FF2B5EF4-FFF2-40B4-BE49-F238E27FC236}">
                <a16:creationId xmlns:a16="http://schemas.microsoft.com/office/drawing/2014/main" id="{DB2F7CD7-A6F4-4518-9733-9D00694A27A7}"/>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84" name="10b-text-3">
            <a:extLst xmlns:a="http://schemas.openxmlformats.org/drawingml/2006/main">
              <a:ext uri="{FF2B5EF4-FFF2-40B4-BE49-F238E27FC236}">
                <a16:creationId xmlns:a16="http://schemas.microsoft.com/office/drawing/2014/main" id="{EEC8BBF3-8567-4E60-8FD8-569E79891E79}"/>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85" name="10b-text-4">
            <a:extLst xmlns:a="http://schemas.openxmlformats.org/drawingml/2006/main">
              <a:ext uri="{FF2B5EF4-FFF2-40B4-BE49-F238E27FC236}">
                <a16:creationId xmlns:a16="http://schemas.microsoft.com/office/drawing/2014/main" id="{F8776BE7-73D1-4CC1-9DAD-819058F6E74A}"/>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86" name="10b-text-12">
            <a:extLst xmlns:a="http://schemas.openxmlformats.org/drawingml/2006/main">
              <a:ext uri="{FF2B5EF4-FFF2-40B4-BE49-F238E27FC236}">
                <a16:creationId xmlns:a16="http://schemas.microsoft.com/office/drawing/2014/main" id="{7977E975-372B-48D1-8561-380243665301}"/>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Preserve useful stable prefixes.</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cache savings.</a:t>
            </a:r>
          </a:p>
        </p:txBody>
      </p:sp>
      <p:sp>
        <p:nvSpPr>
          <p:cNvPr id="187" name="10b-text-13">
            <a:extLst xmlns:a="http://schemas.openxmlformats.org/drawingml/2006/main">
              <a:ext uri="{FF2B5EF4-FFF2-40B4-BE49-F238E27FC236}">
                <a16:creationId xmlns:a16="http://schemas.microsoft.com/office/drawing/2014/main" id="{80A69CFE-46CF-4187-8A4E-E00D2C6E5881}"/>
              </a:ext>
            </a:extLst>
          </p:cNvPr>
          <p:cNvSpPr>
            <a:spLocks xmlns:a="http://schemas.openxmlformats.org/drawingml/2006/main"/>
          </p:cNvSpPr>
          <p:nvPr/>
        </p:nvSpPr>
        <p:spPr>
          <a:xfrm xmlns:a="http://schemas.openxmlformats.org/drawingml/2006/main">
            <a:off x="609600" y="3886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Update context and tool access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correctness and authorization.</a:t>
            </a:r>
          </a:p>
        </p:txBody>
      </p:sp>
      <p:sp>
        <p:nvSpPr>
          <p:cNvPr id="188" name="10b-text-14">
            <a:extLst xmlns:a="http://schemas.openxmlformats.org/drawingml/2006/main">
              <a:ext uri="{FF2B5EF4-FFF2-40B4-BE49-F238E27FC236}">
                <a16:creationId xmlns:a16="http://schemas.microsoft.com/office/drawing/2014/main" id="{2E54E593-BBDB-4030-B70A-C0F0636CEA5D}"/>
              </a:ext>
            </a:extLst>
          </p:cNvPr>
          <p:cNvSpPr>
            <a:spLocks xmlns:a="http://schemas.openxmlformats.org/drawingml/2006/main"/>
          </p:cNvSpPr>
          <p:nvPr/>
        </p:nvSpPr>
        <p:spPr>
          <a:xfrm xmlns:a="http://schemas.openxmlformats.org/drawingml/2006/main">
            <a:off x="609600" y="5334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Manus, July 2025: reported 100:1 input/output; $0.30 cached vs $3 uncached</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per million input tokens in its pricing example.</a:t>
            </a:r>
          </a:p>
        </p:txBody>
      </p:sp>
      <p:sp>
        <p:nvSpPr>
          <p:cNvPr id="189" name="narrative-number">
            <a:extLst xmlns:a="http://schemas.openxmlformats.org/drawingml/2006/main">
              <a:ext uri="{FF2B5EF4-FFF2-40B4-BE49-F238E27FC236}">
                <a16:creationId xmlns:a16="http://schemas.microsoft.com/office/drawing/2014/main" id="{1BE440FD-006F-463C-A963-93DD7F2715D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2786316684"/>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0" name="!!area-name">
            <a:extLst xmlns:a="http://schemas.openxmlformats.org/drawingml/2006/main">
              <a:ext uri="{FF2B5EF4-FFF2-40B4-BE49-F238E27FC236}">
                <a16:creationId xmlns:a16="http://schemas.microsoft.com/office/drawing/2014/main" id="{FC9A9154-20C8-41FD-9C04-8C089E8960A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202" name="mini-map"/>
          <p:cNvPicPr>
            <a:picLocks xmlns:a="http://schemas.openxmlformats.org/drawingml/2006/main" noChangeAspect="1"/>
          </p:cNvPicPr>
          <p:nvPr/>
        </p:nvPicPr>
        <p:blipFill>
          <a:blip xmlns:r="http://schemas.openxmlformats.org/officeDocument/2006/relationships" xmlns:a="http://schemas.openxmlformats.org/drawingml/2006/main" r:embed="R922af5361703432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2" name="slide-title">
            <a:extLst xmlns:a="http://schemas.openxmlformats.org/drawingml/2006/main">
              <a:ext uri="{FF2B5EF4-FFF2-40B4-BE49-F238E27FC236}">
                <a16:creationId xmlns:a16="http://schemas.microsoft.com/office/drawing/2014/main" id="{878DA7A5-C9D7-4B0B-A2E6-5E257CF3AA7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Every token in the window is now</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your decision.</a:t>
            </a:r>
          </a:p>
        </p:txBody>
      </p:sp>
      <p:sp>
        <p:nvSpPr>
          <p:cNvPr id="193" name="header-divider">
            <a:extLst xmlns:a="http://schemas.openxmlformats.org/drawingml/2006/main">
              <a:ext uri="{FF2B5EF4-FFF2-40B4-BE49-F238E27FC236}">
                <a16:creationId xmlns:a16="http://schemas.microsoft.com/office/drawing/2014/main" id="{FAB395B4-8BE2-410F-8521-823A98C614F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4" name="11-text-1">
            <a:extLst xmlns:a="http://schemas.openxmlformats.org/drawingml/2006/main">
              <a:ext uri="{FF2B5EF4-FFF2-40B4-BE49-F238E27FC236}">
                <a16:creationId xmlns:a16="http://schemas.microsoft.com/office/drawing/2014/main" id="{360EFDAA-E6F6-48B0-B53F-A9093980B81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FRB-042 evidence</a:t>
            </a:r>
          </a:p>
        </p:txBody>
      </p:sp>
      <p:sp>
        <p:nvSpPr>
          <p:cNvPr id="195" name="11-text-2">
            <a:extLst xmlns:a="http://schemas.openxmlformats.org/drawingml/2006/main">
              <a:ext uri="{FF2B5EF4-FFF2-40B4-BE49-F238E27FC236}">
                <a16:creationId xmlns:a16="http://schemas.microsoft.com/office/drawing/2014/main" id="{3A456D28-9DBF-43CE-BB7E-2C47C869000D}"/>
              </a:ext>
            </a:extLst>
          </p:cNvPr>
          <p:cNvSpPr>
            <a:spLocks xmlns:a="http://schemas.openxmlformats.org/drawingml/2006/main"/>
          </p:cNvSpPr>
          <p:nvPr/>
        </p:nvSpPr>
        <p:spPr>
          <a:xfrm xmlns:a="http://schemas.openxmlformats.org/drawingml/2006/main">
            <a:off x="609600" y="28448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slide 6 · preliminary</a:t>
            </a:r>
          </a:p>
        </p:txBody>
      </p:sp>
      <p:sp>
        <p:nvSpPr>
          <p:cNvPr id="196" name="11-text-3">
            <a:extLst xmlns:a="http://schemas.openxmlformats.org/drawingml/2006/main">
              <a:ext uri="{FF2B5EF4-FFF2-40B4-BE49-F238E27FC236}">
                <a16:creationId xmlns:a16="http://schemas.microsoft.com/office/drawing/2014/main" id="{BCAB786A-1AC3-4239-BE24-E03E76886DEE}"/>
              </a:ext>
            </a:extLst>
          </p:cNvPr>
          <p:cNvSpPr>
            <a:spLocks xmlns:a="http://schemas.openxmlformats.org/drawingml/2006/main"/>
          </p:cNvSpPr>
          <p:nvPr/>
        </p:nvSpPr>
        <p:spPr>
          <a:xfrm xmlns:a="http://schemas.openxmlformats.org/drawingml/2006/main">
            <a:off x="6248400" y="28448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 · later</a:t>
            </a:r>
          </a:p>
        </p:txBody>
      </p:sp>
      <p:sp>
        <p:nvSpPr>
          <p:cNvPr id="197" name="11-text-4">
            <a:extLst xmlns:a="http://schemas.openxmlformats.org/drawingml/2006/main">
              <a:ext uri="{FF2B5EF4-FFF2-40B4-BE49-F238E27FC236}">
                <a16:creationId xmlns:a16="http://schemas.microsoft.com/office/drawing/2014/main" id="{5BBD251B-6801-4A93-9C2B-5B559673EC61}"/>
              </a:ext>
            </a:extLst>
          </p:cNvPr>
          <p:cNvSpPr>
            <a:spLocks xmlns:a="http://schemas.openxmlformats.org/drawingml/2006/main"/>
          </p:cNvSpPr>
          <p:nvPr/>
        </p:nvSpPr>
        <p:spPr>
          <a:xfrm xmlns:a="http://schemas.openxmlformats.org/drawingml/2006/main">
            <a:off x="609600" y="3251200"/>
            <a:ext cx="5334000" cy="157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 possible cause.”</a:t>
            </a:r>
          </a:p>
        </p:txBody>
      </p:sp>
      <p:sp>
        <p:nvSpPr>
          <p:cNvPr id="198" name="11-text-5">
            <a:extLst xmlns:a="http://schemas.openxmlformats.org/drawingml/2006/main">
              <a:ext uri="{FF2B5EF4-FFF2-40B4-BE49-F238E27FC236}">
                <a16:creationId xmlns:a16="http://schemas.microsoft.com/office/drawing/2014/main" id="{C15F63AD-5C8C-4F9B-8270-102D89B5BB7E}"/>
              </a:ext>
            </a:extLst>
          </p:cNvPr>
          <p:cNvSpPr>
            <a:spLocks xmlns:a="http://schemas.openxmlformats.org/drawingml/2006/main"/>
          </p:cNvSpPr>
          <p:nvPr/>
        </p:nvSpPr>
        <p:spPr>
          <a:xfrm xmlns:a="http://schemas.openxmlformats.org/drawingml/2006/main">
            <a:off x="6248400" y="3251200"/>
            <a:ext cx="5334000" cy="157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99" name="11-text-6">
            <a:extLst xmlns:a="http://schemas.openxmlformats.org/drawingml/2006/main">
              <a:ext uri="{FF2B5EF4-FFF2-40B4-BE49-F238E27FC236}">
                <a16:creationId xmlns:a16="http://schemas.microsoft.com/office/drawing/2014/main" id="{87470C0D-F94F-4C07-880D-57F994497BA7}"/>
              </a:ext>
            </a:extLst>
          </p:cNvPr>
          <p:cNvSpPr>
            <a:spLocks xmlns:a="http://schemas.openxmlformats.org/drawingml/2006/main"/>
          </p:cNvSpPr>
          <p:nvPr/>
        </p:nvSpPr>
        <p:spPr>
          <a:xfrm xmlns:a="http://schemas.openxmlformats.org/drawingml/2006/main">
            <a:off x="609600" y="5003800"/>
            <a:ext cx="109728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relevant excerpts with revision, source location,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decision status. Refresh as records arrive.</a:t>
            </a:r>
          </a:p>
        </p:txBody>
      </p:sp>
      <p:sp>
        <p:nvSpPr>
          <p:cNvPr id="200" name="narrative-number">
            <a:extLst xmlns:a="http://schemas.openxmlformats.org/drawingml/2006/main">
              <a:ext uri="{FF2B5EF4-FFF2-40B4-BE49-F238E27FC236}">
                <a16:creationId xmlns:a16="http://schemas.microsoft.com/office/drawing/2014/main" id="{62A7B545-D7BB-4DC0-99A2-E5945C110C5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17400285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1" name="!!area-name">
            <a:extLst xmlns:a="http://schemas.openxmlformats.org/drawingml/2006/main">
              <a:ext uri="{FF2B5EF4-FFF2-40B4-BE49-F238E27FC236}">
                <a16:creationId xmlns:a16="http://schemas.microsoft.com/office/drawing/2014/main" id="{10F65EE4-458A-4741-A10A-4D20D57E83D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215" name="mini-map"/>
          <p:cNvPicPr>
            <a:picLocks xmlns:a="http://schemas.openxmlformats.org/drawingml/2006/main" noChangeAspect="1"/>
          </p:cNvPicPr>
          <p:nvPr/>
        </p:nvPicPr>
        <p:blipFill>
          <a:blip xmlns:r="http://schemas.openxmlformats.org/officeDocument/2006/relationships" xmlns:a="http://schemas.openxmlformats.org/drawingml/2006/main" r:embed="R7bf326f53305462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3" name="slide-title">
            <a:extLst xmlns:a="http://schemas.openxmlformats.org/drawingml/2006/main">
              <a:ext uri="{FF2B5EF4-FFF2-40B4-BE49-F238E27FC236}">
                <a16:creationId xmlns:a16="http://schemas.microsoft.com/office/drawing/2014/main" id="{22748278-24FD-4686-918E-F0693675F7B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Every token in the window is now</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your decision.</a:t>
            </a:r>
          </a:p>
        </p:txBody>
      </p:sp>
      <p:sp>
        <p:nvSpPr>
          <p:cNvPr id="204" name="header-divider">
            <a:extLst xmlns:a="http://schemas.openxmlformats.org/drawingml/2006/main">
              <a:ext uri="{FF2B5EF4-FFF2-40B4-BE49-F238E27FC236}">
                <a16:creationId xmlns:a16="http://schemas.microsoft.com/office/drawing/2014/main" id="{C5DAD826-E948-4C0B-B01D-D9B667A31C5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5" name="11-text-7">
            <a:extLst xmlns:a="http://schemas.openxmlformats.org/drawingml/2006/main">
              <a:ext uri="{FF2B5EF4-FFF2-40B4-BE49-F238E27FC236}">
                <a16:creationId xmlns:a16="http://schemas.microsoft.com/office/drawing/2014/main" id="{E89F9B89-0680-42DE-9CFC-091BE86C45F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context</a:t>
            </a:r>
          </a:p>
        </p:txBody>
      </p:sp>
      <p:sp>
        <p:nvSpPr>
          <p:cNvPr id="206" name="11-text-8">
            <a:extLst xmlns:a="http://schemas.openxmlformats.org/drawingml/2006/main">
              <a:ext uri="{FF2B5EF4-FFF2-40B4-BE49-F238E27FC236}">
                <a16:creationId xmlns:a16="http://schemas.microsoft.com/office/drawing/2014/main" id="{9ACB55A6-5E0B-4E5A-9172-211C4D772979}"/>
              </a:ext>
            </a:extLst>
          </p:cNvPr>
          <p:cNvSpPr>
            <a:spLocks xmlns:a="http://schemas.openxmlformats.org/drawingml/2006/main"/>
          </p:cNvSpPr>
          <p:nvPr/>
        </p:nvSpPr>
        <p:spPr>
          <a:xfrm xmlns:a="http://schemas.openxmlformats.org/drawingml/2006/main">
            <a:off x="609600" y="2844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Compaction must preserve: unresolved cause,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 authorized scope.</a:t>
            </a:r>
          </a:p>
        </p:txBody>
      </p:sp>
      <p:sp>
        <p:nvSpPr>
          <p:cNvPr id="207" name="11-text-9">
            <a:extLst xmlns:a="http://schemas.openxmlformats.org/drawingml/2006/main">
              <a:ext uri="{FF2B5EF4-FFF2-40B4-BE49-F238E27FC236}">
                <a16:creationId xmlns:a16="http://schemas.microsoft.com/office/drawing/2014/main" id="{0F385B46-BD42-47C7-8D6D-0DD111B4BA60}"/>
              </a:ext>
            </a:extLst>
          </p:cNvPr>
          <p:cNvSpPr>
            <a:spLocks xmlns:a="http://schemas.openxmlformats.org/drawingml/2006/main"/>
          </p:cNvSpPr>
          <p:nvPr/>
        </p:nvSpPr>
        <p:spPr>
          <a:xfrm xmlns:a="http://schemas.openxmlformats.org/drawingml/2006/main">
            <a:off x="609600" y="3860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FRB-017’s sensor fault and FRB-031’s bearing wear.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Similar symptoms do not prove a common cause.</a:t>
            </a:r>
          </a:p>
        </p:txBody>
      </p:sp>
      <p:sp>
        <p:nvSpPr>
          <p:cNvPr id="208" name="11-text-10">
            <a:extLst xmlns:a="http://schemas.openxmlformats.org/drawingml/2006/main">
              <a:ext uri="{FF2B5EF4-FFF2-40B4-BE49-F238E27FC236}">
                <a16:creationId xmlns:a16="http://schemas.microsoft.com/office/drawing/2014/main" id="{D1BB72E5-A42B-4380-943E-1B2598A81FE0}"/>
              </a:ext>
            </a:extLst>
          </p:cNvPr>
          <p:cNvSpPr>
            <a:spLocks xmlns:a="http://schemas.openxmlformats.org/drawingml/2006/main"/>
          </p:cNvSpPr>
          <p:nvPr/>
        </p:nvSpPr>
        <p:spPr>
          <a:xfrm xmlns:a="http://schemas.openxmlformats.org/drawingml/2006/main">
            <a:off x="609600" y="4876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Missing or inaccessible evidence must stay an explicit limitation.</a:t>
            </a:r>
          </a:p>
        </p:txBody>
      </p:sp>
      <p:sp>
        <p:nvSpPr>
          <p:cNvPr id="209" name="11-shape-11">
            <a:extLst xmlns:a="http://schemas.openxmlformats.org/drawingml/2006/main">
              <a:ext uri="{FF2B5EF4-FFF2-40B4-BE49-F238E27FC236}">
                <a16:creationId xmlns:a16="http://schemas.microsoft.com/office/drawing/2014/main" id="{ED16FA3D-ED7E-46AD-9B02-FD5989331332}"/>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10" name="11-shape-12">
            <a:extLst xmlns:a="http://schemas.openxmlformats.org/drawingml/2006/main">
              <a:ext uri="{FF2B5EF4-FFF2-40B4-BE49-F238E27FC236}">
                <a16:creationId xmlns:a16="http://schemas.microsoft.com/office/drawing/2014/main" id="{2A10958E-5520-48EC-A1F6-3BF6D1F89D91}"/>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11" name="11-text-13">
            <a:extLst xmlns:a="http://schemas.openxmlformats.org/drawingml/2006/main">
              <a:ext uri="{FF2B5EF4-FFF2-40B4-BE49-F238E27FC236}">
                <a16:creationId xmlns:a16="http://schemas.microsoft.com/office/drawing/2014/main" id="{11E12D62-4118-4C51-B49A-D9C9B22850DC}"/>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12" name="11-text-14">
            <a:extLst xmlns:a="http://schemas.openxmlformats.org/drawingml/2006/main">
              <a:ext uri="{FF2B5EF4-FFF2-40B4-BE49-F238E27FC236}">
                <a16:creationId xmlns:a16="http://schemas.microsoft.com/office/drawing/2014/main" id="{BF9E945F-5DB9-4E63-BAA3-7BE4F33009DD}"/>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213" name="narrative-number">
            <a:extLst xmlns:a="http://schemas.openxmlformats.org/drawingml/2006/main">
              <a:ext uri="{FF2B5EF4-FFF2-40B4-BE49-F238E27FC236}">
                <a16:creationId xmlns:a16="http://schemas.microsoft.com/office/drawing/2014/main" id="{F00BC20B-81C3-4D1C-883B-0C85514FE38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100434376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9"/>
                                        </p:tgtEl>
                                        <p:attrNameLst>
                                          <p:attrName>style.visibility</p:attrName>
                                        </p:attrNameLst>
                                      </p:cBhvr>
                                      <p:to>
                                        <p:strVal val="visible"/>
                                      </p:to>
                                    </p:set>
                                    <p:animEffect transition="in" filter="fade">
                                      <p:cBhvr>
                                        <p:cTn id="7" dur="300" fill="hold"/>
                                        <p:tgtEl>
                                          <p:spTgt spid="209"/>
                                        </p:tgtEl>
                                      </p:cBhvr>
                                    </p:animEffect>
                                  </p:childTnLst>
                                </p:cTn>
                              </p:par>
                              <p:par>
                                <p:cTn id="8" presetID="10" presetClass="entr" presetSubtype="0" fill="hold" nodeType="withEffect">
                                  <p:stCondLst>
                                    <p:cond delay="0"/>
                                  </p:stCondLst>
                                  <p:childTnLst>
                                    <p:set>
                                      <p:cBhvr>
                                        <p:cTn id="9" dur="1" fill="hold">
                                          <p:stCondLst>
                                            <p:cond delay="0"/>
                                          </p:stCondLst>
                                        </p:cTn>
                                        <p:tgtEl>
                                          <p:spTgt spid="210"/>
                                        </p:tgtEl>
                                        <p:attrNameLst>
                                          <p:attrName>style.visibility</p:attrName>
                                        </p:attrNameLst>
                                      </p:cBhvr>
                                      <p:to>
                                        <p:strVal val="visible"/>
                                      </p:to>
                                    </p:set>
                                    <p:animEffect transition="in" filter="fade">
                                      <p:cBhvr>
                                        <p:cTn id="10" dur="300" fill="hold"/>
                                        <p:tgtEl>
                                          <p:spTgt spid="210"/>
                                        </p:tgtEl>
                                      </p:cBhvr>
                                    </p:animEffect>
                                  </p:childTnLst>
                                </p:cTn>
                              </p:par>
                              <p:par>
                                <p:cTn id="11" presetID="10" presetClass="entr" presetSubtype="0" fill="hold" nodeType="withEffect">
                                  <p:stCondLst>
                                    <p:cond delay="0"/>
                                  </p:stCondLst>
                                  <p:childTnLst>
                                    <p:set>
                                      <p:cBhvr>
                                        <p:cTn id="12" dur="1" fill="hold">
                                          <p:stCondLst>
                                            <p:cond delay="0"/>
                                          </p:stCondLst>
                                        </p:cTn>
                                        <p:tgtEl>
                                          <p:spTgt spid="211"/>
                                        </p:tgtEl>
                                        <p:attrNameLst>
                                          <p:attrName>style.visibility</p:attrName>
                                        </p:attrNameLst>
                                      </p:cBhvr>
                                      <p:to>
                                        <p:strVal val="visible"/>
                                      </p:to>
                                    </p:set>
                                    <p:animEffect transition="in" filter="fade">
                                      <p:cBhvr>
                                        <p:cTn id="13" dur="300" fill="hold"/>
                                        <p:tgtEl>
                                          <p:spTgt spid="211"/>
                                        </p:tgtEl>
                                      </p:cBhvr>
                                    </p:animEffect>
                                  </p:childTnLst>
                                </p:cTn>
                              </p:par>
                              <p:par>
                                <p:cTn id="14" presetID="10" presetClass="entr" presetSubtype="0" fill="hold" nodeType="withEffect">
                                  <p:stCondLst>
                                    <p:cond delay="0"/>
                                  </p:stCondLst>
                                  <p:childTnLst>
                                    <p:set>
                                      <p:cBhvr>
                                        <p:cTn id="15" dur="1" fill="hold">
                                          <p:stCondLst>
                                            <p:cond delay="0"/>
                                          </p:stCondLst>
                                        </p:cTn>
                                        <p:tgtEl>
                                          <p:spTgt spid="212"/>
                                        </p:tgtEl>
                                        <p:attrNameLst>
                                          <p:attrName>style.visibility</p:attrName>
                                        </p:attrNameLst>
                                      </p:cBhvr>
                                      <p:to>
                                        <p:strVal val="visible"/>
                                      </p:to>
                                    </p:set>
                                    <p:animEffect transition="in" filter="fade">
                                      <p:cBhvr>
                                        <p:cTn id="16" dur="300" fill="hold"/>
                                        <p:tgtEl>
                                          <p:spTgt spid="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4" name="!!area-header">
            <a:extLst xmlns:a="http://schemas.openxmlformats.org/drawingml/2006/main">
              <a:ext uri="{FF2B5EF4-FFF2-40B4-BE49-F238E27FC236}">
                <a16:creationId xmlns:a16="http://schemas.microsoft.com/office/drawing/2014/main" id="{973A81D1-19E7-4E7E-B2D2-896B403BCC9F}"/>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15" name="!!area-name">
            <a:extLst xmlns:a="http://schemas.openxmlformats.org/drawingml/2006/main">
              <a:ext uri="{FF2B5EF4-FFF2-40B4-BE49-F238E27FC236}">
                <a16:creationId xmlns:a16="http://schemas.microsoft.com/office/drawing/2014/main" id="{8A919204-D1F0-499B-95B5-37AB1A8A58CA}"/>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Tools and extensibility</a:t>
            </a:r>
          </a:p>
        </p:txBody>
      </p:sp>
      <p:sp>
        <p:nvSpPr>
          <p:cNvPr id="216" name="!!area-beat">
            <a:extLst xmlns:a="http://schemas.openxmlformats.org/drawingml/2006/main">
              <a:ext uri="{FF2B5EF4-FFF2-40B4-BE49-F238E27FC236}">
                <a16:creationId xmlns:a16="http://schemas.microsoft.com/office/drawing/2014/main" id="{5C85645F-613E-4BB1-80C9-79E3D598CDBD}"/>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217" name="header-divider">
            <a:extLst xmlns:a="http://schemas.openxmlformats.org/drawingml/2006/main">
              <a:ext uri="{FF2B5EF4-FFF2-40B4-BE49-F238E27FC236}">
                <a16:creationId xmlns:a16="http://schemas.microsoft.com/office/drawing/2014/main" id="{C180E990-01BA-4886-B54A-8EF35FAD015F}"/>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8" name="!!screenshot-MCP configuration">
            <a:extLst xmlns:a="http://schemas.openxmlformats.org/drawingml/2006/main">
              <a:ext uri="{FF2B5EF4-FFF2-40B4-BE49-F238E27FC236}">
                <a16:creationId xmlns:a16="http://schemas.microsoft.com/office/drawing/2014/main" id="{7CE03A89-3F2B-4835-A6F8-48F42C735A47}"/>
              </a:ext>
            </a:extLst>
          </p:cNvPr>
          <p:cNvSpPr>
            <a:spLocks xmlns:a="http://schemas.openxmlformats.org/drawingml/2006/main"/>
          </p:cNvSpPr>
          <p:nvPr/>
        </p:nvSpPr>
        <p:spPr>
          <a:xfrm xmlns:a="http://schemas.openxmlformats.org/drawingml/2006/main">
            <a:off x="6096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219" name="12-text-1">
            <a:extLst xmlns:a="http://schemas.openxmlformats.org/drawingml/2006/main">
              <a:ext uri="{FF2B5EF4-FFF2-40B4-BE49-F238E27FC236}">
                <a16:creationId xmlns:a16="http://schemas.microsoft.com/office/drawing/2014/main" id="{5BE9EE76-C09D-42C6-8136-F158B8B6576B}"/>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220" name="12-text-2">
            <a:extLst xmlns:a="http://schemas.openxmlformats.org/drawingml/2006/main">
              <a:ext uri="{FF2B5EF4-FFF2-40B4-BE49-F238E27FC236}">
                <a16:creationId xmlns:a16="http://schemas.microsoft.com/office/drawing/2014/main" id="{56E614CF-970E-4335-BE0C-50C5EC786BF0}"/>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MCP server configuration</a:t>
            </a:r>
          </a:p>
        </p:txBody>
      </p:sp>
      <p:sp>
        <p:nvSpPr>
          <p:cNvPr id="221" name="!!screenshot-The permission prompt">
            <a:extLst xmlns:a="http://schemas.openxmlformats.org/drawingml/2006/main">
              <a:ext uri="{FF2B5EF4-FFF2-40B4-BE49-F238E27FC236}">
                <a16:creationId xmlns:a16="http://schemas.microsoft.com/office/drawing/2014/main" id="{B2A70701-5523-4C0B-ADD0-FD455B305E0E}"/>
              </a:ext>
            </a:extLst>
          </p:cNvPr>
          <p:cNvSpPr>
            <a:spLocks xmlns:a="http://schemas.openxmlformats.org/drawingml/2006/main"/>
          </p:cNvSpPr>
          <p:nvPr/>
        </p:nvSpPr>
        <p:spPr>
          <a:xfrm xmlns:a="http://schemas.openxmlformats.org/drawingml/2006/main">
            <a:off x="62484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222" name="12-text-3">
            <a:extLst xmlns:a="http://schemas.openxmlformats.org/drawingml/2006/main">
              <a:ext uri="{FF2B5EF4-FFF2-40B4-BE49-F238E27FC236}">
                <a16:creationId xmlns:a16="http://schemas.microsoft.com/office/drawing/2014/main" id="{FCD7DC00-4C52-49CC-9EF7-26CEB09E5DEF}"/>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223" name="12-text-4">
            <a:extLst xmlns:a="http://schemas.openxmlformats.org/drawingml/2006/main">
              <a:ext uri="{FF2B5EF4-FFF2-40B4-BE49-F238E27FC236}">
                <a16:creationId xmlns:a16="http://schemas.microsoft.com/office/drawing/2014/main" id="{EF670483-8349-475B-ABD0-6B9D6D70EDB6}"/>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Live shell-command approval prompt</a:t>
            </a:r>
          </a:p>
        </p:txBody>
      </p:sp>
      <p:sp>
        <p:nvSpPr>
          <p:cNvPr id="224" name="12-text-5">
            <a:extLst xmlns:a="http://schemas.openxmlformats.org/drawingml/2006/main">
              <a:ext uri="{FF2B5EF4-FFF2-40B4-BE49-F238E27FC236}">
                <a16:creationId xmlns:a16="http://schemas.microsoft.com/office/drawing/2014/main" id="{B3A59AF4-8C4C-47A7-B06B-C549ABA4BD96}"/>
              </a:ext>
            </a:extLst>
          </p:cNvPr>
          <p:cNvSpPr>
            <a:spLocks xmlns:a="http://schemas.openxmlformats.org/drawingml/2006/main"/>
          </p:cNvSpPr>
          <p:nvPr/>
        </p:nvSpPr>
        <p:spPr>
          <a:xfrm xmlns:a="http://schemas.openxmlformats.org/drawingml/2006/main">
            <a:off x="6096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a:t>
            </a:r>
            <a:r>
              <a:rPr b="0">
                <a:solidFill>
                  <a:srgbClr val="FFFCF5"/>
                </a:solidFill>
                <a:latin typeface="Consolas"/>
                <a:ea typeface="Consolas"/>
                <a:cs typeface="Consolas"/>
              </a:rPr>
              <a:t>config.toml</a:t>
            </a:r>
          </a:p>
        </p:txBody>
      </p:sp>
      <p:sp>
        <p:nvSpPr>
          <p:cNvPr id="225" name="12-text-6">
            <a:extLst xmlns:a="http://schemas.openxmlformats.org/drawingml/2006/main">
              <a:ext uri="{FF2B5EF4-FFF2-40B4-BE49-F238E27FC236}">
                <a16:creationId xmlns:a16="http://schemas.microsoft.com/office/drawing/2014/main" id="{E4062058-4B8E-40C5-AED5-3FEC0927A363}"/>
              </a:ext>
            </a:extLst>
          </p:cNvPr>
          <p:cNvSpPr>
            <a:spLocks xmlns:a="http://schemas.openxmlformats.org/drawingml/2006/main"/>
          </p:cNvSpPr>
          <p:nvPr/>
        </p:nvSpPr>
        <p:spPr>
          <a:xfrm xmlns:a="http://schemas.openxmlformats.org/drawingml/2006/main">
            <a:off x="62484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Shell command approval</a:t>
            </a:r>
          </a:p>
        </p:txBody>
      </p:sp>
      <p:sp>
        <p:nvSpPr>
          <p:cNvPr id="226" name="12-text-7">
            <a:extLst xmlns:a="http://schemas.openxmlformats.org/drawingml/2006/main">
              <a:ext uri="{FF2B5EF4-FFF2-40B4-BE49-F238E27FC236}">
                <a16:creationId xmlns:a16="http://schemas.microsoft.com/office/drawing/2014/main" id="{5376F265-7CC3-4965-9B9A-A5A3D5986FC0}"/>
              </a:ext>
            </a:extLst>
          </p:cNvPr>
          <p:cNvSpPr>
            <a:spLocks xmlns:a="http://schemas.openxmlformats.org/drawingml/2006/main"/>
          </p:cNvSpPr>
          <p:nvPr/>
        </p:nvSpPr>
        <p:spPr>
          <a:xfrm xmlns:a="http://schemas.openxmlformats.org/drawingml/2006/main">
            <a:off x="609600" y="5511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sandbox: read-only · workspace-write · full access</a:t>
            </a:r>
          </a:p>
        </p:txBody>
      </p:sp>
      <p:sp>
        <p:nvSpPr>
          <p:cNvPr id="227" name="12-text-8">
            <a:extLst xmlns:a="http://schemas.openxmlformats.org/drawingml/2006/main">
              <a:ext uri="{FF2B5EF4-FFF2-40B4-BE49-F238E27FC236}">
                <a16:creationId xmlns:a16="http://schemas.microsoft.com/office/drawing/2014/main" id="{C0ECE2CC-C33B-48CF-AD66-9F05C9B0E92B}"/>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Devin CLI modes: Normal · Accept Edits · Smart · Bypass · Autonomous</a:t>
            </a:r>
          </a:p>
        </p:txBody>
      </p:sp>
      <p:sp>
        <p:nvSpPr>
          <p:cNvPr id="228" name="narrative-number">
            <a:extLst xmlns:a="http://schemas.openxmlformats.org/drawingml/2006/main">
              <a:ext uri="{FF2B5EF4-FFF2-40B4-BE49-F238E27FC236}">
                <a16:creationId xmlns:a16="http://schemas.microsoft.com/office/drawing/2014/main" id="{6B9E1EE4-1A33-42F9-9605-36421371A81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481393786"/>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9" name="!!area-name">
            <a:extLst xmlns:a="http://schemas.openxmlformats.org/drawingml/2006/main">
              <a:ext uri="{FF2B5EF4-FFF2-40B4-BE49-F238E27FC236}">
                <a16:creationId xmlns:a16="http://schemas.microsoft.com/office/drawing/2014/main" id="{08AD8C25-99C1-407A-9208-8D0CC42AFB9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245" name="mini-map"/>
          <p:cNvPicPr>
            <a:picLocks xmlns:a="http://schemas.openxmlformats.org/drawingml/2006/main" noChangeAspect="1"/>
          </p:cNvPicPr>
          <p:nvPr/>
        </p:nvPicPr>
        <p:blipFill>
          <a:blip xmlns:r="http://schemas.openxmlformats.org/officeDocument/2006/relationships" xmlns:a="http://schemas.openxmlformats.org/drawingml/2006/main" r:embed="R0b6fcaf2aa184e7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1" name="header-divider">
            <a:extLst xmlns:a="http://schemas.openxmlformats.org/drawingml/2006/main">
              <a:ext uri="{FF2B5EF4-FFF2-40B4-BE49-F238E27FC236}">
                <a16:creationId xmlns:a16="http://schemas.microsoft.com/office/drawing/2014/main" id="{74F04F6C-9BCB-44E8-A114-7340D97AA79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2" name="!!screenshot-MCP configuration">
            <a:extLst xmlns:a="http://schemas.openxmlformats.org/drawingml/2006/main">
              <a:ext uri="{FF2B5EF4-FFF2-40B4-BE49-F238E27FC236}">
                <a16:creationId xmlns:a16="http://schemas.microsoft.com/office/drawing/2014/main" id="{AF0253FD-24F5-46BB-B77F-55059199689A}"/>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33" name="12b-text-1">
            <a:extLst xmlns:a="http://schemas.openxmlformats.org/drawingml/2006/main">
              <a:ext uri="{FF2B5EF4-FFF2-40B4-BE49-F238E27FC236}">
                <a16:creationId xmlns:a16="http://schemas.microsoft.com/office/drawing/2014/main" id="{18F94D1D-64E4-4F38-BFD4-D51EA0C58524}"/>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34" name="12b-text-2">
            <a:extLst xmlns:a="http://schemas.openxmlformats.org/drawingml/2006/main">
              <a:ext uri="{FF2B5EF4-FFF2-40B4-BE49-F238E27FC236}">
                <a16:creationId xmlns:a16="http://schemas.microsoft.com/office/drawing/2014/main" id="{5DABD359-FE06-4E5F-98CF-0408D781D47F}"/>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235" name="!!screenshot-The permission prompt">
            <a:extLst xmlns:a="http://schemas.openxmlformats.org/drawingml/2006/main">
              <a:ext uri="{FF2B5EF4-FFF2-40B4-BE49-F238E27FC236}">
                <a16:creationId xmlns:a16="http://schemas.microsoft.com/office/drawing/2014/main" id="{52F89BC5-DF24-4BA9-A5B5-A65E25F7E454}"/>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36" name="12b-text-3">
            <a:extLst xmlns:a="http://schemas.openxmlformats.org/drawingml/2006/main">
              <a:ext uri="{FF2B5EF4-FFF2-40B4-BE49-F238E27FC236}">
                <a16:creationId xmlns:a16="http://schemas.microsoft.com/office/drawing/2014/main" id="{C2D3F286-9193-42C0-8A43-38F8E88F128C}"/>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37" name="12b-text-4">
            <a:extLst xmlns:a="http://schemas.openxmlformats.org/drawingml/2006/main">
              <a:ext uri="{FF2B5EF4-FFF2-40B4-BE49-F238E27FC236}">
                <a16:creationId xmlns:a16="http://schemas.microsoft.com/office/drawing/2014/main" id="{5D10CE8B-8415-4BED-B415-BD702CF35C01}"/>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238" name="12b-text-5">
            <a:extLst xmlns:a="http://schemas.openxmlformats.org/drawingml/2006/main">
              <a:ext uri="{FF2B5EF4-FFF2-40B4-BE49-F238E27FC236}">
                <a16:creationId xmlns:a16="http://schemas.microsoft.com/office/drawing/2014/main" id="{E36CC508-A882-4E62-ADAC-BE19732A5F15}"/>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Design the tool for the caller:</a:t>
            </a:r>
          </a:p>
        </p:txBody>
      </p:sp>
      <p:sp>
        <p:nvSpPr>
          <p:cNvPr id="239" name="12b-text-6">
            <a:extLst xmlns:a="http://schemas.openxmlformats.org/drawingml/2006/main">
              <a:ext uri="{FF2B5EF4-FFF2-40B4-BE49-F238E27FC236}">
                <a16:creationId xmlns:a16="http://schemas.microsoft.com/office/drawing/2014/main" id="{872483C1-CA08-41F6-80E9-9073EA247769}"/>
              </a:ext>
            </a:extLst>
          </p:cNvPr>
          <p:cNvSpPr>
            <a:spLocks xmlns:a="http://schemas.openxmlformats.org/drawingml/2006/main"/>
          </p:cNvSpPr>
          <p:nvPr/>
        </p:nvSpPr>
        <p:spPr>
          <a:xfrm xmlns:a="http://schemas.openxmlformats.org/drawingml/2006/main">
            <a:off x="609600" y="29972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Consider consolidation for the task. One </a:t>
            </a:r>
            <a:r>
              <a:rPr b="0">
                <a:solidFill>
                  <a:srgbClr val="1064F8"/>
                </a:solidFill>
                <a:latin typeface="Consolas"/>
                <a:ea typeface="Consolas"/>
                <a:cs typeface="Consolas"/>
              </a:rPr>
              <a:t>schedule_event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can combine several API operations.</a:t>
            </a:r>
          </a:p>
        </p:txBody>
      </p:sp>
      <p:sp>
        <p:nvSpPr>
          <p:cNvPr id="240" name="12b-text-7">
            <a:extLst xmlns:a="http://schemas.openxmlformats.org/drawingml/2006/main">
              <a:ext uri="{FF2B5EF4-FFF2-40B4-BE49-F238E27FC236}">
                <a16:creationId xmlns:a16="http://schemas.microsoft.com/office/drawing/2014/main" id="{B4290C2B-1983-47DF-B0EB-619B6010211F}"/>
              </a:ext>
            </a:extLst>
          </p:cNvPr>
          <p:cNvSpPr>
            <a:spLocks xmlns:a="http://schemas.openxmlformats.org/drawingml/2006/main"/>
          </p:cNvSpPr>
          <p:nvPr/>
        </p:nvSpPr>
        <p:spPr>
          <a:xfrm xmlns:a="http://schemas.openxmlformats.org/drawingml/2006/main">
            <a:off x="609600" y="3937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Namespace. Prefix versus suffix moved the evals.</a:t>
            </a:r>
          </a:p>
        </p:txBody>
      </p:sp>
      <p:sp>
        <p:nvSpPr>
          <p:cNvPr id="241" name="12b-text-8">
            <a:extLst xmlns:a="http://schemas.openxmlformats.org/drawingml/2006/main">
              <a:ext uri="{FF2B5EF4-FFF2-40B4-BE49-F238E27FC236}">
                <a16:creationId xmlns:a16="http://schemas.microsoft.com/office/drawing/2014/main" id="{2F1FF79D-B67F-4DC3-9139-BB22C1295E8F}"/>
              </a:ext>
            </a:extLst>
          </p:cNvPr>
          <p:cNvSpPr>
            <a:spLocks xmlns:a="http://schemas.openxmlformats.org/drawingml/2006/main"/>
          </p:cNvSpPr>
          <p:nvPr/>
        </p:nvSpPr>
        <p:spPr>
          <a:xfrm xmlns:a="http://schemas.openxmlformats.org/drawingml/2006/main">
            <a:off x="609600" y="44958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Return meaningful names alongside stable IDs needed to act.</a:t>
            </a:r>
          </a:p>
        </p:txBody>
      </p:sp>
      <p:sp>
        <p:nvSpPr>
          <p:cNvPr id="242" name="12b-text-9">
            <a:extLst xmlns:a="http://schemas.openxmlformats.org/drawingml/2006/main">
              <a:ext uri="{FF2B5EF4-FFF2-40B4-BE49-F238E27FC236}">
                <a16:creationId xmlns:a16="http://schemas.microsoft.com/office/drawing/2014/main" id="{2A891921-68C3-4E69-8697-C406AAC9F26B}"/>
              </a:ext>
            </a:extLst>
          </p:cNvPr>
          <p:cNvSpPr>
            <a:spLocks xmlns:a="http://schemas.openxmlformats.org/drawingml/2006/main"/>
          </p:cNvSpPr>
          <p:nvPr/>
        </p:nvSpPr>
        <p:spPr>
          <a:xfrm xmlns:a="http://schemas.openxmlformats.org/drawingml/2006/main">
            <a:off x="609600" y="50546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Offer concise or detailed results: 72 tokens versus 206</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 Anthropic's example.</a:t>
            </a:r>
          </a:p>
        </p:txBody>
      </p:sp>
      <p:sp>
        <p:nvSpPr>
          <p:cNvPr id="243" name="narrative-number">
            <a:extLst xmlns:a="http://schemas.openxmlformats.org/drawingml/2006/main">
              <a:ext uri="{FF2B5EF4-FFF2-40B4-BE49-F238E27FC236}">
                <a16:creationId xmlns:a16="http://schemas.microsoft.com/office/drawing/2014/main" id="{DB8114BD-3C59-49D9-B2F5-A1239057C88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1462499782"/>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4" name="!!area-name">
            <a:extLst xmlns:a="http://schemas.openxmlformats.org/drawingml/2006/main">
              <a:ext uri="{FF2B5EF4-FFF2-40B4-BE49-F238E27FC236}">
                <a16:creationId xmlns:a16="http://schemas.microsoft.com/office/drawing/2014/main" id="{8F2D3BDB-6C45-4D1E-A76E-081093F790D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258" name="mini-map"/>
          <p:cNvPicPr>
            <a:picLocks xmlns:a="http://schemas.openxmlformats.org/drawingml/2006/main" noChangeAspect="1"/>
          </p:cNvPicPr>
          <p:nvPr/>
        </p:nvPicPr>
        <p:blipFill>
          <a:blip xmlns:r="http://schemas.openxmlformats.org/officeDocument/2006/relationships" xmlns:a="http://schemas.openxmlformats.org/drawingml/2006/main" r:embed="Rb17e1d828cd44ec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6" name="header-divider">
            <a:extLst xmlns:a="http://schemas.openxmlformats.org/drawingml/2006/main">
              <a:ext uri="{FF2B5EF4-FFF2-40B4-BE49-F238E27FC236}">
                <a16:creationId xmlns:a16="http://schemas.microsoft.com/office/drawing/2014/main" id="{9B844F5A-7EBB-48DD-AF4A-69A7DA973DD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7" name="!!screenshot-MCP configuration">
            <a:extLst xmlns:a="http://schemas.openxmlformats.org/drawingml/2006/main">
              <a:ext uri="{FF2B5EF4-FFF2-40B4-BE49-F238E27FC236}">
                <a16:creationId xmlns:a16="http://schemas.microsoft.com/office/drawing/2014/main" id="{1F8BAF4E-E9DA-458F-BE7A-12997B12440D}"/>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48" name="12b-text-1">
            <a:extLst xmlns:a="http://schemas.openxmlformats.org/drawingml/2006/main">
              <a:ext uri="{FF2B5EF4-FFF2-40B4-BE49-F238E27FC236}">
                <a16:creationId xmlns:a16="http://schemas.microsoft.com/office/drawing/2014/main" id="{209A62FE-062E-4443-B52D-6790782D9F70}"/>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49" name="12b-text-2">
            <a:extLst xmlns:a="http://schemas.openxmlformats.org/drawingml/2006/main">
              <a:ext uri="{FF2B5EF4-FFF2-40B4-BE49-F238E27FC236}">
                <a16:creationId xmlns:a16="http://schemas.microsoft.com/office/drawing/2014/main" id="{A4F8DE19-5461-497B-8402-7E4E7929123F}"/>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250" name="!!screenshot-The permission prompt">
            <a:extLst xmlns:a="http://schemas.openxmlformats.org/drawingml/2006/main">
              <a:ext uri="{FF2B5EF4-FFF2-40B4-BE49-F238E27FC236}">
                <a16:creationId xmlns:a16="http://schemas.microsoft.com/office/drawing/2014/main" id="{C084733C-6992-4C9F-99A5-3236BA5C0712}"/>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51" name="12b-text-3">
            <a:extLst xmlns:a="http://schemas.openxmlformats.org/drawingml/2006/main">
              <a:ext uri="{FF2B5EF4-FFF2-40B4-BE49-F238E27FC236}">
                <a16:creationId xmlns:a16="http://schemas.microsoft.com/office/drawing/2014/main" id="{4F73E57F-25C9-4D22-93D1-DFE9CFE182BD}"/>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52" name="12b-text-4">
            <a:extLst xmlns:a="http://schemas.openxmlformats.org/drawingml/2006/main">
              <a:ext uri="{FF2B5EF4-FFF2-40B4-BE49-F238E27FC236}">
                <a16:creationId xmlns:a16="http://schemas.microsoft.com/office/drawing/2014/main" id="{20AE67E4-3A93-448B-A7E6-6B0F766A2179}"/>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253" name="12b-text-10">
            <a:extLst xmlns:a="http://schemas.openxmlformats.org/drawingml/2006/main">
              <a:ext uri="{FF2B5EF4-FFF2-40B4-BE49-F238E27FC236}">
                <a16:creationId xmlns:a16="http://schemas.microsoft.com/office/drawing/2014/main" id="{804EEBE2-F4DE-41BD-B01F-335E5C7807F7}"/>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Tool-description refinements improved</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Claude Sonnet 3.5 on SWE-bench Verified.</a:t>
            </a:r>
          </a:p>
        </p:txBody>
      </p:sp>
      <p:sp>
        <p:nvSpPr>
          <p:cNvPr id="254" name="12b-text-11">
            <a:extLst xmlns:a="http://schemas.openxmlformats.org/drawingml/2006/main">
              <a:ext uri="{FF2B5EF4-FFF2-40B4-BE49-F238E27FC236}">
                <a16:creationId xmlns:a16="http://schemas.microsoft.com/office/drawing/2014/main" id="{A8BD1264-33B5-47A6-B373-0D5391D40462}"/>
              </a:ext>
            </a:extLst>
          </p:cNvPr>
          <p:cNvSpPr>
            <a:spLocks xmlns:a="http://schemas.openxmlformats.org/drawingml/2006/main"/>
          </p:cNvSpPr>
          <p:nvPr/>
        </p:nvSpPr>
        <p:spPr>
          <a:xfrm xmlns:a="http://schemas.openxmlformats.org/drawingml/2006/main">
            <a:off x="609600" y="3860800"/>
            <a:ext cx="1097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Anthropic's five-server example: about 55,000 tokens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the first message. Tool search reduced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definition overhead by 85%.</a:t>
            </a:r>
          </a:p>
        </p:txBody>
      </p:sp>
      <p:sp>
        <p:nvSpPr>
          <p:cNvPr id="255" name="12b-text-12">
            <a:extLst xmlns:a="http://schemas.openxmlformats.org/drawingml/2006/main">
              <a:ext uri="{FF2B5EF4-FFF2-40B4-BE49-F238E27FC236}">
                <a16:creationId xmlns:a16="http://schemas.microsoft.com/office/drawing/2014/main" id="{03EA71A2-6880-4982-8102-CAEA41DE773A}"/>
              </a:ext>
            </a:extLst>
          </p:cNvPr>
          <p:cNvSpPr>
            <a:spLocks xmlns:a="http://schemas.openxmlformats.org/drawingml/2006/main"/>
          </p:cNvSpPr>
          <p:nvPr/>
        </p:nvSpPr>
        <p:spPr>
          <a:xfrm xmlns:a="http://schemas.openxmlformats.org/drawingml/2006/main">
            <a:off x="609600" y="56896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protocol's floor: no token passthrough · minimal scopes · consent before local commands</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 sandboxed execution</a:t>
            </a:r>
          </a:p>
        </p:txBody>
      </p:sp>
      <p:sp>
        <p:nvSpPr>
          <p:cNvPr id="256" name="narrative-number">
            <a:extLst xmlns:a="http://schemas.openxmlformats.org/drawingml/2006/main">
              <a:ext uri="{FF2B5EF4-FFF2-40B4-BE49-F238E27FC236}">
                <a16:creationId xmlns:a16="http://schemas.microsoft.com/office/drawing/2014/main" id="{7B56A6F1-85AF-4104-B84B-8A514F2E1A9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52456313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7" name="!!area-name">
            <a:extLst xmlns:a="http://schemas.openxmlformats.org/drawingml/2006/main">
              <a:ext uri="{FF2B5EF4-FFF2-40B4-BE49-F238E27FC236}">
                <a16:creationId xmlns:a16="http://schemas.microsoft.com/office/drawing/2014/main" id="{7B8C807B-E3DE-421B-ACDC-D2B93FBBF6A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66" name="mini-map"/>
          <p:cNvPicPr>
            <a:picLocks xmlns:a="http://schemas.openxmlformats.org/drawingml/2006/main" noChangeAspect="1"/>
          </p:cNvPicPr>
          <p:nvPr/>
        </p:nvPicPr>
        <p:blipFill>
          <a:blip xmlns:r="http://schemas.openxmlformats.org/officeDocument/2006/relationships" xmlns:a="http://schemas.openxmlformats.org/drawingml/2006/main" r:embed="R8cd6d2323b484c3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9" name="slide-title">
            <a:extLst xmlns:a="http://schemas.openxmlformats.org/drawingml/2006/main">
              <a:ext uri="{FF2B5EF4-FFF2-40B4-BE49-F238E27FC236}">
                <a16:creationId xmlns:a16="http://schemas.microsoft.com/office/drawing/2014/main" id="{15EEC650-8605-44F7-B4B5-E8691E1FE45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260" name="header-divider">
            <a:extLst xmlns:a="http://schemas.openxmlformats.org/drawingml/2006/main">
              <a:ext uri="{FF2B5EF4-FFF2-40B4-BE49-F238E27FC236}">
                <a16:creationId xmlns:a16="http://schemas.microsoft.com/office/drawing/2014/main" id="{C0678830-6DD7-456B-BB43-17207118402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1" name="13-text-1">
            <a:extLst xmlns:a="http://schemas.openxmlformats.org/drawingml/2006/main">
              <a:ext uri="{FF2B5EF4-FFF2-40B4-BE49-F238E27FC236}">
                <a16:creationId xmlns:a16="http://schemas.microsoft.com/office/drawing/2014/main" id="{F59CDE39-2EB8-49CF-8EF3-AB002FA98B8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tool contract</a:t>
            </a:r>
          </a:p>
        </p:txBody>
      </p:sp>
      <p:sp>
        <p:nvSpPr>
          <p:cNvPr id="262" name="13-text-2">
            <a:extLst xmlns:a="http://schemas.openxmlformats.org/drawingml/2006/main">
              <a:ext uri="{FF2B5EF4-FFF2-40B4-BE49-F238E27FC236}">
                <a16:creationId xmlns:a16="http://schemas.microsoft.com/office/drawing/2014/main" id="{B384839C-636A-4F4B-B9A0-904B6BE52EDF}"/>
              </a:ext>
            </a:extLst>
          </p:cNvPr>
          <p:cNvSpPr>
            <a:spLocks xmlns:a="http://schemas.openxmlformats.org/drawingml/2006/main"/>
          </p:cNvSpPr>
          <p:nvPr/>
        </p:nvSpPr>
        <p:spPr>
          <a:xfrm xmlns:a="http://schemas.openxmlformats.org/drawingml/2006/main">
            <a:off x="609600" y="2794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Background: parse and index PDF reports, Word minutes,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PowerPoint briefings.</a:t>
            </a:r>
          </a:p>
        </p:txBody>
      </p:sp>
      <p:graphicFrame>
        <p:nvGraphicFramePr>
          <p:cNvPr id="271" name="13-table-3"/>
          <p:cNvGraphicFramePr/>
          <p:nvPr/>
        </p:nvGraphicFramePr>
        <p:xfrm>
          <a:off xmlns:a="http://schemas.openxmlformats.org/drawingml/2006/main" x="609600" y="36068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2743200"/>
                <a:gridCol w="3606800"/>
                <a:gridCol w="4622800"/>
              </a:tblGrid>
              <a:tr h="406400">
                <a:tc>
                  <a:txBody>
                    <a:bodyPr>
                      <a:noAutofit/>
                    </a:bodyPr>
                    <a:lstStyle/>
                    <a:p>
                      <a:pPr>
                        <a:lnSpc>
                          <a:spcPct val="125000"/>
                        </a:lnSpc>
                        <a:buNone/>
                      </a:pPr>
                      <a:r>
                        <a:rPr sz="2000" b="1">
                          <a:solidFill>
                            <a:srgbClr val="F948BE"/>
                          </a:solidFill>
                          <a:latin typeface="Helvetica"/>
                          <a:ea typeface="Helvetica"/>
                          <a:cs typeface="Helvetica"/>
                        </a:rPr>
                        <a:t>Agent tool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Returns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Search</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ID, date, category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Authorized record IDs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Retrieve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ID, revision, location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source passages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Export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Selected IDs + revisions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 manifest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85800">
                <a:tc>
                  <a:txBody>
                    <a:bodyPr>
                      <a:noAutofit/>
                    </a:bodyPr>
                    <a:lstStyle/>
                    <a:p>
                      <a:pPr>
                        <a:lnSpc>
                          <a:spcPct val="125000"/>
                        </a:lnSpc>
                        <a:buNone/>
                      </a:pPr>
                      <a:r>
                        <a:rPr sz="2000" b="0">
                          <a:solidFill>
                            <a:srgbClr val="FFFCF5"/>
                          </a:solidFill>
                          <a:latin typeface="Helvetica"/>
                          <a:ea typeface="Helvetica"/>
                          <a:cs typeface="Helvetica"/>
                        </a:rPr>
                        <a:t>Export cited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 citations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Brief + 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4" name="narrative-number">
            <a:extLst xmlns:a="http://schemas.openxmlformats.org/drawingml/2006/main">
              <a:ext uri="{FF2B5EF4-FFF2-40B4-BE49-F238E27FC236}">
                <a16:creationId xmlns:a16="http://schemas.microsoft.com/office/drawing/2014/main" id="{C149AD1F-02AD-469F-B9D6-79D72EF6AF4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83144700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5" name="!!area-name">
            <a:extLst xmlns:a="http://schemas.openxmlformats.org/drawingml/2006/main">
              <a:ext uri="{FF2B5EF4-FFF2-40B4-BE49-F238E27FC236}">
                <a16:creationId xmlns:a16="http://schemas.microsoft.com/office/drawing/2014/main" id="{A1812F6B-9CD8-40B8-8686-40CEF4D4E4A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82" name="mini-map"/>
          <p:cNvPicPr>
            <a:picLocks xmlns:a="http://schemas.openxmlformats.org/drawingml/2006/main" noChangeAspect="1"/>
          </p:cNvPicPr>
          <p:nvPr/>
        </p:nvPicPr>
        <p:blipFill>
          <a:blip xmlns:r="http://schemas.openxmlformats.org/officeDocument/2006/relationships" xmlns:a="http://schemas.openxmlformats.org/drawingml/2006/main" r:embed="R6e28d7679fd8419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7" name="slide-title">
            <a:extLst xmlns:a="http://schemas.openxmlformats.org/drawingml/2006/main">
              <a:ext uri="{FF2B5EF4-FFF2-40B4-BE49-F238E27FC236}">
                <a16:creationId xmlns:a16="http://schemas.microsoft.com/office/drawing/2014/main" id="{697E2B3D-ADEC-44BD-B069-81726ADE6F6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268" name="header-divider">
            <a:extLst xmlns:a="http://schemas.openxmlformats.org/drawingml/2006/main">
              <a:ext uri="{FF2B5EF4-FFF2-40B4-BE49-F238E27FC236}">
                <a16:creationId xmlns:a16="http://schemas.microsoft.com/office/drawing/2014/main" id="{8323AC94-1454-4673-BA44-CD3C4011A48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9" name="13-text-4">
            <a:extLst xmlns:a="http://schemas.openxmlformats.org/drawingml/2006/main">
              <a:ext uri="{FF2B5EF4-FFF2-40B4-BE49-F238E27FC236}">
                <a16:creationId xmlns:a16="http://schemas.microsoft.com/office/drawing/2014/main" id="{0E1F65D8-7D1D-479A-90F3-D122C2EC8CF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result contract</a:t>
            </a:r>
          </a:p>
        </p:txBody>
      </p:sp>
      <p:sp>
        <p:nvSpPr>
          <p:cNvPr id="270" name="13-text-5">
            <a:extLst xmlns:a="http://schemas.openxmlformats.org/drawingml/2006/main">
              <a:ext uri="{FF2B5EF4-FFF2-40B4-BE49-F238E27FC236}">
                <a16:creationId xmlns:a16="http://schemas.microsoft.com/office/drawing/2014/main" id="{E95D7A5C-511D-46E4-9B91-6473E20A99A1}"/>
              </a:ext>
            </a:extLst>
          </p:cNvPr>
          <p:cNvSpPr>
            <a:spLocks xmlns:a="http://schemas.openxmlformats.org/drawingml/2006/main"/>
          </p:cNvSpPr>
          <p:nvPr/>
        </p:nvSpPr>
        <p:spPr>
          <a:xfrm xmlns:a="http://schemas.openxmlformats.org/drawingml/2006/main">
            <a:off x="609600" y="28956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p:txBody>
      </p:sp>
      <p:sp>
        <p:nvSpPr>
          <p:cNvPr id="271" name="13-text-6">
            <a:extLst xmlns:a="http://schemas.openxmlformats.org/drawingml/2006/main">
              <a:ext uri="{FF2B5EF4-FFF2-40B4-BE49-F238E27FC236}">
                <a16:creationId xmlns:a16="http://schemas.microsoft.com/office/drawing/2014/main" id="{036CBADD-E60C-4B22-ADF2-23D57D1AF947}"/>
              </a:ext>
            </a:extLst>
          </p:cNvPr>
          <p:cNvSpPr>
            <a:spLocks xmlns:a="http://schemas.openxmlformats.org/drawingml/2006/main"/>
          </p:cNvSpPr>
          <p:nvPr/>
        </p:nvSpPr>
        <p:spPr>
          <a:xfrm xmlns:a="http://schemas.openxmlformats.org/drawingml/2006/main">
            <a:off x="2489200" y="28956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Stable IDs, revisions, source locations.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Parsing failures and incomplete results are explicit.</a:t>
            </a:r>
          </a:p>
        </p:txBody>
      </p:sp>
      <p:sp>
        <p:nvSpPr>
          <p:cNvPr id="272" name="13-text-7">
            <a:extLst xmlns:a="http://schemas.openxmlformats.org/drawingml/2006/main">
              <a:ext uri="{FF2B5EF4-FFF2-40B4-BE49-F238E27FC236}">
                <a16:creationId xmlns:a16="http://schemas.microsoft.com/office/drawing/2014/main" id="{7C00DF25-39CF-4CC8-8CF5-7A89083E6BDB}"/>
              </a:ext>
            </a:extLst>
          </p:cNvPr>
          <p:cNvSpPr>
            <a:spLocks xmlns:a="http://schemas.openxmlformats.org/drawingml/2006/main"/>
          </p:cNvSpPr>
          <p:nvPr/>
        </p:nvSpPr>
        <p:spPr>
          <a:xfrm xmlns:a="http://schemas.openxmlformats.org/drawingml/2006/main">
            <a:off x="609600" y="38608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a:t>
            </a:r>
          </a:p>
        </p:txBody>
      </p:sp>
      <p:sp>
        <p:nvSpPr>
          <p:cNvPr id="273" name="13-text-8">
            <a:extLst xmlns:a="http://schemas.openxmlformats.org/drawingml/2006/main">
              <a:ext uri="{FF2B5EF4-FFF2-40B4-BE49-F238E27FC236}">
                <a16:creationId xmlns:a16="http://schemas.microsoft.com/office/drawing/2014/main" id="{7560F3F5-1779-4439-9142-00FE50920069}"/>
              </a:ext>
            </a:extLst>
          </p:cNvPr>
          <p:cNvSpPr>
            <a:spLocks xmlns:a="http://schemas.openxmlformats.org/drawingml/2006/main"/>
          </p:cNvSpPr>
          <p:nvPr/>
        </p:nvSpPr>
        <p:spPr>
          <a:xfrm xmlns:a="http://schemas.openxmlformats.org/drawingml/2006/main">
            <a:off x="2489200" y="38608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records or the checked brief,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citations and uncertainty intact.</a:t>
            </a:r>
          </a:p>
        </p:txBody>
      </p:sp>
      <p:sp>
        <p:nvSpPr>
          <p:cNvPr id="274" name="13-text-9">
            <a:extLst xmlns:a="http://schemas.openxmlformats.org/drawingml/2006/main">
              <a:ext uri="{FF2B5EF4-FFF2-40B4-BE49-F238E27FC236}">
                <a16:creationId xmlns:a16="http://schemas.microsoft.com/office/drawing/2014/main" id="{8FB9D28D-59B6-4875-AC77-7BF470D8FA9F}"/>
              </a:ext>
            </a:extLst>
          </p:cNvPr>
          <p:cNvSpPr>
            <a:spLocks xmlns:a="http://schemas.openxmlformats.org/drawingml/2006/main"/>
          </p:cNvSpPr>
          <p:nvPr/>
        </p:nvSpPr>
        <p:spPr>
          <a:xfrm xmlns:a="http://schemas.openxmlformats.org/drawingml/2006/main">
            <a:off x="609600" y="48260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a:t>
            </a:r>
          </a:p>
        </p:txBody>
      </p:sp>
      <p:sp>
        <p:nvSpPr>
          <p:cNvPr id="275" name="13-text-10">
            <a:extLst xmlns:a="http://schemas.openxmlformats.org/drawingml/2006/main">
              <a:ext uri="{FF2B5EF4-FFF2-40B4-BE49-F238E27FC236}">
                <a16:creationId xmlns:a16="http://schemas.microsoft.com/office/drawing/2014/main" id="{56BF770B-3250-4883-A79D-280436F657F9}"/>
              </a:ext>
            </a:extLst>
          </p:cNvPr>
          <p:cNvSpPr>
            <a:spLocks xmlns:a="http://schemas.openxmlformats.org/drawingml/2006/main"/>
          </p:cNvSpPr>
          <p:nvPr/>
        </p:nvSpPr>
        <p:spPr>
          <a:xfrm xmlns:a="http://schemas.openxmlformats.org/drawingml/2006/main">
            <a:off x="2489200" y="48260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access and allowed destinations outside the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reads and exports.</a:t>
            </a:r>
          </a:p>
        </p:txBody>
      </p:sp>
      <p:sp>
        <p:nvSpPr>
          <p:cNvPr id="276" name="13-shape-11">
            <a:extLst xmlns:a="http://schemas.openxmlformats.org/drawingml/2006/main">
              <a:ext uri="{FF2B5EF4-FFF2-40B4-BE49-F238E27FC236}">
                <a16:creationId xmlns:a16="http://schemas.microsoft.com/office/drawing/2014/main" id="{5B540357-DD4E-41C7-AA96-9A5EE317B3BE}"/>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77" name="13-shape-12">
            <a:extLst xmlns:a="http://schemas.openxmlformats.org/drawingml/2006/main">
              <a:ext uri="{FF2B5EF4-FFF2-40B4-BE49-F238E27FC236}">
                <a16:creationId xmlns:a16="http://schemas.microsoft.com/office/drawing/2014/main" id="{0249458F-42AB-45DA-B316-BF94492D907D}"/>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78" name="13-text-13">
            <a:extLst xmlns:a="http://schemas.openxmlformats.org/drawingml/2006/main">
              <a:ext uri="{FF2B5EF4-FFF2-40B4-BE49-F238E27FC236}">
                <a16:creationId xmlns:a16="http://schemas.microsoft.com/office/drawing/2014/main" id="{1A0C5381-B9EE-4D12-8EDF-96CF3019EB02}"/>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79" name="13-text-14">
            <a:extLst xmlns:a="http://schemas.openxmlformats.org/drawingml/2006/main">
              <a:ext uri="{FF2B5EF4-FFF2-40B4-BE49-F238E27FC236}">
                <a16:creationId xmlns:a16="http://schemas.microsoft.com/office/drawing/2014/main" id="{AA257DCB-A1BE-4AE3-A3F7-75E767644C70}"/>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280" name="narrative-number">
            <a:extLst xmlns:a="http://schemas.openxmlformats.org/drawingml/2006/main">
              <a:ext uri="{FF2B5EF4-FFF2-40B4-BE49-F238E27FC236}">
                <a16:creationId xmlns:a16="http://schemas.microsoft.com/office/drawing/2014/main" id="{EF0512DE-0A0A-4F6F-9ADD-AFF853293ED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34284622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6"/>
                                        </p:tgtEl>
                                        <p:attrNameLst>
                                          <p:attrName>style.visibility</p:attrName>
                                        </p:attrNameLst>
                                      </p:cBhvr>
                                      <p:to>
                                        <p:strVal val="visible"/>
                                      </p:to>
                                    </p:set>
                                    <p:animEffect transition="in" filter="fade">
                                      <p:cBhvr>
                                        <p:cTn id="7" dur="300" fill="hold"/>
                                        <p:tgtEl>
                                          <p:spTgt spid="276"/>
                                        </p:tgtEl>
                                      </p:cBhvr>
                                    </p:animEffect>
                                  </p:childTnLst>
                                </p:cTn>
                              </p:par>
                              <p:par>
                                <p:cTn id="8" presetID="10" presetClass="entr" presetSubtype="0" fill="hold" nodeType="withEffect">
                                  <p:stCondLst>
                                    <p:cond delay="0"/>
                                  </p:stCondLst>
                                  <p:childTnLst>
                                    <p:set>
                                      <p:cBhvr>
                                        <p:cTn id="9" dur="1" fill="hold">
                                          <p:stCondLst>
                                            <p:cond delay="0"/>
                                          </p:stCondLst>
                                        </p:cTn>
                                        <p:tgtEl>
                                          <p:spTgt spid="277"/>
                                        </p:tgtEl>
                                        <p:attrNameLst>
                                          <p:attrName>style.visibility</p:attrName>
                                        </p:attrNameLst>
                                      </p:cBhvr>
                                      <p:to>
                                        <p:strVal val="visible"/>
                                      </p:to>
                                    </p:set>
                                    <p:animEffect transition="in" filter="fade">
                                      <p:cBhvr>
                                        <p:cTn id="10" dur="300" fill="hold"/>
                                        <p:tgtEl>
                                          <p:spTgt spid="277"/>
                                        </p:tgtEl>
                                      </p:cBhvr>
                                    </p:animEffect>
                                  </p:childTnLst>
                                </p:cTn>
                              </p:par>
                              <p:par>
                                <p:cTn id="11" presetID="10" presetClass="entr" presetSubtype="0" fill="hold" nodeType="withEffect">
                                  <p:stCondLst>
                                    <p:cond delay="0"/>
                                  </p:stCondLst>
                                  <p:childTnLst>
                                    <p:set>
                                      <p:cBhvr>
                                        <p:cTn id="12" dur="1" fill="hold">
                                          <p:stCondLst>
                                            <p:cond delay="0"/>
                                          </p:stCondLst>
                                        </p:cTn>
                                        <p:tgtEl>
                                          <p:spTgt spid="278"/>
                                        </p:tgtEl>
                                        <p:attrNameLst>
                                          <p:attrName>style.visibility</p:attrName>
                                        </p:attrNameLst>
                                      </p:cBhvr>
                                      <p:to>
                                        <p:strVal val="visible"/>
                                      </p:to>
                                    </p:set>
                                    <p:animEffect transition="in" filter="fade">
                                      <p:cBhvr>
                                        <p:cTn id="13" dur="300" fill="hold"/>
                                        <p:tgtEl>
                                          <p:spTgt spid="278"/>
                                        </p:tgtEl>
                                      </p:cBhvr>
                                    </p:animEffect>
                                  </p:childTnLst>
                                </p:cTn>
                              </p:par>
                              <p:par>
                                <p:cTn id="14" presetID="10" presetClass="entr" presetSubtype="0" fill="hold" nodeType="withEffect">
                                  <p:stCondLst>
                                    <p:cond delay="0"/>
                                  </p:stCondLst>
                                  <p:childTnLst>
                                    <p:set>
                                      <p:cBhvr>
                                        <p:cTn id="15" dur="1" fill="hold">
                                          <p:stCondLst>
                                            <p:cond delay="0"/>
                                          </p:stCondLst>
                                        </p:cTn>
                                        <p:tgtEl>
                                          <p:spTgt spid="279"/>
                                        </p:tgtEl>
                                        <p:attrNameLst>
                                          <p:attrName>style.visibility</p:attrName>
                                        </p:attrNameLst>
                                      </p:cBhvr>
                                      <p:to>
                                        <p:strVal val="visible"/>
                                      </p:to>
                                    </p:set>
                                    <p:animEffect transition="in" filter="fade">
                                      <p:cBhvr>
                                        <p:cTn id="16" dur="300" fill="hold"/>
                                        <p:tgtEl>
                                          <p:spTgt spid="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1" name="!!area-header">
            <a:extLst xmlns:a="http://schemas.openxmlformats.org/drawingml/2006/main">
              <a:ext uri="{FF2B5EF4-FFF2-40B4-BE49-F238E27FC236}">
                <a16:creationId xmlns:a16="http://schemas.microsoft.com/office/drawing/2014/main" id="{BE765A80-AAAF-45D4-9A07-9F6241920F7E}"/>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82" name="!!area-name">
            <a:extLst xmlns:a="http://schemas.openxmlformats.org/drawingml/2006/main">
              <a:ext uri="{FF2B5EF4-FFF2-40B4-BE49-F238E27FC236}">
                <a16:creationId xmlns:a16="http://schemas.microsoft.com/office/drawing/2014/main" id="{DDF571A6-8B16-4718-9FC0-D702903C2237}"/>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283" name="!!area-beat">
            <a:extLst xmlns:a="http://schemas.openxmlformats.org/drawingml/2006/main">
              <a:ext uri="{FF2B5EF4-FFF2-40B4-BE49-F238E27FC236}">
                <a16:creationId xmlns:a16="http://schemas.microsoft.com/office/drawing/2014/main" id="{36E97B61-823D-4097-9223-B48FA93DFC78}"/>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284" name="header-divider">
            <a:extLst xmlns:a="http://schemas.openxmlformats.org/drawingml/2006/main">
              <a:ext uri="{FF2B5EF4-FFF2-40B4-BE49-F238E27FC236}">
                <a16:creationId xmlns:a16="http://schemas.microsoft.com/office/drawing/2014/main" id="{C5953D5E-7030-42E7-9A88-3598AEFD0FD7}"/>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5" name="14-shape-1">
            <a:extLst xmlns:a="http://schemas.openxmlformats.org/drawingml/2006/main">
              <a:ext uri="{FF2B5EF4-FFF2-40B4-BE49-F238E27FC236}">
                <a16:creationId xmlns:a16="http://schemas.microsoft.com/office/drawing/2014/main" id="{6BEA3FD0-CBF1-4FDB-828A-4B25FF83CA29}"/>
              </a:ext>
            </a:extLst>
          </p:cNvPr>
          <p:cNvSpPr>
            <a:spLocks xmlns:a="http://schemas.openxmlformats.org/drawingml/2006/main"/>
          </p:cNvSpPr>
          <p:nvPr/>
        </p:nvSpPr>
        <p:spPr>
          <a:xfrm xmlns:a="http://schemas.openxmlformats.org/drawingml/2006/main">
            <a:off x="6096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86" name="14-text-2">
            <a:extLst xmlns:a="http://schemas.openxmlformats.org/drawingml/2006/main">
              <a:ext uri="{FF2B5EF4-FFF2-40B4-BE49-F238E27FC236}">
                <a16:creationId xmlns:a16="http://schemas.microsoft.com/office/drawing/2014/main" id="{62862692-B030-40F4-86B1-F2FCB2EADDDD}"/>
              </a:ext>
            </a:extLst>
          </p:cNvPr>
          <p:cNvSpPr>
            <a:spLocks xmlns:a="http://schemas.openxmlformats.org/drawingml/2006/main"/>
          </p:cNvSpPr>
          <p:nvPr/>
        </p:nvSpPr>
        <p:spPr>
          <a:xfrm xmlns:a="http://schemas.openxmlformats.org/drawingml/2006/main">
            <a:off x="7620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/plan</a:t>
            </a:r>
          </a:p>
        </p:txBody>
      </p:sp>
      <p:sp>
        <p:nvSpPr>
          <p:cNvPr id="287" name="14-shape-3">
            <a:extLst xmlns:a="http://schemas.openxmlformats.org/drawingml/2006/main">
              <a:ext uri="{FF2B5EF4-FFF2-40B4-BE49-F238E27FC236}">
                <a16:creationId xmlns:a16="http://schemas.microsoft.com/office/drawing/2014/main" id="{52FC3EF4-F91B-4E44-9995-B2B56B7B5861}"/>
              </a:ext>
            </a:extLst>
          </p:cNvPr>
          <p:cNvSpPr>
            <a:spLocks xmlns:a="http://schemas.openxmlformats.org/drawingml/2006/main"/>
          </p:cNvSpPr>
          <p:nvPr/>
        </p:nvSpPr>
        <p:spPr>
          <a:xfrm xmlns:a="http://schemas.openxmlformats.org/drawingml/2006/main">
            <a:off x="1714500" y="2082800"/>
            <a:ext cx="1485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88" name="14-text-4">
            <a:extLst xmlns:a="http://schemas.openxmlformats.org/drawingml/2006/main">
              <a:ext uri="{FF2B5EF4-FFF2-40B4-BE49-F238E27FC236}">
                <a16:creationId xmlns:a16="http://schemas.microsoft.com/office/drawing/2014/main" id="{CE451CEF-E6F3-4AE3-9E91-52D6C7391F89}"/>
              </a:ext>
            </a:extLst>
          </p:cNvPr>
          <p:cNvSpPr>
            <a:spLocks xmlns:a="http://schemas.openxmlformats.org/drawingml/2006/main"/>
          </p:cNvSpPr>
          <p:nvPr/>
        </p:nvSpPr>
        <p:spPr>
          <a:xfrm xmlns:a="http://schemas.openxmlformats.org/drawingml/2006/main">
            <a:off x="1866900" y="2120900"/>
            <a:ext cx="1181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subagents</a:t>
            </a:r>
          </a:p>
        </p:txBody>
      </p:sp>
      <p:sp>
        <p:nvSpPr>
          <p:cNvPr id="289" name="14-shape-5">
            <a:extLst xmlns:a="http://schemas.openxmlformats.org/drawingml/2006/main">
              <a:ext uri="{FF2B5EF4-FFF2-40B4-BE49-F238E27FC236}">
                <a16:creationId xmlns:a16="http://schemas.microsoft.com/office/drawing/2014/main" id="{0157DBB2-F150-4D6E-BB40-09C9956934D9}"/>
              </a:ext>
            </a:extLst>
          </p:cNvPr>
          <p:cNvSpPr>
            <a:spLocks xmlns:a="http://schemas.openxmlformats.org/drawingml/2006/main"/>
          </p:cNvSpPr>
          <p:nvPr/>
        </p:nvSpPr>
        <p:spPr>
          <a:xfrm xmlns:a="http://schemas.openxmlformats.org/drawingml/2006/main">
            <a:off x="3302000" y="2082800"/>
            <a:ext cx="990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90" name="14-text-6">
            <a:extLst xmlns:a="http://schemas.openxmlformats.org/drawingml/2006/main">
              <a:ext uri="{FF2B5EF4-FFF2-40B4-BE49-F238E27FC236}">
                <a16:creationId xmlns:a16="http://schemas.microsoft.com/office/drawing/2014/main" id="{1F996252-F1EB-4C68-9580-8F03E70A6A06}"/>
              </a:ext>
            </a:extLst>
          </p:cNvPr>
          <p:cNvSpPr>
            <a:spLocks xmlns:a="http://schemas.openxmlformats.org/drawingml/2006/main"/>
          </p:cNvSpPr>
          <p:nvPr/>
        </p:nvSpPr>
        <p:spPr>
          <a:xfrm xmlns:a="http://schemas.openxmlformats.org/drawingml/2006/main">
            <a:off x="3454400" y="2120900"/>
            <a:ext cx="685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hooks</a:t>
            </a:r>
          </a:p>
        </p:txBody>
      </p:sp>
      <p:sp>
        <p:nvSpPr>
          <p:cNvPr id="291" name="14-shape-7">
            <a:extLst xmlns:a="http://schemas.openxmlformats.org/drawingml/2006/main">
              <a:ext uri="{FF2B5EF4-FFF2-40B4-BE49-F238E27FC236}">
                <a16:creationId xmlns:a16="http://schemas.microsoft.com/office/drawing/2014/main" id="{7F8D9431-C6B5-4C09-9946-1C78BBEE9FAE}"/>
              </a:ext>
            </a:extLst>
          </p:cNvPr>
          <p:cNvSpPr>
            <a:spLocks xmlns:a="http://schemas.openxmlformats.org/drawingml/2006/main"/>
          </p:cNvSpPr>
          <p:nvPr/>
        </p:nvSpPr>
        <p:spPr>
          <a:xfrm xmlns:a="http://schemas.openxmlformats.org/drawingml/2006/main">
            <a:off x="4394200" y="2082800"/>
            <a:ext cx="14224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92" name="14-text-8">
            <a:extLst xmlns:a="http://schemas.openxmlformats.org/drawingml/2006/main">
              <a:ext uri="{FF2B5EF4-FFF2-40B4-BE49-F238E27FC236}">
                <a16:creationId xmlns:a16="http://schemas.microsoft.com/office/drawing/2014/main" id="{335539F0-A326-4517-BE43-DAA360756E41}"/>
              </a:ext>
            </a:extLst>
          </p:cNvPr>
          <p:cNvSpPr>
            <a:spLocks xmlns:a="http://schemas.openxmlformats.org/drawingml/2006/main"/>
          </p:cNvSpPr>
          <p:nvPr/>
        </p:nvSpPr>
        <p:spPr>
          <a:xfrm xmlns:a="http://schemas.openxmlformats.org/drawingml/2006/main">
            <a:off x="4546600" y="2120900"/>
            <a:ext cx="111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/compact</a:t>
            </a:r>
          </a:p>
        </p:txBody>
      </p:sp>
      <p:sp>
        <p:nvSpPr>
          <p:cNvPr id="293" name="14-shape-9">
            <a:extLst xmlns:a="http://schemas.openxmlformats.org/drawingml/2006/main">
              <a:ext uri="{FF2B5EF4-FFF2-40B4-BE49-F238E27FC236}">
                <a16:creationId xmlns:a16="http://schemas.microsoft.com/office/drawing/2014/main" id="{898006FB-5048-4D0A-9EFA-EF5DF47C90AC}"/>
              </a:ext>
            </a:extLst>
          </p:cNvPr>
          <p:cNvSpPr>
            <a:spLocks xmlns:a="http://schemas.openxmlformats.org/drawingml/2006/main"/>
          </p:cNvSpPr>
          <p:nvPr/>
        </p:nvSpPr>
        <p:spPr>
          <a:xfrm xmlns:a="http://schemas.openxmlformats.org/drawingml/2006/main">
            <a:off x="5918200" y="2082800"/>
            <a:ext cx="12827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94" name="14-text-10">
            <a:extLst xmlns:a="http://schemas.openxmlformats.org/drawingml/2006/main">
              <a:ext uri="{FF2B5EF4-FFF2-40B4-BE49-F238E27FC236}">
                <a16:creationId xmlns:a16="http://schemas.microsoft.com/office/drawing/2014/main" id="{CBA55E88-82B6-492A-B5E7-1DA134016DAE}"/>
              </a:ext>
            </a:extLst>
          </p:cNvPr>
          <p:cNvSpPr>
            <a:spLocks xmlns:a="http://schemas.openxmlformats.org/drawingml/2006/main"/>
          </p:cNvSpPr>
          <p:nvPr/>
        </p:nvSpPr>
        <p:spPr>
          <a:xfrm xmlns:a="http://schemas.openxmlformats.org/drawingml/2006/main">
            <a:off x="6070600" y="2120900"/>
            <a:ext cx="977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/resume</a:t>
            </a:r>
          </a:p>
        </p:txBody>
      </p:sp>
      <p:sp>
        <p:nvSpPr>
          <p:cNvPr id="295" name="14-shape-11">
            <a:extLst xmlns:a="http://schemas.openxmlformats.org/drawingml/2006/main">
              <a:ext uri="{FF2B5EF4-FFF2-40B4-BE49-F238E27FC236}">
                <a16:creationId xmlns:a16="http://schemas.microsoft.com/office/drawing/2014/main" id="{0882FD21-719E-4458-8618-54D88D8724C6}"/>
              </a:ext>
            </a:extLst>
          </p:cNvPr>
          <p:cNvSpPr>
            <a:spLocks xmlns:a="http://schemas.openxmlformats.org/drawingml/2006/main"/>
          </p:cNvSpPr>
          <p:nvPr/>
        </p:nvSpPr>
        <p:spPr>
          <a:xfrm xmlns:a="http://schemas.openxmlformats.org/drawingml/2006/main">
            <a:off x="73025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96" name="14-text-12">
            <a:extLst xmlns:a="http://schemas.openxmlformats.org/drawingml/2006/main">
              <a:ext uri="{FF2B5EF4-FFF2-40B4-BE49-F238E27FC236}">
                <a16:creationId xmlns:a16="http://schemas.microsoft.com/office/drawing/2014/main" id="{1B00B16F-82CD-42C8-9EEC-2CB8A3E304DE}"/>
              </a:ext>
            </a:extLst>
          </p:cNvPr>
          <p:cNvSpPr>
            <a:spLocks xmlns:a="http://schemas.openxmlformats.org/drawingml/2006/main"/>
          </p:cNvSpPr>
          <p:nvPr/>
        </p:nvSpPr>
        <p:spPr>
          <a:xfrm xmlns:a="http://schemas.openxmlformats.org/drawingml/2006/main">
            <a:off x="74549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/fork</a:t>
            </a:r>
          </a:p>
        </p:txBody>
      </p:sp>
      <p:sp>
        <p:nvSpPr>
          <p:cNvPr id="297" name="14-text-13">
            <a:extLst xmlns:a="http://schemas.openxmlformats.org/drawingml/2006/main">
              <a:ext uri="{FF2B5EF4-FFF2-40B4-BE49-F238E27FC236}">
                <a16:creationId xmlns:a16="http://schemas.microsoft.com/office/drawing/2014/main" id="{E1F3DB79-A4A6-4AA3-9B02-043958A7E767}"/>
              </a:ext>
            </a:extLst>
          </p:cNvPr>
          <p:cNvSpPr>
            <a:spLocks xmlns:a="http://schemas.openxmlformats.org/drawingml/2006/main"/>
          </p:cNvSpPr>
          <p:nvPr/>
        </p:nvSpPr>
        <p:spPr>
          <a:xfrm xmlns:a="http://schemas.openxmlformats.org/drawingml/2006/main">
            <a:off x="3810000" y="3022600"/>
            <a:ext cx="4572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gather context</a:t>
            </a:r>
          </a:p>
        </p:txBody>
      </p:sp>
      <p:sp>
        <p:nvSpPr>
          <p:cNvPr id="298" name="14-text-14">
            <a:extLst xmlns:a="http://schemas.openxmlformats.org/drawingml/2006/main">
              <a:ext uri="{FF2B5EF4-FFF2-40B4-BE49-F238E27FC236}">
                <a16:creationId xmlns:a16="http://schemas.microsoft.com/office/drawing/2014/main" id="{74B07E97-6896-463D-93F4-75A630E2E331}"/>
              </a:ext>
            </a:extLst>
          </p:cNvPr>
          <p:cNvSpPr>
            <a:spLocks xmlns:a="http://schemas.openxmlformats.org/drawingml/2006/main"/>
          </p:cNvSpPr>
          <p:nvPr/>
        </p:nvSpPr>
        <p:spPr>
          <a:xfrm xmlns:a="http://schemas.openxmlformats.org/drawingml/2006/main">
            <a:off x="7289800" y="48133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take action</a:t>
            </a:r>
          </a:p>
        </p:txBody>
      </p:sp>
      <p:sp>
        <p:nvSpPr>
          <p:cNvPr id="299" name="14-text-15">
            <a:extLst xmlns:a="http://schemas.openxmlformats.org/drawingml/2006/main">
              <a:ext uri="{FF2B5EF4-FFF2-40B4-BE49-F238E27FC236}">
                <a16:creationId xmlns:a16="http://schemas.microsoft.com/office/drawing/2014/main" id="{FE4DBEA9-1926-447B-9B50-0E7CA0AE6FB0}"/>
              </a:ext>
            </a:extLst>
          </p:cNvPr>
          <p:cNvSpPr>
            <a:spLocks xmlns:a="http://schemas.openxmlformats.org/drawingml/2006/main"/>
          </p:cNvSpPr>
          <p:nvPr/>
        </p:nvSpPr>
        <p:spPr>
          <a:xfrm xmlns:a="http://schemas.openxmlformats.org/drawingml/2006/main">
            <a:off x="2260600" y="4813300"/>
            <a:ext cx="228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300" name="14-line-17">
            <a:extLst xmlns:a="http://schemas.openxmlformats.org/drawingml/2006/main">
              <a:ext uri="{FF2B5EF4-FFF2-40B4-BE49-F238E27FC236}">
                <a16:creationId xmlns:a16="http://schemas.microsoft.com/office/drawing/2014/main" id="{0B1B7B47-92BE-47CC-8250-A04DFF7FC774}"/>
              </a:ext>
            </a:extLst>
          </p:cNvPr>
          <p:cNvSpPr>
            <a:spLocks xmlns:a="http://schemas.openxmlformats.org/drawingml/2006/main"/>
          </p:cNvSpPr>
          <p:nvPr/>
        </p:nvSpPr>
        <p:spPr>
          <a:xfrm xmlns:a="http://schemas.openxmlformats.org/drawingml/2006/main" flipH="0" flipV="0">
            <a:off x="7035800" y="3556000"/>
            <a:ext cx="1028700" cy="8509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1" name="14-line-19">
            <a:extLst xmlns:a="http://schemas.openxmlformats.org/drawingml/2006/main">
              <a:ext uri="{FF2B5EF4-FFF2-40B4-BE49-F238E27FC236}">
                <a16:creationId xmlns:a16="http://schemas.microsoft.com/office/drawing/2014/main" id="{D536EC6C-DA93-41F6-B173-8F24DF08BDD5}"/>
              </a:ext>
            </a:extLst>
          </p:cNvPr>
          <p:cNvSpPr>
            <a:spLocks xmlns:a="http://schemas.openxmlformats.org/drawingml/2006/main"/>
          </p:cNvSpPr>
          <p:nvPr/>
        </p:nvSpPr>
        <p:spPr>
          <a:xfrm xmlns:a="http://schemas.openxmlformats.org/drawingml/2006/main" flipH="1" flipV="0">
            <a:off x="4597400" y="5092700"/>
            <a:ext cx="2565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2" name="14-line-21">
            <a:extLst xmlns:a="http://schemas.openxmlformats.org/drawingml/2006/main">
              <a:ext uri="{FF2B5EF4-FFF2-40B4-BE49-F238E27FC236}">
                <a16:creationId xmlns:a16="http://schemas.microsoft.com/office/drawing/2014/main" id="{D278323D-2CA5-4EF7-B354-13C17AB2EF09}"/>
              </a:ext>
            </a:extLst>
          </p:cNvPr>
          <p:cNvSpPr>
            <a:spLocks xmlns:a="http://schemas.openxmlformats.org/drawingml/2006/main"/>
          </p:cNvSpPr>
          <p:nvPr/>
        </p:nvSpPr>
        <p:spPr>
          <a:xfrm xmlns:a="http://schemas.openxmlformats.org/drawingml/2006/main" flipH="0" flipV="1">
            <a:off x="3644900" y="3556000"/>
            <a:ext cx="1270000" cy="8890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3" name="narrative-number">
            <a:extLst xmlns:a="http://schemas.openxmlformats.org/drawingml/2006/main">
              <a:ext uri="{FF2B5EF4-FFF2-40B4-BE49-F238E27FC236}">
                <a16:creationId xmlns:a16="http://schemas.microsoft.com/office/drawing/2014/main" id="{48DFE913-EC06-4F81-809C-AE89EC9EB8B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4209801094"/>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4" name="!!area-name">
            <a:extLst xmlns:a="http://schemas.openxmlformats.org/drawingml/2006/main">
              <a:ext uri="{FF2B5EF4-FFF2-40B4-BE49-F238E27FC236}">
                <a16:creationId xmlns:a16="http://schemas.microsoft.com/office/drawing/2014/main" id="{C4363C50-B310-4AFD-BBA4-B88CD21107F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16" name="mini-map"/>
          <p:cNvPicPr>
            <a:picLocks xmlns:a="http://schemas.openxmlformats.org/drawingml/2006/main" noChangeAspect="1"/>
          </p:cNvPicPr>
          <p:nvPr/>
        </p:nvPicPr>
        <p:blipFill>
          <a:blip xmlns:r="http://schemas.openxmlformats.org/officeDocument/2006/relationships" xmlns:a="http://schemas.openxmlformats.org/drawingml/2006/main" r:embed="R89a277a95d68465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6" name="header-divider">
            <a:extLst xmlns:a="http://schemas.openxmlformats.org/drawingml/2006/main">
              <a:ext uri="{FF2B5EF4-FFF2-40B4-BE49-F238E27FC236}">
                <a16:creationId xmlns:a16="http://schemas.microsoft.com/office/drawing/2014/main" id="{00CFAA7E-5B35-4991-8904-AD45D720A65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7" name="14b-text-1">
            <a:extLst xmlns:a="http://schemas.openxmlformats.org/drawingml/2006/main">
              <a:ext uri="{FF2B5EF4-FFF2-40B4-BE49-F238E27FC236}">
                <a16:creationId xmlns:a16="http://schemas.microsoft.com/office/drawing/2014/main" id="{9EF59855-91D4-4644-8DA6-18BCC7FE5826}"/>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08" name="14b-text-2">
            <a:extLst xmlns:a="http://schemas.openxmlformats.org/drawingml/2006/main">
              <a:ext uri="{FF2B5EF4-FFF2-40B4-BE49-F238E27FC236}">
                <a16:creationId xmlns:a16="http://schemas.microsoft.com/office/drawing/2014/main" id="{BA28B575-1790-482B-BDD5-A916ADB962B8}"/>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loop's decisions:</a:t>
            </a:r>
          </a:p>
        </p:txBody>
      </p:sp>
      <p:sp>
        <p:nvSpPr>
          <p:cNvPr id="309" name="14b-text-3">
            <a:extLst xmlns:a="http://schemas.openxmlformats.org/drawingml/2006/main">
              <a:ext uri="{FF2B5EF4-FFF2-40B4-BE49-F238E27FC236}">
                <a16:creationId xmlns:a16="http://schemas.microsoft.com/office/drawing/2014/main" id="{F5070C68-D01E-4B81-9D5C-597DAEAF9F9D}"/>
              </a:ext>
            </a:extLst>
          </p:cNvPr>
          <p:cNvSpPr>
            <a:spLocks xmlns:a="http://schemas.openxmlformats.org/drawingml/2006/main"/>
          </p:cNvSpPr>
          <p:nvPr/>
        </p:nvSpPr>
        <p:spPr>
          <a:xfrm xmlns:a="http://schemas.openxmlformats.org/drawingml/2006/main">
            <a:off x="609600" y="29718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stop.</a:t>
            </a:r>
          </a:p>
        </p:txBody>
      </p:sp>
      <p:sp>
        <p:nvSpPr>
          <p:cNvPr id="310" name="14b-text-4">
            <a:extLst xmlns:a="http://schemas.openxmlformats.org/drawingml/2006/main">
              <a:ext uri="{FF2B5EF4-FFF2-40B4-BE49-F238E27FC236}">
                <a16:creationId xmlns:a16="http://schemas.microsoft.com/office/drawing/2014/main" id="{560B2D46-206F-4AED-96D8-924FA2B02C00}"/>
              </a:ext>
            </a:extLst>
          </p:cNvPr>
          <p:cNvSpPr>
            <a:spLocks xmlns:a="http://schemas.openxmlformats.org/drawingml/2006/main"/>
          </p:cNvSpPr>
          <p:nvPr/>
        </p:nvSpPr>
        <p:spPr>
          <a:xfrm xmlns:a="http://schemas.openxmlformats.org/drawingml/2006/main">
            <a:off x="609600" y="35814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carries between turns.</a:t>
            </a:r>
          </a:p>
        </p:txBody>
      </p:sp>
      <p:sp>
        <p:nvSpPr>
          <p:cNvPr id="311" name="14b-text-5">
            <a:extLst xmlns:a="http://schemas.openxmlformats.org/drawingml/2006/main">
              <a:ext uri="{FF2B5EF4-FFF2-40B4-BE49-F238E27FC236}">
                <a16:creationId xmlns:a16="http://schemas.microsoft.com/office/drawing/2014/main" id="{EE77B3FA-FC13-4BA5-85AE-78B79A85247A}"/>
              </a:ext>
            </a:extLst>
          </p:cNvPr>
          <p:cNvSpPr>
            <a:spLocks xmlns:a="http://schemas.openxmlformats.org/drawingml/2006/main"/>
          </p:cNvSpPr>
          <p:nvPr/>
        </p:nvSpPr>
        <p:spPr>
          <a:xfrm xmlns:a="http://schemas.openxmlformats.org/drawingml/2006/main">
            <a:off x="609600" y="419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compact.</a:t>
            </a:r>
          </a:p>
        </p:txBody>
      </p:sp>
      <p:sp>
        <p:nvSpPr>
          <p:cNvPr id="312" name="14b-text-6">
            <a:extLst xmlns:a="http://schemas.openxmlformats.org/drawingml/2006/main">
              <a:ext uri="{FF2B5EF4-FFF2-40B4-BE49-F238E27FC236}">
                <a16:creationId xmlns:a16="http://schemas.microsoft.com/office/drawing/2014/main" id="{A10AC489-E344-4B56-B856-094B7F239C45}"/>
              </a:ext>
            </a:extLst>
          </p:cNvPr>
          <p:cNvSpPr>
            <a:spLocks xmlns:a="http://schemas.openxmlformats.org/drawingml/2006/main"/>
          </p:cNvSpPr>
          <p:nvPr/>
        </p:nvSpPr>
        <p:spPr>
          <a:xfrm xmlns:a="http://schemas.openxmlformats.org/drawingml/2006/main">
            <a:off x="609600" y="4800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spawn a subagent, and what to hand it.</a:t>
            </a:r>
          </a:p>
        </p:txBody>
      </p:sp>
      <p:sp>
        <p:nvSpPr>
          <p:cNvPr id="313" name="14b-text-7">
            <a:extLst xmlns:a="http://schemas.openxmlformats.org/drawingml/2006/main">
              <a:ext uri="{FF2B5EF4-FFF2-40B4-BE49-F238E27FC236}">
                <a16:creationId xmlns:a16="http://schemas.microsoft.com/office/drawing/2014/main" id="{0F5A7EE0-8DA1-42A0-ADBB-F61524AD1BA4}"/>
              </a:ext>
            </a:extLst>
          </p:cNvPr>
          <p:cNvSpPr>
            <a:spLocks xmlns:a="http://schemas.openxmlformats.org/drawingml/2006/main"/>
          </p:cNvSpPr>
          <p:nvPr/>
        </p:nvSpPr>
        <p:spPr>
          <a:xfrm xmlns:a="http://schemas.openxmlformats.org/drawingml/2006/main">
            <a:off x="609600" y="5410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Where a hook fires.</a:t>
            </a:r>
          </a:p>
        </p:txBody>
      </p:sp>
      <p:sp>
        <p:nvSpPr>
          <p:cNvPr id="314" name="narrative-number">
            <a:extLst xmlns:a="http://schemas.openxmlformats.org/drawingml/2006/main">
              <a:ext uri="{FF2B5EF4-FFF2-40B4-BE49-F238E27FC236}">
                <a16:creationId xmlns:a16="http://schemas.microsoft.com/office/drawing/2014/main" id="{F0F5CDE6-65EB-4BEF-B0ED-B73D59FD39E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181177952"/>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5" name="!!area-name">
            <a:extLst xmlns:a="http://schemas.openxmlformats.org/drawingml/2006/main">
              <a:ext uri="{FF2B5EF4-FFF2-40B4-BE49-F238E27FC236}">
                <a16:creationId xmlns:a16="http://schemas.microsoft.com/office/drawing/2014/main" id="{8D3DFFD3-1264-4258-B9B7-3A96CF6940D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24" name="mini-map"/>
          <p:cNvPicPr>
            <a:picLocks xmlns:a="http://schemas.openxmlformats.org/drawingml/2006/main" noChangeAspect="1"/>
          </p:cNvPicPr>
          <p:nvPr/>
        </p:nvPicPr>
        <p:blipFill>
          <a:blip xmlns:r="http://schemas.openxmlformats.org/officeDocument/2006/relationships" xmlns:a="http://schemas.openxmlformats.org/drawingml/2006/main" r:embed="R43d890351c7d468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7" name="header-divider">
            <a:extLst xmlns:a="http://schemas.openxmlformats.org/drawingml/2006/main">
              <a:ext uri="{FF2B5EF4-FFF2-40B4-BE49-F238E27FC236}">
                <a16:creationId xmlns:a16="http://schemas.microsoft.com/office/drawing/2014/main" id="{A4D1948E-0004-478B-9763-F8212E65BDD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8" name="14b-text-1">
            <a:extLst xmlns:a="http://schemas.openxmlformats.org/drawingml/2006/main">
              <a:ext uri="{FF2B5EF4-FFF2-40B4-BE49-F238E27FC236}">
                <a16:creationId xmlns:a16="http://schemas.microsoft.com/office/drawing/2014/main" id="{2EC8A881-15D6-4294-8FC9-904C1CCD3CC4}"/>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19" name="14b-text-8">
            <a:extLst xmlns:a="http://schemas.openxmlformats.org/drawingml/2006/main">
              <a:ext uri="{FF2B5EF4-FFF2-40B4-BE49-F238E27FC236}">
                <a16:creationId xmlns:a16="http://schemas.microsoft.com/office/drawing/2014/main" id="{FDBE4A00-89DA-45F3-AC19-EF38FC24AFA0}"/>
              </a:ext>
            </a:extLst>
          </p:cNvPr>
          <p:cNvSpPr>
            <a:spLocks xmlns:a="http://schemas.openxmlformats.org/drawingml/2006/main"/>
          </p:cNvSpPr>
          <p:nvPr/>
        </p:nvSpPr>
        <p:spPr>
          <a:xfrm xmlns:a="http://schemas.openxmlformats.org/drawingml/2006/main">
            <a:off x="609600" y="2438400"/>
            <a:ext cx="10972800" cy="210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 great harness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beats a great model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a bad harness."</a:t>
            </a:r>
          </a:p>
        </p:txBody>
      </p:sp>
      <p:sp>
        <p:nvSpPr>
          <p:cNvPr id="320" name="14b-text-9">
            <a:extLst xmlns:a="http://schemas.openxmlformats.org/drawingml/2006/main">
              <a:ext uri="{FF2B5EF4-FFF2-40B4-BE49-F238E27FC236}">
                <a16:creationId xmlns:a16="http://schemas.microsoft.com/office/drawing/2014/main" id="{A914B9E5-8E75-4486-8FBB-D0D97DA50741}"/>
              </a:ext>
            </a:extLst>
          </p:cNvPr>
          <p:cNvSpPr>
            <a:spLocks xmlns:a="http://schemas.openxmlformats.org/drawingml/2006/main"/>
          </p:cNvSpPr>
          <p:nvPr/>
        </p:nvSpPr>
        <p:spPr>
          <a:xfrm xmlns:a="http://schemas.openxmlformats.org/drawingml/2006/main">
            <a:off x="609600" y="4572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Addy Osmani, April 2026</a:t>
            </a:r>
          </a:p>
        </p:txBody>
      </p:sp>
      <p:sp>
        <p:nvSpPr>
          <p:cNvPr id="321" name="14b-text-10">
            <a:extLst xmlns:a="http://schemas.openxmlformats.org/drawingml/2006/main">
              <a:ext uri="{FF2B5EF4-FFF2-40B4-BE49-F238E27FC236}">
                <a16:creationId xmlns:a16="http://schemas.microsoft.com/office/drawing/2014/main" id="{0AEC5612-219F-4BAF-879C-ECDC7866F623}"/>
              </a:ext>
            </a:extLst>
          </p:cNvPr>
          <p:cNvSpPr>
            <a:spLocks xmlns:a="http://schemas.openxmlformats.org/drawingml/2006/main"/>
          </p:cNvSpPr>
          <p:nvPr/>
        </p:nvSpPr>
        <p:spPr>
          <a:xfrm xmlns:a="http://schemas.openxmlformats.org/drawingml/2006/main">
            <a:off x="609600" y="5105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Same model, better loop: 13% to 38% on ARC-AGI-3,</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 six times fewer output tokens.</a:t>
            </a:r>
          </a:p>
        </p:txBody>
      </p:sp>
      <p:sp>
        <p:nvSpPr>
          <p:cNvPr id="322" name="narrative-number">
            <a:extLst xmlns:a="http://schemas.openxmlformats.org/drawingml/2006/main">
              <a:ext uri="{FF2B5EF4-FFF2-40B4-BE49-F238E27FC236}">
                <a16:creationId xmlns:a16="http://schemas.microsoft.com/office/drawing/2014/main" id="{FAAFBBFB-3984-485A-AFB8-AE6984EF676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4256048058"/>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3" name="!!area-name">
            <a:extLst xmlns:a="http://schemas.openxmlformats.org/drawingml/2006/main">
              <a:ext uri="{FF2B5EF4-FFF2-40B4-BE49-F238E27FC236}">
                <a16:creationId xmlns:a16="http://schemas.microsoft.com/office/drawing/2014/main" id="{0A0AACD3-E308-4923-BB12-6D8A0AE9171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31" name="mini-map"/>
          <p:cNvPicPr>
            <a:picLocks xmlns:a="http://schemas.openxmlformats.org/drawingml/2006/main" noChangeAspect="1"/>
          </p:cNvPicPr>
          <p:nvPr/>
        </p:nvPicPr>
        <p:blipFill>
          <a:blip xmlns:r="http://schemas.openxmlformats.org/officeDocument/2006/relationships" xmlns:a="http://schemas.openxmlformats.org/drawingml/2006/main" r:embed="R9aa526c69cf8429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5" name="header-divider">
            <a:extLst xmlns:a="http://schemas.openxmlformats.org/drawingml/2006/main">
              <a:ext uri="{FF2B5EF4-FFF2-40B4-BE49-F238E27FC236}">
                <a16:creationId xmlns:a16="http://schemas.microsoft.com/office/drawing/2014/main" id="{EE5096B1-A136-4637-AB9C-344CA5A9906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6" name="14b-text-1">
            <a:extLst xmlns:a="http://schemas.openxmlformats.org/drawingml/2006/main">
              <a:ext uri="{FF2B5EF4-FFF2-40B4-BE49-F238E27FC236}">
                <a16:creationId xmlns:a16="http://schemas.microsoft.com/office/drawing/2014/main" id="{F46E27C0-F558-4614-B019-41859222070F}"/>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27" name="14b-text-11">
            <a:extLst xmlns:a="http://schemas.openxmlformats.org/drawingml/2006/main">
              <a:ext uri="{FF2B5EF4-FFF2-40B4-BE49-F238E27FC236}">
                <a16:creationId xmlns:a16="http://schemas.microsoft.com/office/drawing/2014/main" id="{BBA2C30E-A891-40FC-90AE-E36160EF76E8}"/>
              </a:ext>
            </a:extLst>
          </p:cNvPr>
          <p:cNvSpPr>
            <a:spLocks xmlns:a="http://schemas.openxmlformats.org/drawingml/2006/main"/>
          </p:cNvSpPr>
          <p:nvPr/>
        </p:nvSpPr>
        <p:spPr>
          <a:xfrm xmlns:a="http://schemas.openxmlformats.org/drawingml/2006/main">
            <a:off x="609600" y="2438400"/>
            <a:ext cx="10972800" cy="195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Over-ambition:</a:t>
            </a:r>
            <a:r>
              <a:rPr b="0">
                <a:solidFill>
                  <a:srgbClr val="FFFCF5"/>
                </a:solidFill>
                <a:latin typeface="Helvetica"/>
                <a:ea typeface="Helvetica"/>
                <a:cs typeface="Helvetica"/>
              </a:rPr>
              <a:t> try to one-shot the whole app.</a:t>
            </a:r>
          </a:p>
          <a:p xmlns:a="http://schemas.openxmlformats.org/drawingml/2006/main">
            <a:pPr algn="l">
              <a:lnSpc>
                <a:spcPct val="125000"/>
              </a:lnSpc>
              <a:defRPr sz="2400" b="0">
                <a:solidFill>
                  <a:srgbClr val="FFFCF5"/>
                </a:solidFill>
                <a:latin typeface="Helvetica"/>
                <a:ea typeface="Helvetica"/>
                <a:cs typeface="Helvetica"/>
              </a:defRPr>
            </a:pP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Premature completion:</a:t>
            </a:r>
            <a:r>
              <a:rPr b="0">
                <a:solidFill>
                  <a:srgbClr val="FFFCF5"/>
                </a:solidFill>
                <a:latin typeface="Helvetica"/>
                <a:ea typeface="Helvetica"/>
                <a:cs typeface="Helvetica"/>
              </a:rPr>
              <a:t> see progress, declare the job done.</a:t>
            </a:r>
          </a:p>
        </p:txBody>
      </p:sp>
      <p:sp>
        <p:nvSpPr>
          <p:cNvPr id="328" name="14b-text-12">
            <a:extLst xmlns:a="http://schemas.openxmlformats.org/drawingml/2006/main">
              <a:ext uri="{FF2B5EF4-FFF2-40B4-BE49-F238E27FC236}">
                <a16:creationId xmlns:a16="http://schemas.microsoft.com/office/drawing/2014/main" id="{4E977B7B-13C3-414B-A139-C301E2B3FF49}"/>
              </a:ext>
            </a:extLst>
          </p:cNvPr>
          <p:cNvSpPr>
            <a:spLocks xmlns:a="http://schemas.openxmlformats.org/drawingml/2006/main"/>
          </p:cNvSpPr>
          <p:nvPr/>
        </p:nvSpPr>
        <p:spPr>
          <a:xfrm xmlns:a="http://schemas.openxmlformats.org/drawingml/2006/main">
            <a:off x="609600" y="4572000"/>
            <a:ext cx="109728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fix: an initializer, a feature list, a progress file,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feature per session, and protected acceptance criteria.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Faulty or obsolete tests may change through review.</a:t>
            </a:r>
          </a:p>
        </p:txBody>
      </p:sp>
      <p:sp>
        <p:nvSpPr>
          <p:cNvPr id="329" name="narrative-number">
            <a:extLst xmlns:a="http://schemas.openxmlformats.org/drawingml/2006/main">
              <a:ext uri="{FF2B5EF4-FFF2-40B4-BE49-F238E27FC236}">
                <a16:creationId xmlns:a16="http://schemas.microsoft.com/office/drawing/2014/main" id="{EA0BC8B2-A67B-4138-A1E4-422A81F95A7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891572576"/>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0" name="!!area-name">
            <a:extLst xmlns:a="http://schemas.openxmlformats.org/drawingml/2006/main">
              <a:ext uri="{FF2B5EF4-FFF2-40B4-BE49-F238E27FC236}">
                <a16:creationId xmlns:a16="http://schemas.microsoft.com/office/drawing/2014/main" id="{806C5074-547E-49AC-8B10-1780C9D83FF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40" name="mini-map"/>
          <p:cNvPicPr>
            <a:picLocks xmlns:a="http://schemas.openxmlformats.org/drawingml/2006/main" noChangeAspect="1"/>
          </p:cNvPicPr>
          <p:nvPr/>
        </p:nvPicPr>
        <p:blipFill>
          <a:blip xmlns:r="http://schemas.openxmlformats.org/officeDocument/2006/relationships" xmlns:a="http://schemas.openxmlformats.org/drawingml/2006/main" r:embed="R9131eec445db4c4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2" name="header-divider">
            <a:extLst xmlns:a="http://schemas.openxmlformats.org/drawingml/2006/main">
              <a:ext uri="{FF2B5EF4-FFF2-40B4-BE49-F238E27FC236}">
                <a16:creationId xmlns:a16="http://schemas.microsoft.com/office/drawing/2014/main" id="{AF988B23-19A5-4BE4-B1A2-AEF49D85D0C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3" name="14b-text-1">
            <a:extLst xmlns:a="http://schemas.openxmlformats.org/drawingml/2006/main">
              <a:ext uri="{FF2B5EF4-FFF2-40B4-BE49-F238E27FC236}">
                <a16:creationId xmlns:a16="http://schemas.microsoft.com/office/drawing/2014/main" id="{B5C4BC6A-85DC-4BB8-AAC9-DB67BDE1DAE1}"/>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34" name="14b-text-13">
            <a:extLst xmlns:a="http://schemas.openxmlformats.org/drawingml/2006/main">
              <a:ext uri="{FF2B5EF4-FFF2-40B4-BE49-F238E27FC236}">
                <a16:creationId xmlns:a16="http://schemas.microsoft.com/office/drawing/2014/main" id="{511D8F55-531A-4C09-A535-F2EAB52BA7DD}"/>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Internal research eval: </a:t>
            </a:r>
            <a:r>
              <a:rPr b="1">
                <a:solidFill>
                  <a:srgbClr val="FFFCF5"/>
                </a:solidFill>
                <a:latin typeface="Helvetica"/>
                <a:ea typeface="Helvetica"/>
                <a:cs typeface="Helvetica"/>
              </a:rPr>
              <a:t>90.2% improvement</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over the single-agent research system.</a:t>
            </a:r>
          </a:p>
        </p:txBody>
      </p:sp>
      <p:sp>
        <p:nvSpPr>
          <p:cNvPr id="335" name="14b-text-14">
            <a:extLst xmlns:a="http://schemas.openxmlformats.org/drawingml/2006/main">
              <a:ext uri="{FF2B5EF4-FFF2-40B4-BE49-F238E27FC236}">
                <a16:creationId xmlns:a16="http://schemas.microsoft.com/office/drawing/2014/main" id="{E58863D3-8964-4DAF-BA58-C36B563D8BC5}"/>
              </a:ext>
            </a:extLst>
          </p:cNvPr>
          <p:cNvSpPr>
            <a:spLocks xmlns:a="http://schemas.openxmlformats.org/drawingml/2006/main"/>
          </p:cNvSpPr>
          <p:nvPr/>
        </p:nvSpPr>
        <p:spPr>
          <a:xfrm xmlns:a="http://schemas.openxmlformats.org/drawingml/2006/main">
            <a:off x="609600" y="37338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Separate token comparison:</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multi-agent systems used about </a:t>
            </a:r>
            <a:r>
              <a:rPr b="1">
                <a:solidFill>
                  <a:srgbClr val="FFFCF5"/>
                </a:solidFill>
                <a:latin typeface="Helvetica"/>
                <a:ea typeface="Helvetica"/>
                <a:cs typeface="Helvetica"/>
              </a:rPr>
              <a:t>15x chat tokens</a:t>
            </a:r>
            <a:r>
              <a:rPr b="0">
                <a:solidFill>
                  <a:srgbClr val="FFFCF5"/>
                </a:solidFill>
                <a:latin typeface="Helvetica"/>
                <a:ea typeface="Helvetica"/>
                <a:cs typeface="Helvetica"/>
              </a:rPr>
              <a:t>.</a:t>
            </a:r>
          </a:p>
        </p:txBody>
      </p:sp>
      <p:sp>
        <p:nvSpPr>
          <p:cNvPr id="336" name="14b-text-15">
            <a:extLst xmlns:a="http://schemas.openxmlformats.org/drawingml/2006/main">
              <a:ext uri="{FF2B5EF4-FFF2-40B4-BE49-F238E27FC236}">
                <a16:creationId xmlns:a16="http://schemas.microsoft.com/office/drawing/2014/main" id="{C4F42718-F15F-4B3C-8DF9-ABB0F5D4106D}"/>
              </a:ext>
            </a:extLst>
          </p:cNvPr>
          <p:cNvSpPr>
            <a:spLocks xmlns:a="http://schemas.openxmlformats.org/drawingml/2006/main"/>
          </p:cNvSpPr>
          <p:nvPr/>
        </p:nvSpPr>
        <p:spPr>
          <a:xfrm xmlns:a="http://schemas.openxmlformats.org/drawingml/2006/main">
            <a:off x="609600" y="5207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Poor fit when agents need shared context.</a:t>
            </a:r>
          </a:p>
        </p:txBody>
      </p:sp>
      <p:sp>
        <p:nvSpPr>
          <p:cNvPr id="337" name="14b-text-16">
            <a:extLst xmlns:a="http://schemas.openxmlformats.org/drawingml/2006/main">
              <a:ext uri="{FF2B5EF4-FFF2-40B4-BE49-F238E27FC236}">
                <a16:creationId xmlns:a16="http://schemas.microsoft.com/office/drawing/2014/main" id="{95D494DC-047A-4D5A-86CC-56EB89EA9B90}"/>
              </a:ext>
            </a:extLst>
          </p:cNvPr>
          <p:cNvSpPr>
            <a:spLocks xmlns:a="http://schemas.openxmlformats.org/drawingml/2006/main"/>
          </p:cNvSpPr>
          <p:nvPr/>
        </p:nvSpPr>
        <p:spPr>
          <a:xfrm xmlns:a="http://schemas.openxmlformats.org/drawingml/2006/main">
            <a:off x="609600" y="5816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Anthropic, June 13, 2025</a:t>
            </a:r>
          </a:p>
        </p:txBody>
      </p:sp>
      <p:sp>
        <p:nvSpPr>
          <p:cNvPr id="338" name="narrative-number">
            <a:extLst xmlns:a="http://schemas.openxmlformats.org/drawingml/2006/main">
              <a:ext uri="{FF2B5EF4-FFF2-40B4-BE49-F238E27FC236}">
                <a16:creationId xmlns:a16="http://schemas.microsoft.com/office/drawing/2014/main" id="{3CD1A080-A087-4AD7-8091-A4B16FCFF63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44949728"/>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9" name="!!area-name">
            <a:extLst xmlns:a="http://schemas.openxmlformats.org/drawingml/2006/main">
              <a:ext uri="{FF2B5EF4-FFF2-40B4-BE49-F238E27FC236}">
                <a16:creationId xmlns:a16="http://schemas.microsoft.com/office/drawing/2014/main" id="{0FE0FF4A-38D2-4393-B17A-63CFACB96EE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58" name="mini-map"/>
          <p:cNvPicPr>
            <a:picLocks xmlns:a="http://schemas.openxmlformats.org/drawingml/2006/main" noChangeAspect="1"/>
          </p:cNvPicPr>
          <p:nvPr/>
        </p:nvPicPr>
        <p:blipFill>
          <a:blip xmlns:r="http://schemas.openxmlformats.org/officeDocument/2006/relationships" xmlns:a="http://schemas.openxmlformats.org/drawingml/2006/main" r:embed="R19b0fb591ca24cb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1" name="slide-title">
            <a:extLst xmlns:a="http://schemas.openxmlformats.org/drawingml/2006/main">
              <a:ext uri="{FF2B5EF4-FFF2-40B4-BE49-F238E27FC236}">
                <a16:creationId xmlns:a16="http://schemas.microsoft.com/office/drawing/2014/main" id="{44321216-53E8-48B4-9F7C-8B447A6551C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42" name="header-divider">
            <a:extLst xmlns:a="http://schemas.openxmlformats.org/drawingml/2006/main">
              <a:ext uri="{FF2B5EF4-FFF2-40B4-BE49-F238E27FC236}">
                <a16:creationId xmlns:a16="http://schemas.microsoft.com/office/drawing/2014/main" id="{6F130DB3-9FE3-40B1-BEB7-18908460DFB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3" name="15-text-1">
            <a:extLst xmlns:a="http://schemas.openxmlformats.org/drawingml/2006/main">
              <a:ext uri="{FF2B5EF4-FFF2-40B4-BE49-F238E27FC236}">
                <a16:creationId xmlns:a16="http://schemas.microsoft.com/office/drawing/2014/main" id="{88F04989-AD5E-4626-9B80-5176A2C1429D}"/>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344" name="15-text-2">
            <a:extLst xmlns:a="http://schemas.openxmlformats.org/drawingml/2006/main">
              <a:ext uri="{FF2B5EF4-FFF2-40B4-BE49-F238E27FC236}">
                <a16:creationId xmlns:a16="http://schemas.microsoft.com/office/drawing/2014/main" id="{4D027CA2-3A11-4E4B-89A8-0716AE7723FD}"/>
              </a:ext>
            </a:extLst>
          </p:cNvPr>
          <p:cNvSpPr>
            <a:spLocks xmlns:a="http://schemas.openxmlformats.org/drawingml/2006/main"/>
          </p:cNvSpPr>
          <p:nvPr/>
        </p:nvSpPr>
        <p:spPr>
          <a:xfrm xmlns:a="http://schemas.openxmlformats.org/drawingml/2006/main">
            <a:off x="609600" y="28956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45" name="15-text-3">
            <a:extLst xmlns:a="http://schemas.openxmlformats.org/drawingml/2006/main">
              <a:ext uri="{FF2B5EF4-FFF2-40B4-BE49-F238E27FC236}">
                <a16:creationId xmlns:a16="http://schemas.microsoft.com/office/drawing/2014/main" id="{B0065441-CB12-4604-BF78-CF193D948034}"/>
              </a:ext>
            </a:extLst>
          </p:cNvPr>
          <p:cNvSpPr>
            <a:spLocks xmlns:a="http://schemas.openxmlformats.org/drawingml/2006/main"/>
          </p:cNvSpPr>
          <p:nvPr/>
        </p:nvSpPr>
        <p:spPr>
          <a:xfrm xmlns:a="http://schemas.openxmlformats.org/drawingml/2006/main">
            <a:off x="1219200" y="28956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target packet.</a:t>
            </a:r>
          </a:p>
        </p:txBody>
      </p:sp>
      <p:sp>
        <p:nvSpPr>
          <p:cNvPr id="346" name="15-text-4">
            <a:extLst xmlns:a="http://schemas.openxmlformats.org/drawingml/2006/main">
              <a:ext uri="{FF2B5EF4-FFF2-40B4-BE49-F238E27FC236}">
                <a16:creationId xmlns:a16="http://schemas.microsoft.com/office/drawing/2014/main" id="{08F8D24B-081A-4890-B463-C4BA683FFF31}"/>
              </a:ext>
            </a:extLst>
          </p:cNvPr>
          <p:cNvSpPr>
            <a:spLocks xmlns:a="http://schemas.openxmlformats.org/drawingml/2006/main"/>
          </p:cNvSpPr>
          <p:nvPr/>
        </p:nvSpPr>
        <p:spPr>
          <a:xfrm xmlns:a="http://schemas.openxmlformats.org/drawingml/2006/main">
            <a:off x="609600" y="38100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47" name="15-text-5">
            <a:extLst xmlns:a="http://schemas.openxmlformats.org/drawingml/2006/main">
              <a:ext uri="{FF2B5EF4-FFF2-40B4-BE49-F238E27FC236}">
                <a16:creationId xmlns:a16="http://schemas.microsoft.com/office/drawing/2014/main" id="{56CAC0B0-0A4D-4A8A-BD0E-721AC2E9DF3B}"/>
              </a:ext>
            </a:extLst>
          </p:cNvPr>
          <p:cNvSpPr>
            <a:spLocks xmlns:a="http://schemas.openxmlformats.org/drawingml/2006/main"/>
          </p:cNvSpPr>
          <p:nvPr/>
        </p:nvSpPr>
        <p:spPr>
          <a:xfrm xmlns:a="http://schemas.openxmlformats.org/drawingml/2006/main">
            <a:off x="1219200" y="38100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348" name="15-text-6">
            <a:extLst xmlns:a="http://schemas.openxmlformats.org/drawingml/2006/main">
              <a:ext uri="{FF2B5EF4-FFF2-40B4-BE49-F238E27FC236}">
                <a16:creationId xmlns:a16="http://schemas.microsoft.com/office/drawing/2014/main" id="{E27C8EC4-37FD-4A9C-A9B9-B5501F789F9C}"/>
              </a:ext>
            </a:extLst>
          </p:cNvPr>
          <p:cNvSpPr>
            <a:spLocks xmlns:a="http://schemas.openxmlformats.org/drawingml/2006/main"/>
          </p:cNvSpPr>
          <p:nvPr/>
        </p:nvSpPr>
        <p:spPr>
          <a:xfrm xmlns:a="http://schemas.openxmlformats.org/drawingml/2006/main">
            <a:off x="609600" y="47244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49" name="15-text-7">
            <a:extLst xmlns:a="http://schemas.openxmlformats.org/drawingml/2006/main">
              <a:ext uri="{FF2B5EF4-FFF2-40B4-BE49-F238E27FC236}">
                <a16:creationId xmlns:a16="http://schemas.microsoft.com/office/drawing/2014/main" id="{3B321C3D-B7B1-422A-9666-B2CDDC204670}"/>
              </a:ext>
            </a:extLst>
          </p:cNvPr>
          <p:cNvSpPr>
            <a:spLocks xmlns:a="http://schemas.openxmlformats.org/drawingml/2006/main"/>
          </p:cNvSpPr>
          <p:nvPr/>
        </p:nvSpPr>
        <p:spPr>
          <a:xfrm xmlns:a="http://schemas.openxmlformats.org/drawingml/2006/main">
            <a:off x="1219200" y="47244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350" name="15-text-8">
            <a:extLst xmlns:a="http://schemas.openxmlformats.org/drawingml/2006/main">
              <a:ext uri="{FF2B5EF4-FFF2-40B4-BE49-F238E27FC236}">
                <a16:creationId xmlns:a16="http://schemas.microsoft.com/office/drawing/2014/main" id="{7A9E192F-B9D1-4F68-831A-195F0EE8ED25}"/>
              </a:ext>
            </a:extLst>
          </p:cNvPr>
          <p:cNvSpPr>
            <a:spLocks xmlns:a="http://schemas.openxmlformats.org/drawingml/2006/main"/>
          </p:cNvSpPr>
          <p:nvPr/>
        </p:nvSpPr>
        <p:spPr>
          <a:xfrm xmlns:a="http://schemas.openxmlformats.org/drawingml/2006/main">
            <a:off x="6248400" y="28956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351" name="15-text-9">
            <a:extLst xmlns:a="http://schemas.openxmlformats.org/drawingml/2006/main">
              <a:ext uri="{FF2B5EF4-FFF2-40B4-BE49-F238E27FC236}">
                <a16:creationId xmlns:a16="http://schemas.microsoft.com/office/drawing/2014/main" id="{2085FFC5-8F69-48C5-97DD-C163A7094FD8}"/>
              </a:ext>
            </a:extLst>
          </p:cNvPr>
          <p:cNvSpPr>
            <a:spLocks xmlns:a="http://schemas.openxmlformats.org/drawingml/2006/main"/>
          </p:cNvSpPr>
          <p:nvPr/>
        </p:nvSpPr>
        <p:spPr>
          <a:xfrm xmlns:a="http://schemas.openxmlformats.org/drawingml/2006/main">
            <a:off x="6858000" y="28956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352" name="15-text-10">
            <a:extLst xmlns:a="http://schemas.openxmlformats.org/drawingml/2006/main">
              <a:ext uri="{FF2B5EF4-FFF2-40B4-BE49-F238E27FC236}">
                <a16:creationId xmlns:a16="http://schemas.microsoft.com/office/drawing/2014/main" id="{E0DA6E0B-3E23-45A9-AE4F-AC4A8F82F147}"/>
              </a:ext>
            </a:extLst>
          </p:cNvPr>
          <p:cNvSpPr>
            <a:spLocks xmlns:a="http://schemas.openxmlformats.org/drawingml/2006/main"/>
          </p:cNvSpPr>
          <p:nvPr/>
        </p:nvSpPr>
        <p:spPr>
          <a:xfrm xmlns:a="http://schemas.openxmlformats.org/drawingml/2006/main">
            <a:off x="6248400" y="38100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353" name="15-text-11">
            <a:extLst xmlns:a="http://schemas.openxmlformats.org/drawingml/2006/main">
              <a:ext uri="{FF2B5EF4-FFF2-40B4-BE49-F238E27FC236}">
                <a16:creationId xmlns:a16="http://schemas.microsoft.com/office/drawing/2014/main" id="{ECE9F934-9DE1-467D-9431-A21683521803}"/>
              </a:ext>
            </a:extLst>
          </p:cNvPr>
          <p:cNvSpPr>
            <a:spLocks xmlns:a="http://schemas.openxmlformats.org/drawingml/2006/main"/>
          </p:cNvSpPr>
          <p:nvPr/>
        </p:nvSpPr>
        <p:spPr>
          <a:xfrm xmlns:a="http://schemas.openxmlformats.org/drawingml/2006/main">
            <a:off x="6858000" y="38100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354" name="15-text-12">
            <a:extLst xmlns:a="http://schemas.openxmlformats.org/drawingml/2006/main">
              <a:ext uri="{FF2B5EF4-FFF2-40B4-BE49-F238E27FC236}">
                <a16:creationId xmlns:a16="http://schemas.microsoft.com/office/drawing/2014/main" id="{C5AEB231-5CE2-4F9F-94CD-AF17C665EEAF}"/>
              </a:ext>
            </a:extLst>
          </p:cNvPr>
          <p:cNvSpPr>
            <a:spLocks xmlns:a="http://schemas.openxmlformats.org/drawingml/2006/main"/>
          </p:cNvSpPr>
          <p:nvPr/>
        </p:nvSpPr>
        <p:spPr>
          <a:xfrm xmlns:a="http://schemas.openxmlformats.org/drawingml/2006/main">
            <a:off x="6248400" y="47244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355" name="15-text-13">
            <a:extLst xmlns:a="http://schemas.openxmlformats.org/drawingml/2006/main">
              <a:ext uri="{FF2B5EF4-FFF2-40B4-BE49-F238E27FC236}">
                <a16:creationId xmlns:a16="http://schemas.microsoft.com/office/drawing/2014/main" id="{ED63A53F-76FB-4C5D-B761-D610767DE8D4}"/>
              </a:ext>
            </a:extLst>
          </p:cNvPr>
          <p:cNvSpPr>
            <a:spLocks xmlns:a="http://schemas.openxmlformats.org/drawingml/2006/main"/>
          </p:cNvSpPr>
          <p:nvPr/>
        </p:nvSpPr>
        <p:spPr>
          <a:xfrm xmlns:a="http://schemas.openxmlformats.org/drawingml/2006/main">
            <a:off x="6858000" y="47244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356" name="narrative-number">
            <a:extLst xmlns:a="http://schemas.openxmlformats.org/drawingml/2006/main">
              <a:ext uri="{FF2B5EF4-FFF2-40B4-BE49-F238E27FC236}">
                <a16:creationId xmlns:a16="http://schemas.microsoft.com/office/drawing/2014/main" id="{33CE9D68-7564-48BA-BD33-321B9AE3A44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60018970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5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5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5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7" name="!!area-name">
            <a:extLst xmlns:a="http://schemas.openxmlformats.org/drawingml/2006/main">
              <a:ext uri="{FF2B5EF4-FFF2-40B4-BE49-F238E27FC236}">
                <a16:creationId xmlns:a16="http://schemas.microsoft.com/office/drawing/2014/main" id="{A98B3157-F8B0-4F01-BDAD-2B0D4CF052B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67" name="mini-map"/>
          <p:cNvPicPr>
            <a:picLocks xmlns:a="http://schemas.openxmlformats.org/drawingml/2006/main" noChangeAspect="1"/>
          </p:cNvPicPr>
          <p:nvPr/>
        </p:nvPicPr>
        <p:blipFill>
          <a:blip xmlns:r="http://schemas.openxmlformats.org/officeDocument/2006/relationships" xmlns:a="http://schemas.openxmlformats.org/drawingml/2006/main" r:embed="R5fcfc98f5ebb4e3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9" name="slide-title">
            <a:extLst xmlns:a="http://schemas.openxmlformats.org/drawingml/2006/main">
              <a:ext uri="{FF2B5EF4-FFF2-40B4-BE49-F238E27FC236}">
                <a16:creationId xmlns:a16="http://schemas.microsoft.com/office/drawing/2014/main" id="{52409337-2E3F-4B94-AEDC-66AED0BA5E7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60" name="header-divider">
            <a:extLst xmlns:a="http://schemas.openxmlformats.org/drawingml/2006/main">
              <a:ext uri="{FF2B5EF4-FFF2-40B4-BE49-F238E27FC236}">
                <a16:creationId xmlns:a16="http://schemas.microsoft.com/office/drawing/2014/main" id="{D68CEFA0-C503-423B-825D-43B83FA9389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1" name="15-text-14">
            <a:extLst xmlns:a="http://schemas.openxmlformats.org/drawingml/2006/main">
              <a:ext uri="{FF2B5EF4-FFF2-40B4-BE49-F238E27FC236}">
                <a16:creationId xmlns:a16="http://schemas.microsoft.com/office/drawing/2014/main" id="{0E10D927-2EB7-48FB-A954-89FC291CE6A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extension after measuring the workflow</a:t>
            </a:r>
          </a:p>
        </p:txBody>
      </p:sp>
      <p:sp>
        <p:nvSpPr>
          <p:cNvPr id="362" name="15-text-15">
            <a:extLst xmlns:a="http://schemas.openxmlformats.org/drawingml/2006/main">
              <a:ext uri="{FF2B5EF4-FFF2-40B4-BE49-F238E27FC236}">
                <a16:creationId xmlns:a16="http://schemas.microsoft.com/office/drawing/2014/main" id="{017B54E0-34DC-424F-A617-10552DBF2EF5}"/>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Optional workers: compare FRB-017 and FRB-031 independently.</a:t>
            </a:r>
          </a:p>
        </p:txBody>
      </p:sp>
      <p:sp>
        <p:nvSpPr>
          <p:cNvPr id="363" name="15-text-16">
            <a:extLst xmlns:a="http://schemas.openxmlformats.org/drawingml/2006/main">
              <a:ext uri="{FF2B5EF4-FFF2-40B4-BE49-F238E27FC236}">
                <a16:creationId xmlns:a16="http://schemas.microsoft.com/office/drawing/2014/main" id="{0363C61F-3930-4425-AE98-6EE7F605CED7}"/>
              </a:ext>
            </a:extLst>
          </p:cNvPr>
          <p:cNvSpPr>
            <a:spLocks xmlns:a="http://schemas.openxmlformats.org/drawingml/2006/main"/>
          </p:cNvSpPr>
          <p:nvPr/>
        </p:nvSpPr>
        <p:spPr>
          <a:xfrm xmlns:a="http://schemas.openxmlformats.org/drawingml/2006/main">
            <a:off x="609600" y="35814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evidence and uncertainty to the main analyst.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Authorized internal FRB corpus and attachments only.</a:t>
            </a:r>
          </a:p>
        </p:txBody>
      </p:sp>
      <p:sp>
        <p:nvSpPr>
          <p:cNvPr id="364" name="15-text-17">
            <a:extLst xmlns:a="http://schemas.openxmlformats.org/drawingml/2006/main">
              <a:ext uri="{FF2B5EF4-FFF2-40B4-BE49-F238E27FC236}">
                <a16:creationId xmlns:a16="http://schemas.microsoft.com/office/drawing/2014/main" id="{53479707-179D-4CAF-911D-797639551546}"/>
              </a:ext>
            </a:extLst>
          </p:cNvPr>
          <p:cNvSpPr>
            <a:spLocks xmlns:a="http://schemas.openxmlformats.org/drawingml/2006/main"/>
          </p:cNvSpPr>
          <p:nvPr/>
        </p:nvSpPr>
        <p:spPr>
          <a:xfrm xmlns:a="http://schemas.openxmlformats.org/drawingml/2006/main">
            <a:off x="609600" y="46990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Bound retries. Save steps and revisions for resume.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Recheck freshness, access, and export receipts.</a:t>
            </a:r>
          </a:p>
        </p:txBody>
      </p:sp>
      <p:sp>
        <p:nvSpPr>
          <p:cNvPr id="365" name="narrative-number">
            <a:extLst xmlns:a="http://schemas.openxmlformats.org/drawingml/2006/main">
              <a:ext uri="{FF2B5EF4-FFF2-40B4-BE49-F238E27FC236}">
                <a16:creationId xmlns:a16="http://schemas.microsoft.com/office/drawing/2014/main" id="{62C20181-B221-42CE-B6BE-3C169DE6762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856229983"/>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6" name="!!area-name">
            <a:extLst xmlns:a="http://schemas.openxmlformats.org/drawingml/2006/main">
              <a:ext uri="{FF2B5EF4-FFF2-40B4-BE49-F238E27FC236}">
                <a16:creationId xmlns:a16="http://schemas.microsoft.com/office/drawing/2014/main" id="{6A7714F5-5355-4F3C-87EF-894FF827874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81" name="mini-map"/>
          <p:cNvPicPr>
            <a:picLocks xmlns:a="http://schemas.openxmlformats.org/drawingml/2006/main" noChangeAspect="1"/>
          </p:cNvPicPr>
          <p:nvPr/>
        </p:nvPicPr>
        <p:blipFill>
          <a:blip xmlns:r="http://schemas.openxmlformats.org/officeDocument/2006/relationships" xmlns:a="http://schemas.openxmlformats.org/drawingml/2006/main" r:embed="R5e89e36a39ee487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8" name="slide-title">
            <a:extLst xmlns:a="http://schemas.openxmlformats.org/drawingml/2006/main">
              <a:ext uri="{FF2B5EF4-FFF2-40B4-BE49-F238E27FC236}">
                <a16:creationId xmlns:a16="http://schemas.microsoft.com/office/drawing/2014/main" id="{D6857EBC-0CB0-406E-80C3-3A9EF4AE37B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69" name="header-divider">
            <a:extLst xmlns:a="http://schemas.openxmlformats.org/drawingml/2006/main">
              <a:ext uri="{FF2B5EF4-FFF2-40B4-BE49-F238E27FC236}">
                <a16:creationId xmlns:a16="http://schemas.microsoft.com/office/drawing/2014/main" id="{23F08394-A63D-4FAE-BA9F-DD1635C3725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0" name="15-text-18">
            <a:extLst xmlns:a="http://schemas.openxmlformats.org/drawingml/2006/main">
              <a:ext uri="{FF2B5EF4-FFF2-40B4-BE49-F238E27FC236}">
                <a16:creationId xmlns:a16="http://schemas.microsoft.com/office/drawing/2014/main" id="{CF2EB7CC-5704-4C1A-9B6C-71CD821F5C4E}"/>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operating limits</a:t>
            </a:r>
          </a:p>
        </p:txBody>
      </p:sp>
      <p:sp>
        <p:nvSpPr>
          <p:cNvPr id="371" name="15-text-19">
            <a:extLst xmlns:a="http://schemas.openxmlformats.org/drawingml/2006/main">
              <a:ext uri="{FF2B5EF4-FFF2-40B4-BE49-F238E27FC236}">
                <a16:creationId xmlns:a16="http://schemas.microsoft.com/office/drawing/2014/main" id="{3E6DF047-2F3B-4A26-BC5E-5C671A1AFD58}"/>
              </a:ext>
            </a:extLst>
          </p:cNvPr>
          <p:cNvSpPr>
            <a:spLocks xmlns:a="http://schemas.openxmlformats.org/drawingml/2006/main"/>
          </p:cNvSpPr>
          <p:nvPr/>
        </p:nvSpPr>
        <p:spPr>
          <a:xfrm xmlns:a="http://schemas.openxmlformats.org/drawingml/2006/main">
            <a:off x="609600" y="2844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Conflicting findings: inspect sources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or leave the result unresolved.</a:t>
            </a:r>
          </a:p>
        </p:txBody>
      </p:sp>
      <p:sp>
        <p:nvSpPr>
          <p:cNvPr id="372" name="15-text-20">
            <a:extLst xmlns:a="http://schemas.openxmlformats.org/drawingml/2006/main">
              <a:ext uri="{FF2B5EF4-FFF2-40B4-BE49-F238E27FC236}">
                <a16:creationId xmlns:a16="http://schemas.microsoft.com/office/drawing/2014/main" id="{77361E34-8E0D-4702-8B32-E0721A4D32C2}"/>
              </a:ext>
            </a:extLst>
          </p:cNvPr>
          <p:cNvSpPr>
            <a:spLocks xmlns:a="http://schemas.openxmlformats.org/drawingml/2006/main"/>
          </p:cNvSpPr>
          <p:nvPr/>
        </p:nvSpPr>
        <p:spPr>
          <a:xfrm xmlns:a="http://schemas.openxmlformats.org/drawingml/2006/main">
            <a:off x="609600" y="3860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Incomplete indexing must be explicit.</a:t>
            </a:r>
          </a:p>
        </p:txBody>
      </p:sp>
      <p:sp>
        <p:nvSpPr>
          <p:cNvPr id="373" name="15-text-21">
            <a:extLst xmlns:a="http://schemas.openxmlformats.org/drawingml/2006/main">
              <a:ext uri="{FF2B5EF4-FFF2-40B4-BE49-F238E27FC236}">
                <a16:creationId xmlns:a16="http://schemas.microsoft.com/office/drawing/2014/main" id="{0F06DC1D-773E-4C84-82EE-0B02156799D3}"/>
              </a:ext>
            </a:extLst>
          </p:cNvPr>
          <p:cNvSpPr>
            <a:spLocks xmlns:a="http://schemas.openxmlformats.org/drawingml/2006/main"/>
          </p:cNvSpPr>
          <p:nvPr/>
        </p:nvSpPr>
        <p:spPr>
          <a:xfrm xmlns:a="http://schemas.openxmlformats.org/drawingml/2006/main">
            <a:off x="609600" y="4749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Bound actions, tokens, and end-to-end latency.</a:t>
            </a:r>
          </a:p>
        </p:txBody>
      </p:sp>
      <p:sp>
        <p:nvSpPr>
          <p:cNvPr id="374" name="15-shape-22">
            <a:extLst xmlns:a="http://schemas.openxmlformats.org/drawingml/2006/main">
              <a:ext uri="{FF2B5EF4-FFF2-40B4-BE49-F238E27FC236}">
                <a16:creationId xmlns:a16="http://schemas.microsoft.com/office/drawing/2014/main" id="{6A25B85D-8E90-4C14-BF42-96767D7B4CD0}"/>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75" name="15-shape-23">
            <a:extLst xmlns:a="http://schemas.openxmlformats.org/drawingml/2006/main">
              <a:ext uri="{FF2B5EF4-FFF2-40B4-BE49-F238E27FC236}">
                <a16:creationId xmlns:a16="http://schemas.microsoft.com/office/drawing/2014/main" id="{1C718C4D-E285-421B-9DB2-97FC0DDFFB92}"/>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76" name="15-text-24">
            <a:extLst xmlns:a="http://schemas.openxmlformats.org/drawingml/2006/main">
              <a:ext uri="{FF2B5EF4-FFF2-40B4-BE49-F238E27FC236}">
                <a16:creationId xmlns:a16="http://schemas.microsoft.com/office/drawing/2014/main" id="{96AA3070-E307-4015-82A1-9A7CC2E508CB}"/>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77" name="15-text-25">
            <a:extLst xmlns:a="http://schemas.openxmlformats.org/drawingml/2006/main">
              <a:ext uri="{FF2B5EF4-FFF2-40B4-BE49-F238E27FC236}">
                <a16:creationId xmlns:a16="http://schemas.microsoft.com/office/drawing/2014/main" id="{E98E7F46-BB09-49B4-B4DD-04B11C50BEAA}"/>
              </a:ext>
            </a:extLst>
          </p:cNvPr>
          <p:cNvSpPr>
            <a:spLocks xmlns:a="http://schemas.openxmlformats.org/drawingml/2006/main"/>
          </p:cNvSpPr>
          <p:nvPr/>
        </p:nvSpPr>
        <p:spPr>
          <a:xfrm xmlns:a="http://schemas.openxmlformats.org/drawingml/2006/main">
            <a:off x="2489200" y="5740400"/>
            <a:ext cx="909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378" name="15-text-26">
            <a:extLst xmlns:a="http://schemas.openxmlformats.org/drawingml/2006/main">
              <a:ext uri="{FF2B5EF4-FFF2-40B4-BE49-F238E27FC236}">
                <a16:creationId xmlns:a16="http://schemas.microsoft.com/office/drawing/2014/main" id="{5B0B6B58-91AF-4CDA-96F9-ED60EEE135AE}"/>
              </a:ext>
            </a:extLst>
          </p:cNvPr>
          <p:cNvSpPr>
            <a:spLocks xmlns:a="http://schemas.openxmlformats.org/drawingml/2006/main"/>
          </p:cNvSpPr>
          <p:nvPr/>
        </p:nvSpPr>
        <p:spPr>
          <a:xfrm xmlns:a="http://schemas.openxmlformats.org/drawingml/2006/main">
            <a:off x="2489200" y="6172200"/>
            <a:ext cx="909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bounded result can be an explicit limitation or a human handoff.</a:t>
            </a:r>
          </a:p>
        </p:txBody>
      </p:sp>
      <p:sp>
        <p:nvSpPr>
          <p:cNvPr id="379" name="narrative-number">
            <a:extLst xmlns:a="http://schemas.openxmlformats.org/drawingml/2006/main">
              <a:ext uri="{FF2B5EF4-FFF2-40B4-BE49-F238E27FC236}">
                <a16:creationId xmlns:a16="http://schemas.microsoft.com/office/drawing/2014/main" id="{AF228D3B-1CB0-4E39-B41E-2CFB36D527D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46304454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4"/>
                                        </p:tgtEl>
                                        <p:attrNameLst>
                                          <p:attrName>style.visibility</p:attrName>
                                        </p:attrNameLst>
                                      </p:cBhvr>
                                      <p:to>
                                        <p:strVal val="visible"/>
                                      </p:to>
                                    </p:set>
                                    <p:animEffect transition="in" filter="fade">
                                      <p:cBhvr>
                                        <p:cTn id="7" dur="300" fill="hold"/>
                                        <p:tgtEl>
                                          <p:spTgt spid="374"/>
                                        </p:tgtEl>
                                      </p:cBhvr>
                                    </p:animEffect>
                                  </p:childTnLst>
                                </p:cTn>
                              </p:par>
                              <p:par>
                                <p:cTn id="8" presetID="10" presetClass="entr" presetSubtype="0" fill="hold" nodeType="withEffect">
                                  <p:stCondLst>
                                    <p:cond delay="0"/>
                                  </p:stCondLst>
                                  <p:childTnLst>
                                    <p:set>
                                      <p:cBhvr>
                                        <p:cTn id="9" dur="1" fill="hold">
                                          <p:stCondLst>
                                            <p:cond delay="0"/>
                                          </p:stCondLst>
                                        </p:cTn>
                                        <p:tgtEl>
                                          <p:spTgt spid="375"/>
                                        </p:tgtEl>
                                        <p:attrNameLst>
                                          <p:attrName>style.visibility</p:attrName>
                                        </p:attrNameLst>
                                      </p:cBhvr>
                                      <p:to>
                                        <p:strVal val="visible"/>
                                      </p:to>
                                    </p:set>
                                    <p:animEffect transition="in" filter="fade">
                                      <p:cBhvr>
                                        <p:cTn id="10" dur="300" fill="hold"/>
                                        <p:tgtEl>
                                          <p:spTgt spid="375"/>
                                        </p:tgtEl>
                                      </p:cBhvr>
                                    </p:animEffect>
                                  </p:childTnLst>
                                </p:cTn>
                              </p:par>
                              <p:par>
                                <p:cTn id="11" presetID="10" presetClass="entr" presetSubtype="0" fill="hold" nodeType="withEffect">
                                  <p:stCondLst>
                                    <p:cond delay="0"/>
                                  </p:stCondLst>
                                  <p:childTnLst>
                                    <p:set>
                                      <p:cBhvr>
                                        <p:cTn id="12" dur="1" fill="hold">
                                          <p:stCondLst>
                                            <p:cond delay="0"/>
                                          </p:stCondLst>
                                        </p:cTn>
                                        <p:tgtEl>
                                          <p:spTgt spid="376"/>
                                        </p:tgtEl>
                                        <p:attrNameLst>
                                          <p:attrName>style.visibility</p:attrName>
                                        </p:attrNameLst>
                                      </p:cBhvr>
                                      <p:to>
                                        <p:strVal val="visible"/>
                                      </p:to>
                                    </p:set>
                                    <p:animEffect transition="in" filter="fade">
                                      <p:cBhvr>
                                        <p:cTn id="13" dur="300" fill="hold"/>
                                        <p:tgtEl>
                                          <p:spTgt spid="376"/>
                                        </p:tgtEl>
                                      </p:cBhvr>
                                    </p:animEffect>
                                  </p:childTnLst>
                                </p:cTn>
                              </p:par>
                              <p:par>
                                <p:cTn id="14" presetID="10" presetClass="entr" presetSubtype="0" fill="hold" nodeType="withEffect">
                                  <p:stCondLst>
                                    <p:cond delay="0"/>
                                  </p:stCondLst>
                                  <p:childTnLst>
                                    <p:set>
                                      <p:cBhvr>
                                        <p:cTn id="15" dur="1" fill="hold">
                                          <p:stCondLst>
                                            <p:cond delay="0"/>
                                          </p:stCondLst>
                                        </p:cTn>
                                        <p:tgtEl>
                                          <p:spTgt spid="377"/>
                                        </p:tgtEl>
                                        <p:attrNameLst>
                                          <p:attrName>style.visibility</p:attrName>
                                        </p:attrNameLst>
                                      </p:cBhvr>
                                      <p:to>
                                        <p:strVal val="visible"/>
                                      </p:to>
                                    </p:set>
                                    <p:animEffect transition="in" filter="fade">
                                      <p:cBhvr>
                                        <p:cTn id="16" dur="300" fill="hold"/>
                                        <p:tgtEl>
                                          <p:spTgt spid="377"/>
                                        </p:tgtEl>
                                      </p:cBhvr>
                                    </p:animEffect>
                                  </p:childTnLst>
                                </p:cTn>
                              </p:par>
                              <p:par>
                                <p:cTn id="17" presetID="1" presetClass="entr" presetSubtype="0" fill="hold" nodeType="withEffect">
                                  <p:stCondLst>
                                    <p:cond delay="0"/>
                                  </p:stCondLst>
                                  <p:childTnLst>
                                    <p:set>
                                      <p:cBhvr>
                                        <p:cTn id="18" dur="1" fill="hold">
                                          <p:stCondLst>
                                            <p:cond delay="0"/>
                                          </p:stCondLst>
                                        </p:cTn>
                                        <p:tgtEl>
                                          <p:spTgt spid="3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0" name="!!area-header">
            <a:extLst xmlns:a="http://schemas.openxmlformats.org/drawingml/2006/main">
              <a:ext uri="{FF2B5EF4-FFF2-40B4-BE49-F238E27FC236}">
                <a16:creationId xmlns:a16="http://schemas.microsoft.com/office/drawing/2014/main" id="{70B49C82-4790-4ACF-956A-C2AD03A1A73F}"/>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381" name="!!area-name">
            <a:extLst xmlns:a="http://schemas.openxmlformats.org/drawingml/2006/main">
              <a:ext uri="{FF2B5EF4-FFF2-40B4-BE49-F238E27FC236}">
                <a16:creationId xmlns:a16="http://schemas.microsoft.com/office/drawing/2014/main" id="{AEAAA7C2-4472-4CC2-B5BC-7E36FD8F1FDB}"/>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Verification and evals</a:t>
            </a:r>
          </a:p>
        </p:txBody>
      </p:sp>
      <p:sp>
        <p:nvSpPr>
          <p:cNvPr id="382" name="!!area-beat">
            <a:extLst xmlns:a="http://schemas.openxmlformats.org/drawingml/2006/main">
              <a:ext uri="{FF2B5EF4-FFF2-40B4-BE49-F238E27FC236}">
                <a16:creationId xmlns:a16="http://schemas.microsoft.com/office/drawing/2014/main" id="{86E620A9-A852-4B30-8F5B-7C56E2C90FAF}"/>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383" name="header-divider">
            <a:extLst xmlns:a="http://schemas.openxmlformats.org/drawingml/2006/main">
              <a:ext uri="{FF2B5EF4-FFF2-40B4-BE49-F238E27FC236}">
                <a16:creationId xmlns:a16="http://schemas.microsoft.com/office/drawing/2014/main" id="{24687AA8-3140-486E-8DD4-8BF62B7ACC56}"/>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4" name="16-text-1">
            <a:extLst xmlns:a="http://schemas.openxmlformats.org/drawingml/2006/main">
              <a:ext uri="{FF2B5EF4-FFF2-40B4-BE49-F238E27FC236}">
                <a16:creationId xmlns:a16="http://schemas.microsoft.com/office/drawing/2014/main" id="{1108ED83-D067-4955-9558-2D2C1F5F95B7}"/>
              </a:ext>
            </a:extLst>
          </p:cNvPr>
          <p:cNvSpPr>
            <a:spLocks xmlns:a="http://schemas.openxmlformats.org/drawingml/2006/main"/>
          </p:cNvSpPr>
          <p:nvPr/>
        </p:nvSpPr>
        <p:spPr>
          <a:xfrm xmlns:a="http://schemas.openxmlformats.org/drawingml/2006/main">
            <a:off x="6096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write</a:t>
            </a:r>
          </a:p>
        </p:txBody>
      </p:sp>
      <p:sp>
        <p:nvSpPr>
          <p:cNvPr id="385" name="16-text-2">
            <a:extLst xmlns:a="http://schemas.openxmlformats.org/drawingml/2006/main">
              <a:ext uri="{FF2B5EF4-FFF2-40B4-BE49-F238E27FC236}">
                <a16:creationId xmlns:a16="http://schemas.microsoft.com/office/drawing/2014/main" id="{4558B14F-DAE4-4666-B7A9-383F5D1EAB76}"/>
              </a:ext>
            </a:extLst>
          </p:cNvPr>
          <p:cNvSpPr>
            <a:spLocks xmlns:a="http://schemas.openxmlformats.org/drawingml/2006/main"/>
          </p:cNvSpPr>
          <p:nvPr/>
        </p:nvSpPr>
        <p:spPr>
          <a:xfrm xmlns:a="http://schemas.openxmlformats.org/drawingml/2006/main">
            <a:off x="34290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a:t>
            </a:r>
          </a:p>
        </p:txBody>
      </p:sp>
      <p:sp>
        <p:nvSpPr>
          <p:cNvPr id="386" name="16-text-3">
            <a:extLst xmlns:a="http://schemas.openxmlformats.org/drawingml/2006/main">
              <a:ext uri="{FF2B5EF4-FFF2-40B4-BE49-F238E27FC236}">
                <a16:creationId xmlns:a16="http://schemas.microsoft.com/office/drawing/2014/main" id="{ACA45151-BEC1-4456-98C4-A428BCCAEA42}"/>
              </a:ext>
            </a:extLst>
          </p:cNvPr>
          <p:cNvSpPr>
            <a:spLocks xmlns:a="http://schemas.openxmlformats.org/drawingml/2006/main"/>
          </p:cNvSpPr>
          <p:nvPr/>
        </p:nvSpPr>
        <p:spPr>
          <a:xfrm xmlns:a="http://schemas.openxmlformats.org/drawingml/2006/main">
            <a:off x="62484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read the failure</a:t>
            </a:r>
          </a:p>
        </p:txBody>
      </p:sp>
      <p:sp>
        <p:nvSpPr>
          <p:cNvPr id="387" name="16-text-4">
            <a:extLst xmlns:a="http://schemas.openxmlformats.org/drawingml/2006/main">
              <a:ext uri="{FF2B5EF4-FFF2-40B4-BE49-F238E27FC236}">
                <a16:creationId xmlns:a16="http://schemas.microsoft.com/office/drawing/2014/main" id="{7919E25A-D977-41CE-ABF0-DAB827BDD58B}"/>
              </a:ext>
            </a:extLst>
          </p:cNvPr>
          <p:cNvSpPr>
            <a:spLocks xmlns:a="http://schemas.openxmlformats.org/drawingml/2006/main"/>
          </p:cNvSpPr>
          <p:nvPr/>
        </p:nvSpPr>
        <p:spPr>
          <a:xfrm xmlns:a="http://schemas.openxmlformats.org/drawingml/2006/main">
            <a:off x="90678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a:t>
            </a:r>
          </a:p>
        </p:txBody>
      </p:sp>
      <p:sp>
        <p:nvSpPr>
          <p:cNvPr id="388" name="16-line-6">
            <a:extLst xmlns:a="http://schemas.openxmlformats.org/drawingml/2006/main">
              <a:ext uri="{FF2B5EF4-FFF2-40B4-BE49-F238E27FC236}">
                <a16:creationId xmlns:a16="http://schemas.microsoft.com/office/drawing/2014/main" id="{B2AE0FF2-903A-41AC-8B23-0C85505F6FE5}"/>
              </a:ext>
            </a:extLst>
          </p:cNvPr>
          <p:cNvSpPr>
            <a:spLocks xmlns:a="http://schemas.openxmlformats.org/drawingml/2006/main"/>
          </p:cNvSpPr>
          <p:nvPr/>
        </p:nvSpPr>
        <p:spPr>
          <a:xfrm xmlns:a="http://schemas.openxmlformats.org/drawingml/2006/main" flipH="0" flipV="0">
            <a:off x="27305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89" name="16-line-8">
            <a:extLst xmlns:a="http://schemas.openxmlformats.org/drawingml/2006/main">
              <a:ext uri="{FF2B5EF4-FFF2-40B4-BE49-F238E27FC236}">
                <a16:creationId xmlns:a16="http://schemas.microsoft.com/office/drawing/2014/main" id="{94A212F1-DBE6-4F58-97D0-0C571FCB76C5}"/>
              </a:ext>
            </a:extLst>
          </p:cNvPr>
          <p:cNvSpPr>
            <a:spLocks xmlns:a="http://schemas.openxmlformats.org/drawingml/2006/main"/>
          </p:cNvSpPr>
          <p:nvPr/>
        </p:nvSpPr>
        <p:spPr>
          <a:xfrm xmlns:a="http://schemas.openxmlformats.org/drawingml/2006/main" flipH="0" flipV="0">
            <a:off x="55499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90" name="16-line-10">
            <a:extLst xmlns:a="http://schemas.openxmlformats.org/drawingml/2006/main">
              <a:ext uri="{FF2B5EF4-FFF2-40B4-BE49-F238E27FC236}">
                <a16:creationId xmlns:a16="http://schemas.microsoft.com/office/drawing/2014/main" id="{2412E918-6684-44DA-9168-0F1C033AAE84}"/>
              </a:ext>
            </a:extLst>
          </p:cNvPr>
          <p:cNvSpPr>
            <a:spLocks xmlns:a="http://schemas.openxmlformats.org/drawingml/2006/main"/>
          </p:cNvSpPr>
          <p:nvPr/>
        </p:nvSpPr>
        <p:spPr>
          <a:xfrm xmlns:a="http://schemas.openxmlformats.org/drawingml/2006/main" flipH="0" flipV="0">
            <a:off x="83693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91" name="16-text-11">
            <a:extLst xmlns:a="http://schemas.openxmlformats.org/drawingml/2006/main">
              <a:ext uri="{FF2B5EF4-FFF2-40B4-BE49-F238E27FC236}">
                <a16:creationId xmlns:a16="http://schemas.microsoft.com/office/drawing/2014/main" id="{887146EC-ACB2-4091-81EA-F03629A4FCC2}"/>
              </a:ext>
            </a:extLst>
          </p:cNvPr>
          <p:cNvSpPr>
            <a:spLocks xmlns:a="http://schemas.openxmlformats.org/drawingml/2006/main"/>
          </p:cNvSpPr>
          <p:nvPr/>
        </p:nvSpPr>
        <p:spPr>
          <a:xfrm xmlns:a="http://schemas.openxmlformats.org/drawingml/2006/main">
            <a:off x="609600" y="3581400"/>
            <a:ext cx="10972800" cy="20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"LLMs are quite happy to say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'all tests green', yet when I run them,</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there are failures."</a:t>
            </a:r>
          </a:p>
        </p:txBody>
      </p:sp>
      <p:sp>
        <p:nvSpPr>
          <p:cNvPr id="392" name="16-text-12">
            <a:extLst xmlns:a="http://schemas.openxmlformats.org/drawingml/2006/main">
              <a:ext uri="{FF2B5EF4-FFF2-40B4-BE49-F238E27FC236}">
                <a16:creationId xmlns:a16="http://schemas.microsoft.com/office/drawing/2014/main" id="{FE79AC3C-F601-4016-A3AF-6180A26BCC50}"/>
              </a:ext>
            </a:extLst>
          </p:cNvPr>
          <p:cNvSpPr>
            <a:spLocks xmlns:a="http://schemas.openxmlformats.org/drawingml/2006/main"/>
          </p:cNvSpPr>
          <p:nvPr/>
        </p:nvSpPr>
        <p:spPr>
          <a:xfrm xmlns:a="http://schemas.openxmlformats.org/drawingml/2006/main">
            <a:off x="609600" y="5765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Martin Fowler, August 2025</a:t>
            </a:r>
          </a:p>
        </p:txBody>
      </p:sp>
      <p:sp>
        <p:nvSpPr>
          <p:cNvPr id="393" name="narrative-number">
            <a:extLst xmlns:a="http://schemas.openxmlformats.org/drawingml/2006/main">
              <a:ext uri="{FF2B5EF4-FFF2-40B4-BE49-F238E27FC236}">
                <a16:creationId xmlns:a16="http://schemas.microsoft.com/office/drawing/2014/main" id="{735AB8A0-4D81-4896-A2FA-0F0EA7746DD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510849542"/>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4" name="!!area-name">
            <a:extLst xmlns:a="http://schemas.openxmlformats.org/drawingml/2006/main">
              <a:ext uri="{FF2B5EF4-FFF2-40B4-BE49-F238E27FC236}">
                <a16:creationId xmlns:a16="http://schemas.microsoft.com/office/drawing/2014/main" id="{9CDDEF4F-E68E-4116-A9ED-555B050F70F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03" name="mini-map"/>
          <p:cNvPicPr>
            <a:picLocks xmlns:a="http://schemas.openxmlformats.org/drawingml/2006/main" noChangeAspect="1"/>
          </p:cNvPicPr>
          <p:nvPr/>
        </p:nvPicPr>
        <p:blipFill>
          <a:blip xmlns:r="http://schemas.openxmlformats.org/officeDocument/2006/relationships" xmlns:a="http://schemas.openxmlformats.org/drawingml/2006/main" r:embed="Rd2e2403c5292434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6" name="header-divider">
            <a:extLst xmlns:a="http://schemas.openxmlformats.org/drawingml/2006/main">
              <a:ext uri="{FF2B5EF4-FFF2-40B4-BE49-F238E27FC236}">
                <a16:creationId xmlns:a16="http://schemas.microsoft.com/office/drawing/2014/main" id="{C354D286-0314-4015-918B-54191B666C7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7" name="16b-text-1">
            <a:extLst xmlns:a="http://schemas.openxmlformats.org/drawingml/2006/main">
              <a:ext uri="{FF2B5EF4-FFF2-40B4-BE49-F238E27FC236}">
                <a16:creationId xmlns:a16="http://schemas.microsoft.com/office/drawing/2014/main" id="{6C5FFB4F-DD4C-4744-B50E-2F1FF1AA74AC}"/>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98" name="16b-text-2">
            <a:extLst xmlns:a="http://schemas.openxmlformats.org/drawingml/2006/main">
              <a:ext uri="{FF2B5EF4-FFF2-40B4-BE49-F238E27FC236}">
                <a16:creationId xmlns:a16="http://schemas.microsoft.com/office/drawing/2014/main" id="{5640DD9A-34E3-4D61-AA2B-6EFBCB3D750E}"/>
              </a:ext>
            </a:extLst>
          </p:cNvPr>
          <p:cNvSpPr>
            <a:spLocks xmlns:a="http://schemas.openxmlformats.org/drawingml/2006/main"/>
          </p:cNvSpPr>
          <p:nvPr/>
        </p:nvSpPr>
        <p:spPr>
          <a:xfrm xmlns:a="http://schemas.openxmlformats.org/drawingml/2006/main">
            <a:off x="609600" y="243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Two complementary uses of checks. This talk's organizing model:</a:t>
            </a:r>
          </a:p>
        </p:txBody>
      </p:sp>
      <p:graphicFrame>
        <p:nvGraphicFramePr>
          <p:cNvPr id="407" name="16b-table-3"/>
          <p:cNvGraphicFramePr/>
          <p:nvPr/>
        </p:nvGraphicFramePr>
        <p:xfrm>
          <a:off xmlns:a="http://schemas.openxmlformats.org/drawingml/2006/main" x="609600" y="29210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Verification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Evaluation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25500">
                <a:tc>
                  <a:txBody>
                    <a:bodyPr>
                      <a:noAutofit/>
                    </a:bodyPr>
                    <a:lstStyle/>
                    <a:p>
                      <a:pPr>
                        <a:lnSpc>
                          <a:spcPct val="125000"/>
                        </a:lnSpc>
                        <a:buNone/>
                      </a:pPr>
                      <a:r>
                        <a:rPr sz="2000" b="0">
                          <a:solidFill>
                            <a:srgbClr val="FFFCF5"/>
                          </a:solidFill>
                          <a:latin typeface="Helvetica"/>
                          <a:ea typeface="Helvetica"/>
                          <a:cs typeface="Helvetica"/>
                        </a:rPr>
                        <a:t>Check an action before accepting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 behavior across</a:t>
                      </a:r>
                    </a:p>
                    <a:p>
                      <a:pPr>
                        <a:lnSpc>
                          <a:spcPct val="125000"/>
                        </a:lnSpc>
                        <a:buNone/>
                      </a:pPr>
                      <a:r>
                        <a:rPr sz="2000" b="0">
                          <a:solidFill>
                            <a:srgbClr val="FFFCF5"/>
                          </a:solidFill>
                          <a:latin typeface="Helvetica"/>
                          <a:ea typeface="Helvetica"/>
                          <a:cs typeface="Helvetica"/>
                        </a:rPr>
                        <a:t>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Inside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Outside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Rules, state checks, visual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Tasks, trials, graders, suites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00" name="16b-text-4">
            <a:extLst xmlns:a="http://schemas.openxmlformats.org/drawingml/2006/main">
              <a:ext uri="{FF2B5EF4-FFF2-40B4-BE49-F238E27FC236}">
                <a16:creationId xmlns:a16="http://schemas.microsoft.com/office/drawing/2014/main" id="{CE5F78CB-48EA-46F5-8BF3-58A382A882EF}"/>
              </a:ext>
            </a:extLst>
          </p:cNvPr>
          <p:cNvSpPr>
            <a:spLocks xmlns:a="http://schemas.openxmlformats.org/drawingml/2006/main"/>
          </p:cNvSpPr>
          <p:nvPr/>
        </p:nvSpPr>
        <p:spPr>
          <a:xfrm xmlns:a="http://schemas.openxmlformats.org/drawingml/2006/main">
            <a:off x="609600" y="5613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Graders: code · model, with expert calibration · human</a:t>
            </a:r>
          </a:p>
        </p:txBody>
      </p:sp>
      <p:sp>
        <p:nvSpPr>
          <p:cNvPr id="401" name="narrative-number">
            <a:extLst xmlns:a="http://schemas.openxmlformats.org/drawingml/2006/main">
              <a:ext uri="{FF2B5EF4-FFF2-40B4-BE49-F238E27FC236}">
                <a16:creationId xmlns:a16="http://schemas.microsoft.com/office/drawing/2014/main" id="{7D190BEC-ADF5-4A16-BF06-504B4AD7F27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428348999"/>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2" name="!!area-name">
            <a:extLst xmlns:a="http://schemas.openxmlformats.org/drawingml/2006/main">
              <a:ext uri="{FF2B5EF4-FFF2-40B4-BE49-F238E27FC236}">
                <a16:creationId xmlns:a16="http://schemas.microsoft.com/office/drawing/2014/main" id="{7600D9BD-18AD-4D2E-AF1C-2C3546B82C9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18" name="mini-map"/>
          <p:cNvPicPr>
            <a:picLocks xmlns:a="http://schemas.openxmlformats.org/drawingml/2006/main" noChangeAspect="1"/>
          </p:cNvPicPr>
          <p:nvPr/>
        </p:nvPicPr>
        <p:blipFill>
          <a:blip xmlns:r="http://schemas.openxmlformats.org/officeDocument/2006/relationships" xmlns:a="http://schemas.openxmlformats.org/drawingml/2006/main" r:embed="Ree01d962d663464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4" name="header-divider">
            <a:extLst xmlns:a="http://schemas.openxmlformats.org/drawingml/2006/main">
              <a:ext uri="{FF2B5EF4-FFF2-40B4-BE49-F238E27FC236}">
                <a16:creationId xmlns:a16="http://schemas.microsoft.com/office/drawing/2014/main" id="{60E30098-288D-4CE5-BBD3-4F25D072119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5" name="16b-text-1">
            <a:extLst xmlns:a="http://schemas.openxmlformats.org/drawingml/2006/main">
              <a:ext uri="{FF2B5EF4-FFF2-40B4-BE49-F238E27FC236}">
                <a16:creationId xmlns:a16="http://schemas.microsoft.com/office/drawing/2014/main" id="{2610B17E-7ED3-4E8B-8CED-DAB42A40E04A}"/>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406" name="16b-text-5">
            <a:extLst xmlns:a="http://schemas.openxmlformats.org/drawingml/2006/main">
              <a:ext uri="{FF2B5EF4-FFF2-40B4-BE49-F238E27FC236}">
                <a16:creationId xmlns:a16="http://schemas.microsoft.com/office/drawing/2014/main" id="{988BDC79-D168-45D8-ADF7-042678875856}"/>
              </a:ext>
            </a:extLst>
          </p:cNvPr>
          <p:cNvSpPr>
            <a:spLocks xmlns:a="http://schemas.openxmlformats.org/drawingml/2006/main"/>
          </p:cNvSpPr>
          <p:nvPr/>
        </p:nvSpPr>
        <p:spPr>
          <a:xfrm xmlns:a="http://schemas.openxmlformats.org/drawingml/2006/main">
            <a:off x="609600" y="24384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Check the result. Inspect the trace.</a:t>
            </a:r>
          </a:p>
        </p:txBody>
      </p:sp>
      <p:sp>
        <p:nvSpPr>
          <p:cNvPr id="407" name="16b-text-6">
            <a:extLst xmlns:a="http://schemas.openxmlformats.org/drawingml/2006/main">
              <a:ext uri="{FF2B5EF4-FFF2-40B4-BE49-F238E27FC236}">
                <a16:creationId xmlns:a16="http://schemas.microsoft.com/office/drawing/2014/main" id="{428F8659-3005-4A38-9AB7-F5A507CFDCBF}"/>
              </a:ext>
            </a:extLst>
          </p:cNvPr>
          <p:cNvSpPr>
            <a:spLocks xmlns:a="http://schemas.openxmlformats.org/drawingml/2006/main"/>
          </p:cNvSpPr>
          <p:nvPr/>
        </p:nvSpPr>
        <p:spPr>
          <a:xfrm xmlns:a="http://schemas.openxmlformats.org/drawingml/2006/main">
            <a:off x="609600" y="3098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FRB-042 grader</a:t>
            </a:r>
          </a:p>
        </p:txBody>
      </p:sp>
      <p:sp>
        <p:nvSpPr>
          <p:cNvPr id="408" name="16b-text-7">
            <a:extLst xmlns:a="http://schemas.openxmlformats.org/drawingml/2006/main">
              <a:ext uri="{FF2B5EF4-FFF2-40B4-BE49-F238E27FC236}">
                <a16:creationId xmlns:a16="http://schemas.microsoft.com/office/drawing/2014/main" id="{F2FDDF57-1CBC-4122-A44F-8EC3B4FDDB67}"/>
              </a:ext>
            </a:extLst>
          </p:cNvPr>
          <p:cNvSpPr>
            <a:spLocks xmlns:a="http://schemas.openxmlformats.org/drawingml/2006/main"/>
          </p:cNvSpPr>
          <p:nvPr/>
        </p:nvSpPr>
        <p:spPr>
          <a:xfrm xmlns:a="http://schemas.openxmlformats.org/drawingml/2006/main">
            <a:off x="609600" y="3530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slide 6</a:t>
            </a:r>
          </a:p>
        </p:txBody>
      </p:sp>
      <p:sp>
        <p:nvSpPr>
          <p:cNvPr id="409" name="16b-text-8">
            <a:extLst xmlns:a="http://schemas.openxmlformats.org/drawingml/2006/main">
              <a:ext uri="{FF2B5EF4-FFF2-40B4-BE49-F238E27FC236}">
                <a16:creationId xmlns:a16="http://schemas.microsoft.com/office/drawing/2014/main" id="{C474B205-74B1-4EE8-B0CC-301CB585BA0C}"/>
              </a:ext>
            </a:extLst>
          </p:cNvPr>
          <p:cNvSpPr>
            <a:spLocks xmlns:a="http://schemas.openxmlformats.org/drawingml/2006/main"/>
          </p:cNvSpPr>
          <p:nvPr/>
        </p:nvSpPr>
        <p:spPr>
          <a:xfrm xmlns:a="http://schemas.openxmlformats.org/drawingml/2006/main">
            <a:off x="609600" y="3886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“Bearing wear is a possible cause.”</a:t>
            </a:r>
          </a:p>
        </p:txBody>
      </p:sp>
      <p:sp>
        <p:nvSpPr>
          <p:cNvPr id="410" name="16b-text-9">
            <a:extLst xmlns:a="http://schemas.openxmlformats.org/drawingml/2006/main">
              <a:ext uri="{FF2B5EF4-FFF2-40B4-BE49-F238E27FC236}">
                <a16:creationId xmlns:a16="http://schemas.microsoft.com/office/drawing/2014/main" id="{A9321D14-EB4D-4326-BD64-1BD89B551AF6}"/>
              </a:ext>
            </a:extLst>
          </p:cNvPr>
          <p:cNvSpPr>
            <a:spLocks xmlns:a="http://schemas.openxmlformats.org/drawingml/2006/main"/>
          </p:cNvSpPr>
          <p:nvPr/>
        </p:nvSpPr>
        <p:spPr>
          <a:xfrm xmlns:a="http://schemas.openxmlformats.org/drawingml/2006/main">
            <a:off x="609600" y="4673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11" name="16b-text-10">
            <a:extLst xmlns:a="http://schemas.openxmlformats.org/drawingml/2006/main">
              <a:ext uri="{FF2B5EF4-FFF2-40B4-BE49-F238E27FC236}">
                <a16:creationId xmlns:a16="http://schemas.microsoft.com/office/drawing/2014/main" id="{2BF38241-4E34-4DE6-8BA6-C517E1EDE866}"/>
              </a:ext>
            </a:extLst>
          </p:cNvPr>
          <p:cNvSpPr>
            <a:spLocks xmlns:a="http://schemas.openxmlformats.org/drawingml/2006/main"/>
          </p:cNvSpPr>
          <p:nvPr/>
        </p:nvSpPr>
        <p:spPr>
          <a:xfrm xmlns:a="http://schemas.openxmlformats.org/drawingml/2006/main">
            <a:off x="609600" y="50292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12" name="16b-text-11">
            <a:extLst xmlns:a="http://schemas.openxmlformats.org/drawingml/2006/main">
              <a:ext uri="{FF2B5EF4-FFF2-40B4-BE49-F238E27FC236}">
                <a16:creationId xmlns:a16="http://schemas.microsoft.com/office/drawing/2014/main" id="{680AC4B3-E9CF-4B44-B3B6-27535D0F2583}"/>
              </a:ext>
            </a:extLst>
          </p:cNvPr>
          <p:cNvSpPr>
            <a:spLocks xmlns:a="http://schemas.openxmlformats.org/drawingml/2006/main"/>
          </p:cNvSpPr>
          <p:nvPr/>
        </p:nvSpPr>
        <p:spPr>
          <a:xfrm xmlns:a="http://schemas.openxmlformats.org/drawingml/2006/main">
            <a:off x="6248400" y="3530600"/>
            <a:ext cx="5334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Observed answer</a:t>
            </a:r>
          </a:p>
        </p:txBody>
      </p:sp>
      <p:sp>
        <p:nvSpPr>
          <p:cNvPr id="413" name="16b-text-12">
            <a:extLst xmlns:a="http://schemas.openxmlformats.org/drawingml/2006/main">
              <a:ext uri="{FF2B5EF4-FFF2-40B4-BE49-F238E27FC236}">
                <a16:creationId xmlns:a16="http://schemas.microsoft.com/office/drawing/2014/main" id="{E890779A-4F66-4C7B-8666-F7F8B2247556}"/>
              </a:ext>
            </a:extLst>
          </p:cNvPr>
          <p:cNvSpPr>
            <a:spLocks xmlns:a="http://schemas.openxmlformats.org/drawingml/2006/main"/>
          </p:cNvSpPr>
          <p:nvPr/>
        </p:nvSpPr>
        <p:spPr>
          <a:xfrm xmlns:a="http://schemas.openxmlformats.org/drawingml/2006/main">
            <a:off x="6248400" y="3937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14" name="16b-text-13">
            <a:extLst xmlns:a="http://schemas.openxmlformats.org/drawingml/2006/main">
              <a:ext uri="{FF2B5EF4-FFF2-40B4-BE49-F238E27FC236}">
                <a16:creationId xmlns:a16="http://schemas.microsoft.com/office/drawing/2014/main" id="{E5B6A432-426D-4FA6-9C80-F4883AAFCEBA}"/>
              </a:ext>
            </a:extLst>
          </p:cNvPr>
          <p:cNvSpPr>
            <a:spLocks xmlns:a="http://schemas.openxmlformats.org/drawingml/2006/main"/>
          </p:cNvSpPr>
          <p:nvPr/>
        </p:nvSpPr>
        <p:spPr>
          <a:xfrm xmlns:a="http://schemas.openxmlformats.org/drawingml/2006/main">
            <a:off x="6248400" y="48768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 hypothesis reported</a:t>
            </a:r>
          </a:p>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as a finding.</a:t>
            </a:r>
          </a:p>
        </p:txBody>
      </p:sp>
      <p:sp>
        <p:nvSpPr>
          <p:cNvPr id="415" name="16b-text-14">
            <a:extLst xmlns:a="http://schemas.openxmlformats.org/drawingml/2006/main">
              <a:ext uri="{FF2B5EF4-FFF2-40B4-BE49-F238E27FC236}">
                <a16:creationId xmlns:a16="http://schemas.microsoft.com/office/drawing/2014/main" id="{92E68CD2-FCB9-49AD-B1C0-D278D5C7191A}"/>
              </a:ext>
            </a:extLst>
          </p:cNvPr>
          <p:cNvSpPr>
            <a:spLocks xmlns:a="http://schemas.openxmlformats.org/drawingml/2006/main"/>
          </p:cNvSpPr>
          <p:nvPr/>
        </p:nvSpPr>
        <p:spPr>
          <a:xfrm xmlns:a="http://schemas.openxmlformats.org/drawingml/2006/main">
            <a:off x="62484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before assigning a cause.</a:t>
            </a:r>
          </a:p>
        </p:txBody>
      </p:sp>
      <p:sp>
        <p:nvSpPr>
          <p:cNvPr id="416" name="narrative-number">
            <a:extLst xmlns:a="http://schemas.openxmlformats.org/drawingml/2006/main">
              <a:ext uri="{FF2B5EF4-FFF2-40B4-BE49-F238E27FC236}">
                <a16:creationId xmlns:a16="http://schemas.microsoft.com/office/drawing/2014/main" id="{D69A12B2-0964-48F8-85E3-E06FBBD6C88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388044195"/>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7" name="!!area-name">
            <a:extLst xmlns:a="http://schemas.openxmlformats.org/drawingml/2006/main">
              <a:ext uri="{FF2B5EF4-FFF2-40B4-BE49-F238E27FC236}">
                <a16:creationId xmlns:a16="http://schemas.microsoft.com/office/drawing/2014/main" id="{A2007AC7-495E-4ECB-B408-21BB9AEEC05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28" name="mini-map"/>
          <p:cNvPicPr>
            <a:picLocks xmlns:a="http://schemas.openxmlformats.org/drawingml/2006/main" noChangeAspect="1"/>
          </p:cNvPicPr>
          <p:nvPr/>
        </p:nvPicPr>
        <p:blipFill>
          <a:blip xmlns:r="http://schemas.openxmlformats.org/officeDocument/2006/relationships" xmlns:a="http://schemas.openxmlformats.org/drawingml/2006/main" r:embed="Re17ba74614c74aa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9" name="header-divider">
            <a:extLst xmlns:a="http://schemas.openxmlformats.org/drawingml/2006/main">
              <a:ext uri="{FF2B5EF4-FFF2-40B4-BE49-F238E27FC236}">
                <a16:creationId xmlns:a16="http://schemas.microsoft.com/office/drawing/2014/main" id="{EC22137B-40E7-4795-A4E7-261B1C5AD61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0" name="16b-text-1">
            <a:extLst xmlns:a="http://schemas.openxmlformats.org/drawingml/2006/main">
              <a:ext uri="{FF2B5EF4-FFF2-40B4-BE49-F238E27FC236}">
                <a16:creationId xmlns:a16="http://schemas.microsoft.com/office/drawing/2014/main" id="{CCBC00A8-6FE7-47E2-9A10-619A70960E1B}"/>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421" name="16b-text-15">
            <a:extLst xmlns:a="http://schemas.openxmlformats.org/drawingml/2006/main">
              <a:ext uri="{FF2B5EF4-FFF2-40B4-BE49-F238E27FC236}">
                <a16:creationId xmlns:a16="http://schemas.microsoft.com/office/drawing/2014/main" id="{93938F93-841F-4BB9-8C63-F17BA8874ACD}"/>
              </a:ext>
            </a:extLst>
          </p:cNvPr>
          <p:cNvSpPr>
            <a:spLocks xmlns:a="http://schemas.openxmlformats.org/drawingml/2006/main"/>
          </p:cNvSpPr>
          <p:nvPr/>
        </p:nvSpPr>
        <p:spPr>
          <a:xfrm xmlns:a="http://schemas.openxmlformats.org/drawingml/2006/main">
            <a:off x="609600" y="2438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422" name="16b-text-16">
            <a:extLst xmlns:a="http://schemas.openxmlformats.org/drawingml/2006/main">
              <a:ext uri="{FF2B5EF4-FFF2-40B4-BE49-F238E27FC236}">
                <a16:creationId xmlns:a16="http://schemas.microsoft.com/office/drawing/2014/main" id="{F566172F-28BD-4097-AD4B-70FA7E84F6CE}"/>
              </a:ext>
            </a:extLst>
          </p:cNvPr>
          <p:cNvSpPr>
            <a:spLocks xmlns:a="http://schemas.openxmlformats.org/drawingml/2006/main"/>
          </p:cNvSpPr>
          <p:nvPr/>
        </p:nvSpPr>
        <p:spPr>
          <a:xfrm xmlns:a="http://schemas.openxmlformats.org/drawingml/2006/main">
            <a:off x="4064000" y="2565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at least one of k trials succeeds.</a:t>
            </a:r>
          </a:p>
        </p:txBody>
      </p:sp>
      <p:sp>
        <p:nvSpPr>
          <p:cNvPr id="423" name="16b-text-17">
            <a:extLst xmlns:a="http://schemas.openxmlformats.org/drawingml/2006/main">
              <a:ext uri="{FF2B5EF4-FFF2-40B4-BE49-F238E27FC236}">
                <a16:creationId xmlns:a16="http://schemas.microsoft.com/office/drawing/2014/main" id="{57B780CA-1950-4168-868A-6A9293F25088}"/>
              </a:ext>
            </a:extLst>
          </p:cNvPr>
          <p:cNvSpPr>
            <a:spLocks xmlns:a="http://schemas.openxmlformats.org/drawingml/2006/main"/>
          </p:cNvSpPr>
          <p:nvPr/>
        </p:nvSpPr>
        <p:spPr>
          <a:xfrm xmlns:a="http://schemas.openxmlformats.org/drawingml/2006/main">
            <a:off x="609600" y="3835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424" name="16b-text-18">
            <a:extLst xmlns:a="http://schemas.openxmlformats.org/drawingml/2006/main">
              <a:ext uri="{FF2B5EF4-FFF2-40B4-BE49-F238E27FC236}">
                <a16:creationId xmlns:a16="http://schemas.microsoft.com/office/drawing/2014/main" id="{B025EEE2-482C-4504-8F2D-B99C97C038E5}"/>
              </a:ext>
            </a:extLst>
          </p:cNvPr>
          <p:cNvSpPr>
            <a:spLocks xmlns:a="http://schemas.openxmlformats.org/drawingml/2006/main"/>
          </p:cNvSpPr>
          <p:nvPr/>
        </p:nvSpPr>
        <p:spPr>
          <a:xfrm xmlns:a="http://schemas.openxmlformats.org/drawingml/2006/main">
            <a:off x="4064000" y="3962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all k trials succeed.</a:t>
            </a:r>
          </a:p>
        </p:txBody>
      </p:sp>
      <p:sp>
        <p:nvSpPr>
          <p:cNvPr id="425" name="16b-text-19">
            <a:extLst xmlns:a="http://schemas.openxmlformats.org/drawingml/2006/main">
              <a:ext uri="{FF2B5EF4-FFF2-40B4-BE49-F238E27FC236}">
                <a16:creationId xmlns:a16="http://schemas.microsoft.com/office/drawing/2014/main" id="{EEBF6564-9B6D-4254-A474-0A690D5C0477}"/>
              </a:ext>
            </a:extLst>
          </p:cNvPr>
          <p:cNvSpPr>
            <a:spLocks xmlns:a="http://schemas.openxmlformats.org/drawingml/2006/main"/>
          </p:cNvSpPr>
          <p:nvPr/>
        </p:nvSpPr>
        <p:spPr>
          <a:xfrm xmlns:a="http://schemas.openxmlformats.org/drawingml/2006/main">
            <a:off x="609600" y="5168900"/>
            <a:ext cx="109728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Identical at k = 1. Opposite stories at k = 10.</a:t>
            </a:r>
          </a:p>
        </p:txBody>
      </p:sp>
      <p:sp>
        <p:nvSpPr>
          <p:cNvPr id="426" name="narrative-number">
            <a:extLst xmlns:a="http://schemas.openxmlformats.org/drawingml/2006/main">
              <a:ext uri="{FF2B5EF4-FFF2-40B4-BE49-F238E27FC236}">
                <a16:creationId xmlns:a16="http://schemas.microsoft.com/office/drawing/2014/main" id="{EB00BC3B-4C7F-4226-8EE5-FA78F16D057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458467917"/>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7" name="!!area-name">
            <a:extLst xmlns:a="http://schemas.openxmlformats.org/drawingml/2006/main">
              <a:ext uri="{FF2B5EF4-FFF2-40B4-BE49-F238E27FC236}">
                <a16:creationId xmlns:a16="http://schemas.microsoft.com/office/drawing/2014/main" id="{FB3A7D3F-E76F-43FB-96BF-4943F8B1F6F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36" name="mini-map"/>
          <p:cNvPicPr>
            <a:picLocks xmlns:a="http://schemas.openxmlformats.org/drawingml/2006/main" noChangeAspect="1"/>
          </p:cNvPicPr>
          <p:nvPr/>
        </p:nvPicPr>
        <p:blipFill>
          <a:blip xmlns:r="http://schemas.openxmlformats.org/officeDocument/2006/relationships" xmlns:a="http://schemas.openxmlformats.org/drawingml/2006/main" r:embed="R84934840317a423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9" name="header-divider">
            <a:extLst xmlns:a="http://schemas.openxmlformats.org/drawingml/2006/main">
              <a:ext uri="{FF2B5EF4-FFF2-40B4-BE49-F238E27FC236}">
                <a16:creationId xmlns:a16="http://schemas.microsoft.com/office/drawing/2014/main" id="{3F9A463E-7DB4-4B02-9D8B-CAD8C9FC09D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0" name="16b-text-1">
            <a:extLst xmlns:a="http://schemas.openxmlformats.org/drawingml/2006/main">
              <a:ext uri="{FF2B5EF4-FFF2-40B4-BE49-F238E27FC236}">
                <a16:creationId xmlns:a16="http://schemas.microsoft.com/office/drawing/2014/main" id="{41AD2A8B-5D9C-4DC2-A2C2-51FB6CC65605}"/>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431" name="16b-text-20">
            <a:extLst xmlns:a="http://schemas.openxmlformats.org/drawingml/2006/main">
              <a:ext uri="{FF2B5EF4-FFF2-40B4-BE49-F238E27FC236}">
                <a16:creationId xmlns:a16="http://schemas.microsoft.com/office/drawing/2014/main" id="{70C67B72-D431-4070-9CE8-427823ACF2AA}"/>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Start with </a:t>
            </a:r>
            <a:r>
              <a:rPr b="1">
                <a:solidFill>
                  <a:srgbClr val="FFFCF5"/>
                </a:solidFill>
                <a:latin typeface="Helvetica"/>
                <a:ea typeface="Helvetica"/>
                <a:cs typeface="Helvetica"/>
              </a:rPr>
              <a:t>20 to 50 tasks</a:t>
            </a:r>
            <a:r>
              <a:rPr b="0">
                <a:solidFill>
                  <a:srgbClr val="FFFCF5"/>
                </a:solidFill>
                <a:latin typeface="Helvetica"/>
                <a:ea typeface="Helvetica"/>
                <a:cs typeface="Helvetica"/>
              </a:rPr>
              <a:t> drawn from real failures.</a:t>
            </a:r>
          </a:p>
        </p:txBody>
      </p:sp>
      <p:sp>
        <p:nvSpPr>
          <p:cNvPr id="432" name="16b-text-21">
            <a:extLst xmlns:a="http://schemas.openxmlformats.org/drawingml/2006/main">
              <a:ext uri="{FF2B5EF4-FFF2-40B4-BE49-F238E27FC236}">
                <a16:creationId xmlns:a16="http://schemas.microsoft.com/office/drawing/2014/main" id="{C7F24778-E1B5-45AE-BED5-F0F32C25781A}"/>
              </a:ext>
            </a:extLst>
          </p:cNvPr>
          <p:cNvSpPr>
            <a:spLocks xmlns:a="http://schemas.openxmlformats.org/drawingml/2006/main"/>
          </p:cNvSpPr>
          <p:nvPr/>
        </p:nvSpPr>
        <p:spPr>
          <a:xfrm xmlns:a="http://schemas.openxmlformats.org/drawingml/2006/main">
            <a:off x="609600" y="36830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Read failures and refine the criteria.</a:t>
            </a:r>
          </a:p>
        </p:txBody>
      </p:sp>
      <p:sp>
        <p:nvSpPr>
          <p:cNvPr id="433" name="16b-text-22">
            <a:extLst xmlns:a="http://schemas.openxmlformats.org/drawingml/2006/main">
              <a:ext uri="{FF2B5EF4-FFF2-40B4-BE49-F238E27FC236}">
                <a16:creationId xmlns:a16="http://schemas.microsoft.com/office/drawing/2014/main" id="{676EDCFA-DC51-425C-9F94-E95F0A8871A7}"/>
              </a:ext>
            </a:extLst>
          </p:cNvPr>
          <p:cNvSpPr>
            <a:spLocks xmlns:a="http://schemas.openxmlformats.org/drawingml/2006/main"/>
          </p:cNvSpPr>
          <p:nvPr/>
        </p:nvSpPr>
        <p:spPr>
          <a:xfrm xmlns:a="http://schemas.openxmlformats.org/drawingml/2006/main">
            <a:off x="609600" y="4927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Review grader disagreements.</a:t>
            </a:r>
          </a:p>
        </p:txBody>
      </p:sp>
      <p:sp>
        <p:nvSpPr>
          <p:cNvPr id="434" name="narrative-number">
            <a:extLst xmlns:a="http://schemas.openxmlformats.org/drawingml/2006/main">
              <a:ext uri="{FF2B5EF4-FFF2-40B4-BE49-F238E27FC236}">
                <a16:creationId xmlns:a16="http://schemas.microsoft.com/office/drawing/2014/main" id="{0B117E99-4F7E-49AE-A1B8-48253B95B3A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346137799"/>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5" name="!!area-name">
            <a:extLst xmlns:a="http://schemas.openxmlformats.org/drawingml/2006/main">
              <a:ext uri="{FF2B5EF4-FFF2-40B4-BE49-F238E27FC236}">
                <a16:creationId xmlns:a16="http://schemas.microsoft.com/office/drawing/2014/main" id="{952838CF-86F4-47C2-9C74-CB49AD65F23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443" name="mini-map"/>
          <p:cNvPicPr>
            <a:picLocks xmlns:a="http://schemas.openxmlformats.org/drawingml/2006/main" noChangeAspect="1"/>
          </p:cNvPicPr>
          <p:nvPr/>
        </p:nvPicPr>
        <p:blipFill>
          <a:blip xmlns:r="http://schemas.openxmlformats.org/officeDocument/2006/relationships" xmlns:a="http://schemas.openxmlformats.org/drawingml/2006/main" r:embed="R8c250d91f35e430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7" name="slide-title">
            <a:extLst xmlns:a="http://schemas.openxmlformats.org/drawingml/2006/main">
              <a:ext uri="{FF2B5EF4-FFF2-40B4-BE49-F238E27FC236}">
                <a16:creationId xmlns:a16="http://schemas.microsoft.com/office/drawing/2014/main" id="{8727BB99-1E04-4C8D-9D1F-6B173380153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38" name="header-divider">
            <a:extLst xmlns:a="http://schemas.openxmlformats.org/drawingml/2006/main">
              <a:ext uri="{FF2B5EF4-FFF2-40B4-BE49-F238E27FC236}">
                <a16:creationId xmlns:a16="http://schemas.microsoft.com/office/drawing/2014/main" id="{E66AA4A1-3BAB-49E5-810E-C5BE398E641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9" name="17-text-1">
            <a:extLst xmlns:a="http://schemas.openxmlformats.org/drawingml/2006/main">
              <a:ext uri="{FF2B5EF4-FFF2-40B4-BE49-F238E27FC236}">
                <a16:creationId xmlns:a16="http://schemas.microsoft.com/office/drawing/2014/main" id="{C7655933-1459-4B5A-A474-83193B528DE6}"/>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checks</a:t>
            </a:r>
          </a:p>
        </p:txBody>
      </p:sp>
      <p:graphicFrame>
        <p:nvGraphicFramePr>
          <p:cNvPr id="447" name="17-table-2"/>
          <p:cNvGraphicFramePr/>
          <p:nvPr/>
        </p:nvGraphicFramePr>
        <p:xfrm>
          <a:off xmlns:a="http://schemas.openxmlformats.org/drawingml/2006/main" x="609600" y="29210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Direct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Expert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IDs and revisions match</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Faithfulness to the evidence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Permissions and locations valid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Useful synthesis across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Exports match selected content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Warranted uncertainty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Citation exists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Citation supports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41" name="narrative-number">
            <a:extLst xmlns:a="http://schemas.openxmlformats.org/drawingml/2006/main">
              <a:ext uri="{FF2B5EF4-FFF2-40B4-BE49-F238E27FC236}">
                <a16:creationId xmlns:a16="http://schemas.microsoft.com/office/drawing/2014/main" id="{563EC648-BF35-43A2-B7AE-BFCE7D33E62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11345863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2" name="!!area-name">
            <a:extLst xmlns:a="http://schemas.openxmlformats.org/drawingml/2006/main">
              <a:ext uri="{FF2B5EF4-FFF2-40B4-BE49-F238E27FC236}">
                <a16:creationId xmlns:a16="http://schemas.microsoft.com/office/drawing/2014/main" id="{835E9060-C38C-4A12-ABF9-82129B580A1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463" name="mini-map"/>
          <p:cNvPicPr>
            <a:picLocks xmlns:a="http://schemas.openxmlformats.org/drawingml/2006/main" noChangeAspect="1"/>
          </p:cNvPicPr>
          <p:nvPr/>
        </p:nvPicPr>
        <p:blipFill>
          <a:blip xmlns:r="http://schemas.openxmlformats.org/officeDocument/2006/relationships" xmlns:a="http://schemas.openxmlformats.org/drawingml/2006/main" r:embed="R7e197ea5883f425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4" name="slide-title">
            <a:extLst xmlns:a="http://schemas.openxmlformats.org/drawingml/2006/main">
              <a:ext uri="{FF2B5EF4-FFF2-40B4-BE49-F238E27FC236}">
                <a16:creationId xmlns:a16="http://schemas.microsoft.com/office/drawing/2014/main" id="{5A50E768-DE6E-411B-8333-C0D8E3A5D4E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45" name="header-divider">
            <a:extLst xmlns:a="http://schemas.openxmlformats.org/drawingml/2006/main">
              <a:ext uri="{FF2B5EF4-FFF2-40B4-BE49-F238E27FC236}">
                <a16:creationId xmlns:a16="http://schemas.microsoft.com/office/drawing/2014/main" id="{0CF2F8B5-BFB5-4919-960A-D7CF7BEE810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6" name="17-text-3">
            <a:extLst xmlns:a="http://schemas.openxmlformats.org/drawingml/2006/main">
              <a:ext uri="{FF2B5EF4-FFF2-40B4-BE49-F238E27FC236}">
                <a16:creationId xmlns:a16="http://schemas.microsoft.com/office/drawing/2014/main" id="{95B1C125-4E92-4866-AEFD-3E35D0C120B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failure</a:t>
            </a:r>
          </a:p>
        </p:txBody>
      </p:sp>
      <p:sp>
        <p:nvSpPr>
          <p:cNvPr id="447" name="17-text-4">
            <a:extLst xmlns:a="http://schemas.openxmlformats.org/drawingml/2006/main">
              <a:ext uri="{FF2B5EF4-FFF2-40B4-BE49-F238E27FC236}">
                <a16:creationId xmlns:a16="http://schemas.microsoft.com/office/drawing/2014/main" id="{F0A61DC2-6755-4E19-83C2-D0E137A15D88}"/>
              </a:ext>
            </a:extLst>
          </p:cNvPr>
          <p:cNvSpPr>
            <a:spLocks xmlns:a="http://schemas.openxmlformats.org/drawingml/2006/main"/>
          </p:cNvSpPr>
          <p:nvPr/>
        </p:nvSpPr>
        <p:spPr>
          <a:xfrm xmlns:a="http://schemas.openxmlformats.org/drawingml/2006/main">
            <a:off x="609600" y="28448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48" name="17-text-5">
            <a:extLst xmlns:a="http://schemas.openxmlformats.org/drawingml/2006/main">
              <a:ext uri="{FF2B5EF4-FFF2-40B4-BE49-F238E27FC236}">
                <a16:creationId xmlns:a16="http://schemas.microsoft.com/office/drawing/2014/main" id="{66725AD5-8848-4EC1-A592-A58B155C7193}"/>
              </a:ext>
            </a:extLst>
          </p:cNvPr>
          <p:cNvSpPr>
            <a:spLocks xmlns:a="http://schemas.openxmlformats.org/drawingml/2006/main"/>
          </p:cNvSpPr>
          <p:nvPr/>
        </p:nvSpPr>
        <p:spPr>
          <a:xfrm xmlns:a="http://schemas.openxmlformats.org/drawingml/2006/main">
            <a:off x="1219200" y="28448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Inspect the failure and trace.</a:t>
            </a:r>
          </a:p>
        </p:txBody>
      </p:sp>
      <p:sp>
        <p:nvSpPr>
          <p:cNvPr id="449" name="17-text-6">
            <a:extLst xmlns:a="http://schemas.openxmlformats.org/drawingml/2006/main">
              <a:ext uri="{FF2B5EF4-FFF2-40B4-BE49-F238E27FC236}">
                <a16:creationId xmlns:a16="http://schemas.microsoft.com/office/drawing/2014/main" id="{83BAED8F-336F-42F2-9687-E9C57665F160}"/>
              </a:ext>
            </a:extLst>
          </p:cNvPr>
          <p:cNvSpPr>
            <a:spLocks xmlns:a="http://schemas.openxmlformats.org/drawingml/2006/main"/>
          </p:cNvSpPr>
          <p:nvPr/>
        </p:nvSpPr>
        <p:spPr>
          <a:xfrm xmlns:a="http://schemas.openxmlformats.org/drawingml/2006/main">
            <a:off x="1219200" y="32258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Find the responsible component.</a:t>
            </a:r>
          </a:p>
        </p:txBody>
      </p:sp>
      <p:sp>
        <p:nvSpPr>
          <p:cNvPr id="450" name="17-text-7">
            <a:extLst xmlns:a="http://schemas.openxmlformats.org/drawingml/2006/main">
              <a:ext uri="{FF2B5EF4-FFF2-40B4-BE49-F238E27FC236}">
                <a16:creationId xmlns:a16="http://schemas.microsoft.com/office/drawing/2014/main" id="{46F633F9-1DDD-4A1B-BD5E-B288C50844EE}"/>
              </a:ext>
            </a:extLst>
          </p:cNvPr>
          <p:cNvSpPr>
            <a:spLocks xmlns:a="http://schemas.openxmlformats.org/drawingml/2006/main"/>
          </p:cNvSpPr>
          <p:nvPr/>
        </p:nvSpPr>
        <p:spPr>
          <a:xfrm xmlns:a="http://schemas.openxmlformats.org/drawingml/2006/main">
            <a:off x="609600" y="38100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51" name="17-text-8">
            <a:extLst xmlns:a="http://schemas.openxmlformats.org/drawingml/2006/main">
              <a:ext uri="{FF2B5EF4-FFF2-40B4-BE49-F238E27FC236}">
                <a16:creationId xmlns:a16="http://schemas.microsoft.com/office/drawing/2014/main" id="{CB227000-A7FB-4C43-ACFA-C18F4D998EC6}"/>
              </a:ext>
            </a:extLst>
          </p:cNvPr>
          <p:cNvSpPr>
            <a:spLocks xmlns:a="http://schemas.openxmlformats.org/drawingml/2006/main"/>
          </p:cNvSpPr>
          <p:nvPr/>
        </p:nvSpPr>
        <p:spPr>
          <a:xfrm xmlns:a="http://schemas.openxmlformats.org/drawingml/2006/main">
            <a:off x="1219200" y="38100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Change that component.</a:t>
            </a:r>
          </a:p>
        </p:txBody>
      </p:sp>
      <p:sp>
        <p:nvSpPr>
          <p:cNvPr id="452" name="17-text-9">
            <a:extLst xmlns:a="http://schemas.openxmlformats.org/drawingml/2006/main">
              <a:ext uri="{FF2B5EF4-FFF2-40B4-BE49-F238E27FC236}">
                <a16:creationId xmlns:a16="http://schemas.microsoft.com/office/drawing/2014/main" id="{86831D1D-A539-48BF-AF38-CF22067DF5A3}"/>
              </a:ext>
            </a:extLst>
          </p:cNvPr>
          <p:cNvSpPr>
            <a:spLocks xmlns:a="http://schemas.openxmlformats.org/drawingml/2006/main"/>
          </p:cNvSpPr>
          <p:nvPr/>
        </p:nvSpPr>
        <p:spPr>
          <a:xfrm xmlns:a="http://schemas.openxmlformats.org/drawingml/2006/main">
            <a:off x="1219200" y="41910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Rerun the suite with repeated trials.</a:t>
            </a:r>
          </a:p>
        </p:txBody>
      </p:sp>
      <p:sp>
        <p:nvSpPr>
          <p:cNvPr id="453" name="17-text-10">
            <a:extLst xmlns:a="http://schemas.openxmlformats.org/drawingml/2006/main">
              <a:ext uri="{FF2B5EF4-FFF2-40B4-BE49-F238E27FC236}">
                <a16:creationId xmlns:a16="http://schemas.microsoft.com/office/drawing/2014/main" id="{9B455FCC-28B6-4E43-80C4-BEE168782AA1}"/>
              </a:ext>
            </a:extLst>
          </p:cNvPr>
          <p:cNvSpPr>
            <a:spLocks xmlns:a="http://schemas.openxmlformats.org/drawingml/2006/main"/>
          </p:cNvSpPr>
          <p:nvPr/>
        </p:nvSpPr>
        <p:spPr>
          <a:xfrm xmlns:a="http://schemas.openxmlformats.org/drawingml/2006/main">
            <a:off x="609600" y="47752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54" name="17-text-11">
            <a:extLst xmlns:a="http://schemas.openxmlformats.org/drawingml/2006/main">
              <a:ext uri="{FF2B5EF4-FFF2-40B4-BE49-F238E27FC236}">
                <a16:creationId xmlns:a16="http://schemas.microsoft.com/office/drawing/2014/main" id="{5B1A97EE-2E86-4B7F-B398-566A9C7915B0}"/>
              </a:ext>
            </a:extLst>
          </p:cNvPr>
          <p:cNvSpPr>
            <a:spLocks xmlns:a="http://schemas.openxmlformats.org/drawingml/2006/main"/>
          </p:cNvSpPr>
          <p:nvPr/>
        </p:nvSpPr>
        <p:spPr>
          <a:xfrm xmlns:a="http://schemas.openxmlformats.org/drawingml/2006/main">
            <a:off x="1219200" y="47752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Monitor production samples.</a:t>
            </a:r>
          </a:p>
        </p:txBody>
      </p:sp>
      <p:sp>
        <p:nvSpPr>
          <p:cNvPr id="455" name="17-text-12">
            <a:extLst xmlns:a="http://schemas.openxmlformats.org/drawingml/2006/main">
              <a:ext uri="{FF2B5EF4-FFF2-40B4-BE49-F238E27FC236}">
                <a16:creationId xmlns:a16="http://schemas.microsoft.com/office/drawing/2014/main" id="{50DECB29-DB3D-4E07-B21C-DC95C2BA7D70}"/>
              </a:ext>
            </a:extLst>
          </p:cNvPr>
          <p:cNvSpPr>
            <a:spLocks xmlns:a="http://schemas.openxmlformats.org/drawingml/2006/main"/>
          </p:cNvSpPr>
          <p:nvPr/>
        </p:nvSpPr>
        <p:spPr>
          <a:xfrm xmlns:a="http://schemas.openxmlformats.org/drawingml/2006/main">
            <a:off x="1219200" y="51562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new failures to regression cases.</a:t>
            </a:r>
          </a:p>
        </p:txBody>
      </p:sp>
      <p:sp>
        <p:nvSpPr>
          <p:cNvPr id="456" name="17-text-13">
            <a:extLst xmlns:a="http://schemas.openxmlformats.org/drawingml/2006/main">
              <a:ext uri="{FF2B5EF4-FFF2-40B4-BE49-F238E27FC236}">
                <a16:creationId xmlns:a16="http://schemas.microsoft.com/office/drawing/2014/main" id="{B4D31A16-6FAF-42F3-9EEF-58F8FE4E3815}"/>
              </a:ext>
            </a:extLst>
          </p:cNvPr>
          <p:cNvSpPr>
            <a:spLocks xmlns:a="http://schemas.openxmlformats.org/drawingml/2006/main"/>
          </p:cNvSpPr>
          <p:nvPr/>
        </p:nvSpPr>
        <p:spPr>
          <a:xfrm xmlns:a="http://schemas.openxmlformats.org/drawingml/2006/main">
            <a:off x="609600" y="56134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eval suite gives evidence for a migration decision.</a:t>
            </a:r>
          </a:p>
        </p:txBody>
      </p:sp>
      <p:sp>
        <p:nvSpPr>
          <p:cNvPr id="457" name="17-shape-14">
            <a:extLst xmlns:a="http://schemas.openxmlformats.org/drawingml/2006/main">
              <a:ext uri="{FF2B5EF4-FFF2-40B4-BE49-F238E27FC236}">
                <a16:creationId xmlns:a16="http://schemas.microsoft.com/office/drawing/2014/main" id="{3408D695-2BC5-402A-BD4F-5207EE82210C}"/>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8" name="17-shape-15">
            <a:extLst xmlns:a="http://schemas.openxmlformats.org/drawingml/2006/main">
              <a:ext uri="{FF2B5EF4-FFF2-40B4-BE49-F238E27FC236}">
                <a16:creationId xmlns:a16="http://schemas.microsoft.com/office/drawing/2014/main" id="{C2C0A6E4-4C84-413A-A18F-053B6335F532}"/>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59" name="17-text-16">
            <a:extLst xmlns:a="http://schemas.openxmlformats.org/drawingml/2006/main">
              <a:ext uri="{FF2B5EF4-FFF2-40B4-BE49-F238E27FC236}">
                <a16:creationId xmlns:a16="http://schemas.microsoft.com/office/drawing/2014/main" id="{146F5681-B414-4D69-BB7F-0A9650F18836}"/>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460" name="17-text-17">
            <a:extLst xmlns:a="http://schemas.openxmlformats.org/drawingml/2006/main">
              <a:ext uri="{FF2B5EF4-FFF2-40B4-BE49-F238E27FC236}">
                <a16:creationId xmlns:a16="http://schemas.microsoft.com/office/drawing/2014/main" id="{B68A6123-46B2-4DF9-B320-C9E2AEDEBFEA}"/>
              </a:ext>
            </a:extLst>
          </p:cNvPr>
          <p:cNvSpPr>
            <a:spLocks xmlns:a="http://schemas.openxmlformats.org/drawingml/2006/main"/>
          </p:cNvSpPr>
          <p:nvPr/>
        </p:nvSpPr>
        <p:spPr>
          <a:xfrm xmlns:a="http://schemas.openxmlformats.org/drawingml/2006/main">
            <a:off x="2489200" y="6096000"/>
            <a:ext cx="90932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461" name="narrative-number">
            <a:extLst xmlns:a="http://schemas.openxmlformats.org/drawingml/2006/main">
              <a:ext uri="{FF2B5EF4-FFF2-40B4-BE49-F238E27FC236}">
                <a16:creationId xmlns:a16="http://schemas.microsoft.com/office/drawing/2014/main" id="{A43B872A-6E87-4D41-A8C2-A4B3BE73585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108328154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57"/>
                                        </p:tgtEl>
                                        <p:attrNameLst>
                                          <p:attrName>style.visibility</p:attrName>
                                        </p:attrNameLst>
                                      </p:cBhvr>
                                      <p:to>
                                        <p:strVal val="visible"/>
                                      </p:to>
                                    </p:set>
                                    <p:animEffect transition="in" filter="fade">
                                      <p:cBhvr>
                                        <p:cTn id="11" dur="300" fill="hold"/>
                                        <p:tgtEl>
                                          <p:spTgt spid="457"/>
                                        </p:tgtEl>
                                      </p:cBhvr>
                                    </p:animEffect>
                                  </p:childTnLst>
                                </p:cTn>
                              </p:par>
                              <p:par>
                                <p:cTn id="12" presetID="10" presetClass="entr" presetSubtype="0" fill="hold" nodeType="withEffect">
                                  <p:stCondLst>
                                    <p:cond delay="0"/>
                                  </p:stCondLst>
                                  <p:childTnLst>
                                    <p:set>
                                      <p:cBhvr>
                                        <p:cTn id="13" dur="1" fill="hold">
                                          <p:stCondLst>
                                            <p:cond delay="0"/>
                                          </p:stCondLst>
                                        </p:cTn>
                                        <p:tgtEl>
                                          <p:spTgt spid="458"/>
                                        </p:tgtEl>
                                        <p:attrNameLst>
                                          <p:attrName>style.visibility</p:attrName>
                                        </p:attrNameLst>
                                      </p:cBhvr>
                                      <p:to>
                                        <p:strVal val="visible"/>
                                      </p:to>
                                    </p:set>
                                    <p:animEffect transition="in" filter="fade">
                                      <p:cBhvr>
                                        <p:cTn id="14" dur="300" fill="hold"/>
                                        <p:tgtEl>
                                          <p:spTgt spid="458"/>
                                        </p:tgtEl>
                                      </p:cBhvr>
                                    </p:animEffect>
                                  </p:childTnLst>
                                </p:cTn>
                              </p:par>
                              <p:par>
                                <p:cTn id="15" presetID="10" presetClass="entr" presetSubtype="0" fill="hold" nodeType="withEffect">
                                  <p:stCondLst>
                                    <p:cond delay="0"/>
                                  </p:stCondLst>
                                  <p:childTnLst>
                                    <p:set>
                                      <p:cBhvr>
                                        <p:cTn id="16" dur="1" fill="hold">
                                          <p:stCondLst>
                                            <p:cond delay="0"/>
                                          </p:stCondLst>
                                        </p:cTn>
                                        <p:tgtEl>
                                          <p:spTgt spid="459"/>
                                        </p:tgtEl>
                                        <p:attrNameLst>
                                          <p:attrName>style.visibility</p:attrName>
                                        </p:attrNameLst>
                                      </p:cBhvr>
                                      <p:to>
                                        <p:strVal val="visible"/>
                                      </p:to>
                                    </p:set>
                                    <p:animEffect transition="in" filter="fade">
                                      <p:cBhvr>
                                        <p:cTn id="17" dur="300" fill="hold"/>
                                        <p:tgtEl>
                                          <p:spTgt spid="459"/>
                                        </p:tgtEl>
                                      </p:cBhvr>
                                    </p:animEffect>
                                  </p:childTnLst>
                                </p:cTn>
                              </p:par>
                              <p:par>
                                <p:cTn id="18" presetID="10" presetClass="entr" presetSubtype="0" fill="hold" nodeType="withEffect">
                                  <p:stCondLst>
                                    <p:cond delay="0"/>
                                  </p:stCondLst>
                                  <p:childTnLst>
                                    <p:set>
                                      <p:cBhvr>
                                        <p:cTn id="19" dur="1" fill="hold">
                                          <p:stCondLst>
                                            <p:cond delay="0"/>
                                          </p:stCondLst>
                                        </p:cTn>
                                        <p:tgtEl>
                                          <p:spTgt spid="460"/>
                                        </p:tgtEl>
                                        <p:attrNameLst>
                                          <p:attrName>style.visibility</p:attrName>
                                        </p:attrNameLst>
                                      </p:cBhvr>
                                      <p:to>
                                        <p:strVal val="visible"/>
                                      </p:to>
                                    </p:set>
                                    <p:animEffect transition="in" filter="fade">
                                      <p:cBhvr>
                                        <p:cTn id="20" dur="300" fill="hold"/>
                                        <p:tgtEl>
                                          <p:spTgt spid="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2" name="!!area-header">
            <a:extLst xmlns:a="http://schemas.openxmlformats.org/drawingml/2006/main">
              <a:ext uri="{FF2B5EF4-FFF2-40B4-BE49-F238E27FC236}">
                <a16:creationId xmlns:a16="http://schemas.microsoft.com/office/drawing/2014/main" id="{37B1DDEC-184D-43DD-80E7-4248BE34562D}"/>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3" name="!!area-name">
            <a:extLst xmlns:a="http://schemas.openxmlformats.org/drawingml/2006/main">
              <a:ext uri="{FF2B5EF4-FFF2-40B4-BE49-F238E27FC236}">
                <a16:creationId xmlns:a16="http://schemas.microsoft.com/office/drawing/2014/main" id="{E7E04BF8-A130-47BE-8A3C-A8C5DA5BD014}"/>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Operating it</a:t>
            </a:r>
          </a:p>
        </p:txBody>
      </p:sp>
      <p:sp>
        <p:nvSpPr>
          <p:cNvPr id="464" name="!!area-beat">
            <a:extLst xmlns:a="http://schemas.openxmlformats.org/drawingml/2006/main">
              <a:ext uri="{FF2B5EF4-FFF2-40B4-BE49-F238E27FC236}">
                <a16:creationId xmlns:a16="http://schemas.microsoft.com/office/drawing/2014/main" id="{98C5E6C8-F0A8-4BB5-8B0B-32BABFB3E0F0}"/>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65" name="header-divider">
            <a:extLst xmlns:a="http://schemas.openxmlformats.org/drawingml/2006/main">
              <a:ext uri="{FF2B5EF4-FFF2-40B4-BE49-F238E27FC236}">
                <a16:creationId xmlns:a16="http://schemas.microsoft.com/office/drawing/2014/main" id="{DDF8EC72-C1ED-42EF-9021-170784599735}"/>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6" name="18-shape-1">
            <a:extLst xmlns:a="http://schemas.openxmlformats.org/drawingml/2006/main">
              <a:ext uri="{FF2B5EF4-FFF2-40B4-BE49-F238E27FC236}">
                <a16:creationId xmlns:a16="http://schemas.microsoft.com/office/drawing/2014/main" id="{245F61F0-4B1A-431F-A56E-F13AF2C0C115}"/>
              </a:ext>
            </a:extLst>
          </p:cNvPr>
          <p:cNvSpPr>
            <a:spLocks xmlns:a="http://schemas.openxmlformats.org/drawingml/2006/main"/>
          </p:cNvSpPr>
          <p:nvPr/>
        </p:nvSpPr>
        <p:spPr>
          <a:xfrm xmlns:a="http://schemas.openxmlformats.org/drawingml/2006/main">
            <a:off x="609600" y="2489200"/>
            <a:ext cx="11430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467" name="18-text-2">
            <a:extLst xmlns:a="http://schemas.openxmlformats.org/drawingml/2006/main">
              <a:ext uri="{FF2B5EF4-FFF2-40B4-BE49-F238E27FC236}">
                <a16:creationId xmlns:a16="http://schemas.microsoft.com/office/drawing/2014/main" id="{1F18E8CA-30E7-4CF9-80CF-3F5FFE5A29DA}"/>
              </a:ext>
            </a:extLst>
          </p:cNvPr>
          <p:cNvSpPr>
            <a:spLocks xmlns:a="http://schemas.openxmlformats.org/drawingml/2006/main"/>
          </p:cNvSpPr>
          <p:nvPr/>
        </p:nvSpPr>
        <p:spPr>
          <a:xfrm xmlns:a="http://schemas.openxmlformats.org/drawingml/2006/main">
            <a:off x="762000" y="2527300"/>
            <a:ext cx="83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/usage</a:t>
            </a:r>
          </a:p>
        </p:txBody>
      </p:sp>
      <p:sp>
        <p:nvSpPr>
          <p:cNvPr id="468" name="18-shape-3">
            <a:extLst xmlns:a="http://schemas.openxmlformats.org/drawingml/2006/main">
              <a:ext uri="{FF2B5EF4-FFF2-40B4-BE49-F238E27FC236}">
                <a16:creationId xmlns:a16="http://schemas.microsoft.com/office/drawing/2014/main" id="{0C848F49-DF1E-498C-9559-8C760D9CB601}"/>
              </a:ext>
            </a:extLst>
          </p:cNvPr>
          <p:cNvSpPr>
            <a:spLocks xmlns:a="http://schemas.openxmlformats.org/drawingml/2006/main"/>
          </p:cNvSpPr>
          <p:nvPr/>
        </p:nvSpPr>
        <p:spPr>
          <a:xfrm xmlns:a="http://schemas.openxmlformats.org/drawingml/2006/main">
            <a:off x="1854200" y="2489200"/>
            <a:ext cx="3454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69" name="18-text-4">
            <a:extLst xmlns:a="http://schemas.openxmlformats.org/drawingml/2006/main">
              <a:ext uri="{FF2B5EF4-FFF2-40B4-BE49-F238E27FC236}">
                <a16:creationId xmlns:a16="http://schemas.microsoft.com/office/drawing/2014/main" id="{3F57A876-F19E-4326-930D-962F6F2AF39D}"/>
              </a:ext>
            </a:extLst>
          </p:cNvPr>
          <p:cNvSpPr>
            <a:spLocks xmlns:a="http://schemas.openxmlformats.org/drawingml/2006/main"/>
          </p:cNvSpPr>
          <p:nvPr/>
        </p:nvSpPr>
        <p:spPr>
          <a:xfrm xmlns:a="http://schemas.openxmlformats.org/drawingml/2006/main">
            <a:off x="2006600" y="2527300"/>
            <a:ext cx="314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OpenTelemetry exporter</a:t>
            </a:r>
          </a:p>
        </p:txBody>
      </p:sp>
      <p:sp>
        <p:nvSpPr>
          <p:cNvPr id="470" name="18-shape-5">
            <a:extLst xmlns:a="http://schemas.openxmlformats.org/drawingml/2006/main">
              <a:ext uri="{FF2B5EF4-FFF2-40B4-BE49-F238E27FC236}">
                <a16:creationId xmlns:a16="http://schemas.microsoft.com/office/drawing/2014/main" id="{430EA44E-5806-4E76-BD54-6818F0FFA41E}"/>
              </a:ext>
            </a:extLst>
          </p:cNvPr>
          <p:cNvSpPr>
            <a:spLocks xmlns:a="http://schemas.openxmlformats.org/drawingml/2006/main"/>
          </p:cNvSpPr>
          <p:nvPr/>
        </p:nvSpPr>
        <p:spPr>
          <a:xfrm xmlns:a="http://schemas.openxmlformats.org/drawingml/2006/main">
            <a:off x="5410200" y="2489200"/>
            <a:ext cx="1689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71" name="18-text-6">
            <a:extLst xmlns:a="http://schemas.openxmlformats.org/drawingml/2006/main">
              <a:ext uri="{FF2B5EF4-FFF2-40B4-BE49-F238E27FC236}">
                <a16:creationId xmlns:a16="http://schemas.microsoft.com/office/drawing/2014/main" id="{6A9BD776-33AA-45D3-AB0E-52662C52920F}"/>
              </a:ext>
            </a:extLst>
          </p:cNvPr>
          <p:cNvSpPr>
            <a:spLocks xmlns:a="http://schemas.openxmlformats.org/drawingml/2006/main"/>
          </p:cNvSpPr>
          <p:nvPr/>
        </p:nvSpPr>
        <p:spPr>
          <a:xfrm xmlns:a="http://schemas.openxmlformats.org/drawingml/2006/main">
            <a:off x="5562600" y="2527300"/>
            <a:ext cx="1384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sandbox</a:t>
            </a:r>
          </a:p>
        </p:txBody>
      </p:sp>
      <p:sp>
        <p:nvSpPr>
          <p:cNvPr id="472" name="18-shape-7">
            <a:extLst xmlns:a="http://schemas.openxmlformats.org/drawingml/2006/main">
              <a:ext uri="{FF2B5EF4-FFF2-40B4-BE49-F238E27FC236}">
                <a16:creationId xmlns:a16="http://schemas.microsoft.com/office/drawing/2014/main" id="{36B4EB57-7B87-4E57-B220-90241C1D9F8C}"/>
              </a:ext>
            </a:extLst>
          </p:cNvPr>
          <p:cNvSpPr>
            <a:spLocks xmlns:a="http://schemas.openxmlformats.org/drawingml/2006/main"/>
          </p:cNvSpPr>
          <p:nvPr/>
        </p:nvSpPr>
        <p:spPr>
          <a:xfrm xmlns:a="http://schemas.openxmlformats.org/drawingml/2006/main">
            <a:off x="7200900" y="2489200"/>
            <a:ext cx="2057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73" name="18-text-8">
            <a:extLst xmlns:a="http://schemas.openxmlformats.org/drawingml/2006/main">
              <a:ext uri="{FF2B5EF4-FFF2-40B4-BE49-F238E27FC236}">
                <a16:creationId xmlns:a16="http://schemas.microsoft.com/office/drawing/2014/main" id="{8A2036E3-1F68-4CD8-84E4-67C55E54D0DF}"/>
              </a:ext>
            </a:extLst>
          </p:cNvPr>
          <p:cNvSpPr>
            <a:spLocks xmlns:a="http://schemas.openxmlformats.org/drawingml/2006/main"/>
          </p:cNvSpPr>
          <p:nvPr/>
        </p:nvSpPr>
        <p:spPr>
          <a:xfrm xmlns:a="http://schemas.openxmlformats.org/drawingml/2006/main">
            <a:off x="7353300" y="2527300"/>
            <a:ext cx="1752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OAuth login</a:t>
            </a:r>
          </a:p>
        </p:txBody>
      </p:sp>
      <p:sp>
        <p:nvSpPr>
          <p:cNvPr id="474" name="18-text-9">
            <a:extLst xmlns:a="http://schemas.openxmlformats.org/drawingml/2006/main">
              <a:ext uri="{FF2B5EF4-FFF2-40B4-BE49-F238E27FC236}">
                <a16:creationId xmlns:a16="http://schemas.microsoft.com/office/drawing/2014/main" id="{3C2A9777-93B4-4E25-B5C3-2E947F76B121}"/>
              </a:ext>
            </a:extLst>
          </p:cNvPr>
          <p:cNvSpPr>
            <a:spLocks xmlns:a="http://schemas.openxmlformats.org/drawingml/2006/main"/>
          </p:cNvSpPr>
          <p:nvPr/>
        </p:nvSpPr>
        <p:spPr>
          <a:xfrm xmlns:a="http://schemas.openxmlformats.org/drawingml/2006/main">
            <a:off x="609600" y="3835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And a trust and safety team you have never met.</a:t>
            </a:r>
          </a:p>
        </p:txBody>
      </p:sp>
      <p:sp>
        <p:nvSpPr>
          <p:cNvPr id="475" name="narrative-number">
            <a:extLst xmlns:a="http://schemas.openxmlformats.org/drawingml/2006/main">
              <a:ext uri="{FF2B5EF4-FFF2-40B4-BE49-F238E27FC236}">
                <a16:creationId xmlns:a16="http://schemas.microsoft.com/office/drawing/2014/main" id="{9014B168-3BE8-46C5-BF23-350244CC08B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096935212"/>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6" name="!!area-name">
            <a:extLst xmlns:a="http://schemas.openxmlformats.org/drawingml/2006/main">
              <a:ext uri="{FF2B5EF4-FFF2-40B4-BE49-F238E27FC236}">
                <a16:creationId xmlns:a16="http://schemas.microsoft.com/office/drawing/2014/main" id="{1626227E-4475-4122-8849-5716BEBCAD6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86" name="mini-map"/>
          <p:cNvPicPr>
            <a:picLocks xmlns:a="http://schemas.openxmlformats.org/drawingml/2006/main" noChangeAspect="1"/>
          </p:cNvPicPr>
          <p:nvPr/>
        </p:nvPicPr>
        <p:blipFill>
          <a:blip xmlns:r="http://schemas.openxmlformats.org/officeDocument/2006/relationships" xmlns:a="http://schemas.openxmlformats.org/drawingml/2006/main" r:embed="R1601b474ce86478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8" name="header-divider">
            <a:extLst xmlns:a="http://schemas.openxmlformats.org/drawingml/2006/main">
              <a:ext uri="{FF2B5EF4-FFF2-40B4-BE49-F238E27FC236}">
                <a16:creationId xmlns:a16="http://schemas.microsoft.com/office/drawing/2014/main" id="{6A80836C-61AF-43B2-BEDA-73E5C78A1A4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9" name="18b-text-1">
            <a:extLst xmlns:a="http://schemas.openxmlformats.org/drawingml/2006/main">
              <a:ext uri="{FF2B5EF4-FFF2-40B4-BE49-F238E27FC236}">
                <a16:creationId xmlns:a16="http://schemas.microsoft.com/office/drawing/2014/main" id="{537D80E5-1D6F-430C-AD64-B84C4C9015FA}"/>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80" name="18b-text-2">
            <a:extLst xmlns:a="http://schemas.openxmlformats.org/drawingml/2006/main">
              <a:ext uri="{FF2B5EF4-FFF2-40B4-BE49-F238E27FC236}">
                <a16:creationId xmlns:a16="http://schemas.microsoft.com/office/drawing/2014/main" id="{70615CCF-A482-40BB-9A4C-AF05CE17F714}"/>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Observability</a:t>
            </a:r>
          </a:p>
        </p:txBody>
      </p:sp>
      <p:sp>
        <p:nvSpPr>
          <p:cNvPr id="481" name="18b-text-3">
            <a:extLst xmlns:a="http://schemas.openxmlformats.org/drawingml/2006/main">
              <a:ext uri="{FF2B5EF4-FFF2-40B4-BE49-F238E27FC236}">
                <a16:creationId xmlns:a16="http://schemas.microsoft.com/office/drawing/2014/main" id="{A60452AE-E1BC-40C4-9D80-27B93DFED3E5}"/>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 · p95 and p99 tokens · cache hit rate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loop iterations · tool failures</a:t>
            </a:r>
          </a:p>
        </p:txBody>
      </p:sp>
      <p:sp>
        <p:nvSpPr>
          <p:cNvPr id="482" name="18b-text-4">
            <a:extLst xmlns:a="http://schemas.openxmlformats.org/drawingml/2006/main">
              <a:ext uri="{FF2B5EF4-FFF2-40B4-BE49-F238E27FC236}">
                <a16:creationId xmlns:a16="http://schemas.microsoft.com/office/drawing/2014/main" id="{FC156C0A-E09B-42EC-9443-0E752A58C805}"/>
              </a:ext>
            </a:extLst>
          </p:cNvPr>
          <p:cNvSpPr>
            <a:spLocks xmlns:a="http://schemas.openxmlformats.org/drawingml/2006/main"/>
          </p:cNvSpPr>
          <p:nvPr/>
        </p:nvSpPr>
        <p:spPr>
          <a:xfrm xmlns:a="http://schemas.openxmlformats.org/drawingml/2006/main">
            <a:off x="609600" y="3733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Guardrails</a:t>
            </a:r>
          </a:p>
        </p:txBody>
      </p:sp>
      <p:sp>
        <p:nvSpPr>
          <p:cNvPr id="483" name="18b-text-5">
            <a:extLst xmlns:a="http://schemas.openxmlformats.org/drawingml/2006/main">
              <a:ext uri="{FF2B5EF4-FFF2-40B4-BE49-F238E27FC236}">
                <a16:creationId xmlns:a16="http://schemas.microsoft.com/office/drawing/2014/main" id="{596A5698-98D1-4071-8B1D-978B41FC9680}"/>
              </a:ext>
            </a:extLst>
          </p:cNvPr>
          <p:cNvSpPr>
            <a:spLocks xmlns:a="http://schemas.openxmlformats.org/drawingml/2006/main"/>
          </p:cNvSpPr>
          <p:nvPr/>
        </p:nvSpPr>
        <p:spPr>
          <a:xfrm xmlns:a="http://schemas.openxmlformats.org/drawingml/2006/main">
            <a:off x="2489200" y="3683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classification · provenance · sandboxing · validation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circuit breakers · approvals · least privilege</a:t>
            </a:r>
          </a:p>
        </p:txBody>
      </p:sp>
      <p:sp>
        <p:nvSpPr>
          <p:cNvPr id="484" name="narrative-number">
            <a:extLst xmlns:a="http://schemas.openxmlformats.org/drawingml/2006/main">
              <a:ext uri="{FF2B5EF4-FFF2-40B4-BE49-F238E27FC236}">
                <a16:creationId xmlns:a16="http://schemas.microsoft.com/office/drawing/2014/main" id="{3C3F2128-D742-4410-9EF4-129F15A359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532283050"/>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5" name="!!area-name">
            <a:extLst xmlns:a="http://schemas.openxmlformats.org/drawingml/2006/main">
              <a:ext uri="{FF2B5EF4-FFF2-40B4-BE49-F238E27FC236}">
                <a16:creationId xmlns:a16="http://schemas.microsoft.com/office/drawing/2014/main" id="{5DA11E6B-04BD-49C9-B4E1-873B27A8351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500" name="mini-map"/>
          <p:cNvPicPr>
            <a:picLocks xmlns:a="http://schemas.openxmlformats.org/drawingml/2006/main" noChangeAspect="1"/>
          </p:cNvPicPr>
          <p:nvPr/>
        </p:nvPicPr>
        <p:blipFill>
          <a:blip xmlns:r="http://schemas.openxmlformats.org/officeDocument/2006/relationships" xmlns:a="http://schemas.openxmlformats.org/drawingml/2006/main" r:embed="Rfdbd687449054f5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7" name="header-divider">
            <a:extLst xmlns:a="http://schemas.openxmlformats.org/drawingml/2006/main">
              <a:ext uri="{FF2B5EF4-FFF2-40B4-BE49-F238E27FC236}">
                <a16:creationId xmlns:a16="http://schemas.microsoft.com/office/drawing/2014/main" id="{9D199742-B78D-466E-A8EB-D6B606985A9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8" name="18b-text-1">
            <a:extLst xmlns:a="http://schemas.openxmlformats.org/drawingml/2006/main">
              <a:ext uri="{FF2B5EF4-FFF2-40B4-BE49-F238E27FC236}">
                <a16:creationId xmlns:a16="http://schemas.microsoft.com/office/drawing/2014/main" id="{735E7EB5-7AD4-45A3-95A0-0726B5072811}"/>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89" name="18b-text-10">
            <a:extLst xmlns:a="http://schemas.openxmlformats.org/drawingml/2006/main">
              <a:ext uri="{FF2B5EF4-FFF2-40B4-BE49-F238E27FC236}">
                <a16:creationId xmlns:a16="http://schemas.microsoft.com/office/drawing/2014/main" id="{4E4DB130-8D96-43D8-9010-002D1B888918}"/>
              </a:ext>
            </a:extLst>
          </p:cNvPr>
          <p:cNvSpPr>
            <a:spLocks xmlns:a="http://schemas.openxmlformats.org/drawingml/2006/main"/>
          </p:cNvSpPr>
          <p:nvPr/>
        </p:nvSpPr>
        <p:spPr>
          <a:xfrm xmlns:a="http://schemas.openxmlformats.org/drawingml/2006/main">
            <a:off x="609600" y="24384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Security</a:t>
            </a:r>
          </a:p>
        </p:txBody>
      </p:sp>
      <p:sp>
        <p:nvSpPr>
          <p:cNvPr id="490" name="18b-line-12">
            <a:extLst xmlns:a="http://schemas.openxmlformats.org/drawingml/2006/main">
              <a:ext uri="{FF2B5EF4-FFF2-40B4-BE49-F238E27FC236}">
                <a16:creationId xmlns:a16="http://schemas.microsoft.com/office/drawing/2014/main" id="{E629F3CA-ECCD-43D4-9103-210F1D0D7EA8}"/>
              </a:ext>
            </a:extLst>
          </p:cNvPr>
          <p:cNvSpPr>
            <a:spLocks xmlns:a="http://schemas.openxmlformats.org/drawingml/2006/main"/>
          </p:cNvSpPr>
          <p:nvPr/>
        </p:nvSpPr>
        <p:spPr>
          <a:xfrm xmlns:a="http://schemas.openxmlformats.org/drawingml/2006/main" flipH="0" flipV="0">
            <a:off x="33782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91" name="18b-line-14">
            <a:extLst xmlns:a="http://schemas.openxmlformats.org/drawingml/2006/main">
              <a:ext uri="{FF2B5EF4-FFF2-40B4-BE49-F238E27FC236}">
                <a16:creationId xmlns:a16="http://schemas.microsoft.com/office/drawing/2014/main" id="{33AC4F38-A1B0-4C4A-9E57-F41B6219DEDD}"/>
              </a:ext>
            </a:extLst>
          </p:cNvPr>
          <p:cNvSpPr>
            <a:spLocks xmlns:a="http://schemas.openxmlformats.org/drawingml/2006/main"/>
          </p:cNvSpPr>
          <p:nvPr/>
        </p:nvSpPr>
        <p:spPr>
          <a:xfrm xmlns:a="http://schemas.openxmlformats.org/drawingml/2006/main" flipH="1" flipV="0">
            <a:off x="1574800" y="4953000"/>
            <a:ext cx="3606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92" name="18b-line-16">
            <a:extLst xmlns:a="http://schemas.openxmlformats.org/drawingml/2006/main">
              <a:ext uri="{FF2B5EF4-FFF2-40B4-BE49-F238E27FC236}">
                <a16:creationId xmlns:a16="http://schemas.microsoft.com/office/drawing/2014/main" id="{9B302726-22EC-4866-860B-0D0DB24D6A97}"/>
              </a:ext>
            </a:extLst>
          </p:cNvPr>
          <p:cNvSpPr>
            <a:spLocks xmlns:a="http://schemas.openxmlformats.org/drawingml/2006/main"/>
          </p:cNvSpPr>
          <p:nvPr/>
        </p:nvSpPr>
        <p:spPr>
          <a:xfrm xmlns:a="http://schemas.openxmlformats.org/drawingml/2006/main" flipH="0" flipV="1">
            <a:off x="15748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93" name="18b-text-17">
            <a:extLst xmlns:a="http://schemas.openxmlformats.org/drawingml/2006/main">
              <a:ext uri="{FF2B5EF4-FFF2-40B4-BE49-F238E27FC236}">
                <a16:creationId xmlns:a16="http://schemas.microsoft.com/office/drawing/2014/main" id="{14A6D70A-A896-4737-A215-7424387C1C34}"/>
              </a:ext>
            </a:extLst>
          </p:cNvPr>
          <p:cNvSpPr>
            <a:spLocks xmlns:a="http://schemas.openxmlformats.org/drawingml/2006/main"/>
          </p:cNvSpPr>
          <p:nvPr/>
        </p:nvSpPr>
        <p:spPr>
          <a:xfrm xmlns:a="http://schemas.openxmlformats.org/drawingml/2006/main">
            <a:off x="2667000" y="3022600"/>
            <a:ext cx="1676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494" name="18b-text-18">
            <a:extLst xmlns:a="http://schemas.openxmlformats.org/drawingml/2006/main">
              <a:ext uri="{FF2B5EF4-FFF2-40B4-BE49-F238E27FC236}">
                <a16:creationId xmlns:a16="http://schemas.microsoft.com/office/drawing/2014/main" id="{35650960-8462-40D5-BD54-96CC78BAFC88}"/>
              </a:ext>
            </a:extLst>
          </p:cNvPr>
          <p:cNvSpPr>
            <a:spLocks xmlns:a="http://schemas.openxmlformats.org/drawingml/2006/main"/>
          </p:cNvSpPr>
          <p:nvPr/>
        </p:nvSpPr>
        <p:spPr>
          <a:xfrm xmlns:a="http://schemas.openxmlformats.org/drawingml/2006/main">
            <a:off x="609600" y="5207000"/>
            <a:ext cx="264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495" name="18b-text-19">
            <a:extLst xmlns:a="http://schemas.openxmlformats.org/drawingml/2006/main">
              <a:ext uri="{FF2B5EF4-FFF2-40B4-BE49-F238E27FC236}">
                <a16:creationId xmlns:a16="http://schemas.microsoft.com/office/drawing/2014/main" id="{2BEC1747-49EB-49AA-B529-7C576D00135E}"/>
              </a:ext>
            </a:extLst>
          </p:cNvPr>
          <p:cNvSpPr>
            <a:spLocks xmlns:a="http://schemas.openxmlformats.org/drawingml/2006/main"/>
          </p:cNvSpPr>
          <p:nvPr/>
        </p:nvSpPr>
        <p:spPr>
          <a:xfrm xmlns:a="http://schemas.openxmlformats.org/drawingml/2006/main">
            <a:off x="3657600" y="5207000"/>
            <a:ext cx="2590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496" name="18b-text-20">
            <a:extLst xmlns:a="http://schemas.openxmlformats.org/drawingml/2006/main">
              <a:ext uri="{FF2B5EF4-FFF2-40B4-BE49-F238E27FC236}">
                <a16:creationId xmlns:a16="http://schemas.microsoft.com/office/drawing/2014/main" id="{F9A0BF98-D2A8-4794-B201-0DCDB1F59C5D}"/>
              </a:ext>
            </a:extLst>
          </p:cNvPr>
          <p:cNvSpPr>
            <a:spLocks xmlns:a="http://schemas.openxmlformats.org/drawingml/2006/main"/>
          </p:cNvSpPr>
          <p:nvPr/>
        </p:nvSpPr>
        <p:spPr>
          <a:xfrm xmlns:a="http://schemas.openxmlformats.org/drawingml/2006/main">
            <a:off x="6248400" y="3683000"/>
            <a:ext cx="53340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Together: exfiltration risk.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Break or constrain the path.</a:t>
            </a:r>
          </a:p>
        </p:txBody>
      </p:sp>
      <p:sp>
        <p:nvSpPr>
          <p:cNvPr id="497" name="18b-text-21">
            <a:extLst xmlns:a="http://schemas.openxmlformats.org/drawingml/2006/main">
              <a:ext uri="{FF2B5EF4-FFF2-40B4-BE49-F238E27FC236}">
                <a16:creationId xmlns:a16="http://schemas.microsoft.com/office/drawing/2014/main" id="{63A4C951-31AC-4ACA-9566-0D58FFC7D38F}"/>
              </a:ext>
            </a:extLst>
          </p:cNvPr>
          <p:cNvSpPr>
            <a:spLocks xmlns:a="http://schemas.openxmlformats.org/drawingml/2006/main"/>
          </p:cNvSpPr>
          <p:nvPr/>
        </p:nvSpPr>
        <p:spPr>
          <a:xfrm xmlns:a="http://schemas.openxmlformats.org/drawingml/2006/main">
            <a:off x="6248400" y="4953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Simon Willison, June 2025</a:t>
            </a:r>
          </a:p>
        </p:txBody>
      </p:sp>
      <p:sp>
        <p:nvSpPr>
          <p:cNvPr id="498" name="narrative-number">
            <a:extLst xmlns:a="http://schemas.openxmlformats.org/drawingml/2006/main">
              <a:ext uri="{FF2B5EF4-FFF2-40B4-BE49-F238E27FC236}">
                <a16:creationId xmlns:a16="http://schemas.microsoft.com/office/drawing/2014/main" id="{044364C6-A899-401E-B189-D414511CB79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877274200"/>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9" name="!!area-name">
            <a:extLst xmlns:a="http://schemas.openxmlformats.org/drawingml/2006/main">
              <a:ext uri="{FF2B5EF4-FFF2-40B4-BE49-F238E27FC236}">
                <a16:creationId xmlns:a16="http://schemas.microsoft.com/office/drawing/2014/main" id="{2C849350-7A99-4033-A36E-BF081A38A1A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509" name="mini-map"/>
          <p:cNvPicPr>
            <a:picLocks xmlns:a="http://schemas.openxmlformats.org/drawingml/2006/main" noChangeAspect="1"/>
          </p:cNvPicPr>
          <p:nvPr/>
        </p:nvPicPr>
        <p:blipFill>
          <a:blip xmlns:r="http://schemas.openxmlformats.org/officeDocument/2006/relationships" xmlns:a="http://schemas.openxmlformats.org/drawingml/2006/main" r:embed="Rb9cd6f1372074bb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01" name="header-divider">
            <a:extLst xmlns:a="http://schemas.openxmlformats.org/drawingml/2006/main">
              <a:ext uri="{FF2B5EF4-FFF2-40B4-BE49-F238E27FC236}">
                <a16:creationId xmlns:a16="http://schemas.microsoft.com/office/drawing/2014/main" id="{8EDDED2B-50E0-4AB4-98AC-6D9ADD0ECC8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2" name="18b-text-1">
            <a:extLst xmlns:a="http://schemas.openxmlformats.org/drawingml/2006/main">
              <a:ext uri="{FF2B5EF4-FFF2-40B4-BE49-F238E27FC236}">
                <a16:creationId xmlns:a16="http://schemas.microsoft.com/office/drawing/2014/main" id="{812D1180-D21F-4A2F-A88C-B533CCB36558}"/>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503" name="18b-text-6">
            <a:extLst xmlns:a="http://schemas.openxmlformats.org/drawingml/2006/main">
              <a:ext uri="{FF2B5EF4-FFF2-40B4-BE49-F238E27FC236}">
                <a16:creationId xmlns:a16="http://schemas.microsoft.com/office/drawing/2014/main" id="{CA1CA945-E6AA-47B4-944D-80C154E12E34}"/>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Identity</a:t>
            </a:r>
          </a:p>
        </p:txBody>
      </p:sp>
      <p:sp>
        <p:nvSpPr>
          <p:cNvPr id="504" name="18b-text-7">
            <a:extLst xmlns:a="http://schemas.openxmlformats.org/drawingml/2006/main">
              <a:ext uri="{FF2B5EF4-FFF2-40B4-BE49-F238E27FC236}">
                <a16:creationId xmlns:a16="http://schemas.microsoft.com/office/drawing/2014/main" id="{4A8BEACA-630D-405A-A861-5AF44DC8FDF3}"/>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Design pattern: workload identity with short-lived delegation.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Requirements: no token passthrough; minimal scopes.</a:t>
            </a:r>
          </a:p>
        </p:txBody>
      </p:sp>
      <p:sp>
        <p:nvSpPr>
          <p:cNvPr id="505" name="18b-text-8">
            <a:extLst xmlns:a="http://schemas.openxmlformats.org/drawingml/2006/main">
              <a:ext uri="{FF2B5EF4-FFF2-40B4-BE49-F238E27FC236}">
                <a16:creationId xmlns:a16="http://schemas.microsoft.com/office/drawing/2014/main" id="{9E59B4E6-FB52-404F-96EB-D8E29964C6AD}"/>
              </a:ext>
            </a:extLst>
          </p:cNvPr>
          <p:cNvSpPr>
            <a:spLocks xmlns:a="http://schemas.openxmlformats.org/drawingml/2006/main"/>
          </p:cNvSpPr>
          <p:nvPr/>
        </p:nvSpPr>
        <p:spPr>
          <a:xfrm xmlns:a="http://schemas.openxmlformats.org/drawingml/2006/main">
            <a:off x="609600" y="3860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Governance</a:t>
            </a:r>
          </a:p>
        </p:txBody>
      </p:sp>
      <p:sp>
        <p:nvSpPr>
          <p:cNvPr id="506" name="18b-text-9">
            <a:extLst xmlns:a="http://schemas.openxmlformats.org/drawingml/2006/main">
              <a:ext uri="{FF2B5EF4-FFF2-40B4-BE49-F238E27FC236}">
                <a16:creationId xmlns:a16="http://schemas.microsoft.com/office/drawing/2014/main" id="{80903A2E-C505-49AF-9090-8722852A571D}"/>
              </a:ext>
            </a:extLst>
          </p:cNvPr>
          <p:cNvSpPr>
            <a:spLocks xmlns:a="http://schemas.openxmlformats.org/drawingml/2006/main"/>
          </p:cNvSpPr>
          <p:nvPr/>
        </p:nvSpPr>
        <p:spPr>
          <a:xfrm xmlns:a="http://schemas.openxmlformats.org/drawingml/2006/main">
            <a:off x="2489200" y="3810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EU AI Act Article 50: disclosure duties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covered direct AI interactions.</a:t>
            </a:r>
          </a:p>
        </p:txBody>
      </p:sp>
      <p:sp>
        <p:nvSpPr>
          <p:cNvPr id="507" name="narrative-number">
            <a:extLst xmlns:a="http://schemas.openxmlformats.org/drawingml/2006/main">
              <a:ext uri="{FF2B5EF4-FFF2-40B4-BE49-F238E27FC236}">
                <a16:creationId xmlns:a16="http://schemas.microsoft.com/office/drawing/2014/main" id="{550982A4-D862-4F6D-8C43-6B1285377DE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99680181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8" name="!!area-name">
            <a:extLst xmlns:a="http://schemas.openxmlformats.org/drawingml/2006/main">
              <a:ext uri="{FF2B5EF4-FFF2-40B4-BE49-F238E27FC236}">
                <a16:creationId xmlns:a16="http://schemas.microsoft.com/office/drawing/2014/main" id="{E3DCF12A-6891-472C-A5A2-04B7EDAD3F6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517" name="mini-map"/>
          <p:cNvPicPr>
            <a:picLocks xmlns:a="http://schemas.openxmlformats.org/drawingml/2006/main" noChangeAspect="1"/>
          </p:cNvPicPr>
          <p:nvPr/>
        </p:nvPicPr>
        <p:blipFill>
          <a:blip xmlns:r="http://schemas.openxmlformats.org/officeDocument/2006/relationships" xmlns:a="http://schemas.openxmlformats.org/drawingml/2006/main" r:embed="R3c6ec3c5f14045a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0" name="header-divider">
            <a:extLst xmlns:a="http://schemas.openxmlformats.org/drawingml/2006/main">
              <a:ext uri="{FF2B5EF4-FFF2-40B4-BE49-F238E27FC236}">
                <a16:creationId xmlns:a16="http://schemas.microsoft.com/office/drawing/2014/main" id="{E8925384-975B-4F7D-A1BD-6DB20B2D959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1" name="18b-text-1">
            <a:extLst xmlns:a="http://schemas.openxmlformats.org/drawingml/2006/main">
              <a:ext uri="{FF2B5EF4-FFF2-40B4-BE49-F238E27FC236}">
                <a16:creationId xmlns:a16="http://schemas.microsoft.com/office/drawing/2014/main" id="{B145AADF-1A9E-409F-9923-12AB9B5651EE}"/>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512" name="18b-text-22">
            <a:extLst xmlns:a="http://schemas.openxmlformats.org/drawingml/2006/main">
              <a:ext uri="{FF2B5EF4-FFF2-40B4-BE49-F238E27FC236}">
                <a16:creationId xmlns:a16="http://schemas.microsoft.com/office/drawing/2014/main" id="{296BA34C-9DF9-4C27-A686-A9090A09612F}"/>
              </a:ext>
            </a:extLst>
          </p:cNvPr>
          <p:cNvSpPr>
            <a:spLocks xmlns:a="http://schemas.openxmlformats.org/drawingml/2006/main"/>
          </p:cNvSpPr>
          <p:nvPr/>
        </p:nvSpPr>
        <p:spPr>
          <a:xfrm xmlns:a="http://schemas.openxmlformats.org/drawingml/2006/main">
            <a:off x="609600" y="2438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EchoLeak, June 2025.</a:t>
            </a:r>
            <a:r>
              <a:rPr b="0">
                <a:solidFill>
                  <a:srgbClr val="FFFCF5"/>
                </a:solidFill>
                <a:latin typeface="Helvetica"/>
                <a:ea typeface="Helvetica"/>
                <a:cs typeface="Helvetica"/>
              </a:rPr>
              <a:t> Researcher-demonstrated vulnerability.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evidence of exploitation reported.</a:t>
            </a:r>
          </a:p>
        </p:txBody>
      </p:sp>
      <p:sp>
        <p:nvSpPr>
          <p:cNvPr id="513" name="18b-text-23">
            <a:extLst xmlns:a="http://schemas.openxmlformats.org/drawingml/2006/main">
              <a:ext uri="{FF2B5EF4-FFF2-40B4-BE49-F238E27FC236}">
                <a16:creationId xmlns:a16="http://schemas.microsoft.com/office/drawing/2014/main" id="{5C9F5DA6-1253-4EC5-8683-942BA7B2E3D9}"/>
              </a:ext>
            </a:extLst>
          </p:cNvPr>
          <p:cNvSpPr>
            <a:spLocks xmlns:a="http://schemas.openxmlformats.org/drawingml/2006/main"/>
          </p:cNvSpPr>
          <p:nvPr/>
        </p:nvSpPr>
        <p:spPr>
          <a:xfrm xmlns:a="http://schemas.openxmlformats.org/drawingml/2006/main">
            <a:off x="609600" y="3581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Replit, July 2025.</a:t>
            </a:r>
            <a:r>
              <a:rPr b="0">
                <a:solidFill>
                  <a:srgbClr val="FFFCF5"/>
                </a:solidFill>
                <a:latin typeface="Helvetica"/>
                <a:ea typeface="Helvetica"/>
                <a:cs typeface="Helvetica"/>
              </a:rPr>
              <a:t> Reported production database deletion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during a code freeze. Fortune / AI Incident Database.</a:t>
            </a:r>
          </a:p>
        </p:txBody>
      </p:sp>
      <p:sp>
        <p:nvSpPr>
          <p:cNvPr id="514" name="18b-text-24">
            <a:extLst xmlns:a="http://schemas.openxmlformats.org/drawingml/2006/main">
              <a:ext uri="{FF2B5EF4-FFF2-40B4-BE49-F238E27FC236}">
                <a16:creationId xmlns:a16="http://schemas.microsoft.com/office/drawing/2014/main" id="{7359C3A1-0AEA-4262-9A1C-0750CE5D059D}"/>
              </a:ext>
            </a:extLst>
          </p:cNvPr>
          <p:cNvSpPr>
            <a:spLocks xmlns:a="http://schemas.openxmlformats.org/drawingml/2006/main"/>
          </p:cNvSpPr>
          <p:nvPr/>
        </p:nvSpPr>
        <p:spPr>
          <a:xfrm xmlns:a="http://schemas.openxmlformats.org/drawingml/2006/main">
            <a:off x="609600" y="4724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Moffatt v. Air Canada, February 2024.</a:t>
            </a:r>
            <a:r>
              <a:rPr b="0">
                <a:solidFill>
                  <a:srgbClr val="FFFCF5"/>
                </a:solidFill>
                <a:latin typeface="Helvetica"/>
                <a:ea typeface="Helvetica"/>
                <a:cs typeface="Helvetica"/>
              </a:rPr>
              <a:t> Reported liability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misleading chatbot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McCarthy Tétrault, secondary commentary.</a:t>
            </a:r>
          </a:p>
        </p:txBody>
      </p:sp>
      <p:sp>
        <p:nvSpPr>
          <p:cNvPr id="515" name="narrative-number">
            <a:extLst xmlns:a="http://schemas.openxmlformats.org/drawingml/2006/main">
              <a:ext uri="{FF2B5EF4-FFF2-40B4-BE49-F238E27FC236}">
                <a16:creationId xmlns:a16="http://schemas.microsoft.com/office/drawing/2014/main" id="{1F208726-EB05-4D44-BC8B-7CDA9C50088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053878485"/>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6" name="!!area-name">
            <a:extLst xmlns:a="http://schemas.openxmlformats.org/drawingml/2006/main">
              <a:ext uri="{FF2B5EF4-FFF2-40B4-BE49-F238E27FC236}">
                <a16:creationId xmlns:a16="http://schemas.microsoft.com/office/drawing/2014/main" id="{126CA34E-4991-42EE-977A-22C069CFE5F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owner</a:t>
            </a:r>
          </a:p>
        </p:txBody>
      </p:sp>
      <p:pic>
        <p:nvPicPr>
          <p:cNvPr id="535" name="mini-map"/>
          <p:cNvPicPr>
            <a:picLocks xmlns:a="http://schemas.openxmlformats.org/drawingml/2006/main" noChangeAspect="1"/>
          </p:cNvPicPr>
          <p:nvPr/>
        </p:nvPicPr>
        <p:blipFill>
          <a:blip xmlns:r="http://schemas.openxmlformats.org/officeDocument/2006/relationships" xmlns:a="http://schemas.openxmlformats.org/drawingml/2006/main" r:embed="R73295f2ef599401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8" name="slide-title">
            <a:extLst xmlns:a="http://schemas.openxmlformats.org/drawingml/2006/main">
              <a:ext uri="{FF2B5EF4-FFF2-40B4-BE49-F238E27FC236}">
                <a16:creationId xmlns:a16="http://schemas.microsoft.com/office/drawing/2014/main" id="{40FD8412-0DEC-4B0F-AE00-F8AE9245323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own the approval process.</a:t>
            </a:r>
          </a:p>
        </p:txBody>
      </p:sp>
      <p:sp>
        <p:nvSpPr>
          <p:cNvPr id="519" name="header-divider">
            <a:extLst xmlns:a="http://schemas.openxmlformats.org/drawingml/2006/main">
              <a:ext uri="{FF2B5EF4-FFF2-40B4-BE49-F238E27FC236}">
                <a16:creationId xmlns:a16="http://schemas.microsoft.com/office/drawing/2014/main" id="{769816DF-2BDC-439C-9D48-AB0474C35AE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38" name="19-table-1"/>
          <p:cNvGraphicFramePr/>
          <p:nvPr/>
        </p:nvGraphicFramePr>
        <p:xfrm>
          <a:off xmlns:a="http://schemas.openxmlformats.org/drawingml/2006/main" x="609600" y="2438400"/>
          <a:ext xmlns:a="http://schemas.openxmlformats.org/drawingml/2006/main" cx="10972800" cy="1828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FDAD00"/>
                          </a:solidFill>
                          <a:latin typeface="Helvetica"/>
                          <a:ea typeface="Helvetica"/>
                          <a:cs typeface="Helvetica"/>
                        </a:rPr>
                        <a:t>Coding-agent control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DAD00"/>
                          </a:solidFill>
                          <a:latin typeface="Helvetica"/>
                          <a:ea typeface="Helvetica"/>
                          <a:cs typeface="Helvetica"/>
                        </a:rPr>
                        <a:t>Illustrative FRB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Sandbox and login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 FRB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Approval prompt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Allowed exports. Human conclusions.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Audit log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accountable FRB trace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1" name="19-text-2">
            <a:extLst xmlns:a="http://schemas.openxmlformats.org/drawingml/2006/main">
              <a:ext uri="{FF2B5EF4-FFF2-40B4-BE49-F238E27FC236}">
                <a16:creationId xmlns:a16="http://schemas.microsoft.com/office/drawing/2014/main" id="{36BCD4C4-306F-4D66-9CC7-6D4B8EE8A7A7}"/>
              </a:ext>
            </a:extLst>
          </p:cNvPr>
          <p:cNvSpPr>
            <a:spLocks xmlns:a="http://schemas.openxmlformats.org/drawingml/2006/main"/>
          </p:cNvSpPr>
          <p:nvPr/>
        </p:nvSpPr>
        <p:spPr>
          <a:xfrm xmlns:a="http://schemas.openxmlformats.org/drawingml/2006/main">
            <a:off x="609600" y="4343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Trace: request · FRB-042-MIN r2 · workers · synthesis · export</a:t>
            </a:r>
          </a:p>
        </p:txBody>
      </p:sp>
      <p:sp>
        <p:nvSpPr>
          <p:cNvPr id="522" name="19-text-3">
            <a:extLst xmlns:a="http://schemas.openxmlformats.org/drawingml/2006/main">
              <a:ext uri="{FF2B5EF4-FFF2-40B4-BE49-F238E27FC236}">
                <a16:creationId xmlns:a16="http://schemas.microsoft.com/office/drawing/2014/main" id="{E52FD5AF-7E5B-4157-BC89-67C45561B4C4}"/>
              </a:ext>
            </a:extLst>
          </p:cNvPr>
          <p:cNvSpPr>
            <a:spLocks xmlns:a="http://schemas.openxmlformats.org/drawingml/2006/main"/>
          </p:cNvSpPr>
          <p:nvPr/>
        </p:nvSpPr>
        <p:spPr>
          <a:xfrm xmlns:a="http://schemas.openxmlformats.org/drawingml/2006/main">
            <a:off x="609600" y="4826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Monitor freshness, parsing/tool and quality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brief. End-to-end latency.</a:t>
            </a:r>
          </a:p>
        </p:txBody>
      </p:sp>
      <p:sp>
        <p:nvSpPr>
          <p:cNvPr id="523" name="19-shape-4">
            <a:extLst xmlns:a="http://schemas.openxmlformats.org/drawingml/2006/main">
              <a:ext uri="{FF2B5EF4-FFF2-40B4-BE49-F238E27FC236}">
                <a16:creationId xmlns:a16="http://schemas.microsoft.com/office/drawing/2014/main" id="{F4F51817-CC9B-442F-B8EA-D9B5CF3568DA}"/>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24" name="19-shape-5">
            <a:extLst xmlns:a="http://schemas.openxmlformats.org/drawingml/2006/main">
              <a:ext uri="{FF2B5EF4-FFF2-40B4-BE49-F238E27FC236}">
                <a16:creationId xmlns:a16="http://schemas.microsoft.com/office/drawing/2014/main" id="{BD0D87D8-6524-448C-9D9C-EB30C1B32A04}"/>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25" name="19-text-6">
            <a:extLst xmlns:a="http://schemas.openxmlformats.org/drawingml/2006/main">
              <a:ext uri="{FF2B5EF4-FFF2-40B4-BE49-F238E27FC236}">
                <a16:creationId xmlns:a16="http://schemas.microsoft.com/office/drawing/2014/main" id="{8FB357ED-1773-4AD2-82A6-115641FCFD4C}"/>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526" name="19-text-7">
            <a:extLst xmlns:a="http://schemas.openxmlformats.org/drawingml/2006/main">
              <a:ext uri="{FF2B5EF4-FFF2-40B4-BE49-F238E27FC236}">
                <a16:creationId xmlns:a16="http://schemas.microsoft.com/office/drawing/2014/main" id="{CCEA01B0-6C7C-42C6-85F1-28153CB619BE}"/>
              </a:ext>
            </a:extLst>
          </p:cNvPr>
          <p:cNvSpPr>
            <a:spLocks xmlns:a="http://schemas.openxmlformats.org/drawingml/2006/main"/>
          </p:cNvSpPr>
          <p:nvPr/>
        </p:nvSpPr>
        <p:spPr>
          <a:xfrm xmlns:a="http://schemas.openxmlformats.org/drawingml/2006/main">
            <a:off x="2489200" y="5803900"/>
            <a:ext cx="49530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527" name="19-line-9">
            <a:extLst xmlns:a="http://schemas.openxmlformats.org/drawingml/2006/main">
              <a:ext uri="{FF2B5EF4-FFF2-40B4-BE49-F238E27FC236}">
                <a16:creationId xmlns:a16="http://schemas.microsoft.com/office/drawing/2014/main" id="{A1BF9C7F-322F-480F-8BA8-355779D9B42F}"/>
              </a:ext>
            </a:extLst>
          </p:cNvPr>
          <p:cNvSpPr>
            <a:spLocks xmlns:a="http://schemas.openxmlformats.org/drawingml/2006/main"/>
          </p:cNvSpPr>
          <p:nvPr/>
        </p:nvSpPr>
        <p:spPr>
          <a:xfrm xmlns:a="http://schemas.openxmlformats.org/drawingml/2006/main" flipH="0" flipV="0">
            <a:off x="9042400" y="5918200"/>
            <a:ext cx="10160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28" name="19-line-11">
            <a:extLst xmlns:a="http://schemas.openxmlformats.org/drawingml/2006/main">
              <a:ext uri="{FF2B5EF4-FFF2-40B4-BE49-F238E27FC236}">
                <a16:creationId xmlns:a16="http://schemas.microsoft.com/office/drawing/2014/main" id="{EFD4331A-5459-4217-9FF4-BED50926AB3C}"/>
              </a:ext>
            </a:extLst>
          </p:cNvPr>
          <p:cNvSpPr>
            <a:spLocks xmlns:a="http://schemas.openxmlformats.org/drawingml/2006/main"/>
          </p:cNvSpPr>
          <p:nvPr/>
        </p:nvSpPr>
        <p:spPr>
          <a:xfrm xmlns:a="http://schemas.openxmlformats.org/drawingml/2006/main" flipH="1" flipV="0">
            <a:off x="8077200" y="6223000"/>
            <a:ext cx="19812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29" name="19-line-13">
            <a:extLst xmlns:a="http://schemas.openxmlformats.org/drawingml/2006/main">
              <a:ext uri="{FF2B5EF4-FFF2-40B4-BE49-F238E27FC236}">
                <a16:creationId xmlns:a16="http://schemas.microsoft.com/office/drawing/2014/main" id="{732D12CA-9FAA-4DED-AB52-1AD9F9D176B3}"/>
              </a:ext>
            </a:extLst>
          </p:cNvPr>
          <p:cNvSpPr>
            <a:spLocks xmlns:a="http://schemas.openxmlformats.org/drawingml/2006/main"/>
          </p:cNvSpPr>
          <p:nvPr/>
        </p:nvSpPr>
        <p:spPr>
          <a:xfrm xmlns:a="http://schemas.openxmlformats.org/drawingml/2006/main" flipH="0" flipV="1">
            <a:off x="8077200" y="5918200"/>
            <a:ext cx="9652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30" name="19-text-14">
            <a:extLst xmlns:a="http://schemas.openxmlformats.org/drawingml/2006/main">
              <a:ext uri="{FF2B5EF4-FFF2-40B4-BE49-F238E27FC236}">
                <a16:creationId xmlns:a16="http://schemas.microsoft.com/office/drawing/2014/main" id="{1D52AFCA-02A9-4A70-ACCA-69A5C37A8E4F}"/>
              </a:ext>
            </a:extLst>
          </p:cNvPr>
          <p:cNvSpPr>
            <a:spLocks xmlns:a="http://schemas.openxmlformats.org/drawingml/2006/main"/>
          </p:cNvSpPr>
          <p:nvPr/>
        </p:nvSpPr>
        <p:spPr>
          <a:xfrm xmlns:a="http://schemas.openxmlformats.org/drawingml/2006/main">
            <a:off x="8432800" y="5638800"/>
            <a:ext cx="1841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531" name="19-text-15">
            <a:extLst xmlns:a="http://schemas.openxmlformats.org/drawingml/2006/main">
              <a:ext uri="{FF2B5EF4-FFF2-40B4-BE49-F238E27FC236}">
                <a16:creationId xmlns:a16="http://schemas.microsoft.com/office/drawing/2014/main" id="{46622616-2AF3-43D2-9586-1E340C2C3288}"/>
              </a:ext>
            </a:extLst>
          </p:cNvPr>
          <p:cNvSpPr>
            <a:spLocks xmlns:a="http://schemas.openxmlformats.org/drawingml/2006/main"/>
          </p:cNvSpPr>
          <p:nvPr/>
        </p:nvSpPr>
        <p:spPr>
          <a:xfrm xmlns:a="http://schemas.openxmlformats.org/drawingml/2006/main">
            <a:off x="7061200" y="6426200"/>
            <a:ext cx="1981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532" name="19-text-16">
            <a:extLst xmlns:a="http://schemas.openxmlformats.org/drawingml/2006/main">
              <a:ext uri="{FF2B5EF4-FFF2-40B4-BE49-F238E27FC236}">
                <a16:creationId xmlns:a16="http://schemas.microsoft.com/office/drawing/2014/main" id="{08EC887E-E4A3-4403-929B-57B81D358229}"/>
              </a:ext>
            </a:extLst>
          </p:cNvPr>
          <p:cNvSpPr>
            <a:spLocks xmlns:a="http://schemas.openxmlformats.org/drawingml/2006/main"/>
          </p:cNvSpPr>
          <p:nvPr/>
        </p:nvSpPr>
        <p:spPr>
          <a:xfrm xmlns:a="http://schemas.openxmlformats.org/drawingml/2006/main">
            <a:off x="9093200" y="6426200"/>
            <a:ext cx="2489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533" name="narrative-number">
            <a:extLst xmlns:a="http://schemas.openxmlformats.org/drawingml/2006/main">
              <a:ext uri="{FF2B5EF4-FFF2-40B4-BE49-F238E27FC236}">
                <a16:creationId xmlns:a16="http://schemas.microsoft.com/office/drawing/2014/main" id="{7682018F-049D-4A78-96EB-872ED4D4B4E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91636069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3"/>
                                        </p:tgtEl>
                                        <p:attrNameLst>
                                          <p:attrName>style.visibility</p:attrName>
                                        </p:attrNameLst>
                                      </p:cBhvr>
                                      <p:to>
                                        <p:strVal val="visible"/>
                                      </p:to>
                                    </p:set>
                                    <p:animEffect transition="in" filter="fade">
                                      <p:cBhvr>
                                        <p:cTn id="7" dur="300" fill="hold"/>
                                        <p:tgtEl>
                                          <p:spTgt spid="523"/>
                                        </p:tgtEl>
                                      </p:cBhvr>
                                    </p:animEffect>
                                  </p:childTnLst>
                                </p:cTn>
                              </p:par>
                              <p:par>
                                <p:cTn id="8" presetID="10" presetClass="entr" presetSubtype="0" fill="hold" nodeType="withEffect">
                                  <p:stCondLst>
                                    <p:cond delay="0"/>
                                  </p:stCondLst>
                                  <p:childTnLst>
                                    <p:set>
                                      <p:cBhvr>
                                        <p:cTn id="9" dur="1" fill="hold">
                                          <p:stCondLst>
                                            <p:cond delay="0"/>
                                          </p:stCondLst>
                                        </p:cTn>
                                        <p:tgtEl>
                                          <p:spTgt spid="524"/>
                                        </p:tgtEl>
                                        <p:attrNameLst>
                                          <p:attrName>style.visibility</p:attrName>
                                        </p:attrNameLst>
                                      </p:cBhvr>
                                      <p:to>
                                        <p:strVal val="visible"/>
                                      </p:to>
                                    </p:set>
                                    <p:animEffect transition="in" filter="fade">
                                      <p:cBhvr>
                                        <p:cTn id="10" dur="300" fill="hold"/>
                                        <p:tgtEl>
                                          <p:spTgt spid="524"/>
                                        </p:tgtEl>
                                      </p:cBhvr>
                                    </p:animEffect>
                                  </p:childTnLst>
                                </p:cTn>
                              </p:par>
                              <p:par>
                                <p:cTn id="11" presetID="10" presetClass="entr" presetSubtype="0" fill="hold" nodeType="withEffect">
                                  <p:stCondLst>
                                    <p:cond delay="0"/>
                                  </p:stCondLst>
                                  <p:childTnLst>
                                    <p:set>
                                      <p:cBhvr>
                                        <p:cTn id="12" dur="1" fill="hold">
                                          <p:stCondLst>
                                            <p:cond delay="0"/>
                                          </p:stCondLst>
                                        </p:cTn>
                                        <p:tgtEl>
                                          <p:spTgt spid="525"/>
                                        </p:tgtEl>
                                        <p:attrNameLst>
                                          <p:attrName>style.visibility</p:attrName>
                                        </p:attrNameLst>
                                      </p:cBhvr>
                                      <p:to>
                                        <p:strVal val="visible"/>
                                      </p:to>
                                    </p:set>
                                    <p:animEffect transition="in" filter="fade">
                                      <p:cBhvr>
                                        <p:cTn id="13" dur="300" fill="hold"/>
                                        <p:tgtEl>
                                          <p:spTgt spid="525"/>
                                        </p:tgtEl>
                                      </p:cBhvr>
                                    </p:animEffect>
                                  </p:childTnLst>
                                </p:cTn>
                              </p:par>
                              <p:par>
                                <p:cTn id="14" presetID="10" presetClass="entr" presetSubtype="0" fill="hold" nodeType="withEffect">
                                  <p:stCondLst>
                                    <p:cond delay="0"/>
                                  </p:stCondLst>
                                  <p:childTnLst>
                                    <p:set>
                                      <p:cBhvr>
                                        <p:cTn id="15" dur="1" fill="hold">
                                          <p:stCondLst>
                                            <p:cond delay="0"/>
                                          </p:stCondLst>
                                        </p:cTn>
                                        <p:tgtEl>
                                          <p:spTgt spid="526"/>
                                        </p:tgtEl>
                                        <p:attrNameLst>
                                          <p:attrName>style.visibility</p:attrName>
                                        </p:attrNameLst>
                                      </p:cBhvr>
                                      <p:to>
                                        <p:strVal val="visible"/>
                                      </p:to>
                                    </p:set>
                                    <p:animEffect transition="in" filter="fade">
                                      <p:cBhvr>
                                        <p:cTn id="16" dur="300" fill="hold"/>
                                        <p:tgtEl>
                                          <p:spTgt spid="526"/>
                                        </p:tgtEl>
                                      </p:cBhvr>
                                    </p:animEffect>
                                  </p:childTnLst>
                                </p:cTn>
                              </p:par>
                              <p:par>
                                <p:cTn id="17" presetID="1" presetClass="entr" presetSubtype="0" fill="hold" nodeType="withEffect">
                                  <p:stCondLst>
                                    <p:cond delay="0"/>
                                  </p:stCondLst>
                                  <p:childTnLst>
                                    <p:set>
                                      <p:cBhvr>
                                        <p:cTn id="18" dur="1" fill="hold">
                                          <p:stCondLst>
                                            <p:cond delay="0"/>
                                          </p:stCondLst>
                                        </p:cTn>
                                        <p:tgtEl>
                                          <p:spTgt spid="52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3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3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36" name="19b-image-1"/>
          <p:cNvPicPr>
            <a:picLocks xmlns:a="http://schemas.openxmlformats.org/drawingml/2006/main" noChangeAspect="1"/>
          </p:cNvPicPr>
          <p:nvPr/>
        </p:nvPicPr>
        <p:blipFill>
          <a:blip xmlns:r="http://schemas.openxmlformats.org/officeDocument/2006/relationships" xmlns:a="http://schemas.openxmlformats.org/drawingml/2006/main" r:embed="Rec54560b86d6498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35" name="narrative-number">
            <a:extLst xmlns:a="http://schemas.openxmlformats.org/drawingml/2006/main">
              <a:ext uri="{FF2B5EF4-FFF2-40B4-BE49-F238E27FC236}">
                <a16:creationId xmlns:a16="http://schemas.microsoft.com/office/drawing/2014/main" id="{32C68C63-0A6F-4C06-BBCE-3ADCC3C69F3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728073856"/>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6" name="section-label">
            <a:extLst xmlns:a="http://schemas.openxmlformats.org/drawingml/2006/main">
              <a:ext uri="{FF2B5EF4-FFF2-40B4-BE49-F238E27FC236}">
                <a16:creationId xmlns:a16="http://schemas.microsoft.com/office/drawing/2014/main" id="{27B8746D-4A45-4FF7-9EC3-5B16156F7835}"/>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37" name="section-rule">
            <a:extLst xmlns:a="http://schemas.openxmlformats.org/drawingml/2006/main">
              <a:ext uri="{FF2B5EF4-FFF2-40B4-BE49-F238E27FC236}">
                <a16:creationId xmlns:a16="http://schemas.microsoft.com/office/drawing/2014/main" id="{6B51CAE7-9AD9-49A5-8E94-CF69EA34A9D5}"/>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8" name="section-title">
            <a:extLst xmlns:a="http://schemas.openxmlformats.org/drawingml/2006/main">
              <a:ext uri="{FF2B5EF4-FFF2-40B4-BE49-F238E27FC236}">
                <a16:creationId xmlns:a16="http://schemas.microsoft.com/office/drawing/2014/main" id="{EEEBB0C6-CA71-4968-B7C6-E3881A1FD14A}"/>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39" name="narrative-number">
            <a:extLst xmlns:a="http://schemas.openxmlformats.org/drawingml/2006/main">
              <a:ext uri="{FF2B5EF4-FFF2-40B4-BE49-F238E27FC236}">
                <a16:creationId xmlns:a16="http://schemas.microsoft.com/office/drawing/2014/main" id="{546D6A11-B392-43D9-AF34-CD5A7DA12D5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2320047894"/>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0" name="!!area-name">
            <a:extLst xmlns:a="http://schemas.openxmlformats.org/drawingml/2006/main">
              <a:ext uri="{FF2B5EF4-FFF2-40B4-BE49-F238E27FC236}">
                <a16:creationId xmlns:a16="http://schemas.microsoft.com/office/drawing/2014/main" id="{405DE3C1-D769-4240-BFCE-4F20D4C0586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47" name="mini-map"/>
          <p:cNvPicPr>
            <a:picLocks xmlns:a="http://schemas.openxmlformats.org/drawingml/2006/main" noChangeAspect="1"/>
          </p:cNvPicPr>
          <p:nvPr/>
        </p:nvPicPr>
        <p:blipFill>
          <a:blip xmlns:r="http://schemas.openxmlformats.org/officeDocument/2006/relationships" xmlns:a="http://schemas.openxmlformats.org/drawingml/2006/main" r:embed="R7c20b0d43a8a4e0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42" name="slide-title">
            <a:extLst xmlns:a="http://schemas.openxmlformats.org/drawingml/2006/main">
              <a:ext uri="{FF2B5EF4-FFF2-40B4-BE49-F238E27FC236}">
                <a16:creationId xmlns:a16="http://schemas.microsoft.com/office/drawing/2014/main" id="{890D9992-4E6B-45B4-8701-7442B7045BE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43" name="header-divider">
            <a:extLst xmlns:a="http://schemas.openxmlformats.org/drawingml/2006/main">
              <a:ext uri="{FF2B5EF4-FFF2-40B4-BE49-F238E27FC236}">
                <a16:creationId xmlns:a16="http://schemas.microsoft.com/office/drawing/2014/main" id="{5ABB556D-86B8-4241-BF11-9DA4B072E26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50" name="21-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45" name="narrative-number">
            <a:extLst xmlns:a="http://schemas.openxmlformats.org/drawingml/2006/main">
              <a:ext uri="{FF2B5EF4-FFF2-40B4-BE49-F238E27FC236}">
                <a16:creationId xmlns:a16="http://schemas.microsoft.com/office/drawing/2014/main" id="{DDE2AD9F-C677-44FE-B99E-703BFADE76A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3936219851"/>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6" name="!!area-name">
            <a:extLst xmlns:a="http://schemas.openxmlformats.org/drawingml/2006/main">
              <a:ext uri="{FF2B5EF4-FFF2-40B4-BE49-F238E27FC236}">
                <a16:creationId xmlns:a16="http://schemas.microsoft.com/office/drawing/2014/main" id="{88A25273-A2DB-4E94-82E7-B8D15DDDF02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55" name="mini-map"/>
          <p:cNvPicPr>
            <a:picLocks xmlns:a="http://schemas.openxmlformats.org/drawingml/2006/main" noChangeAspect="1"/>
          </p:cNvPicPr>
          <p:nvPr/>
        </p:nvPicPr>
        <p:blipFill>
          <a:blip xmlns:r="http://schemas.openxmlformats.org/officeDocument/2006/relationships" xmlns:a="http://schemas.openxmlformats.org/drawingml/2006/main" r:embed="Re22550d3e2604d6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48" name="slide-title">
            <a:extLst xmlns:a="http://schemas.openxmlformats.org/drawingml/2006/main">
              <a:ext uri="{FF2B5EF4-FFF2-40B4-BE49-F238E27FC236}">
                <a16:creationId xmlns:a16="http://schemas.microsoft.com/office/drawing/2014/main" id="{4A9C9EDE-49DE-4E27-BE49-5EA947AD356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49" name="header-divider">
            <a:extLst xmlns:a="http://schemas.openxmlformats.org/drawingml/2006/main">
              <a:ext uri="{FF2B5EF4-FFF2-40B4-BE49-F238E27FC236}">
                <a16:creationId xmlns:a16="http://schemas.microsoft.com/office/drawing/2014/main" id="{9A9C5A98-8B09-406A-B0F1-08AD11A4FAA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0" name="21-text-2">
            <a:extLst xmlns:a="http://schemas.openxmlformats.org/drawingml/2006/main">
              <a:ext uri="{FF2B5EF4-FFF2-40B4-BE49-F238E27FC236}">
                <a16:creationId xmlns:a16="http://schemas.microsoft.com/office/drawing/2014/main" id="{B3CD688E-DC3B-48FF-990E-DC1AA002A2BE}"/>
              </a:ext>
            </a:extLst>
          </p:cNvPr>
          <p:cNvSpPr>
            <a:spLocks xmlns:a="http://schemas.openxmlformats.org/drawingml/2006/main"/>
          </p:cNvSpPr>
          <p:nvPr/>
        </p:nvSpPr>
        <p:spPr>
          <a:xfrm xmlns:a="http://schemas.openxmlformats.org/drawingml/2006/main">
            <a:off x="609600" y="24384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551" name="21-text-3">
            <a:extLst xmlns:a="http://schemas.openxmlformats.org/drawingml/2006/main">
              <a:ext uri="{FF2B5EF4-FFF2-40B4-BE49-F238E27FC236}">
                <a16:creationId xmlns:a16="http://schemas.microsoft.com/office/drawing/2014/main" id="{5B2803B4-B5B7-45AF-B192-06DBD6D3B110}"/>
              </a:ext>
            </a:extLst>
          </p:cNvPr>
          <p:cNvSpPr>
            <a:spLocks xmlns:a="http://schemas.openxmlformats.org/drawingml/2006/main"/>
          </p:cNvSpPr>
          <p:nvPr/>
        </p:nvSpPr>
        <p:spPr>
          <a:xfrm xmlns:a="http://schemas.openxmlformats.org/drawingml/2006/main">
            <a:off x="609600" y="41656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552" name="21-text-4">
            <a:extLst xmlns:a="http://schemas.openxmlformats.org/drawingml/2006/main">
              <a:ext uri="{FF2B5EF4-FFF2-40B4-BE49-F238E27FC236}">
                <a16:creationId xmlns:a16="http://schemas.microsoft.com/office/drawing/2014/main" id="{9439FB4F-DDD3-47D4-98FB-69ABC0479D86}"/>
              </a:ext>
            </a:extLst>
          </p:cNvPr>
          <p:cNvSpPr>
            <a:spLocks xmlns:a="http://schemas.openxmlformats.org/drawingml/2006/main"/>
          </p:cNvSpPr>
          <p:nvPr/>
        </p:nvSpPr>
        <p:spPr>
          <a:xfrm xmlns:a="http://schemas.openxmlformats.org/drawingml/2006/main">
            <a:off x="609600" y="5664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Matt Morgis, Elsevier, via The Pragmatic Engineer, March 2025</a:t>
            </a:r>
          </a:p>
        </p:txBody>
      </p:sp>
      <p:sp>
        <p:nvSpPr>
          <p:cNvPr id="553" name="narrative-number">
            <a:extLst xmlns:a="http://schemas.openxmlformats.org/drawingml/2006/main">
              <a:ext uri="{FF2B5EF4-FFF2-40B4-BE49-F238E27FC236}">
                <a16:creationId xmlns:a16="http://schemas.microsoft.com/office/drawing/2014/main" id="{8E2F5877-ED6B-486D-A052-E6F76481AF7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3733264361"/>
      </p:ext>
    </p:extLst>
  </p:cSld>
</p:sld>
</file>

<file path=ppt/slides/slide5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4" name="!!area-name">
            <a:extLst xmlns:a="http://schemas.openxmlformats.org/drawingml/2006/main">
              <a:ext uri="{FF2B5EF4-FFF2-40B4-BE49-F238E27FC236}">
                <a16:creationId xmlns:a16="http://schemas.microsoft.com/office/drawing/2014/main" id="{765FCB74-A5AB-4EA6-B043-4C57D7A83B6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70" name="mini-map"/>
          <p:cNvPicPr>
            <a:picLocks xmlns:a="http://schemas.openxmlformats.org/drawingml/2006/main" noChangeAspect="1"/>
          </p:cNvPicPr>
          <p:nvPr/>
        </p:nvPicPr>
        <p:blipFill>
          <a:blip xmlns:r="http://schemas.openxmlformats.org/officeDocument/2006/relationships" xmlns:a="http://schemas.openxmlformats.org/drawingml/2006/main" r:embed="R39773731e2f440c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56" name="slide-title">
            <a:extLst xmlns:a="http://schemas.openxmlformats.org/drawingml/2006/main">
              <a:ext uri="{FF2B5EF4-FFF2-40B4-BE49-F238E27FC236}">
                <a16:creationId xmlns:a16="http://schemas.microsoft.com/office/drawing/2014/main" id="{CF7CEFE7-D9EF-41EF-A88B-D0322F1C544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557" name="header-divider">
            <a:extLst xmlns:a="http://schemas.openxmlformats.org/drawingml/2006/main">
              <a:ext uri="{FF2B5EF4-FFF2-40B4-BE49-F238E27FC236}">
                <a16:creationId xmlns:a16="http://schemas.microsoft.com/office/drawing/2014/main" id="{27EFB546-BA18-4547-8769-9377B06DF5D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8" name="22-text-1">
            <a:extLst xmlns:a="http://schemas.openxmlformats.org/drawingml/2006/main">
              <a:ext uri="{FF2B5EF4-FFF2-40B4-BE49-F238E27FC236}">
                <a16:creationId xmlns:a16="http://schemas.microsoft.com/office/drawing/2014/main" id="{8DE512F9-4BCC-4F82-993C-A6DCEEFD4C53}"/>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559" name="22-line-3">
            <a:extLst xmlns:a="http://schemas.openxmlformats.org/drawingml/2006/main">
              <a:ext uri="{FF2B5EF4-FFF2-40B4-BE49-F238E27FC236}">
                <a16:creationId xmlns:a16="http://schemas.microsoft.com/office/drawing/2014/main" id="{355F16B8-4CB4-4F29-99D1-8B83F83A0AA3}"/>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60" name="22-text-4">
            <a:extLst xmlns:a="http://schemas.openxmlformats.org/drawingml/2006/main">
              <a:ext uri="{FF2B5EF4-FFF2-40B4-BE49-F238E27FC236}">
                <a16:creationId xmlns:a16="http://schemas.microsoft.com/office/drawing/2014/main" id="{1C113845-F313-41C7-946F-A55B3306BC5B}"/>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561" name="22-text-5">
            <a:extLst xmlns:a="http://schemas.openxmlformats.org/drawingml/2006/main">
              <a:ext uri="{FF2B5EF4-FFF2-40B4-BE49-F238E27FC236}">
                <a16:creationId xmlns:a16="http://schemas.microsoft.com/office/drawing/2014/main" id="{5264EE42-5AA6-4185-B6C0-B9B864899C34}"/>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562" name="22-line-7">
            <a:extLst xmlns:a="http://schemas.openxmlformats.org/drawingml/2006/main">
              <a:ext uri="{FF2B5EF4-FFF2-40B4-BE49-F238E27FC236}">
                <a16:creationId xmlns:a16="http://schemas.microsoft.com/office/drawing/2014/main" id="{54692F2C-2036-443E-9650-4D1C49814124}"/>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63" name="22-text-8">
            <a:extLst xmlns:a="http://schemas.openxmlformats.org/drawingml/2006/main">
              <a:ext uri="{FF2B5EF4-FFF2-40B4-BE49-F238E27FC236}">
                <a16:creationId xmlns:a16="http://schemas.microsoft.com/office/drawing/2014/main" id="{64457BE6-4F05-47B2-A019-C55E05034DE1}"/>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564" name="22-text-9">
            <a:extLst xmlns:a="http://schemas.openxmlformats.org/drawingml/2006/main">
              <a:ext uri="{FF2B5EF4-FFF2-40B4-BE49-F238E27FC236}">
                <a16:creationId xmlns:a16="http://schemas.microsoft.com/office/drawing/2014/main" id="{DD536E35-0FF1-48E3-B1C8-CDF55EC8FC8A}"/>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565" name="22-line-11">
            <a:extLst xmlns:a="http://schemas.openxmlformats.org/drawingml/2006/main">
              <a:ext uri="{FF2B5EF4-FFF2-40B4-BE49-F238E27FC236}">
                <a16:creationId xmlns:a16="http://schemas.microsoft.com/office/drawing/2014/main" id="{C9E3C253-1699-4A98-92CC-6AE01622A3C9}"/>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66" name="22-text-12">
            <a:extLst xmlns:a="http://schemas.openxmlformats.org/drawingml/2006/main">
              <a:ext uri="{FF2B5EF4-FFF2-40B4-BE49-F238E27FC236}">
                <a16:creationId xmlns:a16="http://schemas.microsoft.com/office/drawing/2014/main" id="{56CA64B6-7327-46C7-9B25-1F4FC0B39518}"/>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567" name="22-text-13">
            <a:extLst xmlns:a="http://schemas.openxmlformats.org/drawingml/2006/main">
              <a:ext uri="{FF2B5EF4-FFF2-40B4-BE49-F238E27FC236}">
                <a16:creationId xmlns:a16="http://schemas.microsoft.com/office/drawing/2014/main" id="{34B6FD20-473C-4469-9A7D-A3A6C088CE62}"/>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
        <p:nvSpPr>
          <p:cNvPr id="568" name="narrative-number">
            <a:extLst xmlns:a="http://schemas.openxmlformats.org/drawingml/2006/main">
              <a:ext uri="{FF2B5EF4-FFF2-40B4-BE49-F238E27FC236}">
                <a16:creationId xmlns:a16="http://schemas.microsoft.com/office/drawing/2014/main" id="{8B5C4F5F-9AA4-4AB6-93AA-6307DDC6BB4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117008412"/>
      </p:ext>
    </p:extLst>
  </p:cSld>
</p:sld>
</file>

<file path=ppt/slides/slide5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9" name="!!area-name">
            <a:extLst xmlns:a="http://schemas.openxmlformats.org/drawingml/2006/main">
              <a:ext uri="{FF2B5EF4-FFF2-40B4-BE49-F238E27FC236}">
                <a16:creationId xmlns:a16="http://schemas.microsoft.com/office/drawing/2014/main" id="{4271642D-21C3-40CF-8EE6-BCF0E8C6246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82" name="mini-map"/>
          <p:cNvPicPr>
            <a:picLocks xmlns:a="http://schemas.openxmlformats.org/drawingml/2006/main" noChangeAspect="1"/>
          </p:cNvPicPr>
          <p:nvPr/>
        </p:nvPicPr>
        <p:blipFill>
          <a:blip xmlns:r="http://schemas.openxmlformats.org/officeDocument/2006/relationships" xmlns:a="http://schemas.openxmlformats.org/drawingml/2006/main" r:embed="R8b35fe776e914e4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71" name="header-divider">
            <a:extLst xmlns:a="http://schemas.openxmlformats.org/drawingml/2006/main">
              <a:ext uri="{FF2B5EF4-FFF2-40B4-BE49-F238E27FC236}">
                <a16:creationId xmlns:a16="http://schemas.microsoft.com/office/drawing/2014/main" id="{D3689E4E-8533-4AD9-BA8D-BA0A9658236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2" name="22b-text-1">
            <a:extLst xmlns:a="http://schemas.openxmlformats.org/drawingml/2006/main">
              <a:ext uri="{FF2B5EF4-FFF2-40B4-BE49-F238E27FC236}">
                <a16:creationId xmlns:a16="http://schemas.microsoft.com/office/drawing/2014/main" id="{8C7D5F7F-739B-4B72-8214-F3BC442C0BDC}"/>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573" name="22b-text-2">
            <a:extLst xmlns:a="http://schemas.openxmlformats.org/drawingml/2006/main">
              <a:ext uri="{FF2B5EF4-FFF2-40B4-BE49-F238E27FC236}">
                <a16:creationId xmlns:a16="http://schemas.microsoft.com/office/drawing/2014/main" id="{B34CCA63-124B-473F-BC82-89487CF2A5B1}"/>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574" name="22b-text-3">
            <a:extLst xmlns:a="http://schemas.openxmlformats.org/drawingml/2006/main">
              <a:ext uri="{FF2B5EF4-FFF2-40B4-BE49-F238E27FC236}">
                <a16:creationId xmlns:a16="http://schemas.microsoft.com/office/drawing/2014/main" id="{902F917D-0109-47B2-A6C3-43F713F1A6F2}"/>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575" name="22b-text-4">
            <a:extLst xmlns:a="http://schemas.openxmlformats.org/drawingml/2006/main">
              <a:ext uri="{FF2B5EF4-FFF2-40B4-BE49-F238E27FC236}">
                <a16:creationId xmlns:a16="http://schemas.microsoft.com/office/drawing/2014/main" id="{88966367-750D-4910-B696-CD7975E3C896}"/>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576" name="22b-text-5">
            <a:extLst xmlns:a="http://schemas.openxmlformats.org/drawingml/2006/main">
              <a:ext uri="{FF2B5EF4-FFF2-40B4-BE49-F238E27FC236}">
                <a16:creationId xmlns:a16="http://schemas.microsoft.com/office/drawing/2014/main" id="{EC3D4967-1FDC-42A2-9C0B-68B6C5F8E893}"/>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577" name="22b-text-6">
            <a:extLst xmlns:a="http://schemas.openxmlformats.org/drawingml/2006/main">
              <a:ext uri="{FF2B5EF4-FFF2-40B4-BE49-F238E27FC236}">
                <a16:creationId xmlns:a16="http://schemas.microsoft.com/office/drawing/2014/main" id="{FD74F034-33D0-4620-8757-E79714055BB3}"/>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578" name="22b-text-7">
            <a:extLst xmlns:a="http://schemas.openxmlformats.org/drawingml/2006/main">
              <a:ext uri="{FF2B5EF4-FFF2-40B4-BE49-F238E27FC236}">
                <a16:creationId xmlns:a16="http://schemas.microsoft.com/office/drawing/2014/main" id="{5B0103D9-17F9-4AFE-AF7E-519D697BAB95}"/>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579" name="22b-text-8">
            <a:extLst xmlns:a="http://schemas.openxmlformats.org/drawingml/2006/main">
              <a:ext uri="{FF2B5EF4-FFF2-40B4-BE49-F238E27FC236}">
                <a16:creationId xmlns:a16="http://schemas.microsoft.com/office/drawing/2014/main" id="{2C9F073A-164B-4CA6-B1AE-DFAA4D533511}"/>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580" name="narrative-number">
            <a:extLst xmlns:a="http://schemas.openxmlformats.org/drawingml/2006/main">
              <a:ext uri="{FF2B5EF4-FFF2-40B4-BE49-F238E27FC236}">
                <a16:creationId xmlns:a16="http://schemas.microsoft.com/office/drawing/2014/main" id="{CB684187-4E1D-46BE-8D58-CB86C010AEF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629233107"/>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5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1" name="!!area-name">
            <a:extLst xmlns:a="http://schemas.openxmlformats.org/drawingml/2006/main">
              <a:ext uri="{FF2B5EF4-FFF2-40B4-BE49-F238E27FC236}">
                <a16:creationId xmlns:a16="http://schemas.microsoft.com/office/drawing/2014/main" id="{3296BFEC-FD62-4F6D-8640-6BF02426DAC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89" name="mini-map"/>
          <p:cNvPicPr>
            <a:picLocks xmlns:a="http://schemas.openxmlformats.org/drawingml/2006/main" noChangeAspect="1"/>
          </p:cNvPicPr>
          <p:nvPr/>
        </p:nvPicPr>
        <p:blipFill>
          <a:blip xmlns:r="http://schemas.openxmlformats.org/officeDocument/2006/relationships" xmlns:a="http://schemas.openxmlformats.org/drawingml/2006/main" r:embed="Re46d6db72d4043c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83" name="header-divider">
            <a:extLst xmlns:a="http://schemas.openxmlformats.org/drawingml/2006/main">
              <a:ext uri="{FF2B5EF4-FFF2-40B4-BE49-F238E27FC236}">
                <a16:creationId xmlns:a16="http://schemas.microsoft.com/office/drawing/2014/main" id="{C9834D55-B2D9-4009-BB95-E30E630E24C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84" name="22b-text-1">
            <a:extLst xmlns:a="http://schemas.openxmlformats.org/drawingml/2006/main">
              <a:ext uri="{FF2B5EF4-FFF2-40B4-BE49-F238E27FC236}">
                <a16:creationId xmlns:a16="http://schemas.microsoft.com/office/drawing/2014/main" id="{35A9AF6F-2B65-46DB-AAB3-A407240DEABD}"/>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585" name="22b-text-9">
            <a:extLst xmlns:a="http://schemas.openxmlformats.org/drawingml/2006/main">
              <a:ext uri="{FF2B5EF4-FFF2-40B4-BE49-F238E27FC236}">
                <a16:creationId xmlns:a16="http://schemas.microsoft.com/office/drawing/2014/main" id="{67122699-BFA3-4C69-9EA4-F48559DED7E7}"/>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586" name="22b-text-10">
            <a:extLst xmlns:a="http://schemas.openxmlformats.org/drawingml/2006/main">
              <a:ext uri="{FF2B5EF4-FFF2-40B4-BE49-F238E27FC236}">
                <a16:creationId xmlns:a16="http://schemas.microsoft.com/office/drawing/2014/main" id="{45FA2EAD-CFCC-46BD-83D3-8BD7B19A7181}"/>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
        <p:nvSpPr>
          <p:cNvPr id="587" name="narrative-number">
            <a:extLst xmlns:a="http://schemas.openxmlformats.org/drawingml/2006/main">
              <a:ext uri="{FF2B5EF4-FFF2-40B4-BE49-F238E27FC236}">
                <a16:creationId xmlns:a16="http://schemas.microsoft.com/office/drawing/2014/main" id="{369E26EF-BD72-4BE8-9614-640417DCB81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268285384"/>
      </p:ext>
    </p:extLst>
  </p:cSld>
</p:sld>
</file>

<file path=ppt/slides/slide6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8" name="!!area-name">
            <a:extLst xmlns:a="http://schemas.openxmlformats.org/drawingml/2006/main">
              <a:ext uri="{FF2B5EF4-FFF2-40B4-BE49-F238E27FC236}">
                <a16:creationId xmlns:a16="http://schemas.microsoft.com/office/drawing/2014/main" id="{29A69D7F-51FA-4D3E-A8F6-E21A7356227B}"/>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89" name="header-divider">
            <a:extLst xmlns:a="http://schemas.openxmlformats.org/drawingml/2006/main">
              <a:ext uri="{FF2B5EF4-FFF2-40B4-BE49-F238E27FC236}">
                <a16:creationId xmlns:a16="http://schemas.microsoft.com/office/drawing/2014/main" id="{56A7962A-1116-4E11-A52D-2964A20F6B2B}"/>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90" name="23-shape-1">
            <a:extLst xmlns:a="http://schemas.openxmlformats.org/drawingml/2006/main">
              <a:ext uri="{FF2B5EF4-FFF2-40B4-BE49-F238E27FC236}">
                <a16:creationId xmlns:a16="http://schemas.microsoft.com/office/drawing/2014/main" id="{13FC7233-69FC-4FE9-B5B6-B47065484611}"/>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91" name="23-shape-2">
            <a:extLst xmlns:a="http://schemas.openxmlformats.org/drawingml/2006/main">
              <a:ext uri="{FF2B5EF4-FFF2-40B4-BE49-F238E27FC236}">
                <a16:creationId xmlns:a16="http://schemas.microsoft.com/office/drawing/2014/main" id="{20904719-A325-41EC-BE15-750FE94F8E82}"/>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92" name="23-text-3">
            <a:extLst xmlns:a="http://schemas.openxmlformats.org/drawingml/2006/main">
              <a:ext uri="{FF2B5EF4-FFF2-40B4-BE49-F238E27FC236}">
                <a16:creationId xmlns:a16="http://schemas.microsoft.com/office/drawing/2014/main" id="{DA4EB62F-7819-48EF-8ADE-C1DB077FA247}"/>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593" name="23-text-4">
            <a:extLst xmlns:a="http://schemas.openxmlformats.org/drawingml/2006/main">
              <a:ext uri="{FF2B5EF4-FFF2-40B4-BE49-F238E27FC236}">
                <a16:creationId xmlns:a16="http://schemas.microsoft.com/office/drawing/2014/main" id="{80DCABAF-7581-4DC0-8520-92107D1D756E}"/>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hardcoded model ID with no eval suite behind it.</a:t>
            </a:r>
          </a:p>
        </p:txBody>
      </p:sp>
      <p:sp>
        <p:nvSpPr>
          <p:cNvPr id="594" name="23-shape-5">
            <a:extLst xmlns:a="http://schemas.openxmlformats.org/drawingml/2006/main">
              <a:ext uri="{FF2B5EF4-FFF2-40B4-BE49-F238E27FC236}">
                <a16:creationId xmlns:a16="http://schemas.microsoft.com/office/drawing/2014/main" id="{8137ADEB-C482-469B-A06A-6234E9A079D9}"/>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95" name="23-shape-6">
            <a:extLst xmlns:a="http://schemas.openxmlformats.org/drawingml/2006/main">
              <a:ext uri="{FF2B5EF4-FFF2-40B4-BE49-F238E27FC236}">
                <a16:creationId xmlns:a16="http://schemas.microsoft.com/office/drawing/2014/main" id="{F459B4F9-08EA-4345-AC3C-B84DABB44B9A}"/>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96" name="23-text-7">
            <a:extLst xmlns:a="http://schemas.openxmlformats.org/drawingml/2006/main">
              <a:ext uri="{FF2B5EF4-FFF2-40B4-BE49-F238E27FC236}">
                <a16:creationId xmlns:a16="http://schemas.microsoft.com/office/drawing/2014/main" id="{611152E9-0AB1-4E45-AD07-F6DB0519E290}"/>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597" name="23-text-8">
            <a:extLst xmlns:a="http://schemas.openxmlformats.org/drawingml/2006/main">
              <a:ext uri="{FF2B5EF4-FFF2-40B4-BE49-F238E27FC236}">
                <a16:creationId xmlns:a16="http://schemas.microsoft.com/office/drawing/2014/main" id="{F886D38A-C5BE-4B92-869F-3123E78D8B85}"/>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598" name="23-shape-9">
            <a:extLst xmlns:a="http://schemas.openxmlformats.org/drawingml/2006/main">
              <a:ext uri="{FF2B5EF4-FFF2-40B4-BE49-F238E27FC236}">
                <a16:creationId xmlns:a16="http://schemas.microsoft.com/office/drawing/2014/main" id="{816B8AF7-E94D-4BC9-A7A9-03EFD36F475C}"/>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99" name="23-shape-10">
            <a:extLst xmlns:a="http://schemas.openxmlformats.org/drawingml/2006/main">
              <a:ext uri="{FF2B5EF4-FFF2-40B4-BE49-F238E27FC236}">
                <a16:creationId xmlns:a16="http://schemas.microsoft.com/office/drawing/2014/main" id="{EADE1E14-34D2-4F57-8BBD-2F528F0CB198}"/>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600" name="23-text-11">
            <a:extLst xmlns:a="http://schemas.openxmlformats.org/drawingml/2006/main">
              <a:ext uri="{FF2B5EF4-FFF2-40B4-BE49-F238E27FC236}">
                <a16:creationId xmlns:a16="http://schemas.microsoft.com/office/drawing/2014/main" id="{CF1B5F0C-0ADA-4691-8DC2-D49F351507D1}"/>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601" name="23-text-12">
            <a:extLst xmlns:a="http://schemas.openxmlformats.org/drawingml/2006/main">
              <a:ext uri="{FF2B5EF4-FFF2-40B4-BE49-F238E27FC236}">
                <a16:creationId xmlns:a16="http://schemas.microsoft.com/office/drawing/2014/main" id="{859AD4D0-D20A-422B-A7E7-20F2C145D9FF}"/>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602" name="23-shape-13">
            <a:extLst xmlns:a="http://schemas.openxmlformats.org/drawingml/2006/main">
              <a:ext uri="{FF2B5EF4-FFF2-40B4-BE49-F238E27FC236}">
                <a16:creationId xmlns:a16="http://schemas.microsoft.com/office/drawing/2014/main" id="{4BB0145B-F9BB-4424-82F4-55EE284F3602}"/>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603" name="23-shape-14">
            <a:extLst xmlns:a="http://schemas.openxmlformats.org/drawingml/2006/main">
              <a:ext uri="{FF2B5EF4-FFF2-40B4-BE49-F238E27FC236}">
                <a16:creationId xmlns:a16="http://schemas.microsoft.com/office/drawing/2014/main" id="{8548C8BE-A13A-4705-A8A3-96E23538B4CD}"/>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604" name="23-text-15">
            <a:extLst xmlns:a="http://schemas.openxmlformats.org/drawingml/2006/main">
              <a:ext uri="{FF2B5EF4-FFF2-40B4-BE49-F238E27FC236}">
                <a16:creationId xmlns:a16="http://schemas.microsoft.com/office/drawing/2014/main" id="{DAE2FEEB-5D08-4083-9CEF-7E852AE79375}"/>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605" name="23-text-16">
            <a:extLst xmlns:a="http://schemas.openxmlformats.org/drawingml/2006/main">
              <a:ext uri="{FF2B5EF4-FFF2-40B4-BE49-F238E27FC236}">
                <a16:creationId xmlns:a16="http://schemas.microsoft.com/office/drawing/2014/main" id="{AC89E673-D4B7-4B4D-8BCA-917EFE3347D4}"/>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606" name="23-shape-17">
            <a:extLst xmlns:a="http://schemas.openxmlformats.org/drawingml/2006/main">
              <a:ext uri="{FF2B5EF4-FFF2-40B4-BE49-F238E27FC236}">
                <a16:creationId xmlns:a16="http://schemas.microsoft.com/office/drawing/2014/main" id="{A73F64FF-0FE9-4A57-80A4-78ADADEFDE07}"/>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607" name="23-shape-18">
            <a:extLst xmlns:a="http://schemas.openxmlformats.org/drawingml/2006/main">
              <a:ext uri="{FF2B5EF4-FFF2-40B4-BE49-F238E27FC236}">
                <a16:creationId xmlns:a16="http://schemas.microsoft.com/office/drawing/2014/main" id="{901F6229-15F7-4078-B812-3C6EBAEF0318}"/>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608" name="23-text-19">
            <a:extLst xmlns:a="http://schemas.openxmlformats.org/drawingml/2006/main">
              <a:ext uri="{FF2B5EF4-FFF2-40B4-BE49-F238E27FC236}">
                <a16:creationId xmlns:a16="http://schemas.microsoft.com/office/drawing/2014/main" id="{6319186F-4D92-4DE3-B947-A09ECB8BD5DA}"/>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609" name="23-text-20">
            <a:extLst xmlns:a="http://schemas.openxmlformats.org/drawingml/2006/main">
              <a:ext uri="{FF2B5EF4-FFF2-40B4-BE49-F238E27FC236}">
                <a16:creationId xmlns:a16="http://schemas.microsoft.com/office/drawing/2014/main" id="{E9BB8CE1-9367-464A-8128-BD32D56B7BD0}"/>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610" name="23-shape-21">
            <a:extLst xmlns:a="http://schemas.openxmlformats.org/drawingml/2006/main">
              <a:ext uri="{FF2B5EF4-FFF2-40B4-BE49-F238E27FC236}">
                <a16:creationId xmlns:a16="http://schemas.microsoft.com/office/drawing/2014/main" id="{095ACC61-6A8D-4D00-9770-E22D9211AB4F}"/>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611" name="23-shape-22">
            <a:extLst xmlns:a="http://schemas.openxmlformats.org/drawingml/2006/main">
              <a:ext uri="{FF2B5EF4-FFF2-40B4-BE49-F238E27FC236}">
                <a16:creationId xmlns:a16="http://schemas.microsoft.com/office/drawing/2014/main" id="{779AD8C6-3128-4E9B-9888-AF19C8E6098C}"/>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612" name="23-text-23">
            <a:extLst xmlns:a="http://schemas.openxmlformats.org/drawingml/2006/main">
              <a:ext uri="{FF2B5EF4-FFF2-40B4-BE49-F238E27FC236}">
                <a16:creationId xmlns:a16="http://schemas.microsoft.com/office/drawing/2014/main" id="{6C6A012D-80B1-4BC1-95CB-46ED06077937}"/>
              </a:ext>
            </a:extLst>
          </p:cNvPr>
          <p:cNvSpPr>
            <a:spLocks xmlns:a="http://schemas.openxmlformats.org/drawingml/2006/main"/>
          </p:cNvSpPr>
          <p:nvPr/>
        </p:nvSpPr>
        <p:spPr>
          <a:xfrm xmlns:a="http://schemas.openxmlformats.org/drawingml/2006/main">
            <a:off x="609600" y="56769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Operating</a:t>
            </a:r>
          </a:p>
        </p:txBody>
      </p:sp>
      <p:sp>
        <p:nvSpPr>
          <p:cNvPr id="613" name="23-text-24">
            <a:extLst xmlns:a="http://schemas.openxmlformats.org/drawingml/2006/main">
              <a:ext uri="{FF2B5EF4-FFF2-40B4-BE49-F238E27FC236}">
                <a16:creationId xmlns:a16="http://schemas.microsoft.com/office/drawing/2014/main" id="{1CF8AB44-5B20-41D4-81EB-C503B56B1A32}"/>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614" name="narrative-number">
            <a:extLst xmlns:a="http://schemas.openxmlformats.org/drawingml/2006/main">
              <a:ext uri="{FF2B5EF4-FFF2-40B4-BE49-F238E27FC236}">
                <a16:creationId xmlns:a16="http://schemas.microsoft.com/office/drawing/2014/main" id="{F32FC077-CB5F-43BE-AB66-9531F24FB0D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1878684738"/>
      </p:ext>
    </p:extLst>
  </p:cSld>
</p:sld>
</file>

<file path=ppt/slides/slide6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15" name="!!area-name">
            <a:extLst xmlns:a="http://schemas.openxmlformats.org/drawingml/2006/main">
              <a:ext uri="{FF2B5EF4-FFF2-40B4-BE49-F238E27FC236}">
                <a16:creationId xmlns:a16="http://schemas.microsoft.com/office/drawing/2014/main" id="{CF52A629-7C98-48F6-AD6B-C6DDCCD7E2B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633" name="mini-map"/>
          <p:cNvPicPr>
            <a:picLocks xmlns:a="http://schemas.openxmlformats.org/drawingml/2006/main" noChangeAspect="1"/>
          </p:cNvPicPr>
          <p:nvPr/>
        </p:nvPicPr>
        <p:blipFill>
          <a:blip xmlns:r="http://schemas.openxmlformats.org/officeDocument/2006/relationships" xmlns:a="http://schemas.openxmlformats.org/drawingml/2006/main" r:embed="Rd8c5ef6db2a8427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617" name="slide-title">
            <a:extLst xmlns:a="http://schemas.openxmlformats.org/drawingml/2006/main">
              <a:ext uri="{FF2B5EF4-FFF2-40B4-BE49-F238E27FC236}">
                <a16:creationId xmlns:a16="http://schemas.microsoft.com/office/drawing/2014/main" id="{7FA8D02B-4324-4437-B713-391C6D5219C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618" name="header-divider">
            <a:extLst xmlns:a="http://schemas.openxmlformats.org/drawingml/2006/main">
              <a:ext uri="{FF2B5EF4-FFF2-40B4-BE49-F238E27FC236}">
                <a16:creationId xmlns:a16="http://schemas.microsoft.com/office/drawing/2014/main" id="{63AB3F04-316B-49BC-832B-2B117C21645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19" name="24-shape-1">
            <a:extLst xmlns:a="http://schemas.openxmlformats.org/drawingml/2006/main">
              <a:ext uri="{FF2B5EF4-FFF2-40B4-BE49-F238E27FC236}">
                <a16:creationId xmlns:a16="http://schemas.microsoft.com/office/drawing/2014/main" id="{53CB33FD-FF72-4779-8355-18269F3CEE6E}"/>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20" name="24-text-2">
            <a:extLst xmlns:a="http://schemas.openxmlformats.org/drawingml/2006/main">
              <a:ext uri="{FF2B5EF4-FFF2-40B4-BE49-F238E27FC236}">
                <a16:creationId xmlns:a16="http://schemas.microsoft.com/office/drawing/2014/main" id="{EF986DD9-6E95-4F2C-91C5-CF92DB360D88}"/>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621" name="24-text-3">
            <a:extLst xmlns:a="http://schemas.openxmlformats.org/drawingml/2006/main">
              <a:ext uri="{FF2B5EF4-FFF2-40B4-BE49-F238E27FC236}">
                <a16:creationId xmlns:a16="http://schemas.microsoft.com/office/drawing/2014/main" id="{25F78082-52F9-4714-9BA5-C39735C1F8FB}"/>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622" name="24-shape-4">
            <a:extLst xmlns:a="http://schemas.openxmlformats.org/drawingml/2006/main">
              <a:ext uri="{FF2B5EF4-FFF2-40B4-BE49-F238E27FC236}">
                <a16:creationId xmlns:a16="http://schemas.microsoft.com/office/drawing/2014/main" id="{C47B1EBD-4487-4134-8359-58B0CFD4B2B2}"/>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23" name="24-text-5">
            <a:extLst xmlns:a="http://schemas.openxmlformats.org/drawingml/2006/main">
              <a:ext uri="{FF2B5EF4-FFF2-40B4-BE49-F238E27FC236}">
                <a16:creationId xmlns:a16="http://schemas.microsoft.com/office/drawing/2014/main" id="{DC370E4D-3A0D-4C53-A25F-0A8EE338C747}"/>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624" name="24-text-6">
            <a:extLst xmlns:a="http://schemas.openxmlformats.org/drawingml/2006/main">
              <a:ext uri="{FF2B5EF4-FFF2-40B4-BE49-F238E27FC236}">
                <a16:creationId xmlns:a16="http://schemas.microsoft.com/office/drawing/2014/main" id="{280263D4-C699-4008-B8EE-C80B8DD83DEB}"/>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625" name="24-shape-7">
            <a:extLst xmlns:a="http://schemas.openxmlformats.org/drawingml/2006/main">
              <a:ext uri="{FF2B5EF4-FFF2-40B4-BE49-F238E27FC236}">
                <a16:creationId xmlns:a16="http://schemas.microsoft.com/office/drawing/2014/main" id="{1E74B6AE-29F2-4FD4-B678-2E6C8C83826A}"/>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26" name="24-text-8">
            <a:extLst xmlns:a="http://schemas.openxmlformats.org/drawingml/2006/main">
              <a:ext uri="{FF2B5EF4-FFF2-40B4-BE49-F238E27FC236}">
                <a16:creationId xmlns:a16="http://schemas.microsoft.com/office/drawing/2014/main" id="{D9F8DB1B-E095-48EE-8933-7D36125DBCB9}"/>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627" name="24-text-9">
            <a:extLst xmlns:a="http://schemas.openxmlformats.org/drawingml/2006/main">
              <a:ext uri="{FF2B5EF4-FFF2-40B4-BE49-F238E27FC236}">
                <a16:creationId xmlns:a16="http://schemas.microsoft.com/office/drawing/2014/main" id="{4D1E52C1-1B28-4001-8078-EAC8A2AD7C0F}"/>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628" name="24-shape-10">
            <a:extLst xmlns:a="http://schemas.openxmlformats.org/drawingml/2006/main">
              <a:ext uri="{FF2B5EF4-FFF2-40B4-BE49-F238E27FC236}">
                <a16:creationId xmlns:a16="http://schemas.microsoft.com/office/drawing/2014/main" id="{A4149C58-1AB8-4322-A5AA-3EEF193122D9}"/>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29" name="24-text-11">
            <a:extLst xmlns:a="http://schemas.openxmlformats.org/drawingml/2006/main">
              <a:ext uri="{FF2B5EF4-FFF2-40B4-BE49-F238E27FC236}">
                <a16:creationId xmlns:a16="http://schemas.microsoft.com/office/drawing/2014/main" id="{3CDA1997-BD24-47E5-B26E-84D2860BE142}"/>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630" name="24-text-12">
            <a:extLst xmlns:a="http://schemas.openxmlformats.org/drawingml/2006/main">
              <a:ext uri="{FF2B5EF4-FFF2-40B4-BE49-F238E27FC236}">
                <a16:creationId xmlns:a16="http://schemas.microsoft.com/office/drawing/2014/main" id="{D69250C8-DE4E-45B9-99C0-B04928482666}"/>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631" name="narrative-number">
            <a:extLst xmlns:a="http://schemas.openxmlformats.org/drawingml/2006/main">
              <a:ext uri="{FF2B5EF4-FFF2-40B4-BE49-F238E27FC236}">
                <a16:creationId xmlns:a16="http://schemas.microsoft.com/office/drawing/2014/main" id="{5F18C91F-33F1-4363-8BE8-D9CA72F04E2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2421591473"/>
      </p:ext>
    </p:extLst>
  </p:cSld>
</p:sld>
</file>

<file path=ppt/slides/slide6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32" name="!!area-name">
            <a:extLst xmlns:a="http://schemas.openxmlformats.org/drawingml/2006/main">
              <a:ext uri="{FF2B5EF4-FFF2-40B4-BE49-F238E27FC236}">
                <a16:creationId xmlns:a16="http://schemas.microsoft.com/office/drawing/2014/main" id="{1DAC19AB-3A0D-4A59-AE4B-0053998F5CB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642" name="mini-map"/>
          <p:cNvPicPr>
            <a:picLocks xmlns:a="http://schemas.openxmlformats.org/drawingml/2006/main" noChangeAspect="1"/>
          </p:cNvPicPr>
          <p:nvPr/>
        </p:nvPicPr>
        <p:blipFill>
          <a:blip xmlns:r="http://schemas.openxmlformats.org/officeDocument/2006/relationships" xmlns:a="http://schemas.openxmlformats.org/drawingml/2006/main" r:embed="R69c1a74c29d64d4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634" name="slide-title">
            <a:extLst xmlns:a="http://schemas.openxmlformats.org/drawingml/2006/main">
              <a:ext uri="{FF2B5EF4-FFF2-40B4-BE49-F238E27FC236}">
                <a16:creationId xmlns:a16="http://schemas.microsoft.com/office/drawing/2014/main" id="{9DF1421E-D959-4C3F-8F51-2BF7FEC8F17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635" name="header-divider">
            <a:extLst xmlns:a="http://schemas.openxmlformats.org/drawingml/2006/main">
              <a:ext uri="{FF2B5EF4-FFF2-40B4-BE49-F238E27FC236}">
                <a16:creationId xmlns:a16="http://schemas.microsoft.com/office/drawing/2014/main" id="{26478DF8-EF38-4433-9F9A-A0EEE58D1D2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36" name="24-text-13">
            <a:extLst xmlns:a="http://schemas.openxmlformats.org/drawingml/2006/main">
              <a:ext uri="{FF2B5EF4-FFF2-40B4-BE49-F238E27FC236}">
                <a16:creationId xmlns:a16="http://schemas.microsoft.com/office/drawing/2014/main" id="{B768C6F0-40F5-4129-B39B-844123E0E8FA}"/>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a:t>
            </a:r>
          </a:p>
        </p:txBody>
      </p:sp>
      <p:sp>
        <p:nvSpPr>
          <p:cNvPr id="637" name="24-text-14">
            <a:extLst xmlns:a="http://schemas.openxmlformats.org/drawingml/2006/main">
              <a:ext uri="{FF2B5EF4-FFF2-40B4-BE49-F238E27FC236}">
                <a16:creationId xmlns:a16="http://schemas.microsoft.com/office/drawing/2014/main" id="{222C4827-21BD-4DC4-AA23-9492CAF3C644}"/>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638" name="24-text-15">
            <a:extLst xmlns:a="http://schemas.openxmlformats.org/drawingml/2006/main">
              <a:ext uri="{FF2B5EF4-FFF2-40B4-BE49-F238E27FC236}">
                <a16:creationId xmlns:a16="http://schemas.microsoft.com/office/drawing/2014/main" id="{A22AC138-4C04-4480-821F-985E8DC82FB4}"/>
              </a:ext>
            </a:extLst>
          </p:cNvPr>
          <p:cNvSpPr>
            <a:spLocks xmlns:a="http://schemas.openxmlformats.org/drawingml/2006/main"/>
          </p:cNvSpPr>
          <p:nvPr/>
        </p:nvSpPr>
        <p:spPr>
          <a:xfrm xmlns:a="http://schemas.openxmlformats.org/drawingml/2006/main">
            <a:off x="609600" y="4140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callback. Use your own system’s outputs.</a:t>
            </a:r>
          </a:p>
        </p:txBody>
      </p:sp>
      <p:graphicFrame>
        <p:nvGraphicFramePr>
          <p:cNvPr id="648" name="24-table-16"/>
          <p:cNvGraphicFramePr/>
          <p:nvPr/>
        </p:nvGraphicFramePr>
        <p:xfrm>
          <a:off xmlns:a="http://schemas.openxmlformats.org/drawingml/2006/main" x="609600" y="4546600"/>
          <a:ext xmlns:a="http://schemas.openxmlformats.org/drawingml/2006/main" cx="10972800" cy="15240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176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640" name="narrative-number">
            <a:extLst xmlns:a="http://schemas.openxmlformats.org/drawingml/2006/main">
              <a:ext uri="{FF2B5EF4-FFF2-40B4-BE49-F238E27FC236}">
                <a16:creationId xmlns:a16="http://schemas.microsoft.com/office/drawing/2014/main" id="{A8FB36A5-FF60-4402-A31F-598C575131D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1015108647"/>
      </p:ext>
    </p:extLst>
  </p:cSld>
</p:sld>
</file>

<file path=ppt/slides/slide6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41" name="slide-title">
            <a:extLst xmlns:a="http://schemas.openxmlformats.org/drawingml/2006/main">
              <a:ext uri="{FF2B5EF4-FFF2-40B4-BE49-F238E27FC236}">
                <a16:creationId xmlns:a16="http://schemas.microsoft.com/office/drawing/2014/main" id="{1C19F9DC-BD49-442C-9781-BF12CFCA76AA}"/>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642" name="header-divider">
            <a:extLst xmlns:a="http://schemas.openxmlformats.org/drawingml/2006/main">
              <a:ext uri="{FF2B5EF4-FFF2-40B4-BE49-F238E27FC236}">
                <a16:creationId xmlns:a16="http://schemas.microsoft.com/office/drawing/2014/main" id="{E30C7735-296F-4782-8E0D-915F8D8AD2CE}"/>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43" name="25-text-1">
            <a:extLst xmlns:a="http://schemas.openxmlformats.org/drawingml/2006/main">
              <a:ext uri="{FF2B5EF4-FFF2-40B4-BE49-F238E27FC236}">
                <a16:creationId xmlns:a16="http://schemas.microsoft.com/office/drawing/2014/main" id="{16F61E4D-E4AA-47C7-BCCB-2023898E961E}"/>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644" name="25-text-2">
            <a:extLst xmlns:a="http://schemas.openxmlformats.org/drawingml/2006/main">
              <a:ext uri="{FF2B5EF4-FFF2-40B4-BE49-F238E27FC236}">
                <a16:creationId xmlns:a16="http://schemas.microsoft.com/office/drawing/2014/main" id="{96BD9426-EAEE-455D-A9C2-8FB6F4ABAF44}"/>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645" name="25-text-3">
            <a:extLst xmlns:a="http://schemas.openxmlformats.org/drawingml/2006/main">
              <a:ext uri="{FF2B5EF4-FFF2-40B4-BE49-F238E27FC236}">
                <a16:creationId xmlns:a16="http://schemas.microsoft.com/office/drawing/2014/main" id="{5E3BBFA0-078E-4F6F-9BE7-A42D3031FECE}"/>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646" name="25-text-4">
            <a:extLst xmlns:a="http://schemas.openxmlformats.org/drawingml/2006/main">
              <a:ext uri="{FF2B5EF4-FFF2-40B4-BE49-F238E27FC236}">
                <a16:creationId xmlns:a16="http://schemas.microsoft.com/office/drawing/2014/main" id="{D1E96B93-1A7A-4B3B-97B5-97679B50B573}"/>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647" name="25-text-5">
            <a:extLst xmlns:a="http://schemas.openxmlformats.org/drawingml/2006/main">
              <a:ext uri="{FF2B5EF4-FFF2-40B4-BE49-F238E27FC236}">
                <a16:creationId xmlns:a16="http://schemas.microsoft.com/office/drawing/2014/main" id="{B66D6068-F5A8-4933-BEE1-A54246D5400F}"/>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648" name="25-text-6">
            <a:extLst xmlns:a="http://schemas.openxmlformats.org/drawingml/2006/main">
              <a:ext uri="{FF2B5EF4-FFF2-40B4-BE49-F238E27FC236}">
                <a16:creationId xmlns:a16="http://schemas.microsoft.com/office/drawing/2014/main" id="{7FB38C5E-35E8-43DC-B3B8-90C4B94C13AF}"/>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649" name="25-text-7">
            <a:extLst xmlns:a="http://schemas.openxmlformats.org/drawingml/2006/main">
              <a:ext uri="{FF2B5EF4-FFF2-40B4-BE49-F238E27FC236}">
                <a16:creationId xmlns:a16="http://schemas.microsoft.com/office/drawing/2014/main" id="{85675E61-F78A-4B87-940A-33CCF9B3DA80}"/>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650" name="25-text-8">
            <a:extLst xmlns:a="http://schemas.openxmlformats.org/drawingml/2006/main">
              <a:ext uri="{FF2B5EF4-FFF2-40B4-BE49-F238E27FC236}">
                <a16:creationId xmlns:a16="http://schemas.microsoft.com/office/drawing/2014/main" id="{6EC3E430-E5CA-4142-9FA5-EB52C153A216}"/>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651" name="25-text-9">
            <a:extLst xmlns:a="http://schemas.openxmlformats.org/drawingml/2006/main">
              <a:ext uri="{FF2B5EF4-FFF2-40B4-BE49-F238E27FC236}">
                <a16:creationId xmlns:a16="http://schemas.microsoft.com/office/drawing/2014/main" id="{0C36BABC-55FD-4D9A-B65E-5BD24D88DE3E}"/>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652" name="25-text-10">
            <a:extLst xmlns:a="http://schemas.openxmlformats.org/drawingml/2006/main">
              <a:ext uri="{FF2B5EF4-FFF2-40B4-BE49-F238E27FC236}">
                <a16:creationId xmlns:a16="http://schemas.microsoft.com/office/drawing/2014/main" id="{6616E046-7693-4605-AC9F-01DB369A4537}"/>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653" name="25-text-11">
            <a:extLst xmlns:a="http://schemas.openxmlformats.org/drawingml/2006/main">
              <a:ext uri="{FF2B5EF4-FFF2-40B4-BE49-F238E27FC236}">
                <a16:creationId xmlns:a16="http://schemas.microsoft.com/office/drawing/2014/main" id="{FC184D2E-1BD8-419E-8E2B-8F416FDD9E0B}"/>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654" name="25-text-12">
            <a:extLst xmlns:a="http://schemas.openxmlformats.org/drawingml/2006/main">
              <a:ext uri="{FF2B5EF4-FFF2-40B4-BE49-F238E27FC236}">
                <a16:creationId xmlns:a16="http://schemas.microsoft.com/office/drawing/2014/main" id="{6D9B913D-8EB4-4F7F-B431-10323DCE1E1C}"/>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655" name="narrative-number">
            <a:extLst xmlns:a="http://schemas.openxmlformats.org/drawingml/2006/main">
              <a:ext uri="{FF2B5EF4-FFF2-40B4-BE49-F238E27FC236}">
                <a16:creationId xmlns:a16="http://schemas.microsoft.com/office/drawing/2014/main" id="{720047A7-BEB9-47BE-8D1A-DCD9FD4BDA0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4120790708"/>
      </p:ext>
    </p:extLst>
  </p:cSld>
</p:sld>
</file>

<file path=ppt/slides/slide6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56" name="26-text-1">
            <a:extLst xmlns:a="http://schemas.openxmlformats.org/drawingml/2006/main">
              <a:ext uri="{FF2B5EF4-FFF2-40B4-BE49-F238E27FC236}">
                <a16:creationId xmlns:a16="http://schemas.microsoft.com/office/drawing/2014/main" id="{2EB15E5C-F51A-4661-B770-E16AB2F4100F}"/>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657" name="26-text-2">
            <a:extLst xmlns:a="http://schemas.openxmlformats.org/drawingml/2006/main">
              <a:ext uri="{FF2B5EF4-FFF2-40B4-BE49-F238E27FC236}">
                <a16:creationId xmlns:a16="http://schemas.microsoft.com/office/drawing/2014/main" id="{24EFF792-FFF4-49B5-9B57-C77FE3A9A9F9}"/>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658" name="26-text-3">
            <a:extLst xmlns:a="http://schemas.openxmlformats.org/drawingml/2006/main">
              <a:ext uri="{FF2B5EF4-FFF2-40B4-BE49-F238E27FC236}">
                <a16:creationId xmlns:a16="http://schemas.microsoft.com/office/drawing/2014/main" id="{942C2938-5897-4E6D-9E8D-8DA0D45249C4}"/>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659" name="narrative-number">
            <a:extLst xmlns:a="http://schemas.openxmlformats.org/drawingml/2006/main">
              <a:ext uri="{FF2B5EF4-FFF2-40B4-BE49-F238E27FC236}">
                <a16:creationId xmlns:a16="http://schemas.microsoft.com/office/drawing/2014/main" id="{25C0E441-96D1-49FC-80F2-681F5191B92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405384658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2026-09-15T22:41:33.4090000Z</dcterms:created>
  <dcterms:modified xsi:type="dcterms:W3CDTF">2026-09-15T22:41:33.4090000Z</dcterms:modified>
</coreProperties>
</file>