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f59c7b04534fca" /><Relationship Type="http://schemas.openxmlformats.org/officeDocument/2006/relationships/extended-properties" Target="/docProps/app.xml" Id="R949b5c2c72a64abe" /><Relationship Type="http://schemas.openxmlformats.org/officeDocument/2006/relationships/officeDocument" Target="/ppt/presentation.xml" Id="Raa1debe54a534262"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20004e0239cd4591"/>
    <p:sldMasterId xmlns:r="http://schemas.openxmlformats.org/officeDocument/2006/relationships" id="2147483650" r:id="Rc9fb67e9f3ea43f1"/>
  </p:sldMasterIdLst>
  <p:notesMasterIdLst>
    <p:notesMasterId xmlns:r="http://schemas.openxmlformats.org/officeDocument/2006/relationships" r:id="R5462698a175c4a6a"/>
  </p:notesMasterIdLst>
  <p:sldIdLst>
    <p:sldId xmlns:r="http://schemas.openxmlformats.org/officeDocument/2006/relationships" id="256" r:id="Rd598ef0b83b34c64"/>
    <p:sldId xmlns:r="http://schemas.openxmlformats.org/officeDocument/2006/relationships" id="257" r:id="R72b8d6f8bf45415c"/>
    <p:sldId xmlns:r="http://schemas.openxmlformats.org/officeDocument/2006/relationships" id="258" r:id="R6a0b0b10289c4129"/>
    <p:sldId xmlns:r="http://schemas.openxmlformats.org/officeDocument/2006/relationships" id="259" r:id="R6bc82f39154d46bf"/>
    <p:sldId xmlns:r="http://schemas.openxmlformats.org/officeDocument/2006/relationships" id="260" r:id="R3508348aaa7446c2"/>
    <p:sldId xmlns:r="http://schemas.openxmlformats.org/officeDocument/2006/relationships" id="261" r:id="Re85adafe2e6e447c"/>
    <p:sldId xmlns:r="http://schemas.openxmlformats.org/officeDocument/2006/relationships" id="262" r:id="Ra53675388ec14e2c"/>
    <p:sldId xmlns:r="http://schemas.openxmlformats.org/officeDocument/2006/relationships" id="263" r:id="R50f30798bcb1439b"/>
    <p:sldId xmlns:r="http://schemas.openxmlformats.org/officeDocument/2006/relationships" id="264" r:id="R52c71f42712045f3"/>
    <p:sldId xmlns:r="http://schemas.openxmlformats.org/officeDocument/2006/relationships" id="265" r:id="R8669ae59b7c548fc"/>
    <p:sldId xmlns:r="http://schemas.openxmlformats.org/officeDocument/2006/relationships" id="266" r:id="R13006d7416724352"/>
    <p:sldId xmlns:r="http://schemas.openxmlformats.org/officeDocument/2006/relationships" id="267" r:id="Re6dd8a40327e40c1"/>
    <p:sldId xmlns:r="http://schemas.openxmlformats.org/officeDocument/2006/relationships" id="268" r:id="Rf465974fac8e4bbd"/>
    <p:sldId xmlns:r="http://schemas.openxmlformats.org/officeDocument/2006/relationships" id="269" r:id="R031e3869eb72425d"/>
    <p:sldId xmlns:r="http://schemas.openxmlformats.org/officeDocument/2006/relationships" id="270" r:id="R76f62173092b424e"/>
    <p:sldId xmlns:r="http://schemas.openxmlformats.org/officeDocument/2006/relationships" id="271" r:id="R62cb22486fee4f9d"/>
    <p:sldId xmlns:r="http://schemas.openxmlformats.org/officeDocument/2006/relationships" id="272" r:id="R0cfe45f891744ada"/>
    <p:sldId xmlns:r="http://schemas.openxmlformats.org/officeDocument/2006/relationships" id="273" r:id="Ra3364a00f4ff4bdc"/>
    <p:sldId xmlns:r="http://schemas.openxmlformats.org/officeDocument/2006/relationships" id="274" r:id="Rb4b4c9013e0f4b79"/>
    <p:sldId xmlns:r="http://schemas.openxmlformats.org/officeDocument/2006/relationships" id="275" r:id="Rf9e34cb203b14af5"/>
    <p:sldId xmlns:r="http://schemas.openxmlformats.org/officeDocument/2006/relationships" id="276" r:id="R29f1421940294558"/>
    <p:sldId xmlns:r="http://schemas.openxmlformats.org/officeDocument/2006/relationships" id="277" r:id="R426373e344fd4733"/>
    <p:sldId xmlns:r="http://schemas.openxmlformats.org/officeDocument/2006/relationships" id="278" r:id="Re8963583dacc4f41"/>
    <p:sldId xmlns:r="http://schemas.openxmlformats.org/officeDocument/2006/relationships" id="279" r:id="R011a9ea4d29148d1"/>
    <p:sldId xmlns:r="http://schemas.openxmlformats.org/officeDocument/2006/relationships" id="280" r:id="R1808401cfc8b427c"/>
    <p:sldId xmlns:r="http://schemas.openxmlformats.org/officeDocument/2006/relationships" id="281" r:id="R955520c550ab474f"/>
    <p:sldId xmlns:r="http://schemas.openxmlformats.org/officeDocument/2006/relationships" id="282" r:id="R775f20afcb67472d"/>
    <p:sldId xmlns:r="http://schemas.openxmlformats.org/officeDocument/2006/relationships" id="283" r:id="R0b42873c8ce94abd"/>
    <p:sldId xmlns:r="http://schemas.openxmlformats.org/officeDocument/2006/relationships" id="284" r:id="Re43aa2a9ccbd4a89"/>
    <p:sldId xmlns:r="http://schemas.openxmlformats.org/officeDocument/2006/relationships" id="285" r:id="Ra7d20ea202bd4dae"/>
    <p:sldId xmlns:r="http://schemas.openxmlformats.org/officeDocument/2006/relationships" id="286" r:id="Rdbe25570a4f6406f"/>
    <p:sldId xmlns:r="http://schemas.openxmlformats.org/officeDocument/2006/relationships" id="287" r:id="R1fef275275ee48a1"/>
    <p:sldId xmlns:r="http://schemas.openxmlformats.org/officeDocument/2006/relationships" id="288" r:id="R5865c171f9ae400e"/>
    <p:sldId xmlns:r="http://schemas.openxmlformats.org/officeDocument/2006/relationships" id="289" r:id="R37bac4af709b47fb"/>
    <p:sldId xmlns:r="http://schemas.openxmlformats.org/officeDocument/2006/relationships" id="290" r:id="R153ff42b66e243d4"/>
    <p:sldId xmlns:r="http://schemas.openxmlformats.org/officeDocument/2006/relationships" id="291" r:id="R60fe930412c5489d"/>
    <p:sldId xmlns:r="http://schemas.openxmlformats.org/officeDocument/2006/relationships" id="292" r:id="R688fca0c860e4a9e"/>
    <p:sldId xmlns:r="http://schemas.openxmlformats.org/officeDocument/2006/relationships" id="293" r:id="Rfff394f5b69246db"/>
    <p:sldId xmlns:r="http://schemas.openxmlformats.org/officeDocument/2006/relationships" id="294" r:id="Rcb900ed4c3124c91"/>
    <p:sldId xmlns:r="http://schemas.openxmlformats.org/officeDocument/2006/relationships" id="295" r:id="R62fbbb73096e4bf2"/>
    <p:sldId xmlns:r="http://schemas.openxmlformats.org/officeDocument/2006/relationships" id="296" r:id="R6349a56e97f44b25"/>
    <p:sldId xmlns:r="http://schemas.openxmlformats.org/officeDocument/2006/relationships" id="297" r:id="R7593b41979314c36"/>
    <p:sldId xmlns:r="http://schemas.openxmlformats.org/officeDocument/2006/relationships" id="298" r:id="R8e348b2cd2f8449f"/>
    <p:sldId xmlns:r="http://schemas.openxmlformats.org/officeDocument/2006/relationships" id="299" r:id="R61934caf4e9f41a6"/>
    <p:sldId xmlns:r="http://schemas.openxmlformats.org/officeDocument/2006/relationships" id="300" r:id="R6cc98e535456406d"/>
    <p:sldId xmlns:r="http://schemas.openxmlformats.org/officeDocument/2006/relationships" id="301" r:id="Read41a5d513644e6"/>
    <p:sldId xmlns:r="http://schemas.openxmlformats.org/officeDocument/2006/relationships" id="302" r:id="R1450f703b30c4ff5"/>
    <p:sldId xmlns:r="http://schemas.openxmlformats.org/officeDocument/2006/relationships" id="303" r:id="R6dd343ea79bc4252"/>
    <p:sldId xmlns:r="http://schemas.openxmlformats.org/officeDocument/2006/relationships" id="304" r:id="R6fa75a69f9864f4b"/>
    <p:sldId xmlns:r="http://schemas.openxmlformats.org/officeDocument/2006/relationships" id="305" r:id="Re251ef7e28294d03"/>
    <p:sldId xmlns:r="http://schemas.openxmlformats.org/officeDocument/2006/relationships" id="306" r:id="R319cc1635dc54991"/>
    <p:sldId xmlns:r="http://schemas.openxmlformats.org/officeDocument/2006/relationships" id="307" r:id="R628ff4fddbcc4cc3"/>
    <p:sldId xmlns:r="http://schemas.openxmlformats.org/officeDocument/2006/relationships" id="308" r:id="Rf535f97efab945bb"/>
    <p:sldId xmlns:r="http://schemas.openxmlformats.org/officeDocument/2006/relationships" id="309" r:id="Rf27346089f884a6e"/>
    <p:sldId xmlns:r="http://schemas.openxmlformats.org/officeDocument/2006/relationships" id="310" r:id="Rcd691322abff49a5"/>
    <p:sldId xmlns:r="http://schemas.openxmlformats.org/officeDocument/2006/relationships" id="311" r:id="Rd5ae264b52284f9b"/>
    <p:sldId xmlns:r="http://schemas.openxmlformats.org/officeDocument/2006/relationships" id="312" r:id="Rbf6fe4c8c0b340d7"/>
    <p:sldId xmlns:r="http://schemas.openxmlformats.org/officeDocument/2006/relationships" id="313" r:id="R39fc93feb5a14dbb"/>
    <p:sldId xmlns:r="http://schemas.openxmlformats.org/officeDocument/2006/relationships" id="314" r:id="Rc29672277304406a"/>
    <p:sldId xmlns:r="http://schemas.openxmlformats.org/officeDocument/2006/relationships" id="315" r:id="R8a8e445cdac44029"/>
    <p:sldId xmlns:r="http://schemas.openxmlformats.org/officeDocument/2006/relationships" id="316" r:id="Rdec90152dfff48c4"/>
    <p:sldId xmlns:r="http://schemas.openxmlformats.org/officeDocument/2006/relationships" id="317" r:id="Rb4caf48975dd4edf"/>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3a96d988804158" /><Relationship Type="http://schemas.openxmlformats.org/officeDocument/2006/relationships/slideMaster" Target="/ppt/slideMasters/slideMaster1.xml" Id="R20004e0239cd4591" /><Relationship Type="http://schemas.openxmlformats.org/officeDocument/2006/relationships/slideMaster" Target="/ppt/slideMasters/slideMaster2.xml" Id="Rc9fb67e9f3ea43f1" /><Relationship Type="http://schemas.openxmlformats.org/officeDocument/2006/relationships/notesMaster" Target="/ppt/notesMasters/notesMaster1.xml" Id="R5462698a175c4a6a" /><Relationship Type="http://schemas.openxmlformats.org/officeDocument/2006/relationships/presProps" Target="/ppt/presProps.xml" Id="R929c6240d0dc432b" /><Relationship Type="http://schemas.openxmlformats.org/officeDocument/2006/relationships/tableStyles" Target="/ppt/tableStyles.xml" Id="Ra5027791020743fd" /><Relationship Type="http://schemas.openxmlformats.org/officeDocument/2006/relationships/slide" Target="/ppt/slides/slide1.xml" Id="Rd598ef0b83b34c64" /><Relationship Type="http://schemas.openxmlformats.org/officeDocument/2006/relationships/slide" Target="/ppt/slides/slide2.xml" Id="R72b8d6f8bf45415c" /><Relationship Type="http://schemas.openxmlformats.org/officeDocument/2006/relationships/slide" Target="/ppt/slides/slide3.xml" Id="R6a0b0b10289c4129" /><Relationship Type="http://schemas.openxmlformats.org/officeDocument/2006/relationships/slide" Target="/ppt/slides/slide4.xml" Id="R6bc82f39154d46bf" /><Relationship Type="http://schemas.openxmlformats.org/officeDocument/2006/relationships/slide" Target="/ppt/slides/slide5.xml" Id="R3508348aaa7446c2" /><Relationship Type="http://schemas.openxmlformats.org/officeDocument/2006/relationships/slide" Target="/ppt/slides/slide6.xml" Id="Re85adafe2e6e447c" /><Relationship Type="http://schemas.openxmlformats.org/officeDocument/2006/relationships/slide" Target="/ppt/slides/slide7.xml" Id="Ra53675388ec14e2c" /><Relationship Type="http://schemas.openxmlformats.org/officeDocument/2006/relationships/slide" Target="/ppt/slides/slide8.xml" Id="R50f30798bcb1439b" /><Relationship Type="http://schemas.openxmlformats.org/officeDocument/2006/relationships/slide" Target="/ppt/slides/slide9.xml" Id="R52c71f42712045f3" /><Relationship Type="http://schemas.openxmlformats.org/officeDocument/2006/relationships/slide" Target="/ppt/slides/slide10.xml" Id="R8669ae59b7c548fc" /><Relationship Type="http://schemas.openxmlformats.org/officeDocument/2006/relationships/slide" Target="/ppt/slides/slide11.xml" Id="R13006d7416724352" /><Relationship Type="http://schemas.openxmlformats.org/officeDocument/2006/relationships/slide" Target="/ppt/slides/slide12.xml" Id="Re6dd8a40327e40c1" /><Relationship Type="http://schemas.openxmlformats.org/officeDocument/2006/relationships/slide" Target="/ppt/slides/slide13.xml" Id="Rf465974fac8e4bbd" /><Relationship Type="http://schemas.openxmlformats.org/officeDocument/2006/relationships/slide" Target="/ppt/slides/slide14.xml" Id="R031e3869eb72425d" /><Relationship Type="http://schemas.openxmlformats.org/officeDocument/2006/relationships/slide" Target="/ppt/slides/slide15.xml" Id="R76f62173092b424e" /><Relationship Type="http://schemas.openxmlformats.org/officeDocument/2006/relationships/slide" Target="/ppt/slides/slide16.xml" Id="R62cb22486fee4f9d" /><Relationship Type="http://schemas.openxmlformats.org/officeDocument/2006/relationships/slide" Target="/ppt/slides/slide17.xml" Id="R0cfe45f891744ada" /><Relationship Type="http://schemas.openxmlformats.org/officeDocument/2006/relationships/slide" Target="/ppt/slides/slide18.xml" Id="Ra3364a00f4ff4bdc" /><Relationship Type="http://schemas.openxmlformats.org/officeDocument/2006/relationships/slide" Target="/ppt/slides/slide19.xml" Id="Rb4b4c9013e0f4b79" /><Relationship Type="http://schemas.openxmlformats.org/officeDocument/2006/relationships/slide" Target="/ppt/slides/slide20.xml" Id="Rf9e34cb203b14af5" /><Relationship Type="http://schemas.openxmlformats.org/officeDocument/2006/relationships/slide" Target="/ppt/slides/slide21.xml" Id="R29f1421940294558" /><Relationship Type="http://schemas.openxmlformats.org/officeDocument/2006/relationships/slide" Target="/ppt/slides/slide22.xml" Id="R426373e344fd4733" /><Relationship Type="http://schemas.openxmlformats.org/officeDocument/2006/relationships/slide" Target="/ppt/slides/slide23.xml" Id="Re8963583dacc4f41" /><Relationship Type="http://schemas.openxmlformats.org/officeDocument/2006/relationships/slide" Target="/ppt/slides/slide24.xml" Id="R011a9ea4d29148d1" /><Relationship Type="http://schemas.openxmlformats.org/officeDocument/2006/relationships/slide" Target="/ppt/slides/slide25.xml" Id="R1808401cfc8b427c" /><Relationship Type="http://schemas.openxmlformats.org/officeDocument/2006/relationships/slide" Target="/ppt/slides/slide26.xml" Id="R955520c550ab474f" /><Relationship Type="http://schemas.openxmlformats.org/officeDocument/2006/relationships/slide" Target="/ppt/slides/slide27.xml" Id="R775f20afcb67472d" /><Relationship Type="http://schemas.openxmlformats.org/officeDocument/2006/relationships/slide" Target="/ppt/slides/slide28.xml" Id="R0b42873c8ce94abd" /><Relationship Type="http://schemas.openxmlformats.org/officeDocument/2006/relationships/slide" Target="/ppt/slides/slide29.xml" Id="Re43aa2a9ccbd4a89" /><Relationship Type="http://schemas.openxmlformats.org/officeDocument/2006/relationships/slide" Target="/ppt/slides/slide30.xml" Id="Ra7d20ea202bd4dae" /><Relationship Type="http://schemas.openxmlformats.org/officeDocument/2006/relationships/slide" Target="/ppt/slides/slide31.xml" Id="Rdbe25570a4f6406f" /><Relationship Type="http://schemas.openxmlformats.org/officeDocument/2006/relationships/slide" Target="/ppt/slides/slide32.xml" Id="R1fef275275ee48a1" /><Relationship Type="http://schemas.openxmlformats.org/officeDocument/2006/relationships/slide" Target="/ppt/slides/slide33.xml" Id="R5865c171f9ae400e" /><Relationship Type="http://schemas.openxmlformats.org/officeDocument/2006/relationships/slide" Target="/ppt/slides/slide34.xml" Id="R37bac4af709b47fb" /><Relationship Type="http://schemas.openxmlformats.org/officeDocument/2006/relationships/slide" Target="/ppt/slides/slide35.xml" Id="R153ff42b66e243d4" /><Relationship Type="http://schemas.openxmlformats.org/officeDocument/2006/relationships/slide" Target="/ppt/slides/slide36.xml" Id="R60fe930412c5489d" /><Relationship Type="http://schemas.openxmlformats.org/officeDocument/2006/relationships/slide" Target="/ppt/slides/slide37.xml" Id="R688fca0c860e4a9e" /><Relationship Type="http://schemas.openxmlformats.org/officeDocument/2006/relationships/slide" Target="/ppt/slides/slide38.xml" Id="Rfff394f5b69246db" /><Relationship Type="http://schemas.openxmlformats.org/officeDocument/2006/relationships/slide" Target="/ppt/slides/slide39.xml" Id="Rcb900ed4c3124c91" /><Relationship Type="http://schemas.openxmlformats.org/officeDocument/2006/relationships/slide" Target="/ppt/slides/slide40.xml" Id="R62fbbb73096e4bf2" /><Relationship Type="http://schemas.openxmlformats.org/officeDocument/2006/relationships/slide" Target="/ppt/slides/slide41.xml" Id="R6349a56e97f44b25" /><Relationship Type="http://schemas.openxmlformats.org/officeDocument/2006/relationships/slide" Target="/ppt/slides/slide42.xml" Id="R7593b41979314c36" /><Relationship Type="http://schemas.openxmlformats.org/officeDocument/2006/relationships/slide" Target="/ppt/slides/slide43.xml" Id="R8e348b2cd2f8449f" /><Relationship Type="http://schemas.openxmlformats.org/officeDocument/2006/relationships/slide" Target="/ppt/slides/slide44.xml" Id="R61934caf4e9f41a6" /><Relationship Type="http://schemas.openxmlformats.org/officeDocument/2006/relationships/slide" Target="/ppt/slides/slide45.xml" Id="R6cc98e535456406d" /><Relationship Type="http://schemas.openxmlformats.org/officeDocument/2006/relationships/slide" Target="/ppt/slides/slide46.xml" Id="Read41a5d513644e6" /><Relationship Type="http://schemas.openxmlformats.org/officeDocument/2006/relationships/slide" Target="/ppt/slides/slide47.xml" Id="R1450f703b30c4ff5" /><Relationship Type="http://schemas.openxmlformats.org/officeDocument/2006/relationships/slide" Target="/ppt/slides/slide48.xml" Id="R6dd343ea79bc4252" /><Relationship Type="http://schemas.openxmlformats.org/officeDocument/2006/relationships/slide" Target="/ppt/slides/slide49.xml" Id="R6fa75a69f9864f4b" /><Relationship Type="http://schemas.openxmlformats.org/officeDocument/2006/relationships/slide" Target="/ppt/slides/slide50.xml" Id="Re251ef7e28294d03" /><Relationship Type="http://schemas.openxmlformats.org/officeDocument/2006/relationships/slide" Target="/ppt/slides/slide51.xml" Id="R319cc1635dc54991" /><Relationship Type="http://schemas.openxmlformats.org/officeDocument/2006/relationships/slide" Target="/ppt/slides/slide52.xml" Id="R628ff4fddbcc4cc3" /><Relationship Type="http://schemas.openxmlformats.org/officeDocument/2006/relationships/slide" Target="/ppt/slides/slide53.xml" Id="Rf535f97efab945bb" /><Relationship Type="http://schemas.openxmlformats.org/officeDocument/2006/relationships/slide" Target="/ppt/slides/slide54.xml" Id="Rf27346089f884a6e" /><Relationship Type="http://schemas.openxmlformats.org/officeDocument/2006/relationships/slide" Target="/ppt/slides/slide55.xml" Id="Rcd691322abff49a5" /><Relationship Type="http://schemas.openxmlformats.org/officeDocument/2006/relationships/slide" Target="/ppt/slides/slide56.xml" Id="Rd5ae264b52284f9b" /><Relationship Type="http://schemas.openxmlformats.org/officeDocument/2006/relationships/slide" Target="/ppt/slides/slide57.xml" Id="Rbf6fe4c8c0b340d7" /><Relationship Type="http://schemas.openxmlformats.org/officeDocument/2006/relationships/slide" Target="/ppt/slides/slide58.xml" Id="R39fc93feb5a14dbb" /><Relationship Type="http://schemas.openxmlformats.org/officeDocument/2006/relationships/slide" Target="/ppt/slides/slide59.xml" Id="Rc29672277304406a" /><Relationship Type="http://schemas.openxmlformats.org/officeDocument/2006/relationships/slide" Target="/ppt/slides/slide60.xml" Id="R8a8e445cdac44029" /><Relationship Type="http://schemas.openxmlformats.org/officeDocument/2006/relationships/slide" Target="/ppt/slides/slide61.xml" Id="Rdec90152dfff48c4" /><Relationship Type="http://schemas.openxmlformats.org/officeDocument/2006/relationships/slide" Target="/ppt/slides/slide62.xml" Id="Rb4caf48975dd4e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e3085f7b14f42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5e15940ec54026" /><Relationship Type="http://schemas.openxmlformats.org/officeDocument/2006/relationships/notesMaster" Target="/ppt/notesMasters/notesMaster1.xml" Id="Ree3a626e12a24a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3be037f2264b4e" /><Relationship Type="http://schemas.openxmlformats.org/officeDocument/2006/relationships/notesMaster" Target="/ppt/notesMasters/notesMaster1.xml" Id="R40acb0bf9eba45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192baacddb4983" /><Relationship Type="http://schemas.openxmlformats.org/officeDocument/2006/relationships/notesMaster" Target="/ppt/notesMasters/notesMaster1.xml" Id="Rd8c8c6011bc94f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9cc3207afd4d51" /><Relationship Type="http://schemas.openxmlformats.org/officeDocument/2006/relationships/notesMaster" Target="/ppt/notesMasters/notesMaster1.xml" Id="Re0ed981bd49c49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91050e549b4f33" /><Relationship Type="http://schemas.openxmlformats.org/officeDocument/2006/relationships/notesMaster" Target="/ppt/notesMasters/notesMaster1.xml" Id="Rb07f538db96543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de3c5719564329" /><Relationship Type="http://schemas.openxmlformats.org/officeDocument/2006/relationships/notesMaster" Target="/ppt/notesMasters/notesMaster1.xml" Id="R534a73566d2249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5297fa64ba4668" /><Relationship Type="http://schemas.openxmlformats.org/officeDocument/2006/relationships/notesMaster" Target="/ppt/notesMasters/notesMaster1.xml" Id="R43e85fc5c38345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867575e7874adf" /><Relationship Type="http://schemas.openxmlformats.org/officeDocument/2006/relationships/notesMaster" Target="/ppt/notesMasters/notesMaster1.xml" Id="Redf7f5db7d7644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60c2aca4d24954" /><Relationship Type="http://schemas.openxmlformats.org/officeDocument/2006/relationships/notesMaster" Target="/ppt/notesMasters/notesMaster1.xml" Id="Rbba424538c3640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01ca70ebd14ec3" /><Relationship Type="http://schemas.openxmlformats.org/officeDocument/2006/relationships/notesMaster" Target="/ppt/notesMasters/notesMaster1.xml" Id="Rde362817768741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0682dafae442d1" /><Relationship Type="http://schemas.openxmlformats.org/officeDocument/2006/relationships/notesMaster" Target="/ppt/notesMasters/notesMaster1.xml" Id="R24a28e92c1194f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d48673e20e433f" /><Relationship Type="http://schemas.openxmlformats.org/officeDocument/2006/relationships/notesMaster" Target="/ppt/notesMasters/notesMaster1.xml" Id="R399183cc642a46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d40482d23944d0" /><Relationship Type="http://schemas.openxmlformats.org/officeDocument/2006/relationships/notesMaster" Target="/ppt/notesMasters/notesMaster1.xml" Id="R2642bcb1687944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85c3c6abad458b" /><Relationship Type="http://schemas.openxmlformats.org/officeDocument/2006/relationships/notesMaster" Target="/ppt/notesMasters/notesMaster1.xml" Id="R9c4e8927f3754b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f464615af04250" /><Relationship Type="http://schemas.openxmlformats.org/officeDocument/2006/relationships/notesMaster" Target="/ppt/notesMasters/notesMaster1.xml" Id="R6c7e047df62d43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e31d4ebbb44087" /><Relationship Type="http://schemas.openxmlformats.org/officeDocument/2006/relationships/notesMaster" Target="/ppt/notesMasters/notesMaster1.xml" Id="R6da38d300f6840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9814b267a94c11" /><Relationship Type="http://schemas.openxmlformats.org/officeDocument/2006/relationships/notesMaster" Target="/ppt/notesMasters/notesMaster1.xml" Id="Rdb714b3708304c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df9dee78eb448b" /><Relationship Type="http://schemas.openxmlformats.org/officeDocument/2006/relationships/notesMaster" Target="/ppt/notesMasters/notesMaster1.xml" Id="R8dc1601b8d4a47c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7516d383bc407a" /><Relationship Type="http://schemas.openxmlformats.org/officeDocument/2006/relationships/notesMaster" Target="/ppt/notesMasters/notesMaster1.xml" Id="Rdb07450ba90047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95f1d5b1ce24f39" /><Relationship Type="http://schemas.openxmlformats.org/officeDocument/2006/relationships/notesMaster" Target="/ppt/notesMasters/notesMaster1.xml" Id="R6a677cd367ab4c3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f104330e30e4e01" /><Relationship Type="http://schemas.openxmlformats.org/officeDocument/2006/relationships/notesMaster" Target="/ppt/notesMasters/notesMaster1.xml" Id="Rcf6fc9c0be7448b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d05096f0ec043fd" /><Relationship Type="http://schemas.openxmlformats.org/officeDocument/2006/relationships/notesMaster" Target="/ppt/notesMasters/notesMaster1.xml" Id="Rd8c178e4d7824ec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162dbd436b4cd1" /><Relationship Type="http://schemas.openxmlformats.org/officeDocument/2006/relationships/notesMaster" Target="/ppt/notesMasters/notesMaster1.xml" Id="Rf8bdd0a8984c4e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0c8787cd4b2418c" /><Relationship Type="http://schemas.openxmlformats.org/officeDocument/2006/relationships/notesMaster" Target="/ppt/notesMasters/notesMaster1.xml" Id="Rb80253a708dc443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90f58863bc4fe1" /><Relationship Type="http://schemas.openxmlformats.org/officeDocument/2006/relationships/notesMaster" Target="/ppt/notesMasters/notesMaster1.xml" Id="R92ec1dc88f7842f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08317a1107e416e" /><Relationship Type="http://schemas.openxmlformats.org/officeDocument/2006/relationships/notesMaster" Target="/ppt/notesMasters/notesMaster1.xml" Id="R496f1c7ee79b43d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e55a056cf5f4b96" /><Relationship Type="http://schemas.openxmlformats.org/officeDocument/2006/relationships/notesMaster" Target="/ppt/notesMasters/notesMaster1.xml" Id="Rffce3e9f290747e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ef5b7b422e44757" /><Relationship Type="http://schemas.openxmlformats.org/officeDocument/2006/relationships/notesMaster" Target="/ppt/notesMasters/notesMaster1.xml" Id="R2e2eba9e5fe541d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8306e2f9ec54095" /><Relationship Type="http://schemas.openxmlformats.org/officeDocument/2006/relationships/notesMaster" Target="/ppt/notesMasters/notesMaster1.xml" Id="R8114a17d0c4048e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46d7753ce1c4c06" /><Relationship Type="http://schemas.openxmlformats.org/officeDocument/2006/relationships/notesMaster" Target="/ppt/notesMasters/notesMaster1.xml" Id="R41038e6f499c4d2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ef7cb33ecb24e8c" /><Relationship Type="http://schemas.openxmlformats.org/officeDocument/2006/relationships/notesMaster" Target="/ppt/notesMasters/notesMaster1.xml" Id="R563cd239f6f84bf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93e9f1f27e0441b" /><Relationship Type="http://schemas.openxmlformats.org/officeDocument/2006/relationships/notesMaster" Target="/ppt/notesMasters/notesMaster1.xml" Id="R2d485d0f294446a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bda3fe1fe43420d" /><Relationship Type="http://schemas.openxmlformats.org/officeDocument/2006/relationships/notesMaster" Target="/ppt/notesMasters/notesMaster1.xml" Id="R342428895eee4c1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2ec73aca3a149df" /><Relationship Type="http://schemas.openxmlformats.org/officeDocument/2006/relationships/notesMaster" Target="/ppt/notesMasters/notesMaster1.xml" Id="Rbf2bb46aef594a3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eac206c3c724d9b" /><Relationship Type="http://schemas.openxmlformats.org/officeDocument/2006/relationships/notesMaster" Target="/ppt/notesMasters/notesMaster1.xml" Id="Rbe107765be574d6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6f19e68e01e45a3" /><Relationship Type="http://schemas.openxmlformats.org/officeDocument/2006/relationships/notesMaster" Target="/ppt/notesMasters/notesMaster1.xml" Id="Rb9b3f31624a045f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acca65b8c6847f5" /><Relationship Type="http://schemas.openxmlformats.org/officeDocument/2006/relationships/notesMaster" Target="/ppt/notesMasters/notesMaster1.xml" Id="R62c01218801c4b1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b7ab85fd8bc47fc" /><Relationship Type="http://schemas.openxmlformats.org/officeDocument/2006/relationships/notesMaster" Target="/ppt/notesMasters/notesMaster1.xml" Id="Rac05ad031e75421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4eb98c7577c40a6" /><Relationship Type="http://schemas.openxmlformats.org/officeDocument/2006/relationships/notesMaster" Target="/ppt/notesMasters/notesMaster1.xml" Id="Rb3e16aadeae0499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9135f4c68c94bde" /><Relationship Type="http://schemas.openxmlformats.org/officeDocument/2006/relationships/notesMaster" Target="/ppt/notesMasters/notesMaster1.xml" Id="R337210634985486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7bc644d41444e88" /><Relationship Type="http://schemas.openxmlformats.org/officeDocument/2006/relationships/notesMaster" Target="/ppt/notesMasters/notesMaster1.xml" Id="R3f5c118ca4df4d9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999b193ebe4417b" /><Relationship Type="http://schemas.openxmlformats.org/officeDocument/2006/relationships/notesMaster" Target="/ppt/notesMasters/notesMaster1.xml" Id="Rdf1b0c83cd3e4bf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bde8e3ccc4c45b0" /><Relationship Type="http://schemas.openxmlformats.org/officeDocument/2006/relationships/notesMaster" Target="/ppt/notesMasters/notesMaster1.xml" Id="Ra8277d4e383c47d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dd8c1b717424a58" /><Relationship Type="http://schemas.openxmlformats.org/officeDocument/2006/relationships/notesMaster" Target="/ppt/notesMasters/notesMaster1.xml" Id="R1a484fcfe4b04e3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f1a8ebd86234806" /><Relationship Type="http://schemas.openxmlformats.org/officeDocument/2006/relationships/notesMaster" Target="/ppt/notesMasters/notesMaster1.xml" Id="Re721941ef42b4c3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a643243933b4452" /><Relationship Type="http://schemas.openxmlformats.org/officeDocument/2006/relationships/notesMaster" Target="/ppt/notesMasters/notesMaster1.xml" Id="Rc614e837157a4ed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a5c97aabb6340d2" /><Relationship Type="http://schemas.openxmlformats.org/officeDocument/2006/relationships/notesMaster" Target="/ppt/notesMasters/notesMaster1.xml" Id="R60147d10fa6349a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4d4a817b06740be" /><Relationship Type="http://schemas.openxmlformats.org/officeDocument/2006/relationships/notesMaster" Target="/ppt/notesMasters/notesMaster1.xml" Id="R76afff7352a74fe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c2650f0a4cf4506" /><Relationship Type="http://schemas.openxmlformats.org/officeDocument/2006/relationships/notesMaster" Target="/ppt/notesMasters/notesMaster1.xml" Id="Reb95225e47a64e4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5d719f72d894f4a" /><Relationship Type="http://schemas.openxmlformats.org/officeDocument/2006/relationships/notesMaster" Target="/ppt/notesMasters/notesMaster1.xml" Id="R98f9e6b736e6495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e9d49b115c647cc" /><Relationship Type="http://schemas.openxmlformats.org/officeDocument/2006/relationships/notesMaster" Target="/ppt/notesMasters/notesMaster1.xml" Id="Ra1d2776b98f44d5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d432ee62d404be6" /><Relationship Type="http://schemas.openxmlformats.org/officeDocument/2006/relationships/notesMaster" Target="/ppt/notesMasters/notesMaster1.xml" Id="Rc008fa14ebd74c1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1b6decefa27419e" /><Relationship Type="http://schemas.openxmlformats.org/officeDocument/2006/relationships/notesMaster" Target="/ppt/notesMasters/notesMaster1.xml" Id="R4c60a9a8ae864d7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2e16a724a154f7a" /><Relationship Type="http://schemas.openxmlformats.org/officeDocument/2006/relationships/notesMaster" Target="/ppt/notesMasters/notesMaster1.xml" Id="R7d56c18af8014ce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7a07dcb0ecf47a7" /><Relationship Type="http://schemas.openxmlformats.org/officeDocument/2006/relationships/notesMaster" Target="/ppt/notesMasters/notesMaster1.xml" Id="Rf14b3d38a19a4b1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3add8d2bf3840b5" /><Relationship Type="http://schemas.openxmlformats.org/officeDocument/2006/relationships/notesMaster" Target="/ppt/notesMasters/notesMaster1.xml" Id="R5c9dd6203442450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cda4f5e789a4454" /><Relationship Type="http://schemas.openxmlformats.org/officeDocument/2006/relationships/notesMaster" Target="/ppt/notesMasters/notesMaster1.xml" Id="R17ae1525b5c0463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e2d49a36cd7494f" /><Relationship Type="http://schemas.openxmlformats.org/officeDocument/2006/relationships/notesMaster" Target="/ppt/notesMasters/notesMaster1.xml" Id="R65de0c55463542a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728b46bfde3406b" /><Relationship Type="http://schemas.openxmlformats.org/officeDocument/2006/relationships/notesMaster" Target="/ppt/notesMasters/notesMaster1.xml" Id="R4ee0b4eec17443e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3dc3589730c488f" /><Relationship Type="http://schemas.openxmlformats.org/officeDocument/2006/relationships/notesMaster" Target="/ppt/notesMasters/notesMaster1.xml" Id="R61cb702c82424d7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0a608641a9d4d0f" /><Relationship Type="http://schemas.openxmlformats.org/officeDocument/2006/relationships/notesMaster" Target="/ppt/notesMasters/notesMaster1.xml" Id="R291af4f1e8194ec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e7cc60250df4471" /><Relationship Type="http://schemas.openxmlformats.org/officeDocument/2006/relationships/notesMaster" Target="/ppt/notesMasters/notesMaster1.xml" Id="R2d3706879c564d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the model picker in Devin Desktop. The first choice is which model handles your coding task.</a:t>
            </a:r>
          </a:p>
          <a:p xmlns:a="http://schemas.openxmlformats.org/drawingml/2006/main">
            <a:r>
              <a:t/>
            </a:r>
          </a:p>
          <a:p xmlns:a="http://schemas.openxmlformats.org/drawingml/2006/main">
            <a:r>
              <a:rPr b="0"/>
              <a:t>The reasoning-effort slider adjusts the effort used to work through that task. </a:t>
            </a:r>
            <a:r>
              <a:rPr b="1"/>
              <a:t>One picker exposes both the model and its reasoning setting.</a:t>
            </a:r>
            <a:r>
              <a:rPr b="0"/>
              <a:t> Those familiar controls are our starting point.</a:t>
            </a:r>
          </a:p>
          <a:p xmlns:a="http://schemas.openxmlformats.org/drawingml/2006/main">
            <a:r>
              <a:t/>
            </a:r>
          </a:p>
          <a:p xmlns:a="http://schemas.openxmlformats.org/drawingml/2006/main">
            <a:r>
              <a:rPr b="0"/>
              <a:t>Advance to the Models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AGENTS.md. You give a coding agent the repository's conventions and the checks it should use to validate its work.</a:t>
            </a:r>
          </a:p>
          <a:p xmlns:a="http://schemas.openxmlformats.org/drawingml/2006/main">
            <a:r>
              <a:t/>
            </a:r>
          </a:p>
          <a:p xmlns:a="http://schemas.openxmlformats.org/drawingml/2006/main">
            <a:r>
              <a:rPr b="1"/>
              <a:t>You are supplying context for the task.</a:t>
            </a:r>
            <a:r>
              <a:rPr b="0"/>
              <a:t> The file can explain how work fits this project and how to verify a change before handing it back. It is one familiar part of the information the agent uses.</a:t>
            </a:r>
          </a:p>
          <a:p xmlns:a="http://schemas.openxmlformats.org/drawingml/2006/main">
            <a:r>
              <a:t/>
            </a:r>
          </a:p>
          <a:p xmlns:a="http://schemas.openxmlformats.org/drawingml/2006/main">
            <a:r>
              <a:rPr b="0"/>
              <a:t>Advance to the Context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MCP is the Model Context Protocol. You connect a server to make another service's tools available to your coding agent.</a:t>
            </a:r>
          </a:p>
          <a:p xmlns:a="http://schemas.openxmlformats.org/drawingml/2006/main">
            <a:r>
              <a:t/>
            </a:r>
          </a:p>
          <a:p xmlns:a="http://schemas.openxmlformats.org/drawingml/2006/main">
            <a:r>
              <a:rPr b="1"/>
              <a:t>An MCP connection adds capabilities to the coding agent.</a:t>
            </a:r>
            <a:r>
              <a:rPr b="0"/>
              <a:t> The agent can call those tools as it works on your task. That familiar connection is our starting point.</a:t>
            </a:r>
          </a:p>
          <a:p xmlns:a="http://schemas.openxmlformats.org/drawingml/2006/main">
            <a:r>
              <a:t/>
            </a:r>
          </a:p>
          <a:p xmlns:a="http://schemas.openxmlformats.org/drawingml/2006/main">
            <a:r>
              <a:rPr b="0"/>
              <a:t>Advance to the Tools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c2e7b1a3cf49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bd7e7359e2474e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33b2cfa9eefc4c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3C1ED8AB-5686-419D-8CEE-25F65154481C}"/>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bef9a4f7c44bd2" /><Relationship Type="http://schemas.openxmlformats.org/officeDocument/2006/relationships/slideLayout" Target="/ppt/slideLayouts/slideLayout1.xml" Id="Rcc0a5790e85c4ab5"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e7e786177f2547fa" /><Relationship Type="http://schemas.openxmlformats.org/officeDocument/2006/relationships/slideLayout" Target="/ppt/slideLayouts/slideLayout2.xml" Id="R587afc6926334307" /><Relationship Type="http://schemas.openxmlformats.org/officeDocument/2006/relationships/slideLayout" Target="/ppt/slideLayouts/slideLayout3.xml" Id="Rbb8fa0168d8441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0a5790e85c4ab5"/>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587afc6926334307"/>
    <p:sldLayoutId xmlns:r="http://schemas.openxmlformats.org/officeDocument/2006/relationships" id="2147483652" r:id="Rbb8fa0168d844121"/>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082a408bd2340ae" /><Relationship Type="http://schemas.openxmlformats.org/officeDocument/2006/relationships/notesSlide" Target="/ppt/notesSlides/notesSlide1.xml" Id="R937850eb1dae4a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44d2e6311034d20" /><Relationship Type="http://schemas.openxmlformats.org/officeDocument/2006/relationships/notesSlide" Target="/ppt/notesSlides/notesSlide2.xml" Id="Ra369dc0e896941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fac3c450af74c65" /><Relationship Type="http://schemas.openxmlformats.org/officeDocument/2006/relationships/image" Target="/ppt/media/image.png" Id="R75779ff6f5d54a86" /><Relationship Type="http://schemas.openxmlformats.org/officeDocument/2006/relationships/notesSlide" Target="/ppt/notesSlides/notesSlide3.xml" Id="R0f3d1af93cfe45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d724fc512944d3a" /><Relationship Type="http://schemas.openxmlformats.org/officeDocument/2006/relationships/notesSlide" Target="/ppt/notesSlides/notesSlide4.xml" Id="Rdd518f49a2ec48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1af242c44364254" /><Relationship Type="http://schemas.openxmlformats.org/officeDocument/2006/relationships/notesSlide" Target="/ppt/notesSlides/notesSlide5.xml" Id="Rdd86ff5f4eb24e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a4e275fbf5d424c" /><Relationship Type="http://schemas.openxmlformats.org/officeDocument/2006/relationships/notesSlide" Target="/ppt/notesSlides/notesSlide6.xml" Id="Rb82dcf6940b142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05b472ac07e4f76" /><Relationship Type="http://schemas.openxmlformats.org/officeDocument/2006/relationships/notesSlide" Target="/ppt/notesSlides/notesSlide7.xml" Id="R77c05f05141645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193f0671edc4e7c" /><Relationship Type="http://schemas.openxmlformats.org/officeDocument/2006/relationships/notesSlide" Target="/ppt/notesSlides/notesSlide8.xml" Id="R771dacbd50f74e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b57fc9467f64658" /><Relationship Type="http://schemas.openxmlformats.org/officeDocument/2006/relationships/image" Target="/ppt/media/image2.png" Id="R1c91ef2c84af4603" /><Relationship Type="http://schemas.openxmlformats.org/officeDocument/2006/relationships/notesSlide" Target="/ppt/notesSlides/notesSlide9.xml" Id="Rd2ee5a31b2d248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774310d62084b55" /><Relationship Type="http://schemas.openxmlformats.org/officeDocument/2006/relationships/image" Target="/ppt/media/image3.png" Id="Rc228914f05de436c" /><Relationship Type="http://schemas.openxmlformats.org/officeDocument/2006/relationships/notesSlide" Target="/ppt/notesSlides/notesSlide10.xml" Id="Re99990b35c5845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8f02a82a4e14d97" /><Relationship Type="http://schemas.openxmlformats.org/officeDocument/2006/relationships/image" Target="/ppt/media/image4.png" Id="R7676f6d8f6244c0a" /><Relationship Type="http://schemas.openxmlformats.org/officeDocument/2006/relationships/notesSlide" Target="/ppt/notesSlides/notesSlide11.xml" Id="R50b4b2302df943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42f9743a05241af" /><Relationship Type="http://schemas.openxmlformats.org/officeDocument/2006/relationships/image" Target="/ppt/media/image5.png" Id="Rf5904fcca4af447f" /><Relationship Type="http://schemas.openxmlformats.org/officeDocument/2006/relationships/notesSlide" Target="/ppt/notesSlides/notesSlide12.xml" Id="Recaca42de0054a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7f38956d86d4f2f" /><Relationship Type="http://schemas.openxmlformats.org/officeDocument/2006/relationships/image" Target="/ppt/media/image6.png" Id="R0f060e082d94460b" /><Relationship Type="http://schemas.openxmlformats.org/officeDocument/2006/relationships/notesSlide" Target="/ppt/notesSlides/notesSlide13.xml" Id="Ra04b9d697a6c4a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acb7c912b6c49a4" /><Relationship Type="http://schemas.openxmlformats.org/officeDocument/2006/relationships/image" Target="/ppt/media/image7.png" Id="Rcc71812474804a2c" /><Relationship Type="http://schemas.openxmlformats.org/officeDocument/2006/relationships/notesSlide" Target="/ppt/notesSlides/notesSlide14.xml" Id="Rec68f755a6ae45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7ee299f3de3e48e9" /><Relationship Type="http://schemas.openxmlformats.org/officeDocument/2006/relationships/notesSlide" Target="/ppt/notesSlides/notesSlide15.xml" Id="Ra6fb963ab16d43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a611d564f583460e" /><Relationship Type="http://schemas.openxmlformats.org/officeDocument/2006/relationships/image" Target="/ppt/media/image8.png" Id="R98c6a1be0b914019" /><Relationship Type="http://schemas.openxmlformats.org/officeDocument/2006/relationships/image" Target="/ppt/media/image9.png" Id="R07e29fa1ff8243f8" /><Relationship Type="http://schemas.openxmlformats.org/officeDocument/2006/relationships/notesSlide" Target="/ppt/notesSlides/notesSlide16.xml" Id="R7a80df4607c74c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9dd4db8b00542ae" /><Relationship Type="http://schemas.openxmlformats.org/officeDocument/2006/relationships/image" Target="/ppt/media/image8.png" Id="R9b0a024b6a56492f" /><Relationship Type="http://schemas.openxmlformats.org/officeDocument/2006/relationships/notesSlide" Target="/ppt/notesSlides/notesSlide17.xml" Id="R4bad2e3225fc4b4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ab2b5a9a4754e38" /><Relationship Type="http://schemas.openxmlformats.org/officeDocument/2006/relationships/image" Target="/ppt/media/image8.png" Id="R64e35348be5845fb" /><Relationship Type="http://schemas.openxmlformats.org/officeDocument/2006/relationships/notesSlide" Target="/ppt/notesSlides/notesSlide18.xml" Id="R40d5801cb35d41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b6f589329434fea" /><Relationship Type="http://schemas.openxmlformats.org/officeDocument/2006/relationships/image" Target="/ppt/media/image8.png" Id="Ra535b785934543b5" /><Relationship Type="http://schemas.openxmlformats.org/officeDocument/2006/relationships/notesSlide" Target="/ppt/notesSlides/notesSlide19.xml" Id="R1fd85cbfdcf04eb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88b38b451da4c9f" /><Relationship Type="http://schemas.openxmlformats.org/officeDocument/2006/relationships/notesSlide" Target="/ppt/notesSlides/notesSlide20.xml" Id="R3e7125c7aa4549f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2c2c5fd69364458" /><Relationship Type="http://schemas.openxmlformats.org/officeDocument/2006/relationships/image" Target="/ppt/media/image10.png" Id="R4c59668f597c4290" /><Relationship Type="http://schemas.openxmlformats.org/officeDocument/2006/relationships/image" Target="/ppt/media/image11.png" Id="Rbc615c0e44db446a" /><Relationship Type="http://schemas.openxmlformats.org/officeDocument/2006/relationships/notesSlide" Target="/ppt/notesSlides/notesSlide21.xml" Id="R1561a336950c4e9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8d328fb78a7b4f5f" /><Relationship Type="http://schemas.openxmlformats.org/officeDocument/2006/relationships/image" Target="/ppt/media/image10.png" Id="R2af093ebb5904a63" /><Relationship Type="http://schemas.openxmlformats.org/officeDocument/2006/relationships/notesSlide" Target="/ppt/notesSlides/notesSlide22.xml" Id="R5d27a4386655428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1393b95c85c24975" /><Relationship Type="http://schemas.openxmlformats.org/officeDocument/2006/relationships/image" Target="/ppt/media/image10.png" Id="R57db2eaea2764fc1" /><Relationship Type="http://schemas.openxmlformats.org/officeDocument/2006/relationships/notesSlide" Target="/ppt/notesSlides/notesSlide23.xml" Id="R1c95e1ad2830403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e37bdad2ab5d4ae3" /><Relationship Type="http://schemas.openxmlformats.org/officeDocument/2006/relationships/image" Target="/ppt/media/image10.png" Id="R7bfed40368eb40d1" /><Relationship Type="http://schemas.openxmlformats.org/officeDocument/2006/relationships/notesSlide" Target="/ppt/notesSlides/notesSlide24.xml" Id="R6eb930f73559475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0c59ff2ad37744a0" /><Relationship Type="http://schemas.openxmlformats.org/officeDocument/2006/relationships/notesSlide" Target="/ppt/notesSlides/notesSlide25.xml" Id="R82b387dc71c84b2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8208491a3ef4536" /><Relationship Type="http://schemas.openxmlformats.org/officeDocument/2006/relationships/image" Target="/ppt/media/image12.png" Id="R8da132cc4864402f" /><Relationship Type="http://schemas.openxmlformats.org/officeDocument/2006/relationships/image" Target="/ppt/media/image13.png" Id="R2b92710f86ef4948" /><Relationship Type="http://schemas.openxmlformats.org/officeDocument/2006/relationships/notesSlide" Target="/ppt/notesSlides/notesSlide26.xml" Id="Rd94e2248cd66458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660982cf7dc9449e" /><Relationship Type="http://schemas.openxmlformats.org/officeDocument/2006/relationships/image" Target="/ppt/media/image12.png" Id="Rbffc12909e164ae7" /><Relationship Type="http://schemas.openxmlformats.org/officeDocument/2006/relationships/notesSlide" Target="/ppt/notesSlides/notesSlide27.xml" Id="R313814e81c8f449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9368ffa05ec34def" /><Relationship Type="http://schemas.openxmlformats.org/officeDocument/2006/relationships/image" Target="/ppt/media/image12.png" Id="R6281ae8716fe48d0" /><Relationship Type="http://schemas.openxmlformats.org/officeDocument/2006/relationships/notesSlide" Target="/ppt/notesSlides/notesSlide28.xml" Id="R5a09f853fc2747d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d9df3609d0454da6" /><Relationship Type="http://schemas.openxmlformats.org/officeDocument/2006/relationships/image" Target="/ppt/media/image12.png" Id="R7ca46212fd5f4f02" /><Relationship Type="http://schemas.openxmlformats.org/officeDocument/2006/relationships/notesSlide" Target="/ppt/notesSlides/notesSlide29.xml" Id="R821a4cbde6be452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e8ba6b876a264259" /><Relationship Type="http://schemas.openxmlformats.org/officeDocument/2006/relationships/notesSlide" Target="/ppt/notesSlides/notesSlide30.xml" Id="Rbcf1d62b10684e4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5eda89275f94f0d" /><Relationship Type="http://schemas.openxmlformats.org/officeDocument/2006/relationships/image" Target="/ppt/media/image14.png" Id="Reee50be08d8a487f" /><Relationship Type="http://schemas.openxmlformats.org/officeDocument/2006/relationships/notesSlide" Target="/ppt/notesSlides/notesSlide31.xml" Id="R8375c063b1b643b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9c0555b8e8144a20" /><Relationship Type="http://schemas.openxmlformats.org/officeDocument/2006/relationships/image" Target="/ppt/media/image14.png" Id="R80b75ef5a82d4ba8" /><Relationship Type="http://schemas.openxmlformats.org/officeDocument/2006/relationships/notesSlide" Target="/ppt/notesSlides/notesSlide32.xml" Id="Rf146c9619fa144b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b7193652e05044f6" /><Relationship Type="http://schemas.openxmlformats.org/officeDocument/2006/relationships/image" Target="/ppt/media/image14.png" Id="R5078fc1b9d714764" /><Relationship Type="http://schemas.openxmlformats.org/officeDocument/2006/relationships/notesSlide" Target="/ppt/notesSlides/notesSlide33.xml" Id="R1104d1d84ba9491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190c89d916b04101" /><Relationship Type="http://schemas.openxmlformats.org/officeDocument/2006/relationships/image" Target="/ppt/media/image14.png" Id="Rad8928811f7044b2" /><Relationship Type="http://schemas.openxmlformats.org/officeDocument/2006/relationships/notesSlide" Target="/ppt/notesSlides/notesSlide34.xml" Id="R2ed7d7da4db341f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b728733b64b34616" /><Relationship Type="http://schemas.openxmlformats.org/officeDocument/2006/relationships/image" Target="/ppt/media/image15.png" Id="Rdbc5513176b94bc9" /><Relationship Type="http://schemas.openxmlformats.org/officeDocument/2006/relationships/notesSlide" Target="/ppt/notesSlides/notesSlide35.xml" Id="R8f1805d9bcb341b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54750d06b7924a3e" /><Relationship Type="http://schemas.openxmlformats.org/officeDocument/2006/relationships/image" Target="/ppt/media/image15.png" Id="Raf875040d8b84b52" /><Relationship Type="http://schemas.openxmlformats.org/officeDocument/2006/relationships/notesSlide" Target="/ppt/notesSlides/notesSlide36.xml" Id="R09c540457d694c7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ec627dbd506c4d1a" /><Relationship Type="http://schemas.openxmlformats.org/officeDocument/2006/relationships/image" Target="/ppt/media/image15.png" Id="R1609de53f73343cc" /><Relationship Type="http://schemas.openxmlformats.org/officeDocument/2006/relationships/notesSlide" Target="/ppt/notesSlides/notesSlide37.xml" Id="R2f45ad53a4524bd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f2aca97040a04f34" /><Relationship Type="http://schemas.openxmlformats.org/officeDocument/2006/relationships/notesSlide" Target="/ppt/notesSlides/notesSlide38.xml" Id="Rfcf867b4450e402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55f80a0bdb17439a" /><Relationship Type="http://schemas.openxmlformats.org/officeDocument/2006/relationships/image" Target="/ppt/media/image16.png" Id="R0971a3d56dc24342" /><Relationship Type="http://schemas.openxmlformats.org/officeDocument/2006/relationships/notesSlide" Target="/ppt/notesSlides/notesSlide39.xml" Id="Re734ab41d3074a5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afbf4b8cf9db4501" /><Relationship Type="http://schemas.openxmlformats.org/officeDocument/2006/relationships/image" Target="/ppt/media/image16.png" Id="R51a621e530974ea1" /><Relationship Type="http://schemas.openxmlformats.org/officeDocument/2006/relationships/notesSlide" Target="/ppt/notesSlides/notesSlide40.xml" Id="R5e16e19c3200436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68d0c4da2f9d443b" /><Relationship Type="http://schemas.openxmlformats.org/officeDocument/2006/relationships/image" Target="/ppt/media/image16.png" Id="Ra081708575374e7f" /><Relationship Type="http://schemas.openxmlformats.org/officeDocument/2006/relationships/notesSlide" Target="/ppt/notesSlides/notesSlide41.xml" Id="R767953c784644bc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b89eebabf05a4c0a" /><Relationship Type="http://schemas.openxmlformats.org/officeDocument/2006/relationships/image" Target="/ppt/media/image16.png" Id="R3942956a79104c0f" /><Relationship Type="http://schemas.openxmlformats.org/officeDocument/2006/relationships/notesSlide" Target="/ppt/notesSlides/notesSlide42.xml" Id="R01b37aff34744fa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cf35c1cf318c439b" /><Relationship Type="http://schemas.openxmlformats.org/officeDocument/2006/relationships/image" Target="/ppt/media/image17.png" Id="Rf0e7e5af24d1483e" /><Relationship Type="http://schemas.openxmlformats.org/officeDocument/2006/relationships/notesSlide" Target="/ppt/notesSlides/notesSlide43.xml" Id="Ra1fc5b6ee2c2472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35b9f7e9dfd64d2f" /><Relationship Type="http://schemas.openxmlformats.org/officeDocument/2006/relationships/image" Target="/ppt/media/image17.png" Id="R78ec91dc1e464f6f" /><Relationship Type="http://schemas.openxmlformats.org/officeDocument/2006/relationships/notesSlide" Target="/ppt/notesSlides/notesSlide44.xml" Id="Raff128e33c1e4ce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fdd0386bee964aff" /><Relationship Type="http://schemas.openxmlformats.org/officeDocument/2006/relationships/notesSlide" Target="/ppt/notesSlides/notesSlide45.xml" Id="Rfa14dbfc8fc04ff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3af1c3e882bd4af0" /><Relationship Type="http://schemas.openxmlformats.org/officeDocument/2006/relationships/image" Target="/ppt/media/image18.png" Id="R33ecda7bc624487f" /><Relationship Type="http://schemas.openxmlformats.org/officeDocument/2006/relationships/notesSlide" Target="/ppt/notesSlides/notesSlide46.xml" Id="R5a03269c8d034d5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a4e46e2afbdf40ff" /><Relationship Type="http://schemas.openxmlformats.org/officeDocument/2006/relationships/image" Target="/ppt/media/image18.png" Id="R142b8ca1b7a440dd" /><Relationship Type="http://schemas.openxmlformats.org/officeDocument/2006/relationships/notesSlide" Target="/ppt/notesSlides/notesSlide47.xml" Id="R5b19b11f4229419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d4922d6f85fe492e" /><Relationship Type="http://schemas.openxmlformats.org/officeDocument/2006/relationships/image" Target="/ppt/media/image18.png" Id="R3ec87aefa1fc487e" /><Relationship Type="http://schemas.openxmlformats.org/officeDocument/2006/relationships/notesSlide" Target="/ppt/notesSlides/notesSlide48.xml" Id="Rd19d8e3f3c5241b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4f6f5bec596d4c55" /><Relationship Type="http://schemas.openxmlformats.org/officeDocument/2006/relationships/image" Target="/ppt/media/image18.png" Id="Red7e6323d7674625" /><Relationship Type="http://schemas.openxmlformats.org/officeDocument/2006/relationships/notesSlide" Target="/ppt/notesSlides/notesSlide49.xml" Id="R157bca4e8e7d4e3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1394e114db914aa0" /><Relationship Type="http://schemas.openxmlformats.org/officeDocument/2006/relationships/image" Target="/ppt/media/image19.png" Id="Rf6b08710df6f4c7c" /><Relationship Type="http://schemas.openxmlformats.org/officeDocument/2006/relationships/notesSlide" Target="/ppt/notesSlides/notesSlide50.xml" Id="R0e784eb0664a461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fcbcb5f74abc401b" /><Relationship Type="http://schemas.openxmlformats.org/officeDocument/2006/relationships/image" Target="/ppt/media/image20.png" Id="R8720f7638bb84b6c" /><Relationship Type="http://schemas.openxmlformats.org/officeDocument/2006/relationships/notesSlide" Target="/ppt/notesSlides/notesSlide51.xml" Id="R1a0a677425774f1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0906cd1d575b4d70" /><Relationship Type="http://schemas.openxmlformats.org/officeDocument/2006/relationships/notesSlide" Target="/ppt/notesSlides/notesSlide52.xml" Id="R350686ac91b1484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9e70a74cd718436a" /><Relationship Type="http://schemas.openxmlformats.org/officeDocument/2006/relationships/image" Target="/ppt/media/image21.png" Id="Rf6492d2801804d5d" /><Relationship Type="http://schemas.openxmlformats.org/officeDocument/2006/relationships/notesSlide" Target="/ppt/notesSlides/notesSlide53.xml" Id="R5a30ca771a5c4d9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ea0c9cff41b549be" /><Relationship Type="http://schemas.openxmlformats.org/officeDocument/2006/relationships/image" Target="/ppt/media/image21.png" Id="Rbfe9e5c4a3644561" /><Relationship Type="http://schemas.openxmlformats.org/officeDocument/2006/relationships/notesSlide" Target="/ppt/notesSlides/notesSlide54.xml" Id="R1dc9be77c8cd489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f1e4d83d9a244386" /><Relationship Type="http://schemas.openxmlformats.org/officeDocument/2006/relationships/image" Target="/ppt/media/image22.png" Id="Rfe60ebb88f984921" /><Relationship Type="http://schemas.openxmlformats.org/officeDocument/2006/relationships/notesSlide" Target="/ppt/notesSlides/notesSlide55.xml" Id="R5396089cc7874cd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6c0ca68cda1d4a36" /><Relationship Type="http://schemas.openxmlformats.org/officeDocument/2006/relationships/image" Target="/ppt/media/image23.png" Id="R8b253d2ecd1d44fd" /><Relationship Type="http://schemas.openxmlformats.org/officeDocument/2006/relationships/notesSlide" Target="/ppt/notesSlides/notesSlide56.xml" Id="R64313a6d7e0641f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4d7e336704c64de2" /><Relationship Type="http://schemas.openxmlformats.org/officeDocument/2006/relationships/image" Target="/ppt/media/image23.png" Id="Rbab8306c1f64404d" /><Relationship Type="http://schemas.openxmlformats.org/officeDocument/2006/relationships/notesSlide" Target="/ppt/notesSlides/notesSlide57.xml" Id="R6510da16e0b5499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1a0ed3a6363d4940" /><Relationship Type="http://schemas.openxmlformats.org/officeDocument/2006/relationships/notesSlide" Target="/ppt/notesSlides/notesSlide58.xml" Id="Rc9b6352240b8419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c77b3943a3374b30" /><Relationship Type="http://schemas.openxmlformats.org/officeDocument/2006/relationships/image" Target="/ppt/media/image24.png" Id="R019325f308044437" /><Relationship Type="http://schemas.openxmlformats.org/officeDocument/2006/relationships/notesSlide" Target="/ppt/notesSlides/notesSlide59.xml" Id="R91618404179449b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b16249982ae34961" /><Relationship Type="http://schemas.openxmlformats.org/officeDocument/2006/relationships/image" Target="/ppt/media/image24.png" Id="Rbc9ee4bde1c545eb" /><Relationship Type="http://schemas.openxmlformats.org/officeDocument/2006/relationships/notesSlide" Target="/ppt/notesSlides/notesSlide60.xml" Id="R041fdfc01169429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e5e9d427f47f4f7e" /><Relationship Type="http://schemas.openxmlformats.org/officeDocument/2006/relationships/notesSlide" Target="/ppt/notesSlides/notesSlide61.xml" Id="R24d359ab5fe04d0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367ede53f0d747af" /><Relationship Type="http://schemas.openxmlformats.org/officeDocument/2006/relationships/notesSlide" Target="/ppt/notesSlides/notesSlide62.xml" Id="Rf72ca1c8957f42b7"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28DBE62F-A291-4DB3-A7DF-4D3B1AABEA12}"/>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6E9E5326-F589-49D8-A315-530D298F9A5A}"/>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53A70561-53B7-4281-88AB-325D92DBEE3A}"/>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262652F9-02AC-4E08-B02B-1517B64859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450303408"/>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34883515-20A6-4E64-9C12-B82F6A2E55D4}"/>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056C68C1-5354-4083-ABF6-61CE801C3D5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45C16A97-1278-4575-8692-0E87D39C68A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251296170"/>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75779ff6f5d54a86"/>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D80F2EDF-7B8E-42FC-B81C-C4C36BD8CB5B}"/>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2FF584F2-A4B6-4A59-B4E8-568757DF5DD9}"/>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375A49C8-26BD-4196-A15C-D38B58BF4872}"/>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FAC34FBB-345B-4C9E-9A18-C931111179EE}"/>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02F32733-7697-429E-8F9B-F66B0BFF3763}"/>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D93CBD6C-1874-45AB-AFB9-7898852EE5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4098113197"/>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6B80BC33-AB13-4935-A63D-866E58BB9657}"/>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73E6FC49-D798-4F11-BE14-992CF881BB3D}"/>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F75D9412-B57B-4C4E-8167-14AE8CC263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61203848"/>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C1547BCF-F0F3-471E-90F9-9E4342A0E5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840462944"/>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C0499752-ACD8-46CE-9FEB-45BE8577F990}"/>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68D68439-1D6D-4B37-8A25-B7EDD5EDB5E5}"/>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9E9DF957-F52E-4D5C-BC59-48BA8A9810C2}"/>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5673DA23-2BF5-481C-BEE3-4C1C096D09E0}"/>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DB8546F8-7E3C-4B86-B098-897BB9BD471A}"/>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AD8B07D4-34F8-4076-B6A1-D88AD6BE3C96}"/>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F80CBE81-9351-42C4-A3D2-24971E6CC757}"/>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095A74F0-F87B-4F9E-8290-389621D753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673663913"/>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18CC3F89-EE42-45DC-BC4F-AB860CB8EF26}"/>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D580F550-C8BD-4712-95CE-F3E540ACD0A0}"/>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4AAA9941-ED5E-42C6-8DF7-6F016574C1E4}"/>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7682335B-643A-447D-A5AE-AB009463E0ED}"/>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81B6896C-815A-4360-B760-5E388223DDAC}"/>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3A5B39C3-9C31-496F-BDA3-06E7BC5E8B97}"/>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E415C8F1-2ACB-4845-883D-A06E499CC1D4}"/>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BB1CD2CF-DE66-4428-BED1-9E961A18B0C8}"/>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33BAE8F7-1039-45D9-BF27-80863358AC91}"/>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16C05A47-94E9-42E1-98EF-2AC2FA85981E}"/>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DFD0F83D-44CE-4F60-A614-2723840F853D}"/>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66B7861A-2EEE-4911-9C51-3F1EAD692E33}"/>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ECE355A7-CE0C-4C3E-9F3A-1DC126A7380A}"/>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FB43FF2D-DDFD-45EA-B872-7230917B83C8}"/>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8D9FE4EA-9A1A-4AA8-A013-637CF498A8D4}"/>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2B8EC3E2-7520-4A30-8CF2-2AF612B15C96}"/>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390ED22B-AC3D-4A1D-99E3-998A2C484E1F}"/>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2FD0D30C-AB56-46DC-BD21-1CB640B0E7EF}"/>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F89091CB-5A7C-4105-8BB0-01ACDFC06C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976606803"/>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9DC2FEAA-5E65-45B3-B76E-25EE7240198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2AD430AD-F0D2-4C8A-AD34-EF33010B191C}"/>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453B7090-5BC2-478A-A20A-99DF595AFCC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7B64DEFF-28AA-46AD-9F4D-FF208322CE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940434150"/>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1c91ef2c84af460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E332C581-0737-407C-9E9C-85299B0EB7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303110828"/>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c228914f05de436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DCE72A79-AADA-41F7-BD8F-F9B7E55383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04946365"/>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7676f6d8f6244c0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4ED777E0-BAA8-498E-A6CC-85F4D6F142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158404792"/>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f5904fcca4af447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BBDD42CA-945B-4131-A0F8-346EBB4C2D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28591209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0f060e082d94460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52385E1D-936E-446C-9FC7-EA060463CC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472200340"/>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cc71812474804a2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954B9F8D-026A-4062-938D-B544F4BA63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27186019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87C47B3C-BD14-4A84-B8EC-E2C84E72E0E4}"/>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2B550054-2013-48DE-958C-171E1413472F}"/>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9D9944AD-7B77-4C40-A32A-8C82FC779DA1}"/>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4008D1CF-2649-4268-9F35-7F992A8F5114}"/>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A20B18CB-CC55-429B-AE2B-7BBCE0E53360}"/>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59F72F30-5F53-4327-B4DB-2F9CE4E4DA56}"/>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8149CB84-2F96-4D91-A6AD-AF746258A8AC}"/>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08-text-3">
            <a:extLst xmlns:a="http://schemas.openxmlformats.org/drawingml/2006/main">
              <a:ext uri="{FF2B5EF4-FFF2-40B4-BE49-F238E27FC236}">
                <a16:creationId xmlns:a16="http://schemas.microsoft.com/office/drawing/2014/main" id="{B70061AE-75BA-43C5-B9A6-7D1FF5DA5754}"/>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a:t>
            </a:r>
          </a:p>
        </p:txBody>
      </p:sp>
      <p:sp>
        <p:nvSpPr>
          <p:cNvPr id="71" name="08-text-4">
            <a:extLst xmlns:a="http://schemas.openxmlformats.org/drawingml/2006/main">
              <a:ext uri="{FF2B5EF4-FFF2-40B4-BE49-F238E27FC236}">
                <a16:creationId xmlns:a16="http://schemas.microsoft.com/office/drawing/2014/main" id="{24646406-F7EC-495F-8863-50D12F266024}"/>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which model handles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task.</a:t>
            </a:r>
          </a:p>
        </p:txBody>
      </p:sp>
      <p:sp>
        <p:nvSpPr>
          <p:cNvPr id="72" name="08-text-5">
            <a:extLst xmlns:a="http://schemas.openxmlformats.org/drawingml/2006/main">
              <a:ext uri="{FF2B5EF4-FFF2-40B4-BE49-F238E27FC236}">
                <a16:creationId xmlns:a16="http://schemas.microsoft.com/office/drawing/2014/main" id="{759BF3F7-4BF2-482B-80D5-4E81A0203E88}"/>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effort</a:t>
            </a:r>
          </a:p>
        </p:txBody>
      </p:sp>
      <p:sp>
        <p:nvSpPr>
          <p:cNvPr id="73" name="08-text-6">
            <a:extLst xmlns:a="http://schemas.openxmlformats.org/drawingml/2006/main">
              <a:ext uri="{FF2B5EF4-FFF2-40B4-BE49-F238E27FC236}">
                <a16:creationId xmlns:a16="http://schemas.microsoft.com/office/drawing/2014/main" id="{93690323-A7A3-4A36-B750-8E363D8A8B0C}"/>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Adjust the effort used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 through the task.</a:t>
            </a:r>
          </a:p>
        </p:txBody>
      </p:sp>
      <p:sp>
        <p:nvSpPr>
          <p:cNvPr id="74" name="narrative-number">
            <a:extLst xmlns:a="http://schemas.openxmlformats.org/drawingml/2006/main">
              <a:ext uri="{FF2B5EF4-FFF2-40B4-BE49-F238E27FC236}">
                <a16:creationId xmlns:a16="http://schemas.microsoft.com/office/drawing/2014/main" id="{4AC80EB1-8E72-4688-9BC1-74521E7C17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170748985"/>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5" name="!!area-name">
            <a:extLst xmlns:a="http://schemas.openxmlformats.org/drawingml/2006/main">
              <a:ext uri="{FF2B5EF4-FFF2-40B4-BE49-F238E27FC236}">
                <a16:creationId xmlns:a16="http://schemas.microsoft.com/office/drawing/2014/main" id="{F870864A-7A24-41F0-9ED0-2BC4200C355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84" name="mini-map"/>
          <p:cNvPicPr>
            <a:picLocks xmlns:a="http://schemas.openxmlformats.org/drawingml/2006/main" noChangeAspect="1"/>
          </p:cNvPicPr>
          <p:nvPr/>
        </p:nvPicPr>
        <p:blipFill>
          <a:blip xmlns:r="http://schemas.openxmlformats.org/officeDocument/2006/relationships" xmlns:a="http://schemas.openxmlformats.org/drawingml/2006/main" r:embed="R98c6a1be0b9140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7" name="header-divider">
            <a:extLst xmlns:a="http://schemas.openxmlformats.org/drawingml/2006/main">
              <a:ext uri="{FF2B5EF4-FFF2-40B4-BE49-F238E27FC236}">
                <a16:creationId xmlns:a16="http://schemas.microsoft.com/office/drawing/2014/main" id="{0B9C9074-C50C-422E-854E-CEB566DB4F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8" name="09-text-1">
            <a:extLst xmlns:a="http://schemas.openxmlformats.org/drawingml/2006/main">
              <a:ext uri="{FF2B5EF4-FFF2-40B4-BE49-F238E27FC236}">
                <a16:creationId xmlns:a16="http://schemas.microsoft.com/office/drawing/2014/main" id="{4E5FC324-9A00-44D4-940E-8EDE004A96A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9" name="09-text-2">
            <a:extLst xmlns:a="http://schemas.openxmlformats.org/drawingml/2006/main">
              <a:ext uri="{FF2B5EF4-FFF2-40B4-BE49-F238E27FC236}">
                <a16:creationId xmlns:a16="http://schemas.microsoft.com/office/drawing/2014/main" id="{67C40EBE-AC79-42E2-AF80-9211402145C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80" name="09-text-3">
            <a:extLst xmlns:a="http://schemas.openxmlformats.org/drawingml/2006/main">
              <a:ext uri="{FF2B5EF4-FFF2-40B4-BE49-F238E27FC236}">
                <a16:creationId xmlns:a16="http://schemas.microsoft.com/office/drawing/2014/main" id="{109127EF-9E47-4B98-8D8D-D989521977C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9" name="09-image-4"/>
          <p:cNvPicPr>
            <a:picLocks xmlns:a="http://schemas.openxmlformats.org/drawingml/2006/main" noChangeAspect="1"/>
          </p:cNvPicPr>
          <p:nvPr/>
        </p:nvPicPr>
        <p:blipFill>
          <a:blip xmlns:r="http://schemas.openxmlformats.org/officeDocument/2006/relationships" xmlns:a="http://schemas.openxmlformats.org/drawingml/2006/main" r:embed="R07e29fa1ff8243f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82" name="narrative-number">
            <a:extLst xmlns:a="http://schemas.openxmlformats.org/drawingml/2006/main">
              <a:ext uri="{FF2B5EF4-FFF2-40B4-BE49-F238E27FC236}">
                <a16:creationId xmlns:a16="http://schemas.microsoft.com/office/drawing/2014/main" id="{D0951E18-1E1D-4012-9911-2C95DCD666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440722064"/>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3" name="!!area-name">
            <a:extLst xmlns:a="http://schemas.openxmlformats.org/drawingml/2006/main">
              <a:ext uri="{FF2B5EF4-FFF2-40B4-BE49-F238E27FC236}">
                <a16:creationId xmlns:a16="http://schemas.microsoft.com/office/drawing/2014/main" id="{0DD8597F-AF0C-4D8B-A86F-75A4C685F6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95" name="mini-map"/>
          <p:cNvPicPr>
            <a:picLocks xmlns:a="http://schemas.openxmlformats.org/drawingml/2006/main" noChangeAspect="1"/>
          </p:cNvPicPr>
          <p:nvPr/>
        </p:nvPicPr>
        <p:blipFill>
          <a:blip xmlns:r="http://schemas.openxmlformats.org/officeDocument/2006/relationships" xmlns:a="http://schemas.openxmlformats.org/drawingml/2006/main" r:embed="R9b0a024b6a5649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5" name="header-divider">
            <a:extLst xmlns:a="http://schemas.openxmlformats.org/drawingml/2006/main">
              <a:ext uri="{FF2B5EF4-FFF2-40B4-BE49-F238E27FC236}">
                <a16:creationId xmlns:a16="http://schemas.microsoft.com/office/drawing/2014/main" id="{6AD1380C-20F5-43ED-AA41-9CFB63B563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6" name="models-decisions-title">
            <a:extLst xmlns:a="http://schemas.openxmlformats.org/drawingml/2006/main">
              <a:ext uri="{FF2B5EF4-FFF2-40B4-BE49-F238E27FC236}">
                <a16:creationId xmlns:a16="http://schemas.microsoft.com/office/drawing/2014/main" id="{332AF4A2-1A12-4779-90B8-C21A4BD0C61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decisions you own</a:t>
            </a:r>
          </a:p>
        </p:txBody>
      </p:sp>
      <p:sp>
        <p:nvSpPr>
          <p:cNvPr id="87" name="09-text-5">
            <a:extLst xmlns:a="http://schemas.openxmlformats.org/drawingml/2006/main">
              <a:ext uri="{FF2B5EF4-FFF2-40B4-BE49-F238E27FC236}">
                <a16:creationId xmlns:a16="http://schemas.microsoft.com/office/drawing/2014/main" id="{87C48C3A-4FD4-4BAC-BD83-CD8CDBBF9EF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model and</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settings?</a:t>
            </a:r>
          </a:p>
        </p:txBody>
      </p:sp>
      <p:sp>
        <p:nvSpPr>
          <p:cNvPr id="88" name="09-text-6">
            <a:extLst xmlns:a="http://schemas.openxmlformats.org/drawingml/2006/main">
              <a:ext uri="{FF2B5EF4-FFF2-40B4-BE49-F238E27FC236}">
                <a16:creationId xmlns:a16="http://schemas.microsoft.com/office/drawing/2014/main" id="{F796C80B-9A67-4844-B56C-20A43AC7C0F2}"/>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Balance task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deployment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representative task comparisons.</a:t>
            </a:r>
          </a:p>
        </p:txBody>
      </p:sp>
      <p:sp>
        <p:nvSpPr>
          <p:cNvPr id="89" name="09-text-7">
            <a:extLst xmlns:a="http://schemas.openxmlformats.org/drawingml/2006/main">
              <a:ext uri="{FF2B5EF4-FFF2-40B4-BE49-F238E27FC236}">
                <a16:creationId xmlns:a16="http://schemas.microsoft.com/office/drawing/2014/main" id="{A1445135-1CFF-40B2-BFA1-C79A3448F2D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One model or</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different models?</a:t>
            </a:r>
          </a:p>
        </p:txBody>
      </p:sp>
      <p:sp>
        <p:nvSpPr>
          <p:cNvPr id="90" name="09-text-8">
            <a:extLst xmlns:a="http://schemas.openxmlformats.org/drawingml/2006/main">
              <a:ext uri="{FF2B5EF4-FFF2-40B4-BE49-F238E27FC236}">
                <a16:creationId xmlns:a16="http://schemas.microsoft.com/office/drawing/2014/main" id="{4D4A2611-374C-4CBA-A0E1-2BF45F7BEFC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 adds task-specific choices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more configurations to maintain.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one until evidence supports routing.</a:t>
            </a:r>
          </a:p>
        </p:txBody>
      </p:sp>
      <p:sp>
        <p:nvSpPr>
          <p:cNvPr id="91" name="09-text-9">
            <a:extLst xmlns:a="http://schemas.openxmlformats.org/drawingml/2006/main">
              <a:ext uri="{FF2B5EF4-FFF2-40B4-BE49-F238E27FC236}">
                <a16:creationId xmlns:a16="http://schemas.microsoft.com/office/drawing/2014/main" id="{11889B06-D6F4-454F-B3A2-2E1C2681951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will model</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changes be controlled?</a:t>
            </a:r>
          </a:p>
        </p:txBody>
      </p:sp>
      <p:sp>
        <p:nvSpPr>
          <p:cNvPr id="92" name="09-text-10">
            <a:extLst xmlns:a="http://schemas.openxmlformats.org/drawingml/2006/main">
              <a:ext uri="{FF2B5EF4-FFF2-40B4-BE49-F238E27FC236}">
                <a16:creationId xmlns:a16="http://schemas.microsoft.com/office/drawing/2014/main" id="{A27376BA-0ED4-4D23-B931-E807A655B9C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versions need planned migration.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Moving aliases need regression monitoring.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evaluation and replacement practices.</a:t>
            </a:r>
          </a:p>
        </p:txBody>
      </p:sp>
      <p:sp>
        <p:nvSpPr>
          <p:cNvPr id="93" name="narrative-number">
            <a:extLst xmlns:a="http://schemas.openxmlformats.org/drawingml/2006/main">
              <a:ext uri="{FF2B5EF4-FFF2-40B4-BE49-F238E27FC236}">
                <a16:creationId xmlns:a16="http://schemas.microsoft.com/office/drawing/2014/main" id="{B6F56993-013F-4C3D-80A9-3256FD3963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085158232"/>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4" name="!!area-name">
            <a:extLst xmlns:a="http://schemas.openxmlformats.org/drawingml/2006/main">
              <a:ext uri="{FF2B5EF4-FFF2-40B4-BE49-F238E27FC236}">
                <a16:creationId xmlns:a16="http://schemas.microsoft.com/office/drawing/2014/main" id="{EBA5D29E-E8B5-44E8-8558-0A485986C69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9" name="mini-map"/>
          <p:cNvPicPr>
            <a:picLocks xmlns:a="http://schemas.openxmlformats.org/drawingml/2006/main" noChangeAspect="1"/>
          </p:cNvPicPr>
          <p:nvPr/>
        </p:nvPicPr>
        <p:blipFill>
          <a:blip xmlns:r="http://schemas.openxmlformats.org/officeDocument/2006/relationships" xmlns:a="http://schemas.openxmlformats.org/drawingml/2006/main" r:embed="R64e35348be5845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6" name="header-divider">
            <a:extLst xmlns:a="http://schemas.openxmlformats.org/drawingml/2006/main">
              <a:ext uri="{FF2B5EF4-FFF2-40B4-BE49-F238E27FC236}">
                <a16:creationId xmlns:a16="http://schemas.microsoft.com/office/drawing/2014/main" id="{629E56D0-3F0E-448D-8446-77FFC02BE7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models-maintenance-title">
            <a:extLst xmlns:a="http://schemas.openxmlformats.org/drawingml/2006/main">
              <a:ext uri="{FF2B5EF4-FFF2-40B4-BE49-F238E27FC236}">
                <a16:creationId xmlns:a16="http://schemas.microsoft.com/office/drawing/2014/main" id="{A98F136B-C8DC-49FF-B252-F43BA04DEAD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model choices</a:t>
            </a:r>
          </a:p>
        </p:txBody>
      </p:sp>
      <p:sp>
        <p:nvSpPr>
          <p:cNvPr id="98" name="09-text-11">
            <a:extLst xmlns:a="http://schemas.openxmlformats.org/drawingml/2006/main">
              <a:ext uri="{FF2B5EF4-FFF2-40B4-BE49-F238E27FC236}">
                <a16:creationId xmlns:a16="http://schemas.microsoft.com/office/drawing/2014/main" id="{9AEDF319-8059-403B-8212-734BE71BDE6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Task changes</a:t>
            </a:r>
          </a:p>
        </p:txBody>
      </p:sp>
      <p:sp>
        <p:nvSpPr>
          <p:cNvPr id="99" name="09-text-12">
            <a:extLst xmlns:a="http://schemas.openxmlformats.org/drawingml/2006/main">
              <a:ext uri="{FF2B5EF4-FFF2-40B4-BE49-F238E27FC236}">
                <a16:creationId xmlns:a16="http://schemas.microsoft.com/office/drawing/2014/main" id="{DC49FA82-FDBC-4481-BB65-82CBAE5A0B2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tasks can expose gaps in the original evaluation.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the cases as intended use changes.</a:t>
            </a:r>
          </a:p>
        </p:txBody>
      </p:sp>
      <p:sp>
        <p:nvSpPr>
          <p:cNvPr id="100" name="09-text-13">
            <a:extLst xmlns:a="http://schemas.openxmlformats.org/drawingml/2006/main">
              <a:ext uri="{FF2B5EF4-FFF2-40B4-BE49-F238E27FC236}">
                <a16:creationId xmlns:a16="http://schemas.microsoft.com/office/drawing/2014/main" id="{D98ED10B-F7EF-487D-B425-C08ADE4F781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Routing</a:t>
            </a:r>
          </a:p>
        </p:txBody>
      </p:sp>
      <p:sp>
        <p:nvSpPr>
          <p:cNvPr id="101" name="09-text-14">
            <a:extLst xmlns:a="http://schemas.openxmlformats.org/drawingml/2006/main">
              <a:ext uri="{FF2B5EF4-FFF2-40B4-BE49-F238E27FC236}">
                <a16:creationId xmlns:a16="http://schemas.microsoft.com/office/drawing/2014/main" id="{D6D6DB12-A761-4748-97BD-D915E174D89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route needs evaluation coverage.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Measure the whole workflow as routes change.</a:t>
            </a:r>
          </a:p>
        </p:txBody>
      </p:sp>
      <p:sp>
        <p:nvSpPr>
          <p:cNvPr id="102" name="09-text-15">
            <a:extLst xmlns:a="http://schemas.openxmlformats.org/drawingml/2006/main">
              <a:ext uri="{FF2B5EF4-FFF2-40B4-BE49-F238E27FC236}">
                <a16:creationId xmlns:a16="http://schemas.microsoft.com/office/drawing/2014/main" id="{7EFCBE6C-4B55-409C-82CC-8DD97387B12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lifecycle</a:t>
            </a:r>
          </a:p>
        </p:txBody>
      </p:sp>
      <p:sp>
        <p:nvSpPr>
          <p:cNvPr id="103" name="09-text-16">
            <a:extLst xmlns:a="http://schemas.openxmlformats.org/drawingml/2006/main">
              <a:ext uri="{FF2B5EF4-FFF2-40B4-BE49-F238E27FC236}">
                <a16:creationId xmlns:a16="http://schemas.microsoft.com/office/drawing/2014/main" id="{42A9D637-BF89-45A7-AA39-5922AD6173D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retire. Aliases update.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changes and prepare a replacement.</a:t>
            </a:r>
          </a:p>
        </p:txBody>
      </p:sp>
      <p:sp>
        <p:nvSpPr>
          <p:cNvPr id="104" name="09-text-17">
            <a:extLst xmlns:a="http://schemas.openxmlformats.org/drawingml/2006/main">
              <a:ext uri="{FF2B5EF4-FFF2-40B4-BE49-F238E27FC236}">
                <a16:creationId xmlns:a16="http://schemas.microsoft.com/office/drawing/2014/main" id="{041051BE-CF21-4A3D-98BF-7BBDFD3C000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does not freeze the whole system.</a:t>
            </a:r>
          </a:p>
        </p:txBody>
      </p:sp>
      <p:sp>
        <p:nvSpPr>
          <p:cNvPr id="105" name="09-text-18">
            <a:extLst xmlns:a="http://schemas.openxmlformats.org/drawingml/2006/main">
              <a:ext uri="{FF2B5EF4-FFF2-40B4-BE49-F238E27FC236}">
                <a16:creationId xmlns:a16="http://schemas.microsoft.com/office/drawing/2014/main" id="{64C5E701-B246-4B27-A91B-41CF198CD5A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6" name="09-text-19">
            <a:extLst xmlns:a="http://schemas.openxmlformats.org/drawingml/2006/main">
              <a:ext uri="{FF2B5EF4-FFF2-40B4-BE49-F238E27FC236}">
                <a16:creationId xmlns:a16="http://schemas.microsoft.com/office/drawing/2014/main" id="{94DBBC5D-DA5D-4F93-B1B6-EACC3E92409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07" name="narrative-number">
            <a:extLst xmlns:a="http://schemas.openxmlformats.org/drawingml/2006/main">
              <a:ext uri="{FF2B5EF4-FFF2-40B4-BE49-F238E27FC236}">
                <a16:creationId xmlns:a16="http://schemas.microsoft.com/office/drawing/2014/main" id="{45D4BB27-1947-4BD6-B480-CFA86CE1C79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97736959"/>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8" name="!!area-name">
            <a:extLst xmlns:a="http://schemas.openxmlformats.org/drawingml/2006/main">
              <a:ext uri="{FF2B5EF4-FFF2-40B4-BE49-F238E27FC236}">
                <a16:creationId xmlns:a16="http://schemas.microsoft.com/office/drawing/2014/main" id="{B3FE266E-8CF4-4915-B4D4-0453A1B042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7" name="mini-map"/>
          <p:cNvPicPr>
            <a:picLocks xmlns:a="http://schemas.openxmlformats.org/drawingml/2006/main" noChangeAspect="1"/>
          </p:cNvPicPr>
          <p:nvPr/>
        </p:nvPicPr>
        <p:blipFill>
          <a:blip xmlns:r="http://schemas.openxmlformats.org/officeDocument/2006/relationships" xmlns:a="http://schemas.openxmlformats.org/drawingml/2006/main" r:embed="Ra535b785934543b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0" name="header-divider">
            <a:extLst xmlns:a="http://schemas.openxmlformats.org/drawingml/2006/main">
              <a:ext uri="{FF2B5EF4-FFF2-40B4-BE49-F238E27FC236}">
                <a16:creationId xmlns:a16="http://schemas.microsoft.com/office/drawing/2014/main" id="{84718355-8655-49AA-A451-9C301695ABE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1" name="models-application-title">
            <a:extLst xmlns:a="http://schemas.openxmlformats.org/drawingml/2006/main">
              <a:ext uri="{FF2B5EF4-FFF2-40B4-BE49-F238E27FC236}">
                <a16:creationId xmlns:a16="http://schemas.microsoft.com/office/drawing/2014/main" id="{05265AA8-AE7D-4B9C-B4EE-8C0127F638B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design for the FRB brief</a:t>
            </a:r>
          </a:p>
        </p:txBody>
      </p:sp>
      <p:sp>
        <p:nvSpPr>
          <p:cNvPr id="112" name="09-text-20">
            <a:extLst xmlns:a="http://schemas.openxmlformats.org/drawingml/2006/main">
              <a:ext uri="{FF2B5EF4-FFF2-40B4-BE49-F238E27FC236}">
                <a16:creationId xmlns:a16="http://schemas.microsoft.com/office/drawing/2014/main" id="{A5718E74-1690-49D5-8CB5-743D6D475AE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1" name="09-table-21"/>
          <p:cNvGraphicFramePr/>
          <p:nvPr/>
        </p:nvGraphicFramePr>
        <p:xfrm>
          <a:off xmlns:a="http://schemas.openxmlformats.org/drawingml/2006/main" x="609600" y="2895600"/>
          <a:ext xmlns:a="http://schemas.openxmlformats.org/drawingml/2006/main" cx="10972800" cy="2590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 and rationale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Compare models on faithful summaries</a:t>
                      </a:r>
                    </a:p>
                    <a:p>
                      <a:pPr>
                        <a:lnSpc>
                          <a:spcPct val="125000"/>
                        </a:lnSpc>
                        <a:buNone/>
                      </a:pPr>
                      <a:r>
                        <a:rPr sz="2000" b="0">
                          <a:solidFill>
                            <a:srgbClr val="FFFCF5"/>
                          </a:solidFill>
                          <a:latin typeface="Helvetica"/>
                          <a:ea typeface="Helvetica"/>
                          <a:cs typeface="Helvetica"/>
                        </a:rPr>
                        <a:t>and supported findings.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Allocation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One model configuration for the brief.</a:t>
                      </a:r>
                    </a:p>
                    <a:p>
                      <a:pPr>
                        <a:lnSpc>
                          <a:spcPct val="125000"/>
                        </a:lnSpc>
                        <a:buNone/>
                      </a:pPr>
                      <a:r>
                        <a:rPr sz="2000" b="0">
                          <a:solidFill>
                            <a:srgbClr val="FFFCF5"/>
                          </a:solidFill>
                          <a:latin typeface="Helvetica"/>
                          <a:ea typeface="Helvetica"/>
                          <a:cs typeface="Helvetica"/>
                        </a:rPr>
                        <a:t>Add routing only when measurements justify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Changes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Pinned version where available,</a:t>
                      </a:r>
                    </a:p>
                    <a:p>
                      <a:pPr>
                        <a:lnSpc>
                          <a:spcPct val="125000"/>
                        </a:lnSpc>
                        <a:buNone/>
                      </a:pPr>
                      <a:r>
                        <a:rPr sz="2000" b="0">
                          <a:solidFill>
                            <a:srgbClr val="FFFCF5"/>
                          </a:solidFill>
                          <a:latin typeface="Helvetica"/>
                          <a:ea typeface="Helvetica"/>
                          <a:cs typeface="Helvetica"/>
                        </a:rPr>
                        <a:t>with a migration plan.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14" name="09-text-22">
            <a:extLst xmlns:a="http://schemas.openxmlformats.org/drawingml/2006/main">
              <a:ext uri="{FF2B5EF4-FFF2-40B4-BE49-F238E27FC236}">
                <a16:creationId xmlns:a16="http://schemas.microsoft.com/office/drawing/2014/main" id="{910F4E22-286F-4EAA-AFDC-4876F35A93BD}"/>
              </a:ext>
            </a:extLst>
          </p:cNvPr>
          <p:cNvSpPr>
            <a:spLocks xmlns:a="http://schemas.openxmlformats.org/drawingml/2006/main"/>
          </p:cNvSpPr>
          <p:nvPr/>
        </p:nvSpPr>
        <p:spPr>
          <a:xfrm xmlns:a="http://schemas.openxmlformats.org/drawingml/2006/main">
            <a:off x="609600" y="5588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Revisit when measured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lifecycle requirements justify a change.</a:t>
            </a:r>
          </a:p>
        </p:txBody>
      </p:sp>
      <p:sp>
        <p:nvSpPr>
          <p:cNvPr id="115" name="narrative-number">
            <a:extLst xmlns:a="http://schemas.openxmlformats.org/drawingml/2006/main">
              <a:ext uri="{FF2B5EF4-FFF2-40B4-BE49-F238E27FC236}">
                <a16:creationId xmlns:a16="http://schemas.microsoft.com/office/drawing/2014/main" id="{758097BA-1087-462E-8D2A-8FD3CC926D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729387578"/>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6" name="!!area-header">
            <a:extLst xmlns:a="http://schemas.openxmlformats.org/drawingml/2006/main">
              <a:ext uri="{FF2B5EF4-FFF2-40B4-BE49-F238E27FC236}">
                <a16:creationId xmlns:a16="http://schemas.microsoft.com/office/drawing/2014/main" id="{A08CCAE4-C336-488A-89A2-5F52A06DB7B0}"/>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17" name="!!area-name">
            <a:extLst xmlns:a="http://schemas.openxmlformats.org/drawingml/2006/main">
              <a:ext uri="{FF2B5EF4-FFF2-40B4-BE49-F238E27FC236}">
                <a16:creationId xmlns:a16="http://schemas.microsoft.com/office/drawing/2014/main" id="{2119C696-F429-43E5-93BA-DE14D26F6540}"/>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18" name="!!area-beat">
            <a:extLst xmlns:a="http://schemas.openxmlformats.org/drawingml/2006/main">
              <a:ext uri="{FF2B5EF4-FFF2-40B4-BE49-F238E27FC236}">
                <a16:creationId xmlns:a16="http://schemas.microsoft.com/office/drawing/2014/main" id="{B67954F7-611B-493C-A76D-8717C2BD6363}"/>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19" name="header-divider">
            <a:extLst xmlns:a="http://schemas.openxmlformats.org/drawingml/2006/main">
              <a:ext uri="{FF2B5EF4-FFF2-40B4-BE49-F238E27FC236}">
                <a16:creationId xmlns:a16="http://schemas.microsoft.com/office/drawing/2014/main" id="{FE380861-9475-4F84-B17E-6F9CAE18F9E0}"/>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0" name="!!screenshot-AGENTS.md">
            <a:extLst xmlns:a="http://schemas.openxmlformats.org/drawingml/2006/main">
              <a:ext uri="{FF2B5EF4-FFF2-40B4-BE49-F238E27FC236}">
                <a16:creationId xmlns:a16="http://schemas.microsoft.com/office/drawing/2014/main" id="{E4591632-0F02-4CCF-A6F3-BC5022F2C21B}"/>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21" name="10-text-1">
            <a:extLst xmlns:a="http://schemas.openxmlformats.org/drawingml/2006/main">
              <a:ext uri="{FF2B5EF4-FFF2-40B4-BE49-F238E27FC236}">
                <a16:creationId xmlns:a16="http://schemas.microsoft.com/office/drawing/2014/main" id="{B86A06F5-0431-45EB-8E4F-6AF4CB87C155}"/>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2" name="10-text-2">
            <a:extLst xmlns:a="http://schemas.openxmlformats.org/drawingml/2006/main">
              <a:ext uri="{FF2B5EF4-FFF2-40B4-BE49-F238E27FC236}">
                <a16:creationId xmlns:a16="http://schemas.microsoft.com/office/drawing/2014/main" id="{2AB95ACF-4C8A-4B8E-88B4-88B38C894783}"/>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AGENTS.md project instructions</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Conventions and checks</a:t>
            </a:r>
          </a:p>
        </p:txBody>
      </p:sp>
      <p:sp>
        <p:nvSpPr>
          <p:cNvPr id="123" name="10-text-3">
            <a:extLst xmlns:a="http://schemas.openxmlformats.org/drawingml/2006/main">
              <a:ext uri="{FF2B5EF4-FFF2-40B4-BE49-F238E27FC236}">
                <a16:creationId xmlns:a16="http://schemas.microsoft.com/office/drawing/2014/main" id="{DF78E5E0-9750-431B-94A1-ADCD834283BC}"/>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Project conventions</a:t>
            </a:r>
          </a:p>
        </p:txBody>
      </p:sp>
      <p:sp>
        <p:nvSpPr>
          <p:cNvPr id="124" name="10-text-4">
            <a:extLst xmlns:a="http://schemas.openxmlformats.org/drawingml/2006/main">
              <a:ext uri="{FF2B5EF4-FFF2-40B4-BE49-F238E27FC236}">
                <a16:creationId xmlns:a16="http://schemas.microsoft.com/office/drawing/2014/main" id="{78A8A5F4-10E6-4400-AA98-7BBCEEFC38B6}"/>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the agent how work should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fit this repository.</a:t>
            </a:r>
          </a:p>
        </p:txBody>
      </p:sp>
      <p:sp>
        <p:nvSpPr>
          <p:cNvPr id="125" name="10-text-5">
            <a:extLst xmlns:a="http://schemas.openxmlformats.org/drawingml/2006/main">
              <a:ext uri="{FF2B5EF4-FFF2-40B4-BE49-F238E27FC236}">
                <a16:creationId xmlns:a16="http://schemas.microsoft.com/office/drawing/2014/main" id="{286F530E-A897-48F0-8E45-C3A1C4382171}"/>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Checks</a:t>
            </a:r>
          </a:p>
        </p:txBody>
      </p:sp>
      <p:sp>
        <p:nvSpPr>
          <p:cNvPr id="126" name="10-text-6">
            <a:extLst xmlns:a="http://schemas.openxmlformats.org/drawingml/2006/main">
              <a:ext uri="{FF2B5EF4-FFF2-40B4-BE49-F238E27FC236}">
                <a16:creationId xmlns:a16="http://schemas.microsoft.com/office/drawing/2014/main" id="{316CF34B-FE72-4527-B518-7861B4EBDF27}"/>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it how to validate changes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handing work back.</a:t>
            </a:r>
          </a:p>
        </p:txBody>
      </p:sp>
      <p:sp>
        <p:nvSpPr>
          <p:cNvPr id="127" name="narrative-number">
            <a:extLst xmlns:a="http://schemas.openxmlformats.org/drawingml/2006/main">
              <a:ext uri="{FF2B5EF4-FFF2-40B4-BE49-F238E27FC236}">
                <a16:creationId xmlns:a16="http://schemas.microsoft.com/office/drawing/2014/main" id="{A34C34E8-A334-44B6-A06C-C877A1E53D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695078382"/>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8" name="!!area-name">
            <a:extLst xmlns:a="http://schemas.openxmlformats.org/drawingml/2006/main">
              <a:ext uri="{FF2B5EF4-FFF2-40B4-BE49-F238E27FC236}">
                <a16:creationId xmlns:a16="http://schemas.microsoft.com/office/drawing/2014/main" id="{ABC42B3A-7285-4354-9DA3-F93BDAC46A5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4c59668f597c429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0" name="header-divider">
            <a:extLst xmlns:a="http://schemas.openxmlformats.org/drawingml/2006/main">
              <a:ext uri="{FF2B5EF4-FFF2-40B4-BE49-F238E27FC236}">
                <a16:creationId xmlns:a16="http://schemas.microsoft.com/office/drawing/2014/main" id="{7A6046E0-32C9-4BF1-8D83-CA60F2A06BE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1" name="11-text-1">
            <a:extLst xmlns:a="http://schemas.openxmlformats.org/drawingml/2006/main">
              <a:ext uri="{FF2B5EF4-FFF2-40B4-BE49-F238E27FC236}">
                <a16:creationId xmlns:a16="http://schemas.microsoft.com/office/drawing/2014/main" id="{82981234-6DC1-4F99-8C29-B4BB487F176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 treated as a finite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resource with diminishing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marginal returns.”</a:t>
            </a:r>
          </a:p>
        </p:txBody>
      </p:sp>
      <p:sp>
        <p:nvSpPr>
          <p:cNvPr id="132" name="11-text-2">
            <a:extLst xmlns:a="http://schemas.openxmlformats.org/drawingml/2006/main">
              <a:ext uri="{FF2B5EF4-FFF2-40B4-BE49-F238E27FC236}">
                <a16:creationId xmlns:a16="http://schemas.microsoft.com/office/drawing/2014/main" id="{97DD3CBD-398D-4D23-9C3A-5A49C30938A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33" name="11-text-3">
            <a:extLst xmlns:a="http://schemas.openxmlformats.org/drawingml/2006/main">
              <a:ext uri="{FF2B5EF4-FFF2-40B4-BE49-F238E27FC236}">
                <a16:creationId xmlns:a16="http://schemas.microsoft.com/office/drawing/2014/main" id="{564FEB52-6261-4FDF-B399-D3EC9EC3ED4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42" name="11-image-4"/>
          <p:cNvPicPr>
            <a:picLocks xmlns:a="http://schemas.openxmlformats.org/drawingml/2006/main" noChangeAspect="1"/>
          </p:cNvPicPr>
          <p:nvPr/>
        </p:nvPicPr>
        <p:blipFill>
          <a:blip xmlns:r="http://schemas.openxmlformats.org/officeDocument/2006/relationships" xmlns:a="http://schemas.openxmlformats.org/drawingml/2006/main" r:embed="Rbc615c0e44db446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35" name="narrative-number">
            <a:extLst xmlns:a="http://schemas.openxmlformats.org/drawingml/2006/main">
              <a:ext uri="{FF2B5EF4-FFF2-40B4-BE49-F238E27FC236}">
                <a16:creationId xmlns:a16="http://schemas.microsoft.com/office/drawing/2014/main" id="{D2CE5589-CD7E-483E-BA4D-567DA96E50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440094112"/>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715A8CC6-801C-47B9-B3EC-497D7FD8F4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48" name="mini-map"/>
          <p:cNvPicPr>
            <a:picLocks xmlns:a="http://schemas.openxmlformats.org/drawingml/2006/main" noChangeAspect="1"/>
          </p:cNvPicPr>
          <p:nvPr/>
        </p:nvPicPr>
        <p:blipFill>
          <a:blip xmlns:r="http://schemas.openxmlformats.org/officeDocument/2006/relationships" xmlns:a="http://schemas.openxmlformats.org/drawingml/2006/main" r:embed="R2af093ebb5904a6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A3F0C4D5-BCE0-4565-BF81-B2DA53EE28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context-decisions-title">
            <a:extLst xmlns:a="http://schemas.openxmlformats.org/drawingml/2006/main">
              <a:ext uri="{FF2B5EF4-FFF2-40B4-BE49-F238E27FC236}">
                <a16:creationId xmlns:a16="http://schemas.microsoft.com/office/drawing/2014/main" id="{3033ABD8-9C70-457D-B291-781C5DCD8C0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context decisions you own</a:t>
            </a:r>
          </a:p>
        </p:txBody>
      </p:sp>
      <p:sp>
        <p:nvSpPr>
          <p:cNvPr id="140" name="11-text-5">
            <a:extLst xmlns:a="http://schemas.openxmlformats.org/drawingml/2006/main">
              <a:ext uri="{FF2B5EF4-FFF2-40B4-BE49-F238E27FC236}">
                <a16:creationId xmlns:a16="http://schemas.microsoft.com/office/drawing/2014/main" id="{99262A84-2AF9-4D6E-A09E-DFC1D90A9B7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belongs in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next step?</a:t>
            </a:r>
          </a:p>
        </p:txBody>
      </p:sp>
      <p:sp>
        <p:nvSpPr>
          <p:cNvPr id="141" name="11-text-6">
            <a:extLst xmlns:a="http://schemas.openxmlformats.org/drawingml/2006/main">
              <a:ext uri="{FF2B5EF4-FFF2-40B4-BE49-F238E27FC236}">
                <a16:creationId xmlns:a16="http://schemas.microsoft.com/office/drawing/2014/main" id="{BDB17683-6131-4B88-9627-F1D1EB4E45B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task state, retrieved knowledge.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what the next step needs.</a:t>
            </a:r>
          </a:p>
        </p:txBody>
      </p:sp>
      <p:sp>
        <p:nvSpPr>
          <p:cNvPr id="142" name="11-text-7">
            <a:extLst xmlns:a="http://schemas.openxmlformats.org/drawingml/2006/main">
              <a:ext uri="{FF2B5EF4-FFF2-40B4-BE49-F238E27FC236}">
                <a16:creationId xmlns:a16="http://schemas.microsoft.com/office/drawing/2014/main" id="{B207ECE6-9716-487C-95AA-753AEA054E9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should persist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be refreshed?</a:t>
            </a:r>
          </a:p>
        </p:txBody>
      </p:sp>
      <p:sp>
        <p:nvSpPr>
          <p:cNvPr id="143" name="11-text-8">
            <a:extLst xmlns:a="http://schemas.openxmlformats.org/drawingml/2006/main">
              <a:ext uri="{FF2B5EF4-FFF2-40B4-BE49-F238E27FC236}">
                <a16:creationId xmlns:a16="http://schemas.microsoft.com/office/drawing/2014/main" id="{99D2AAFB-B4C5-40B0-8901-FA10AE7C836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durable facts and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or discard what is no longer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information as its sources change.</a:t>
            </a:r>
          </a:p>
        </p:txBody>
      </p:sp>
      <p:sp>
        <p:nvSpPr>
          <p:cNvPr id="144" name="11-text-9">
            <a:extLst xmlns:a="http://schemas.openxmlformats.org/drawingml/2006/main">
              <a:ext uri="{FF2B5EF4-FFF2-40B4-BE49-F238E27FC236}">
                <a16:creationId xmlns:a16="http://schemas.microsoft.com/office/drawing/2014/main" id="{A8139B44-E3E2-499B-9D74-1861F585A36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access scope?</a:t>
            </a:r>
          </a:p>
        </p:txBody>
      </p:sp>
      <p:sp>
        <p:nvSpPr>
          <p:cNvPr id="145" name="11-text-10">
            <a:extLst xmlns:a="http://schemas.openxmlformats.org/drawingml/2006/main">
              <a:ext uri="{FF2B5EF4-FFF2-40B4-BE49-F238E27FC236}">
                <a16:creationId xmlns:a16="http://schemas.microsoft.com/office/drawing/2014/main" id="{18B1D28E-A0A4-404B-BBEE-DEC9265B1747}"/>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source locations and revisions.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retrieval to the user's authorized scope.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outside the model.</a:t>
            </a:r>
          </a:p>
        </p:txBody>
      </p:sp>
      <p:sp>
        <p:nvSpPr>
          <p:cNvPr id="146" name="narrative-number">
            <a:extLst xmlns:a="http://schemas.openxmlformats.org/drawingml/2006/main">
              <a:ext uri="{FF2B5EF4-FFF2-40B4-BE49-F238E27FC236}">
                <a16:creationId xmlns:a16="http://schemas.microsoft.com/office/drawing/2014/main" id="{5DD3CF0C-503A-4913-8A61-051B58A5A9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808934601"/>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7" name="!!area-name">
            <a:extLst xmlns:a="http://schemas.openxmlformats.org/drawingml/2006/main">
              <a:ext uri="{FF2B5EF4-FFF2-40B4-BE49-F238E27FC236}">
                <a16:creationId xmlns:a16="http://schemas.microsoft.com/office/drawing/2014/main" id="{D5FFD029-DEE1-4125-8BE8-A6FEE95864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57db2eaea2764f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9" name="header-divider">
            <a:extLst xmlns:a="http://schemas.openxmlformats.org/drawingml/2006/main">
              <a:ext uri="{FF2B5EF4-FFF2-40B4-BE49-F238E27FC236}">
                <a16:creationId xmlns:a16="http://schemas.microsoft.com/office/drawing/2014/main" id="{3AAEAEDA-9767-4F59-BE43-DCD47E71ED8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0" name="context-maintenance-title">
            <a:extLst xmlns:a="http://schemas.openxmlformats.org/drawingml/2006/main">
              <a:ext uri="{FF2B5EF4-FFF2-40B4-BE49-F238E27FC236}">
                <a16:creationId xmlns:a16="http://schemas.microsoft.com/office/drawing/2014/main" id="{58C78762-DCC0-4E0A-A130-4475AFFBEFF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context choices</a:t>
            </a:r>
          </a:p>
        </p:txBody>
      </p:sp>
      <p:sp>
        <p:nvSpPr>
          <p:cNvPr id="151" name="11-text-11">
            <a:extLst xmlns:a="http://schemas.openxmlformats.org/drawingml/2006/main">
              <a:ext uri="{FF2B5EF4-FFF2-40B4-BE49-F238E27FC236}">
                <a16:creationId xmlns:a16="http://schemas.microsoft.com/office/drawing/2014/main" id="{D548F2B7-DC06-4BF3-86BC-855F89A437C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Freshness</a:t>
            </a:r>
          </a:p>
        </p:txBody>
      </p:sp>
      <p:sp>
        <p:nvSpPr>
          <p:cNvPr id="152" name="11-text-12">
            <a:extLst xmlns:a="http://schemas.openxmlformats.org/drawingml/2006/main">
              <a:ext uri="{FF2B5EF4-FFF2-40B4-BE49-F238E27FC236}">
                <a16:creationId xmlns:a16="http://schemas.microsoft.com/office/drawing/2014/main" id="{B43D6061-80AE-4BE0-A34A-E407856E0D4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records can make retrieved passages stale.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retrieval when source versions change.</a:t>
            </a:r>
          </a:p>
        </p:txBody>
      </p:sp>
      <p:sp>
        <p:nvSpPr>
          <p:cNvPr id="153" name="11-text-13">
            <a:extLst xmlns:a="http://schemas.openxmlformats.org/drawingml/2006/main">
              <a:ext uri="{FF2B5EF4-FFF2-40B4-BE49-F238E27FC236}">
                <a16:creationId xmlns:a16="http://schemas.microsoft.com/office/drawing/2014/main" id="{A31DE1D5-844D-4291-A78E-9A10A31E066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growth</a:t>
            </a:r>
          </a:p>
        </p:txBody>
      </p:sp>
      <p:sp>
        <p:nvSpPr>
          <p:cNvPr id="154" name="11-text-14">
            <a:extLst xmlns:a="http://schemas.openxmlformats.org/drawingml/2006/main">
              <a:ext uri="{FF2B5EF4-FFF2-40B4-BE49-F238E27FC236}">
                <a16:creationId xmlns:a16="http://schemas.microsoft.com/office/drawing/2014/main" id="{FFBA8901-90C1-4998-BCFE-59580AE2E21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Summaries can lose constraints as sessions grow.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decisions and unresolved questions.</a:t>
            </a:r>
          </a:p>
        </p:txBody>
      </p:sp>
      <p:sp>
        <p:nvSpPr>
          <p:cNvPr id="155" name="11-text-15">
            <a:extLst xmlns:a="http://schemas.openxmlformats.org/drawingml/2006/main">
              <a:ext uri="{FF2B5EF4-FFF2-40B4-BE49-F238E27FC236}">
                <a16:creationId xmlns:a16="http://schemas.microsoft.com/office/drawing/2014/main" id="{B2C1F763-5B80-4647-8024-3C7E4020D66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Boundaries</a:t>
            </a:r>
          </a:p>
        </p:txBody>
      </p:sp>
      <p:sp>
        <p:nvSpPr>
          <p:cNvPr id="156" name="11-text-16">
            <a:extLst xmlns:a="http://schemas.openxmlformats.org/drawingml/2006/main">
              <a:ext uri="{FF2B5EF4-FFF2-40B4-BE49-F238E27FC236}">
                <a16:creationId xmlns:a16="http://schemas.microsoft.com/office/drawing/2014/main" id="{85BD9740-111D-4C35-8997-BDB57F22FB2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or retrieval can cross access boundaries.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access and preserve provenance.</a:t>
            </a:r>
          </a:p>
        </p:txBody>
      </p:sp>
      <p:sp>
        <p:nvSpPr>
          <p:cNvPr id="157" name="11-text-17">
            <a:extLst xmlns:a="http://schemas.openxmlformats.org/drawingml/2006/main">
              <a:ext uri="{FF2B5EF4-FFF2-40B4-BE49-F238E27FC236}">
                <a16:creationId xmlns:a16="http://schemas.microsoft.com/office/drawing/2014/main" id="{7133808F-7FAD-46E4-8EFC-359FA316FF35}"/>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prefixes can help caching. Correctness and access take priority.</a:t>
            </a:r>
          </a:p>
        </p:txBody>
      </p:sp>
      <p:sp>
        <p:nvSpPr>
          <p:cNvPr id="158" name="11-text-18">
            <a:extLst xmlns:a="http://schemas.openxmlformats.org/drawingml/2006/main">
              <a:ext uri="{FF2B5EF4-FFF2-40B4-BE49-F238E27FC236}">
                <a16:creationId xmlns:a16="http://schemas.microsoft.com/office/drawing/2014/main" id="{26215D33-EBD7-4C6C-B76F-2D4D5532F9B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59" name="11-text-19">
            <a:extLst xmlns:a="http://schemas.openxmlformats.org/drawingml/2006/main">
              <a:ext uri="{FF2B5EF4-FFF2-40B4-BE49-F238E27FC236}">
                <a16:creationId xmlns:a16="http://schemas.microsoft.com/office/drawing/2014/main" id="{7358EBC8-E17D-4203-99D2-3A1A743D623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0" name="narrative-number">
            <a:extLst xmlns:a="http://schemas.openxmlformats.org/drawingml/2006/main">
              <a:ext uri="{FF2B5EF4-FFF2-40B4-BE49-F238E27FC236}">
                <a16:creationId xmlns:a16="http://schemas.microsoft.com/office/drawing/2014/main" id="{B5923187-A488-4A7B-B911-B208F97CF6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80639198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ED3D0CB2-A076-4E46-983E-53CBB4522C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7bfed40368eb40d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4947CBEC-2B62-4E7B-83A3-1CE4BA70DC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context-application-title">
            <a:extLst xmlns:a="http://schemas.openxmlformats.org/drawingml/2006/main">
              <a:ext uri="{FF2B5EF4-FFF2-40B4-BE49-F238E27FC236}">
                <a16:creationId xmlns:a16="http://schemas.microsoft.com/office/drawing/2014/main" id="{4939F7D7-DCCF-4726-AEE4-5BF3333848F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context for the FRB brief</a:t>
            </a:r>
          </a:p>
        </p:txBody>
      </p:sp>
      <p:sp>
        <p:nvSpPr>
          <p:cNvPr id="165" name="11-text-20">
            <a:extLst xmlns:a="http://schemas.openxmlformats.org/drawingml/2006/main">
              <a:ext uri="{FF2B5EF4-FFF2-40B4-BE49-F238E27FC236}">
                <a16:creationId xmlns:a16="http://schemas.microsoft.com/office/drawing/2014/main" id="{E22612D9-BEAC-4B4A-9829-FA269FB1EA4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context.</a:t>
            </a:r>
          </a:p>
        </p:txBody>
      </p:sp>
      <p:sp>
        <p:nvSpPr>
          <p:cNvPr id="166" name="11-text-21">
            <a:extLst xmlns:a="http://schemas.openxmlformats.org/drawingml/2006/main">
              <a:ext uri="{FF2B5EF4-FFF2-40B4-BE49-F238E27FC236}">
                <a16:creationId xmlns:a16="http://schemas.microsoft.com/office/drawing/2014/main" id="{6BCA52D0-F9C0-4166-BE48-974E0F7E2241}"/>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67" name="11-text-22">
            <a:extLst xmlns:a="http://schemas.openxmlformats.org/drawingml/2006/main">
              <a:ext uri="{FF2B5EF4-FFF2-40B4-BE49-F238E27FC236}">
                <a16:creationId xmlns:a16="http://schemas.microsoft.com/office/drawing/2014/main" id="{E4EC3631-1C87-4D32-9B45-56D7CCE8A310}"/>
              </a:ext>
            </a:extLst>
          </p:cNvPr>
          <p:cNvSpPr>
            <a:spLocks xmlns:a="http://schemas.openxmlformats.org/drawingml/2006/main"/>
          </p:cNvSpPr>
          <p:nvPr/>
        </p:nvSpPr>
        <p:spPr>
          <a:xfrm xmlns:a="http://schemas.openxmlformats.org/drawingml/2006/main">
            <a:off x="6096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68" name="11-text-23">
            <a:extLst xmlns:a="http://schemas.openxmlformats.org/drawingml/2006/main">
              <a:ext uri="{FF2B5EF4-FFF2-40B4-BE49-F238E27FC236}">
                <a16:creationId xmlns:a16="http://schemas.microsoft.com/office/drawing/2014/main" id="{4C00DAD8-0351-4743-9367-CA3980E734D7}"/>
              </a:ext>
            </a:extLst>
          </p:cNvPr>
          <p:cNvSpPr>
            <a:spLocks xmlns:a="http://schemas.openxmlformats.org/drawingml/2006/main"/>
          </p:cNvSpPr>
          <p:nvPr/>
        </p:nvSpPr>
        <p:spPr>
          <a:xfrm xmlns:a="http://schemas.openxmlformats.org/drawingml/2006/main">
            <a:off x="609600" y="41910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Later minutes</a:t>
            </a:r>
          </a:p>
        </p:txBody>
      </p:sp>
      <p:sp>
        <p:nvSpPr>
          <p:cNvPr id="169" name="11-text-24">
            <a:extLst xmlns:a="http://schemas.openxmlformats.org/drawingml/2006/main">
              <a:ext uri="{FF2B5EF4-FFF2-40B4-BE49-F238E27FC236}">
                <a16:creationId xmlns:a16="http://schemas.microsoft.com/office/drawing/2014/main" id="{D0605721-8AD1-4882-B451-570F3D261BA2}"/>
              </a:ext>
            </a:extLst>
          </p:cNvPr>
          <p:cNvSpPr>
            <a:spLocks xmlns:a="http://schemas.openxmlformats.org/drawingml/2006/main"/>
          </p:cNvSpPr>
          <p:nvPr/>
        </p:nvSpPr>
        <p:spPr>
          <a:xfrm xmlns:a="http://schemas.openxmlformats.org/drawingml/2006/main">
            <a:off x="609600" y="4826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0" name="11-text-25">
            <a:extLst xmlns:a="http://schemas.openxmlformats.org/drawingml/2006/main">
              <a:ext uri="{FF2B5EF4-FFF2-40B4-BE49-F238E27FC236}">
                <a16:creationId xmlns:a16="http://schemas.microsoft.com/office/drawing/2014/main" id="{96CCFC98-8D12-423C-8043-81CC6752163F}"/>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1" name="11-text-26">
            <a:extLst xmlns:a="http://schemas.openxmlformats.org/drawingml/2006/main">
              <a:ext uri="{FF2B5EF4-FFF2-40B4-BE49-F238E27FC236}">
                <a16:creationId xmlns:a16="http://schemas.microsoft.com/office/drawing/2014/main" id="{F11FDEA6-1F03-461E-9F5A-C9DC279796F1}"/>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revisions and source locations.</a:t>
            </a:r>
          </a:p>
        </p:txBody>
      </p:sp>
      <p:sp>
        <p:nvSpPr>
          <p:cNvPr id="172" name="11-text-27">
            <a:extLst xmlns:a="http://schemas.openxmlformats.org/drawingml/2006/main">
              <a:ext uri="{FF2B5EF4-FFF2-40B4-BE49-F238E27FC236}">
                <a16:creationId xmlns:a16="http://schemas.microsoft.com/office/drawing/2014/main" id="{0BB6EC42-4372-4005-BC8F-FCBD1CAD4439}"/>
              </a:ext>
            </a:extLst>
          </p:cNvPr>
          <p:cNvSpPr>
            <a:spLocks xmlns:a="http://schemas.openxmlformats.org/drawingml/2006/main"/>
          </p:cNvSpPr>
          <p:nvPr/>
        </p:nvSpPr>
        <p:spPr>
          <a:xfrm xmlns:a="http://schemas.openxmlformats.org/drawingml/2006/main">
            <a:off x="6248400" y="4013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3" name="11-text-28">
            <a:extLst xmlns:a="http://schemas.openxmlformats.org/drawingml/2006/main">
              <a:ext uri="{FF2B5EF4-FFF2-40B4-BE49-F238E27FC236}">
                <a16:creationId xmlns:a16="http://schemas.microsoft.com/office/drawing/2014/main" id="{8D8B79AC-5157-47BD-98B4-301C88C1A015}"/>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4" name="11-text-29">
            <a:extLst xmlns:a="http://schemas.openxmlformats.org/drawingml/2006/main">
              <a:ext uri="{FF2B5EF4-FFF2-40B4-BE49-F238E27FC236}">
                <a16:creationId xmlns:a16="http://schemas.microsoft.com/office/drawing/2014/main" id="{A8D6C3F7-140B-4FEB-939D-B905B5540A42}"/>
              </a:ext>
            </a:extLst>
          </p:cNvPr>
          <p:cNvSpPr>
            <a:spLocks xmlns:a="http://schemas.openxmlformats.org/drawingml/2006/main"/>
          </p:cNvSpPr>
          <p:nvPr/>
        </p:nvSpPr>
        <p:spPr>
          <a:xfrm xmlns:a="http://schemas.openxmlformats.org/drawingml/2006/main">
            <a:off x="62484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5" name="11-text-30">
            <a:extLst xmlns:a="http://schemas.openxmlformats.org/drawingml/2006/main">
              <a:ext uri="{FF2B5EF4-FFF2-40B4-BE49-F238E27FC236}">
                <a16:creationId xmlns:a16="http://schemas.microsoft.com/office/drawing/2014/main" id="{B2A3F9A8-87B8-40C5-B04D-630BD903011B}"/>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sources and recheck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 the brief.</a:t>
            </a:r>
          </a:p>
        </p:txBody>
      </p:sp>
      <p:sp>
        <p:nvSpPr>
          <p:cNvPr id="176" name="narrative-number">
            <a:extLst xmlns:a="http://schemas.openxmlformats.org/drawingml/2006/main">
              <a:ext uri="{FF2B5EF4-FFF2-40B4-BE49-F238E27FC236}">
                <a16:creationId xmlns:a16="http://schemas.microsoft.com/office/drawing/2014/main" id="{79174F13-9446-4543-9143-9B6804CC058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000505335"/>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header">
            <a:extLst xmlns:a="http://schemas.openxmlformats.org/drawingml/2006/main">
              <a:ext uri="{FF2B5EF4-FFF2-40B4-BE49-F238E27FC236}">
                <a16:creationId xmlns:a16="http://schemas.microsoft.com/office/drawing/2014/main" id="{5043FABE-DC78-4CD9-B961-CA5191AA4546}"/>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8" name="!!area-name">
            <a:extLst xmlns:a="http://schemas.openxmlformats.org/drawingml/2006/main">
              <a:ext uri="{FF2B5EF4-FFF2-40B4-BE49-F238E27FC236}">
                <a16:creationId xmlns:a16="http://schemas.microsoft.com/office/drawing/2014/main" id="{32B9B0FC-2B66-4325-B00C-D0EAA1A3C677}"/>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179" name="!!area-beat">
            <a:extLst xmlns:a="http://schemas.openxmlformats.org/drawingml/2006/main">
              <a:ext uri="{FF2B5EF4-FFF2-40B4-BE49-F238E27FC236}">
                <a16:creationId xmlns:a16="http://schemas.microsoft.com/office/drawing/2014/main" id="{96343A6A-EDF6-4FBD-B4E1-BC78DF860BD5}"/>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80" name="header-divider">
            <a:extLst xmlns:a="http://schemas.openxmlformats.org/drawingml/2006/main">
              <a:ext uri="{FF2B5EF4-FFF2-40B4-BE49-F238E27FC236}">
                <a16:creationId xmlns:a16="http://schemas.microsoft.com/office/drawing/2014/main" id="{1CB6AA5D-C835-485C-A2D2-33B9D591B18B}"/>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screenshot-MCP configuration">
            <a:extLst xmlns:a="http://schemas.openxmlformats.org/drawingml/2006/main">
              <a:ext uri="{FF2B5EF4-FFF2-40B4-BE49-F238E27FC236}">
                <a16:creationId xmlns:a16="http://schemas.microsoft.com/office/drawing/2014/main" id="{04596371-A1C4-4D49-B43B-E71A7DC80AA2}"/>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82" name="12-text-1">
            <a:extLst xmlns:a="http://schemas.openxmlformats.org/drawingml/2006/main">
              <a:ext uri="{FF2B5EF4-FFF2-40B4-BE49-F238E27FC236}">
                <a16:creationId xmlns:a16="http://schemas.microsoft.com/office/drawing/2014/main" id="{151CAB74-4AB6-48D4-9F5E-1FDCFC3BB859}"/>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83" name="12-text-2">
            <a:extLst xmlns:a="http://schemas.openxmlformats.org/drawingml/2006/main">
              <a:ext uri="{FF2B5EF4-FFF2-40B4-BE49-F238E27FC236}">
                <a16:creationId xmlns:a16="http://schemas.microsoft.com/office/drawing/2014/main" id="{0817642B-2823-4EA4-93BD-E02BE3F70D0D}"/>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184" name="12-text-3">
            <a:extLst xmlns:a="http://schemas.openxmlformats.org/drawingml/2006/main">
              <a:ext uri="{FF2B5EF4-FFF2-40B4-BE49-F238E27FC236}">
                <a16:creationId xmlns:a16="http://schemas.microsoft.com/office/drawing/2014/main" id="{B2A7C7F0-1355-405B-84D6-CE5E9B7855F2}"/>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Connect a service</a:t>
            </a:r>
          </a:p>
        </p:txBody>
      </p:sp>
      <p:sp>
        <p:nvSpPr>
          <p:cNvPr id="185" name="12-text-4">
            <a:extLst xmlns:a="http://schemas.openxmlformats.org/drawingml/2006/main">
              <a:ext uri="{FF2B5EF4-FFF2-40B4-BE49-F238E27FC236}">
                <a16:creationId xmlns:a16="http://schemas.microsoft.com/office/drawing/2014/main" id="{608D7F59-E0A8-424B-A8A8-1439F564098A}"/>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Add an MCP server to make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its tools available.</a:t>
            </a:r>
          </a:p>
        </p:txBody>
      </p:sp>
      <p:sp>
        <p:nvSpPr>
          <p:cNvPr id="186" name="12-text-5">
            <a:extLst xmlns:a="http://schemas.openxmlformats.org/drawingml/2006/main">
              <a:ext uri="{FF2B5EF4-FFF2-40B4-BE49-F238E27FC236}">
                <a16:creationId xmlns:a16="http://schemas.microsoft.com/office/drawing/2014/main" id="{BDD30A1C-BFE5-4BC2-BD09-0BE485EAF4F9}"/>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Use its tools</a:t>
            </a:r>
          </a:p>
        </p:txBody>
      </p:sp>
      <p:sp>
        <p:nvSpPr>
          <p:cNvPr id="187" name="12-text-6">
            <a:extLst xmlns:a="http://schemas.openxmlformats.org/drawingml/2006/main">
              <a:ext uri="{FF2B5EF4-FFF2-40B4-BE49-F238E27FC236}">
                <a16:creationId xmlns:a16="http://schemas.microsoft.com/office/drawing/2014/main" id="{9EED983C-183E-4C4F-8FD3-17A4C8CE02F3}"/>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agent can call</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those tools as it works.</a:t>
            </a:r>
          </a:p>
        </p:txBody>
      </p:sp>
      <p:sp>
        <p:nvSpPr>
          <p:cNvPr id="188" name="narrative-number">
            <a:extLst xmlns:a="http://schemas.openxmlformats.org/drawingml/2006/main">
              <a:ext uri="{FF2B5EF4-FFF2-40B4-BE49-F238E27FC236}">
                <a16:creationId xmlns:a16="http://schemas.microsoft.com/office/drawing/2014/main" id="{4324D87B-D423-4E01-9F61-2880AD8BA5F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860492059"/>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9" name="!!area-name">
            <a:extLst xmlns:a="http://schemas.openxmlformats.org/drawingml/2006/main">
              <a:ext uri="{FF2B5EF4-FFF2-40B4-BE49-F238E27FC236}">
                <a16:creationId xmlns:a16="http://schemas.microsoft.com/office/drawing/2014/main" id="{5E629857-47F6-4348-99E1-2E80E8B310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8da132cc486440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1" name="header-divider">
            <a:extLst xmlns:a="http://schemas.openxmlformats.org/drawingml/2006/main">
              <a:ext uri="{FF2B5EF4-FFF2-40B4-BE49-F238E27FC236}">
                <a16:creationId xmlns:a16="http://schemas.microsoft.com/office/drawing/2014/main" id="{2D91EEA6-49BD-49AD-A93B-697E6ABC20B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13-text-1">
            <a:extLst xmlns:a="http://schemas.openxmlformats.org/drawingml/2006/main">
              <a:ext uri="{FF2B5EF4-FFF2-40B4-BE49-F238E27FC236}">
                <a16:creationId xmlns:a16="http://schemas.microsoft.com/office/drawing/2014/main" id="{A29883B2-36DA-4FAB-944E-A63E957545AE}"/>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effective as the tools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give them.”</a:t>
            </a:r>
          </a:p>
        </p:txBody>
      </p:sp>
      <p:sp>
        <p:nvSpPr>
          <p:cNvPr id="193" name="13-text-2">
            <a:extLst xmlns:a="http://schemas.openxmlformats.org/drawingml/2006/main">
              <a:ext uri="{FF2B5EF4-FFF2-40B4-BE49-F238E27FC236}">
                <a16:creationId xmlns:a16="http://schemas.microsoft.com/office/drawing/2014/main" id="{77293733-762C-4F48-A56F-4DA49063057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94" name="13-text-3">
            <a:extLst xmlns:a="http://schemas.openxmlformats.org/drawingml/2006/main">
              <a:ext uri="{FF2B5EF4-FFF2-40B4-BE49-F238E27FC236}">
                <a16:creationId xmlns:a16="http://schemas.microsoft.com/office/drawing/2014/main" id="{09F9DAE9-C38C-4202-9A1D-F0B7C15F0E3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September 2025</a:t>
            </a:r>
          </a:p>
        </p:txBody>
      </p:sp>
      <p:pic>
        <p:nvPicPr>
          <p:cNvPr id="203" name="13-image-4"/>
          <p:cNvPicPr>
            <a:picLocks xmlns:a="http://schemas.openxmlformats.org/drawingml/2006/main" noChangeAspect="1"/>
          </p:cNvPicPr>
          <p:nvPr/>
        </p:nvPicPr>
        <p:blipFill>
          <a:blip xmlns:r="http://schemas.openxmlformats.org/officeDocument/2006/relationships" xmlns:a="http://schemas.openxmlformats.org/drawingml/2006/main" r:embed="R2b92710f86ef494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96" name="narrative-number">
            <a:extLst xmlns:a="http://schemas.openxmlformats.org/drawingml/2006/main">
              <a:ext uri="{FF2B5EF4-FFF2-40B4-BE49-F238E27FC236}">
                <a16:creationId xmlns:a16="http://schemas.microsoft.com/office/drawing/2014/main" id="{84491E4A-A403-4995-B9CD-A933EA8B5F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048278353"/>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8F25C573-CD77-41AC-A262-B4B61331B4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bffc12909e164a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header-divider">
            <a:extLst xmlns:a="http://schemas.openxmlformats.org/drawingml/2006/main">
              <a:ext uri="{FF2B5EF4-FFF2-40B4-BE49-F238E27FC236}">
                <a16:creationId xmlns:a16="http://schemas.microsoft.com/office/drawing/2014/main" id="{A73F925E-1FE8-4449-A917-B29A03B16C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0" name="tools-decisions-title">
            <a:extLst xmlns:a="http://schemas.openxmlformats.org/drawingml/2006/main">
              <a:ext uri="{FF2B5EF4-FFF2-40B4-BE49-F238E27FC236}">
                <a16:creationId xmlns:a16="http://schemas.microsoft.com/office/drawing/2014/main" id="{B701BF92-7725-4030-94F4-42EC727ABEE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tool decisions you own</a:t>
            </a:r>
          </a:p>
        </p:txBody>
      </p:sp>
      <p:sp>
        <p:nvSpPr>
          <p:cNvPr id="201" name="13-text-5">
            <a:extLst xmlns:a="http://schemas.openxmlformats.org/drawingml/2006/main">
              <a:ext uri="{FF2B5EF4-FFF2-40B4-BE49-F238E27FC236}">
                <a16:creationId xmlns:a16="http://schemas.microsoft.com/office/drawing/2014/main" id="{27AFE84F-2B9A-4CAD-B385-D5229A98350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capabilities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need tools?</a:t>
            </a:r>
          </a:p>
        </p:txBody>
      </p:sp>
      <p:sp>
        <p:nvSpPr>
          <p:cNvPr id="202" name="13-text-6">
            <a:extLst xmlns:a="http://schemas.openxmlformats.org/drawingml/2006/main">
              <a:ext uri="{FF2B5EF4-FFF2-40B4-BE49-F238E27FC236}">
                <a16:creationId xmlns:a16="http://schemas.microsoft.com/office/drawing/2014/main" id="{E1078B13-A1AE-47F7-A8D6-FFD38C80570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operations that serve the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granularity and discovery with real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small, distinct tool set.</a:t>
            </a:r>
          </a:p>
        </p:txBody>
      </p:sp>
      <p:sp>
        <p:nvSpPr>
          <p:cNvPr id="203" name="13-text-7">
            <a:extLst xmlns:a="http://schemas.openxmlformats.org/drawingml/2006/main">
              <a:ext uri="{FF2B5EF4-FFF2-40B4-BE49-F238E27FC236}">
                <a16:creationId xmlns:a16="http://schemas.microsoft.com/office/drawing/2014/main" id="{CF575927-BB15-464A-9EBA-E8C3D1ECD2E6}"/>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is the tool's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contract?</a:t>
            </a:r>
          </a:p>
        </p:txBody>
      </p:sp>
      <p:sp>
        <p:nvSpPr>
          <p:cNvPr id="204" name="13-text-8">
            <a:extLst xmlns:a="http://schemas.openxmlformats.org/drawingml/2006/main">
              <a:ext uri="{FF2B5EF4-FFF2-40B4-BE49-F238E27FC236}">
                <a16:creationId xmlns:a16="http://schemas.microsoft.com/office/drawing/2014/main" id="{204F0170-D76D-468A-AE69-06F1D9BBF6B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names, inputs, results, and errors.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useful context with stable IDs.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descriptions with real tasks.</a:t>
            </a:r>
          </a:p>
        </p:txBody>
      </p:sp>
      <p:sp>
        <p:nvSpPr>
          <p:cNvPr id="205" name="13-text-9">
            <a:extLst xmlns:a="http://schemas.openxmlformats.org/drawingml/2006/main">
              <a:ext uri="{FF2B5EF4-FFF2-40B4-BE49-F238E27FC236}">
                <a16:creationId xmlns:a16="http://schemas.microsoft.com/office/drawing/2014/main" id="{0C8273AA-B160-4672-82B6-38638F39EA46}"/>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may run,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under which rules?</a:t>
            </a:r>
          </a:p>
        </p:txBody>
      </p:sp>
      <p:sp>
        <p:nvSpPr>
          <p:cNvPr id="206" name="13-text-10">
            <a:extLst xmlns:a="http://schemas.openxmlformats.org/drawingml/2006/main">
              <a:ext uri="{FF2B5EF4-FFF2-40B4-BE49-F238E27FC236}">
                <a16:creationId xmlns:a16="http://schemas.microsoft.com/office/drawing/2014/main" id="{AE92075A-A499-498D-BB7E-C4B3F7BAD04C}"/>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Apply least privilege to reads and writes.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inputs and enforce authorization in code.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approval where policy calls for it.</a:t>
            </a:r>
          </a:p>
        </p:txBody>
      </p:sp>
      <p:sp>
        <p:nvSpPr>
          <p:cNvPr id="207" name="narrative-number">
            <a:extLst xmlns:a="http://schemas.openxmlformats.org/drawingml/2006/main">
              <a:ext uri="{FF2B5EF4-FFF2-40B4-BE49-F238E27FC236}">
                <a16:creationId xmlns:a16="http://schemas.microsoft.com/office/drawing/2014/main" id="{F05B6103-CD5C-45EA-8FEC-319013925B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593696465"/>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18D0C833-B92C-411B-8B39-362E6F855BE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23" name="mini-map"/>
          <p:cNvPicPr>
            <a:picLocks xmlns:a="http://schemas.openxmlformats.org/drawingml/2006/main" noChangeAspect="1"/>
          </p:cNvPicPr>
          <p:nvPr/>
        </p:nvPicPr>
        <p:blipFill>
          <a:blip xmlns:r="http://schemas.openxmlformats.org/officeDocument/2006/relationships" xmlns:a="http://schemas.openxmlformats.org/drawingml/2006/main" r:embed="R6281ae8716fe48d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header-divider">
            <a:extLst xmlns:a="http://schemas.openxmlformats.org/drawingml/2006/main">
              <a:ext uri="{FF2B5EF4-FFF2-40B4-BE49-F238E27FC236}">
                <a16:creationId xmlns:a16="http://schemas.microsoft.com/office/drawing/2014/main" id="{319DB9DC-5207-41F0-8D13-A256EE2505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1" name="tools-maintenance-title">
            <a:extLst xmlns:a="http://schemas.openxmlformats.org/drawingml/2006/main">
              <a:ext uri="{FF2B5EF4-FFF2-40B4-BE49-F238E27FC236}">
                <a16:creationId xmlns:a16="http://schemas.microsoft.com/office/drawing/2014/main" id="{F20D10DB-6650-4C24-A700-EA2E3367963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tool choices</a:t>
            </a:r>
          </a:p>
        </p:txBody>
      </p:sp>
      <p:sp>
        <p:nvSpPr>
          <p:cNvPr id="212" name="13-text-11">
            <a:extLst xmlns:a="http://schemas.openxmlformats.org/drawingml/2006/main">
              <a:ext uri="{FF2B5EF4-FFF2-40B4-BE49-F238E27FC236}">
                <a16:creationId xmlns:a16="http://schemas.microsoft.com/office/drawing/2014/main" id="{EB2B23D1-13C3-4AA4-ADC1-962FA50E129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 changes</a:t>
            </a:r>
          </a:p>
        </p:txBody>
      </p:sp>
      <p:sp>
        <p:nvSpPr>
          <p:cNvPr id="213" name="13-text-12">
            <a:extLst xmlns:a="http://schemas.openxmlformats.org/drawingml/2006/main">
              <a:ext uri="{FF2B5EF4-FFF2-40B4-BE49-F238E27FC236}">
                <a16:creationId xmlns:a16="http://schemas.microsoft.com/office/drawing/2014/main" id="{6B715DD9-E373-439B-8147-71CBAA54B06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schemas, and behavior can drift.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and evaluate them together.</a:t>
            </a:r>
          </a:p>
        </p:txBody>
      </p:sp>
      <p:sp>
        <p:nvSpPr>
          <p:cNvPr id="214" name="13-text-13">
            <a:extLst xmlns:a="http://schemas.openxmlformats.org/drawingml/2006/main">
              <a:ext uri="{FF2B5EF4-FFF2-40B4-BE49-F238E27FC236}">
                <a16:creationId xmlns:a16="http://schemas.microsoft.com/office/drawing/2014/main" id="{6640BB25-2A5E-466D-B98F-98C0FF5E90D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growth</a:t>
            </a:r>
          </a:p>
        </p:txBody>
      </p:sp>
      <p:sp>
        <p:nvSpPr>
          <p:cNvPr id="215" name="13-text-14">
            <a:extLst xmlns:a="http://schemas.openxmlformats.org/drawingml/2006/main">
              <a:ext uri="{FF2B5EF4-FFF2-40B4-BE49-F238E27FC236}">
                <a16:creationId xmlns:a16="http://schemas.microsoft.com/office/drawing/2014/main" id="{F7DA109F-D8B9-40F6-B2D2-5644660DD68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make selection harder.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Prune duplicates and load definitions when needed.</a:t>
            </a:r>
          </a:p>
        </p:txBody>
      </p:sp>
      <p:sp>
        <p:nvSpPr>
          <p:cNvPr id="216" name="13-text-15">
            <a:extLst xmlns:a="http://schemas.openxmlformats.org/drawingml/2006/main">
              <a:ext uri="{FF2B5EF4-FFF2-40B4-BE49-F238E27FC236}">
                <a16:creationId xmlns:a16="http://schemas.microsoft.com/office/drawing/2014/main" id="{F2010840-BD2B-4EA7-972E-FF2060C13C6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Failures</a:t>
            </a:r>
          </a:p>
        </p:txBody>
      </p:sp>
      <p:sp>
        <p:nvSpPr>
          <p:cNvPr id="217" name="13-text-16">
            <a:extLst xmlns:a="http://schemas.openxmlformats.org/drawingml/2006/main">
              <a:ext uri="{FF2B5EF4-FFF2-40B4-BE49-F238E27FC236}">
                <a16:creationId xmlns:a16="http://schemas.microsoft.com/office/drawing/2014/main" id="{922AF6AB-29C9-428E-B37A-6C247C91CC7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an explicit result, error, or unknown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callers from mistaking failure for success.</a:t>
            </a:r>
          </a:p>
        </p:txBody>
      </p:sp>
      <p:sp>
        <p:nvSpPr>
          <p:cNvPr id="218" name="13-text-17">
            <a:extLst xmlns:a="http://schemas.openxmlformats.org/drawingml/2006/main">
              <a:ext uri="{FF2B5EF4-FFF2-40B4-BE49-F238E27FC236}">
                <a16:creationId xmlns:a16="http://schemas.microsoft.com/office/drawing/2014/main" id="{6BE40B0B-2199-4811-848B-64077E65D88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description guides the model. Code enforces the contract.</a:t>
            </a:r>
          </a:p>
        </p:txBody>
      </p:sp>
      <p:sp>
        <p:nvSpPr>
          <p:cNvPr id="219" name="13-text-18">
            <a:extLst xmlns:a="http://schemas.openxmlformats.org/drawingml/2006/main">
              <a:ext uri="{FF2B5EF4-FFF2-40B4-BE49-F238E27FC236}">
                <a16:creationId xmlns:a16="http://schemas.microsoft.com/office/drawing/2014/main" id="{1F6B7A49-CE2C-4473-B921-4F68E42E90E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20" name="13-text-19">
            <a:extLst xmlns:a="http://schemas.openxmlformats.org/drawingml/2006/main">
              <a:ext uri="{FF2B5EF4-FFF2-40B4-BE49-F238E27FC236}">
                <a16:creationId xmlns:a16="http://schemas.microsoft.com/office/drawing/2014/main" id="{117FB1EE-925C-4D9F-A616-34D9FD2B5CF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evaluating task fit.</a:t>
            </a:r>
          </a:p>
        </p:txBody>
      </p:sp>
      <p:sp>
        <p:nvSpPr>
          <p:cNvPr id="221" name="narrative-number">
            <a:extLst xmlns:a="http://schemas.openxmlformats.org/drawingml/2006/main">
              <a:ext uri="{FF2B5EF4-FFF2-40B4-BE49-F238E27FC236}">
                <a16:creationId xmlns:a16="http://schemas.microsoft.com/office/drawing/2014/main" id="{EDFB53FC-B21E-421C-95C5-1AD2D29C56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527217529"/>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2" name="!!area-name">
            <a:extLst xmlns:a="http://schemas.openxmlformats.org/drawingml/2006/main">
              <a:ext uri="{FF2B5EF4-FFF2-40B4-BE49-F238E27FC236}">
                <a16:creationId xmlns:a16="http://schemas.microsoft.com/office/drawing/2014/main" id="{A234DFC9-ED5A-469E-9FA9-0B4E4AE730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30" name="mini-map"/>
          <p:cNvPicPr>
            <a:picLocks xmlns:a="http://schemas.openxmlformats.org/drawingml/2006/main" noChangeAspect="1"/>
          </p:cNvPicPr>
          <p:nvPr/>
        </p:nvPicPr>
        <p:blipFill>
          <a:blip xmlns:r="http://schemas.openxmlformats.org/officeDocument/2006/relationships" xmlns:a="http://schemas.openxmlformats.org/drawingml/2006/main" r:embed="R7ca46212fd5f4f0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4" name="header-divider">
            <a:extLst xmlns:a="http://schemas.openxmlformats.org/drawingml/2006/main">
              <a:ext uri="{FF2B5EF4-FFF2-40B4-BE49-F238E27FC236}">
                <a16:creationId xmlns:a16="http://schemas.microsoft.com/office/drawing/2014/main" id="{956267D5-067E-4BF5-AD73-1D8BA878765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tools-application-title">
            <a:extLst xmlns:a="http://schemas.openxmlformats.org/drawingml/2006/main">
              <a:ext uri="{FF2B5EF4-FFF2-40B4-BE49-F238E27FC236}">
                <a16:creationId xmlns:a16="http://schemas.microsoft.com/office/drawing/2014/main" id="{905E1E20-F8D2-449F-B687-1A957A9689E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tool contract for the FRB brief</a:t>
            </a:r>
          </a:p>
        </p:txBody>
      </p:sp>
      <p:sp>
        <p:nvSpPr>
          <p:cNvPr id="226" name="13-text-20">
            <a:extLst xmlns:a="http://schemas.openxmlformats.org/drawingml/2006/main">
              <a:ext uri="{FF2B5EF4-FFF2-40B4-BE49-F238E27FC236}">
                <a16:creationId xmlns:a16="http://schemas.microsoft.com/office/drawing/2014/main" id="{6699C1C7-7243-488F-82F9-958F1992209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tool.</a:t>
            </a:r>
          </a:p>
        </p:txBody>
      </p:sp>
      <p:graphicFrame>
        <p:nvGraphicFramePr>
          <p:cNvPr id="234" name="13-table-21"/>
          <p:cNvGraphicFramePr/>
          <p:nvPr/>
        </p:nvGraphicFramePr>
        <p:xfrm>
          <a:off xmlns:a="http://schemas.openxmlformats.org/drawingml/2006/main" x="609600" y="2895600"/>
          <a:ext xmlns:a="http://schemas.openxmlformats.org/drawingml/2006/main" cx="10972800" cy="3073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access and permitted destination.</a:t>
                      </a:r>
                    </a:p>
                    <a:p>
                      <a:pPr>
                        <a:lnSpc>
                          <a:spcPct val="125000"/>
                        </a:lnSpc>
                        <a:buNone/>
                      </a:pPr>
                      <a:r>
                        <a:rPr sz="2000" b="0">
                          <a:solidFill>
                            <a:srgbClr val="FFFCF5"/>
                          </a:solidFill>
                          <a:latin typeface="Helvetica"/>
                          <a:ea typeface="Helvetica"/>
                          <a:cs typeface="Helvetica"/>
                        </a:rPr>
                        <a:t>Require source IDs, revisions, and locations.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matching the checked draft, with citations</a:t>
                      </a:r>
                    </a:p>
                    <a:p>
                      <a:pPr>
                        <a:lnSpc>
                          <a:spcPct val="125000"/>
                        </a:lnSpc>
                        <a:buNone/>
                      </a:pPr>
                      <a:r>
                        <a:rPr sz="2000" b="0">
                          <a:solidFill>
                            <a:srgbClr val="FFFCF5"/>
                          </a:solidFill>
                          <a:latin typeface="Helvetica"/>
                          <a:ea typeface="Helvetica"/>
                          <a:cs typeface="Helvetica"/>
                        </a:rPr>
                        <a:t>and uncertainty intact, plus an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Explicit failure or incomplete result.</a:t>
                      </a:r>
                    </a:p>
                    <a:p>
                      <a:pPr>
                        <a:lnSpc>
                          <a:spcPct val="125000"/>
                        </a:lnSpc>
                        <a:buNone/>
                      </a:pPr>
                      <a:r>
                        <a:rPr sz="2000" b="0">
                          <a:solidFill>
                            <a:srgbClr val="FFFCF5"/>
                          </a:solidFill>
                          <a:latin typeface="Helvetica"/>
                          <a:ea typeface="Helvetica"/>
                          <a:cs typeface="Helvetica"/>
                        </a:rPr>
                        <a:t>Do not report an unconfirmed export as complete.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8" name="narrative-number">
            <a:extLst xmlns:a="http://schemas.openxmlformats.org/drawingml/2006/main">
              <a:ext uri="{FF2B5EF4-FFF2-40B4-BE49-F238E27FC236}">
                <a16:creationId xmlns:a16="http://schemas.microsoft.com/office/drawing/2014/main" id="{28021C24-E7BD-4403-B790-6EB46DF3DC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21438853"/>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9" name="!!area-header">
            <a:extLst xmlns:a="http://schemas.openxmlformats.org/drawingml/2006/main">
              <a:ext uri="{FF2B5EF4-FFF2-40B4-BE49-F238E27FC236}">
                <a16:creationId xmlns:a16="http://schemas.microsoft.com/office/drawing/2014/main" id="{92AE61BB-31DB-426E-89A0-498717F8B7F4}"/>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30" name="!!area-name">
            <a:extLst xmlns:a="http://schemas.openxmlformats.org/drawingml/2006/main">
              <a:ext uri="{FF2B5EF4-FFF2-40B4-BE49-F238E27FC236}">
                <a16:creationId xmlns:a16="http://schemas.microsoft.com/office/drawing/2014/main" id="{0004437E-4B89-455A-BCF2-13F6D672196A}"/>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31" name="!!area-beat">
            <a:extLst xmlns:a="http://schemas.openxmlformats.org/drawingml/2006/main">
              <a:ext uri="{FF2B5EF4-FFF2-40B4-BE49-F238E27FC236}">
                <a16:creationId xmlns:a16="http://schemas.microsoft.com/office/drawing/2014/main" id="{ACE6C29A-E732-4F58-B791-7493BA7D3619}"/>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32" name="header-divider">
            <a:extLst xmlns:a="http://schemas.openxmlformats.org/drawingml/2006/main">
              <a:ext uri="{FF2B5EF4-FFF2-40B4-BE49-F238E27FC236}">
                <a16:creationId xmlns:a16="http://schemas.microsoft.com/office/drawing/2014/main" id="{81429616-F3DA-42F9-B92E-B6B2BEFE885B}"/>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3" name="14-shape-1">
            <a:extLst xmlns:a="http://schemas.openxmlformats.org/drawingml/2006/main">
              <a:ext uri="{FF2B5EF4-FFF2-40B4-BE49-F238E27FC236}">
                <a16:creationId xmlns:a16="http://schemas.microsoft.com/office/drawing/2014/main" id="{8DD947D0-1FC1-4212-A2A4-5C2CA06F12B0}"/>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34" name="14-text-2">
            <a:extLst xmlns:a="http://schemas.openxmlformats.org/drawingml/2006/main">
              <a:ext uri="{FF2B5EF4-FFF2-40B4-BE49-F238E27FC236}">
                <a16:creationId xmlns:a16="http://schemas.microsoft.com/office/drawing/2014/main" id="{810F7327-D4FF-46C9-BF2E-209F2580D9ED}"/>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235" name="14-shape-3">
            <a:extLst xmlns:a="http://schemas.openxmlformats.org/drawingml/2006/main">
              <a:ext uri="{FF2B5EF4-FFF2-40B4-BE49-F238E27FC236}">
                <a16:creationId xmlns:a16="http://schemas.microsoft.com/office/drawing/2014/main" id="{FF1EA721-A167-4F33-9795-5FA94DA4D048}"/>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36" name="14-text-4">
            <a:extLst xmlns:a="http://schemas.openxmlformats.org/drawingml/2006/main">
              <a:ext uri="{FF2B5EF4-FFF2-40B4-BE49-F238E27FC236}">
                <a16:creationId xmlns:a16="http://schemas.microsoft.com/office/drawing/2014/main" id="{9D370355-2FD8-4DCF-A055-00FB0D7B58EF}"/>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237" name="14-shape-5">
            <a:extLst xmlns:a="http://schemas.openxmlformats.org/drawingml/2006/main">
              <a:ext uri="{FF2B5EF4-FFF2-40B4-BE49-F238E27FC236}">
                <a16:creationId xmlns:a16="http://schemas.microsoft.com/office/drawing/2014/main" id="{F2089F0C-DA35-45BE-BDB6-BB21FB0FFDF0}"/>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38" name="14-text-6">
            <a:extLst xmlns:a="http://schemas.openxmlformats.org/drawingml/2006/main">
              <a:ext uri="{FF2B5EF4-FFF2-40B4-BE49-F238E27FC236}">
                <a16:creationId xmlns:a16="http://schemas.microsoft.com/office/drawing/2014/main" id="{ACC5FCB2-029E-471C-80E3-91FC992BA0A6}"/>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239" name="14-shape-7">
            <a:extLst xmlns:a="http://schemas.openxmlformats.org/drawingml/2006/main">
              <a:ext uri="{FF2B5EF4-FFF2-40B4-BE49-F238E27FC236}">
                <a16:creationId xmlns:a16="http://schemas.microsoft.com/office/drawing/2014/main" id="{8148D31D-2DDE-44DF-91B4-6FF17E8C1053}"/>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40" name="14-text-8">
            <a:extLst xmlns:a="http://schemas.openxmlformats.org/drawingml/2006/main">
              <a:ext uri="{FF2B5EF4-FFF2-40B4-BE49-F238E27FC236}">
                <a16:creationId xmlns:a16="http://schemas.microsoft.com/office/drawing/2014/main" id="{887C6851-2311-4FB2-9249-F216478E2C96}"/>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241" name="14-shape-9">
            <a:extLst xmlns:a="http://schemas.openxmlformats.org/drawingml/2006/main">
              <a:ext uri="{FF2B5EF4-FFF2-40B4-BE49-F238E27FC236}">
                <a16:creationId xmlns:a16="http://schemas.microsoft.com/office/drawing/2014/main" id="{4E711549-E92D-4852-83D8-B1884C2452DB}"/>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42" name="14-text-10">
            <a:extLst xmlns:a="http://schemas.openxmlformats.org/drawingml/2006/main">
              <a:ext uri="{FF2B5EF4-FFF2-40B4-BE49-F238E27FC236}">
                <a16:creationId xmlns:a16="http://schemas.microsoft.com/office/drawing/2014/main" id="{A54684D4-E3E9-4395-BCF1-DD1D489DC6C4}"/>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243" name="14-shape-11">
            <a:extLst xmlns:a="http://schemas.openxmlformats.org/drawingml/2006/main">
              <a:ext uri="{FF2B5EF4-FFF2-40B4-BE49-F238E27FC236}">
                <a16:creationId xmlns:a16="http://schemas.microsoft.com/office/drawing/2014/main" id="{46B58942-B3A3-4784-B439-4C27FBDBB230}"/>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44" name="14-text-12">
            <a:extLst xmlns:a="http://schemas.openxmlformats.org/drawingml/2006/main">
              <a:ext uri="{FF2B5EF4-FFF2-40B4-BE49-F238E27FC236}">
                <a16:creationId xmlns:a16="http://schemas.microsoft.com/office/drawing/2014/main" id="{44AB9A9B-0237-48B5-866C-ED8856A2985F}"/>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245" name="14-text-13">
            <a:extLst xmlns:a="http://schemas.openxmlformats.org/drawingml/2006/main">
              <a:ext uri="{FF2B5EF4-FFF2-40B4-BE49-F238E27FC236}">
                <a16:creationId xmlns:a16="http://schemas.microsoft.com/office/drawing/2014/main" id="{1D9E87AE-E43C-494C-A195-C0EB024C7BA0}"/>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246" name="14-text-14">
            <a:extLst xmlns:a="http://schemas.openxmlformats.org/drawingml/2006/main">
              <a:ext uri="{FF2B5EF4-FFF2-40B4-BE49-F238E27FC236}">
                <a16:creationId xmlns:a16="http://schemas.microsoft.com/office/drawing/2014/main" id="{36B4047D-0EC7-450E-98FC-4611298203EC}"/>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247" name="14-text-15">
            <a:extLst xmlns:a="http://schemas.openxmlformats.org/drawingml/2006/main">
              <a:ext uri="{FF2B5EF4-FFF2-40B4-BE49-F238E27FC236}">
                <a16:creationId xmlns:a16="http://schemas.microsoft.com/office/drawing/2014/main" id="{E9E34FC3-06E2-4E9F-96DA-24838FFE711E}"/>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248" name="14-line-17">
            <a:extLst xmlns:a="http://schemas.openxmlformats.org/drawingml/2006/main">
              <a:ext uri="{FF2B5EF4-FFF2-40B4-BE49-F238E27FC236}">
                <a16:creationId xmlns:a16="http://schemas.microsoft.com/office/drawing/2014/main" id="{87B52620-888C-47E2-A173-AF0BEE4D04BB}"/>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9" name="14-line-19">
            <a:extLst xmlns:a="http://schemas.openxmlformats.org/drawingml/2006/main">
              <a:ext uri="{FF2B5EF4-FFF2-40B4-BE49-F238E27FC236}">
                <a16:creationId xmlns:a16="http://schemas.microsoft.com/office/drawing/2014/main" id="{63544E49-8A92-4C81-9252-0C8A36A5BC13}"/>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0" name="14-line-21">
            <a:extLst xmlns:a="http://schemas.openxmlformats.org/drawingml/2006/main">
              <a:ext uri="{FF2B5EF4-FFF2-40B4-BE49-F238E27FC236}">
                <a16:creationId xmlns:a16="http://schemas.microsoft.com/office/drawing/2014/main" id="{D377067C-DC5F-4E09-BF81-5BB2D5EB3760}"/>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1" name="narrative-number">
            <a:extLst xmlns:a="http://schemas.openxmlformats.org/drawingml/2006/main">
              <a:ext uri="{FF2B5EF4-FFF2-40B4-BE49-F238E27FC236}">
                <a16:creationId xmlns:a16="http://schemas.microsoft.com/office/drawing/2014/main" id="{8D2EF7F2-FDD4-40C4-8DAA-F8D2E658A5F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868277944"/>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2" name="!!area-name">
            <a:extLst xmlns:a="http://schemas.openxmlformats.org/drawingml/2006/main">
              <a:ext uri="{FF2B5EF4-FFF2-40B4-BE49-F238E27FC236}">
                <a16:creationId xmlns:a16="http://schemas.microsoft.com/office/drawing/2014/main" id="{186D3F6B-F80C-4D56-A0B4-2AACA671973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64" name="mini-map"/>
          <p:cNvPicPr>
            <a:picLocks xmlns:a="http://schemas.openxmlformats.org/drawingml/2006/main" noChangeAspect="1"/>
          </p:cNvPicPr>
          <p:nvPr/>
        </p:nvPicPr>
        <p:blipFill>
          <a:blip xmlns:r="http://schemas.openxmlformats.org/officeDocument/2006/relationships" xmlns:a="http://schemas.openxmlformats.org/drawingml/2006/main" r:embed="Reee50be08d8a48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4" name="header-divider">
            <a:extLst xmlns:a="http://schemas.openxmlformats.org/drawingml/2006/main">
              <a:ext uri="{FF2B5EF4-FFF2-40B4-BE49-F238E27FC236}">
                <a16:creationId xmlns:a16="http://schemas.microsoft.com/office/drawing/2014/main" id="{E73D79D2-208A-4887-B7F9-AB1D09ACC40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5" name="14b-text-1">
            <a:extLst xmlns:a="http://schemas.openxmlformats.org/drawingml/2006/main">
              <a:ext uri="{FF2B5EF4-FFF2-40B4-BE49-F238E27FC236}">
                <a16:creationId xmlns:a16="http://schemas.microsoft.com/office/drawing/2014/main" id="{253B12E9-A0BA-4349-9BBD-B73184A3187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56" name="14b-text-2">
            <a:extLst xmlns:a="http://schemas.openxmlformats.org/drawingml/2006/main">
              <a:ext uri="{FF2B5EF4-FFF2-40B4-BE49-F238E27FC236}">
                <a16:creationId xmlns:a16="http://schemas.microsoft.com/office/drawing/2014/main" id="{2135827D-C606-4064-9306-9F2F9EAB1300}"/>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257" name="14b-text-3">
            <a:extLst xmlns:a="http://schemas.openxmlformats.org/drawingml/2006/main">
              <a:ext uri="{FF2B5EF4-FFF2-40B4-BE49-F238E27FC236}">
                <a16:creationId xmlns:a16="http://schemas.microsoft.com/office/drawing/2014/main" id="{D577338B-AD2B-452C-89F5-E1FDCDC9F0E5}"/>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258" name="14b-text-4">
            <a:extLst xmlns:a="http://schemas.openxmlformats.org/drawingml/2006/main">
              <a:ext uri="{FF2B5EF4-FFF2-40B4-BE49-F238E27FC236}">
                <a16:creationId xmlns:a16="http://schemas.microsoft.com/office/drawing/2014/main" id="{CD57A8E2-8724-47AB-A368-E8591D6DAE50}"/>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259" name="14b-text-5">
            <a:extLst xmlns:a="http://schemas.openxmlformats.org/drawingml/2006/main">
              <a:ext uri="{FF2B5EF4-FFF2-40B4-BE49-F238E27FC236}">
                <a16:creationId xmlns:a16="http://schemas.microsoft.com/office/drawing/2014/main" id="{38F7A150-0BA3-46B5-AEA5-FFE1210EC174}"/>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260" name="14b-text-6">
            <a:extLst xmlns:a="http://schemas.openxmlformats.org/drawingml/2006/main">
              <a:ext uri="{FF2B5EF4-FFF2-40B4-BE49-F238E27FC236}">
                <a16:creationId xmlns:a16="http://schemas.microsoft.com/office/drawing/2014/main" id="{B32164B4-7D26-4A3D-9FEA-855B1C78D9B5}"/>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261" name="14b-text-7">
            <a:extLst xmlns:a="http://schemas.openxmlformats.org/drawingml/2006/main">
              <a:ext uri="{FF2B5EF4-FFF2-40B4-BE49-F238E27FC236}">
                <a16:creationId xmlns:a16="http://schemas.microsoft.com/office/drawing/2014/main" id="{D24BA045-31D4-43DD-9BD3-FA503D05EFCA}"/>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262" name="narrative-number">
            <a:extLst xmlns:a="http://schemas.openxmlformats.org/drawingml/2006/main">
              <a:ext uri="{FF2B5EF4-FFF2-40B4-BE49-F238E27FC236}">
                <a16:creationId xmlns:a16="http://schemas.microsoft.com/office/drawing/2014/main" id="{6F9FAAC7-72AC-4FDD-8354-F470B9CBAD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71632534"/>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3" name="!!area-name">
            <a:extLst xmlns:a="http://schemas.openxmlformats.org/drawingml/2006/main">
              <a:ext uri="{FF2B5EF4-FFF2-40B4-BE49-F238E27FC236}">
                <a16:creationId xmlns:a16="http://schemas.microsoft.com/office/drawing/2014/main" id="{B623DA6C-2579-4086-AF8A-E33B04FE3C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72" name="mini-map"/>
          <p:cNvPicPr>
            <a:picLocks xmlns:a="http://schemas.openxmlformats.org/drawingml/2006/main" noChangeAspect="1"/>
          </p:cNvPicPr>
          <p:nvPr/>
        </p:nvPicPr>
        <p:blipFill>
          <a:blip xmlns:r="http://schemas.openxmlformats.org/officeDocument/2006/relationships" xmlns:a="http://schemas.openxmlformats.org/drawingml/2006/main" r:embed="R80b75ef5a82d4ba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5" name="header-divider">
            <a:extLst xmlns:a="http://schemas.openxmlformats.org/drawingml/2006/main">
              <a:ext uri="{FF2B5EF4-FFF2-40B4-BE49-F238E27FC236}">
                <a16:creationId xmlns:a16="http://schemas.microsoft.com/office/drawing/2014/main" id="{186834EA-3901-4F05-833F-B8327FB7599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6" name="14b-text-1">
            <a:extLst xmlns:a="http://schemas.openxmlformats.org/drawingml/2006/main">
              <a:ext uri="{FF2B5EF4-FFF2-40B4-BE49-F238E27FC236}">
                <a16:creationId xmlns:a16="http://schemas.microsoft.com/office/drawing/2014/main" id="{0EFD8EDB-B3CE-4864-9337-D7CF068F97D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67" name="14b-text-8">
            <a:extLst xmlns:a="http://schemas.openxmlformats.org/drawingml/2006/main">
              <a:ext uri="{FF2B5EF4-FFF2-40B4-BE49-F238E27FC236}">
                <a16:creationId xmlns:a16="http://schemas.microsoft.com/office/drawing/2014/main" id="{B6B6F500-A730-401A-8B7F-7B4157C1F952}"/>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268" name="14b-text-9">
            <a:extLst xmlns:a="http://schemas.openxmlformats.org/drawingml/2006/main">
              <a:ext uri="{FF2B5EF4-FFF2-40B4-BE49-F238E27FC236}">
                <a16:creationId xmlns:a16="http://schemas.microsoft.com/office/drawing/2014/main" id="{64128214-4082-4A6C-A8C4-91E5819A04F4}"/>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269" name="14b-text-10">
            <a:extLst xmlns:a="http://schemas.openxmlformats.org/drawingml/2006/main">
              <a:ext uri="{FF2B5EF4-FFF2-40B4-BE49-F238E27FC236}">
                <a16:creationId xmlns:a16="http://schemas.microsoft.com/office/drawing/2014/main" id="{C05E9840-1450-4C9A-BC00-EB74E22B7FB2}"/>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270" name="narrative-number">
            <a:extLst xmlns:a="http://schemas.openxmlformats.org/drawingml/2006/main">
              <a:ext uri="{FF2B5EF4-FFF2-40B4-BE49-F238E27FC236}">
                <a16:creationId xmlns:a16="http://schemas.microsoft.com/office/drawing/2014/main" id="{E785BC5F-9BC2-47E9-BDDD-1F5DBDC6E6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339149408"/>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1" name="!!area-name">
            <a:extLst xmlns:a="http://schemas.openxmlformats.org/drawingml/2006/main">
              <a:ext uri="{FF2B5EF4-FFF2-40B4-BE49-F238E27FC236}">
                <a16:creationId xmlns:a16="http://schemas.microsoft.com/office/drawing/2014/main" id="{7B891B57-DFF0-4EE4-8376-7023406589E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79" name="mini-map"/>
          <p:cNvPicPr>
            <a:picLocks xmlns:a="http://schemas.openxmlformats.org/drawingml/2006/main" noChangeAspect="1"/>
          </p:cNvPicPr>
          <p:nvPr/>
        </p:nvPicPr>
        <p:blipFill>
          <a:blip xmlns:r="http://schemas.openxmlformats.org/officeDocument/2006/relationships" xmlns:a="http://schemas.openxmlformats.org/drawingml/2006/main" r:embed="R5078fc1b9d71476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3" name="header-divider">
            <a:extLst xmlns:a="http://schemas.openxmlformats.org/drawingml/2006/main">
              <a:ext uri="{FF2B5EF4-FFF2-40B4-BE49-F238E27FC236}">
                <a16:creationId xmlns:a16="http://schemas.microsoft.com/office/drawing/2014/main" id="{8CFF22CF-47CC-4DA7-A5EF-4FFD8CE7AF2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4" name="14b-text-1">
            <a:extLst xmlns:a="http://schemas.openxmlformats.org/drawingml/2006/main">
              <a:ext uri="{FF2B5EF4-FFF2-40B4-BE49-F238E27FC236}">
                <a16:creationId xmlns:a16="http://schemas.microsoft.com/office/drawing/2014/main" id="{2A8084DB-3740-4FFD-AC13-E34AE24D464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75" name="14b-text-11">
            <a:extLst xmlns:a="http://schemas.openxmlformats.org/drawingml/2006/main">
              <a:ext uri="{FF2B5EF4-FFF2-40B4-BE49-F238E27FC236}">
                <a16:creationId xmlns:a16="http://schemas.microsoft.com/office/drawing/2014/main" id="{5005B851-8D9F-4B07-9504-F8A9C19DA513}"/>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276" name="14b-text-12">
            <a:extLst xmlns:a="http://schemas.openxmlformats.org/drawingml/2006/main">
              <a:ext uri="{FF2B5EF4-FFF2-40B4-BE49-F238E27FC236}">
                <a16:creationId xmlns:a16="http://schemas.microsoft.com/office/drawing/2014/main" id="{E9284997-2E79-424A-A375-BBA2205C1C53}"/>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277" name="narrative-number">
            <a:extLst xmlns:a="http://schemas.openxmlformats.org/drawingml/2006/main">
              <a:ext uri="{FF2B5EF4-FFF2-40B4-BE49-F238E27FC236}">
                <a16:creationId xmlns:a16="http://schemas.microsoft.com/office/drawing/2014/main" id="{3168D433-FA0B-4DC6-B44D-848E19618A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407405967"/>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8" name="!!area-name">
            <a:extLst xmlns:a="http://schemas.openxmlformats.org/drawingml/2006/main">
              <a:ext uri="{FF2B5EF4-FFF2-40B4-BE49-F238E27FC236}">
                <a16:creationId xmlns:a16="http://schemas.microsoft.com/office/drawing/2014/main" id="{651FDF04-51A6-42D6-A846-0368416876F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88" name="mini-map"/>
          <p:cNvPicPr>
            <a:picLocks xmlns:a="http://schemas.openxmlformats.org/drawingml/2006/main" noChangeAspect="1"/>
          </p:cNvPicPr>
          <p:nvPr/>
        </p:nvPicPr>
        <p:blipFill>
          <a:blip xmlns:r="http://schemas.openxmlformats.org/officeDocument/2006/relationships" xmlns:a="http://schemas.openxmlformats.org/drawingml/2006/main" r:embed="Rad8928811f7044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0" name="header-divider">
            <a:extLst xmlns:a="http://schemas.openxmlformats.org/drawingml/2006/main">
              <a:ext uri="{FF2B5EF4-FFF2-40B4-BE49-F238E27FC236}">
                <a16:creationId xmlns:a16="http://schemas.microsoft.com/office/drawing/2014/main" id="{608D79D5-4989-409D-8E0F-C85C76679BB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1" name="14b-text-1">
            <a:extLst xmlns:a="http://schemas.openxmlformats.org/drawingml/2006/main">
              <a:ext uri="{FF2B5EF4-FFF2-40B4-BE49-F238E27FC236}">
                <a16:creationId xmlns:a16="http://schemas.microsoft.com/office/drawing/2014/main" id="{2B1B5309-8A1F-427A-8C6D-83224BC793D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82" name="14b-text-13">
            <a:extLst xmlns:a="http://schemas.openxmlformats.org/drawingml/2006/main">
              <a:ext uri="{FF2B5EF4-FFF2-40B4-BE49-F238E27FC236}">
                <a16:creationId xmlns:a16="http://schemas.microsoft.com/office/drawing/2014/main" id="{56F7A92A-9EB4-4EF3-9602-3A4EE38E103F}"/>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283" name="14b-text-14">
            <a:extLst xmlns:a="http://schemas.openxmlformats.org/drawingml/2006/main">
              <a:ext uri="{FF2B5EF4-FFF2-40B4-BE49-F238E27FC236}">
                <a16:creationId xmlns:a16="http://schemas.microsoft.com/office/drawing/2014/main" id="{911067C1-76C4-493F-9C56-CF86FBAD9AE6}"/>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284" name="14b-text-15">
            <a:extLst xmlns:a="http://schemas.openxmlformats.org/drawingml/2006/main">
              <a:ext uri="{FF2B5EF4-FFF2-40B4-BE49-F238E27FC236}">
                <a16:creationId xmlns:a16="http://schemas.microsoft.com/office/drawing/2014/main" id="{13F07465-949B-4619-82E5-2BDD4BC99D18}"/>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285" name="14b-text-16">
            <a:extLst xmlns:a="http://schemas.openxmlformats.org/drawingml/2006/main">
              <a:ext uri="{FF2B5EF4-FFF2-40B4-BE49-F238E27FC236}">
                <a16:creationId xmlns:a16="http://schemas.microsoft.com/office/drawing/2014/main" id="{040ACD07-A5A8-4734-98C7-5B25B1776E6D}"/>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286" name="narrative-number">
            <a:extLst xmlns:a="http://schemas.openxmlformats.org/drawingml/2006/main">
              <a:ext uri="{FF2B5EF4-FFF2-40B4-BE49-F238E27FC236}">
                <a16:creationId xmlns:a16="http://schemas.microsoft.com/office/drawing/2014/main" id="{A112596A-62DC-4D3D-8F93-2B5BAC5401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043028011"/>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7" name="!!area-name">
            <a:extLst xmlns:a="http://schemas.openxmlformats.org/drawingml/2006/main">
              <a:ext uri="{FF2B5EF4-FFF2-40B4-BE49-F238E27FC236}">
                <a16:creationId xmlns:a16="http://schemas.microsoft.com/office/drawing/2014/main" id="{06CDF2A3-F709-4794-98D3-693D7F19D0F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06" name="mini-map"/>
          <p:cNvPicPr>
            <a:picLocks xmlns:a="http://schemas.openxmlformats.org/drawingml/2006/main" noChangeAspect="1"/>
          </p:cNvPicPr>
          <p:nvPr/>
        </p:nvPicPr>
        <p:blipFill>
          <a:blip xmlns:r="http://schemas.openxmlformats.org/officeDocument/2006/relationships" xmlns:a="http://schemas.openxmlformats.org/drawingml/2006/main" r:embed="Rdbc5513176b94b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9" name="slide-title">
            <a:extLst xmlns:a="http://schemas.openxmlformats.org/drawingml/2006/main">
              <a:ext uri="{FF2B5EF4-FFF2-40B4-BE49-F238E27FC236}">
                <a16:creationId xmlns:a16="http://schemas.microsoft.com/office/drawing/2014/main" id="{AF22DFA5-C430-46CE-91F3-11EA0170DC0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290" name="header-divider">
            <a:extLst xmlns:a="http://schemas.openxmlformats.org/drawingml/2006/main">
              <a:ext uri="{FF2B5EF4-FFF2-40B4-BE49-F238E27FC236}">
                <a16:creationId xmlns:a16="http://schemas.microsoft.com/office/drawing/2014/main" id="{086A5820-2355-4F1F-B356-306D4515388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1" name="15-text-1">
            <a:extLst xmlns:a="http://schemas.openxmlformats.org/drawingml/2006/main">
              <a:ext uri="{FF2B5EF4-FFF2-40B4-BE49-F238E27FC236}">
                <a16:creationId xmlns:a16="http://schemas.microsoft.com/office/drawing/2014/main" id="{10C497B0-B5F4-40D3-878F-FD5FAC1E711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292" name="15-text-2">
            <a:extLst xmlns:a="http://schemas.openxmlformats.org/drawingml/2006/main">
              <a:ext uri="{FF2B5EF4-FFF2-40B4-BE49-F238E27FC236}">
                <a16:creationId xmlns:a16="http://schemas.microsoft.com/office/drawing/2014/main" id="{48C7A7CA-8C50-4E1C-A4C9-6D4C76BBAB54}"/>
              </a:ext>
            </a:extLst>
          </p:cNvPr>
          <p:cNvSpPr>
            <a:spLocks xmlns:a="http://schemas.openxmlformats.org/drawingml/2006/main"/>
          </p:cNvSpPr>
          <p:nvPr/>
        </p:nvSpPr>
        <p:spPr>
          <a:xfrm xmlns:a="http://schemas.openxmlformats.org/drawingml/2006/main">
            <a:off x="6096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93" name="15-text-3">
            <a:extLst xmlns:a="http://schemas.openxmlformats.org/drawingml/2006/main">
              <a:ext uri="{FF2B5EF4-FFF2-40B4-BE49-F238E27FC236}">
                <a16:creationId xmlns:a16="http://schemas.microsoft.com/office/drawing/2014/main" id="{937213B8-891D-4F09-A12B-2623772B50D7}"/>
              </a:ext>
            </a:extLst>
          </p:cNvPr>
          <p:cNvSpPr>
            <a:spLocks xmlns:a="http://schemas.openxmlformats.org/drawingml/2006/main"/>
          </p:cNvSpPr>
          <p:nvPr/>
        </p:nvSpPr>
        <p:spPr>
          <a:xfrm xmlns:a="http://schemas.openxmlformats.org/drawingml/2006/main">
            <a:off x="12192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target packet.</a:t>
            </a:r>
          </a:p>
        </p:txBody>
      </p:sp>
      <p:sp>
        <p:nvSpPr>
          <p:cNvPr id="294" name="15-text-4">
            <a:extLst xmlns:a="http://schemas.openxmlformats.org/drawingml/2006/main">
              <a:ext uri="{FF2B5EF4-FFF2-40B4-BE49-F238E27FC236}">
                <a16:creationId xmlns:a16="http://schemas.microsoft.com/office/drawing/2014/main" id="{E7FA5EB1-2288-4227-B672-E9CA761B7BE6}"/>
              </a:ext>
            </a:extLst>
          </p:cNvPr>
          <p:cNvSpPr>
            <a:spLocks xmlns:a="http://schemas.openxmlformats.org/drawingml/2006/main"/>
          </p:cNvSpPr>
          <p:nvPr/>
        </p:nvSpPr>
        <p:spPr>
          <a:xfrm xmlns:a="http://schemas.openxmlformats.org/drawingml/2006/main">
            <a:off x="6096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95" name="15-text-5">
            <a:extLst xmlns:a="http://schemas.openxmlformats.org/drawingml/2006/main">
              <a:ext uri="{FF2B5EF4-FFF2-40B4-BE49-F238E27FC236}">
                <a16:creationId xmlns:a16="http://schemas.microsoft.com/office/drawing/2014/main" id="{42E08BCE-04F1-4086-82B6-48AE13EEF7B2}"/>
              </a:ext>
            </a:extLst>
          </p:cNvPr>
          <p:cNvSpPr>
            <a:spLocks xmlns:a="http://schemas.openxmlformats.org/drawingml/2006/main"/>
          </p:cNvSpPr>
          <p:nvPr/>
        </p:nvSpPr>
        <p:spPr>
          <a:xfrm xmlns:a="http://schemas.openxmlformats.org/drawingml/2006/main">
            <a:off x="12192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96" name="15-text-6">
            <a:extLst xmlns:a="http://schemas.openxmlformats.org/drawingml/2006/main">
              <a:ext uri="{FF2B5EF4-FFF2-40B4-BE49-F238E27FC236}">
                <a16:creationId xmlns:a16="http://schemas.microsoft.com/office/drawing/2014/main" id="{314F9892-D36B-4CEB-B71F-021EE72A40D9}"/>
              </a:ext>
            </a:extLst>
          </p:cNvPr>
          <p:cNvSpPr>
            <a:spLocks xmlns:a="http://schemas.openxmlformats.org/drawingml/2006/main"/>
          </p:cNvSpPr>
          <p:nvPr/>
        </p:nvSpPr>
        <p:spPr>
          <a:xfrm xmlns:a="http://schemas.openxmlformats.org/drawingml/2006/main">
            <a:off x="6096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97" name="15-text-7">
            <a:extLst xmlns:a="http://schemas.openxmlformats.org/drawingml/2006/main">
              <a:ext uri="{FF2B5EF4-FFF2-40B4-BE49-F238E27FC236}">
                <a16:creationId xmlns:a16="http://schemas.microsoft.com/office/drawing/2014/main" id="{24F55E2D-4158-4941-95AC-C8D114486F76}"/>
              </a:ext>
            </a:extLst>
          </p:cNvPr>
          <p:cNvSpPr>
            <a:spLocks xmlns:a="http://schemas.openxmlformats.org/drawingml/2006/main"/>
          </p:cNvSpPr>
          <p:nvPr/>
        </p:nvSpPr>
        <p:spPr>
          <a:xfrm xmlns:a="http://schemas.openxmlformats.org/drawingml/2006/main">
            <a:off x="12192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98" name="15-text-8">
            <a:extLst xmlns:a="http://schemas.openxmlformats.org/drawingml/2006/main">
              <a:ext uri="{FF2B5EF4-FFF2-40B4-BE49-F238E27FC236}">
                <a16:creationId xmlns:a16="http://schemas.microsoft.com/office/drawing/2014/main" id="{875E70B0-A273-4321-868A-869405882073}"/>
              </a:ext>
            </a:extLst>
          </p:cNvPr>
          <p:cNvSpPr>
            <a:spLocks xmlns:a="http://schemas.openxmlformats.org/drawingml/2006/main"/>
          </p:cNvSpPr>
          <p:nvPr/>
        </p:nvSpPr>
        <p:spPr>
          <a:xfrm xmlns:a="http://schemas.openxmlformats.org/drawingml/2006/main">
            <a:off x="62484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99" name="15-text-9">
            <a:extLst xmlns:a="http://schemas.openxmlformats.org/drawingml/2006/main">
              <a:ext uri="{FF2B5EF4-FFF2-40B4-BE49-F238E27FC236}">
                <a16:creationId xmlns:a16="http://schemas.microsoft.com/office/drawing/2014/main" id="{4C89DA07-6094-425B-828D-CD2CA4FDBF5F}"/>
              </a:ext>
            </a:extLst>
          </p:cNvPr>
          <p:cNvSpPr>
            <a:spLocks xmlns:a="http://schemas.openxmlformats.org/drawingml/2006/main"/>
          </p:cNvSpPr>
          <p:nvPr/>
        </p:nvSpPr>
        <p:spPr>
          <a:xfrm xmlns:a="http://schemas.openxmlformats.org/drawingml/2006/main">
            <a:off x="68580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00" name="15-text-10">
            <a:extLst xmlns:a="http://schemas.openxmlformats.org/drawingml/2006/main">
              <a:ext uri="{FF2B5EF4-FFF2-40B4-BE49-F238E27FC236}">
                <a16:creationId xmlns:a16="http://schemas.microsoft.com/office/drawing/2014/main" id="{DB5B51AE-1E17-4C59-B08D-824C635AE2EF}"/>
              </a:ext>
            </a:extLst>
          </p:cNvPr>
          <p:cNvSpPr>
            <a:spLocks xmlns:a="http://schemas.openxmlformats.org/drawingml/2006/main"/>
          </p:cNvSpPr>
          <p:nvPr/>
        </p:nvSpPr>
        <p:spPr>
          <a:xfrm xmlns:a="http://schemas.openxmlformats.org/drawingml/2006/main">
            <a:off x="62484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01" name="15-text-11">
            <a:extLst xmlns:a="http://schemas.openxmlformats.org/drawingml/2006/main">
              <a:ext uri="{FF2B5EF4-FFF2-40B4-BE49-F238E27FC236}">
                <a16:creationId xmlns:a16="http://schemas.microsoft.com/office/drawing/2014/main" id="{D45B981D-6A13-4F43-8498-B8E10AA45827}"/>
              </a:ext>
            </a:extLst>
          </p:cNvPr>
          <p:cNvSpPr>
            <a:spLocks xmlns:a="http://schemas.openxmlformats.org/drawingml/2006/main"/>
          </p:cNvSpPr>
          <p:nvPr/>
        </p:nvSpPr>
        <p:spPr>
          <a:xfrm xmlns:a="http://schemas.openxmlformats.org/drawingml/2006/main">
            <a:off x="68580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02" name="15-text-12">
            <a:extLst xmlns:a="http://schemas.openxmlformats.org/drawingml/2006/main">
              <a:ext uri="{FF2B5EF4-FFF2-40B4-BE49-F238E27FC236}">
                <a16:creationId xmlns:a16="http://schemas.microsoft.com/office/drawing/2014/main" id="{F3C2C353-47E5-4CBC-B644-D5F64E71EFC6}"/>
              </a:ext>
            </a:extLst>
          </p:cNvPr>
          <p:cNvSpPr>
            <a:spLocks xmlns:a="http://schemas.openxmlformats.org/drawingml/2006/main"/>
          </p:cNvSpPr>
          <p:nvPr/>
        </p:nvSpPr>
        <p:spPr>
          <a:xfrm xmlns:a="http://schemas.openxmlformats.org/drawingml/2006/main">
            <a:off x="62484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03" name="15-text-13">
            <a:extLst xmlns:a="http://schemas.openxmlformats.org/drawingml/2006/main">
              <a:ext uri="{FF2B5EF4-FFF2-40B4-BE49-F238E27FC236}">
                <a16:creationId xmlns:a16="http://schemas.microsoft.com/office/drawing/2014/main" id="{681AA00C-8E45-4E43-86C9-3582C89ECF15}"/>
              </a:ext>
            </a:extLst>
          </p:cNvPr>
          <p:cNvSpPr>
            <a:spLocks xmlns:a="http://schemas.openxmlformats.org/drawingml/2006/main"/>
          </p:cNvSpPr>
          <p:nvPr/>
        </p:nvSpPr>
        <p:spPr>
          <a:xfrm xmlns:a="http://schemas.openxmlformats.org/drawingml/2006/main">
            <a:off x="68580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04" name="narrative-number">
            <a:extLst xmlns:a="http://schemas.openxmlformats.org/drawingml/2006/main">
              <a:ext uri="{FF2B5EF4-FFF2-40B4-BE49-F238E27FC236}">
                <a16:creationId xmlns:a16="http://schemas.microsoft.com/office/drawing/2014/main" id="{6DA51C30-3B63-44FD-861E-DCE575B6AA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22746279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5" name="!!area-name">
            <a:extLst xmlns:a="http://schemas.openxmlformats.org/drawingml/2006/main">
              <a:ext uri="{FF2B5EF4-FFF2-40B4-BE49-F238E27FC236}">
                <a16:creationId xmlns:a16="http://schemas.microsoft.com/office/drawing/2014/main" id="{26CD5B7E-BD1A-463C-B7EA-332F9C2A2A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15" name="mini-map"/>
          <p:cNvPicPr>
            <a:picLocks xmlns:a="http://schemas.openxmlformats.org/drawingml/2006/main" noChangeAspect="1"/>
          </p:cNvPicPr>
          <p:nvPr/>
        </p:nvPicPr>
        <p:blipFill>
          <a:blip xmlns:r="http://schemas.openxmlformats.org/officeDocument/2006/relationships" xmlns:a="http://schemas.openxmlformats.org/drawingml/2006/main" r:embed="Raf875040d8b84b5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7" name="slide-title">
            <a:extLst xmlns:a="http://schemas.openxmlformats.org/drawingml/2006/main">
              <a:ext uri="{FF2B5EF4-FFF2-40B4-BE49-F238E27FC236}">
                <a16:creationId xmlns:a16="http://schemas.microsoft.com/office/drawing/2014/main" id="{BCE5DBA9-A376-4A00-9550-EA6AFEEA2BC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08" name="header-divider">
            <a:extLst xmlns:a="http://schemas.openxmlformats.org/drawingml/2006/main">
              <a:ext uri="{FF2B5EF4-FFF2-40B4-BE49-F238E27FC236}">
                <a16:creationId xmlns:a16="http://schemas.microsoft.com/office/drawing/2014/main" id="{716D8C6C-944F-446B-88D2-3BAEF45FBD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9" name="15-text-14">
            <a:extLst xmlns:a="http://schemas.openxmlformats.org/drawingml/2006/main">
              <a:ext uri="{FF2B5EF4-FFF2-40B4-BE49-F238E27FC236}">
                <a16:creationId xmlns:a16="http://schemas.microsoft.com/office/drawing/2014/main" id="{17E55409-836D-42AE-B18A-F0711C1D0FD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extension after measuring the workflow</a:t>
            </a:r>
          </a:p>
        </p:txBody>
      </p:sp>
      <p:sp>
        <p:nvSpPr>
          <p:cNvPr id="310" name="15-text-15">
            <a:extLst xmlns:a="http://schemas.openxmlformats.org/drawingml/2006/main">
              <a:ext uri="{FF2B5EF4-FFF2-40B4-BE49-F238E27FC236}">
                <a16:creationId xmlns:a16="http://schemas.microsoft.com/office/drawing/2014/main" id="{9A01A892-309D-4F9F-93AE-EEE0A2495EB0}"/>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Optional workers: compare FRB-017 and FRB-031 independently.</a:t>
            </a:r>
          </a:p>
        </p:txBody>
      </p:sp>
      <p:sp>
        <p:nvSpPr>
          <p:cNvPr id="311" name="15-text-16">
            <a:extLst xmlns:a="http://schemas.openxmlformats.org/drawingml/2006/main">
              <a:ext uri="{FF2B5EF4-FFF2-40B4-BE49-F238E27FC236}">
                <a16:creationId xmlns:a16="http://schemas.microsoft.com/office/drawing/2014/main" id="{5EDD9058-F828-463B-AB2D-1FBF7A3763DF}"/>
              </a:ext>
            </a:extLst>
          </p:cNvPr>
          <p:cNvSpPr>
            <a:spLocks xmlns:a="http://schemas.openxmlformats.org/drawingml/2006/main"/>
          </p:cNvSpPr>
          <p:nvPr/>
        </p:nvSpPr>
        <p:spPr>
          <a:xfrm xmlns:a="http://schemas.openxmlformats.org/drawingml/2006/main">
            <a:off x="609600" y="35814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evidence and uncertainty to the main analyst.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Authorized internal FRB corpus and attachments only.</a:t>
            </a:r>
          </a:p>
        </p:txBody>
      </p:sp>
      <p:sp>
        <p:nvSpPr>
          <p:cNvPr id="312" name="15-text-17">
            <a:extLst xmlns:a="http://schemas.openxmlformats.org/drawingml/2006/main">
              <a:ext uri="{FF2B5EF4-FFF2-40B4-BE49-F238E27FC236}">
                <a16:creationId xmlns:a16="http://schemas.microsoft.com/office/drawing/2014/main" id="{70ED736E-EDB8-4263-B231-0E9DF49298DA}"/>
              </a:ext>
            </a:extLst>
          </p:cNvPr>
          <p:cNvSpPr>
            <a:spLocks xmlns:a="http://schemas.openxmlformats.org/drawingml/2006/main"/>
          </p:cNvSpPr>
          <p:nvPr/>
        </p:nvSpPr>
        <p:spPr>
          <a:xfrm xmlns:a="http://schemas.openxmlformats.org/drawingml/2006/main">
            <a:off x="609600" y="4699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Save steps and revisions for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freshness, access, and export receipts.</a:t>
            </a:r>
          </a:p>
        </p:txBody>
      </p:sp>
      <p:sp>
        <p:nvSpPr>
          <p:cNvPr id="313" name="narrative-number">
            <a:extLst xmlns:a="http://schemas.openxmlformats.org/drawingml/2006/main">
              <a:ext uri="{FF2B5EF4-FFF2-40B4-BE49-F238E27FC236}">
                <a16:creationId xmlns:a16="http://schemas.microsoft.com/office/drawing/2014/main" id="{2DE58A18-1AC5-4002-8F14-CC38D238F9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739172786"/>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4" name="!!area-name">
            <a:extLst xmlns:a="http://schemas.openxmlformats.org/drawingml/2006/main">
              <a:ext uri="{FF2B5EF4-FFF2-40B4-BE49-F238E27FC236}">
                <a16:creationId xmlns:a16="http://schemas.microsoft.com/office/drawing/2014/main" id="{C7A052BD-4D46-47FA-AE02-72D8EB1316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29" name="mini-map"/>
          <p:cNvPicPr>
            <a:picLocks xmlns:a="http://schemas.openxmlformats.org/drawingml/2006/main" noChangeAspect="1"/>
          </p:cNvPicPr>
          <p:nvPr/>
        </p:nvPicPr>
        <p:blipFill>
          <a:blip xmlns:r="http://schemas.openxmlformats.org/officeDocument/2006/relationships" xmlns:a="http://schemas.openxmlformats.org/drawingml/2006/main" r:embed="R1609de53f73343c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6" name="slide-title">
            <a:extLst xmlns:a="http://schemas.openxmlformats.org/drawingml/2006/main">
              <a:ext uri="{FF2B5EF4-FFF2-40B4-BE49-F238E27FC236}">
                <a16:creationId xmlns:a16="http://schemas.microsoft.com/office/drawing/2014/main" id="{ADC779EE-B515-4134-8089-2523AE743CA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17" name="header-divider">
            <a:extLst xmlns:a="http://schemas.openxmlformats.org/drawingml/2006/main">
              <a:ext uri="{FF2B5EF4-FFF2-40B4-BE49-F238E27FC236}">
                <a16:creationId xmlns:a16="http://schemas.microsoft.com/office/drawing/2014/main" id="{BEC83D81-61DF-440A-A4D2-CF29CA7220E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8" name="15-text-18">
            <a:extLst xmlns:a="http://schemas.openxmlformats.org/drawingml/2006/main">
              <a:ext uri="{FF2B5EF4-FFF2-40B4-BE49-F238E27FC236}">
                <a16:creationId xmlns:a16="http://schemas.microsoft.com/office/drawing/2014/main" id="{CB55793C-8A33-48FD-A7FF-DA399CE14AF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operating limits</a:t>
            </a:r>
          </a:p>
        </p:txBody>
      </p:sp>
      <p:sp>
        <p:nvSpPr>
          <p:cNvPr id="319" name="15-text-19">
            <a:extLst xmlns:a="http://schemas.openxmlformats.org/drawingml/2006/main">
              <a:ext uri="{FF2B5EF4-FFF2-40B4-BE49-F238E27FC236}">
                <a16:creationId xmlns:a16="http://schemas.microsoft.com/office/drawing/2014/main" id="{A96D44AF-9D83-47D5-B705-17343E8FF00F}"/>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Conflicting findings: inspect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leave the result unresolved.</a:t>
            </a:r>
          </a:p>
        </p:txBody>
      </p:sp>
      <p:sp>
        <p:nvSpPr>
          <p:cNvPr id="320" name="15-text-20">
            <a:extLst xmlns:a="http://schemas.openxmlformats.org/drawingml/2006/main">
              <a:ext uri="{FF2B5EF4-FFF2-40B4-BE49-F238E27FC236}">
                <a16:creationId xmlns:a16="http://schemas.microsoft.com/office/drawing/2014/main" id="{00EA3646-0CD1-4DFC-AE70-28F15010C964}"/>
              </a:ext>
            </a:extLst>
          </p:cNvPr>
          <p:cNvSpPr>
            <a:spLocks xmlns:a="http://schemas.openxmlformats.org/drawingml/2006/main"/>
          </p:cNvSpPr>
          <p:nvPr/>
        </p:nvSpPr>
        <p:spPr>
          <a:xfrm xmlns:a="http://schemas.openxmlformats.org/drawingml/2006/main">
            <a:off x="609600" y="3860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Incomplete indexing must be explicit.</a:t>
            </a:r>
          </a:p>
        </p:txBody>
      </p:sp>
      <p:sp>
        <p:nvSpPr>
          <p:cNvPr id="321" name="15-text-21">
            <a:extLst xmlns:a="http://schemas.openxmlformats.org/drawingml/2006/main">
              <a:ext uri="{FF2B5EF4-FFF2-40B4-BE49-F238E27FC236}">
                <a16:creationId xmlns:a16="http://schemas.microsoft.com/office/drawing/2014/main" id="{752E6233-2D87-46EE-8B14-C7A0A152542B}"/>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actions, tokens, and end-to-end latency.</a:t>
            </a:r>
          </a:p>
        </p:txBody>
      </p:sp>
      <p:sp>
        <p:nvSpPr>
          <p:cNvPr id="322" name="15-shape-22">
            <a:extLst xmlns:a="http://schemas.openxmlformats.org/drawingml/2006/main">
              <a:ext uri="{FF2B5EF4-FFF2-40B4-BE49-F238E27FC236}">
                <a16:creationId xmlns:a16="http://schemas.microsoft.com/office/drawing/2014/main" id="{F58FA696-414B-48AC-83C4-3CF70435F408}"/>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23" name="15-shape-23">
            <a:extLst xmlns:a="http://schemas.openxmlformats.org/drawingml/2006/main">
              <a:ext uri="{FF2B5EF4-FFF2-40B4-BE49-F238E27FC236}">
                <a16:creationId xmlns:a16="http://schemas.microsoft.com/office/drawing/2014/main" id="{4590CED8-B8AD-4B7E-AEEB-89EE97835256}"/>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24" name="15-text-24">
            <a:extLst xmlns:a="http://schemas.openxmlformats.org/drawingml/2006/main">
              <a:ext uri="{FF2B5EF4-FFF2-40B4-BE49-F238E27FC236}">
                <a16:creationId xmlns:a16="http://schemas.microsoft.com/office/drawing/2014/main" id="{78D6B120-0D00-4492-85BC-9DEFDBDFB885}"/>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25" name="15-text-25">
            <a:extLst xmlns:a="http://schemas.openxmlformats.org/drawingml/2006/main">
              <a:ext uri="{FF2B5EF4-FFF2-40B4-BE49-F238E27FC236}">
                <a16:creationId xmlns:a16="http://schemas.microsoft.com/office/drawing/2014/main" id="{E79E7AE8-C9EA-496F-AEE0-490408E3E427}"/>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326" name="15-text-26">
            <a:extLst xmlns:a="http://schemas.openxmlformats.org/drawingml/2006/main">
              <a:ext uri="{FF2B5EF4-FFF2-40B4-BE49-F238E27FC236}">
                <a16:creationId xmlns:a16="http://schemas.microsoft.com/office/drawing/2014/main" id="{BAEAB688-3739-41E3-9723-C7E0711549C9}"/>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bounded result can be an explicit limitation or a human handoff.</a:t>
            </a:r>
          </a:p>
        </p:txBody>
      </p:sp>
      <p:sp>
        <p:nvSpPr>
          <p:cNvPr id="327" name="narrative-number">
            <a:extLst xmlns:a="http://schemas.openxmlformats.org/drawingml/2006/main">
              <a:ext uri="{FF2B5EF4-FFF2-40B4-BE49-F238E27FC236}">
                <a16:creationId xmlns:a16="http://schemas.microsoft.com/office/drawing/2014/main" id="{771E93D6-CE8F-4387-AA85-1085485CE4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54970853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300" fill="hold"/>
                                        <p:tgtEl>
                                          <p:spTgt spid="322"/>
                                        </p:tgtEl>
                                      </p:cBhvr>
                                    </p:animEffect>
                                  </p:childTnLst>
                                </p:cTn>
                              </p:par>
                              <p:par>
                                <p:cTn id="8" presetID="10" presetClass="entr" presetSubtype="0" fill="hold" nodeType="withEffect">
                                  <p:stCondLst>
                                    <p:cond delay="0"/>
                                  </p:stCondLst>
                                  <p:childTnLst>
                                    <p:set>
                                      <p:cBhvr>
                                        <p:cTn id="9" dur="1" fill="hold">
                                          <p:stCondLst>
                                            <p:cond delay="0"/>
                                          </p:stCondLst>
                                        </p:cTn>
                                        <p:tgtEl>
                                          <p:spTgt spid="323"/>
                                        </p:tgtEl>
                                        <p:attrNameLst>
                                          <p:attrName>style.visibility</p:attrName>
                                        </p:attrNameLst>
                                      </p:cBhvr>
                                      <p:to>
                                        <p:strVal val="visible"/>
                                      </p:to>
                                    </p:set>
                                    <p:animEffect transition="in" filter="fade">
                                      <p:cBhvr>
                                        <p:cTn id="10" dur="300" fill="hold"/>
                                        <p:tgtEl>
                                          <p:spTgt spid="323"/>
                                        </p:tgtEl>
                                      </p:cBhvr>
                                    </p:animEffect>
                                  </p:childTnLst>
                                </p:cTn>
                              </p:par>
                              <p:par>
                                <p:cTn id="11" presetID="10" presetClass="entr" presetSubtype="0" fill="hold" nodeType="withEffect">
                                  <p:stCondLst>
                                    <p:cond delay="0"/>
                                  </p:stCondLst>
                                  <p:childTnLst>
                                    <p:set>
                                      <p:cBhvr>
                                        <p:cTn id="12" dur="1" fill="hold">
                                          <p:stCondLst>
                                            <p:cond delay="0"/>
                                          </p:stCondLst>
                                        </p:cTn>
                                        <p:tgtEl>
                                          <p:spTgt spid="324"/>
                                        </p:tgtEl>
                                        <p:attrNameLst>
                                          <p:attrName>style.visibility</p:attrName>
                                        </p:attrNameLst>
                                      </p:cBhvr>
                                      <p:to>
                                        <p:strVal val="visible"/>
                                      </p:to>
                                    </p:set>
                                    <p:animEffect transition="in" filter="fade">
                                      <p:cBhvr>
                                        <p:cTn id="13" dur="300" fill="hold"/>
                                        <p:tgtEl>
                                          <p:spTgt spid="324"/>
                                        </p:tgtEl>
                                      </p:cBhvr>
                                    </p:animEffect>
                                  </p:childTnLst>
                                </p:cTn>
                              </p:par>
                              <p:par>
                                <p:cTn id="14" presetID="10" presetClass="entr" presetSubtype="0" fill="hold" nodeType="withEffect">
                                  <p:stCondLst>
                                    <p:cond delay="0"/>
                                  </p:stCondLst>
                                  <p:childTnLst>
                                    <p:set>
                                      <p:cBhvr>
                                        <p:cTn id="15" dur="1" fill="hold">
                                          <p:stCondLst>
                                            <p:cond delay="0"/>
                                          </p:stCondLst>
                                        </p:cTn>
                                        <p:tgtEl>
                                          <p:spTgt spid="325"/>
                                        </p:tgtEl>
                                        <p:attrNameLst>
                                          <p:attrName>style.visibility</p:attrName>
                                        </p:attrNameLst>
                                      </p:cBhvr>
                                      <p:to>
                                        <p:strVal val="visible"/>
                                      </p:to>
                                    </p:set>
                                    <p:animEffect transition="in" filter="fade">
                                      <p:cBhvr>
                                        <p:cTn id="16" dur="300" fill="hold"/>
                                        <p:tgtEl>
                                          <p:spTgt spid="325"/>
                                        </p:tgtEl>
                                      </p:cBhvr>
                                    </p:animEffect>
                                  </p:childTnLst>
                                </p:cTn>
                              </p:par>
                              <p:par>
                                <p:cTn id="17" presetID="1" presetClass="entr" presetSubtype="0" fill="hold" nodeType="withEffect">
                                  <p:stCondLst>
                                    <p:cond delay="0"/>
                                  </p:stCondLst>
                                  <p:childTnLst>
                                    <p:set>
                                      <p:cBhvr>
                                        <p:cTn id="18"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8" name="!!area-header">
            <a:extLst xmlns:a="http://schemas.openxmlformats.org/drawingml/2006/main">
              <a:ext uri="{FF2B5EF4-FFF2-40B4-BE49-F238E27FC236}">
                <a16:creationId xmlns:a16="http://schemas.microsoft.com/office/drawing/2014/main" id="{F15593AD-3403-4247-A945-22F0F99A8BA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329" name="!!area-name">
            <a:extLst xmlns:a="http://schemas.openxmlformats.org/drawingml/2006/main">
              <a:ext uri="{FF2B5EF4-FFF2-40B4-BE49-F238E27FC236}">
                <a16:creationId xmlns:a16="http://schemas.microsoft.com/office/drawing/2014/main" id="{A9C901CE-3604-488B-B8FD-FBF1D7EEDD42}"/>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30" name="!!area-beat">
            <a:extLst xmlns:a="http://schemas.openxmlformats.org/drawingml/2006/main">
              <a:ext uri="{FF2B5EF4-FFF2-40B4-BE49-F238E27FC236}">
                <a16:creationId xmlns:a16="http://schemas.microsoft.com/office/drawing/2014/main" id="{4052829E-947A-4650-BF6E-E34DC3142ACE}"/>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31" name="header-divider">
            <a:extLst xmlns:a="http://schemas.openxmlformats.org/drawingml/2006/main">
              <a:ext uri="{FF2B5EF4-FFF2-40B4-BE49-F238E27FC236}">
                <a16:creationId xmlns:a16="http://schemas.microsoft.com/office/drawing/2014/main" id="{568EDACF-BEFD-4FCE-81E6-DC7BB303E36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2" name="16-text-1">
            <a:extLst xmlns:a="http://schemas.openxmlformats.org/drawingml/2006/main">
              <a:ext uri="{FF2B5EF4-FFF2-40B4-BE49-F238E27FC236}">
                <a16:creationId xmlns:a16="http://schemas.microsoft.com/office/drawing/2014/main" id="{FF5C1D8C-D1D3-4947-85AC-ADD79829B6AC}"/>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333" name="16-text-2">
            <a:extLst xmlns:a="http://schemas.openxmlformats.org/drawingml/2006/main">
              <a:ext uri="{FF2B5EF4-FFF2-40B4-BE49-F238E27FC236}">
                <a16:creationId xmlns:a16="http://schemas.microsoft.com/office/drawing/2014/main" id="{221E96FB-EAC1-4B1D-B0CD-AF2E024FA8B0}"/>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334" name="16-text-3">
            <a:extLst xmlns:a="http://schemas.openxmlformats.org/drawingml/2006/main">
              <a:ext uri="{FF2B5EF4-FFF2-40B4-BE49-F238E27FC236}">
                <a16:creationId xmlns:a16="http://schemas.microsoft.com/office/drawing/2014/main" id="{B1B0640A-CA03-47F4-A4B6-290375290F7B}"/>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335" name="16-text-4">
            <a:extLst xmlns:a="http://schemas.openxmlformats.org/drawingml/2006/main">
              <a:ext uri="{FF2B5EF4-FFF2-40B4-BE49-F238E27FC236}">
                <a16:creationId xmlns:a16="http://schemas.microsoft.com/office/drawing/2014/main" id="{B3B64FE2-25FC-49CC-93EB-C52EE120EC20}"/>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336" name="16-line-6">
            <a:extLst xmlns:a="http://schemas.openxmlformats.org/drawingml/2006/main">
              <a:ext uri="{FF2B5EF4-FFF2-40B4-BE49-F238E27FC236}">
                <a16:creationId xmlns:a16="http://schemas.microsoft.com/office/drawing/2014/main" id="{FF96D629-9730-4DFC-AE31-27E790BD263F}"/>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7" name="16-line-8">
            <a:extLst xmlns:a="http://schemas.openxmlformats.org/drawingml/2006/main">
              <a:ext uri="{FF2B5EF4-FFF2-40B4-BE49-F238E27FC236}">
                <a16:creationId xmlns:a16="http://schemas.microsoft.com/office/drawing/2014/main" id="{85A0CCFE-581A-42BD-956B-8A3D5C87F6E3}"/>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8" name="16-line-10">
            <a:extLst xmlns:a="http://schemas.openxmlformats.org/drawingml/2006/main">
              <a:ext uri="{FF2B5EF4-FFF2-40B4-BE49-F238E27FC236}">
                <a16:creationId xmlns:a16="http://schemas.microsoft.com/office/drawing/2014/main" id="{66714C84-0621-44BF-BD3E-F0C88B400F81}"/>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9" name="16-text-11">
            <a:extLst xmlns:a="http://schemas.openxmlformats.org/drawingml/2006/main">
              <a:ext uri="{FF2B5EF4-FFF2-40B4-BE49-F238E27FC236}">
                <a16:creationId xmlns:a16="http://schemas.microsoft.com/office/drawing/2014/main" id="{F478E48A-E888-4092-8233-2FEC42736117}"/>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340" name="16-text-12">
            <a:extLst xmlns:a="http://schemas.openxmlformats.org/drawingml/2006/main">
              <a:ext uri="{FF2B5EF4-FFF2-40B4-BE49-F238E27FC236}">
                <a16:creationId xmlns:a16="http://schemas.microsoft.com/office/drawing/2014/main" id="{F5350E33-81DA-41C6-8A47-A23904081AE4}"/>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341" name="narrative-number">
            <a:extLst xmlns:a="http://schemas.openxmlformats.org/drawingml/2006/main">
              <a:ext uri="{FF2B5EF4-FFF2-40B4-BE49-F238E27FC236}">
                <a16:creationId xmlns:a16="http://schemas.microsoft.com/office/drawing/2014/main" id="{80FFF107-278A-419A-84DD-07EC948D1B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471791250"/>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2" name="!!area-name">
            <a:extLst xmlns:a="http://schemas.openxmlformats.org/drawingml/2006/main">
              <a:ext uri="{FF2B5EF4-FFF2-40B4-BE49-F238E27FC236}">
                <a16:creationId xmlns:a16="http://schemas.microsoft.com/office/drawing/2014/main" id="{9E31945B-841E-4071-BF97-20BE927E1C5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51" name="mini-map"/>
          <p:cNvPicPr>
            <a:picLocks xmlns:a="http://schemas.openxmlformats.org/drawingml/2006/main" noChangeAspect="1"/>
          </p:cNvPicPr>
          <p:nvPr/>
        </p:nvPicPr>
        <p:blipFill>
          <a:blip xmlns:r="http://schemas.openxmlformats.org/officeDocument/2006/relationships" xmlns:a="http://schemas.openxmlformats.org/drawingml/2006/main" r:embed="R0971a3d56dc2434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4" name="header-divider">
            <a:extLst xmlns:a="http://schemas.openxmlformats.org/drawingml/2006/main">
              <a:ext uri="{FF2B5EF4-FFF2-40B4-BE49-F238E27FC236}">
                <a16:creationId xmlns:a16="http://schemas.microsoft.com/office/drawing/2014/main" id="{4CAF9ACC-C239-4FEC-92AA-E24310D4DF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5" name="16b-text-1">
            <a:extLst xmlns:a="http://schemas.openxmlformats.org/drawingml/2006/main">
              <a:ext uri="{FF2B5EF4-FFF2-40B4-BE49-F238E27FC236}">
                <a16:creationId xmlns:a16="http://schemas.microsoft.com/office/drawing/2014/main" id="{E99424AD-FCC9-4798-AB84-1AB4BE004D4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46" name="16b-text-2">
            <a:extLst xmlns:a="http://schemas.openxmlformats.org/drawingml/2006/main">
              <a:ext uri="{FF2B5EF4-FFF2-40B4-BE49-F238E27FC236}">
                <a16:creationId xmlns:a16="http://schemas.microsoft.com/office/drawing/2014/main" id="{2EC68147-0EC9-47CF-B6EA-DF66C99648F7}"/>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355"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48" name="16b-text-4">
            <a:extLst xmlns:a="http://schemas.openxmlformats.org/drawingml/2006/main">
              <a:ext uri="{FF2B5EF4-FFF2-40B4-BE49-F238E27FC236}">
                <a16:creationId xmlns:a16="http://schemas.microsoft.com/office/drawing/2014/main" id="{9D4A5FB1-3FA7-45F0-83B1-6A2A38F01C7F}"/>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349" name="narrative-number">
            <a:extLst xmlns:a="http://schemas.openxmlformats.org/drawingml/2006/main">
              <a:ext uri="{FF2B5EF4-FFF2-40B4-BE49-F238E27FC236}">
                <a16:creationId xmlns:a16="http://schemas.microsoft.com/office/drawing/2014/main" id="{E072C212-2EE1-421A-BB94-FDEB2C170B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98753907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0" name="!!area-name">
            <a:extLst xmlns:a="http://schemas.openxmlformats.org/drawingml/2006/main">
              <a:ext uri="{FF2B5EF4-FFF2-40B4-BE49-F238E27FC236}">
                <a16:creationId xmlns:a16="http://schemas.microsoft.com/office/drawing/2014/main" id="{F7FA85DA-9ACD-4E3A-A4A7-DC910D690B7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66" name="mini-map"/>
          <p:cNvPicPr>
            <a:picLocks xmlns:a="http://schemas.openxmlformats.org/drawingml/2006/main" noChangeAspect="1"/>
          </p:cNvPicPr>
          <p:nvPr/>
        </p:nvPicPr>
        <p:blipFill>
          <a:blip xmlns:r="http://schemas.openxmlformats.org/officeDocument/2006/relationships" xmlns:a="http://schemas.openxmlformats.org/drawingml/2006/main" r:embed="R51a621e530974ea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2" name="header-divider">
            <a:extLst xmlns:a="http://schemas.openxmlformats.org/drawingml/2006/main">
              <a:ext uri="{FF2B5EF4-FFF2-40B4-BE49-F238E27FC236}">
                <a16:creationId xmlns:a16="http://schemas.microsoft.com/office/drawing/2014/main" id="{10E04858-76A1-4BA9-8455-0EB1EF4914B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3" name="16b-text-1">
            <a:extLst xmlns:a="http://schemas.openxmlformats.org/drawingml/2006/main">
              <a:ext uri="{FF2B5EF4-FFF2-40B4-BE49-F238E27FC236}">
                <a16:creationId xmlns:a16="http://schemas.microsoft.com/office/drawing/2014/main" id="{2776332F-CAF9-4F92-89AC-419B6A6579B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54" name="16b-text-5">
            <a:extLst xmlns:a="http://schemas.openxmlformats.org/drawingml/2006/main">
              <a:ext uri="{FF2B5EF4-FFF2-40B4-BE49-F238E27FC236}">
                <a16:creationId xmlns:a16="http://schemas.microsoft.com/office/drawing/2014/main" id="{5908C79F-B535-4635-A713-6BA1AF88CFD7}"/>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355" name="16b-text-6">
            <a:extLst xmlns:a="http://schemas.openxmlformats.org/drawingml/2006/main">
              <a:ext uri="{FF2B5EF4-FFF2-40B4-BE49-F238E27FC236}">
                <a16:creationId xmlns:a16="http://schemas.microsoft.com/office/drawing/2014/main" id="{44333FF4-F817-46B6-AF92-08BABC014526}"/>
              </a:ext>
            </a:extLst>
          </p:cNvPr>
          <p:cNvSpPr>
            <a:spLocks xmlns:a="http://schemas.openxmlformats.org/drawingml/2006/main"/>
          </p:cNvSpPr>
          <p:nvPr/>
        </p:nvSpPr>
        <p:spPr>
          <a:xfrm xmlns:a="http://schemas.openxmlformats.org/drawingml/2006/main">
            <a:off x="609600" y="3098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grader</a:t>
            </a:r>
          </a:p>
        </p:txBody>
      </p:sp>
      <p:sp>
        <p:nvSpPr>
          <p:cNvPr id="356" name="16b-text-7">
            <a:extLst xmlns:a="http://schemas.openxmlformats.org/drawingml/2006/main">
              <a:ext uri="{FF2B5EF4-FFF2-40B4-BE49-F238E27FC236}">
                <a16:creationId xmlns:a16="http://schemas.microsoft.com/office/drawing/2014/main" id="{9849D1F1-B4F7-44AD-BC63-91C7A9C58A8C}"/>
              </a:ext>
            </a:extLst>
          </p:cNvPr>
          <p:cNvSpPr>
            <a:spLocks xmlns:a="http://schemas.openxmlformats.org/drawingml/2006/main"/>
          </p:cNvSpPr>
          <p:nvPr/>
        </p:nvSpPr>
        <p:spPr>
          <a:xfrm xmlns:a="http://schemas.openxmlformats.org/drawingml/2006/main">
            <a:off x="609600" y="3530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a:t>
            </a:r>
          </a:p>
        </p:txBody>
      </p:sp>
      <p:sp>
        <p:nvSpPr>
          <p:cNvPr id="357" name="16b-text-8">
            <a:extLst xmlns:a="http://schemas.openxmlformats.org/drawingml/2006/main">
              <a:ext uri="{FF2B5EF4-FFF2-40B4-BE49-F238E27FC236}">
                <a16:creationId xmlns:a16="http://schemas.microsoft.com/office/drawing/2014/main" id="{87BF615F-EE5D-4EF1-9464-610056AEA5BC}"/>
              </a:ext>
            </a:extLst>
          </p:cNvPr>
          <p:cNvSpPr>
            <a:spLocks xmlns:a="http://schemas.openxmlformats.org/drawingml/2006/main"/>
          </p:cNvSpPr>
          <p:nvPr/>
        </p:nvSpPr>
        <p:spPr>
          <a:xfrm xmlns:a="http://schemas.openxmlformats.org/drawingml/2006/main">
            <a:off x="609600" y="3886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358" name="16b-text-9">
            <a:extLst xmlns:a="http://schemas.openxmlformats.org/drawingml/2006/main">
              <a:ext uri="{FF2B5EF4-FFF2-40B4-BE49-F238E27FC236}">
                <a16:creationId xmlns:a16="http://schemas.microsoft.com/office/drawing/2014/main" id="{BB65A0ED-CBF3-49D6-81E8-D429D2B9AED7}"/>
              </a:ext>
            </a:extLst>
          </p:cNvPr>
          <p:cNvSpPr>
            <a:spLocks xmlns:a="http://schemas.openxmlformats.org/drawingml/2006/main"/>
          </p:cNvSpPr>
          <p:nvPr/>
        </p:nvSpPr>
        <p:spPr>
          <a:xfrm xmlns:a="http://schemas.openxmlformats.org/drawingml/2006/main">
            <a:off x="609600" y="4673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59" name="16b-text-10">
            <a:extLst xmlns:a="http://schemas.openxmlformats.org/drawingml/2006/main">
              <a:ext uri="{FF2B5EF4-FFF2-40B4-BE49-F238E27FC236}">
                <a16:creationId xmlns:a16="http://schemas.microsoft.com/office/drawing/2014/main" id="{8800F80F-8336-4C77-8689-E4501CBE6CD0}"/>
              </a:ext>
            </a:extLst>
          </p:cNvPr>
          <p:cNvSpPr>
            <a:spLocks xmlns:a="http://schemas.openxmlformats.org/drawingml/2006/main"/>
          </p:cNvSpPr>
          <p:nvPr/>
        </p:nvSpPr>
        <p:spPr>
          <a:xfrm xmlns:a="http://schemas.openxmlformats.org/drawingml/2006/main">
            <a:off x="6096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60" name="16b-text-11">
            <a:extLst xmlns:a="http://schemas.openxmlformats.org/drawingml/2006/main">
              <a:ext uri="{FF2B5EF4-FFF2-40B4-BE49-F238E27FC236}">
                <a16:creationId xmlns:a16="http://schemas.microsoft.com/office/drawing/2014/main" id="{D07971E9-7C7B-45CA-9E9D-AB3A3AC04A26}"/>
              </a:ext>
            </a:extLst>
          </p:cNvPr>
          <p:cNvSpPr>
            <a:spLocks xmlns:a="http://schemas.openxmlformats.org/drawingml/2006/main"/>
          </p:cNvSpPr>
          <p:nvPr/>
        </p:nvSpPr>
        <p:spPr>
          <a:xfrm xmlns:a="http://schemas.openxmlformats.org/drawingml/2006/main">
            <a:off x="6248400" y="3530600"/>
            <a:ext cx="533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Observed answer</a:t>
            </a:r>
          </a:p>
        </p:txBody>
      </p:sp>
      <p:sp>
        <p:nvSpPr>
          <p:cNvPr id="361" name="16b-text-12">
            <a:extLst xmlns:a="http://schemas.openxmlformats.org/drawingml/2006/main">
              <a:ext uri="{FF2B5EF4-FFF2-40B4-BE49-F238E27FC236}">
                <a16:creationId xmlns:a16="http://schemas.microsoft.com/office/drawing/2014/main" id="{D55C4F65-0961-4135-9F1F-FD65281D8BA4}"/>
              </a:ext>
            </a:extLst>
          </p:cNvPr>
          <p:cNvSpPr>
            <a:spLocks xmlns:a="http://schemas.openxmlformats.org/drawingml/2006/main"/>
          </p:cNvSpPr>
          <p:nvPr/>
        </p:nvSpPr>
        <p:spPr>
          <a:xfrm xmlns:a="http://schemas.openxmlformats.org/drawingml/2006/main">
            <a:off x="6248400" y="3937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62" name="16b-text-13">
            <a:extLst xmlns:a="http://schemas.openxmlformats.org/drawingml/2006/main">
              <a:ext uri="{FF2B5EF4-FFF2-40B4-BE49-F238E27FC236}">
                <a16:creationId xmlns:a16="http://schemas.microsoft.com/office/drawing/2014/main" id="{CC6B0192-74D2-45E3-83C0-8DBF9E23CCC6}"/>
              </a:ext>
            </a:extLst>
          </p:cNvPr>
          <p:cNvSpPr>
            <a:spLocks xmlns:a="http://schemas.openxmlformats.org/drawingml/2006/main"/>
          </p:cNvSpPr>
          <p:nvPr/>
        </p:nvSpPr>
        <p:spPr>
          <a:xfrm xmlns:a="http://schemas.openxmlformats.org/drawingml/2006/main">
            <a:off x="6248400" y="4876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 hypothesis reported</a:t>
            </a:r>
          </a:p>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as a finding.</a:t>
            </a:r>
          </a:p>
        </p:txBody>
      </p:sp>
      <p:sp>
        <p:nvSpPr>
          <p:cNvPr id="363" name="16b-text-14">
            <a:extLst xmlns:a="http://schemas.openxmlformats.org/drawingml/2006/main">
              <a:ext uri="{FF2B5EF4-FFF2-40B4-BE49-F238E27FC236}">
                <a16:creationId xmlns:a16="http://schemas.microsoft.com/office/drawing/2014/main" id="{283D582D-1CA2-4CA0-B11F-D424253F0FFB}"/>
              </a:ext>
            </a:extLst>
          </p:cNvPr>
          <p:cNvSpPr>
            <a:spLocks xmlns:a="http://schemas.openxmlformats.org/drawingml/2006/main"/>
          </p:cNvSpPr>
          <p:nvPr/>
        </p:nvSpPr>
        <p:spPr>
          <a:xfrm xmlns:a="http://schemas.openxmlformats.org/drawingml/2006/main">
            <a:off x="62484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before assigning a cause.</a:t>
            </a:r>
          </a:p>
        </p:txBody>
      </p:sp>
      <p:sp>
        <p:nvSpPr>
          <p:cNvPr id="364" name="narrative-number">
            <a:extLst xmlns:a="http://schemas.openxmlformats.org/drawingml/2006/main">
              <a:ext uri="{FF2B5EF4-FFF2-40B4-BE49-F238E27FC236}">
                <a16:creationId xmlns:a16="http://schemas.microsoft.com/office/drawing/2014/main" id="{2316AA67-46AE-4770-9EF8-292D480618C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60526725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5" name="!!area-name">
            <a:extLst xmlns:a="http://schemas.openxmlformats.org/drawingml/2006/main">
              <a:ext uri="{FF2B5EF4-FFF2-40B4-BE49-F238E27FC236}">
                <a16:creationId xmlns:a16="http://schemas.microsoft.com/office/drawing/2014/main" id="{78097303-F30F-470D-801C-425CD45C45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76" name="mini-map"/>
          <p:cNvPicPr>
            <a:picLocks xmlns:a="http://schemas.openxmlformats.org/drawingml/2006/main" noChangeAspect="1"/>
          </p:cNvPicPr>
          <p:nvPr/>
        </p:nvPicPr>
        <p:blipFill>
          <a:blip xmlns:r="http://schemas.openxmlformats.org/officeDocument/2006/relationships" xmlns:a="http://schemas.openxmlformats.org/drawingml/2006/main" r:embed="Ra081708575374e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7" name="header-divider">
            <a:extLst xmlns:a="http://schemas.openxmlformats.org/drawingml/2006/main">
              <a:ext uri="{FF2B5EF4-FFF2-40B4-BE49-F238E27FC236}">
                <a16:creationId xmlns:a16="http://schemas.microsoft.com/office/drawing/2014/main" id="{77913AF4-1A2A-4F04-91F7-913E61A628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8" name="16b-text-1">
            <a:extLst xmlns:a="http://schemas.openxmlformats.org/drawingml/2006/main">
              <a:ext uri="{FF2B5EF4-FFF2-40B4-BE49-F238E27FC236}">
                <a16:creationId xmlns:a16="http://schemas.microsoft.com/office/drawing/2014/main" id="{0F9DD91A-87AA-45C3-8489-60AE3A3D833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69" name="16b-text-15">
            <a:extLst xmlns:a="http://schemas.openxmlformats.org/drawingml/2006/main">
              <a:ext uri="{FF2B5EF4-FFF2-40B4-BE49-F238E27FC236}">
                <a16:creationId xmlns:a16="http://schemas.microsoft.com/office/drawing/2014/main" id="{9F92FAD5-B9DB-4B1C-B979-2E84EF1B7B53}"/>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70" name="16b-text-16">
            <a:extLst xmlns:a="http://schemas.openxmlformats.org/drawingml/2006/main">
              <a:ext uri="{FF2B5EF4-FFF2-40B4-BE49-F238E27FC236}">
                <a16:creationId xmlns:a16="http://schemas.microsoft.com/office/drawing/2014/main" id="{EBC593DA-1C01-4E06-84D4-17BD0430B5AC}"/>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371" name="16b-text-17">
            <a:extLst xmlns:a="http://schemas.openxmlformats.org/drawingml/2006/main">
              <a:ext uri="{FF2B5EF4-FFF2-40B4-BE49-F238E27FC236}">
                <a16:creationId xmlns:a16="http://schemas.microsoft.com/office/drawing/2014/main" id="{2A2DBD5F-DC5A-44AC-A064-64C6A493DFB6}"/>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72" name="16b-text-18">
            <a:extLst xmlns:a="http://schemas.openxmlformats.org/drawingml/2006/main">
              <a:ext uri="{FF2B5EF4-FFF2-40B4-BE49-F238E27FC236}">
                <a16:creationId xmlns:a16="http://schemas.microsoft.com/office/drawing/2014/main" id="{3D1330DB-035E-48DC-ADF4-01EEF88BE182}"/>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373" name="16b-text-19">
            <a:extLst xmlns:a="http://schemas.openxmlformats.org/drawingml/2006/main">
              <a:ext uri="{FF2B5EF4-FFF2-40B4-BE49-F238E27FC236}">
                <a16:creationId xmlns:a16="http://schemas.microsoft.com/office/drawing/2014/main" id="{0611416B-A399-4F5C-9F80-7CB922C91B1E}"/>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374" name="narrative-number">
            <a:extLst xmlns:a="http://schemas.openxmlformats.org/drawingml/2006/main">
              <a:ext uri="{FF2B5EF4-FFF2-40B4-BE49-F238E27FC236}">
                <a16:creationId xmlns:a16="http://schemas.microsoft.com/office/drawing/2014/main" id="{C7BBAD16-EDDA-4C10-9476-02A6546601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867996384"/>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5" name="!!area-name">
            <a:extLst xmlns:a="http://schemas.openxmlformats.org/drawingml/2006/main">
              <a:ext uri="{FF2B5EF4-FFF2-40B4-BE49-F238E27FC236}">
                <a16:creationId xmlns:a16="http://schemas.microsoft.com/office/drawing/2014/main" id="{AF085B67-BA2E-4C95-8125-B2A2A4F4282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84" name="mini-map"/>
          <p:cNvPicPr>
            <a:picLocks xmlns:a="http://schemas.openxmlformats.org/drawingml/2006/main" noChangeAspect="1"/>
          </p:cNvPicPr>
          <p:nvPr/>
        </p:nvPicPr>
        <p:blipFill>
          <a:blip xmlns:r="http://schemas.openxmlformats.org/officeDocument/2006/relationships" xmlns:a="http://schemas.openxmlformats.org/drawingml/2006/main" r:embed="R3942956a79104c0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7" name="header-divider">
            <a:extLst xmlns:a="http://schemas.openxmlformats.org/drawingml/2006/main">
              <a:ext uri="{FF2B5EF4-FFF2-40B4-BE49-F238E27FC236}">
                <a16:creationId xmlns:a16="http://schemas.microsoft.com/office/drawing/2014/main" id="{2FCE8095-DFF9-4442-90BC-A4E5CF254C3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8" name="16b-text-1">
            <a:extLst xmlns:a="http://schemas.openxmlformats.org/drawingml/2006/main">
              <a:ext uri="{FF2B5EF4-FFF2-40B4-BE49-F238E27FC236}">
                <a16:creationId xmlns:a16="http://schemas.microsoft.com/office/drawing/2014/main" id="{D48952A9-9868-4A64-A9C8-67FA1ABFFAC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79" name="16b-text-20">
            <a:extLst xmlns:a="http://schemas.openxmlformats.org/drawingml/2006/main">
              <a:ext uri="{FF2B5EF4-FFF2-40B4-BE49-F238E27FC236}">
                <a16:creationId xmlns:a16="http://schemas.microsoft.com/office/drawing/2014/main" id="{944ED003-EE33-4AED-BCB1-26F0A334031F}"/>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380" name="16b-text-21">
            <a:extLst xmlns:a="http://schemas.openxmlformats.org/drawingml/2006/main">
              <a:ext uri="{FF2B5EF4-FFF2-40B4-BE49-F238E27FC236}">
                <a16:creationId xmlns:a16="http://schemas.microsoft.com/office/drawing/2014/main" id="{67A5744A-BB6A-4F4B-B90E-A920BE188F39}"/>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381" name="16b-text-22">
            <a:extLst xmlns:a="http://schemas.openxmlformats.org/drawingml/2006/main">
              <a:ext uri="{FF2B5EF4-FFF2-40B4-BE49-F238E27FC236}">
                <a16:creationId xmlns:a16="http://schemas.microsoft.com/office/drawing/2014/main" id="{66C74ED3-DD9E-4003-9026-7785EF8A8CC6}"/>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382" name="narrative-number">
            <a:extLst xmlns:a="http://schemas.openxmlformats.org/drawingml/2006/main">
              <a:ext uri="{FF2B5EF4-FFF2-40B4-BE49-F238E27FC236}">
                <a16:creationId xmlns:a16="http://schemas.microsoft.com/office/drawing/2014/main" id="{48DE65C4-8249-42AD-9B61-D96F6D93D9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977547150"/>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3" name="!!area-name">
            <a:extLst xmlns:a="http://schemas.openxmlformats.org/drawingml/2006/main">
              <a:ext uri="{FF2B5EF4-FFF2-40B4-BE49-F238E27FC236}">
                <a16:creationId xmlns:a16="http://schemas.microsoft.com/office/drawing/2014/main" id="{CAAD20C6-C376-49C1-8FB8-B9515A858CE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f0e7e5af24d1483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5" name="slide-title">
            <a:extLst xmlns:a="http://schemas.openxmlformats.org/drawingml/2006/main">
              <a:ext uri="{FF2B5EF4-FFF2-40B4-BE49-F238E27FC236}">
                <a16:creationId xmlns:a16="http://schemas.microsoft.com/office/drawing/2014/main" id="{3863C084-3145-480A-BD87-7D1250A142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386" name="header-divider">
            <a:extLst xmlns:a="http://schemas.openxmlformats.org/drawingml/2006/main">
              <a:ext uri="{FF2B5EF4-FFF2-40B4-BE49-F238E27FC236}">
                <a16:creationId xmlns:a16="http://schemas.microsoft.com/office/drawing/2014/main" id="{049EA61F-D24C-4C74-88AC-AA2B8686FA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7" name="17-text-1">
            <a:extLst xmlns:a="http://schemas.openxmlformats.org/drawingml/2006/main">
              <a:ext uri="{FF2B5EF4-FFF2-40B4-BE49-F238E27FC236}">
                <a16:creationId xmlns:a16="http://schemas.microsoft.com/office/drawing/2014/main" id="{AAEB2AC1-EB21-4E1E-9C99-A6C94671DCC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checks</a:t>
            </a:r>
          </a:p>
        </p:txBody>
      </p:sp>
      <p:graphicFrame>
        <p:nvGraphicFramePr>
          <p:cNvPr id="395" name="17-table-2"/>
          <p:cNvGraphicFramePr/>
          <p:nvPr/>
        </p:nvGraphicFramePr>
        <p:xfrm>
          <a:off xmlns:a="http://schemas.openxmlformats.org/drawingml/2006/main" x="609600" y="29210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Direct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Expert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IDs and revisions match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Faithfulness to the evidence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Permissions and locations valid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Useful synthesis across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Exports match selected content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Warranted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Citation exists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Citation supports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89" name="narrative-number">
            <a:extLst xmlns:a="http://schemas.openxmlformats.org/drawingml/2006/main">
              <a:ext uri="{FF2B5EF4-FFF2-40B4-BE49-F238E27FC236}">
                <a16:creationId xmlns:a16="http://schemas.microsoft.com/office/drawing/2014/main" id="{F35FC60A-3CB6-4B0F-A148-028CBC2D4C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5785885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A12A15CF-41B3-45EA-9EF6-F39C1B958A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11" name="mini-map"/>
          <p:cNvPicPr>
            <a:picLocks xmlns:a="http://schemas.openxmlformats.org/drawingml/2006/main" noChangeAspect="1"/>
          </p:cNvPicPr>
          <p:nvPr/>
        </p:nvPicPr>
        <p:blipFill>
          <a:blip xmlns:r="http://schemas.openxmlformats.org/officeDocument/2006/relationships" xmlns:a="http://schemas.openxmlformats.org/drawingml/2006/main" r:embed="R78ec91dc1e464f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slide-title">
            <a:extLst xmlns:a="http://schemas.openxmlformats.org/drawingml/2006/main">
              <a:ext uri="{FF2B5EF4-FFF2-40B4-BE49-F238E27FC236}">
                <a16:creationId xmlns:a16="http://schemas.microsoft.com/office/drawing/2014/main" id="{604FE607-7CBC-4240-8A31-1D0DCCF1821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393" name="header-divider">
            <a:extLst xmlns:a="http://schemas.openxmlformats.org/drawingml/2006/main">
              <a:ext uri="{FF2B5EF4-FFF2-40B4-BE49-F238E27FC236}">
                <a16:creationId xmlns:a16="http://schemas.microsoft.com/office/drawing/2014/main" id="{CD48CC90-2A45-43E3-8500-A2B93AA4B5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17-text-3">
            <a:extLst xmlns:a="http://schemas.openxmlformats.org/drawingml/2006/main">
              <a:ext uri="{FF2B5EF4-FFF2-40B4-BE49-F238E27FC236}">
                <a16:creationId xmlns:a16="http://schemas.microsoft.com/office/drawing/2014/main" id="{15754990-D800-4DFF-8CE5-E830CFD9A28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failure</a:t>
            </a:r>
          </a:p>
        </p:txBody>
      </p:sp>
      <p:sp>
        <p:nvSpPr>
          <p:cNvPr id="395" name="17-text-4">
            <a:extLst xmlns:a="http://schemas.openxmlformats.org/drawingml/2006/main">
              <a:ext uri="{FF2B5EF4-FFF2-40B4-BE49-F238E27FC236}">
                <a16:creationId xmlns:a16="http://schemas.microsoft.com/office/drawing/2014/main" id="{CCA065A6-4CAE-4EF1-A3BF-EDB7F35ECFDF}"/>
              </a:ext>
            </a:extLst>
          </p:cNvPr>
          <p:cNvSpPr>
            <a:spLocks xmlns:a="http://schemas.openxmlformats.org/drawingml/2006/main"/>
          </p:cNvSpPr>
          <p:nvPr/>
        </p:nvSpPr>
        <p:spPr>
          <a:xfrm xmlns:a="http://schemas.openxmlformats.org/drawingml/2006/main">
            <a:off x="609600" y="28448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96" name="17-text-5">
            <a:extLst xmlns:a="http://schemas.openxmlformats.org/drawingml/2006/main">
              <a:ext uri="{FF2B5EF4-FFF2-40B4-BE49-F238E27FC236}">
                <a16:creationId xmlns:a16="http://schemas.microsoft.com/office/drawing/2014/main" id="{584C5EFA-7449-451F-B603-2753C3658FD4}"/>
              </a:ext>
            </a:extLst>
          </p:cNvPr>
          <p:cNvSpPr>
            <a:spLocks xmlns:a="http://schemas.openxmlformats.org/drawingml/2006/main"/>
          </p:cNvSpPr>
          <p:nvPr/>
        </p:nvSpPr>
        <p:spPr>
          <a:xfrm xmlns:a="http://schemas.openxmlformats.org/drawingml/2006/main">
            <a:off x="1219200" y="28448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Inspect the failure and trace.</a:t>
            </a:r>
          </a:p>
        </p:txBody>
      </p:sp>
      <p:sp>
        <p:nvSpPr>
          <p:cNvPr id="397" name="17-text-6">
            <a:extLst xmlns:a="http://schemas.openxmlformats.org/drawingml/2006/main">
              <a:ext uri="{FF2B5EF4-FFF2-40B4-BE49-F238E27FC236}">
                <a16:creationId xmlns:a16="http://schemas.microsoft.com/office/drawing/2014/main" id="{9D370CDD-85DD-40FD-81A5-0FDC3836208F}"/>
              </a:ext>
            </a:extLst>
          </p:cNvPr>
          <p:cNvSpPr>
            <a:spLocks xmlns:a="http://schemas.openxmlformats.org/drawingml/2006/main"/>
          </p:cNvSpPr>
          <p:nvPr/>
        </p:nvSpPr>
        <p:spPr>
          <a:xfrm xmlns:a="http://schemas.openxmlformats.org/drawingml/2006/main">
            <a:off x="1219200" y="32258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Find the responsible component.</a:t>
            </a:r>
          </a:p>
        </p:txBody>
      </p:sp>
      <p:sp>
        <p:nvSpPr>
          <p:cNvPr id="398" name="17-text-7">
            <a:extLst xmlns:a="http://schemas.openxmlformats.org/drawingml/2006/main">
              <a:ext uri="{FF2B5EF4-FFF2-40B4-BE49-F238E27FC236}">
                <a16:creationId xmlns:a16="http://schemas.microsoft.com/office/drawing/2014/main" id="{FA5CF086-CD8C-496C-A7AA-06B758220B6C}"/>
              </a:ext>
            </a:extLst>
          </p:cNvPr>
          <p:cNvSpPr>
            <a:spLocks xmlns:a="http://schemas.openxmlformats.org/drawingml/2006/main"/>
          </p:cNvSpPr>
          <p:nvPr/>
        </p:nvSpPr>
        <p:spPr>
          <a:xfrm xmlns:a="http://schemas.openxmlformats.org/drawingml/2006/main">
            <a:off x="609600" y="38100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99" name="17-text-8">
            <a:extLst xmlns:a="http://schemas.openxmlformats.org/drawingml/2006/main">
              <a:ext uri="{FF2B5EF4-FFF2-40B4-BE49-F238E27FC236}">
                <a16:creationId xmlns:a16="http://schemas.microsoft.com/office/drawing/2014/main" id="{22C19006-FB11-4A6F-959C-F62D3C4C1190}"/>
              </a:ext>
            </a:extLst>
          </p:cNvPr>
          <p:cNvSpPr>
            <a:spLocks xmlns:a="http://schemas.openxmlformats.org/drawingml/2006/main"/>
          </p:cNvSpPr>
          <p:nvPr/>
        </p:nvSpPr>
        <p:spPr>
          <a:xfrm xmlns:a="http://schemas.openxmlformats.org/drawingml/2006/main">
            <a:off x="1219200" y="38100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 that component.</a:t>
            </a:r>
          </a:p>
        </p:txBody>
      </p:sp>
      <p:sp>
        <p:nvSpPr>
          <p:cNvPr id="400" name="17-text-9">
            <a:extLst xmlns:a="http://schemas.openxmlformats.org/drawingml/2006/main">
              <a:ext uri="{FF2B5EF4-FFF2-40B4-BE49-F238E27FC236}">
                <a16:creationId xmlns:a16="http://schemas.microsoft.com/office/drawing/2014/main" id="{A360D9FB-B9ED-41E9-8947-D2B946EE62D9}"/>
              </a:ext>
            </a:extLst>
          </p:cNvPr>
          <p:cNvSpPr>
            <a:spLocks xmlns:a="http://schemas.openxmlformats.org/drawingml/2006/main"/>
          </p:cNvSpPr>
          <p:nvPr/>
        </p:nvSpPr>
        <p:spPr>
          <a:xfrm xmlns:a="http://schemas.openxmlformats.org/drawingml/2006/main">
            <a:off x="1219200" y="41910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with repeated trials.</a:t>
            </a:r>
          </a:p>
        </p:txBody>
      </p:sp>
      <p:sp>
        <p:nvSpPr>
          <p:cNvPr id="401" name="17-text-10">
            <a:extLst xmlns:a="http://schemas.openxmlformats.org/drawingml/2006/main">
              <a:ext uri="{FF2B5EF4-FFF2-40B4-BE49-F238E27FC236}">
                <a16:creationId xmlns:a16="http://schemas.microsoft.com/office/drawing/2014/main" id="{5EC45AE3-684C-4E29-9EAF-A0FC4122CA2E}"/>
              </a:ext>
            </a:extLst>
          </p:cNvPr>
          <p:cNvSpPr>
            <a:spLocks xmlns:a="http://schemas.openxmlformats.org/drawingml/2006/main"/>
          </p:cNvSpPr>
          <p:nvPr/>
        </p:nvSpPr>
        <p:spPr>
          <a:xfrm xmlns:a="http://schemas.openxmlformats.org/drawingml/2006/main">
            <a:off x="609600" y="47752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02" name="17-text-11">
            <a:extLst xmlns:a="http://schemas.openxmlformats.org/drawingml/2006/main">
              <a:ext uri="{FF2B5EF4-FFF2-40B4-BE49-F238E27FC236}">
                <a16:creationId xmlns:a16="http://schemas.microsoft.com/office/drawing/2014/main" id="{5D64C30D-F70A-4FE1-80E7-03F35126281C}"/>
              </a:ext>
            </a:extLst>
          </p:cNvPr>
          <p:cNvSpPr>
            <a:spLocks xmlns:a="http://schemas.openxmlformats.org/drawingml/2006/main"/>
          </p:cNvSpPr>
          <p:nvPr/>
        </p:nvSpPr>
        <p:spPr>
          <a:xfrm xmlns:a="http://schemas.openxmlformats.org/drawingml/2006/main">
            <a:off x="1219200" y="47752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Monitor production samples.</a:t>
            </a:r>
          </a:p>
        </p:txBody>
      </p:sp>
      <p:sp>
        <p:nvSpPr>
          <p:cNvPr id="403" name="17-text-12">
            <a:extLst xmlns:a="http://schemas.openxmlformats.org/drawingml/2006/main">
              <a:ext uri="{FF2B5EF4-FFF2-40B4-BE49-F238E27FC236}">
                <a16:creationId xmlns:a16="http://schemas.microsoft.com/office/drawing/2014/main" id="{985BD2DC-C2EC-42C6-9B1A-5FBE9141F7C5}"/>
              </a:ext>
            </a:extLst>
          </p:cNvPr>
          <p:cNvSpPr>
            <a:spLocks xmlns:a="http://schemas.openxmlformats.org/drawingml/2006/main"/>
          </p:cNvSpPr>
          <p:nvPr/>
        </p:nvSpPr>
        <p:spPr>
          <a:xfrm xmlns:a="http://schemas.openxmlformats.org/drawingml/2006/main">
            <a:off x="1219200" y="51562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new failures to regression cases.</a:t>
            </a:r>
          </a:p>
        </p:txBody>
      </p:sp>
      <p:sp>
        <p:nvSpPr>
          <p:cNvPr id="404" name="17-text-13">
            <a:extLst xmlns:a="http://schemas.openxmlformats.org/drawingml/2006/main">
              <a:ext uri="{FF2B5EF4-FFF2-40B4-BE49-F238E27FC236}">
                <a16:creationId xmlns:a16="http://schemas.microsoft.com/office/drawing/2014/main" id="{1DC05454-C417-419A-9D24-57B5FC9A3115}"/>
              </a:ext>
            </a:extLst>
          </p:cNvPr>
          <p:cNvSpPr>
            <a:spLocks xmlns:a="http://schemas.openxmlformats.org/drawingml/2006/main"/>
          </p:cNvSpPr>
          <p:nvPr/>
        </p:nvSpPr>
        <p:spPr>
          <a:xfrm xmlns:a="http://schemas.openxmlformats.org/drawingml/2006/main">
            <a:off x="609600" y="5613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05" name="17-shape-14">
            <a:extLst xmlns:a="http://schemas.openxmlformats.org/drawingml/2006/main">
              <a:ext uri="{FF2B5EF4-FFF2-40B4-BE49-F238E27FC236}">
                <a16:creationId xmlns:a16="http://schemas.microsoft.com/office/drawing/2014/main" id="{DB9DDBB9-7FBC-4149-ACB2-A08263378375}"/>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06" name="17-shape-15">
            <a:extLst xmlns:a="http://schemas.openxmlformats.org/drawingml/2006/main">
              <a:ext uri="{FF2B5EF4-FFF2-40B4-BE49-F238E27FC236}">
                <a16:creationId xmlns:a16="http://schemas.microsoft.com/office/drawing/2014/main" id="{8C180864-7ABB-4CDC-B166-69FFD4AAD8A1}"/>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07" name="17-text-16">
            <a:extLst xmlns:a="http://schemas.openxmlformats.org/drawingml/2006/main">
              <a:ext uri="{FF2B5EF4-FFF2-40B4-BE49-F238E27FC236}">
                <a16:creationId xmlns:a16="http://schemas.microsoft.com/office/drawing/2014/main" id="{F90BDABD-0BA2-4593-8227-9FB88E3728BC}"/>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08" name="17-text-17">
            <a:extLst xmlns:a="http://schemas.openxmlformats.org/drawingml/2006/main">
              <a:ext uri="{FF2B5EF4-FFF2-40B4-BE49-F238E27FC236}">
                <a16:creationId xmlns:a16="http://schemas.microsoft.com/office/drawing/2014/main" id="{12C4C0B6-7846-42E0-8261-32DEA73CF45A}"/>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09" name="narrative-number">
            <a:extLst xmlns:a="http://schemas.openxmlformats.org/drawingml/2006/main">
              <a:ext uri="{FF2B5EF4-FFF2-40B4-BE49-F238E27FC236}">
                <a16:creationId xmlns:a16="http://schemas.microsoft.com/office/drawing/2014/main" id="{A1C64269-F0AF-43AA-A2AF-BEC6E46F83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78140330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05"/>
                                        </p:tgtEl>
                                        <p:attrNameLst>
                                          <p:attrName>style.visibility</p:attrName>
                                        </p:attrNameLst>
                                      </p:cBhvr>
                                      <p:to>
                                        <p:strVal val="visible"/>
                                      </p:to>
                                    </p:set>
                                    <p:animEffect transition="in" filter="fade">
                                      <p:cBhvr>
                                        <p:cTn id="11" dur="300" fill="hold"/>
                                        <p:tgtEl>
                                          <p:spTgt spid="405"/>
                                        </p:tgtEl>
                                      </p:cBhvr>
                                    </p:animEffect>
                                  </p:childTnLst>
                                </p:cTn>
                              </p:par>
                              <p:par>
                                <p:cTn id="12" presetID="10" presetClass="entr" presetSubtype="0" fill="hold" nodeType="withEffect">
                                  <p:stCondLst>
                                    <p:cond delay="0"/>
                                  </p:stCondLst>
                                  <p:childTnLst>
                                    <p:set>
                                      <p:cBhvr>
                                        <p:cTn id="13" dur="1" fill="hold">
                                          <p:stCondLst>
                                            <p:cond delay="0"/>
                                          </p:stCondLst>
                                        </p:cTn>
                                        <p:tgtEl>
                                          <p:spTgt spid="406"/>
                                        </p:tgtEl>
                                        <p:attrNameLst>
                                          <p:attrName>style.visibility</p:attrName>
                                        </p:attrNameLst>
                                      </p:cBhvr>
                                      <p:to>
                                        <p:strVal val="visible"/>
                                      </p:to>
                                    </p:set>
                                    <p:animEffect transition="in" filter="fade">
                                      <p:cBhvr>
                                        <p:cTn id="14" dur="300" fill="hold"/>
                                        <p:tgtEl>
                                          <p:spTgt spid="406"/>
                                        </p:tgtEl>
                                      </p:cBhvr>
                                    </p:animEffect>
                                  </p:childTnLst>
                                </p:cTn>
                              </p:par>
                              <p:par>
                                <p:cTn id="15" presetID="10" presetClass="entr" presetSubtype="0" fill="hold" nodeType="withEffect">
                                  <p:stCondLst>
                                    <p:cond delay="0"/>
                                  </p:stCondLst>
                                  <p:childTnLst>
                                    <p:set>
                                      <p:cBhvr>
                                        <p:cTn id="16" dur="1" fill="hold">
                                          <p:stCondLst>
                                            <p:cond delay="0"/>
                                          </p:stCondLst>
                                        </p:cTn>
                                        <p:tgtEl>
                                          <p:spTgt spid="407"/>
                                        </p:tgtEl>
                                        <p:attrNameLst>
                                          <p:attrName>style.visibility</p:attrName>
                                        </p:attrNameLst>
                                      </p:cBhvr>
                                      <p:to>
                                        <p:strVal val="visible"/>
                                      </p:to>
                                    </p:set>
                                    <p:animEffect transition="in" filter="fade">
                                      <p:cBhvr>
                                        <p:cTn id="17" dur="300" fill="hold"/>
                                        <p:tgtEl>
                                          <p:spTgt spid="407"/>
                                        </p:tgtEl>
                                      </p:cBhvr>
                                    </p:animEffect>
                                  </p:childTnLst>
                                </p:cTn>
                              </p:par>
                              <p:par>
                                <p:cTn id="18" presetID="10" presetClass="entr" presetSubtype="0" fill="hold" nodeType="withEffect">
                                  <p:stCondLst>
                                    <p:cond delay="0"/>
                                  </p:stCondLst>
                                  <p:childTnLst>
                                    <p:set>
                                      <p:cBhvr>
                                        <p:cTn id="19" dur="1" fill="hold">
                                          <p:stCondLst>
                                            <p:cond delay="0"/>
                                          </p:stCondLst>
                                        </p:cTn>
                                        <p:tgtEl>
                                          <p:spTgt spid="408"/>
                                        </p:tgtEl>
                                        <p:attrNameLst>
                                          <p:attrName>style.visibility</p:attrName>
                                        </p:attrNameLst>
                                      </p:cBhvr>
                                      <p:to>
                                        <p:strVal val="visible"/>
                                      </p:to>
                                    </p:set>
                                    <p:animEffect transition="in" filter="fade">
                                      <p:cBhvr>
                                        <p:cTn id="20" dur="300" fill="hold"/>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0" name="!!area-header">
            <a:extLst xmlns:a="http://schemas.openxmlformats.org/drawingml/2006/main">
              <a:ext uri="{FF2B5EF4-FFF2-40B4-BE49-F238E27FC236}">
                <a16:creationId xmlns:a16="http://schemas.microsoft.com/office/drawing/2014/main" id="{D30A9FAD-C169-489A-BEBA-B6B78942D5C9}"/>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11" name="!!area-name">
            <a:extLst xmlns:a="http://schemas.openxmlformats.org/drawingml/2006/main">
              <a:ext uri="{FF2B5EF4-FFF2-40B4-BE49-F238E27FC236}">
                <a16:creationId xmlns:a16="http://schemas.microsoft.com/office/drawing/2014/main" id="{C8FCE8E8-875A-40F4-9D2F-FECF5635FD2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12" name="!!area-beat">
            <a:extLst xmlns:a="http://schemas.openxmlformats.org/drawingml/2006/main">
              <a:ext uri="{FF2B5EF4-FFF2-40B4-BE49-F238E27FC236}">
                <a16:creationId xmlns:a16="http://schemas.microsoft.com/office/drawing/2014/main" id="{766C8A5B-081B-4D30-9272-E2CB5AC66866}"/>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13" name="header-divider">
            <a:extLst xmlns:a="http://schemas.openxmlformats.org/drawingml/2006/main">
              <a:ext uri="{FF2B5EF4-FFF2-40B4-BE49-F238E27FC236}">
                <a16:creationId xmlns:a16="http://schemas.microsoft.com/office/drawing/2014/main" id="{8158C404-37DC-4C96-9466-F45F415CB1E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4" name="18-shape-1">
            <a:extLst xmlns:a="http://schemas.openxmlformats.org/drawingml/2006/main">
              <a:ext uri="{FF2B5EF4-FFF2-40B4-BE49-F238E27FC236}">
                <a16:creationId xmlns:a16="http://schemas.microsoft.com/office/drawing/2014/main" id="{B83DE524-3151-4C98-AACF-A8071E72840A}"/>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415" name="18-text-2">
            <a:extLst xmlns:a="http://schemas.openxmlformats.org/drawingml/2006/main">
              <a:ext uri="{FF2B5EF4-FFF2-40B4-BE49-F238E27FC236}">
                <a16:creationId xmlns:a16="http://schemas.microsoft.com/office/drawing/2014/main" id="{1D874CF2-438A-4E9C-9442-E9913B1D0F71}"/>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416" name="18-shape-3">
            <a:extLst xmlns:a="http://schemas.openxmlformats.org/drawingml/2006/main">
              <a:ext uri="{FF2B5EF4-FFF2-40B4-BE49-F238E27FC236}">
                <a16:creationId xmlns:a16="http://schemas.microsoft.com/office/drawing/2014/main" id="{A5BCBE5F-65F2-4766-9B22-7EEAF53ACD19}"/>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17" name="18-text-4">
            <a:extLst xmlns:a="http://schemas.openxmlformats.org/drawingml/2006/main">
              <a:ext uri="{FF2B5EF4-FFF2-40B4-BE49-F238E27FC236}">
                <a16:creationId xmlns:a16="http://schemas.microsoft.com/office/drawing/2014/main" id="{88449B69-2463-4157-AB7D-2A6D62BA99BB}"/>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418" name="18-shape-5">
            <a:extLst xmlns:a="http://schemas.openxmlformats.org/drawingml/2006/main">
              <a:ext uri="{FF2B5EF4-FFF2-40B4-BE49-F238E27FC236}">
                <a16:creationId xmlns:a16="http://schemas.microsoft.com/office/drawing/2014/main" id="{17ACA4FF-78B6-4FB8-B267-F38F73B2593B}"/>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19" name="18-text-6">
            <a:extLst xmlns:a="http://schemas.openxmlformats.org/drawingml/2006/main">
              <a:ext uri="{FF2B5EF4-FFF2-40B4-BE49-F238E27FC236}">
                <a16:creationId xmlns:a16="http://schemas.microsoft.com/office/drawing/2014/main" id="{F62240C3-252E-430C-B576-8079CDF76664}"/>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420" name="18-shape-7">
            <a:extLst xmlns:a="http://schemas.openxmlformats.org/drawingml/2006/main">
              <a:ext uri="{FF2B5EF4-FFF2-40B4-BE49-F238E27FC236}">
                <a16:creationId xmlns:a16="http://schemas.microsoft.com/office/drawing/2014/main" id="{6DAA0DAC-0BD9-4987-A441-1CF82DE1943B}"/>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21" name="18-text-8">
            <a:extLst xmlns:a="http://schemas.openxmlformats.org/drawingml/2006/main">
              <a:ext uri="{FF2B5EF4-FFF2-40B4-BE49-F238E27FC236}">
                <a16:creationId xmlns:a16="http://schemas.microsoft.com/office/drawing/2014/main" id="{88670BAA-DD98-4772-AABE-A9AA99E08607}"/>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422" name="18-text-9">
            <a:extLst xmlns:a="http://schemas.openxmlformats.org/drawingml/2006/main">
              <a:ext uri="{FF2B5EF4-FFF2-40B4-BE49-F238E27FC236}">
                <a16:creationId xmlns:a16="http://schemas.microsoft.com/office/drawing/2014/main" id="{57FE3929-A07A-43F7-BF51-52A36A1F557A}"/>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423" name="narrative-number">
            <a:extLst xmlns:a="http://schemas.openxmlformats.org/drawingml/2006/main">
              <a:ext uri="{FF2B5EF4-FFF2-40B4-BE49-F238E27FC236}">
                <a16:creationId xmlns:a16="http://schemas.microsoft.com/office/drawing/2014/main" id="{FCC6DD48-5CA2-474D-8724-44C9269182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774270173"/>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4" name="!!area-name">
            <a:extLst xmlns:a="http://schemas.openxmlformats.org/drawingml/2006/main">
              <a:ext uri="{FF2B5EF4-FFF2-40B4-BE49-F238E27FC236}">
                <a16:creationId xmlns:a16="http://schemas.microsoft.com/office/drawing/2014/main" id="{7BCE9235-99C7-4AAA-8393-8CF92E103F9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34" name="mini-map"/>
          <p:cNvPicPr>
            <a:picLocks xmlns:a="http://schemas.openxmlformats.org/drawingml/2006/main" noChangeAspect="1"/>
          </p:cNvPicPr>
          <p:nvPr/>
        </p:nvPicPr>
        <p:blipFill>
          <a:blip xmlns:r="http://schemas.openxmlformats.org/officeDocument/2006/relationships" xmlns:a="http://schemas.openxmlformats.org/drawingml/2006/main" r:embed="R33ecda7bc62448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6" name="header-divider">
            <a:extLst xmlns:a="http://schemas.openxmlformats.org/drawingml/2006/main">
              <a:ext uri="{FF2B5EF4-FFF2-40B4-BE49-F238E27FC236}">
                <a16:creationId xmlns:a16="http://schemas.microsoft.com/office/drawing/2014/main" id="{4E890095-C819-47BD-B986-FBDFDFEB450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7" name="18b-text-1">
            <a:extLst xmlns:a="http://schemas.openxmlformats.org/drawingml/2006/main">
              <a:ext uri="{FF2B5EF4-FFF2-40B4-BE49-F238E27FC236}">
                <a16:creationId xmlns:a16="http://schemas.microsoft.com/office/drawing/2014/main" id="{4D4F4CED-E172-401D-8A11-5DB0429616A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28" name="18b-text-2">
            <a:extLst xmlns:a="http://schemas.openxmlformats.org/drawingml/2006/main">
              <a:ext uri="{FF2B5EF4-FFF2-40B4-BE49-F238E27FC236}">
                <a16:creationId xmlns:a16="http://schemas.microsoft.com/office/drawing/2014/main" id="{07802DB4-98CC-42B6-86FC-9CD2F7FE1495}"/>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429" name="18b-text-3">
            <a:extLst xmlns:a="http://schemas.openxmlformats.org/drawingml/2006/main">
              <a:ext uri="{FF2B5EF4-FFF2-40B4-BE49-F238E27FC236}">
                <a16:creationId xmlns:a16="http://schemas.microsoft.com/office/drawing/2014/main" id="{4C242D87-ACF0-4CDD-9981-79E10C4FBF90}"/>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430" name="18b-text-4">
            <a:extLst xmlns:a="http://schemas.openxmlformats.org/drawingml/2006/main">
              <a:ext uri="{FF2B5EF4-FFF2-40B4-BE49-F238E27FC236}">
                <a16:creationId xmlns:a16="http://schemas.microsoft.com/office/drawing/2014/main" id="{F010251B-35AC-4688-B967-B4B6E2A89C9C}"/>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431" name="18b-text-5">
            <a:extLst xmlns:a="http://schemas.openxmlformats.org/drawingml/2006/main">
              <a:ext uri="{FF2B5EF4-FFF2-40B4-BE49-F238E27FC236}">
                <a16:creationId xmlns:a16="http://schemas.microsoft.com/office/drawing/2014/main" id="{6AE602AC-6DFC-4438-AECE-0FD7215DAC6F}"/>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432" name="narrative-number">
            <a:extLst xmlns:a="http://schemas.openxmlformats.org/drawingml/2006/main">
              <a:ext uri="{FF2B5EF4-FFF2-40B4-BE49-F238E27FC236}">
                <a16:creationId xmlns:a16="http://schemas.microsoft.com/office/drawing/2014/main" id="{21130A16-40DD-48F6-97CF-3828B2D1CD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11862635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3" name="!!area-name">
            <a:extLst xmlns:a="http://schemas.openxmlformats.org/drawingml/2006/main">
              <a:ext uri="{FF2B5EF4-FFF2-40B4-BE49-F238E27FC236}">
                <a16:creationId xmlns:a16="http://schemas.microsoft.com/office/drawing/2014/main" id="{3CC24007-F500-489A-BE64-B52EF6D5D1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48" name="mini-map"/>
          <p:cNvPicPr>
            <a:picLocks xmlns:a="http://schemas.openxmlformats.org/drawingml/2006/main" noChangeAspect="1"/>
          </p:cNvPicPr>
          <p:nvPr/>
        </p:nvPicPr>
        <p:blipFill>
          <a:blip xmlns:r="http://schemas.openxmlformats.org/officeDocument/2006/relationships" xmlns:a="http://schemas.openxmlformats.org/drawingml/2006/main" r:embed="R142b8ca1b7a440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5" name="header-divider">
            <a:extLst xmlns:a="http://schemas.openxmlformats.org/drawingml/2006/main">
              <a:ext uri="{FF2B5EF4-FFF2-40B4-BE49-F238E27FC236}">
                <a16:creationId xmlns:a16="http://schemas.microsoft.com/office/drawing/2014/main" id="{A707866C-72A4-4CA4-88EB-131D75B0C6E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6" name="18b-text-1">
            <a:extLst xmlns:a="http://schemas.openxmlformats.org/drawingml/2006/main">
              <a:ext uri="{FF2B5EF4-FFF2-40B4-BE49-F238E27FC236}">
                <a16:creationId xmlns:a16="http://schemas.microsoft.com/office/drawing/2014/main" id="{E8A20A91-9E84-4D12-AFAF-748634418AED}"/>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37" name="18b-text-10">
            <a:extLst xmlns:a="http://schemas.openxmlformats.org/drawingml/2006/main">
              <a:ext uri="{FF2B5EF4-FFF2-40B4-BE49-F238E27FC236}">
                <a16:creationId xmlns:a16="http://schemas.microsoft.com/office/drawing/2014/main" id="{D2C156DE-46EF-473B-8A41-BC000716B16E}"/>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438" name="18b-line-12">
            <a:extLst xmlns:a="http://schemas.openxmlformats.org/drawingml/2006/main">
              <a:ext uri="{FF2B5EF4-FFF2-40B4-BE49-F238E27FC236}">
                <a16:creationId xmlns:a16="http://schemas.microsoft.com/office/drawing/2014/main" id="{16FDEE6E-96D8-4568-8FBB-231718AA84C8}"/>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39" name="18b-line-14">
            <a:extLst xmlns:a="http://schemas.openxmlformats.org/drawingml/2006/main">
              <a:ext uri="{FF2B5EF4-FFF2-40B4-BE49-F238E27FC236}">
                <a16:creationId xmlns:a16="http://schemas.microsoft.com/office/drawing/2014/main" id="{F5559BD6-8333-411C-8A46-D8AA50FF135D}"/>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40" name="18b-line-16">
            <a:extLst xmlns:a="http://schemas.openxmlformats.org/drawingml/2006/main">
              <a:ext uri="{FF2B5EF4-FFF2-40B4-BE49-F238E27FC236}">
                <a16:creationId xmlns:a16="http://schemas.microsoft.com/office/drawing/2014/main" id="{EABE6980-5DA3-4AE1-BE9C-F54017A4D0C7}"/>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41" name="18b-text-17">
            <a:extLst xmlns:a="http://schemas.openxmlformats.org/drawingml/2006/main">
              <a:ext uri="{FF2B5EF4-FFF2-40B4-BE49-F238E27FC236}">
                <a16:creationId xmlns:a16="http://schemas.microsoft.com/office/drawing/2014/main" id="{0DB531D9-E0B7-4B02-8D23-E97AEE30569B}"/>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42" name="18b-text-18">
            <a:extLst xmlns:a="http://schemas.openxmlformats.org/drawingml/2006/main">
              <a:ext uri="{FF2B5EF4-FFF2-40B4-BE49-F238E27FC236}">
                <a16:creationId xmlns:a16="http://schemas.microsoft.com/office/drawing/2014/main" id="{27317C5E-2099-4BF1-9A3B-A84E2F26A299}"/>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43" name="18b-text-19">
            <a:extLst xmlns:a="http://schemas.openxmlformats.org/drawingml/2006/main">
              <a:ext uri="{FF2B5EF4-FFF2-40B4-BE49-F238E27FC236}">
                <a16:creationId xmlns:a16="http://schemas.microsoft.com/office/drawing/2014/main" id="{D73B990E-2036-4BA2-920A-8DFF10363F2D}"/>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44" name="18b-text-20">
            <a:extLst xmlns:a="http://schemas.openxmlformats.org/drawingml/2006/main">
              <a:ext uri="{FF2B5EF4-FFF2-40B4-BE49-F238E27FC236}">
                <a16:creationId xmlns:a16="http://schemas.microsoft.com/office/drawing/2014/main" id="{20F54D35-AECB-4044-8DE2-9EFE2B21D1D0}"/>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445" name="18b-text-21">
            <a:extLst xmlns:a="http://schemas.openxmlformats.org/drawingml/2006/main">
              <a:ext uri="{FF2B5EF4-FFF2-40B4-BE49-F238E27FC236}">
                <a16:creationId xmlns:a16="http://schemas.microsoft.com/office/drawing/2014/main" id="{7FACA901-39C5-4B5C-8B98-E09468B073B3}"/>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446" name="narrative-number">
            <a:extLst xmlns:a="http://schemas.openxmlformats.org/drawingml/2006/main">
              <a:ext uri="{FF2B5EF4-FFF2-40B4-BE49-F238E27FC236}">
                <a16:creationId xmlns:a16="http://schemas.microsoft.com/office/drawing/2014/main" id="{7A09F50F-2FBF-403B-ADE4-50596C02E4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724459544"/>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7" name="!!area-name">
            <a:extLst xmlns:a="http://schemas.openxmlformats.org/drawingml/2006/main">
              <a:ext uri="{FF2B5EF4-FFF2-40B4-BE49-F238E27FC236}">
                <a16:creationId xmlns:a16="http://schemas.microsoft.com/office/drawing/2014/main" id="{FC065160-CACB-4A89-A407-9171C8D9A63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57" name="mini-map"/>
          <p:cNvPicPr>
            <a:picLocks xmlns:a="http://schemas.openxmlformats.org/drawingml/2006/main" noChangeAspect="1"/>
          </p:cNvPicPr>
          <p:nvPr/>
        </p:nvPicPr>
        <p:blipFill>
          <a:blip xmlns:r="http://schemas.openxmlformats.org/officeDocument/2006/relationships" xmlns:a="http://schemas.openxmlformats.org/drawingml/2006/main" r:embed="R3ec87aefa1fc48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9" name="header-divider">
            <a:extLst xmlns:a="http://schemas.openxmlformats.org/drawingml/2006/main">
              <a:ext uri="{FF2B5EF4-FFF2-40B4-BE49-F238E27FC236}">
                <a16:creationId xmlns:a16="http://schemas.microsoft.com/office/drawing/2014/main" id="{C37184E9-D803-4162-A13F-47B3FFF1D2F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0" name="18b-text-1">
            <a:extLst xmlns:a="http://schemas.openxmlformats.org/drawingml/2006/main">
              <a:ext uri="{FF2B5EF4-FFF2-40B4-BE49-F238E27FC236}">
                <a16:creationId xmlns:a16="http://schemas.microsoft.com/office/drawing/2014/main" id="{C2A0D039-311A-4A5A-99DB-A705011CF01D}"/>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51" name="18b-text-6">
            <a:extLst xmlns:a="http://schemas.openxmlformats.org/drawingml/2006/main">
              <a:ext uri="{FF2B5EF4-FFF2-40B4-BE49-F238E27FC236}">
                <a16:creationId xmlns:a16="http://schemas.microsoft.com/office/drawing/2014/main" id="{FAD93CD3-8BFF-4DB4-BA69-85BC04CA947B}"/>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452" name="18b-text-7">
            <a:extLst xmlns:a="http://schemas.openxmlformats.org/drawingml/2006/main">
              <a:ext uri="{FF2B5EF4-FFF2-40B4-BE49-F238E27FC236}">
                <a16:creationId xmlns:a16="http://schemas.microsoft.com/office/drawing/2014/main" id="{B463EC94-23E4-4FD9-94DC-F4D1C984612B}"/>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453" name="18b-text-8">
            <a:extLst xmlns:a="http://schemas.openxmlformats.org/drawingml/2006/main">
              <a:ext uri="{FF2B5EF4-FFF2-40B4-BE49-F238E27FC236}">
                <a16:creationId xmlns:a16="http://schemas.microsoft.com/office/drawing/2014/main" id="{3419EF00-5C8A-4BAE-8E49-3E6986C72DB4}"/>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454" name="18b-text-9">
            <a:extLst xmlns:a="http://schemas.openxmlformats.org/drawingml/2006/main">
              <a:ext uri="{FF2B5EF4-FFF2-40B4-BE49-F238E27FC236}">
                <a16:creationId xmlns:a16="http://schemas.microsoft.com/office/drawing/2014/main" id="{C7A766FC-080E-475F-A21A-1F28D0F2C08D}"/>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455" name="narrative-number">
            <a:extLst xmlns:a="http://schemas.openxmlformats.org/drawingml/2006/main">
              <a:ext uri="{FF2B5EF4-FFF2-40B4-BE49-F238E27FC236}">
                <a16:creationId xmlns:a16="http://schemas.microsoft.com/office/drawing/2014/main" id="{B3FAE904-6E6E-4551-936A-15532BD90D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92608337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6" name="!!area-name">
            <a:extLst xmlns:a="http://schemas.openxmlformats.org/drawingml/2006/main">
              <a:ext uri="{FF2B5EF4-FFF2-40B4-BE49-F238E27FC236}">
                <a16:creationId xmlns:a16="http://schemas.microsoft.com/office/drawing/2014/main" id="{10B7ED89-F941-4939-AB22-CBA0ABCDC70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65" name="mini-map"/>
          <p:cNvPicPr>
            <a:picLocks xmlns:a="http://schemas.openxmlformats.org/drawingml/2006/main" noChangeAspect="1"/>
          </p:cNvPicPr>
          <p:nvPr/>
        </p:nvPicPr>
        <p:blipFill>
          <a:blip xmlns:r="http://schemas.openxmlformats.org/officeDocument/2006/relationships" xmlns:a="http://schemas.openxmlformats.org/drawingml/2006/main" r:embed="Red7e6323d76746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8" name="header-divider">
            <a:extLst xmlns:a="http://schemas.openxmlformats.org/drawingml/2006/main">
              <a:ext uri="{FF2B5EF4-FFF2-40B4-BE49-F238E27FC236}">
                <a16:creationId xmlns:a16="http://schemas.microsoft.com/office/drawing/2014/main" id="{1C00C6DD-55D6-41C8-A768-A00B2521DF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9" name="18b-text-1">
            <a:extLst xmlns:a="http://schemas.openxmlformats.org/drawingml/2006/main">
              <a:ext uri="{FF2B5EF4-FFF2-40B4-BE49-F238E27FC236}">
                <a16:creationId xmlns:a16="http://schemas.microsoft.com/office/drawing/2014/main" id="{419347E8-3E42-4937-BDDD-E568EB06037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60" name="18b-text-22">
            <a:extLst xmlns:a="http://schemas.openxmlformats.org/drawingml/2006/main">
              <a:ext uri="{FF2B5EF4-FFF2-40B4-BE49-F238E27FC236}">
                <a16:creationId xmlns:a16="http://schemas.microsoft.com/office/drawing/2014/main" id="{4361A4A1-2E5E-4AE9-B407-112D85B1BB1D}"/>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461" name="18b-text-23">
            <a:extLst xmlns:a="http://schemas.openxmlformats.org/drawingml/2006/main">
              <a:ext uri="{FF2B5EF4-FFF2-40B4-BE49-F238E27FC236}">
                <a16:creationId xmlns:a16="http://schemas.microsoft.com/office/drawing/2014/main" id="{15E55481-DF1F-42B1-8DE6-CC88F997BF41}"/>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462" name="18b-text-24">
            <a:extLst xmlns:a="http://schemas.openxmlformats.org/drawingml/2006/main">
              <a:ext uri="{FF2B5EF4-FFF2-40B4-BE49-F238E27FC236}">
                <a16:creationId xmlns:a16="http://schemas.microsoft.com/office/drawing/2014/main" id="{CCD283B7-8098-48E4-9485-A76D1FD8D30B}"/>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463" name="narrative-number">
            <a:extLst xmlns:a="http://schemas.openxmlformats.org/drawingml/2006/main">
              <a:ext uri="{FF2B5EF4-FFF2-40B4-BE49-F238E27FC236}">
                <a16:creationId xmlns:a16="http://schemas.microsoft.com/office/drawing/2014/main" id="{24974570-B353-4E3E-8525-CE04795520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441481233"/>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4" name="!!area-name">
            <a:extLst xmlns:a="http://schemas.openxmlformats.org/drawingml/2006/main">
              <a:ext uri="{FF2B5EF4-FFF2-40B4-BE49-F238E27FC236}">
                <a16:creationId xmlns:a16="http://schemas.microsoft.com/office/drawing/2014/main" id="{DA40065B-7231-4384-8946-463710068A0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483" name="mini-map"/>
          <p:cNvPicPr>
            <a:picLocks xmlns:a="http://schemas.openxmlformats.org/drawingml/2006/main" noChangeAspect="1"/>
          </p:cNvPicPr>
          <p:nvPr/>
        </p:nvPicPr>
        <p:blipFill>
          <a:blip xmlns:r="http://schemas.openxmlformats.org/officeDocument/2006/relationships" xmlns:a="http://schemas.openxmlformats.org/drawingml/2006/main" r:embed="Rf6b08710df6f4c7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6" name="slide-title">
            <a:extLst xmlns:a="http://schemas.openxmlformats.org/drawingml/2006/main">
              <a:ext uri="{FF2B5EF4-FFF2-40B4-BE49-F238E27FC236}">
                <a16:creationId xmlns:a16="http://schemas.microsoft.com/office/drawing/2014/main" id="{8E75C666-5AD6-46C7-9E63-B6B56AE3D9C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67" name="header-divider">
            <a:extLst xmlns:a="http://schemas.openxmlformats.org/drawingml/2006/main">
              <a:ext uri="{FF2B5EF4-FFF2-40B4-BE49-F238E27FC236}">
                <a16:creationId xmlns:a16="http://schemas.microsoft.com/office/drawing/2014/main" id="{2097DF8F-9C70-4CF2-B7A6-34BC0BF994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86"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9" name="19-text-2">
            <a:extLst xmlns:a="http://schemas.openxmlformats.org/drawingml/2006/main">
              <a:ext uri="{FF2B5EF4-FFF2-40B4-BE49-F238E27FC236}">
                <a16:creationId xmlns:a16="http://schemas.microsoft.com/office/drawing/2014/main" id="{7AC1C633-800F-4D11-B435-C64F29FCD3FE}"/>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470" name="19-text-3">
            <a:extLst xmlns:a="http://schemas.openxmlformats.org/drawingml/2006/main">
              <a:ext uri="{FF2B5EF4-FFF2-40B4-BE49-F238E27FC236}">
                <a16:creationId xmlns:a16="http://schemas.microsoft.com/office/drawing/2014/main" id="{51CB88CD-7D9E-4780-A9BD-CACC520329CF}"/>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471" name="19-shape-4">
            <a:extLst xmlns:a="http://schemas.openxmlformats.org/drawingml/2006/main">
              <a:ext uri="{FF2B5EF4-FFF2-40B4-BE49-F238E27FC236}">
                <a16:creationId xmlns:a16="http://schemas.microsoft.com/office/drawing/2014/main" id="{78CBDEB2-4C27-4530-AC59-2E19D7072984}"/>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2" name="19-shape-5">
            <a:extLst xmlns:a="http://schemas.openxmlformats.org/drawingml/2006/main">
              <a:ext uri="{FF2B5EF4-FFF2-40B4-BE49-F238E27FC236}">
                <a16:creationId xmlns:a16="http://schemas.microsoft.com/office/drawing/2014/main" id="{FA6EC659-4B1D-4718-8464-8CF622CA52F6}"/>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73" name="19-text-6">
            <a:extLst xmlns:a="http://schemas.openxmlformats.org/drawingml/2006/main">
              <a:ext uri="{FF2B5EF4-FFF2-40B4-BE49-F238E27FC236}">
                <a16:creationId xmlns:a16="http://schemas.microsoft.com/office/drawing/2014/main" id="{053FB2AB-0457-4469-822A-5DE7F6543047}"/>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74" name="19-text-7">
            <a:extLst xmlns:a="http://schemas.openxmlformats.org/drawingml/2006/main">
              <a:ext uri="{FF2B5EF4-FFF2-40B4-BE49-F238E27FC236}">
                <a16:creationId xmlns:a16="http://schemas.microsoft.com/office/drawing/2014/main" id="{90F0E5FB-4BFA-43CB-915A-D2B718B4DCD6}"/>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75" name="19-line-9">
            <a:extLst xmlns:a="http://schemas.openxmlformats.org/drawingml/2006/main">
              <a:ext uri="{FF2B5EF4-FFF2-40B4-BE49-F238E27FC236}">
                <a16:creationId xmlns:a16="http://schemas.microsoft.com/office/drawing/2014/main" id="{8E005163-5FEA-4395-92C5-02B942F2C96E}"/>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6" name="19-line-11">
            <a:extLst xmlns:a="http://schemas.openxmlformats.org/drawingml/2006/main">
              <a:ext uri="{FF2B5EF4-FFF2-40B4-BE49-F238E27FC236}">
                <a16:creationId xmlns:a16="http://schemas.microsoft.com/office/drawing/2014/main" id="{33A0584A-84B8-4576-B6A7-DEDE3EF65AF3}"/>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7" name="19-line-13">
            <a:extLst xmlns:a="http://schemas.openxmlformats.org/drawingml/2006/main">
              <a:ext uri="{FF2B5EF4-FFF2-40B4-BE49-F238E27FC236}">
                <a16:creationId xmlns:a16="http://schemas.microsoft.com/office/drawing/2014/main" id="{8516838C-3EA0-46D1-858F-0D6CDAF69726}"/>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8" name="19-text-14">
            <a:extLst xmlns:a="http://schemas.openxmlformats.org/drawingml/2006/main">
              <a:ext uri="{FF2B5EF4-FFF2-40B4-BE49-F238E27FC236}">
                <a16:creationId xmlns:a16="http://schemas.microsoft.com/office/drawing/2014/main" id="{038A6F96-7995-4756-BA5F-C839FBDB5126}"/>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79" name="19-text-15">
            <a:extLst xmlns:a="http://schemas.openxmlformats.org/drawingml/2006/main">
              <a:ext uri="{FF2B5EF4-FFF2-40B4-BE49-F238E27FC236}">
                <a16:creationId xmlns:a16="http://schemas.microsoft.com/office/drawing/2014/main" id="{9E060FA1-AF10-4A08-B419-C2849725249D}"/>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80" name="19-text-16">
            <a:extLst xmlns:a="http://schemas.openxmlformats.org/drawingml/2006/main">
              <a:ext uri="{FF2B5EF4-FFF2-40B4-BE49-F238E27FC236}">
                <a16:creationId xmlns:a16="http://schemas.microsoft.com/office/drawing/2014/main" id="{837BDBDD-0E61-4EA0-A9CB-D38528219521}"/>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81" name="narrative-number">
            <a:extLst xmlns:a="http://schemas.openxmlformats.org/drawingml/2006/main">
              <a:ext uri="{FF2B5EF4-FFF2-40B4-BE49-F238E27FC236}">
                <a16:creationId xmlns:a16="http://schemas.microsoft.com/office/drawing/2014/main" id="{F31F2E3A-5413-4F54-B0A6-5E2EFA715D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41572171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1"/>
                                        </p:tgtEl>
                                        <p:attrNameLst>
                                          <p:attrName>style.visibility</p:attrName>
                                        </p:attrNameLst>
                                      </p:cBhvr>
                                      <p:to>
                                        <p:strVal val="visible"/>
                                      </p:to>
                                    </p:set>
                                    <p:animEffect transition="in" filter="fade">
                                      <p:cBhvr>
                                        <p:cTn id="7" dur="300" fill="hold"/>
                                        <p:tgtEl>
                                          <p:spTgt spid="471"/>
                                        </p:tgtEl>
                                      </p:cBhvr>
                                    </p:animEffect>
                                  </p:childTnLst>
                                </p:cTn>
                              </p:par>
                              <p:par>
                                <p:cTn id="8" presetID="10" presetClass="entr" presetSubtype="0" fill="hold" nodeType="withEffect">
                                  <p:stCondLst>
                                    <p:cond delay="0"/>
                                  </p:stCondLst>
                                  <p:childTnLst>
                                    <p:set>
                                      <p:cBhvr>
                                        <p:cTn id="9" dur="1" fill="hold">
                                          <p:stCondLst>
                                            <p:cond delay="0"/>
                                          </p:stCondLst>
                                        </p:cTn>
                                        <p:tgtEl>
                                          <p:spTgt spid="472"/>
                                        </p:tgtEl>
                                        <p:attrNameLst>
                                          <p:attrName>style.visibility</p:attrName>
                                        </p:attrNameLst>
                                      </p:cBhvr>
                                      <p:to>
                                        <p:strVal val="visible"/>
                                      </p:to>
                                    </p:set>
                                    <p:animEffect transition="in" filter="fade">
                                      <p:cBhvr>
                                        <p:cTn id="10" dur="300" fill="hold"/>
                                        <p:tgtEl>
                                          <p:spTgt spid="472"/>
                                        </p:tgtEl>
                                      </p:cBhvr>
                                    </p:animEffect>
                                  </p:childTnLst>
                                </p:cTn>
                              </p:par>
                              <p:par>
                                <p:cTn id="11" presetID="10" presetClass="entr" presetSubtype="0" fill="hold" nodeType="withEffect">
                                  <p:stCondLst>
                                    <p:cond delay="0"/>
                                  </p:stCondLst>
                                  <p:childTnLst>
                                    <p:set>
                                      <p:cBhvr>
                                        <p:cTn id="12" dur="1" fill="hold">
                                          <p:stCondLst>
                                            <p:cond delay="0"/>
                                          </p:stCondLst>
                                        </p:cTn>
                                        <p:tgtEl>
                                          <p:spTgt spid="473"/>
                                        </p:tgtEl>
                                        <p:attrNameLst>
                                          <p:attrName>style.visibility</p:attrName>
                                        </p:attrNameLst>
                                      </p:cBhvr>
                                      <p:to>
                                        <p:strVal val="visible"/>
                                      </p:to>
                                    </p:set>
                                    <p:animEffect transition="in" filter="fade">
                                      <p:cBhvr>
                                        <p:cTn id="13" dur="300" fill="hold"/>
                                        <p:tgtEl>
                                          <p:spTgt spid="473"/>
                                        </p:tgtEl>
                                      </p:cBhvr>
                                    </p:animEffect>
                                  </p:childTnLst>
                                </p:cTn>
                              </p:par>
                              <p:par>
                                <p:cTn id="14" presetID="10" presetClass="entr" presetSubtype="0" fill="hold" nodeType="withEffect">
                                  <p:stCondLst>
                                    <p:cond delay="0"/>
                                  </p:stCondLst>
                                  <p:childTnLst>
                                    <p:set>
                                      <p:cBhvr>
                                        <p:cTn id="15" dur="1" fill="hold">
                                          <p:stCondLst>
                                            <p:cond delay="0"/>
                                          </p:stCondLst>
                                        </p:cTn>
                                        <p:tgtEl>
                                          <p:spTgt spid="474"/>
                                        </p:tgtEl>
                                        <p:attrNameLst>
                                          <p:attrName>style.visibility</p:attrName>
                                        </p:attrNameLst>
                                      </p:cBhvr>
                                      <p:to>
                                        <p:strVal val="visible"/>
                                      </p:to>
                                    </p:set>
                                    <p:animEffect transition="in" filter="fade">
                                      <p:cBhvr>
                                        <p:cTn id="16" dur="300" fill="hold"/>
                                        <p:tgtEl>
                                          <p:spTgt spid="474"/>
                                        </p:tgtEl>
                                      </p:cBhvr>
                                    </p:animEffect>
                                  </p:childTnLst>
                                </p:cTn>
                              </p:par>
                              <p:par>
                                <p:cTn id="17" presetID="1" presetClass="entr" presetSubtype="0" fill="hold" nodeType="withEffect">
                                  <p:stCondLst>
                                    <p:cond delay="0"/>
                                  </p:stCondLst>
                                  <p:childTnLst>
                                    <p:set>
                                      <p:cBhvr>
                                        <p:cTn id="18" dur="1" fill="hold">
                                          <p:stCondLst>
                                            <p:cond delay="0"/>
                                          </p:stCondLst>
                                        </p:cTn>
                                        <p:tgtEl>
                                          <p:spTgt spid="47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84" name="19b-image-1"/>
          <p:cNvPicPr>
            <a:picLocks xmlns:a="http://schemas.openxmlformats.org/drawingml/2006/main" noChangeAspect="1"/>
          </p:cNvPicPr>
          <p:nvPr/>
        </p:nvPicPr>
        <p:blipFill>
          <a:blip xmlns:r="http://schemas.openxmlformats.org/officeDocument/2006/relationships" xmlns:a="http://schemas.openxmlformats.org/drawingml/2006/main" r:embed="R8720f7638bb84b6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83" name="narrative-number">
            <a:extLst xmlns:a="http://schemas.openxmlformats.org/drawingml/2006/main">
              <a:ext uri="{FF2B5EF4-FFF2-40B4-BE49-F238E27FC236}">
                <a16:creationId xmlns:a16="http://schemas.microsoft.com/office/drawing/2014/main" id="{D15DC51E-EC63-4D57-8795-C52DE3CCD6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850413807"/>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4" name="section-label">
            <a:extLst xmlns:a="http://schemas.openxmlformats.org/drawingml/2006/main">
              <a:ext uri="{FF2B5EF4-FFF2-40B4-BE49-F238E27FC236}">
                <a16:creationId xmlns:a16="http://schemas.microsoft.com/office/drawing/2014/main" id="{9732397C-5942-4131-8B75-1997436C880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85" name="section-rule">
            <a:extLst xmlns:a="http://schemas.openxmlformats.org/drawingml/2006/main">
              <a:ext uri="{FF2B5EF4-FFF2-40B4-BE49-F238E27FC236}">
                <a16:creationId xmlns:a16="http://schemas.microsoft.com/office/drawing/2014/main" id="{B9E3E484-AB56-4FB6-8B81-0C630615547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6" name="section-title">
            <a:extLst xmlns:a="http://schemas.openxmlformats.org/drawingml/2006/main">
              <a:ext uri="{FF2B5EF4-FFF2-40B4-BE49-F238E27FC236}">
                <a16:creationId xmlns:a16="http://schemas.microsoft.com/office/drawing/2014/main" id="{5E60D36E-5327-4094-84F5-916F48D9F90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87" name="narrative-number">
            <a:extLst xmlns:a="http://schemas.openxmlformats.org/drawingml/2006/main">
              <a:ext uri="{FF2B5EF4-FFF2-40B4-BE49-F238E27FC236}">
                <a16:creationId xmlns:a16="http://schemas.microsoft.com/office/drawing/2014/main" id="{447A53DC-2203-4B55-A7BB-1DB46B70AE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123506984"/>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8" name="!!area-name">
            <a:extLst xmlns:a="http://schemas.openxmlformats.org/drawingml/2006/main">
              <a:ext uri="{FF2B5EF4-FFF2-40B4-BE49-F238E27FC236}">
                <a16:creationId xmlns:a16="http://schemas.microsoft.com/office/drawing/2014/main" id="{3D2D9090-9D06-4EE3-A371-CB796D9EF79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95" name="mini-map"/>
          <p:cNvPicPr>
            <a:picLocks xmlns:a="http://schemas.openxmlformats.org/drawingml/2006/main" noChangeAspect="1"/>
          </p:cNvPicPr>
          <p:nvPr/>
        </p:nvPicPr>
        <p:blipFill>
          <a:blip xmlns:r="http://schemas.openxmlformats.org/officeDocument/2006/relationships" xmlns:a="http://schemas.openxmlformats.org/drawingml/2006/main" r:embed="Rf6492d2801804d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0" name="slide-title">
            <a:extLst xmlns:a="http://schemas.openxmlformats.org/drawingml/2006/main">
              <a:ext uri="{FF2B5EF4-FFF2-40B4-BE49-F238E27FC236}">
                <a16:creationId xmlns:a16="http://schemas.microsoft.com/office/drawing/2014/main" id="{9E7A2E7E-0815-4B54-BD94-F161F09135A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91" name="header-divider">
            <a:extLst xmlns:a="http://schemas.openxmlformats.org/drawingml/2006/main">
              <a:ext uri="{FF2B5EF4-FFF2-40B4-BE49-F238E27FC236}">
                <a16:creationId xmlns:a16="http://schemas.microsoft.com/office/drawing/2014/main" id="{D7F7263B-83B5-4405-AC12-D1C34C5990C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98"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3" name="narrative-number">
            <a:extLst xmlns:a="http://schemas.openxmlformats.org/drawingml/2006/main">
              <a:ext uri="{FF2B5EF4-FFF2-40B4-BE49-F238E27FC236}">
                <a16:creationId xmlns:a16="http://schemas.microsoft.com/office/drawing/2014/main" id="{3CED2FC4-2BBE-43BF-98B3-8006729AA7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996680347"/>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4" name="!!area-name">
            <a:extLst xmlns:a="http://schemas.openxmlformats.org/drawingml/2006/main">
              <a:ext uri="{FF2B5EF4-FFF2-40B4-BE49-F238E27FC236}">
                <a16:creationId xmlns:a16="http://schemas.microsoft.com/office/drawing/2014/main" id="{105BC0B8-0B78-4950-B9FD-3D98FB5917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03" name="mini-map"/>
          <p:cNvPicPr>
            <a:picLocks xmlns:a="http://schemas.openxmlformats.org/drawingml/2006/main" noChangeAspect="1"/>
          </p:cNvPicPr>
          <p:nvPr/>
        </p:nvPicPr>
        <p:blipFill>
          <a:blip xmlns:r="http://schemas.openxmlformats.org/officeDocument/2006/relationships" xmlns:a="http://schemas.openxmlformats.org/drawingml/2006/main" r:embed="Rbfe9e5c4a364456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6" name="slide-title">
            <a:extLst xmlns:a="http://schemas.openxmlformats.org/drawingml/2006/main">
              <a:ext uri="{FF2B5EF4-FFF2-40B4-BE49-F238E27FC236}">
                <a16:creationId xmlns:a16="http://schemas.microsoft.com/office/drawing/2014/main" id="{66560AFC-EFD9-4D6E-B823-E96F12C53C0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97" name="header-divider">
            <a:extLst xmlns:a="http://schemas.openxmlformats.org/drawingml/2006/main">
              <a:ext uri="{FF2B5EF4-FFF2-40B4-BE49-F238E27FC236}">
                <a16:creationId xmlns:a16="http://schemas.microsoft.com/office/drawing/2014/main" id="{C5CB632C-CEDF-4175-80B6-E38B0913F77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8" name="21-text-2">
            <a:extLst xmlns:a="http://schemas.openxmlformats.org/drawingml/2006/main">
              <a:ext uri="{FF2B5EF4-FFF2-40B4-BE49-F238E27FC236}">
                <a16:creationId xmlns:a16="http://schemas.microsoft.com/office/drawing/2014/main" id="{A43282F7-5111-4916-94F0-CBEB0E887D2E}"/>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499" name="21-text-3">
            <a:extLst xmlns:a="http://schemas.openxmlformats.org/drawingml/2006/main">
              <a:ext uri="{FF2B5EF4-FFF2-40B4-BE49-F238E27FC236}">
                <a16:creationId xmlns:a16="http://schemas.microsoft.com/office/drawing/2014/main" id="{7B105E56-78A9-4738-8C9A-B7A4DEB230AF}"/>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00" name="21-text-4">
            <a:extLst xmlns:a="http://schemas.openxmlformats.org/drawingml/2006/main">
              <a:ext uri="{FF2B5EF4-FFF2-40B4-BE49-F238E27FC236}">
                <a16:creationId xmlns:a16="http://schemas.microsoft.com/office/drawing/2014/main" id="{F1D30B59-FF1F-4C6B-BCF3-6D6FAF56A6D3}"/>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01" name="narrative-number">
            <a:extLst xmlns:a="http://schemas.openxmlformats.org/drawingml/2006/main">
              <a:ext uri="{FF2B5EF4-FFF2-40B4-BE49-F238E27FC236}">
                <a16:creationId xmlns:a16="http://schemas.microsoft.com/office/drawing/2014/main" id="{096927E1-3EDD-480D-8F1F-5C12D557EB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337305343"/>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2" name="!!area-name">
            <a:extLst xmlns:a="http://schemas.openxmlformats.org/drawingml/2006/main">
              <a:ext uri="{FF2B5EF4-FFF2-40B4-BE49-F238E27FC236}">
                <a16:creationId xmlns:a16="http://schemas.microsoft.com/office/drawing/2014/main" id="{3E723AA6-D001-447C-9A79-A9EE10C7270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18" name="mini-map"/>
          <p:cNvPicPr>
            <a:picLocks xmlns:a="http://schemas.openxmlformats.org/drawingml/2006/main" noChangeAspect="1"/>
          </p:cNvPicPr>
          <p:nvPr/>
        </p:nvPicPr>
        <p:blipFill>
          <a:blip xmlns:r="http://schemas.openxmlformats.org/officeDocument/2006/relationships" xmlns:a="http://schemas.openxmlformats.org/drawingml/2006/main" r:embed="Rfe60ebb88f9849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4" name="slide-title">
            <a:extLst xmlns:a="http://schemas.openxmlformats.org/drawingml/2006/main">
              <a:ext uri="{FF2B5EF4-FFF2-40B4-BE49-F238E27FC236}">
                <a16:creationId xmlns:a16="http://schemas.microsoft.com/office/drawing/2014/main" id="{6C038357-1815-4CE3-9C2A-18FD7DFDC26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05" name="header-divider">
            <a:extLst xmlns:a="http://schemas.openxmlformats.org/drawingml/2006/main">
              <a:ext uri="{FF2B5EF4-FFF2-40B4-BE49-F238E27FC236}">
                <a16:creationId xmlns:a16="http://schemas.microsoft.com/office/drawing/2014/main" id="{0CB2E6A7-4221-455C-B8E1-22298DFAB76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6" name="22-text-1">
            <a:extLst xmlns:a="http://schemas.openxmlformats.org/drawingml/2006/main">
              <a:ext uri="{FF2B5EF4-FFF2-40B4-BE49-F238E27FC236}">
                <a16:creationId xmlns:a16="http://schemas.microsoft.com/office/drawing/2014/main" id="{065267AE-C0F2-42C5-9644-6277CFA6A61B}"/>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07" name="22-line-3">
            <a:extLst xmlns:a="http://schemas.openxmlformats.org/drawingml/2006/main">
              <a:ext uri="{FF2B5EF4-FFF2-40B4-BE49-F238E27FC236}">
                <a16:creationId xmlns:a16="http://schemas.microsoft.com/office/drawing/2014/main" id="{27905253-70D8-4EA6-9A4C-D23FF3E2A123}"/>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08" name="22-text-4">
            <a:extLst xmlns:a="http://schemas.openxmlformats.org/drawingml/2006/main">
              <a:ext uri="{FF2B5EF4-FFF2-40B4-BE49-F238E27FC236}">
                <a16:creationId xmlns:a16="http://schemas.microsoft.com/office/drawing/2014/main" id="{16865E3D-261A-4BE7-BAC7-F9102437D1E2}"/>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09" name="22-text-5">
            <a:extLst xmlns:a="http://schemas.openxmlformats.org/drawingml/2006/main">
              <a:ext uri="{FF2B5EF4-FFF2-40B4-BE49-F238E27FC236}">
                <a16:creationId xmlns:a16="http://schemas.microsoft.com/office/drawing/2014/main" id="{E6EF5D28-7D9F-47E4-B8A8-A7FD1391360E}"/>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10" name="22-line-7">
            <a:extLst xmlns:a="http://schemas.openxmlformats.org/drawingml/2006/main">
              <a:ext uri="{FF2B5EF4-FFF2-40B4-BE49-F238E27FC236}">
                <a16:creationId xmlns:a16="http://schemas.microsoft.com/office/drawing/2014/main" id="{0D7AE9E7-BFF3-41AC-B3D0-7319F50CC715}"/>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11" name="22-text-8">
            <a:extLst xmlns:a="http://schemas.openxmlformats.org/drawingml/2006/main">
              <a:ext uri="{FF2B5EF4-FFF2-40B4-BE49-F238E27FC236}">
                <a16:creationId xmlns:a16="http://schemas.microsoft.com/office/drawing/2014/main" id="{B35FF7AA-83E6-4907-A947-9323098CEA60}"/>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12" name="22-text-9">
            <a:extLst xmlns:a="http://schemas.openxmlformats.org/drawingml/2006/main">
              <a:ext uri="{FF2B5EF4-FFF2-40B4-BE49-F238E27FC236}">
                <a16:creationId xmlns:a16="http://schemas.microsoft.com/office/drawing/2014/main" id="{64FBE42C-D3D3-4A7F-BFB1-AAE6D2AC70FD}"/>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13" name="22-line-11">
            <a:extLst xmlns:a="http://schemas.openxmlformats.org/drawingml/2006/main">
              <a:ext uri="{FF2B5EF4-FFF2-40B4-BE49-F238E27FC236}">
                <a16:creationId xmlns:a16="http://schemas.microsoft.com/office/drawing/2014/main" id="{9270CA33-3638-438F-B0EE-D4FF91E7CF14}"/>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14" name="22-text-12">
            <a:extLst xmlns:a="http://schemas.openxmlformats.org/drawingml/2006/main">
              <a:ext uri="{FF2B5EF4-FFF2-40B4-BE49-F238E27FC236}">
                <a16:creationId xmlns:a16="http://schemas.microsoft.com/office/drawing/2014/main" id="{FFA9FBDA-692F-427B-92F7-24289A5D89A5}"/>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15" name="22-text-13">
            <a:extLst xmlns:a="http://schemas.openxmlformats.org/drawingml/2006/main">
              <a:ext uri="{FF2B5EF4-FFF2-40B4-BE49-F238E27FC236}">
                <a16:creationId xmlns:a16="http://schemas.microsoft.com/office/drawing/2014/main" id="{78E9EB5E-D3E1-4897-BBEC-50865704F047}"/>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16" name="narrative-number">
            <a:extLst xmlns:a="http://schemas.openxmlformats.org/drawingml/2006/main">
              <a:ext uri="{FF2B5EF4-FFF2-40B4-BE49-F238E27FC236}">
                <a16:creationId xmlns:a16="http://schemas.microsoft.com/office/drawing/2014/main" id="{173F8B43-C881-4CEC-95BB-516BBF094E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644309359"/>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7" name="!!area-name">
            <a:extLst xmlns:a="http://schemas.openxmlformats.org/drawingml/2006/main">
              <a:ext uri="{FF2B5EF4-FFF2-40B4-BE49-F238E27FC236}">
                <a16:creationId xmlns:a16="http://schemas.microsoft.com/office/drawing/2014/main" id="{4AAE4ED9-EC65-4353-AA99-B8ADA701343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30" name="mini-map"/>
          <p:cNvPicPr>
            <a:picLocks xmlns:a="http://schemas.openxmlformats.org/drawingml/2006/main" noChangeAspect="1"/>
          </p:cNvPicPr>
          <p:nvPr/>
        </p:nvPicPr>
        <p:blipFill>
          <a:blip xmlns:r="http://schemas.openxmlformats.org/officeDocument/2006/relationships" xmlns:a="http://schemas.openxmlformats.org/drawingml/2006/main" r:embed="R8b253d2ecd1d44f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9" name="header-divider">
            <a:extLst xmlns:a="http://schemas.openxmlformats.org/drawingml/2006/main">
              <a:ext uri="{FF2B5EF4-FFF2-40B4-BE49-F238E27FC236}">
                <a16:creationId xmlns:a16="http://schemas.microsoft.com/office/drawing/2014/main" id="{29EC2A67-48D4-4805-8B5C-0AD00F9701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0" name="22b-text-1">
            <a:extLst xmlns:a="http://schemas.openxmlformats.org/drawingml/2006/main">
              <a:ext uri="{FF2B5EF4-FFF2-40B4-BE49-F238E27FC236}">
                <a16:creationId xmlns:a16="http://schemas.microsoft.com/office/drawing/2014/main" id="{996B502C-2E42-4D2B-8BF6-B9C3A81C4DE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21" name="22b-text-2">
            <a:extLst xmlns:a="http://schemas.openxmlformats.org/drawingml/2006/main">
              <a:ext uri="{FF2B5EF4-FFF2-40B4-BE49-F238E27FC236}">
                <a16:creationId xmlns:a16="http://schemas.microsoft.com/office/drawing/2014/main" id="{801344C5-42E6-40AF-B246-6F1849CA7CF9}"/>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522" name="22b-text-3">
            <a:extLst xmlns:a="http://schemas.openxmlformats.org/drawingml/2006/main">
              <a:ext uri="{FF2B5EF4-FFF2-40B4-BE49-F238E27FC236}">
                <a16:creationId xmlns:a16="http://schemas.microsoft.com/office/drawing/2014/main" id="{7B330B5C-4B11-482D-9494-E6EEED077D2E}"/>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23" name="22b-text-4">
            <a:extLst xmlns:a="http://schemas.openxmlformats.org/drawingml/2006/main">
              <a:ext uri="{FF2B5EF4-FFF2-40B4-BE49-F238E27FC236}">
                <a16:creationId xmlns:a16="http://schemas.microsoft.com/office/drawing/2014/main" id="{9A8D099F-691D-4DFB-8407-C6F51228A8AB}"/>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524" name="22b-text-5">
            <a:extLst xmlns:a="http://schemas.openxmlformats.org/drawingml/2006/main">
              <a:ext uri="{FF2B5EF4-FFF2-40B4-BE49-F238E27FC236}">
                <a16:creationId xmlns:a16="http://schemas.microsoft.com/office/drawing/2014/main" id="{6F06F145-E374-4B84-AD48-628732152CB9}"/>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525" name="22b-text-6">
            <a:extLst xmlns:a="http://schemas.openxmlformats.org/drawingml/2006/main">
              <a:ext uri="{FF2B5EF4-FFF2-40B4-BE49-F238E27FC236}">
                <a16:creationId xmlns:a16="http://schemas.microsoft.com/office/drawing/2014/main" id="{7C7202E6-FA90-4A16-884D-5CE3FBD791AC}"/>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526" name="22b-text-7">
            <a:extLst xmlns:a="http://schemas.openxmlformats.org/drawingml/2006/main">
              <a:ext uri="{FF2B5EF4-FFF2-40B4-BE49-F238E27FC236}">
                <a16:creationId xmlns:a16="http://schemas.microsoft.com/office/drawing/2014/main" id="{A10C6774-CB73-4140-9A8B-D50C750FC0A1}"/>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527" name="22b-text-8">
            <a:extLst xmlns:a="http://schemas.openxmlformats.org/drawingml/2006/main">
              <a:ext uri="{FF2B5EF4-FFF2-40B4-BE49-F238E27FC236}">
                <a16:creationId xmlns:a16="http://schemas.microsoft.com/office/drawing/2014/main" id="{79115F38-1AB1-4AB1-9A42-47A4ADF8171C}"/>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528" name="narrative-number">
            <a:extLst xmlns:a="http://schemas.openxmlformats.org/drawingml/2006/main">
              <a:ext uri="{FF2B5EF4-FFF2-40B4-BE49-F238E27FC236}">
                <a16:creationId xmlns:a16="http://schemas.microsoft.com/office/drawing/2014/main" id="{787CEA88-1596-4877-90BC-8DDC0C2EE3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65915385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9" name="!!area-name">
            <a:extLst xmlns:a="http://schemas.openxmlformats.org/drawingml/2006/main">
              <a:ext uri="{FF2B5EF4-FFF2-40B4-BE49-F238E27FC236}">
                <a16:creationId xmlns:a16="http://schemas.microsoft.com/office/drawing/2014/main" id="{277F37E6-27A4-4F27-8D93-F675FC959A5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37" name="mini-map"/>
          <p:cNvPicPr>
            <a:picLocks xmlns:a="http://schemas.openxmlformats.org/drawingml/2006/main" noChangeAspect="1"/>
          </p:cNvPicPr>
          <p:nvPr/>
        </p:nvPicPr>
        <p:blipFill>
          <a:blip xmlns:r="http://schemas.openxmlformats.org/officeDocument/2006/relationships" xmlns:a="http://schemas.openxmlformats.org/drawingml/2006/main" r:embed="Rbab8306c1f64404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1" name="header-divider">
            <a:extLst xmlns:a="http://schemas.openxmlformats.org/drawingml/2006/main">
              <a:ext uri="{FF2B5EF4-FFF2-40B4-BE49-F238E27FC236}">
                <a16:creationId xmlns:a16="http://schemas.microsoft.com/office/drawing/2014/main" id="{071F1745-4C76-487D-9078-EA3675B3A2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2" name="22b-text-1">
            <a:extLst xmlns:a="http://schemas.openxmlformats.org/drawingml/2006/main">
              <a:ext uri="{FF2B5EF4-FFF2-40B4-BE49-F238E27FC236}">
                <a16:creationId xmlns:a16="http://schemas.microsoft.com/office/drawing/2014/main" id="{24FAA6E0-74BB-4F77-81E6-A749201A7AB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33" name="22b-text-9">
            <a:extLst xmlns:a="http://schemas.openxmlformats.org/drawingml/2006/main">
              <a:ext uri="{FF2B5EF4-FFF2-40B4-BE49-F238E27FC236}">
                <a16:creationId xmlns:a16="http://schemas.microsoft.com/office/drawing/2014/main" id="{A876CFCA-BF39-4748-BA60-A41E91D258D3}"/>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534" name="22b-text-10">
            <a:extLst xmlns:a="http://schemas.openxmlformats.org/drawingml/2006/main">
              <a:ext uri="{FF2B5EF4-FFF2-40B4-BE49-F238E27FC236}">
                <a16:creationId xmlns:a16="http://schemas.microsoft.com/office/drawing/2014/main" id="{7A89188E-93A9-4229-A27D-F8D214667662}"/>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535" name="narrative-number">
            <a:extLst xmlns:a="http://schemas.openxmlformats.org/drawingml/2006/main">
              <a:ext uri="{FF2B5EF4-FFF2-40B4-BE49-F238E27FC236}">
                <a16:creationId xmlns:a16="http://schemas.microsoft.com/office/drawing/2014/main" id="{03783605-535D-4E18-B619-A064CFD2B4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159235110"/>
      </p:ext>
    </p:extLst>
  </p:cSld>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6" name="!!area-name">
            <a:extLst xmlns:a="http://schemas.openxmlformats.org/drawingml/2006/main">
              <a:ext uri="{FF2B5EF4-FFF2-40B4-BE49-F238E27FC236}">
                <a16:creationId xmlns:a16="http://schemas.microsoft.com/office/drawing/2014/main" id="{6C1CBBCC-3EA5-465C-A3DC-9638E4D169DC}"/>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37" name="header-divider">
            <a:extLst xmlns:a="http://schemas.openxmlformats.org/drawingml/2006/main">
              <a:ext uri="{FF2B5EF4-FFF2-40B4-BE49-F238E27FC236}">
                <a16:creationId xmlns:a16="http://schemas.microsoft.com/office/drawing/2014/main" id="{629E4B89-A022-4344-A3C3-42D964197C0F}"/>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8" name="23-shape-1">
            <a:extLst xmlns:a="http://schemas.openxmlformats.org/drawingml/2006/main">
              <a:ext uri="{FF2B5EF4-FFF2-40B4-BE49-F238E27FC236}">
                <a16:creationId xmlns:a16="http://schemas.microsoft.com/office/drawing/2014/main" id="{B2DA8647-D708-4908-A7ED-E6D7708D7BFF}"/>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9" name="23-shape-2">
            <a:extLst xmlns:a="http://schemas.openxmlformats.org/drawingml/2006/main">
              <a:ext uri="{FF2B5EF4-FFF2-40B4-BE49-F238E27FC236}">
                <a16:creationId xmlns:a16="http://schemas.microsoft.com/office/drawing/2014/main" id="{7415C888-5498-4934-AD96-5D42CF783ADA}"/>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40" name="23-text-3">
            <a:extLst xmlns:a="http://schemas.openxmlformats.org/drawingml/2006/main">
              <a:ext uri="{FF2B5EF4-FFF2-40B4-BE49-F238E27FC236}">
                <a16:creationId xmlns:a16="http://schemas.microsoft.com/office/drawing/2014/main" id="{B09DA8D2-FC97-49D7-B173-EB488F28B870}"/>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41" name="23-text-4">
            <a:extLst xmlns:a="http://schemas.openxmlformats.org/drawingml/2006/main">
              <a:ext uri="{FF2B5EF4-FFF2-40B4-BE49-F238E27FC236}">
                <a16:creationId xmlns:a16="http://schemas.microsoft.com/office/drawing/2014/main" id="{07F32C9C-469F-4250-8749-03E44B78FDF2}"/>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542" name="23-shape-5">
            <a:extLst xmlns:a="http://schemas.openxmlformats.org/drawingml/2006/main">
              <a:ext uri="{FF2B5EF4-FFF2-40B4-BE49-F238E27FC236}">
                <a16:creationId xmlns:a16="http://schemas.microsoft.com/office/drawing/2014/main" id="{D0247DD5-7FE9-402C-9505-E5046D29505D}"/>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3" name="23-shape-6">
            <a:extLst xmlns:a="http://schemas.openxmlformats.org/drawingml/2006/main">
              <a:ext uri="{FF2B5EF4-FFF2-40B4-BE49-F238E27FC236}">
                <a16:creationId xmlns:a16="http://schemas.microsoft.com/office/drawing/2014/main" id="{C6DEFD2F-194E-4414-B50D-A0F65607B8EE}"/>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4" name="23-text-7">
            <a:extLst xmlns:a="http://schemas.openxmlformats.org/drawingml/2006/main">
              <a:ext uri="{FF2B5EF4-FFF2-40B4-BE49-F238E27FC236}">
                <a16:creationId xmlns:a16="http://schemas.microsoft.com/office/drawing/2014/main" id="{4160FA16-98D8-4C08-94E2-1815B0D23496}"/>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545" name="23-text-8">
            <a:extLst xmlns:a="http://schemas.openxmlformats.org/drawingml/2006/main">
              <a:ext uri="{FF2B5EF4-FFF2-40B4-BE49-F238E27FC236}">
                <a16:creationId xmlns:a16="http://schemas.microsoft.com/office/drawing/2014/main" id="{51B5B5C3-02B9-428C-A5BF-DB0053CC4F93}"/>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546" name="23-shape-9">
            <a:extLst xmlns:a="http://schemas.openxmlformats.org/drawingml/2006/main">
              <a:ext uri="{FF2B5EF4-FFF2-40B4-BE49-F238E27FC236}">
                <a16:creationId xmlns:a16="http://schemas.microsoft.com/office/drawing/2014/main" id="{05A2F0A7-7C2F-4012-B7F2-E44867D6DF67}"/>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7" name="23-shape-10">
            <a:extLst xmlns:a="http://schemas.openxmlformats.org/drawingml/2006/main">
              <a:ext uri="{FF2B5EF4-FFF2-40B4-BE49-F238E27FC236}">
                <a16:creationId xmlns:a16="http://schemas.microsoft.com/office/drawing/2014/main" id="{56DA6D44-6DEE-4B52-94A3-250FC33C3A99}"/>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8" name="23-text-11">
            <a:extLst xmlns:a="http://schemas.openxmlformats.org/drawingml/2006/main">
              <a:ext uri="{FF2B5EF4-FFF2-40B4-BE49-F238E27FC236}">
                <a16:creationId xmlns:a16="http://schemas.microsoft.com/office/drawing/2014/main" id="{9F305B60-109F-4232-8C1C-847DF21014E1}"/>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549" name="23-text-12">
            <a:extLst xmlns:a="http://schemas.openxmlformats.org/drawingml/2006/main">
              <a:ext uri="{FF2B5EF4-FFF2-40B4-BE49-F238E27FC236}">
                <a16:creationId xmlns:a16="http://schemas.microsoft.com/office/drawing/2014/main" id="{789435FA-7080-4662-B439-DC8483A74833}"/>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550" name="23-shape-13">
            <a:extLst xmlns:a="http://schemas.openxmlformats.org/drawingml/2006/main">
              <a:ext uri="{FF2B5EF4-FFF2-40B4-BE49-F238E27FC236}">
                <a16:creationId xmlns:a16="http://schemas.microsoft.com/office/drawing/2014/main" id="{D72DBD1A-6F55-4A3E-850A-8A86E05C7668}"/>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1" name="23-shape-14">
            <a:extLst xmlns:a="http://schemas.openxmlformats.org/drawingml/2006/main">
              <a:ext uri="{FF2B5EF4-FFF2-40B4-BE49-F238E27FC236}">
                <a16:creationId xmlns:a16="http://schemas.microsoft.com/office/drawing/2014/main" id="{18B482C2-265D-4E80-A8B6-B26D489B1047}"/>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2" name="23-text-15">
            <a:extLst xmlns:a="http://schemas.openxmlformats.org/drawingml/2006/main">
              <a:ext uri="{FF2B5EF4-FFF2-40B4-BE49-F238E27FC236}">
                <a16:creationId xmlns:a16="http://schemas.microsoft.com/office/drawing/2014/main" id="{4C371537-7BC8-4AF6-BA84-9048D1E532D0}"/>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53" name="23-text-16">
            <a:extLst xmlns:a="http://schemas.openxmlformats.org/drawingml/2006/main">
              <a:ext uri="{FF2B5EF4-FFF2-40B4-BE49-F238E27FC236}">
                <a16:creationId xmlns:a16="http://schemas.microsoft.com/office/drawing/2014/main" id="{D4DF5B07-2DE6-475B-83C7-8C267EF58F9B}"/>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554" name="23-shape-17">
            <a:extLst xmlns:a="http://schemas.openxmlformats.org/drawingml/2006/main">
              <a:ext uri="{FF2B5EF4-FFF2-40B4-BE49-F238E27FC236}">
                <a16:creationId xmlns:a16="http://schemas.microsoft.com/office/drawing/2014/main" id="{F52F6271-89DA-4317-9CCF-75A785DCA42B}"/>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5" name="23-shape-18">
            <a:extLst xmlns:a="http://schemas.openxmlformats.org/drawingml/2006/main">
              <a:ext uri="{FF2B5EF4-FFF2-40B4-BE49-F238E27FC236}">
                <a16:creationId xmlns:a16="http://schemas.microsoft.com/office/drawing/2014/main" id="{9EB51DEC-25C9-4345-80D0-632406BD33D0}"/>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56" name="23-text-19">
            <a:extLst xmlns:a="http://schemas.openxmlformats.org/drawingml/2006/main">
              <a:ext uri="{FF2B5EF4-FFF2-40B4-BE49-F238E27FC236}">
                <a16:creationId xmlns:a16="http://schemas.microsoft.com/office/drawing/2014/main" id="{DEF73DDF-397D-43EC-9BF4-DF4CCCB24E26}"/>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557" name="23-text-20">
            <a:extLst xmlns:a="http://schemas.openxmlformats.org/drawingml/2006/main">
              <a:ext uri="{FF2B5EF4-FFF2-40B4-BE49-F238E27FC236}">
                <a16:creationId xmlns:a16="http://schemas.microsoft.com/office/drawing/2014/main" id="{10DC9EEF-3CDA-4061-8E98-4BC1E11B1DEF}"/>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558" name="23-shape-21">
            <a:extLst xmlns:a="http://schemas.openxmlformats.org/drawingml/2006/main">
              <a:ext uri="{FF2B5EF4-FFF2-40B4-BE49-F238E27FC236}">
                <a16:creationId xmlns:a16="http://schemas.microsoft.com/office/drawing/2014/main" id="{C10AD362-5584-46C5-9C6D-2BE7AEADB61F}"/>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9" name="23-shape-22">
            <a:extLst xmlns:a="http://schemas.openxmlformats.org/drawingml/2006/main">
              <a:ext uri="{FF2B5EF4-FFF2-40B4-BE49-F238E27FC236}">
                <a16:creationId xmlns:a16="http://schemas.microsoft.com/office/drawing/2014/main" id="{E7A3CE74-0EC3-4EDB-B54F-DC246D936F09}"/>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60" name="23-text-23">
            <a:extLst xmlns:a="http://schemas.openxmlformats.org/drawingml/2006/main">
              <a:ext uri="{FF2B5EF4-FFF2-40B4-BE49-F238E27FC236}">
                <a16:creationId xmlns:a16="http://schemas.microsoft.com/office/drawing/2014/main" id="{7E4B1179-4433-471D-A3C3-54DAC1FECA30}"/>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561" name="23-text-24">
            <a:extLst xmlns:a="http://schemas.openxmlformats.org/drawingml/2006/main">
              <a:ext uri="{FF2B5EF4-FFF2-40B4-BE49-F238E27FC236}">
                <a16:creationId xmlns:a16="http://schemas.microsoft.com/office/drawing/2014/main" id="{9B8B1A35-58E8-4089-8AE0-7EA31C14FBF1}"/>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62" name="narrative-number">
            <a:extLst xmlns:a="http://schemas.openxmlformats.org/drawingml/2006/main">
              <a:ext uri="{FF2B5EF4-FFF2-40B4-BE49-F238E27FC236}">
                <a16:creationId xmlns:a16="http://schemas.microsoft.com/office/drawing/2014/main" id="{61D1D76B-85C2-466D-9851-CAE718A3EF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774787459"/>
      </p:ext>
    </p:extLst>
  </p:cSld>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3" name="!!area-name">
            <a:extLst xmlns:a="http://schemas.openxmlformats.org/drawingml/2006/main">
              <a:ext uri="{FF2B5EF4-FFF2-40B4-BE49-F238E27FC236}">
                <a16:creationId xmlns:a16="http://schemas.microsoft.com/office/drawing/2014/main" id="{AE50158B-8C61-424F-824A-1434E5EE7B3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81" name="mini-map"/>
          <p:cNvPicPr>
            <a:picLocks xmlns:a="http://schemas.openxmlformats.org/drawingml/2006/main" noChangeAspect="1"/>
          </p:cNvPicPr>
          <p:nvPr/>
        </p:nvPicPr>
        <p:blipFill>
          <a:blip xmlns:r="http://schemas.openxmlformats.org/officeDocument/2006/relationships" xmlns:a="http://schemas.openxmlformats.org/drawingml/2006/main" r:embed="R019325f30804443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65" name="slide-title">
            <a:extLst xmlns:a="http://schemas.openxmlformats.org/drawingml/2006/main">
              <a:ext uri="{FF2B5EF4-FFF2-40B4-BE49-F238E27FC236}">
                <a16:creationId xmlns:a16="http://schemas.microsoft.com/office/drawing/2014/main" id="{09AA5FBF-3FCF-45D1-99CF-FA894E15B6A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66" name="header-divider">
            <a:extLst xmlns:a="http://schemas.openxmlformats.org/drawingml/2006/main">
              <a:ext uri="{FF2B5EF4-FFF2-40B4-BE49-F238E27FC236}">
                <a16:creationId xmlns:a16="http://schemas.microsoft.com/office/drawing/2014/main" id="{9F00E63D-8DB9-40A5-9053-D6A6236DFA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7" name="24-shape-1">
            <a:extLst xmlns:a="http://schemas.openxmlformats.org/drawingml/2006/main">
              <a:ext uri="{FF2B5EF4-FFF2-40B4-BE49-F238E27FC236}">
                <a16:creationId xmlns:a16="http://schemas.microsoft.com/office/drawing/2014/main" id="{2D567E30-93E1-4919-A9DD-666E9BD712B0}"/>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8" name="24-text-2">
            <a:extLst xmlns:a="http://schemas.openxmlformats.org/drawingml/2006/main">
              <a:ext uri="{FF2B5EF4-FFF2-40B4-BE49-F238E27FC236}">
                <a16:creationId xmlns:a16="http://schemas.microsoft.com/office/drawing/2014/main" id="{346FEDBF-2501-439A-A40D-23D80F86142A}"/>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9" name="24-text-3">
            <a:extLst xmlns:a="http://schemas.openxmlformats.org/drawingml/2006/main">
              <a:ext uri="{FF2B5EF4-FFF2-40B4-BE49-F238E27FC236}">
                <a16:creationId xmlns:a16="http://schemas.microsoft.com/office/drawing/2014/main" id="{C07C89DD-6DF1-472D-8AFB-4DF00288A16F}"/>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570" name="24-shape-4">
            <a:extLst xmlns:a="http://schemas.openxmlformats.org/drawingml/2006/main">
              <a:ext uri="{FF2B5EF4-FFF2-40B4-BE49-F238E27FC236}">
                <a16:creationId xmlns:a16="http://schemas.microsoft.com/office/drawing/2014/main" id="{09CE6182-67C4-4CF9-BEBE-DC17777AAE22}"/>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1" name="24-text-5">
            <a:extLst xmlns:a="http://schemas.openxmlformats.org/drawingml/2006/main">
              <a:ext uri="{FF2B5EF4-FFF2-40B4-BE49-F238E27FC236}">
                <a16:creationId xmlns:a16="http://schemas.microsoft.com/office/drawing/2014/main" id="{81BDACAA-E1CD-4073-9936-DC5A1CF4E48F}"/>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72" name="24-text-6">
            <a:extLst xmlns:a="http://schemas.openxmlformats.org/drawingml/2006/main">
              <a:ext uri="{FF2B5EF4-FFF2-40B4-BE49-F238E27FC236}">
                <a16:creationId xmlns:a16="http://schemas.microsoft.com/office/drawing/2014/main" id="{097D75BC-0197-445D-8276-BC6DC09F73AB}"/>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573" name="24-shape-7">
            <a:extLst xmlns:a="http://schemas.openxmlformats.org/drawingml/2006/main">
              <a:ext uri="{FF2B5EF4-FFF2-40B4-BE49-F238E27FC236}">
                <a16:creationId xmlns:a16="http://schemas.microsoft.com/office/drawing/2014/main" id="{6226BABB-E8A6-4D54-909E-E244895472EF}"/>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4" name="24-text-8">
            <a:extLst xmlns:a="http://schemas.openxmlformats.org/drawingml/2006/main">
              <a:ext uri="{FF2B5EF4-FFF2-40B4-BE49-F238E27FC236}">
                <a16:creationId xmlns:a16="http://schemas.microsoft.com/office/drawing/2014/main" id="{D2104544-938E-4DFE-87EA-6DA0605E8C1C}"/>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75" name="24-text-9">
            <a:extLst xmlns:a="http://schemas.openxmlformats.org/drawingml/2006/main">
              <a:ext uri="{FF2B5EF4-FFF2-40B4-BE49-F238E27FC236}">
                <a16:creationId xmlns:a16="http://schemas.microsoft.com/office/drawing/2014/main" id="{1018930E-2DAD-4AF4-98C2-9879D4D20F99}"/>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576" name="24-shape-10">
            <a:extLst xmlns:a="http://schemas.openxmlformats.org/drawingml/2006/main">
              <a:ext uri="{FF2B5EF4-FFF2-40B4-BE49-F238E27FC236}">
                <a16:creationId xmlns:a16="http://schemas.microsoft.com/office/drawing/2014/main" id="{65D3173F-4768-41EC-800C-2C957AB7E302}"/>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7" name="24-text-11">
            <a:extLst xmlns:a="http://schemas.openxmlformats.org/drawingml/2006/main">
              <a:ext uri="{FF2B5EF4-FFF2-40B4-BE49-F238E27FC236}">
                <a16:creationId xmlns:a16="http://schemas.microsoft.com/office/drawing/2014/main" id="{7951ABF0-2650-4B73-B64F-589CC1B8A293}"/>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8" name="24-text-12">
            <a:extLst xmlns:a="http://schemas.openxmlformats.org/drawingml/2006/main">
              <a:ext uri="{FF2B5EF4-FFF2-40B4-BE49-F238E27FC236}">
                <a16:creationId xmlns:a16="http://schemas.microsoft.com/office/drawing/2014/main" id="{C8C2E060-7BDE-4D24-B6A6-5DE75824E4B0}"/>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579" name="narrative-number">
            <a:extLst xmlns:a="http://schemas.openxmlformats.org/drawingml/2006/main">
              <a:ext uri="{FF2B5EF4-FFF2-40B4-BE49-F238E27FC236}">
                <a16:creationId xmlns:a16="http://schemas.microsoft.com/office/drawing/2014/main" id="{6C7DDA42-6762-46A0-9BF1-81D15CFE64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925088242"/>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0" name="!!area-name">
            <a:extLst xmlns:a="http://schemas.openxmlformats.org/drawingml/2006/main">
              <a:ext uri="{FF2B5EF4-FFF2-40B4-BE49-F238E27FC236}">
                <a16:creationId xmlns:a16="http://schemas.microsoft.com/office/drawing/2014/main" id="{86260039-E08F-4064-926E-8220BA3332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90" name="mini-map"/>
          <p:cNvPicPr>
            <a:picLocks xmlns:a="http://schemas.openxmlformats.org/drawingml/2006/main" noChangeAspect="1"/>
          </p:cNvPicPr>
          <p:nvPr/>
        </p:nvPicPr>
        <p:blipFill>
          <a:blip xmlns:r="http://schemas.openxmlformats.org/officeDocument/2006/relationships" xmlns:a="http://schemas.openxmlformats.org/drawingml/2006/main" r:embed="Rbc9ee4bde1c545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82" name="slide-title">
            <a:extLst xmlns:a="http://schemas.openxmlformats.org/drawingml/2006/main">
              <a:ext uri="{FF2B5EF4-FFF2-40B4-BE49-F238E27FC236}">
                <a16:creationId xmlns:a16="http://schemas.microsoft.com/office/drawing/2014/main" id="{8AFF5BBB-C849-4318-AE3C-91E7B39D052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83" name="header-divider">
            <a:extLst xmlns:a="http://schemas.openxmlformats.org/drawingml/2006/main">
              <a:ext uri="{FF2B5EF4-FFF2-40B4-BE49-F238E27FC236}">
                <a16:creationId xmlns:a16="http://schemas.microsoft.com/office/drawing/2014/main" id="{725FF4B6-EDC5-4913-A800-672965E2318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4" name="24-text-13">
            <a:extLst xmlns:a="http://schemas.openxmlformats.org/drawingml/2006/main">
              <a:ext uri="{FF2B5EF4-FFF2-40B4-BE49-F238E27FC236}">
                <a16:creationId xmlns:a16="http://schemas.microsoft.com/office/drawing/2014/main" id="{3FE61542-A6E6-4623-8F32-F60FDE41CB96}"/>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585" name="24-text-14">
            <a:extLst xmlns:a="http://schemas.openxmlformats.org/drawingml/2006/main">
              <a:ext uri="{FF2B5EF4-FFF2-40B4-BE49-F238E27FC236}">
                <a16:creationId xmlns:a16="http://schemas.microsoft.com/office/drawing/2014/main" id="{B79F87A5-F09B-40DE-AE32-6106A9F43AD7}"/>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86" name="24-text-15">
            <a:extLst xmlns:a="http://schemas.openxmlformats.org/drawingml/2006/main">
              <a:ext uri="{FF2B5EF4-FFF2-40B4-BE49-F238E27FC236}">
                <a16:creationId xmlns:a16="http://schemas.microsoft.com/office/drawing/2014/main" id="{C2557CA8-A283-4C00-8375-764501C81329}"/>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596"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88" name="narrative-number">
            <a:extLst xmlns:a="http://schemas.openxmlformats.org/drawingml/2006/main">
              <a:ext uri="{FF2B5EF4-FFF2-40B4-BE49-F238E27FC236}">
                <a16:creationId xmlns:a16="http://schemas.microsoft.com/office/drawing/2014/main" id="{E1E70929-FD57-4E26-BF2B-4038D3B29F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73845377"/>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9" name="slide-title">
            <a:extLst xmlns:a="http://schemas.openxmlformats.org/drawingml/2006/main">
              <a:ext uri="{FF2B5EF4-FFF2-40B4-BE49-F238E27FC236}">
                <a16:creationId xmlns:a16="http://schemas.microsoft.com/office/drawing/2014/main" id="{CB120668-A558-4344-A923-E542ED077EE3}"/>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90" name="header-divider">
            <a:extLst xmlns:a="http://schemas.openxmlformats.org/drawingml/2006/main">
              <a:ext uri="{FF2B5EF4-FFF2-40B4-BE49-F238E27FC236}">
                <a16:creationId xmlns:a16="http://schemas.microsoft.com/office/drawing/2014/main" id="{BC964572-1FC6-4924-9D16-44E5EBE731AE}"/>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1" name="25-text-1">
            <a:extLst xmlns:a="http://schemas.openxmlformats.org/drawingml/2006/main">
              <a:ext uri="{FF2B5EF4-FFF2-40B4-BE49-F238E27FC236}">
                <a16:creationId xmlns:a16="http://schemas.microsoft.com/office/drawing/2014/main" id="{E4C4809C-7117-46BE-BD52-A7FA2292873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92" name="25-text-2">
            <a:extLst xmlns:a="http://schemas.openxmlformats.org/drawingml/2006/main">
              <a:ext uri="{FF2B5EF4-FFF2-40B4-BE49-F238E27FC236}">
                <a16:creationId xmlns:a16="http://schemas.microsoft.com/office/drawing/2014/main" id="{B72B359F-B1C9-47D7-84CD-E6EE52193B4E}"/>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93" name="25-text-3">
            <a:extLst xmlns:a="http://schemas.openxmlformats.org/drawingml/2006/main">
              <a:ext uri="{FF2B5EF4-FFF2-40B4-BE49-F238E27FC236}">
                <a16:creationId xmlns:a16="http://schemas.microsoft.com/office/drawing/2014/main" id="{FCBF140A-7A74-4C48-9682-17AEA3ACF237}"/>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94" name="25-text-4">
            <a:extLst xmlns:a="http://schemas.openxmlformats.org/drawingml/2006/main">
              <a:ext uri="{FF2B5EF4-FFF2-40B4-BE49-F238E27FC236}">
                <a16:creationId xmlns:a16="http://schemas.microsoft.com/office/drawing/2014/main" id="{B61D3A2D-74DB-49DB-9B1D-CA84BB9C3DD0}"/>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95" name="25-text-5">
            <a:extLst xmlns:a="http://schemas.openxmlformats.org/drawingml/2006/main">
              <a:ext uri="{FF2B5EF4-FFF2-40B4-BE49-F238E27FC236}">
                <a16:creationId xmlns:a16="http://schemas.microsoft.com/office/drawing/2014/main" id="{B62ECFA0-EA0F-43AD-9505-7497E703CFF5}"/>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96" name="25-text-6">
            <a:extLst xmlns:a="http://schemas.openxmlformats.org/drawingml/2006/main">
              <a:ext uri="{FF2B5EF4-FFF2-40B4-BE49-F238E27FC236}">
                <a16:creationId xmlns:a16="http://schemas.microsoft.com/office/drawing/2014/main" id="{AFAB6AE8-F1D4-4F4A-B7A0-AC5B108B6D8E}"/>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7" name="25-text-7">
            <a:extLst xmlns:a="http://schemas.openxmlformats.org/drawingml/2006/main">
              <a:ext uri="{FF2B5EF4-FFF2-40B4-BE49-F238E27FC236}">
                <a16:creationId xmlns:a16="http://schemas.microsoft.com/office/drawing/2014/main" id="{37961943-3733-48E2-8186-933544209BCC}"/>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98" name="25-text-8">
            <a:extLst xmlns:a="http://schemas.openxmlformats.org/drawingml/2006/main">
              <a:ext uri="{FF2B5EF4-FFF2-40B4-BE49-F238E27FC236}">
                <a16:creationId xmlns:a16="http://schemas.microsoft.com/office/drawing/2014/main" id="{461FA5C1-4CCB-4E4E-BB9F-438D4D9AA91C}"/>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99" name="25-text-9">
            <a:extLst xmlns:a="http://schemas.openxmlformats.org/drawingml/2006/main">
              <a:ext uri="{FF2B5EF4-FFF2-40B4-BE49-F238E27FC236}">
                <a16:creationId xmlns:a16="http://schemas.microsoft.com/office/drawing/2014/main" id="{97E5C6F9-F51C-46F4-B633-5293D3ECCC04}"/>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00" name="25-text-10">
            <a:extLst xmlns:a="http://schemas.openxmlformats.org/drawingml/2006/main">
              <a:ext uri="{FF2B5EF4-FFF2-40B4-BE49-F238E27FC236}">
                <a16:creationId xmlns:a16="http://schemas.microsoft.com/office/drawing/2014/main" id="{466BC7F1-F4B0-4A6A-B6BC-67E4443D0F4D}"/>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01" name="25-text-11">
            <a:extLst xmlns:a="http://schemas.openxmlformats.org/drawingml/2006/main">
              <a:ext uri="{FF2B5EF4-FFF2-40B4-BE49-F238E27FC236}">
                <a16:creationId xmlns:a16="http://schemas.microsoft.com/office/drawing/2014/main" id="{C3B0FAFF-FACA-4E1E-BA07-A16240C8AA43}"/>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02" name="25-text-12">
            <a:extLst xmlns:a="http://schemas.openxmlformats.org/drawingml/2006/main">
              <a:ext uri="{FF2B5EF4-FFF2-40B4-BE49-F238E27FC236}">
                <a16:creationId xmlns:a16="http://schemas.microsoft.com/office/drawing/2014/main" id="{9E5058C9-3C4C-49F0-8314-B877BE3D6323}"/>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03" name="narrative-number">
            <a:extLst xmlns:a="http://schemas.openxmlformats.org/drawingml/2006/main">
              <a:ext uri="{FF2B5EF4-FFF2-40B4-BE49-F238E27FC236}">
                <a16:creationId xmlns:a16="http://schemas.microsoft.com/office/drawing/2014/main" id="{A7F9A8AF-7F5C-440B-A2F3-6E35EE91426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78705835"/>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4" name="26-text-1">
            <a:extLst xmlns:a="http://schemas.openxmlformats.org/drawingml/2006/main">
              <a:ext uri="{FF2B5EF4-FFF2-40B4-BE49-F238E27FC236}">
                <a16:creationId xmlns:a16="http://schemas.microsoft.com/office/drawing/2014/main" id="{2346B8DE-8792-4AB9-A3D1-AD37296B38E4}"/>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05" name="26-text-2">
            <a:extLst xmlns:a="http://schemas.openxmlformats.org/drawingml/2006/main">
              <a:ext uri="{FF2B5EF4-FFF2-40B4-BE49-F238E27FC236}">
                <a16:creationId xmlns:a16="http://schemas.microsoft.com/office/drawing/2014/main" id="{290E0E99-4833-4226-A567-B9B09A693BC2}"/>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06" name="26-text-3">
            <a:extLst xmlns:a="http://schemas.openxmlformats.org/drawingml/2006/main">
              <a:ext uri="{FF2B5EF4-FFF2-40B4-BE49-F238E27FC236}">
                <a16:creationId xmlns:a16="http://schemas.microsoft.com/office/drawing/2014/main" id="{F4B110C7-F256-450C-8B88-35A35F390E63}"/>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07" name="narrative-number">
            <a:extLst xmlns:a="http://schemas.openxmlformats.org/drawingml/2006/main">
              <a:ext uri="{FF2B5EF4-FFF2-40B4-BE49-F238E27FC236}">
                <a16:creationId xmlns:a16="http://schemas.microsoft.com/office/drawing/2014/main" id="{B33B8572-B751-42D2-973F-4033F2F543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17920989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2026-09-16T01:20:45.2370000Z</dcterms:created>
  <dcterms:modified xsi:type="dcterms:W3CDTF">2026-09-16T01:20:45.2370000Z</dcterms:modified>
</coreProperties>
</file>