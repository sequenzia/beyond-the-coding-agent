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f229c7150a40e7" /><Relationship Type="http://schemas.openxmlformats.org/officeDocument/2006/relationships/extended-properties" Target="/docProps/app.xml" Id="R0a56d7dc62ec4919" /><Relationship Type="http://schemas.openxmlformats.org/officeDocument/2006/relationships/officeDocument" Target="/ppt/presentation.xml" Id="R0bca79dfd0424c1e"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4e36cbbd4e684f05"/>
    <p:sldMasterId xmlns:r="http://schemas.openxmlformats.org/officeDocument/2006/relationships" id="2147483650" r:id="Re78031ebad19470f"/>
  </p:sldMasterIdLst>
  <p:notesMasterIdLst>
    <p:notesMasterId xmlns:r="http://schemas.openxmlformats.org/officeDocument/2006/relationships" r:id="Rab98991b27be4d1d"/>
  </p:notesMasterIdLst>
  <p:sldIdLst>
    <p:sldId xmlns:r="http://schemas.openxmlformats.org/officeDocument/2006/relationships" id="256" r:id="Raa87b16af9eb49f4"/>
    <p:sldId xmlns:r="http://schemas.openxmlformats.org/officeDocument/2006/relationships" id="257" r:id="R7eeea7f2d83c4615"/>
    <p:sldId xmlns:r="http://schemas.openxmlformats.org/officeDocument/2006/relationships" id="258" r:id="R6c30db50dd90400f"/>
    <p:sldId xmlns:r="http://schemas.openxmlformats.org/officeDocument/2006/relationships" id="259" r:id="R7371e29cdc1245ef"/>
    <p:sldId xmlns:r="http://schemas.openxmlformats.org/officeDocument/2006/relationships" id="260" r:id="R13fd6bd960054435"/>
    <p:sldId xmlns:r="http://schemas.openxmlformats.org/officeDocument/2006/relationships" id="261" r:id="Rea35234a79e94638"/>
    <p:sldId xmlns:r="http://schemas.openxmlformats.org/officeDocument/2006/relationships" id="262" r:id="R7f18833dd5944d3e"/>
    <p:sldId xmlns:r="http://schemas.openxmlformats.org/officeDocument/2006/relationships" id="263" r:id="Re0222eb01e4544f6"/>
    <p:sldId xmlns:r="http://schemas.openxmlformats.org/officeDocument/2006/relationships" id="264" r:id="Rd1a8e54bbc2d4d32"/>
    <p:sldId xmlns:r="http://schemas.openxmlformats.org/officeDocument/2006/relationships" id="265" r:id="R6295868ef4814607"/>
    <p:sldId xmlns:r="http://schemas.openxmlformats.org/officeDocument/2006/relationships" id="266" r:id="R2f00fdd972484983"/>
    <p:sldId xmlns:r="http://schemas.openxmlformats.org/officeDocument/2006/relationships" id="267" r:id="Rfab8bd20b23d473b"/>
    <p:sldId xmlns:r="http://schemas.openxmlformats.org/officeDocument/2006/relationships" id="268" r:id="Rb9ff29057f3c4e27"/>
    <p:sldId xmlns:r="http://schemas.openxmlformats.org/officeDocument/2006/relationships" id="269" r:id="R734dc805a34a4dfa"/>
    <p:sldId xmlns:r="http://schemas.openxmlformats.org/officeDocument/2006/relationships" id="270" r:id="R049c7f5a38814162"/>
    <p:sldId xmlns:r="http://schemas.openxmlformats.org/officeDocument/2006/relationships" id="271" r:id="Raf991c46b9984336"/>
    <p:sldId xmlns:r="http://schemas.openxmlformats.org/officeDocument/2006/relationships" id="272" r:id="Rf539040dc51a4877"/>
    <p:sldId xmlns:r="http://schemas.openxmlformats.org/officeDocument/2006/relationships" id="273" r:id="Rbae18973e305470c"/>
    <p:sldId xmlns:r="http://schemas.openxmlformats.org/officeDocument/2006/relationships" id="274" r:id="R144a073be0d44b78"/>
    <p:sldId xmlns:r="http://schemas.openxmlformats.org/officeDocument/2006/relationships" id="275" r:id="Rc81e7af8977345e4"/>
    <p:sldId xmlns:r="http://schemas.openxmlformats.org/officeDocument/2006/relationships" id="276" r:id="Rc17190db1614419b"/>
    <p:sldId xmlns:r="http://schemas.openxmlformats.org/officeDocument/2006/relationships" id="277" r:id="R8e85f3652be54602"/>
    <p:sldId xmlns:r="http://schemas.openxmlformats.org/officeDocument/2006/relationships" id="278" r:id="R828cac8251ec4bae"/>
    <p:sldId xmlns:r="http://schemas.openxmlformats.org/officeDocument/2006/relationships" id="279" r:id="Rc075baf323c3423d"/>
    <p:sldId xmlns:r="http://schemas.openxmlformats.org/officeDocument/2006/relationships" id="280" r:id="Ra175d3cf24be43e0"/>
    <p:sldId xmlns:r="http://schemas.openxmlformats.org/officeDocument/2006/relationships" id="281" r:id="R3a951cb270c04b0f"/>
    <p:sldId xmlns:r="http://schemas.openxmlformats.org/officeDocument/2006/relationships" id="282" r:id="R49aaf94f354149e4"/>
    <p:sldId xmlns:r="http://schemas.openxmlformats.org/officeDocument/2006/relationships" id="283" r:id="Rd7d943dfaf014658"/>
    <p:sldId xmlns:r="http://schemas.openxmlformats.org/officeDocument/2006/relationships" id="284" r:id="Ra4bc7d872f70439f"/>
    <p:sldId xmlns:r="http://schemas.openxmlformats.org/officeDocument/2006/relationships" id="285" r:id="Rb0b61c7534c74885"/>
    <p:sldId xmlns:r="http://schemas.openxmlformats.org/officeDocument/2006/relationships" id="286" r:id="R296c00ca8e274714"/>
    <p:sldId xmlns:r="http://schemas.openxmlformats.org/officeDocument/2006/relationships" id="287" r:id="R4deca42b84654862"/>
    <p:sldId xmlns:r="http://schemas.openxmlformats.org/officeDocument/2006/relationships" id="288" r:id="R48a7768950fd4be8"/>
    <p:sldId xmlns:r="http://schemas.openxmlformats.org/officeDocument/2006/relationships" id="289" r:id="R21b26cafa5e54f93"/>
    <p:sldId xmlns:r="http://schemas.openxmlformats.org/officeDocument/2006/relationships" id="290" r:id="Rf08985e86d71470b"/>
    <p:sldId xmlns:r="http://schemas.openxmlformats.org/officeDocument/2006/relationships" id="291" r:id="R286d717675f741d0"/>
    <p:sldId xmlns:r="http://schemas.openxmlformats.org/officeDocument/2006/relationships" id="292" r:id="R5e31cb842d0f4719"/>
    <p:sldId xmlns:r="http://schemas.openxmlformats.org/officeDocument/2006/relationships" id="293" r:id="R8df7e37fe9bd47f7"/>
    <p:sldId xmlns:r="http://schemas.openxmlformats.org/officeDocument/2006/relationships" id="294" r:id="R6b669746f3b844fa"/>
    <p:sldId xmlns:r="http://schemas.openxmlformats.org/officeDocument/2006/relationships" id="295" r:id="Re14e7be27e0e4896"/>
    <p:sldId xmlns:r="http://schemas.openxmlformats.org/officeDocument/2006/relationships" id="296" r:id="Redcc1961abce44f1"/>
    <p:sldId xmlns:r="http://schemas.openxmlformats.org/officeDocument/2006/relationships" id="297" r:id="Rc99936e234234200"/>
    <p:sldId xmlns:r="http://schemas.openxmlformats.org/officeDocument/2006/relationships" id="298" r:id="R22e0610bcf3142e8"/>
    <p:sldId xmlns:r="http://schemas.openxmlformats.org/officeDocument/2006/relationships" id="299" r:id="R521e4c18bb6647d8"/>
    <p:sldId xmlns:r="http://schemas.openxmlformats.org/officeDocument/2006/relationships" id="300" r:id="R0269d4dc77474d49"/>
    <p:sldId xmlns:r="http://schemas.openxmlformats.org/officeDocument/2006/relationships" id="301" r:id="R511e7b914c154191"/>
    <p:sldId xmlns:r="http://schemas.openxmlformats.org/officeDocument/2006/relationships" id="302" r:id="Reb27417606ce49bf"/>
    <p:sldId xmlns:r="http://schemas.openxmlformats.org/officeDocument/2006/relationships" id="303" r:id="Rfc1e6fb8947c4231"/>
    <p:sldId xmlns:r="http://schemas.openxmlformats.org/officeDocument/2006/relationships" id="304" r:id="Ra026a925e85941f7"/>
    <p:sldId xmlns:r="http://schemas.openxmlformats.org/officeDocument/2006/relationships" id="305" r:id="Rc529b6973cb9412d"/>
    <p:sldId xmlns:r="http://schemas.openxmlformats.org/officeDocument/2006/relationships" id="306" r:id="Ra75644c33b5044b6"/>
    <p:sldId xmlns:r="http://schemas.openxmlformats.org/officeDocument/2006/relationships" id="307" r:id="Rc606a38b38484fe5"/>
    <p:sldId xmlns:r="http://schemas.openxmlformats.org/officeDocument/2006/relationships" id="308" r:id="Rf61a596332794088"/>
    <p:sldId xmlns:r="http://schemas.openxmlformats.org/officeDocument/2006/relationships" id="309" r:id="R3607bf8cdbbc4aa3"/>
    <p:sldId xmlns:r="http://schemas.openxmlformats.org/officeDocument/2006/relationships" id="310" r:id="Re8c76a3c8af344c0"/>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9fe265b1e64a5c" /><Relationship Type="http://schemas.openxmlformats.org/officeDocument/2006/relationships/slideMaster" Target="/ppt/slideMasters/slideMaster1.xml" Id="R4e36cbbd4e684f05" /><Relationship Type="http://schemas.openxmlformats.org/officeDocument/2006/relationships/slideMaster" Target="/ppt/slideMasters/slideMaster2.xml" Id="Re78031ebad19470f" /><Relationship Type="http://schemas.openxmlformats.org/officeDocument/2006/relationships/notesMaster" Target="/ppt/notesMasters/notesMaster1.xml" Id="Rab98991b27be4d1d" /><Relationship Type="http://schemas.openxmlformats.org/officeDocument/2006/relationships/presProps" Target="/ppt/presProps.xml" Id="R3425117d9ff44ee0" /><Relationship Type="http://schemas.openxmlformats.org/officeDocument/2006/relationships/tableStyles" Target="/ppt/tableStyles.xml" Id="Rc0e774a216d4468e" /><Relationship Type="http://schemas.openxmlformats.org/officeDocument/2006/relationships/slide" Target="/ppt/slides/slide1.xml" Id="Raa87b16af9eb49f4" /><Relationship Type="http://schemas.openxmlformats.org/officeDocument/2006/relationships/slide" Target="/ppt/slides/slide2.xml" Id="R7eeea7f2d83c4615" /><Relationship Type="http://schemas.openxmlformats.org/officeDocument/2006/relationships/slide" Target="/ppt/slides/slide3.xml" Id="R6c30db50dd90400f" /><Relationship Type="http://schemas.openxmlformats.org/officeDocument/2006/relationships/slide" Target="/ppt/slides/slide4.xml" Id="R7371e29cdc1245ef" /><Relationship Type="http://schemas.openxmlformats.org/officeDocument/2006/relationships/slide" Target="/ppt/slides/slide5.xml" Id="R13fd6bd960054435" /><Relationship Type="http://schemas.openxmlformats.org/officeDocument/2006/relationships/slide" Target="/ppt/slides/slide6.xml" Id="Rea35234a79e94638" /><Relationship Type="http://schemas.openxmlformats.org/officeDocument/2006/relationships/slide" Target="/ppt/slides/slide7.xml" Id="R7f18833dd5944d3e" /><Relationship Type="http://schemas.openxmlformats.org/officeDocument/2006/relationships/slide" Target="/ppt/slides/slide8.xml" Id="Re0222eb01e4544f6" /><Relationship Type="http://schemas.openxmlformats.org/officeDocument/2006/relationships/slide" Target="/ppt/slides/slide9.xml" Id="Rd1a8e54bbc2d4d32" /><Relationship Type="http://schemas.openxmlformats.org/officeDocument/2006/relationships/slide" Target="/ppt/slides/slide10.xml" Id="R6295868ef4814607" /><Relationship Type="http://schemas.openxmlformats.org/officeDocument/2006/relationships/slide" Target="/ppt/slides/slide11.xml" Id="R2f00fdd972484983" /><Relationship Type="http://schemas.openxmlformats.org/officeDocument/2006/relationships/slide" Target="/ppt/slides/slide12.xml" Id="Rfab8bd20b23d473b" /><Relationship Type="http://schemas.openxmlformats.org/officeDocument/2006/relationships/slide" Target="/ppt/slides/slide13.xml" Id="Rb9ff29057f3c4e27" /><Relationship Type="http://schemas.openxmlformats.org/officeDocument/2006/relationships/slide" Target="/ppt/slides/slide14.xml" Id="R734dc805a34a4dfa" /><Relationship Type="http://schemas.openxmlformats.org/officeDocument/2006/relationships/slide" Target="/ppt/slides/slide15.xml" Id="R049c7f5a38814162" /><Relationship Type="http://schemas.openxmlformats.org/officeDocument/2006/relationships/slide" Target="/ppt/slides/slide16.xml" Id="Raf991c46b9984336" /><Relationship Type="http://schemas.openxmlformats.org/officeDocument/2006/relationships/slide" Target="/ppt/slides/slide17.xml" Id="Rf539040dc51a4877" /><Relationship Type="http://schemas.openxmlformats.org/officeDocument/2006/relationships/slide" Target="/ppt/slides/slide18.xml" Id="Rbae18973e305470c" /><Relationship Type="http://schemas.openxmlformats.org/officeDocument/2006/relationships/slide" Target="/ppt/slides/slide19.xml" Id="R144a073be0d44b78" /><Relationship Type="http://schemas.openxmlformats.org/officeDocument/2006/relationships/slide" Target="/ppt/slides/slide20.xml" Id="Rc81e7af8977345e4" /><Relationship Type="http://schemas.openxmlformats.org/officeDocument/2006/relationships/slide" Target="/ppt/slides/slide21.xml" Id="Rc17190db1614419b" /><Relationship Type="http://schemas.openxmlformats.org/officeDocument/2006/relationships/slide" Target="/ppt/slides/slide22.xml" Id="R8e85f3652be54602" /><Relationship Type="http://schemas.openxmlformats.org/officeDocument/2006/relationships/slide" Target="/ppt/slides/slide23.xml" Id="R828cac8251ec4bae" /><Relationship Type="http://schemas.openxmlformats.org/officeDocument/2006/relationships/slide" Target="/ppt/slides/slide24.xml" Id="Rc075baf323c3423d" /><Relationship Type="http://schemas.openxmlformats.org/officeDocument/2006/relationships/slide" Target="/ppt/slides/slide25.xml" Id="Ra175d3cf24be43e0" /><Relationship Type="http://schemas.openxmlformats.org/officeDocument/2006/relationships/slide" Target="/ppt/slides/slide26.xml" Id="R3a951cb270c04b0f" /><Relationship Type="http://schemas.openxmlformats.org/officeDocument/2006/relationships/slide" Target="/ppt/slides/slide27.xml" Id="R49aaf94f354149e4" /><Relationship Type="http://schemas.openxmlformats.org/officeDocument/2006/relationships/slide" Target="/ppt/slides/slide28.xml" Id="Rd7d943dfaf014658" /><Relationship Type="http://schemas.openxmlformats.org/officeDocument/2006/relationships/slide" Target="/ppt/slides/slide29.xml" Id="Ra4bc7d872f70439f" /><Relationship Type="http://schemas.openxmlformats.org/officeDocument/2006/relationships/slide" Target="/ppt/slides/slide30.xml" Id="Rb0b61c7534c74885" /><Relationship Type="http://schemas.openxmlformats.org/officeDocument/2006/relationships/slide" Target="/ppt/slides/slide31.xml" Id="R296c00ca8e274714" /><Relationship Type="http://schemas.openxmlformats.org/officeDocument/2006/relationships/slide" Target="/ppt/slides/slide32.xml" Id="R4deca42b84654862" /><Relationship Type="http://schemas.openxmlformats.org/officeDocument/2006/relationships/slide" Target="/ppt/slides/slide33.xml" Id="R48a7768950fd4be8" /><Relationship Type="http://schemas.openxmlformats.org/officeDocument/2006/relationships/slide" Target="/ppt/slides/slide34.xml" Id="R21b26cafa5e54f93" /><Relationship Type="http://schemas.openxmlformats.org/officeDocument/2006/relationships/slide" Target="/ppt/slides/slide35.xml" Id="Rf08985e86d71470b" /><Relationship Type="http://schemas.openxmlformats.org/officeDocument/2006/relationships/slide" Target="/ppt/slides/slide36.xml" Id="R286d717675f741d0" /><Relationship Type="http://schemas.openxmlformats.org/officeDocument/2006/relationships/slide" Target="/ppt/slides/slide37.xml" Id="R5e31cb842d0f4719" /><Relationship Type="http://schemas.openxmlformats.org/officeDocument/2006/relationships/slide" Target="/ppt/slides/slide38.xml" Id="R8df7e37fe9bd47f7" /><Relationship Type="http://schemas.openxmlformats.org/officeDocument/2006/relationships/slide" Target="/ppt/slides/slide39.xml" Id="R6b669746f3b844fa" /><Relationship Type="http://schemas.openxmlformats.org/officeDocument/2006/relationships/slide" Target="/ppt/slides/slide40.xml" Id="Re14e7be27e0e4896" /><Relationship Type="http://schemas.openxmlformats.org/officeDocument/2006/relationships/slide" Target="/ppt/slides/slide41.xml" Id="Redcc1961abce44f1" /><Relationship Type="http://schemas.openxmlformats.org/officeDocument/2006/relationships/slide" Target="/ppt/slides/slide42.xml" Id="Rc99936e234234200" /><Relationship Type="http://schemas.openxmlformats.org/officeDocument/2006/relationships/slide" Target="/ppt/slides/slide43.xml" Id="R22e0610bcf3142e8" /><Relationship Type="http://schemas.openxmlformats.org/officeDocument/2006/relationships/slide" Target="/ppt/slides/slide44.xml" Id="R521e4c18bb6647d8" /><Relationship Type="http://schemas.openxmlformats.org/officeDocument/2006/relationships/slide" Target="/ppt/slides/slide45.xml" Id="R0269d4dc77474d49" /><Relationship Type="http://schemas.openxmlformats.org/officeDocument/2006/relationships/slide" Target="/ppt/slides/slide46.xml" Id="R511e7b914c154191" /><Relationship Type="http://schemas.openxmlformats.org/officeDocument/2006/relationships/slide" Target="/ppt/slides/slide47.xml" Id="Reb27417606ce49bf" /><Relationship Type="http://schemas.openxmlformats.org/officeDocument/2006/relationships/slide" Target="/ppt/slides/slide48.xml" Id="Rfc1e6fb8947c4231" /><Relationship Type="http://schemas.openxmlformats.org/officeDocument/2006/relationships/slide" Target="/ppt/slides/slide49.xml" Id="Ra026a925e85941f7" /><Relationship Type="http://schemas.openxmlformats.org/officeDocument/2006/relationships/slide" Target="/ppt/slides/slide50.xml" Id="Rc529b6973cb9412d" /><Relationship Type="http://schemas.openxmlformats.org/officeDocument/2006/relationships/slide" Target="/ppt/slides/slide51.xml" Id="Ra75644c33b5044b6" /><Relationship Type="http://schemas.openxmlformats.org/officeDocument/2006/relationships/slide" Target="/ppt/slides/slide52.xml" Id="Rc606a38b38484fe5" /><Relationship Type="http://schemas.openxmlformats.org/officeDocument/2006/relationships/slide" Target="/ppt/slides/slide53.xml" Id="Rf61a596332794088" /><Relationship Type="http://schemas.openxmlformats.org/officeDocument/2006/relationships/slide" Target="/ppt/slides/slide54.xml" Id="R3607bf8cdbbc4aa3" /><Relationship Type="http://schemas.openxmlformats.org/officeDocument/2006/relationships/slide" Target="/ppt/slides/slide55.xml" Id="Re8c76a3c8af344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a056c5b8233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b1a0695dc44043" /><Relationship Type="http://schemas.openxmlformats.org/officeDocument/2006/relationships/notesMaster" Target="/ppt/notesMasters/notesMaster1.xml" Id="R1401a15df2d245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9f53cdfa694c03" /><Relationship Type="http://schemas.openxmlformats.org/officeDocument/2006/relationships/notesMaster" Target="/ppt/notesMasters/notesMaster1.xml" Id="R0d44dc718348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166925c33c4f18" /><Relationship Type="http://schemas.openxmlformats.org/officeDocument/2006/relationships/notesMaster" Target="/ppt/notesMasters/notesMaster1.xml" Id="Rd31d44a37e744f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c60ae276c4dca" /><Relationship Type="http://schemas.openxmlformats.org/officeDocument/2006/relationships/notesMaster" Target="/ppt/notesMasters/notesMaster1.xml" Id="Rdad5c9c4097a40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94b98b3fe64ccf" /><Relationship Type="http://schemas.openxmlformats.org/officeDocument/2006/relationships/notesMaster" Target="/ppt/notesMasters/notesMaster1.xml" Id="R9c0377dfb59340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99752b79494395" /><Relationship Type="http://schemas.openxmlformats.org/officeDocument/2006/relationships/notesMaster" Target="/ppt/notesMasters/notesMaster1.xml" Id="R9cedf303c51f49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c722e273ec4f2f" /><Relationship Type="http://schemas.openxmlformats.org/officeDocument/2006/relationships/notesMaster" Target="/ppt/notesMasters/notesMaster1.xml" Id="Rf7d29f1805e545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0eaba23ca2424f" /><Relationship Type="http://schemas.openxmlformats.org/officeDocument/2006/relationships/notesMaster" Target="/ppt/notesMasters/notesMaster1.xml" Id="Rc6f7c088ca774a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bae36246ba4c98" /><Relationship Type="http://schemas.openxmlformats.org/officeDocument/2006/relationships/notesMaster" Target="/ppt/notesMasters/notesMaster1.xml" Id="Rc80d8c76f17247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e166fdc219409d" /><Relationship Type="http://schemas.openxmlformats.org/officeDocument/2006/relationships/notesMaster" Target="/ppt/notesMasters/notesMaster1.xml" Id="R71fae7fc5706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6c09096b264689" /><Relationship Type="http://schemas.openxmlformats.org/officeDocument/2006/relationships/notesMaster" Target="/ppt/notesMasters/notesMaster1.xml" Id="Rbbf0c765ac9548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72783fb924411d" /><Relationship Type="http://schemas.openxmlformats.org/officeDocument/2006/relationships/notesMaster" Target="/ppt/notesMasters/notesMaster1.xml" Id="R4b9c69f0e92c42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122b8bb59547d2" /><Relationship Type="http://schemas.openxmlformats.org/officeDocument/2006/relationships/notesMaster" Target="/ppt/notesMasters/notesMaster1.xml" Id="Rfd5b64ae93274d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e5203e5af1471b" /><Relationship Type="http://schemas.openxmlformats.org/officeDocument/2006/relationships/notesMaster" Target="/ppt/notesMasters/notesMaster1.xml" Id="R3280d44bb3d44a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574423c1914896" /><Relationship Type="http://schemas.openxmlformats.org/officeDocument/2006/relationships/notesMaster" Target="/ppt/notesMasters/notesMaster1.xml" Id="Rce2ff75959b14b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fc9e0bf7ee48ca" /><Relationship Type="http://schemas.openxmlformats.org/officeDocument/2006/relationships/notesMaster" Target="/ppt/notesMasters/notesMaster1.xml" Id="R0dbeec60446d46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95127f99024d86" /><Relationship Type="http://schemas.openxmlformats.org/officeDocument/2006/relationships/notesMaster" Target="/ppt/notesMasters/notesMaster1.xml" Id="R91892f6b967141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595eb0cb164352" /><Relationship Type="http://schemas.openxmlformats.org/officeDocument/2006/relationships/notesMaster" Target="/ppt/notesMasters/notesMaster1.xml" Id="Recae8b0aa3314b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a68be55127411f" /><Relationship Type="http://schemas.openxmlformats.org/officeDocument/2006/relationships/notesMaster" Target="/ppt/notesMasters/notesMaster1.xml" Id="R77d5b969d91b4b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ef84260f134fc5" /><Relationship Type="http://schemas.openxmlformats.org/officeDocument/2006/relationships/notesMaster" Target="/ppt/notesMasters/notesMaster1.xml" Id="R5a4db1cb23c34d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0b744a7a134450" /><Relationship Type="http://schemas.openxmlformats.org/officeDocument/2006/relationships/notesMaster" Target="/ppt/notesMasters/notesMaster1.xml" Id="R02ce40f34dfd4d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15b544f80614782" /><Relationship Type="http://schemas.openxmlformats.org/officeDocument/2006/relationships/notesMaster" Target="/ppt/notesMasters/notesMaster1.xml" Id="Rc0b5f193c28f45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a44bdb5e6241eb" /><Relationship Type="http://schemas.openxmlformats.org/officeDocument/2006/relationships/notesMaster" Target="/ppt/notesMasters/notesMaster1.xml" Id="Rd71f4e12e74d444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c37973cbf4427a" /><Relationship Type="http://schemas.openxmlformats.org/officeDocument/2006/relationships/notesMaster" Target="/ppt/notesMasters/notesMaster1.xml" Id="R102e0a15caac46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854255e62242ef" /><Relationship Type="http://schemas.openxmlformats.org/officeDocument/2006/relationships/notesMaster" Target="/ppt/notesMasters/notesMaster1.xml" Id="Rc57417688251405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f6602834444040" /><Relationship Type="http://schemas.openxmlformats.org/officeDocument/2006/relationships/notesMaster" Target="/ppt/notesMasters/notesMaster1.xml" Id="Rdce614263723418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ec293588f2442ae" /><Relationship Type="http://schemas.openxmlformats.org/officeDocument/2006/relationships/notesMaster" Target="/ppt/notesMasters/notesMaster1.xml" Id="R0d599ffe038b4e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6f9f7c7a4b440d7" /><Relationship Type="http://schemas.openxmlformats.org/officeDocument/2006/relationships/notesMaster" Target="/ppt/notesMasters/notesMaster1.xml" Id="R2abed8d6d39142b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1c61f737ed4583" /><Relationship Type="http://schemas.openxmlformats.org/officeDocument/2006/relationships/notesMaster" Target="/ppt/notesMasters/notesMaster1.xml" Id="R27a619d6622e4fc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189070c040d466d" /><Relationship Type="http://schemas.openxmlformats.org/officeDocument/2006/relationships/notesMaster" Target="/ppt/notesMasters/notesMaster1.xml" Id="Rac0829a904534fb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b8067a1721f4dee" /><Relationship Type="http://schemas.openxmlformats.org/officeDocument/2006/relationships/notesMaster" Target="/ppt/notesMasters/notesMaster1.xml" Id="R4e805fa89d4847d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a8948a75674ec3" /><Relationship Type="http://schemas.openxmlformats.org/officeDocument/2006/relationships/notesMaster" Target="/ppt/notesMasters/notesMaster1.xml" Id="Rc7d2e90eca74417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f22674457a44ac2" /><Relationship Type="http://schemas.openxmlformats.org/officeDocument/2006/relationships/notesMaster" Target="/ppt/notesMasters/notesMaster1.xml" Id="R2f92cc684576452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a1bc53bf48a4297" /><Relationship Type="http://schemas.openxmlformats.org/officeDocument/2006/relationships/notesMaster" Target="/ppt/notesMasters/notesMaster1.xml" Id="R22419551d6f7494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497d55ab2b44d62" /><Relationship Type="http://schemas.openxmlformats.org/officeDocument/2006/relationships/notesMaster" Target="/ppt/notesMasters/notesMaster1.xml" Id="Rcf54e5d3a1c3412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e47c3ab01664b19" /><Relationship Type="http://schemas.openxmlformats.org/officeDocument/2006/relationships/notesMaster" Target="/ppt/notesMasters/notesMaster1.xml" Id="R1b4b2c961a46482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ed825c75904b05" /><Relationship Type="http://schemas.openxmlformats.org/officeDocument/2006/relationships/notesMaster" Target="/ppt/notesMasters/notesMaster1.xml" Id="Rdba1a2f269e24d8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6af0ec2249455c" /><Relationship Type="http://schemas.openxmlformats.org/officeDocument/2006/relationships/notesMaster" Target="/ppt/notesMasters/notesMaster1.xml" Id="R2e1a0c8dcf7d4e1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8d1bf72752948e5" /><Relationship Type="http://schemas.openxmlformats.org/officeDocument/2006/relationships/notesMaster" Target="/ppt/notesMasters/notesMaster1.xml" Id="Rf8a132c46a80489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fa54275d9604d23" /><Relationship Type="http://schemas.openxmlformats.org/officeDocument/2006/relationships/notesMaster" Target="/ppt/notesMasters/notesMaster1.xml" Id="R9ab350e9b403453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a36cd0100b04d4a" /><Relationship Type="http://schemas.openxmlformats.org/officeDocument/2006/relationships/notesMaster" Target="/ppt/notesMasters/notesMaster1.xml" Id="R2d676df0cfcb41f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829ce7cf79b4421" /><Relationship Type="http://schemas.openxmlformats.org/officeDocument/2006/relationships/notesMaster" Target="/ppt/notesMasters/notesMaster1.xml" Id="R8db65900c4274e7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78db35566654be5" /><Relationship Type="http://schemas.openxmlformats.org/officeDocument/2006/relationships/notesMaster" Target="/ppt/notesMasters/notesMaster1.xml" Id="R331ba4ba86a94cf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76ece7110a4029" /><Relationship Type="http://schemas.openxmlformats.org/officeDocument/2006/relationships/notesMaster" Target="/ppt/notesMasters/notesMaster1.xml" Id="Rac18a984d7bf45c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5058d8869524d27" /><Relationship Type="http://schemas.openxmlformats.org/officeDocument/2006/relationships/notesMaster" Target="/ppt/notesMasters/notesMaster1.xml" Id="R1c00333ecf1d46b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63a01cb51e648cf" /><Relationship Type="http://schemas.openxmlformats.org/officeDocument/2006/relationships/notesMaster" Target="/ppt/notesMasters/notesMaster1.xml" Id="R4eff3f5ace3f490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c459549e32146eb" /><Relationship Type="http://schemas.openxmlformats.org/officeDocument/2006/relationships/notesMaster" Target="/ppt/notesMasters/notesMaster1.xml" Id="R39f7a0be35634ec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25049980fd84481" /><Relationship Type="http://schemas.openxmlformats.org/officeDocument/2006/relationships/notesMaster" Target="/ppt/notesMasters/notesMaster1.xml" Id="R9d48105f9d414f7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26f1ac4595d44dd" /><Relationship Type="http://schemas.openxmlformats.org/officeDocument/2006/relationships/notesMaster" Target="/ppt/notesMasters/notesMaster1.xml" Id="Ra74f4431be8d445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4b8404de54a4f54" /><Relationship Type="http://schemas.openxmlformats.org/officeDocument/2006/relationships/notesMaster" Target="/ppt/notesMasters/notesMaster1.xml" Id="R4606e2d5943c48c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6ac69051bad4f35" /><Relationship Type="http://schemas.openxmlformats.org/officeDocument/2006/relationships/notesMaster" Target="/ppt/notesMasters/notesMaster1.xml" Id="R5844c13ba4b74ee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800213e608e42a1" /><Relationship Type="http://schemas.openxmlformats.org/officeDocument/2006/relationships/notesMaster" Target="/ppt/notesMasters/notesMaster1.xml" Id="R7ca1e57e23fa41e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93b44ded20d4935" /><Relationship Type="http://schemas.openxmlformats.org/officeDocument/2006/relationships/notesMaster" Target="/ppt/notesMasters/notesMaster1.xml" Id="Rd1a19594587e4fb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3658e07f8584ffb" /><Relationship Type="http://schemas.openxmlformats.org/officeDocument/2006/relationships/notesMaster" Target="/ppt/notesMasters/notesMaster1.xml" Id="R1f7bf07807064ae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09d291fa5394124" /><Relationship Type="http://schemas.openxmlformats.org/officeDocument/2006/relationships/notesMaster" Target="/ppt/notesMasters/notesMaster1.xml" Id="Re55d8568ea9c41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bafa85bd24e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88d2a8cc0a114a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748be8cb43c4b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8BC56A8E-2E04-4886-96DE-E86BFF6DFB0A}"/>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5769a2a48642c5" /><Relationship Type="http://schemas.openxmlformats.org/officeDocument/2006/relationships/slideLayout" Target="/ppt/slideLayouts/slideLayout1.xml" Id="Rebf33fbb8cb941b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3776e3ee663414c" /><Relationship Type="http://schemas.openxmlformats.org/officeDocument/2006/relationships/slideLayout" Target="/ppt/slideLayouts/slideLayout2.xml" Id="Rb86b6c0e700446a6" /><Relationship Type="http://schemas.openxmlformats.org/officeDocument/2006/relationships/slideLayout" Target="/ppt/slideLayouts/slideLayout3.xml" Id="Rd64d6abd64df41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f33fbb8cb941bb"/>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86b6c0e700446a6"/>
    <p:sldLayoutId xmlns:r="http://schemas.openxmlformats.org/officeDocument/2006/relationships" id="2147483652" r:id="Rd64d6abd64df41e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3c1d508a31842b8" /><Relationship Type="http://schemas.openxmlformats.org/officeDocument/2006/relationships/notesSlide" Target="/ppt/notesSlides/notesSlide1.xml" Id="Rd56b0de865bf4b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39a137e66164f4e" /><Relationship Type="http://schemas.openxmlformats.org/officeDocument/2006/relationships/image" Target="/ppt/media/image.png" Id="Re9cb48e20c3f4e8d" /><Relationship Type="http://schemas.openxmlformats.org/officeDocument/2006/relationships/notesSlide" Target="/ppt/notesSlides/notesSlide2.xml" Id="Rc69276d43a7648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0e97c54abe34218" /><Relationship Type="http://schemas.openxmlformats.org/officeDocument/2006/relationships/notesSlide" Target="/ppt/notesSlides/notesSlide3.xml" Id="R6930a8c22440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5a8304eaeeb4c89" /><Relationship Type="http://schemas.openxmlformats.org/officeDocument/2006/relationships/notesSlide" Target="/ppt/notesSlides/notesSlide4.xml" Id="R47965019e12a47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cdaf05fc1e0477a" /><Relationship Type="http://schemas.openxmlformats.org/officeDocument/2006/relationships/notesSlide" Target="/ppt/notesSlides/notesSlide5.xml" Id="Rf411b09e3e3d4c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168784c852f4e90" /><Relationship Type="http://schemas.openxmlformats.org/officeDocument/2006/relationships/notesSlide" Target="/ppt/notesSlides/notesSlide6.xml" Id="Rfd2a29e5e8cd4e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f3961154f5d422b" /><Relationship Type="http://schemas.openxmlformats.org/officeDocument/2006/relationships/notesSlide" Target="/ppt/notesSlides/notesSlide7.xml" Id="R52e6ca75e8e04e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ce619fbed034235" /><Relationship Type="http://schemas.openxmlformats.org/officeDocument/2006/relationships/notesSlide" Target="/ppt/notesSlides/notesSlide8.xml" Id="Rbb6f12ba75a14c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3d0ae6a9c034410" /><Relationship Type="http://schemas.openxmlformats.org/officeDocument/2006/relationships/notesSlide" Target="/ppt/notesSlides/notesSlide9.xml" Id="R81ab6ec4e3634c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b347298bf6e4752" /><Relationship Type="http://schemas.openxmlformats.org/officeDocument/2006/relationships/image" Target="/ppt/media/image2.png" Id="R7afe18776b624a67" /><Relationship Type="http://schemas.openxmlformats.org/officeDocument/2006/relationships/notesSlide" Target="/ppt/notesSlides/notesSlide10.xml" Id="Rf72a1d5b2f824d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3ded47ba2194a43" /><Relationship Type="http://schemas.openxmlformats.org/officeDocument/2006/relationships/image" Target="/ppt/media/image3.png" Id="R928333e419684480" /><Relationship Type="http://schemas.openxmlformats.org/officeDocument/2006/relationships/notesSlide" Target="/ppt/notesSlides/notesSlide11.xml" Id="Re25f5bbbf0084a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e131aa550204bb4" /><Relationship Type="http://schemas.openxmlformats.org/officeDocument/2006/relationships/image" Target="/ppt/media/image4.png" Id="R716e6ef4f96e4676" /><Relationship Type="http://schemas.openxmlformats.org/officeDocument/2006/relationships/notesSlide" Target="/ppt/notesSlides/notesSlide12.xml" Id="Rd3730626644642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45b377e56254fbe" /><Relationship Type="http://schemas.openxmlformats.org/officeDocument/2006/relationships/image" Target="/ppt/media/image5.png" Id="R124d1488fe77414f" /><Relationship Type="http://schemas.openxmlformats.org/officeDocument/2006/relationships/notesSlide" Target="/ppt/notesSlides/notesSlide13.xml" Id="Rf7cc7aed753b46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22c1b33708445b1" /><Relationship Type="http://schemas.openxmlformats.org/officeDocument/2006/relationships/image" Target="/ppt/media/image6.png" Id="R1856b36de7f0448a" /><Relationship Type="http://schemas.openxmlformats.org/officeDocument/2006/relationships/notesSlide" Target="/ppt/notesSlides/notesSlide14.xml" Id="R1778d52c112d41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4817c0d158e4b90" /><Relationship Type="http://schemas.openxmlformats.org/officeDocument/2006/relationships/image" Target="/ppt/media/image7.png" Id="R140eebdf145e4ae5" /><Relationship Type="http://schemas.openxmlformats.org/officeDocument/2006/relationships/notesSlide" Target="/ppt/notesSlides/notesSlide15.xml" Id="R51760adb4e6f4b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e2c266e3ac04be9" /><Relationship Type="http://schemas.openxmlformats.org/officeDocument/2006/relationships/image" Target="/ppt/media/image8.png" Id="Rc850bf0adfe7453b" /><Relationship Type="http://schemas.openxmlformats.org/officeDocument/2006/relationships/notesSlide" Target="/ppt/notesSlides/notesSlide16.xml" Id="R13099da9568b4e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e4c169817254fdc" /><Relationship Type="http://schemas.openxmlformats.org/officeDocument/2006/relationships/image" Target="/ppt/media/image9.png" Id="R35b3fd7c8fb844b9" /><Relationship Type="http://schemas.openxmlformats.org/officeDocument/2006/relationships/image" Target="/ppt/media/image10.png" Id="R7a537a3df2cc49d6" /><Relationship Type="http://schemas.openxmlformats.org/officeDocument/2006/relationships/notesSlide" Target="/ppt/notesSlides/notesSlide17.xml" Id="Rc4b6980c241343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ec6b8eef8a740f1" /><Relationship Type="http://schemas.openxmlformats.org/officeDocument/2006/relationships/image" Target="/ppt/media/image11.png" Id="R2d382789e80248eb" /><Relationship Type="http://schemas.openxmlformats.org/officeDocument/2006/relationships/notesSlide" Target="/ppt/notesSlides/notesSlide18.xml" Id="R907da34a819446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7354b0843a24b49" /><Relationship Type="http://schemas.openxmlformats.org/officeDocument/2006/relationships/image" Target="/ppt/media/image12.png" Id="R09fd9b5b5cc94fbe" /><Relationship Type="http://schemas.openxmlformats.org/officeDocument/2006/relationships/notesSlide" Target="/ppt/notesSlides/notesSlide19.xml" Id="Rbdc2dddf515d45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c92d37b630e4b96" /><Relationship Type="http://schemas.openxmlformats.org/officeDocument/2006/relationships/image" Target="/ppt/media/image13.png" Id="Rd19f65203faf4ee1" /><Relationship Type="http://schemas.openxmlformats.org/officeDocument/2006/relationships/notesSlide" Target="/ppt/notesSlides/notesSlide20.xml" Id="R180de6476d4c49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f329367d83046be" /><Relationship Type="http://schemas.openxmlformats.org/officeDocument/2006/relationships/image" Target="/ppt/media/image14.png" Id="R80d65366d3c34632" /><Relationship Type="http://schemas.openxmlformats.org/officeDocument/2006/relationships/notesSlide" Target="/ppt/notesSlides/notesSlide21.xml" Id="R8f59ee313f1341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2925edead2b54e53" /><Relationship Type="http://schemas.openxmlformats.org/officeDocument/2006/relationships/image" Target="/ppt/media/image15.png" Id="Rf5c5c9bd926d4df1" /><Relationship Type="http://schemas.openxmlformats.org/officeDocument/2006/relationships/image" Target="/ppt/media/image16.png" Id="Re5c2141ef63a4217" /><Relationship Type="http://schemas.openxmlformats.org/officeDocument/2006/relationships/notesSlide" Target="/ppt/notesSlides/notesSlide22.xml" Id="R615a5c05f1ff42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8112ad1ad66496a" /><Relationship Type="http://schemas.openxmlformats.org/officeDocument/2006/relationships/image" Target="/ppt/media/image17.png" Id="Rfc11d124f8354a17" /><Relationship Type="http://schemas.openxmlformats.org/officeDocument/2006/relationships/notesSlide" Target="/ppt/notesSlides/notesSlide23.xml" Id="R78e9a80532774ff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821930482394ac5" /><Relationship Type="http://schemas.openxmlformats.org/officeDocument/2006/relationships/image" Target="/ppt/media/image18.png" Id="R0df0ea1182304d20" /><Relationship Type="http://schemas.openxmlformats.org/officeDocument/2006/relationships/notesSlide" Target="/ppt/notesSlides/notesSlide24.xml" Id="R3215eb3781434c2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15213bc59e34a71" /><Relationship Type="http://schemas.openxmlformats.org/officeDocument/2006/relationships/image" Target="/ppt/media/image19.png" Id="Rf754c53ddbbb41d6" /><Relationship Type="http://schemas.openxmlformats.org/officeDocument/2006/relationships/notesSlide" Target="/ppt/notesSlides/notesSlide25.xml" Id="Rec5fdddbb2f047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dcb70e570514462" /><Relationship Type="http://schemas.openxmlformats.org/officeDocument/2006/relationships/image" Target="/ppt/media/image20.png" Id="R11efaabff0bc4b6b" /><Relationship Type="http://schemas.openxmlformats.org/officeDocument/2006/relationships/notesSlide" Target="/ppt/notesSlides/notesSlide26.xml" Id="R3f178f22e32647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b76ae93be294e6a" /><Relationship Type="http://schemas.openxmlformats.org/officeDocument/2006/relationships/image" Target="/ppt/media/image21.png" Id="R958ceffa6824481a" /><Relationship Type="http://schemas.openxmlformats.org/officeDocument/2006/relationships/image" Target="/ppt/media/image22.png" Id="Raf607bcfd2834973" /><Relationship Type="http://schemas.openxmlformats.org/officeDocument/2006/relationships/notesSlide" Target="/ppt/notesSlides/notesSlide27.xml" Id="R9edaac7217b045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dda42771af8419c" /><Relationship Type="http://schemas.openxmlformats.org/officeDocument/2006/relationships/image" Target="/ppt/media/image23.png" Id="R308502fea36f4917" /><Relationship Type="http://schemas.openxmlformats.org/officeDocument/2006/relationships/notesSlide" Target="/ppt/notesSlides/notesSlide28.xml" Id="R33a73bb5f43b45f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937a498b1a04622" /><Relationship Type="http://schemas.openxmlformats.org/officeDocument/2006/relationships/image" Target="/ppt/media/image24.png" Id="R6d64547b025f4bec" /><Relationship Type="http://schemas.openxmlformats.org/officeDocument/2006/relationships/notesSlide" Target="/ppt/notesSlides/notesSlide29.xml" Id="R555ff434a365454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4357e528cc04a84" /><Relationship Type="http://schemas.openxmlformats.org/officeDocument/2006/relationships/image" Target="/ppt/media/image25.png" Id="Ra79b745724f04899" /><Relationship Type="http://schemas.openxmlformats.org/officeDocument/2006/relationships/notesSlide" Target="/ppt/notesSlides/notesSlide30.xml" Id="R77e6268e021042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76b764873aa4aa9" /><Relationship Type="http://schemas.openxmlformats.org/officeDocument/2006/relationships/image" Target="/ppt/media/image26.png" Id="Rb67f1d4bba274d1f" /><Relationship Type="http://schemas.openxmlformats.org/officeDocument/2006/relationships/notesSlide" Target="/ppt/notesSlides/notesSlide31.xml" Id="Rd4746a9458704bf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5f14b05f98d4f6d" /><Relationship Type="http://schemas.openxmlformats.org/officeDocument/2006/relationships/image" Target="/ppt/media/image27.png" Id="R23232489d7744555" /><Relationship Type="http://schemas.openxmlformats.org/officeDocument/2006/relationships/image" Target="/ppt/media/image28.png" Id="Re08fe7cb7a1948b0" /><Relationship Type="http://schemas.openxmlformats.org/officeDocument/2006/relationships/notesSlide" Target="/ppt/notesSlides/notesSlide32.xml" Id="R69490c864f464fc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fb168ba4618c447a" /><Relationship Type="http://schemas.openxmlformats.org/officeDocument/2006/relationships/image" Target="/ppt/media/image29.png" Id="R05bebdc871cb4e73" /><Relationship Type="http://schemas.openxmlformats.org/officeDocument/2006/relationships/notesSlide" Target="/ppt/notesSlides/notesSlide33.xml" Id="Rfa7f0102c6cf4d3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d2c44af47a14e3f" /><Relationship Type="http://schemas.openxmlformats.org/officeDocument/2006/relationships/image" Target="/ppt/media/image30.png" Id="Re1833b82ed674d45" /><Relationship Type="http://schemas.openxmlformats.org/officeDocument/2006/relationships/notesSlide" Target="/ppt/notesSlides/notesSlide34.xml" Id="R58064d686aa14b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ad0a552b3c534ef1" /><Relationship Type="http://schemas.openxmlformats.org/officeDocument/2006/relationships/image" Target="/ppt/media/image31.png" Id="Rd50a14967582408b" /><Relationship Type="http://schemas.openxmlformats.org/officeDocument/2006/relationships/notesSlide" Target="/ppt/notesSlides/notesSlide35.xml" Id="Rfc85e14f1cc349a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b79dcb541794cc7" /><Relationship Type="http://schemas.openxmlformats.org/officeDocument/2006/relationships/image" Target="/ppt/media/image32.png" Id="R9c0f154e3d3e419c" /><Relationship Type="http://schemas.openxmlformats.org/officeDocument/2006/relationships/notesSlide" Target="/ppt/notesSlides/notesSlide36.xml" Id="Rbfa73167bf534fb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bd0a93b90144b94" /><Relationship Type="http://schemas.openxmlformats.org/officeDocument/2006/relationships/image" Target="/ppt/media/image33.png" Id="R612d38bfcda24a29" /><Relationship Type="http://schemas.openxmlformats.org/officeDocument/2006/relationships/image" Target="/ppt/media/image34.png" Id="Rcda43e11efcb440c" /><Relationship Type="http://schemas.openxmlformats.org/officeDocument/2006/relationships/notesSlide" Target="/ppt/notesSlides/notesSlide37.xml" Id="R919e4c66645345b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c7d993c66f314394" /><Relationship Type="http://schemas.openxmlformats.org/officeDocument/2006/relationships/image" Target="/ppt/media/image35.png" Id="R3fca4083cba746bf" /><Relationship Type="http://schemas.openxmlformats.org/officeDocument/2006/relationships/notesSlide" Target="/ppt/notesSlides/notesSlide38.xml" Id="Reba38dd2cfb244f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be0ef0e317b468e" /><Relationship Type="http://schemas.openxmlformats.org/officeDocument/2006/relationships/image" Target="/ppt/media/image36.png" Id="R7af4b2481704404b" /><Relationship Type="http://schemas.openxmlformats.org/officeDocument/2006/relationships/notesSlide" Target="/ppt/notesSlides/notesSlide39.xml" Id="Rf4cbe0e322da4fc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b6df6b7c357c4422" /><Relationship Type="http://schemas.openxmlformats.org/officeDocument/2006/relationships/image" Target="/ppt/media/image37.png" Id="Rde61adc8304748f8" /><Relationship Type="http://schemas.openxmlformats.org/officeDocument/2006/relationships/notesSlide" Target="/ppt/notesSlides/notesSlide40.xml" Id="R9ff04f83675846b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12ffa36d5bb4fdc" /><Relationship Type="http://schemas.openxmlformats.org/officeDocument/2006/relationships/image" Target="/ppt/media/image38.png" Id="R166030989d0846f8" /><Relationship Type="http://schemas.openxmlformats.org/officeDocument/2006/relationships/notesSlide" Target="/ppt/notesSlides/notesSlide41.xml" Id="Rf70cded2d2234d1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d42240daf9ea4a75" /><Relationship Type="http://schemas.openxmlformats.org/officeDocument/2006/relationships/image" Target="/ppt/media/image39.png" Id="R2466d7348a38429a" /><Relationship Type="http://schemas.openxmlformats.org/officeDocument/2006/relationships/image" Target="/ppt/media/image40.png" Id="R4e015df74018460b" /><Relationship Type="http://schemas.openxmlformats.org/officeDocument/2006/relationships/notesSlide" Target="/ppt/notesSlides/notesSlide42.xml" Id="R4083ffc40c074a2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e550cffd83dd493e" /><Relationship Type="http://schemas.openxmlformats.org/officeDocument/2006/relationships/image" Target="/ppt/media/image41.png" Id="R6de13044065749c6" /><Relationship Type="http://schemas.openxmlformats.org/officeDocument/2006/relationships/notesSlide" Target="/ppt/notesSlides/notesSlide43.xml" Id="Rf41daba7e0b540e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9054a27eece42d2" /><Relationship Type="http://schemas.openxmlformats.org/officeDocument/2006/relationships/image" Target="/ppt/media/image42.png" Id="R859c44df63ee4498" /><Relationship Type="http://schemas.openxmlformats.org/officeDocument/2006/relationships/notesSlide" Target="/ppt/notesSlides/notesSlide44.xml" Id="R296c8ec2e2b24d3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dc97a3b8d2754b52" /><Relationship Type="http://schemas.openxmlformats.org/officeDocument/2006/relationships/image" Target="/ppt/media/image43.png" Id="R046303cd3f7f4fff" /><Relationship Type="http://schemas.openxmlformats.org/officeDocument/2006/relationships/notesSlide" Target="/ppt/notesSlides/notesSlide45.xml" Id="R2e4d344617b54da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481641fb26d4a28" /><Relationship Type="http://schemas.openxmlformats.org/officeDocument/2006/relationships/image" Target="/ppt/media/image44.png" Id="R8f8a5cc0181548e4" /><Relationship Type="http://schemas.openxmlformats.org/officeDocument/2006/relationships/notesSlide" Target="/ppt/notesSlides/notesSlide46.xml" Id="Re17b89b229dc4a3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5e703aef6bf542dc" /><Relationship Type="http://schemas.openxmlformats.org/officeDocument/2006/relationships/image" Target="/ppt/media/image45.png" Id="R0c513e41b6a743d6" /><Relationship Type="http://schemas.openxmlformats.org/officeDocument/2006/relationships/notesSlide" Target="/ppt/notesSlides/notesSlide47.xml" Id="Rf20a352a1ea74ab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9926a465ebad4c76" /><Relationship Type="http://schemas.openxmlformats.org/officeDocument/2006/relationships/notesSlide" Target="/ppt/notesSlides/notesSlide48.xml" Id="R38214e257ca84b6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4d0f659fa96e4d99" /><Relationship Type="http://schemas.openxmlformats.org/officeDocument/2006/relationships/image" Target="/ppt/media/image46.png" Id="R83ccfe8e29d94c48" /><Relationship Type="http://schemas.openxmlformats.org/officeDocument/2006/relationships/notesSlide" Target="/ppt/notesSlides/notesSlide49.xml" Id="R7826a9bfc5e9462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01940bb868d844e0" /><Relationship Type="http://schemas.openxmlformats.org/officeDocument/2006/relationships/image" Target="/ppt/media/image47.png" Id="R3b4c8d416a6d4089" /><Relationship Type="http://schemas.openxmlformats.org/officeDocument/2006/relationships/notesSlide" Target="/ppt/notesSlides/notesSlide50.xml" Id="Rc160248b53484da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6d3d0c5d72ea41ac" /><Relationship Type="http://schemas.openxmlformats.org/officeDocument/2006/relationships/notesSlide" Target="/ppt/notesSlides/notesSlide51.xml" Id="Rc908752f2971457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c76bceb125842f4" /><Relationship Type="http://schemas.openxmlformats.org/officeDocument/2006/relationships/image" Target="/ppt/media/image48.png" Id="R3e2243e4a4f3489b" /><Relationship Type="http://schemas.openxmlformats.org/officeDocument/2006/relationships/notesSlide" Target="/ppt/notesSlides/notesSlide52.xml" Id="R69c542409c0c48e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1e18f78974954b1a" /><Relationship Type="http://schemas.openxmlformats.org/officeDocument/2006/relationships/image" Target="/ppt/media/image48.png" Id="R512daad323464854" /><Relationship Type="http://schemas.openxmlformats.org/officeDocument/2006/relationships/notesSlide" Target="/ppt/notesSlides/notesSlide53.xml" Id="Rd42439571bc8458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f3d4a4f2c90240da" /><Relationship Type="http://schemas.openxmlformats.org/officeDocument/2006/relationships/notesSlide" Target="/ppt/notesSlides/notesSlide54.xml" Id="Rfd51ec42f376407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0a8d4aff255d43e2" /><Relationship Type="http://schemas.openxmlformats.org/officeDocument/2006/relationships/notesSlide" Target="/ppt/notesSlides/notesSlide55.xml" Id="R8e502e91b9a3443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6AD0BFD-6346-4AAC-92E9-FC52D491B38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B6AABA7F-4012-45AC-9F57-45A8BC3DAF2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8B32BF1B-E9C3-4DE8-A3A5-7FFC540FC24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F916DA4-CFF9-429C-8E5D-3A97924D96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01868067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e9cb48e20c3f4e8d"/>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255D5D8F-9E5C-452D-9968-F043AC8FB478}"/>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1C5F99F1-1C6D-4612-A708-436C738F2147}"/>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D91335C9-BDA5-432D-829F-8CF786D446F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B153CE1-ED72-4772-B884-2B3651CB628F}"/>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85526F05-ADDC-4AA5-8692-2082FD3DFC8C}"/>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0D059DB9-58D4-477E-BCF6-F83AC487FD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67632269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6C415B25-35C2-4A72-8D85-144FB88CD570}"/>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70D263AC-8CA4-42F1-B228-6DFC4A593A9F}"/>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F842C744-B4FD-452A-B4BE-B6029809D28E}"/>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2907275D-042F-4818-ACBA-9DE6112FB851}"/>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E4969F31-62A2-4B6D-A1C1-F2B362348582}"/>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85763BB6-9118-4C5B-B6BA-8C7FCE603685}"/>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9AE3FBBA-401E-482D-A27E-3C3A09286EAF}"/>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00DA9919-B558-4F81-B7B3-9FEFEB6E653C}"/>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90B21E55-0362-4A1D-BC72-6028DDBCF74C}"/>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89685176-2428-499F-BBF0-646E9FF7EB7B}"/>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CFB4A1A5-C67A-4F17-A828-D60303742836}"/>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5B519176-CD05-47BF-A3B9-9C09160766A6}"/>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E6C95DC1-74BA-4DDC-927B-8FE5CA27AAFA}"/>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CB07A0C2-A9BB-483C-A953-52E3A30135EE}"/>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E4B86BE-385E-4BDC-B6BE-A94EA199CE29}"/>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E95E43FF-4D51-4B71-8CCD-C4CDAB399B4A}"/>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4B652D57-9DDA-4048-AEA8-9DFE8EC851D9}"/>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0F97992A-72BE-4243-89D0-A4632B6B950F}"/>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973B2DEA-A0DB-4E2E-A973-36DB7AD0C0C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842C728-9670-4F44-85F6-BC9EFBFAE202}"/>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A4970EB4-52C7-4CEC-9F9C-B1B153BAA4F5}"/>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D3CAF3B1-E7AE-49DD-BCD0-44C09A8A17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423990812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6D3C068-14A7-4DDA-B50F-142A6572E58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B2DC33A9-4E1D-4BAE-A84E-82CB772283F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A93260B4-CFE2-4F28-A6DB-1860589D811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454F002-C236-4E21-8956-A997400CE9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25971301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5DFB3D6F-A776-445C-ADEA-7BFC1E4FD5D3}"/>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EFA35E4D-530A-47A5-866C-9B8492DF5BC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8AEB2A0C-DF52-41C0-B8FF-50F82A3D14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76085779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7DA961DA-E3B0-44F9-A1E8-4D8977950032}"/>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8A4F858B-7674-4AE6-860E-3FACB7151D8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8EBAB180-23BA-43C8-914C-DFAC76939B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1555097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B05D5DC1-747D-4881-8DC8-F36CE3FBFF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5266610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0224F567-7D0F-4CF1-9747-2A03BD449F3A}"/>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C5154B35-0BCE-4AE1-A706-4BF71579C987}"/>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435E018B-E406-4D88-8C2C-CA23925B9068}"/>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760E0641-51F0-4BC9-B10E-058A94B97AE6}"/>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B81D9FFD-AEE2-4CF3-A026-E6C97916F0DD}"/>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3F13B275-EEEA-4297-8EA8-024CAAD17224}"/>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BAECCDD6-405B-48F0-9D58-66427CD28D02}"/>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3898C364-515F-435F-9F0E-67408F492051}"/>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E9D20835-E17A-4AE6-B26E-D621963639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70936951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C7C7BB97-F031-4270-914C-FF53FCCBAD7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FF00BC3A-D3FC-4619-B926-E83CD0B9DE9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D4F2D559-E4F8-4808-844E-F11483AE461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DEBAEAA7-E0F7-4A6C-A36B-635646A3AAF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70014523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7afe18776b624a6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1382D8DD-5A82-422A-B3F6-9EE7F719F9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9394226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928333e4196844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DCB131F1-D83D-4E83-B349-243C1DFA4A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9566401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716e6ef4f96e467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F634F6EC-D058-4D57-92DD-52C1B2FC24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1513808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124d1488fe7741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CA247831-3041-4E20-B789-193838D638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47060169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1856b36de7f044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087D6D05-D139-4625-946D-B1F86AD2D5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6829090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140eebdf145e4a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93DBC2D5-CD16-44CE-88CD-17464B7DAD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0065755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6B33261B-52E8-45A3-8E90-0F4014A92B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2" name="mini-map"/>
          <p:cNvPicPr>
            <a:picLocks xmlns:a="http://schemas.openxmlformats.org/drawingml/2006/main" noChangeAspect="1"/>
          </p:cNvPicPr>
          <p:nvPr/>
        </p:nvPicPr>
        <p:blipFill>
          <a:blip xmlns:r="http://schemas.openxmlformats.org/officeDocument/2006/relationships" xmlns:a="http://schemas.openxmlformats.org/drawingml/2006/main" r:embed="Rc850bf0adfe745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slide-title">
            <a:extLst xmlns:a="http://schemas.openxmlformats.org/drawingml/2006/main">
              <a:ext uri="{FF2B5EF4-FFF2-40B4-BE49-F238E27FC236}">
                <a16:creationId xmlns:a16="http://schemas.microsoft.com/office/drawing/2014/main" id="{469637C0-4098-409C-9144-2494315F93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4" name="header-divider">
            <a:extLst xmlns:a="http://schemas.openxmlformats.org/drawingml/2006/main">
              <a:ext uri="{FF2B5EF4-FFF2-40B4-BE49-F238E27FC236}">
                <a16:creationId xmlns:a16="http://schemas.microsoft.com/office/drawing/2014/main" id="{587D53F1-8D5E-429B-A139-1875D8C6B7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5" name="10-text-1">
            <a:extLst xmlns:a="http://schemas.openxmlformats.org/drawingml/2006/main">
              <a:ext uri="{FF2B5EF4-FFF2-40B4-BE49-F238E27FC236}">
                <a16:creationId xmlns:a16="http://schemas.microsoft.com/office/drawing/2014/main" id="{F0A7BAC9-F55F-40A0-996E-FE80239BA84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76" name="10-text-2">
            <a:extLst xmlns:a="http://schemas.openxmlformats.org/drawingml/2006/main">
              <a:ext uri="{FF2B5EF4-FFF2-40B4-BE49-F238E27FC236}">
                <a16:creationId xmlns:a16="http://schemas.microsoft.com/office/drawing/2014/main" id="{67BA90F2-DB31-4C52-BEBF-57C82195C6B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77" name="10-text-3">
            <a:extLst xmlns:a="http://schemas.openxmlformats.org/drawingml/2006/main">
              <a:ext uri="{FF2B5EF4-FFF2-40B4-BE49-F238E27FC236}">
                <a16:creationId xmlns:a16="http://schemas.microsoft.com/office/drawing/2014/main" id="{D3B6B271-80C0-43ED-9042-255299D9C28D}"/>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8" name="10-text-4">
            <a:extLst xmlns:a="http://schemas.openxmlformats.org/drawingml/2006/main">
              <a:ext uri="{FF2B5EF4-FFF2-40B4-BE49-F238E27FC236}">
                <a16:creationId xmlns:a16="http://schemas.microsoft.com/office/drawing/2014/main" id="{15D756CE-E20B-4554-B123-25F2B689E05B}"/>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79" name="10-text-5">
            <a:extLst xmlns:a="http://schemas.openxmlformats.org/drawingml/2006/main">
              <a:ext uri="{FF2B5EF4-FFF2-40B4-BE49-F238E27FC236}">
                <a16:creationId xmlns:a16="http://schemas.microsoft.com/office/drawing/2014/main" id="{408BADA9-F1A4-4C30-AB07-BC7D64B59006}"/>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0" name="10-text-6">
            <a:extLst xmlns:a="http://schemas.openxmlformats.org/drawingml/2006/main">
              <a:ext uri="{FF2B5EF4-FFF2-40B4-BE49-F238E27FC236}">
                <a16:creationId xmlns:a16="http://schemas.microsoft.com/office/drawing/2014/main" id="{AF0B94E5-5046-4CBC-8B42-4C9FABBDE619}"/>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1" name="10-text-7">
            <a:extLst xmlns:a="http://schemas.openxmlformats.org/drawingml/2006/main">
              <a:ext uri="{FF2B5EF4-FFF2-40B4-BE49-F238E27FC236}">
                <a16:creationId xmlns:a16="http://schemas.microsoft.com/office/drawing/2014/main" id="{D4B45BAA-21A0-48EC-9F19-1E4B4B7F92DE}"/>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2" name="10-text-8">
            <a:extLst xmlns:a="http://schemas.openxmlformats.org/drawingml/2006/main">
              <a:ext uri="{FF2B5EF4-FFF2-40B4-BE49-F238E27FC236}">
                <a16:creationId xmlns:a16="http://schemas.microsoft.com/office/drawing/2014/main" id="{AD261F46-77AF-4DC0-A547-2DDF56DD3B2A}"/>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3" name="10-text-9">
            <a:extLst xmlns:a="http://schemas.openxmlformats.org/drawingml/2006/main">
              <a:ext uri="{FF2B5EF4-FFF2-40B4-BE49-F238E27FC236}">
                <a16:creationId xmlns:a16="http://schemas.microsoft.com/office/drawing/2014/main" id="{293C7AA8-3B45-4887-8E26-EF3FF52799F1}"/>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4" name="10-text-10">
            <a:extLst xmlns:a="http://schemas.openxmlformats.org/drawingml/2006/main">
              <a:ext uri="{FF2B5EF4-FFF2-40B4-BE49-F238E27FC236}">
                <a16:creationId xmlns:a16="http://schemas.microsoft.com/office/drawing/2014/main" id="{8B55B8E6-0748-4168-B600-ACCC15A900FB}"/>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85" name="10-text-11">
            <a:extLst xmlns:a="http://schemas.openxmlformats.org/drawingml/2006/main">
              <a:ext uri="{FF2B5EF4-FFF2-40B4-BE49-F238E27FC236}">
                <a16:creationId xmlns:a16="http://schemas.microsoft.com/office/drawing/2014/main" id="{D9D7531A-5711-456E-A9DA-2A4CB281E80B}"/>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86" name="10-text-12">
            <a:extLst xmlns:a="http://schemas.openxmlformats.org/drawingml/2006/main">
              <a:ext uri="{FF2B5EF4-FFF2-40B4-BE49-F238E27FC236}">
                <a16:creationId xmlns:a16="http://schemas.microsoft.com/office/drawing/2014/main" id="{87E2E6AD-5938-4BFD-B1A5-B8795B90F5A0}"/>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87" name="10-text-13">
            <a:extLst xmlns:a="http://schemas.openxmlformats.org/drawingml/2006/main">
              <a:ext uri="{FF2B5EF4-FFF2-40B4-BE49-F238E27FC236}">
                <a16:creationId xmlns:a16="http://schemas.microsoft.com/office/drawing/2014/main" id="{87DBDA94-7DDB-4467-8160-10824F605AD9}"/>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88" name="10-text-14">
            <a:extLst xmlns:a="http://schemas.openxmlformats.org/drawingml/2006/main">
              <a:ext uri="{FF2B5EF4-FFF2-40B4-BE49-F238E27FC236}">
                <a16:creationId xmlns:a16="http://schemas.microsoft.com/office/drawing/2014/main" id="{9D35FE99-4FA1-4CBC-9B22-348B3B610EC7}"/>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89" name="10-text-15">
            <a:extLst xmlns:a="http://schemas.openxmlformats.org/drawingml/2006/main">
              <a:ext uri="{FF2B5EF4-FFF2-40B4-BE49-F238E27FC236}">
                <a16:creationId xmlns:a16="http://schemas.microsoft.com/office/drawing/2014/main" id="{EF0F061C-3FC9-46A0-BA11-97606359D2DE}"/>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0" name="narrative-number">
            <a:extLst xmlns:a="http://schemas.openxmlformats.org/drawingml/2006/main">
              <a:ext uri="{FF2B5EF4-FFF2-40B4-BE49-F238E27FC236}">
                <a16:creationId xmlns:a16="http://schemas.microsoft.com/office/drawing/2014/main" id="{D9EBF244-21D5-4846-927C-77BDF99A36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08285508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1" name="!!area-name">
            <a:extLst xmlns:a="http://schemas.openxmlformats.org/drawingml/2006/main">
              <a:ext uri="{FF2B5EF4-FFF2-40B4-BE49-F238E27FC236}">
                <a16:creationId xmlns:a16="http://schemas.microsoft.com/office/drawing/2014/main" id="{3E1FF7F4-982A-4473-8257-CC2C9A0D9C1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35b3fd7c8fb844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3" name="header-divider">
            <a:extLst xmlns:a="http://schemas.openxmlformats.org/drawingml/2006/main">
              <a:ext uri="{FF2B5EF4-FFF2-40B4-BE49-F238E27FC236}">
                <a16:creationId xmlns:a16="http://schemas.microsoft.com/office/drawing/2014/main" id="{49108E7C-B028-4C2B-A237-F290E41C47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4" name="11-text-1">
            <a:extLst xmlns:a="http://schemas.openxmlformats.org/drawingml/2006/main">
              <a:ext uri="{FF2B5EF4-FFF2-40B4-BE49-F238E27FC236}">
                <a16:creationId xmlns:a16="http://schemas.microsoft.com/office/drawing/2014/main" id="{CF080A57-7F06-4575-9A06-71D6D288C3C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95" name="11-text-2">
            <a:extLst xmlns:a="http://schemas.openxmlformats.org/drawingml/2006/main">
              <a:ext uri="{FF2B5EF4-FFF2-40B4-BE49-F238E27FC236}">
                <a16:creationId xmlns:a16="http://schemas.microsoft.com/office/drawing/2014/main" id="{28762E6E-E413-41A5-BE1D-CF8D6BE5F48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96" name="11-text-3">
            <a:extLst xmlns:a="http://schemas.openxmlformats.org/drawingml/2006/main">
              <a:ext uri="{FF2B5EF4-FFF2-40B4-BE49-F238E27FC236}">
                <a16:creationId xmlns:a16="http://schemas.microsoft.com/office/drawing/2014/main" id="{EE14CA1C-1893-463D-8F35-ED76FBD0377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05" name="11-image-4"/>
          <p:cNvPicPr>
            <a:picLocks xmlns:a="http://schemas.openxmlformats.org/drawingml/2006/main" noChangeAspect="1"/>
          </p:cNvPicPr>
          <p:nvPr/>
        </p:nvPicPr>
        <p:blipFill>
          <a:blip xmlns:r="http://schemas.openxmlformats.org/officeDocument/2006/relationships" xmlns:a="http://schemas.openxmlformats.org/drawingml/2006/main" r:embed="R7a537a3df2cc49d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98" name="narrative-number">
            <a:extLst xmlns:a="http://schemas.openxmlformats.org/drawingml/2006/main">
              <a:ext uri="{FF2B5EF4-FFF2-40B4-BE49-F238E27FC236}">
                <a16:creationId xmlns:a16="http://schemas.microsoft.com/office/drawing/2014/main" id="{CC10CB6E-8F96-4DAC-A64C-5D8D00ACA1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10606968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E9C9DB81-A692-4192-A076-36E2DAB704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0" name="mini-map"/>
          <p:cNvPicPr>
            <a:picLocks xmlns:a="http://schemas.openxmlformats.org/drawingml/2006/main" noChangeAspect="1"/>
          </p:cNvPicPr>
          <p:nvPr/>
        </p:nvPicPr>
        <p:blipFill>
          <a:blip xmlns:r="http://schemas.openxmlformats.org/officeDocument/2006/relationships" xmlns:a="http://schemas.openxmlformats.org/drawingml/2006/main" r:embed="R2d382789e80248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918FC827-31E0-4967-8B58-89549C64417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2" name="header-divider">
            <a:extLst xmlns:a="http://schemas.openxmlformats.org/drawingml/2006/main">
              <a:ext uri="{FF2B5EF4-FFF2-40B4-BE49-F238E27FC236}">
                <a16:creationId xmlns:a16="http://schemas.microsoft.com/office/drawing/2014/main" id="{133705FE-5774-450E-8CF4-698326BE8C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7B104123-6E17-431B-82B2-7FFE6AE56FE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4" name="12-text-2">
            <a:extLst xmlns:a="http://schemas.openxmlformats.org/drawingml/2006/main">
              <a:ext uri="{FF2B5EF4-FFF2-40B4-BE49-F238E27FC236}">
                <a16:creationId xmlns:a16="http://schemas.microsoft.com/office/drawing/2014/main" id="{E49D1862-63A2-4D91-BC84-70D841F2C7C7}"/>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5" name="12-text-3">
            <a:extLst xmlns:a="http://schemas.openxmlformats.org/drawingml/2006/main">
              <a:ext uri="{FF2B5EF4-FFF2-40B4-BE49-F238E27FC236}">
                <a16:creationId xmlns:a16="http://schemas.microsoft.com/office/drawing/2014/main" id="{A560D374-42AB-4954-8304-1E073C6880AC}"/>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6" name="12-text-4">
            <a:extLst xmlns:a="http://schemas.openxmlformats.org/drawingml/2006/main">
              <a:ext uri="{FF2B5EF4-FFF2-40B4-BE49-F238E27FC236}">
                <a16:creationId xmlns:a16="http://schemas.microsoft.com/office/drawing/2014/main" id="{B2C0D676-9074-4A45-A698-FFC66E70408C}"/>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7" name="12-text-5">
            <a:extLst xmlns:a="http://schemas.openxmlformats.org/drawingml/2006/main">
              <a:ext uri="{FF2B5EF4-FFF2-40B4-BE49-F238E27FC236}">
                <a16:creationId xmlns:a16="http://schemas.microsoft.com/office/drawing/2014/main" id="{D2083D86-E7A5-425F-B977-E77A9F2D691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08" name="12-text-6">
            <a:extLst xmlns:a="http://schemas.openxmlformats.org/drawingml/2006/main">
              <a:ext uri="{FF2B5EF4-FFF2-40B4-BE49-F238E27FC236}">
                <a16:creationId xmlns:a16="http://schemas.microsoft.com/office/drawing/2014/main" id="{151840C3-E841-4377-8546-467EF51DB0CD}"/>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09" name="12-line-8">
            <a:extLst xmlns:a="http://schemas.openxmlformats.org/drawingml/2006/main">
              <a:ext uri="{FF2B5EF4-FFF2-40B4-BE49-F238E27FC236}">
                <a16:creationId xmlns:a16="http://schemas.microsoft.com/office/drawing/2014/main" id="{F066917B-A7F6-4F34-96CB-258C28A1119E}"/>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0" name="12-line-10">
            <a:extLst xmlns:a="http://schemas.openxmlformats.org/drawingml/2006/main">
              <a:ext uri="{FF2B5EF4-FFF2-40B4-BE49-F238E27FC236}">
                <a16:creationId xmlns:a16="http://schemas.microsoft.com/office/drawing/2014/main" id="{86091E6A-4E61-4C16-B9E3-C65A206C2557}"/>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1" name="12-text-11">
            <a:extLst xmlns:a="http://schemas.openxmlformats.org/drawingml/2006/main">
              <a:ext uri="{FF2B5EF4-FFF2-40B4-BE49-F238E27FC236}">
                <a16:creationId xmlns:a16="http://schemas.microsoft.com/office/drawing/2014/main" id="{DCF22C6E-F863-422A-A191-C238065CC7E9}"/>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2" name="12-text-12">
            <a:extLst xmlns:a="http://schemas.openxmlformats.org/drawingml/2006/main">
              <a:ext uri="{FF2B5EF4-FFF2-40B4-BE49-F238E27FC236}">
                <a16:creationId xmlns:a16="http://schemas.microsoft.com/office/drawing/2014/main" id="{0325241C-DB8F-4CBB-84C9-1615273F9B3F}"/>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113" name="12-text-13">
            <a:extLst xmlns:a="http://schemas.openxmlformats.org/drawingml/2006/main">
              <a:ext uri="{FF2B5EF4-FFF2-40B4-BE49-F238E27FC236}">
                <a16:creationId xmlns:a16="http://schemas.microsoft.com/office/drawing/2014/main" id="{7213DFDC-D7FE-4C9A-B9CD-0E2E8E0A9C74}"/>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4" name="12-text-14">
            <a:extLst xmlns:a="http://schemas.openxmlformats.org/drawingml/2006/main">
              <a:ext uri="{FF2B5EF4-FFF2-40B4-BE49-F238E27FC236}">
                <a16:creationId xmlns:a16="http://schemas.microsoft.com/office/drawing/2014/main" id="{78B81D56-D5C5-409B-BD9F-8AC94E129430}"/>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115" name="12-text-15">
            <a:extLst xmlns:a="http://schemas.openxmlformats.org/drawingml/2006/main">
              <a:ext uri="{FF2B5EF4-FFF2-40B4-BE49-F238E27FC236}">
                <a16:creationId xmlns:a16="http://schemas.microsoft.com/office/drawing/2014/main" id="{7EC0426F-6888-4032-B008-0850998AC34A}"/>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6" name="12-text-16">
            <a:extLst xmlns:a="http://schemas.openxmlformats.org/drawingml/2006/main">
              <a:ext uri="{FF2B5EF4-FFF2-40B4-BE49-F238E27FC236}">
                <a16:creationId xmlns:a16="http://schemas.microsoft.com/office/drawing/2014/main" id="{528965FC-0ADF-48CF-819B-2777F24981DD}"/>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117" name="12-text-17">
            <a:extLst xmlns:a="http://schemas.openxmlformats.org/drawingml/2006/main">
              <a:ext uri="{FF2B5EF4-FFF2-40B4-BE49-F238E27FC236}">
                <a16:creationId xmlns:a16="http://schemas.microsoft.com/office/drawing/2014/main" id="{77F31570-ADB6-48CD-8905-8DA0C787A76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118" name="narrative-number">
            <a:extLst xmlns:a="http://schemas.openxmlformats.org/drawingml/2006/main">
              <a:ext uri="{FF2B5EF4-FFF2-40B4-BE49-F238E27FC236}">
                <a16:creationId xmlns:a16="http://schemas.microsoft.com/office/drawing/2014/main" id="{59FCB32D-671B-490C-81CA-22F81995F3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231901433"/>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9" name="!!area-name">
            <a:extLst xmlns:a="http://schemas.openxmlformats.org/drawingml/2006/main">
              <a:ext uri="{FF2B5EF4-FFF2-40B4-BE49-F238E27FC236}">
                <a16:creationId xmlns:a16="http://schemas.microsoft.com/office/drawing/2014/main" id="{9219B763-996D-4BA7-AEDD-67472E1A52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09fd9b5b5cc94f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1" name="slide-title">
            <a:extLst xmlns:a="http://schemas.openxmlformats.org/drawingml/2006/main">
              <a:ext uri="{FF2B5EF4-FFF2-40B4-BE49-F238E27FC236}">
                <a16:creationId xmlns:a16="http://schemas.microsoft.com/office/drawing/2014/main" id="{316386CD-0A8A-46B0-AD33-8B3D94E2338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2" name="header-divider">
            <a:extLst xmlns:a="http://schemas.openxmlformats.org/drawingml/2006/main">
              <a:ext uri="{FF2B5EF4-FFF2-40B4-BE49-F238E27FC236}">
                <a16:creationId xmlns:a16="http://schemas.microsoft.com/office/drawing/2014/main" id="{923B5E17-F295-41DC-863B-99C678AD9E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3" name="13-text-1">
            <a:extLst xmlns:a="http://schemas.openxmlformats.org/drawingml/2006/main">
              <a:ext uri="{FF2B5EF4-FFF2-40B4-BE49-F238E27FC236}">
                <a16:creationId xmlns:a16="http://schemas.microsoft.com/office/drawing/2014/main" id="{84B97378-5008-46CD-BB2B-7D336FC9AF2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24" name="13-text-2">
            <a:extLst xmlns:a="http://schemas.openxmlformats.org/drawingml/2006/main">
              <a:ext uri="{FF2B5EF4-FFF2-40B4-BE49-F238E27FC236}">
                <a16:creationId xmlns:a16="http://schemas.microsoft.com/office/drawing/2014/main" id="{EB7BC1FC-540C-4D84-93F1-7BF16C455BF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25" name="13-text-3">
            <a:extLst xmlns:a="http://schemas.openxmlformats.org/drawingml/2006/main">
              <a:ext uri="{FF2B5EF4-FFF2-40B4-BE49-F238E27FC236}">
                <a16:creationId xmlns:a16="http://schemas.microsoft.com/office/drawing/2014/main" id="{EDA89105-0EF9-4458-86A0-D0FD160EFC1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26" name="13-text-4">
            <a:extLst xmlns:a="http://schemas.openxmlformats.org/drawingml/2006/main">
              <a:ext uri="{FF2B5EF4-FFF2-40B4-BE49-F238E27FC236}">
                <a16:creationId xmlns:a16="http://schemas.microsoft.com/office/drawing/2014/main" id="{9CC1CB78-97F0-4A5C-90D4-F8990D272A1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27" name="13-text-5">
            <a:extLst xmlns:a="http://schemas.openxmlformats.org/drawingml/2006/main">
              <a:ext uri="{FF2B5EF4-FFF2-40B4-BE49-F238E27FC236}">
                <a16:creationId xmlns:a16="http://schemas.microsoft.com/office/drawing/2014/main" id="{D53B695A-207E-4E20-8B6C-3D8513030DC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28" name="13-text-6">
            <a:extLst xmlns:a="http://schemas.openxmlformats.org/drawingml/2006/main">
              <a:ext uri="{FF2B5EF4-FFF2-40B4-BE49-F238E27FC236}">
                <a16:creationId xmlns:a16="http://schemas.microsoft.com/office/drawing/2014/main" id="{F3264D1A-65F3-4A4C-97FE-A29D558924B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29" name="narrative-number">
            <a:extLst xmlns:a="http://schemas.openxmlformats.org/drawingml/2006/main">
              <a:ext uri="{FF2B5EF4-FFF2-40B4-BE49-F238E27FC236}">
                <a16:creationId xmlns:a16="http://schemas.microsoft.com/office/drawing/2014/main" id="{E9555B57-8F5F-44D8-851B-29497C0135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92114710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33D9B2F7-73B6-4ED9-B466-2F91E25A5F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4" name="mini-map"/>
          <p:cNvPicPr>
            <a:picLocks xmlns:a="http://schemas.openxmlformats.org/drawingml/2006/main" noChangeAspect="1"/>
          </p:cNvPicPr>
          <p:nvPr/>
        </p:nvPicPr>
        <p:blipFill>
          <a:blip xmlns:r="http://schemas.openxmlformats.org/officeDocument/2006/relationships" xmlns:a="http://schemas.openxmlformats.org/drawingml/2006/main" r:embed="Rd19f65203faf4e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slide-title">
            <a:extLst xmlns:a="http://schemas.openxmlformats.org/drawingml/2006/main">
              <a:ext uri="{FF2B5EF4-FFF2-40B4-BE49-F238E27FC236}">
                <a16:creationId xmlns:a16="http://schemas.microsoft.com/office/drawing/2014/main" id="{ECC358D0-0147-4B39-975B-A069B3AC59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3" name="header-divider">
            <a:extLst xmlns:a="http://schemas.openxmlformats.org/drawingml/2006/main">
              <a:ext uri="{FF2B5EF4-FFF2-40B4-BE49-F238E27FC236}">
                <a16:creationId xmlns:a16="http://schemas.microsoft.com/office/drawing/2014/main" id="{DAB7D424-96E2-45AB-9AEC-C7D2A96DC0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4" name="14-text-1">
            <a:extLst xmlns:a="http://schemas.openxmlformats.org/drawingml/2006/main">
              <a:ext uri="{FF2B5EF4-FFF2-40B4-BE49-F238E27FC236}">
                <a16:creationId xmlns:a16="http://schemas.microsoft.com/office/drawing/2014/main" id="{0807C8ED-0A55-4196-92B2-5A84EB12440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35" name="14-text-2">
            <a:extLst xmlns:a="http://schemas.openxmlformats.org/drawingml/2006/main">
              <a:ext uri="{FF2B5EF4-FFF2-40B4-BE49-F238E27FC236}">
                <a16:creationId xmlns:a16="http://schemas.microsoft.com/office/drawing/2014/main" id="{91B8BE27-F030-426D-BF4B-3B0F89AB53C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36" name="14-text-3">
            <a:extLst xmlns:a="http://schemas.openxmlformats.org/drawingml/2006/main">
              <a:ext uri="{FF2B5EF4-FFF2-40B4-BE49-F238E27FC236}">
                <a16:creationId xmlns:a16="http://schemas.microsoft.com/office/drawing/2014/main" id="{C750302E-75B8-4845-ACB4-A68046E8F71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37" name="14-text-4">
            <a:extLst xmlns:a="http://schemas.openxmlformats.org/drawingml/2006/main">
              <a:ext uri="{FF2B5EF4-FFF2-40B4-BE49-F238E27FC236}">
                <a16:creationId xmlns:a16="http://schemas.microsoft.com/office/drawing/2014/main" id="{CC83E6B3-C622-4944-94FD-A53D6F14CBF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38" name="14-text-5">
            <a:extLst xmlns:a="http://schemas.openxmlformats.org/drawingml/2006/main">
              <a:ext uri="{FF2B5EF4-FFF2-40B4-BE49-F238E27FC236}">
                <a16:creationId xmlns:a16="http://schemas.microsoft.com/office/drawing/2014/main" id="{2F21963C-90E0-48C7-A9C8-D3AC048954E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39" name="14-text-6">
            <a:extLst xmlns:a="http://schemas.openxmlformats.org/drawingml/2006/main">
              <a:ext uri="{FF2B5EF4-FFF2-40B4-BE49-F238E27FC236}">
                <a16:creationId xmlns:a16="http://schemas.microsoft.com/office/drawing/2014/main" id="{502CF3B4-E29C-4D16-8ED6-A0776189A05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40" name="14-text-7">
            <a:extLst xmlns:a="http://schemas.openxmlformats.org/drawingml/2006/main">
              <a:ext uri="{FF2B5EF4-FFF2-40B4-BE49-F238E27FC236}">
                <a16:creationId xmlns:a16="http://schemas.microsoft.com/office/drawing/2014/main" id="{6E5B2931-6355-4BF7-8127-8B737B89DFB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1" name="14-text-8">
            <a:extLst xmlns:a="http://schemas.openxmlformats.org/drawingml/2006/main">
              <a:ext uri="{FF2B5EF4-FFF2-40B4-BE49-F238E27FC236}">
                <a16:creationId xmlns:a16="http://schemas.microsoft.com/office/drawing/2014/main" id="{6087141B-F2D7-4E51-92C3-36813B7D45A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2" name="narrative-number">
            <a:extLst xmlns:a="http://schemas.openxmlformats.org/drawingml/2006/main">
              <a:ext uri="{FF2B5EF4-FFF2-40B4-BE49-F238E27FC236}">
                <a16:creationId xmlns:a16="http://schemas.microsoft.com/office/drawing/2014/main" id="{61E7B926-4B4C-4890-BA9E-1B43B253C5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36097503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3" name="!!area-name">
            <a:extLst xmlns:a="http://schemas.openxmlformats.org/drawingml/2006/main">
              <a:ext uri="{FF2B5EF4-FFF2-40B4-BE49-F238E27FC236}">
                <a16:creationId xmlns:a16="http://schemas.microsoft.com/office/drawing/2014/main" id="{60E3C767-0878-4762-B191-C8CAAFFD00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80d65366d3c346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5" name="slide-title">
            <a:extLst xmlns:a="http://schemas.openxmlformats.org/drawingml/2006/main">
              <a:ext uri="{FF2B5EF4-FFF2-40B4-BE49-F238E27FC236}">
                <a16:creationId xmlns:a16="http://schemas.microsoft.com/office/drawing/2014/main" id="{49ED4643-0610-41EB-A02D-EBAF2B5A7ED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6" name="header-divider">
            <a:extLst xmlns:a="http://schemas.openxmlformats.org/drawingml/2006/main">
              <a:ext uri="{FF2B5EF4-FFF2-40B4-BE49-F238E27FC236}">
                <a16:creationId xmlns:a16="http://schemas.microsoft.com/office/drawing/2014/main" id="{7F3CA9D2-76EE-4BF6-9C11-43247DFB16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15-text-1">
            <a:extLst xmlns:a="http://schemas.openxmlformats.org/drawingml/2006/main">
              <a:ext uri="{FF2B5EF4-FFF2-40B4-BE49-F238E27FC236}">
                <a16:creationId xmlns:a16="http://schemas.microsoft.com/office/drawing/2014/main" id="{FE04FEC9-FD64-4F78-9C43-A7789899516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48" name="15-text-2">
            <a:extLst xmlns:a="http://schemas.openxmlformats.org/drawingml/2006/main">
              <a:ext uri="{FF2B5EF4-FFF2-40B4-BE49-F238E27FC236}">
                <a16:creationId xmlns:a16="http://schemas.microsoft.com/office/drawing/2014/main" id="{E666D6E2-CE8D-4A5A-8ECC-A615FFB6800C}"/>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49" name="15-text-3">
            <a:extLst xmlns:a="http://schemas.openxmlformats.org/drawingml/2006/main">
              <a:ext uri="{FF2B5EF4-FFF2-40B4-BE49-F238E27FC236}">
                <a16:creationId xmlns:a16="http://schemas.microsoft.com/office/drawing/2014/main" id="{7AF1751B-2242-4E98-B613-6536AFF1FD0F}"/>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0" name="15-text-4">
            <a:extLst xmlns:a="http://schemas.openxmlformats.org/drawingml/2006/main">
              <a:ext uri="{FF2B5EF4-FFF2-40B4-BE49-F238E27FC236}">
                <a16:creationId xmlns:a16="http://schemas.microsoft.com/office/drawing/2014/main" id="{DE863A38-C5D5-49F4-A68A-4CFF72088CB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1" name="15-text-5">
            <a:extLst xmlns:a="http://schemas.openxmlformats.org/drawingml/2006/main">
              <a:ext uri="{FF2B5EF4-FFF2-40B4-BE49-F238E27FC236}">
                <a16:creationId xmlns:a16="http://schemas.microsoft.com/office/drawing/2014/main" id="{4AE5A8A4-B8F6-4690-8620-3DB9B2C04B2B}"/>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2" name="15-text-6">
            <a:extLst xmlns:a="http://schemas.openxmlformats.org/drawingml/2006/main">
              <a:ext uri="{FF2B5EF4-FFF2-40B4-BE49-F238E27FC236}">
                <a16:creationId xmlns:a16="http://schemas.microsoft.com/office/drawing/2014/main" id="{2CA75BEE-6E59-417A-A7CD-7A0CDF66C350}"/>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3" name="15-text-7">
            <a:extLst xmlns:a="http://schemas.openxmlformats.org/drawingml/2006/main">
              <a:ext uri="{FF2B5EF4-FFF2-40B4-BE49-F238E27FC236}">
                <a16:creationId xmlns:a16="http://schemas.microsoft.com/office/drawing/2014/main" id="{E0224F2E-11C9-4918-848F-7978AE25D094}"/>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67"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55" name="narrative-number">
            <a:extLst xmlns:a="http://schemas.openxmlformats.org/drawingml/2006/main">
              <a:ext uri="{FF2B5EF4-FFF2-40B4-BE49-F238E27FC236}">
                <a16:creationId xmlns:a16="http://schemas.microsoft.com/office/drawing/2014/main" id="{8FD34FE4-0BAE-4E5A-8179-96C2E79E9A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03359326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8A40800C-B017-4B15-8901-46C69E2871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f5c5c9bd926d4d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C1A059AB-0782-4657-98D0-CF845DDC91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16-text-1">
            <a:extLst xmlns:a="http://schemas.openxmlformats.org/drawingml/2006/main">
              <a:ext uri="{FF2B5EF4-FFF2-40B4-BE49-F238E27FC236}">
                <a16:creationId xmlns:a16="http://schemas.microsoft.com/office/drawing/2014/main" id="{04105870-2449-47A7-9CCB-359F49CD7A6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0" name="16-text-2">
            <a:extLst xmlns:a="http://schemas.openxmlformats.org/drawingml/2006/main">
              <a:ext uri="{FF2B5EF4-FFF2-40B4-BE49-F238E27FC236}">
                <a16:creationId xmlns:a16="http://schemas.microsoft.com/office/drawing/2014/main" id="{051E9381-BFD4-433C-87FB-D502B1C4136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1" name="16-text-3">
            <a:extLst xmlns:a="http://schemas.openxmlformats.org/drawingml/2006/main">
              <a:ext uri="{FF2B5EF4-FFF2-40B4-BE49-F238E27FC236}">
                <a16:creationId xmlns:a16="http://schemas.microsoft.com/office/drawing/2014/main" id="{4A3BEF6E-47E8-452F-BDCA-11C1D96ECEC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0" name="16-image-4"/>
          <p:cNvPicPr>
            <a:picLocks xmlns:a="http://schemas.openxmlformats.org/drawingml/2006/main" noChangeAspect="1"/>
          </p:cNvPicPr>
          <p:nvPr/>
        </p:nvPicPr>
        <p:blipFill>
          <a:blip xmlns:r="http://schemas.openxmlformats.org/officeDocument/2006/relationships" xmlns:a="http://schemas.openxmlformats.org/drawingml/2006/main" r:embed="Re5c2141ef63a421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3" name="narrative-number">
            <a:extLst xmlns:a="http://schemas.openxmlformats.org/drawingml/2006/main">
              <a:ext uri="{FF2B5EF4-FFF2-40B4-BE49-F238E27FC236}">
                <a16:creationId xmlns:a16="http://schemas.microsoft.com/office/drawing/2014/main" id="{B3DB8E07-F6E4-46AE-9184-A24AF71FE5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88677512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EBB522F4-A7BF-48D0-811D-8D353B388D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79" name="mini-map"/>
          <p:cNvPicPr>
            <a:picLocks xmlns:a="http://schemas.openxmlformats.org/drawingml/2006/main" noChangeAspect="1"/>
          </p:cNvPicPr>
          <p:nvPr/>
        </p:nvPicPr>
        <p:blipFill>
          <a:blip xmlns:r="http://schemas.openxmlformats.org/officeDocument/2006/relationships" xmlns:a="http://schemas.openxmlformats.org/drawingml/2006/main" r:embed="Rfc11d124f8354a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2201AD32-094C-4FD9-A39A-CB355A1CF60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67" name="header-divider">
            <a:extLst xmlns:a="http://schemas.openxmlformats.org/drawingml/2006/main">
              <a:ext uri="{FF2B5EF4-FFF2-40B4-BE49-F238E27FC236}">
                <a16:creationId xmlns:a16="http://schemas.microsoft.com/office/drawing/2014/main" id="{91AB0B5F-5F23-437D-91B2-ECC8AFCE90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7-text-1">
            <a:extLst xmlns:a="http://schemas.openxmlformats.org/drawingml/2006/main">
              <a:ext uri="{FF2B5EF4-FFF2-40B4-BE49-F238E27FC236}">
                <a16:creationId xmlns:a16="http://schemas.microsoft.com/office/drawing/2014/main" id="{7A70A043-50D3-4EB0-B5D2-9EEC1D72E24A}"/>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69" name="17-text-2">
            <a:extLst xmlns:a="http://schemas.openxmlformats.org/drawingml/2006/main">
              <a:ext uri="{FF2B5EF4-FFF2-40B4-BE49-F238E27FC236}">
                <a16:creationId xmlns:a16="http://schemas.microsoft.com/office/drawing/2014/main" id="{6B399866-B9BC-4470-9102-3D9B42049879}"/>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0" name="17-text-3">
            <a:extLst xmlns:a="http://schemas.openxmlformats.org/drawingml/2006/main">
              <a:ext uri="{FF2B5EF4-FFF2-40B4-BE49-F238E27FC236}">
                <a16:creationId xmlns:a16="http://schemas.microsoft.com/office/drawing/2014/main" id="{18A427BB-D5D0-405D-9529-3FB6FAB63A46}"/>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1" name="17-text-4">
            <a:extLst xmlns:a="http://schemas.openxmlformats.org/drawingml/2006/main">
              <a:ext uri="{FF2B5EF4-FFF2-40B4-BE49-F238E27FC236}">
                <a16:creationId xmlns:a16="http://schemas.microsoft.com/office/drawing/2014/main" id="{EF914602-4B90-49ED-A9D8-BD5A4A497B77}"/>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2" name="working-context-boundary">
            <a:extLst xmlns:a="http://schemas.openxmlformats.org/drawingml/2006/main">
              <a:ext uri="{FF2B5EF4-FFF2-40B4-BE49-F238E27FC236}">
                <a16:creationId xmlns:a16="http://schemas.microsoft.com/office/drawing/2014/main" id="{BB05BD19-95BD-41EE-99C6-F642709EB015}"/>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3" name="17-text-5">
            <a:extLst xmlns:a="http://schemas.openxmlformats.org/drawingml/2006/main">
              <a:ext uri="{FF2B5EF4-FFF2-40B4-BE49-F238E27FC236}">
                <a16:creationId xmlns:a16="http://schemas.microsoft.com/office/drawing/2014/main" id="{D3799EB0-F3E0-450E-BA93-096461B2955F}"/>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4" name="17-text-6">
            <a:extLst xmlns:a="http://schemas.openxmlformats.org/drawingml/2006/main">
              <a:ext uri="{FF2B5EF4-FFF2-40B4-BE49-F238E27FC236}">
                <a16:creationId xmlns:a16="http://schemas.microsoft.com/office/drawing/2014/main" id="{63140D19-D815-466E-AA22-E1C878D6B11D}"/>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75" name="17-line-8">
            <a:extLst xmlns:a="http://schemas.openxmlformats.org/drawingml/2006/main">
              <a:ext uri="{FF2B5EF4-FFF2-40B4-BE49-F238E27FC236}">
                <a16:creationId xmlns:a16="http://schemas.microsoft.com/office/drawing/2014/main" id="{A1B08D34-FDE6-4C0E-9E78-3C9225CAFDDE}"/>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6" name="17-line-10">
            <a:extLst xmlns:a="http://schemas.openxmlformats.org/drawingml/2006/main">
              <a:ext uri="{FF2B5EF4-FFF2-40B4-BE49-F238E27FC236}">
                <a16:creationId xmlns:a16="http://schemas.microsoft.com/office/drawing/2014/main" id="{1540CD44-BB60-4826-8ACE-AF8D572F6DA8}"/>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7" name="narrative-number">
            <a:extLst xmlns:a="http://schemas.openxmlformats.org/drawingml/2006/main">
              <a:ext uri="{FF2B5EF4-FFF2-40B4-BE49-F238E27FC236}">
                <a16:creationId xmlns:a16="http://schemas.microsoft.com/office/drawing/2014/main" id="{281E09AE-55F8-45D6-B9AB-91B8CDC844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075910493"/>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8" name="!!area-name">
            <a:extLst xmlns:a="http://schemas.openxmlformats.org/drawingml/2006/main">
              <a:ext uri="{FF2B5EF4-FFF2-40B4-BE49-F238E27FC236}">
                <a16:creationId xmlns:a16="http://schemas.microsoft.com/office/drawing/2014/main" id="{F1AEA07F-831E-4578-A422-2CCA16626A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0df0ea1182304d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0" name="slide-title">
            <a:extLst xmlns:a="http://schemas.openxmlformats.org/drawingml/2006/main">
              <a:ext uri="{FF2B5EF4-FFF2-40B4-BE49-F238E27FC236}">
                <a16:creationId xmlns:a16="http://schemas.microsoft.com/office/drawing/2014/main" id="{B1AAC289-901F-4DFB-AFBF-69E6AA54A8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1" name="header-divider">
            <a:extLst xmlns:a="http://schemas.openxmlformats.org/drawingml/2006/main">
              <a:ext uri="{FF2B5EF4-FFF2-40B4-BE49-F238E27FC236}">
                <a16:creationId xmlns:a16="http://schemas.microsoft.com/office/drawing/2014/main" id="{666882D0-DB2A-4C5A-9B42-936F6567D5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2" name="18-text-1">
            <a:extLst xmlns:a="http://schemas.openxmlformats.org/drawingml/2006/main">
              <a:ext uri="{FF2B5EF4-FFF2-40B4-BE49-F238E27FC236}">
                <a16:creationId xmlns:a16="http://schemas.microsoft.com/office/drawing/2014/main" id="{0426F003-0F68-4DB9-81B1-73860B55A95B}"/>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3" name="18-text-2">
            <a:extLst xmlns:a="http://schemas.openxmlformats.org/drawingml/2006/main">
              <a:ext uri="{FF2B5EF4-FFF2-40B4-BE49-F238E27FC236}">
                <a16:creationId xmlns:a16="http://schemas.microsoft.com/office/drawing/2014/main" id="{E3DC511F-8557-4000-B975-D93ECA7251DD}"/>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4" name="18-text-3">
            <a:extLst xmlns:a="http://schemas.openxmlformats.org/drawingml/2006/main">
              <a:ext uri="{FF2B5EF4-FFF2-40B4-BE49-F238E27FC236}">
                <a16:creationId xmlns:a16="http://schemas.microsoft.com/office/drawing/2014/main" id="{EFEFE257-2B94-4FC6-8379-7EA3AE39AC32}"/>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5" name="18-text-4">
            <a:extLst xmlns:a="http://schemas.openxmlformats.org/drawingml/2006/main">
              <a:ext uri="{FF2B5EF4-FFF2-40B4-BE49-F238E27FC236}">
                <a16:creationId xmlns:a16="http://schemas.microsoft.com/office/drawing/2014/main" id="{34E32818-43B3-4B18-B569-AA6F9BF0D9CF}"/>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86" name="18-text-5">
            <a:extLst xmlns:a="http://schemas.openxmlformats.org/drawingml/2006/main">
              <a:ext uri="{FF2B5EF4-FFF2-40B4-BE49-F238E27FC236}">
                <a16:creationId xmlns:a16="http://schemas.microsoft.com/office/drawing/2014/main" id="{161F2E9E-4FA3-415A-AFFF-B0BE955445A7}"/>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87" name="18-text-6">
            <a:extLst xmlns:a="http://schemas.openxmlformats.org/drawingml/2006/main">
              <a:ext uri="{FF2B5EF4-FFF2-40B4-BE49-F238E27FC236}">
                <a16:creationId xmlns:a16="http://schemas.microsoft.com/office/drawing/2014/main" id="{E3F54C50-D749-434D-B5F6-8A71A0A42552}"/>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88" name="18-line-8">
            <a:extLst xmlns:a="http://schemas.openxmlformats.org/drawingml/2006/main">
              <a:ext uri="{FF2B5EF4-FFF2-40B4-BE49-F238E27FC236}">
                <a16:creationId xmlns:a16="http://schemas.microsoft.com/office/drawing/2014/main" id="{5E599EA7-A69A-49D2-8E8A-EDF908C2371E}"/>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9" name="18-line-10">
            <a:extLst xmlns:a="http://schemas.openxmlformats.org/drawingml/2006/main">
              <a:ext uri="{FF2B5EF4-FFF2-40B4-BE49-F238E27FC236}">
                <a16:creationId xmlns:a16="http://schemas.microsoft.com/office/drawing/2014/main" id="{E96969AE-FCB2-49A0-8370-D7C395903727}"/>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0" name="18-line-12">
            <a:extLst xmlns:a="http://schemas.openxmlformats.org/drawingml/2006/main">
              <a:ext uri="{FF2B5EF4-FFF2-40B4-BE49-F238E27FC236}">
                <a16:creationId xmlns:a16="http://schemas.microsoft.com/office/drawing/2014/main" id="{21DAFCC0-B040-401E-ACA1-0CEDF11DA3BC}"/>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1" name="18-text-13">
            <a:extLst xmlns:a="http://schemas.openxmlformats.org/drawingml/2006/main">
              <a:ext uri="{FF2B5EF4-FFF2-40B4-BE49-F238E27FC236}">
                <a16:creationId xmlns:a16="http://schemas.microsoft.com/office/drawing/2014/main" id="{1D6739CF-8D8D-482E-BFEF-C272C4F42650}"/>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2" name="18-text-14">
            <a:extLst xmlns:a="http://schemas.openxmlformats.org/drawingml/2006/main">
              <a:ext uri="{FF2B5EF4-FFF2-40B4-BE49-F238E27FC236}">
                <a16:creationId xmlns:a16="http://schemas.microsoft.com/office/drawing/2014/main" id="{8460D574-3616-437E-8C93-994553B08879}"/>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3" name="18-text-15">
            <a:extLst xmlns:a="http://schemas.openxmlformats.org/drawingml/2006/main">
              <a:ext uri="{FF2B5EF4-FFF2-40B4-BE49-F238E27FC236}">
                <a16:creationId xmlns:a16="http://schemas.microsoft.com/office/drawing/2014/main" id="{5EB12692-BCEC-4FEF-AE04-74523A49E9CD}"/>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4" name="18-text-16">
            <a:extLst xmlns:a="http://schemas.openxmlformats.org/drawingml/2006/main">
              <a:ext uri="{FF2B5EF4-FFF2-40B4-BE49-F238E27FC236}">
                <a16:creationId xmlns:a16="http://schemas.microsoft.com/office/drawing/2014/main" id="{17106A1A-BB6B-4133-8469-E9C040A53762}"/>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95" name="18-text-17">
            <a:extLst xmlns:a="http://schemas.openxmlformats.org/drawingml/2006/main">
              <a:ext uri="{FF2B5EF4-FFF2-40B4-BE49-F238E27FC236}">
                <a16:creationId xmlns:a16="http://schemas.microsoft.com/office/drawing/2014/main" id="{FFF06154-DA21-4772-AE92-C97B2145F0C9}"/>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96" name="narrative-number">
            <a:extLst xmlns:a="http://schemas.openxmlformats.org/drawingml/2006/main">
              <a:ext uri="{FF2B5EF4-FFF2-40B4-BE49-F238E27FC236}">
                <a16:creationId xmlns:a16="http://schemas.microsoft.com/office/drawing/2014/main" id="{80405A68-4349-4FB9-8085-2D56AB8E99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25285813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4F75F962-E5C0-470B-99AF-781C996FCA1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f754c53ddbbb41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72D7A94E-BDC8-4315-8657-376BDAAD6CB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0" name="header-divider">
            <a:extLst xmlns:a="http://schemas.openxmlformats.org/drawingml/2006/main">
              <a:ext uri="{FF2B5EF4-FFF2-40B4-BE49-F238E27FC236}">
                <a16:creationId xmlns:a16="http://schemas.microsoft.com/office/drawing/2014/main" id="{EE314085-9015-4943-AE68-FB0BEC808B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19-text-1">
            <a:extLst xmlns:a="http://schemas.openxmlformats.org/drawingml/2006/main">
              <a:ext uri="{FF2B5EF4-FFF2-40B4-BE49-F238E27FC236}">
                <a16:creationId xmlns:a16="http://schemas.microsoft.com/office/drawing/2014/main" id="{49879A75-67EF-43B4-AF8D-A2ED80CE55A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2" name="19-text-2">
            <a:extLst xmlns:a="http://schemas.openxmlformats.org/drawingml/2006/main">
              <a:ext uri="{FF2B5EF4-FFF2-40B4-BE49-F238E27FC236}">
                <a16:creationId xmlns:a16="http://schemas.microsoft.com/office/drawing/2014/main" id="{5AE99A1F-8A6E-40A2-84B7-C509BE4E569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3" name="19-text-3">
            <a:extLst xmlns:a="http://schemas.openxmlformats.org/drawingml/2006/main">
              <a:ext uri="{FF2B5EF4-FFF2-40B4-BE49-F238E27FC236}">
                <a16:creationId xmlns:a16="http://schemas.microsoft.com/office/drawing/2014/main" id="{83B74DC8-AB9E-4F9C-A602-27DA16CA5AA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4" name="19-text-4">
            <a:extLst xmlns:a="http://schemas.openxmlformats.org/drawingml/2006/main">
              <a:ext uri="{FF2B5EF4-FFF2-40B4-BE49-F238E27FC236}">
                <a16:creationId xmlns:a16="http://schemas.microsoft.com/office/drawing/2014/main" id="{E398C5E9-B474-4582-B284-188154B3CDC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05" name="19-text-5">
            <a:extLst xmlns:a="http://schemas.openxmlformats.org/drawingml/2006/main">
              <a:ext uri="{FF2B5EF4-FFF2-40B4-BE49-F238E27FC236}">
                <a16:creationId xmlns:a16="http://schemas.microsoft.com/office/drawing/2014/main" id="{C29AE2B4-2825-4C27-BA6C-8727FDE75B8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06" name="19-text-6">
            <a:extLst xmlns:a="http://schemas.openxmlformats.org/drawingml/2006/main">
              <a:ext uri="{FF2B5EF4-FFF2-40B4-BE49-F238E27FC236}">
                <a16:creationId xmlns:a16="http://schemas.microsoft.com/office/drawing/2014/main" id="{83FF0CE0-3FAC-41FF-B268-6DE8ED02703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07" name="19-text-7">
            <a:extLst xmlns:a="http://schemas.openxmlformats.org/drawingml/2006/main">
              <a:ext uri="{FF2B5EF4-FFF2-40B4-BE49-F238E27FC236}">
                <a16:creationId xmlns:a16="http://schemas.microsoft.com/office/drawing/2014/main" id="{C094FAD6-C7E7-478A-99BC-C9FAABA8EC9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8">
            <a:extLst xmlns:a="http://schemas.openxmlformats.org/drawingml/2006/main">
              <a:ext uri="{FF2B5EF4-FFF2-40B4-BE49-F238E27FC236}">
                <a16:creationId xmlns:a16="http://schemas.microsoft.com/office/drawing/2014/main" id="{4DC28E01-DE08-4C9D-A4D5-A2E5F32B98B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5D4ED6FF-2380-4C66-AA8A-7D85CC0504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77959879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63711244-5EBA-4A18-ACAE-A07EB9E6DD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27" name="mini-map"/>
          <p:cNvPicPr>
            <a:picLocks xmlns:a="http://schemas.openxmlformats.org/drawingml/2006/main" noChangeAspect="1"/>
          </p:cNvPicPr>
          <p:nvPr/>
        </p:nvPicPr>
        <p:blipFill>
          <a:blip xmlns:r="http://schemas.openxmlformats.org/officeDocument/2006/relationships" xmlns:a="http://schemas.openxmlformats.org/drawingml/2006/main" r:embed="R11efaabff0bc4b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3FF915AE-4EFD-45B6-AA17-ED29E1184D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4B4BFAE9-6DFC-4D99-B97B-E0D7F46F12A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0-text-1">
            <a:extLst xmlns:a="http://schemas.openxmlformats.org/drawingml/2006/main">
              <a:ext uri="{FF2B5EF4-FFF2-40B4-BE49-F238E27FC236}">
                <a16:creationId xmlns:a16="http://schemas.microsoft.com/office/drawing/2014/main" id="{294CBC21-C187-4289-9E02-867789F19B9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15" name="20-text-2">
            <a:extLst xmlns:a="http://schemas.openxmlformats.org/drawingml/2006/main">
              <a:ext uri="{FF2B5EF4-FFF2-40B4-BE49-F238E27FC236}">
                <a16:creationId xmlns:a16="http://schemas.microsoft.com/office/drawing/2014/main" id="{28FE9E2D-D01B-44B1-B447-163719090E1A}"/>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16" name="20-text-3">
            <a:extLst xmlns:a="http://schemas.openxmlformats.org/drawingml/2006/main">
              <a:ext uri="{FF2B5EF4-FFF2-40B4-BE49-F238E27FC236}">
                <a16:creationId xmlns:a16="http://schemas.microsoft.com/office/drawing/2014/main" id="{51DCA00D-472C-44CF-BCFE-026FEE5CE08C}"/>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17" name="20-text-4">
            <a:extLst xmlns:a="http://schemas.openxmlformats.org/drawingml/2006/main">
              <a:ext uri="{FF2B5EF4-FFF2-40B4-BE49-F238E27FC236}">
                <a16:creationId xmlns:a16="http://schemas.microsoft.com/office/drawing/2014/main" id="{3B13605A-00E3-4860-8092-4BA240D8FB92}"/>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18" name="20-text-5">
            <a:extLst xmlns:a="http://schemas.openxmlformats.org/drawingml/2006/main">
              <a:ext uri="{FF2B5EF4-FFF2-40B4-BE49-F238E27FC236}">
                <a16:creationId xmlns:a16="http://schemas.microsoft.com/office/drawing/2014/main" id="{FF21DA84-309C-400E-9FA1-9E26240050C2}"/>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19" name="20-text-6">
            <a:extLst xmlns:a="http://schemas.openxmlformats.org/drawingml/2006/main">
              <a:ext uri="{FF2B5EF4-FFF2-40B4-BE49-F238E27FC236}">
                <a16:creationId xmlns:a16="http://schemas.microsoft.com/office/drawing/2014/main" id="{3D4A9B9A-4F20-4E75-8495-EF82A876EFCC}"/>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0" name="20-text-7">
            <a:extLst xmlns:a="http://schemas.openxmlformats.org/drawingml/2006/main">
              <a:ext uri="{FF2B5EF4-FFF2-40B4-BE49-F238E27FC236}">
                <a16:creationId xmlns:a16="http://schemas.microsoft.com/office/drawing/2014/main" id="{2405D8AB-457F-4D37-B148-F31F118E3C92}"/>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1" name="20-text-8">
            <a:extLst xmlns:a="http://schemas.openxmlformats.org/drawingml/2006/main">
              <a:ext uri="{FF2B5EF4-FFF2-40B4-BE49-F238E27FC236}">
                <a16:creationId xmlns:a16="http://schemas.microsoft.com/office/drawing/2014/main" id="{0174EAC5-1209-496D-91E8-60A27DC53051}"/>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2" name="20-text-9">
            <a:extLst xmlns:a="http://schemas.openxmlformats.org/drawingml/2006/main">
              <a:ext uri="{FF2B5EF4-FFF2-40B4-BE49-F238E27FC236}">
                <a16:creationId xmlns:a16="http://schemas.microsoft.com/office/drawing/2014/main" id="{FEDF8954-6B38-4540-BDE9-23EECA66BF3F}"/>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3" name="20-text-10">
            <a:extLst xmlns:a="http://schemas.openxmlformats.org/drawingml/2006/main">
              <a:ext uri="{FF2B5EF4-FFF2-40B4-BE49-F238E27FC236}">
                <a16:creationId xmlns:a16="http://schemas.microsoft.com/office/drawing/2014/main" id="{13A04D4C-028C-4AE7-8168-9762B4AC6033}"/>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4" name="20-text-11">
            <a:extLst xmlns:a="http://schemas.openxmlformats.org/drawingml/2006/main">
              <a:ext uri="{FF2B5EF4-FFF2-40B4-BE49-F238E27FC236}">
                <a16:creationId xmlns:a16="http://schemas.microsoft.com/office/drawing/2014/main" id="{AFC31410-847D-476E-B7EC-58D6D23DB0D9}"/>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25" name="narrative-number">
            <a:extLst xmlns:a="http://schemas.openxmlformats.org/drawingml/2006/main">
              <a:ext uri="{FF2B5EF4-FFF2-40B4-BE49-F238E27FC236}">
                <a16:creationId xmlns:a16="http://schemas.microsoft.com/office/drawing/2014/main" id="{757CF4DB-5912-4084-A0E0-5D1C2CBED3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25996018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6" name="!!area-name">
            <a:extLst xmlns:a="http://schemas.openxmlformats.org/drawingml/2006/main">
              <a:ext uri="{FF2B5EF4-FFF2-40B4-BE49-F238E27FC236}">
                <a16:creationId xmlns:a16="http://schemas.microsoft.com/office/drawing/2014/main" id="{284EA56C-5639-45B1-9690-7D5C4D2313C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958ceffa6824481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8" name="header-divider">
            <a:extLst xmlns:a="http://schemas.openxmlformats.org/drawingml/2006/main">
              <a:ext uri="{FF2B5EF4-FFF2-40B4-BE49-F238E27FC236}">
                <a16:creationId xmlns:a16="http://schemas.microsoft.com/office/drawing/2014/main" id="{B4947484-ECB4-4460-96AC-F97F2E9C0A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1-text-1">
            <a:extLst xmlns:a="http://schemas.openxmlformats.org/drawingml/2006/main">
              <a:ext uri="{FF2B5EF4-FFF2-40B4-BE49-F238E27FC236}">
                <a16:creationId xmlns:a16="http://schemas.microsoft.com/office/drawing/2014/main" id="{1697C9F3-E784-4CE0-AE20-6BF13E6F96E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0" name="21-text-2">
            <a:extLst xmlns:a="http://schemas.openxmlformats.org/drawingml/2006/main">
              <a:ext uri="{FF2B5EF4-FFF2-40B4-BE49-F238E27FC236}">
                <a16:creationId xmlns:a16="http://schemas.microsoft.com/office/drawing/2014/main" id="{76A52BF8-E128-4178-9070-85791361D6E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1" name="21-text-3">
            <a:extLst xmlns:a="http://schemas.openxmlformats.org/drawingml/2006/main">
              <a:ext uri="{FF2B5EF4-FFF2-40B4-BE49-F238E27FC236}">
                <a16:creationId xmlns:a16="http://schemas.microsoft.com/office/drawing/2014/main" id="{3DBB5DB4-8AB2-465F-9FDA-AFF709E1FCA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0" name="21-image-4"/>
          <p:cNvPicPr>
            <a:picLocks xmlns:a="http://schemas.openxmlformats.org/drawingml/2006/main" noChangeAspect="1"/>
          </p:cNvPicPr>
          <p:nvPr/>
        </p:nvPicPr>
        <p:blipFill>
          <a:blip xmlns:r="http://schemas.openxmlformats.org/officeDocument/2006/relationships" xmlns:a="http://schemas.openxmlformats.org/drawingml/2006/main" r:embed="Raf607bcfd283497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3" name="narrative-number">
            <a:extLst xmlns:a="http://schemas.openxmlformats.org/drawingml/2006/main">
              <a:ext uri="{FF2B5EF4-FFF2-40B4-BE49-F238E27FC236}">
                <a16:creationId xmlns:a16="http://schemas.microsoft.com/office/drawing/2014/main" id="{B60866AE-0CFA-40C7-BF1C-820AE9D054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51038796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94A3B475-59C4-4835-A619-D529DA1957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308502fea36f49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699E5864-4CB0-4375-84E6-173DAF25E78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37" name="header-divider">
            <a:extLst xmlns:a="http://schemas.openxmlformats.org/drawingml/2006/main">
              <a:ext uri="{FF2B5EF4-FFF2-40B4-BE49-F238E27FC236}">
                <a16:creationId xmlns:a16="http://schemas.microsoft.com/office/drawing/2014/main" id="{4642DDD6-5894-4D5A-BF66-044BB08184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2-text-1">
            <a:extLst xmlns:a="http://schemas.openxmlformats.org/drawingml/2006/main">
              <a:ext uri="{FF2B5EF4-FFF2-40B4-BE49-F238E27FC236}">
                <a16:creationId xmlns:a16="http://schemas.microsoft.com/office/drawing/2014/main" id="{1A6D76E2-8063-4F3D-912E-9E5479DC483F}"/>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39" name="22-text-2">
            <a:extLst xmlns:a="http://schemas.openxmlformats.org/drawingml/2006/main">
              <a:ext uri="{FF2B5EF4-FFF2-40B4-BE49-F238E27FC236}">
                <a16:creationId xmlns:a16="http://schemas.microsoft.com/office/drawing/2014/main" id="{61F212CC-C33A-4415-B628-491EB3083485}"/>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0" name="22-text-3">
            <a:extLst xmlns:a="http://schemas.openxmlformats.org/drawingml/2006/main">
              <a:ext uri="{FF2B5EF4-FFF2-40B4-BE49-F238E27FC236}">
                <a16:creationId xmlns:a16="http://schemas.microsoft.com/office/drawing/2014/main" id="{AA49F8B2-9375-4BD6-B1D6-FBFD9205F732}"/>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1" name="22-text-4">
            <a:extLst xmlns:a="http://schemas.openxmlformats.org/drawingml/2006/main">
              <a:ext uri="{FF2B5EF4-FFF2-40B4-BE49-F238E27FC236}">
                <a16:creationId xmlns:a16="http://schemas.microsoft.com/office/drawing/2014/main" id="{899109A6-917C-41DE-A322-C0C74C82A261}"/>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2" name="22-text-5">
            <a:extLst xmlns:a="http://schemas.openxmlformats.org/drawingml/2006/main">
              <a:ext uri="{FF2B5EF4-FFF2-40B4-BE49-F238E27FC236}">
                <a16:creationId xmlns:a16="http://schemas.microsoft.com/office/drawing/2014/main" id="{14B68FD4-64A8-4F4C-891B-48EA1766158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3" name="22-text-6">
            <a:extLst xmlns:a="http://schemas.openxmlformats.org/drawingml/2006/main">
              <a:ext uri="{FF2B5EF4-FFF2-40B4-BE49-F238E27FC236}">
                <a16:creationId xmlns:a16="http://schemas.microsoft.com/office/drawing/2014/main" id="{20F745ED-1535-48E7-9FDB-8C43CDFEEE46}"/>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4" name="22-line-8">
            <a:extLst xmlns:a="http://schemas.openxmlformats.org/drawingml/2006/main">
              <a:ext uri="{FF2B5EF4-FFF2-40B4-BE49-F238E27FC236}">
                <a16:creationId xmlns:a16="http://schemas.microsoft.com/office/drawing/2014/main" id="{20ABFD0F-3223-4F65-86FB-433A23793B37}"/>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5" name="22-line-10">
            <a:extLst xmlns:a="http://schemas.openxmlformats.org/drawingml/2006/main">
              <a:ext uri="{FF2B5EF4-FFF2-40B4-BE49-F238E27FC236}">
                <a16:creationId xmlns:a16="http://schemas.microsoft.com/office/drawing/2014/main" id="{5F5F1A12-0834-4BDF-AEB8-6D08F47A12C1}"/>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6" name="22-text-11">
            <a:extLst xmlns:a="http://schemas.openxmlformats.org/drawingml/2006/main">
              <a:ext uri="{FF2B5EF4-FFF2-40B4-BE49-F238E27FC236}">
                <a16:creationId xmlns:a16="http://schemas.microsoft.com/office/drawing/2014/main" id="{8CC5CD72-B6B7-406E-83BA-729E6C3F619B}"/>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47" name="22-text-12">
            <a:extLst xmlns:a="http://schemas.openxmlformats.org/drawingml/2006/main">
              <a:ext uri="{FF2B5EF4-FFF2-40B4-BE49-F238E27FC236}">
                <a16:creationId xmlns:a16="http://schemas.microsoft.com/office/drawing/2014/main" id="{334AAFC0-9425-4CC6-98AD-84C1A7426A4B}"/>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48" name="22-text-13">
            <a:extLst xmlns:a="http://schemas.openxmlformats.org/drawingml/2006/main">
              <a:ext uri="{FF2B5EF4-FFF2-40B4-BE49-F238E27FC236}">
                <a16:creationId xmlns:a16="http://schemas.microsoft.com/office/drawing/2014/main" id="{BB665B62-9DA9-4849-8374-D2DD7EAAD2D6}"/>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49" name="22-text-14">
            <a:extLst xmlns:a="http://schemas.openxmlformats.org/drawingml/2006/main">
              <a:ext uri="{FF2B5EF4-FFF2-40B4-BE49-F238E27FC236}">
                <a16:creationId xmlns:a16="http://schemas.microsoft.com/office/drawing/2014/main" id="{D633261F-60FE-42A2-AA41-9C5232540B70}"/>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0" name="narrative-number">
            <a:extLst xmlns:a="http://schemas.openxmlformats.org/drawingml/2006/main">
              <a:ext uri="{FF2B5EF4-FFF2-40B4-BE49-F238E27FC236}">
                <a16:creationId xmlns:a16="http://schemas.microsoft.com/office/drawing/2014/main" id="{34B06C6D-2506-423F-8F5E-309B9724F3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060284572"/>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A3D50855-FD5F-4F8F-BAF3-1582DE8698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6d64547b025f4b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36525CDA-9A91-4151-8466-AD6804E40B8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4" name="header-divider">
            <a:extLst xmlns:a="http://schemas.openxmlformats.org/drawingml/2006/main">
              <a:ext uri="{FF2B5EF4-FFF2-40B4-BE49-F238E27FC236}">
                <a16:creationId xmlns:a16="http://schemas.microsoft.com/office/drawing/2014/main" id="{E36DB0CE-FCF9-4EBD-9D72-0487C88A28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3-text-1">
            <a:extLst xmlns:a="http://schemas.openxmlformats.org/drawingml/2006/main">
              <a:ext uri="{FF2B5EF4-FFF2-40B4-BE49-F238E27FC236}">
                <a16:creationId xmlns:a16="http://schemas.microsoft.com/office/drawing/2014/main" id="{CE7D183D-3932-4C24-A3D4-F84FB932F8E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56" name="23-text-2">
            <a:extLst xmlns:a="http://schemas.openxmlformats.org/drawingml/2006/main">
              <a:ext uri="{FF2B5EF4-FFF2-40B4-BE49-F238E27FC236}">
                <a16:creationId xmlns:a16="http://schemas.microsoft.com/office/drawing/2014/main" id="{04F52641-7690-4F7B-A93B-53DAC5573A5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67"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8" name="23-text-4">
            <a:extLst xmlns:a="http://schemas.openxmlformats.org/drawingml/2006/main">
              <a:ext uri="{FF2B5EF4-FFF2-40B4-BE49-F238E27FC236}">
                <a16:creationId xmlns:a16="http://schemas.microsoft.com/office/drawing/2014/main" id="{36676CA1-F62D-48DE-9308-C289356A1602}"/>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59" name="23-text-5">
            <a:extLst xmlns:a="http://schemas.openxmlformats.org/drawingml/2006/main">
              <a:ext uri="{FF2B5EF4-FFF2-40B4-BE49-F238E27FC236}">
                <a16:creationId xmlns:a16="http://schemas.microsoft.com/office/drawing/2014/main" id="{D784D3A9-8B75-4CCF-8136-0B8B193B6CBC}"/>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0" name="narrative-number">
            <a:extLst xmlns:a="http://schemas.openxmlformats.org/drawingml/2006/main">
              <a:ext uri="{FF2B5EF4-FFF2-40B4-BE49-F238E27FC236}">
                <a16:creationId xmlns:a16="http://schemas.microsoft.com/office/drawing/2014/main" id="{E34AA8E5-56C7-4C3D-BE1E-59BB2B9DAC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88569039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33F0F863-FD6B-42C7-8C10-984E8ECBAD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a79b745724f048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A3125847-B92D-42A6-91E9-A0BA181540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4" name="header-divider">
            <a:extLst xmlns:a="http://schemas.openxmlformats.org/drawingml/2006/main">
              <a:ext uri="{FF2B5EF4-FFF2-40B4-BE49-F238E27FC236}">
                <a16:creationId xmlns:a16="http://schemas.microsoft.com/office/drawing/2014/main" id="{DC85580B-2A03-4D61-9DA1-CE5C1763B5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5" name="24-text-1">
            <a:extLst xmlns:a="http://schemas.openxmlformats.org/drawingml/2006/main">
              <a:ext uri="{FF2B5EF4-FFF2-40B4-BE49-F238E27FC236}">
                <a16:creationId xmlns:a16="http://schemas.microsoft.com/office/drawing/2014/main" id="{A6DCAD4C-56E2-47A4-BBDD-1F4B48423DE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66" name="24-text-2">
            <a:extLst xmlns:a="http://schemas.openxmlformats.org/drawingml/2006/main">
              <a:ext uri="{FF2B5EF4-FFF2-40B4-BE49-F238E27FC236}">
                <a16:creationId xmlns:a16="http://schemas.microsoft.com/office/drawing/2014/main" id="{B365597E-2EA0-42B6-84EF-E2F55D9C809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67" name="24-text-3">
            <a:extLst xmlns:a="http://schemas.openxmlformats.org/drawingml/2006/main">
              <a:ext uri="{FF2B5EF4-FFF2-40B4-BE49-F238E27FC236}">
                <a16:creationId xmlns:a16="http://schemas.microsoft.com/office/drawing/2014/main" id="{DF41F998-FA8B-45C4-8DA1-B154547454C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68" name="24-text-4">
            <a:extLst xmlns:a="http://schemas.openxmlformats.org/drawingml/2006/main">
              <a:ext uri="{FF2B5EF4-FFF2-40B4-BE49-F238E27FC236}">
                <a16:creationId xmlns:a16="http://schemas.microsoft.com/office/drawing/2014/main" id="{37B84800-9771-417A-B158-E5AF8D94113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69" name="24-text-5">
            <a:extLst xmlns:a="http://schemas.openxmlformats.org/drawingml/2006/main">
              <a:ext uri="{FF2B5EF4-FFF2-40B4-BE49-F238E27FC236}">
                <a16:creationId xmlns:a16="http://schemas.microsoft.com/office/drawing/2014/main" id="{D31FFA18-4D6B-43B0-866B-D1001703E4D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0" name="24-text-6">
            <a:extLst xmlns:a="http://schemas.openxmlformats.org/drawingml/2006/main">
              <a:ext uri="{FF2B5EF4-FFF2-40B4-BE49-F238E27FC236}">
                <a16:creationId xmlns:a16="http://schemas.microsoft.com/office/drawing/2014/main" id="{6BF4D8B5-F438-4F26-96D7-D22DE9C515D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1" name="24-text-7">
            <a:extLst xmlns:a="http://schemas.openxmlformats.org/drawingml/2006/main">
              <a:ext uri="{FF2B5EF4-FFF2-40B4-BE49-F238E27FC236}">
                <a16:creationId xmlns:a16="http://schemas.microsoft.com/office/drawing/2014/main" id="{9C0DF452-4968-4ABB-A29C-1908384E864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24-text-8">
            <a:extLst xmlns:a="http://schemas.openxmlformats.org/drawingml/2006/main">
              <a:ext uri="{FF2B5EF4-FFF2-40B4-BE49-F238E27FC236}">
                <a16:creationId xmlns:a16="http://schemas.microsoft.com/office/drawing/2014/main" id="{6C4A07ED-2AF9-4C40-BCEF-6A52D49D6BD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3" name="narrative-number">
            <a:extLst xmlns:a="http://schemas.openxmlformats.org/drawingml/2006/main">
              <a:ext uri="{FF2B5EF4-FFF2-40B4-BE49-F238E27FC236}">
                <a16:creationId xmlns:a16="http://schemas.microsoft.com/office/drawing/2014/main" id="{12B710C5-2AFB-4D8F-8AA1-0DBECA679F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15750699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BD69C679-36D1-403F-AC3C-3E1FE27B0D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b67f1d4bba274d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slide-title">
            <a:extLst xmlns:a="http://schemas.openxmlformats.org/drawingml/2006/main">
              <a:ext uri="{FF2B5EF4-FFF2-40B4-BE49-F238E27FC236}">
                <a16:creationId xmlns:a16="http://schemas.microsoft.com/office/drawing/2014/main" id="{43A7D0FE-4864-40D0-8F48-048213E48E9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77" name="header-divider">
            <a:extLst xmlns:a="http://schemas.openxmlformats.org/drawingml/2006/main">
              <a:ext uri="{FF2B5EF4-FFF2-40B4-BE49-F238E27FC236}">
                <a16:creationId xmlns:a16="http://schemas.microsoft.com/office/drawing/2014/main" id="{EA437312-8E43-4612-A252-72EB3F41E0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8" name="25-text-1">
            <a:extLst xmlns:a="http://schemas.openxmlformats.org/drawingml/2006/main">
              <a:ext uri="{FF2B5EF4-FFF2-40B4-BE49-F238E27FC236}">
                <a16:creationId xmlns:a16="http://schemas.microsoft.com/office/drawing/2014/main" id="{E891E651-4F60-4013-A6CB-AC3A74792C8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79" name="25-text-2">
            <a:extLst xmlns:a="http://schemas.openxmlformats.org/drawingml/2006/main">
              <a:ext uri="{FF2B5EF4-FFF2-40B4-BE49-F238E27FC236}">
                <a16:creationId xmlns:a16="http://schemas.microsoft.com/office/drawing/2014/main" id="{330C9450-30B6-4EDC-A303-E75BA432DA4A}"/>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0" name="25-text-3">
            <a:extLst xmlns:a="http://schemas.openxmlformats.org/drawingml/2006/main">
              <a:ext uri="{FF2B5EF4-FFF2-40B4-BE49-F238E27FC236}">
                <a16:creationId xmlns:a16="http://schemas.microsoft.com/office/drawing/2014/main" id="{881865D0-CC19-4A35-BA9E-B2910E0EE145}"/>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4"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2" name="25-text-5">
            <a:extLst xmlns:a="http://schemas.openxmlformats.org/drawingml/2006/main">
              <a:ext uri="{FF2B5EF4-FFF2-40B4-BE49-F238E27FC236}">
                <a16:creationId xmlns:a16="http://schemas.microsoft.com/office/drawing/2014/main" id="{4342DE7F-C0A6-4F9F-9D73-59E07CCC22F3}"/>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3" name="25-text-6">
            <a:extLst xmlns:a="http://schemas.openxmlformats.org/drawingml/2006/main">
              <a:ext uri="{FF2B5EF4-FFF2-40B4-BE49-F238E27FC236}">
                <a16:creationId xmlns:a16="http://schemas.microsoft.com/office/drawing/2014/main" id="{7D926E42-B07A-44E8-B819-0C5B343A721A}"/>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4" name="25-text-7">
            <a:extLst xmlns:a="http://schemas.openxmlformats.org/drawingml/2006/main">
              <a:ext uri="{FF2B5EF4-FFF2-40B4-BE49-F238E27FC236}">
                <a16:creationId xmlns:a16="http://schemas.microsoft.com/office/drawing/2014/main" id="{9F0802A1-40FF-4645-9922-6A7275A24D7D}"/>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85" name="25-text-8">
            <a:extLst xmlns:a="http://schemas.openxmlformats.org/drawingml/2006/main">
              <a:ext uri="{FF2B5EF4-FFF2-40B4-BE49-F238E27FC236}">
                <a16:creationId xmlns:a16="http://schemas.microsoft.com/office/drawing/2014/main" id="{4B9A3B2D-61C0-4E45-AED1-303154056517}"/>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86" name="narrative-number">
            <a:extLst xmlns:a="http://schemas.openxmlformats.org/drawingml/2006/main">
              <a:ext uri="{FF2B5EF4-FFF2-40B4-BE49-F238E27FC236}">
                <a16:creationId xmlns:a16="http://schemas.microsoft.com/office/drawing/2014/main" id="{A36B3073-6B35-4833-80F5-5E08361BD5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31864081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4095740A-9119-497C-BDF4-FBC84B28FC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23232489d77445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header-divider">
            <a:extLst xmlns:a="http://schemas.openxmlformats.org/drawingml/2006/main">
              <a:ext uri="{FF2B5EF4-FFF2-40B4-BE49-F238E27FC236}">
                <a16:creationId xmlns:a16="http://schemas.microsoft.com/office/drawing/2014/main" id="{2FF34C60-A1DB-410A-B9E1-0A48817866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6-text-1">
            <a:extLst xmlns:a="http://schemas.openxmlformats.org/drawingml/2006/main">
              <a:ext uri="{FF2B5EF4-FFF2-40B4-BE49-F238E27FC236}">
                <a16:creationId xmlns:a16="http://schemas.microsoft.com/office/drawing/2014/main" id="{79BF2A19-64C0-4239-8859-EF5846CC593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1" name="26-text-2">
            <a:extLst xmlns:a="http://schemas.openxmlformats.org/drawingml/2006/main">
              <a:ext uri="{FF2B5EF4-FFF2-40B4-BE49-F238E27FC236}">
                <a16:creationId xmlns:a16="http://schemas.microsoft.com/office/drawing/2014/main" id="{7410AFD2-0F0F-4222-949B-C7E0198190A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2" name="26-text-3">
            <a:extLst xmlns:a="http://schemas.openxmlformats.org/drawingml/2006/main">
              <a:ext uri="{FF2B5EF4-FFF2-40B4-BE49-F238E27FC236}">
                <a16:creationId xmlns:a16="http://schemas.microsoft.com/office/drawing/2014/main" id="{B4457CA5-E1DD-40B0-BF8D-5C25E39C8C5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1" name="26-image-4"/>
          <p:cNvPicPr>
            <a:picLocks xmlns:a="http://schemas.openxmlformats.org/drawingml/2006/main" noChangeAspect="1"/>
          </p:cNvPicPr>
          <p:nvPr/>
        </p:nvPicPr>
        <p:blipFill>
          <a:blip xmlns:r="http://schemas.openxmlformats.org/officeDocument/2006/relationships" xmlns:a="http://schemas.openxmlformats.org/drawingml/2006/main" r:embed="Re08fe7cb7a1948b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4" name="narrative-number">
            <a:extLst xmlns:a="http://schemas.openxmlformats.org/drawingml/2006/main">
              <a:ext uri="{FF2B5EF4-FFF2-40B4-BE49-F238E27FC236}">
                <a16:creationId xmlns:a16="http://schemas.microsoft.com/office/drawing/2014/main" id="{84F34668-D611-4E34-B2DE-C671D3C923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56848254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EB3A6B41-BC9D-4131-8987-741835A939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05bebdc871cb4e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736132E6-82A5-496E-85EB-58E148DBCC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98" name="header-divider">
            <a:extLst xmlns:a="http://schemas.openxmlformats.org/drawingml/2006/main">
              <a:ext uri="{FF2B5EF4-FFF2-40B4-BE49-F238E27FC236}">
                <a16:creationId xmlns:a16="http://schemas.microsoft.com/office/drawing/2014/main" id="{DFDC4F0D-5FAC-49E8-A7B3-F4339E765F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7-text-1">
            <a:extLst xmlns:a="http://schemas.openxmlformats.org/drawingml/2006/main">
              <a:ext uri="{FF2B5EF4-FFF2-40B4-BE49-F238E27FC236}">
                <a16:creationId xmlns:a16="http://schemas.microsoft.com/office/drawing/2014/main" id="{C3095090-745D-4ED6-A42E-D2DF3C4F3794}"/>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0" name="27-text-2">
            <a:extLst xmlns:a="http://schemas.openxmlformats.org/drawingml/2006/main">
              <a:ext uri="{FF2B5EF4-FFF2-40B4-BE49-F238E27FC236}">
                <a16:creationId xmlns:a16="http://schemas.microsoft.com/office/drawing/2014/main" id="{FA096657-025C-43C8-9E68-F39E5C6F3E86}"/>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1" name="27-text-3">
            <a:extLst xmlns:a="http://schemas.openxmlformats.org/drawingml/2006/main">
              <a:ext uri="{FF2B5EF4-FFF2-40B4-BE49-F238E27FC236}">
                <a16:creationId xmlns:a16="http://schemas.microsoft.com/office/drawing/2014/main" id="{1A126DC0-4330-410A-8DBD-08DA5FF4A1BD}"/>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2" name="27-text-4">
            <a:extLst xmlns:a="http://schemas.openxmlformats.org/drawingml/2006/main">
              <a:ext uri="{FF2B5EF4-FFF2-40B4-BE49-F238E27FC236}">
                <a16:creationId xmlns:a16="http://schemas.microsoft.com/office/drawing/2014/main" id="{4B4254CA-73D1-4FBA-960C-BC5C5244E828}"/>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3" name="27-text-5">
            <a:extLst xmlns:a="http://schemas.openxmlformats.org/drawingml/2006/main">
              <a:ext uri="{FF2B5EF4-FFF2-40B4-BE49-F238E27FC236}">
                <a16:creationId xmlns:a16="http://schemas.microsoft.com/office/drawing/2014/main" id="{7323640F-9EF4-4E34-8C88-310ED495B41C}"/>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4" name="27-text-6">
            <a:extLst xmlns:a="http://schemas.openxmlformats.org/drawingml/2006/main">
              <a:ext uri="{FF2B5EF4-FFF2-40B4-BE49-F238E27FC236}">
                <a16:creationId xmlns:a16="http://schemas.microsoft.com/office/drawing/2014/main" id="{3460CF71-E52B-4177-A88B-CD455EA468F5}"/>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05" name="27-text-7">
            <a:extLst xmlns:a="http://schemas.openxmlformats.org/drawingml/2006/main">
              <a:ext uri="{FF2B5EF4-FFF2-40B4-BE49-F238E27FC236}">
                <a16:creationId xmlns:a16="http://schemas.microsoft.com/office/drawing/2014/main" id="{80C6A526-3354-4CEB-85E2-F9373C849C5D}"/>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06" name="27-text-8">
            <a:extLst xmlns:a="http://schemas.openxmlformats.org/drawingml/2006/main">
              <a:ext uri="{FF2B5EF4-FFF2-40B4-BE49-F238E27FC236}">
                <a16:creationId xmlns:a16="http://schemas.microsoft.com/office/drawing/2014/main" id="{1B8BCD98-05EF-4869-9BA4-8E24ADE02F8C}"/>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07" name="27-text-9">
            <a:extLst xmlns:a="http://schemas.openxmlformats.org/drawingml/2006/main">
              <a:ext uri="{FF2B5EF4-FFF2-40B4-BE49-F238E27FC236}">
                <a16:creationId xmlns:a16="http://schemas.microsoft.com/office/drawing/2014/main" id="{ACD81412-B398-476D-86C5-B22C45003841}"/>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08" name="27-line-11">
            <a:extLst xmlns:a="http://schemas.openxmlformats.org/drawingml/2006/main">
              <a:ext uri="{FF2B5EF4-FFF2-40B4-BE49-F238E27FC236}">
                <a16:creationId xmlns:a16="http://schemas.microsoft.com/office/drawing/2014/main" id="{951CF2C5-0BDE-4E92-81AC-B116481E8BCD}"/>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9" name="27-line-13">
            <a:extLst xmlns:a="http://schemas.openxmlformats.org/drawingml/2006/main">
              <a:ext uri="{FF2B5EF4-FFF2-40B4-BE49-F238E27FC236}">
                <a16:creationId xmlns:a16="http://schemas.microsoft.com/office/drawing/2014/main" id="{B15394A5-4689-40E1-BB63-5309663B3609}"/>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0" name="27-line-15">
            <a:extLst xmlns:a="http://schemas.openxmlformats.org/drawingml/2006/main">
              <a:ext uri="{FF2B5EF4-FFF2-40B4-BE49-F238E27FC236}">
                <a16:creationId xmlns:a16="http://schemas.microsoft.com/office/drawing/2014/main" id="{17DC984E-1B35-4F07-9156-B89CD35F2B34}"/>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1" name="27-line-17">
            <a:extLst xmlns:a="http://schemas.openxmlformats.org/drawingml/2006/main">
              <a:ext uri="{FF2B5EF4-FFF2-40B4-BE49-F238E27FC236}">
                <a16:creationId xmlns:a16="http://schemas.microsoft.com/office/drawing/2014/main" id="{A40923CC-FBBC-4D7B-8428-50606C8B089E}"/>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2" name="27-line-19">
            <a:extLst xmlns:a="http://schemas.openxmlformats.org/drawingml/2006/main">
              <a:ext uri="{FF2B5EF4-FFF2-40B4-BE49-F238E27FC236}">
                <a16:creationId xmlns:a16="http://schemas.microsoft.com/office/drawing/2014/main" id="{DE6CCD11-C319-4D70-B73C-5F26E8305DD7}"/>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inspect-stage">
            <a:extLst xmlns:a="http://schemas.openxmlformats.org/drawingml/2006/main">
              <a:ext uri="{FF2B5EF4-FFF2-40B4-BE49-F238E27FC236}">
                <a16:creationId xmlns:a16="http://schemas.microsoft.com/office/drawing/2014/main" id="{BF494D0E-A6C8-4B53-AD5F-1020019BC6D5}"/>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4" name="27-line-21">
            <a:extLst xmlns:a="http://schemas.openxmlformats.org/drawingml/2006/main">
              <a:ext uri="{FF2B5EF4-FFF2-40B4-BE49-F238E27FC236}">
                <a16:creationId xmlns:a16="http://schemas.microsoft.com/office/drawing/2014/main" id="{A93DDFAB-7146-4216-AEBF-6A0F92153877}"/>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5" name="bounded-agent-loop">
            <a:extLst xmlns:a="http://schemas.openxmlformats.org/drawingml/2006/main">
              <a:ext uri="{FF2B5EF4-FFF2-40B4-BE49-F238E27FC236}">
                <a16:creationId xmlns:a16="http://schemas.microsoft.com/office/drawing/2014/main" id="{368844A3-D633-4658-8646-60D655E56F92}"/>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6" name="27-text-22">
            <a:extLst xmlns:a="http://schemas.openxmlformats.org/drawingml/2006/main">
              <a:ext uri="{FF2B5EF4-FFF2-40B4-BE49-F238E27FC236}">
                <a16:creationId xmlns:a16="http://schemas.microsoft.com/office/drawing/2014/main" id="{50C29D41-2215-416D-B92E-D02F604D2358}"/>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7" name="27-text-23">
            <a:extLst xmlns:a="http://schemas.openxmlformats.org/drawingml/2006/main">
              <a:ext uri="{FF2B5EF4-FFF2-40B4-BE49-F238E27FC236}">
                <a16:creationId xmlns:a16="http://schemas.microsoft.com/office/drawing/2014/main" id="{847318B6-B8D5-428B-85AA-1C98712D618E}"/>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18" name="27-text-24">
            <a:extLst xmlns:a="http://schemas.openxmlformats.org/drawingml/2006/main">
              <a:ext uri="{FF2B5EF4-FFF2-40B4-BE49-F238E27FC236}">
                <a16:creationId xmlns:a16="http://schemas.microsoft.com/office/drawing/2014/main" id="{B61BD904-FBBD-4135-854B-47DC12C77F19}"/>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text-25">
            <a:extLst xmlns:a="http://schemas.openxmlformats.org/drawingml/2006/main">
              <a:ext uri="{FF2B5EF4-FFF2-40B4-BE49-F238E27FC236}">
                <a16:creationId xmlns:a16="http://schemas.microsoft.com/office/drawing/2014/main" id="{3BD3B436-9398-4C62-93DD-D1116721ED78}"/>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0" name="27-text-26">
            <a:extLst xmlns:a="http://schemas.openxmlformats.org/drawingml/2006/main">
              <a:ext uri="{FF2B5EF4-FFF2-40B4-BE49-F238E27FC236}">
                <a16:creationId xmlns:a16="http://schemas.microsoft.com/office/drawing/2014/main" id="{552483E6-9A1F-4D26-8F47-AFB04D532215}"/>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1" name="27-text-27">
            <a:extLst xmlns:a="http://schemas.openxmlformats.org/drawingml/2006/main">
              <a:ext uri="{FF2B5EF4-FFF2-40B4-BE49-F238E27FC236}">
                <a16:creationId xmlns:a16="http://schemas.microsoft.com/office/drawing/2014/main" id="{B89EF3DF-046B-4790-9D2B-B726EC504788}"/>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2" name="27-line-29">
            <a:extLst xmlns:a="http://schemas.openxmlformats.org/drawingml/2006/main">
              <a:ext uri="{FF2B5EF4-FFF2-40B4-BE49-F238E27FC236}">
                <a16:creationId xmlns:a16="http://schemas.microsoft.com/office/drawing/2014/main" id="{356243C9-97CA-4801-BADB-7238F14CD902}"/>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31">
            <a:extLst xmlns:a="http://schemas.openxmlformats.org/drawingml/2006/main">
              <a:ext uri="{FF2B5EF4-FFF2-40B4-BE49-F238E27FC236}">
                <a16:creationId xmlns:a16="http://schemas.microsoft.com/office/drawing/2014/main" id="{F519E928-18FB-460D-9E16-DF6D34D43692}"/>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33">
            <a:extLst xmlns:a="http://schemas.openxmlformats.org/drawingml/2006/main">
              <a:ext uri="{FF2B5EF4-FFF2-40B4-BE49-F238E27FC236}">
                <a16:creationId xmlns:a16="http://schemas.microsoft.com/office/drawing/2014/main" id="{1C7289DE-969C-4AB2-8299-93D5DCD5BF7F}"/>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35">
            <a:extLst xmlns:a="http://schemas.openxmlformats.org/drawingml/2006/main">
              <a:ext uri="{FF2B5EF4-FFF2-40B4-BE49-F238E27FC236}">
                <a16:creationId xmlns:a16="http://schemas.microsoft.com/office/drawing/2014/main" id="{AFDAB614-38E7-4105-8FE9-71809D0D6513}"/>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27-line-37">
            <a:extLst xmlns:a="http://schemas.openxmlformats.org/drawingml/2006/main">
              <a:ext uri="{FF2B5EF4-FFF2-40B4-BE49-F238E27FC236}">
                <a16:creationId xmlns:a16="http://schemas.microsoft.com/office/drawing/2014/main" id="{7C4E92C8-408A-42E7-BFC8-DB6458A9ED3D}"/>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27-line-39">
            <a:extLst xmlns:a="http://schemas.openxmlformats.org/drawingml/2006/main">
              <a:ext uri="{FF2B5EF4-FFF2-40B4-BE49-F238E27FC236}">
                <a16:creationId xmlns:a16="http://schemas.microsoft.com/office/drawing/2014/main" id="{F638802B-BD78-48F7-8618-71C299015B5C}"/>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text-40">
            <a:extLst xmlns:a="http://schemas.openxmlformats.org/drawingml/2006/main">
              <a:ext uri="{FF2B5EF4-FFF2-40B4-BE49-F238E27FC236}">
                <a16:creationId xmlns:a16="http://schemas.microsoft.com/office/drawing/2014/main" id="{5A166848-5FFC-4371-980C-61789806D9EE}"/>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29" name="27-text-41">
            <a:extLst xmlns:a="http://schemas.openxmlformats.org/drawingml/2006/main">
              <a:ext uri="{FF2B5EF4-FFF2-40B4-BE49-F238E27FC236}">
                <a16:creationId xmlns:a16="http://schemas.microsoft.com/office/drawing/2014/main" id="{B5358B38-F429-4619-9324-7BBADF2ABAFA}"/>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0" name="narrative-number">
            <a:extLst xmlns:a="http://schemas.openxmlformats.org/drawingml/2006/main">
              <a:ext uri="{FF2B5EF4-FFF2-40B4-BE49-F238E27FC236}">
                <a16:creationId xmlns:a16="http://schemas.microsoft.com/office/drawing/2014/main" id="{D859BB12-1072-4805-983B-A87A16605C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64843029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8758CC6A-6938-4BCE-89EF-177BAD0644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5" name="mini-map"/>
          <p:cNvPicPr>
            <a:picLocks xmlns:a="http://schemas.openxmlformats.org/drawingml/2006/main" noChangeAspect="1"/>
          </p:cNvPicPr>
          <p:nvPr/>
        </p:nvPicPr>
        <p:blipFill>
          <a:blip xmlns:r="http://schemas.openxmlformats.org/officeDocument/2006/relationships" xmlns:a="http://schemas.openxmlformats.org/drawingml/2006/main" r:embed="Re1833b82ed674d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5BAB47DC-53E3-4354-9DD8-01826E6F23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4" name="header-divider">
            <a:extLst xmlns:a="http://schemas.openxmlformats.org/drawingml/2006/main">
              <a:ext uri="{FF2B5EF4-FFF2-40B4-BE49-F238E27FC236}">
                <a16:creationId xmlns:a16="http://schemas.microsoft.com/office/drawing/2014/main" id="{EF318D75-21F6-4BD2-8CDD-20BF595D93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4CDE4FC7-849C-4C8E-AA97-8A61AC57DA7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36" name="28-text-2">
            <a:extLst xmlns:a="http://schemas.openxmlformats.org/drawingml/2006/main">
              <a:ext uri="{FF2B5EF4-FFF2-40B4-BE49-F238E27FC236}">
                <a16:creationId xmlns:a16="http://schemas.microsoft.com/office/drawing/2014/main" id="{0C31E35D-1E61-4448-BBE2-4B19375E78B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37" name="28-text-3">
            <a:extLst xmlns:a="http://schemas.openxmlformats.org/drawingml/2006/main">
              <a:ext uri="{FF2B5EF4-FFF2-40B4-BE49-F238E27FC236}">
                <a16:creationId xmlns:a16="http://schemas.microsoft.com/office/drawing/2014/main" id="{A6B6D828-DA7F-41EB-A95E-5A46E6156F84}"/>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8" name="28-text-4">
            <a:extLst xmlns:a="http://schemas.openxmlformats.org/drawingml/2006/main">
              <a:ext uri="{FF2B5EF4-FFF2-40B4-BE49-F238E27FC236}">
                <a16:creationId xmlns:a16="http://schemas.microsoft.com/office/drawing/2014/main" id="{8C5E6619-EE5C-4C1E-8A75-88C7C8B5B60D}"/>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39" name="28-text-5">
            <a:extLst xmlns:a="http://schemas.openxmlformats.org/drawingml/2006/main">
              <a:ext uri="{FF2B5EF4-FFF2-40B4-BE49-F238E27FC236}">
                <a16:creationId xmlns:a16="http://schemas.microsoft.com/office/drawing/2014/main" id="{C313DEBB-A024-44AD-919B-8AF164302480}"/>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0" name="28-text-6">
            <a:extLst xmlns:a="http://schemas.openxmlformats.org/drawingml/2006/main">
              <a:ext uri="{FF2B5EF4-FFF2-40B4-BE49-F238E27FC236}">
                <a16:creationId xmlns:a16="http://schemas.microsoft.com/office/drawing/2014/main" id="{89A37D12-87BC-41B2-B24B-C838D7938565}"/>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1" name="28-text-7">
            <a:extLst xmlns:a="http://schemas.openxmlformats.org/drawingml/2006/main">
              <a:ext uri="{FF2B5EF4-FFF2-40B4-BE49-F238E27FC236}">
                <a16:creationId xmlns:a16="http://schemas.microsoft.com/office/drawing/2014/main" id="{D950B7B5-DF5A-473A-AA06-86C7CAA2273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2" name="28-text-8">
            <a:extLst xmlns:a="http://schemas.openxmlformats.org/drawingml/2006/main">
              <a:ext uri="{FF2B5EF4-FFF2-40B4-BE49-F238E27FC236}">
                <a16:creationId xmlns:a16="http://schemas.microsoft.com/office/drawing/2014/main" id="{30BCDD74-6903-40ED-A2DB-7A04B7819D2D}"/>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3" name="narrative-number">
            <a:extLst xmlns:a="http://schemas.openxmlformats.org/drawingml/2006/main">
              <a:ext uri="{FF2B5EF4-FFF2-40B4-BE49-F238E27FC236}">
                <a16:creationId xmlns:a16="http://schemas.microsoft.com/office/drawing/2014/main" id="{B1545ECA-5C4B-4F1E-B147-E80CA10015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50180406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4" name="!!area-name">
            <a:extLst xmlns:a="http://schemas.openxmlformats.org/drawingml/2006/main">
              <a:ext uri="{FF2B5EF4-FFF2-40B4-BE49-F238E27FC236}">
                <a16:creationId xmlns:a16="http://schemas.microsoft.com/office/drawing/2014/main" id="{17200439-11CE-4EE3-AF93-5B6B7CD30D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d50a1496758240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6" name="slide-title">
            <a:extLst xmlns:a="http://schemas.openxmlformats.org/drawingml/2006/main">
              <a:ext uri="{FF2B5EF4-FFF2-40B4-BE49-F238E27FC236}">
                <a16:creationId xmlns:a16="http://schemas.microsoft.com/office/drawing/2014/main" id="{B1279CB2-E65F-474F-B04C-C1C6AEF28A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7" name="header-divider">
            <a:extLst xmlns:a="http://schemas.openxmlformats.org/drawingml/2006/main">
              <a:ext uri="{FF2B5EF4-FFF2-40B4-BE49-F238E27FC236}">
                <a16:creationId xmlns:a16="http://schemas.microsoft.com/office/drawing/2014/main" id="{29834AA4-2498-41D9-8891-B6BCA6AA45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29-text-1">
            <a:extLst xmlns:a="http://schemas.openxmlformats.org/drawingml/2006/main">
              <a:ext uri="{FF2B5EF4-FFF2-40B4-BE49-F238E27FC236}">
                <a16:creationId xmlns:a16="http://schemas.microsoft.com/office/drawing/2014/main" id="{0F3E3D4C-30FE-4437-B8C7-9C935620654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49" name="29-text-2">
            <a:extLst xmlns:a="http://schemas.openxmlformats.org/drawingml/2006/main">
              <a:ext uri="{FF2B5EF4-FFF2-40B4-BE49-F238E27FC236}">
                <a16:creationId xmlns:a16="http://schemas.microsoft.com/office/drawing/2014/main" id="{62F88DC7-46EE-4C64-AE3C-FE4F23E010D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0" name="29-text-3">
            <a:extLst xmlns:a="http://schemas.openxmlformats.org/drawingml/2006/main">
              <a:ext uri="{FF2B5EF4-FFF2-40B4-BE49-F238E27FC236}">
                <a16:creationId xmlns:a16="http://schemas.microsoft.com/office/drawing/2014/main" id="{84A8DD0B-13B9-4BEE-AA0D-C2D638CFB22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1" name="29-text-4">
            <a:extLst xmlns:a="http://schemas.openxmlformats.org/drawingml/2006/main">
              <a:ext uri="{FF2B5EF4-FFF2-40B4-BE49-F238E27FC236}">
                <a16:creationId xmlns:a16="http://schemas.microsoft.com/office/drawing/2014/main" id="{65E8D03F-0959-4FEF-A808-1E54D302434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2" name="29-text-5">
            <a:extLst xmlns:a="http://schemas.openxmlformats.org/drawingml/2006/main">
              <a:ext uri="{FF2B5EF4-FFF2-40B4-BE49-F238E27FC236}">
                <a16:creationId xmlns:a16="http://schemas.microsoft.com/office/drawing/2014/main" id="{BDECFE63-86DC-4808-926B-FE9022C24A3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3" name="29-text-6">
            <a:extLst xmlns:a="http://schemas.openxmlformats.org/drawingml/2006/main">
              <a:ext uri="{FF2B5EF4-FFF2-40B4-BE49-F238E27FC236}">
                <a16:creationId xmlns:a16="http://schemas.microsoft.com/office/drawing/2014/main" id="{FE6CBAE7-B096-44AF-8FCB-3FB4C9A6942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4" name="29-text-7">
            <a:extLst xmlns:a="http://schemas.openxmlformats.org/drawingml/2006/main">
              <a:ext uri="{FF2B5EF4-FFF2-40B4-BE49-F238E27FC236}">
                <a16:creationId xmlns:a16="http://schemas.microsoft.com/office/drawing/2014/main" id="{FDC4B722-6D9E-48ED-AF0D-EB976589E4D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5" name="29-text-8">
            <a:extLst xmlns:a="http://schemas.openxmlformats.org/drawingml/2006/main">
              <a:ext uri="{FF2B5EF4-FFF2-40B4-BE49-F238E27FC236}">
                <a16:creationId xmlns:a16="http://schemas.microsoft.com/office/drawing/2014/main" id="{04E14C72-1CBD-473B-A884-8D723A2E4A3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6" name="narrative-number">
            <a:extLst xmlns:a="http://schemas.openxmlformats.org/drawingml/2006/main">
              <a:ext uri="{FF2B5EF4-FFF2-40B4-BE49-F238E27FC236}">
                <a16:creationId xmlns:a16="http://schemas.microsoft.com/office/drawing/2014/main" id="{62BD6D0D-3746-421F-9BE4-4E3DDF7940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29689162"/>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104E1D4F-CA45-43B3-AB9E-0DC29EDF7E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9c0f154e3d3e41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EB49B95E-F65D-49BE-AD38-40261456F85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0" name="header-divider">
            <a:extLst xmlns:a="http://schemas.openxmlformats.org/drawingml/2006/main">
              <a:ext uri="{FF2B5EF4-FFF2-40B4-BE49-F238E27FC236}">
                <a16:creationId xmlns:a16="http://schemas.microsoft.com/office/drawing/2014/main" id="{E5426B2B-D4E8-4525-8655-B490297CF0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0-text-1">
            <a:extLst xmlns:a="http://schemas.openxmlformats.org/drawingml/2006/main">
              <a:ext uri="{FF2B5EF4-FFF2-40B4-BE49-F238E27FC236}">
                <a16:creationId xmlns:a16="http://schemas.microsoft.com/office/drawing/2014/main" id="{DB6197AB-2CB5-4998-BC44-8AA6D6504F3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2" name="30-text-2">
            <a:extLst xmlns:a="http://schemas.openxmlformats.org/drawingml/2006/main">
              <a:ext uri="{FF2B5EF4-FFF2-40B4-BE49-F238E27FC236}">
                <a16:creationId xmlns:a16="http://schemas.microsoft.com/office/drawing/2014/main" id="{37E4CBF0-EFA8-4156-8A0F-61031359A4B9}"/>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3" name="30-text-3">
            <a:extLst xmlns:a="http://schemas.openxmlformats.org/drawingml/2006/main">
              <a:ext uri="{FF2B5EF4-FFF2-40B4-BE49-F238E27FC236}">
                <a16:creationId xmlns:a16="http://schemas.microsoft.com/office/drawing/2014/main" id="{5B9D3493-A960-4229-8AA5-A2293D2C7FAB}"/>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4" name="30-text-4">
            <a:extLst xmlns:a="http://schemas.openxmlformats.org/drawingml/2006/main">
              <a:ext uri="{FF2B5EF4-FFF2-40B4-BE49-F238E27FC236}">
                <a16:creationId xmlns:a16="http://schemas.microsoft.com/office/drawing/2014/main" id="{94B0E12B-2A78-451E-B273-9DF4F3DEEE87}"/>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5" name="30-text-5">
            <a:extLst xmlns:a="http://schemas.openxmlformats.org/drawingml/2006/main">
              <a:ext uri="{FF2B5EF4-FFF2-40B4-BE49-F238E27FC236}">
                <a16:creationId xmlns:a16="http://schemas.microsoft.com/office/drawing/2014/main" id="{5439BF85-23D8-4120-8FD2-CA3FA6025A4A}"/>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6" name="30-line-7">
            <a:extLst xmlns:a="http://schemas.openxmlformats.org/drawingml/2006/main">
              <a:ext uri="{FF2B5EF4-FFF2-40B4-BE49-F238E27FC236}">
                <a16:creationId xmlns:a16="http://schemas.microsoft.com/office/drawing/2014/main" id="{DC11A920-C0AE-4D0C-A557-3C0304C5500F}"/>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7" name="30-text-8">
            <a:extLst xmlns:a="http://schemas.openxmlformats.org/drawingml/2006/main">
              <a:ext uri="{FF2B5EF4-FFF2-40B4-BE49-F238E27FC236}">
                <a16:creationId xmlns:a16="http://schemas.microsoft.com/office/drawing/2014/main" id="{487913D5-49E5-4C81-AE6A-6A92B3674D0F}"/>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8" name="30-text-9">
            <a:extLst xmlns:a="http://schemas.openxmlformats.org/drawingml/2006/main">
              <a:ext uri="{FF2B5EF4-FFF2-40B4-BE49-F238E27FC236}">
                <a16:creationId xmlns:a16="http://schemas.microsoft.com/office/drawing/2014/main" id="{A32B9002-CD67-48BE-B411-1BD91FD57207}"/>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9" name="30-line-11">
            <a:extLst xmlns:a="http://schemas.openxmlformats.org/drawingml/2006/main">
              <a:ext uri="{FF2B5EF4-FFF2-40B4-BE49-F238E27FC236}">
                <a16:creationId xmlns:a16="http://schemas.microsoft.com/office/drawing/2014/main" id="{4D152952-37CC-42E6-900C-E9DDFF22DD60}"/>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0" name="30-line-13">
            <a:extLst xmlns:a="http://schemas.openxmlformats.org/drawingml/2006/main">
              <a:ext uri="{FF2B5EF4-FFF2-40B4-BE49-F238E27FC236}">
                <a16:creationId xmlns:a16="http://schemas.microsoft.com/office/drawing/2014/main" id="{4173AD74-D497-46FA-8F28-85F6416E0980}"/>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1" name="30-line-15">
            <a:extLst xmlns:a="http://schemas.openxmlformats.org/drawingml/2006/main">
              <a:ext uri="{FF2B5EF4-FFF2-40B4-BE49-F238E27FC236}">
                <a16:creationId xmlns:a16="http://schemas.microsoft.com/office/drawing/2014/main" id="{6106E8D4-B084-40B0-8597-7E2B771BB187}"/>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line-17">
            <a:extLst xmlns:a="http://schemas.openxmlformats.org/drawingml/2006/main">
              <a:ext uri="{FF2B5EF4-FFF2-40B4-BE49-F238E27FC236}">
                <a16:creationId xmlns:a16="http://schemas.microsoft.com/office/drawing/2014/main" id="{A40F93A2-904B-40F4-AFA4-09E95499800F}"/>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3" name="30-text-18">
            <a:extLst xmlns:a="http://schemas.openxmlformats.org/drawingml/2006/main">
              <a:ext uri="{FF2B5EF4-FFF2-40B4-BE49-F238E27FC236}">
                <a16:creationId xmlns:a16="http://schemas.microsoft.com/office/drawing/2014/main" id="{B185CE89-56EC-4477-96B0-E6F66DE5B320}"/>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4" name="30-text-19">
            <a:extLst xmlns:a="http://schemas.openxmlformats.org/drawingml/2006/main">
              <a:ext uri="{FF2B5EF4-FFF2-40B4-BE49-F238E27FC236}">
                <a16:creationId xmlns:a16="http://schemas.microsoft.com/office/drawing/2014/main" id="{8ACBF47E-B376-48CC-8D27-C4A88B1F3B82}"/>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5" name="30-line-21">
            <a:extLst xmlns:a="http://schemas.openxmlformats.org/drawingml/2006/main">
              <a:ext uri="{FF2B5EF4-FFF2-40B4-BE49-F238E27FC236}">
                <a16:creationId xmlns:a16="http://schemas.microsoft.com/office/drawing/2014/main" id="{55E6BE02-9458-48E7-BB8B-FFA4C4CE799B}"/>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22">
            <a:extLst xmlns:a="http://schemas.openxmlformats.org/drawingml/2006/main">
              <a:ext uri="{FF2B5EF4-FFF2-40B4-BE49-F238E27FC236}">
                <a16:creationId xmlns:a16="http://schemas.microsoft.com/office/drawing/2014/main" id="{DB472F1D-0888-45E3-832E-F340749EC930}"/>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7" name="30-text-23">
            <a:extLst xmlns:a="http://schemas.openxmlformats.org/drawingml/2006/main">
              <a:ext uri="{FF2B5EF4-FFF2-40B4-BE49-F238E27FC236}">
                <a16:creationId xmlns:a16="http://schemas.microsoft.com/office/drawing/2014/main" id="{EE0231C4-9322-48EB-95B3-EB177E18CCC7}"/>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8" name="30-text-24">
            <a:extLst xmlns:a="http://schemas.openxmlformats.org/drawingml/2006/main">
              <a:ext uri="{FF2B5EF4-FFF2-40B4-BE49-F238E27FC236}">
                <a16:creationId xmlns:a16="http://schemas.microsoft.com/office/drawing/2014/main" id="{C0DF5B26-AE25-4091-A5BE-7890633F7109}"/>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9" name="narrative-number">
            <a:extLst xmlns:a="http://schemas.openxmlformats.org/drawingml/2006/main">
              <a:ext uri="{FF2B5EF4-FFF2-40B4-BE49-F238E27FC236}">
                <a16:creationId xmlns:a16="http://schemas.microsoft.com/office/drawing/2014/main" id="{32E3343D-0F10-4CFD-9C43-BA22AEDB43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733536441"/>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E7CF90FF-AA76-4FCA-BC92-27BF253A2C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612d38bfcda24a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B660A306-FA29-4AFA-9E97-08BEADFC84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1-text-1">
            <a:extLst xmlns:a="http://schemas.openxmlformats.org/drawingml/2006/main">
              <a:ext uri="{FF2B5EF4-FFF2-40B4-BE49-F238E27FC236}">
                <a16:creationId xmlns:a16="http://schemas.microsoft.com/office/drawing/2014/main" id="{387E4513-D6E8-49EA-A6DC-3BAA9ECC1AF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4" name="31-text-2">
            <a:extLst xmlns:a="http://schemas.openxmlformats.org/drawingml/2006/main">
              <a:ext uri="{FF2B5EF4-FFF2-40B4-BE49-F238E27FC236}">
                <a16:creationId xmlns:a16="http://schemas.microsoft.com/office/drawing/2014/main" id="{30022718-7468-44F7-8DD2-525DFF63776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5" name="31-text-3">
            <a:extLst xmlns:a="http://schemas.openxmlformats.org/drawingml/2006/main">
              <a:ext uri="{FF2B5EF4-FFF2-40B4-BE49-F238E27FC236}">
                <a16:creationId xmlns:a16="http://schemas.microsoft.com/office/drawing/2014/main" id="{EB939B45-F02C-49FA-ABF0-6701ABAED45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4" name="31-image-4"/>
          <p:cNvPicPr>
            <a:picLocks xmlns:a="http://schemas.openxmlformats.org/drawingml/2006/main" noChangeAspect="1"/>
          </p:cNvPicPr>
          <p:nvPr/>
        </p:nvPicPr>
        <p:blipFill>
          <a:blip xmlns:r="http://schemas.openxmlformats.org/officeDocument/2006/relationships" xmlns:a="http://schemas.openxmlformats.org/drawingml/2006/main" r:embed="Rcda43e11efcb440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E4CF6633-268B-49AB-B379-F50B08A16F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54169684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241A0C09-1320-45C0-AFA4-34E4FBBCBF9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3fca4083cba746b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67D749EB-85DE-4988-88E6-EEFC558C93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1" name="header-divider">
            <a:extLst xmlns:a="http://schemas.openxmlformats.org/drawingml/2006/main">
              <a:ext uri="{FF2B5EF4-FFF2-40B4-BE49-F238E27FC236}">
                <a16:creationId xmlns:a16="http://schemas.microsoft.com/office/drawing/2014/main" id="{E6C147E8-088B-4456-879B-34BA36F474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2-text-1">
            <a:extLst xmlns:a="http://schemas.openxmlformats.org/drawingml/2006/main">
              <a:ext uri="{FF2B5EF4-FFF2-40B4-BE49-F238E27FC236}">
                <a16:creationId xmlns:a16="http://schemas.microsoft.com/office/drawing/2014/main" id="{757A9021-E66D-48E9-9AA2-5A75321180D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3" name="32-text-2">
            <a:extLst xmlns:a="http://schemas.openxmlformats.org/drawingml/2006/main">
              <a:ext uri="{FF2B5EF4-FFF2-40B4-BE49-F238E27FC236}">
                <a16:creationId xmlns:a16="http://schemas.microsoft.com/office/drawing/2014/main" id="{4DDD5CD8-AFCE-453E-8A97-2F1405B13ADB}"/>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4" name="32-text-3">
            <a:extLst xmlns:a="http://schemas.openxmlformats.org/drawingml/2006/main">
              <a:ext uri="{FF2B5EF4-FFF2-40B4-BE49-F238E27FC236}">
                <a16:creationId xmlns:a16="http://schemas.microsoft.com/office/drawing/2014/main" id="{B64DB705-82A1-4F2C-A341-B3A6CDCCE81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5" name="32-text-4">
            <a:extLst xmlns:a="http://schemas.openxmlformats.org/drawingml/2006/main">
              <a:ext uri="{FF2B5EF4-FFF2-40B4-BE49-F238E27FC236}">
                <a16:creationId xmlns:a16="http://schemas.microsoft.com/office/drawing/2014/main" id="{24369A39-F0E1-4F8C-A3D8-A9CC65F185D1}"/>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6" name="32-shape-5">
            <a:extLst xmlns:a="http://schemas.openxmlformats.org/drawingml/2006/main">
              <a:ext uri="{FF2B5EF4-FFF2-40B4-BE49-F238E27FC236}">
                <a16:creationId xmlns:a16="http://schemas.microsoft.com/office/drawing/2014/main" id="{B971D055-2B7C-4552-8540-678B39CA6E1C}"/>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6">
            <a:extLst xmlns:a="http://schemas.openxmlformats.org/drawingml/2006/main">
              <a:ext uri="{FF2B5EF4-FFF2-40B4-BE49-F238E27FC236}">
                <a16:creationId xmlns:a16="http://schemas.microsoft.com/office/drawing/2014/main" id="{3B464F12-D7AA-4A2E-9298-4D60D07412DC}"/>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8" name="32-text-7">
            <a:extLst xmlns:a="http://schemas.openxmlformats.org/drawingml/2006/main">
              <a:ext uri="{FF2B5EF4-FFF2-40B4-BE49-F238E27FC236}">
                <a16:creationId xmlns:a16="http://schemas.microsoft.com/office/drawing/2014/main" id="{B1A47401-D3B8-4873-83D3-F9D01924BE62}"/>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9" name="32-text-8">
            <a:extLst xmlns:a="http://schemas.openxmlformats.org/drawingml/2006/main">
              <a:ext uri="{FF2B5EF4-FFF2-40B4-BE49-F238E27FC236}">
                <a16:creationId xmlns:a16="http://schemas.microsoft.com/office/drawing/2014/main" id="{743FAEB9-DBF4-4D75-B7D6-60ADA2CE3807}"/>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0" name="32-text-9">
            <a:extLst xmlns:a="http://schemas.openxmlformats.org/drawingml/2006/main">
              <a:ext uri="{FF2B5EF4-FFF2-40B4-BE49-F238E27FC236}">
                <a16:creationId xmlns:a16="http://schemas.microsoft.com/office/drawing/2014/main" id="{1B484DC0-2FBE-4135-80A8-43F60E67E1BC}"/>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1" name="32-text-10">
            <a:extLst xmlns:a="http://schemas.openxmlformats.org/drawingml/2006/main">
              <a:ext uri="{FF2B5EF4-FFF2-40B4-BE49-F238E27FC236}">
                <a16:creationId xmlns:a16="http://schemas.microsoft.com/office/drawing/2014/main" id="{93ED21F6-06D3-483E-BECD-E8A3CD03B828}"/>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2" name="32-text-11">
            <a:extLst xmlns:a="http://schemas.openxmlformats.org/drawingml/2006/main">
              <a:ext uri="{FF2B5EF4-FFF2-40B4-BE49-F238E27FC236}">
                <a16:creationId xmlns:a16="http://schemas.microsoft.com/office/drawing/2014/main" id="{DF3EB83F-6360-45B9-8EE9-B1127487E23A}"/>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3" name="narrative-number">
            <a:extLst xmlns:a="http://schemas.openxmlformats.org/drawingml/2006/main">
              <a:ext uri="{FF2B5EF4-FFF2-40B4-BE49-F238E27FC236}">
                <a16:creationId xmlns:a16="http://schemas.microsoft.com/office/drawing/2014/main" id="{3D4EB9BD-74CC-4E3F-B3F7-1F7E7F2C62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402251576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08E683B5-256A-42A9-A167-A92B771BE0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7af4b248170440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527E5349-F02A-47C9-9EA6-93A424B5C3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7" name="header-divider">
            <a:extLst xmlns:a="http://schemas.openxmlformats.org/drawingml/2006/main">
              <a:ext uri="{FF2B5EF4-FFF2-40B4-BE49-F238E27FC236}">
                <a16:creationId xmlns:a16="http://schemas.microsoft.com/office/drawing/2014/main" id="{0787A1FE-DE8B-4CE8-84CC-45CCECF5EC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3-text-1">
            <a:extLst xmlns:a="http://schemas.openxmlformats.org/drawingml/2006/main">
              <a:ext uri="{FF2B5EF4-FFF2-40B4-BE49-F238E27FC236}">
                <a16:creationId xmlns:a16="http://schemas.microsoft.com/office/drawing/2014/main" id="{458D8BCC-7AA8-4E14-9BD9-4DD0BAC9602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8"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0" name="33-text-3">
            <a:extLst xmlns:a="http://schemas.openxmlformats.org/drawingml/2006/main">
              <a:ext uri="{FF2B5EF4-FFF2-40B4-BE49-F238E27FC236}">
                <a16:creationId xmlns:a16="http://schemas.microsoft.com/office/drawing/2014/main" id="{8D76DD30-62A0-4077-824D-296D6F0BC784}"/>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1" name="33-text-4">
            <a:extLst xmlns:a="http://schemas.openxmlformats.org/drawingml/2006/main">
              <a:ext uri="{FF2B5EF4-FFF2-40B4-BE49-F238E27FC236}">
                <a16:creationId xmlns:a16="http://schemas.microsoft.com/office/drawing/2014/main" id="{53D81125-0A01-4EA7-82D9-633101C2ED72}"/>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2" name="narrative-number">
            <a:extLst xmlns:a="http://schemas.openxmlformats.org/drawingml/2006/main">
              <a:ext uri="{FF2B5EF4-FFF2-40B4-BE49-F238E27FC236}">
                <a16:creationId xmlns:a16="http://schemas.microsoft.com/office/drawing/2014/main" id="{3C87325B-38EB-42DC-804A-6C98967E9B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91584764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93982CF0-E165-4EEB-97C4-91EAEB69BC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de61adc8304748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0AFCEA14-2ECB-4CCA-AE28-FDCA37AB5D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6" name="header-divider">
            <a:extLst xmlns:a="http://schemas.openxmlformats.org/drawingml/2006/main">
              <a:ext uri="{FF2B5EF4-FFF2-40B4-BE49-F238E27FC236}">
                <a16:creationId xmlns:a16="http://schemas.microsoft.com/office/drawing/2014/main" id="{0E7E0B68-E789-4B80-B27D-8F61CBBA653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4-text-1">
            <a:extLst xmlns:a="http://schemas.openxmlformats.org/drawingml/2006/main">
              <a:ext uri="{FF2B5EF4-FFF2-40B4-BE49-F238E27FC236}">
                <a16:creationId xmlns:a16="http://schemas.microsoft.com/office/drawing/2014/main" id="{F90BD8E7-0CCA-4684-A0FA-D96A99E3283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8" name="34-text-2">
            <a:extLst xmlns:a="http://schemas.openxmlformats.org/drawingml/2006/main">
              <a:ext uri="{FF2B5EF4-FFF2-40B4-BE49-F238E27FC236}">
                <a16:creationId xmlns:a16="http://schemas.microsoft.com/office/drawing/2014/main" id="{9460AE18-719B-42E2-A820-A95BF9EC15B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9" name="34-text-3">
            <a:extLst xmlns:a="http://schemas.openxmlformats.org/drawingml/2006/main">
              <a:ext uri="{FF2B5EF4-FFF2-40B4-BE49-F238E27FC236}">
                <a16:creationId xmlns:a16="http://schemas.microsoft.com/office/drawing/2014/main" id="{FD532131-F80B-4DF9-AC57-A566FF0FD41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0" name="34-text-4">
            <a:extLst xmlns:a="http://schemas.openxmlformats.org/drawingml/2006/main">
              <a:ext uri="{FF2B5EF4-FFF2-40B4-BE49-F238E27FC236}">
                <a16:creationId xmlns:a16="http://schemas.microsoft.com/office/drawing/2014/main" id="{5CFB0335-23A6-4DE6-BFF4-43AF826785A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1" name="34-text-5">
            <a:extLst xmlns:a="http://schemas.openxmlformats.org/drawingml/2006/main">
              <a:ext uri="{FF2B5EF4-FFF2-40B4-BE49-F238E27FC236}">
                <a16:creationId xmlns:a16="http://schemas.microsoft.com/office/drawing/2014/main" id="{16EFC11B-B0D6-4633-9F4E-4FC6900A4BA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2" name="34-text-6">
            <a:extLst xmlns:a="http://schemas.openxmlformats.org/drawingml/2006/main">
              <a:ext uri="{FF2B5EF4-FFF2-40B4-BE49-F238E27FC236}">
                <a16:creationId xmlns:a16="http://schemas.microsoft.com/office/drawing/2014/main" id="{72AA337B-8C8D-40AA-A5F6-6B6BDC084EF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3" name="34-text-7">
            <a:extLst xmlns:a="http://schemas.openxmlformats.org/drawingml/2006/main">
              <a:ext uri="{FF2B5EF4-FFF2-40B4-BE49-F238E27FC236}">
                <a16:creationId xmlns:a16="http://schemas.microsoft.com/office/drawing/2014/main" id="{D1E5676A-4033-4113-8C8B-82A41FBEB13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4" name="34-text-8">
            <a:extLst xmlns:a="http://schemas.openxmlformats.org/drawingml/2006/main">
              <a:ext uri="{FF2B5EF4-FFF2-40B4-BE49-F238E27FC236}">
                <a16:creationId xmlns:a16="http://schemas.microsoft.com/office/drawing/2014/main" id="{9220FCBD-AD8A-4F1F-AAF3-60D6C09E310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5" name="34-text-9">
            <a:extLst xmlns:a="http://schemas.openxmlformats.org/drawingml/2006/main">
              <a:ext uri="{FF2B5EF4-FFF2-40B4-BE49-F238E27FC236}">
                <a16:creationId xmlns:a16="http://schemas.microsoft.com/office/drawing/2014/main" id="{D9A4A820-D6EB-4F3F-A544-8DA6BDD511D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6" name="narrative-number">
            <a:extLst xmlns:a="http://schemas.openxmlformats.org/drawingml/2006/main">
              <a:ext uri="{FF2B5EF4-FFF2-40B4-BE49-F238E27FC236}">
                <a16:creationId xmlns:a16="http://schemas.microsoft.com/office/drawing/2014/main" id="{7F31CB06-162B-4F1B-92CC-ABE59970F9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79084510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A6794ED8-E7A5-4447-B194-043B605ACF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166030989d0846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C2C0CCAF-53B5-41F6-BBCD-67F5175101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0" name="header-divider">
            <a:extLst xmlns:a="http://schemas.openxmlformats.org/drawingml/2006/main">
              <a:ext uri="{FF2B5EF4-FFF2-40B4-BE49-F238E27FC236}">
                <a16:creationId xmlns:a16="http://schemas.microsoft.com/office/drawing/2014/main" id="{426E5DF6-1DCA-42BE-8D39-A506B6A19E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5-text-1">
            <a:extLst xmlns:a="http://schemas.openxmlformats.org/drawingml/2006/main">
              <a:ext uri="{FF2B5EF4-FFF2-40B4-BE49-F238E27FC236}">
                <a16:creationId xmlns:a16="http://schemas.microsoft.com/office/drawing/2014/main" id="{ADF9571B-26FF-4C05-A94C-69803818153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2" name="35-text-2">
            <a:extLst xmlns:a="http://schemas.openxmlformats.org/drawingml/2006/main">
              <a:ext uri="{FF2B5EF4-FFF2-40B4-BE49-F238E27FC236}">
                <a16:creationId xmlns:a16="http://schemas.microsoft.com/office/drawing/2014/main" id="{9CFCAA3F-9713-4D2C-BD90-0EEFA8FDFB4C}"/>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3" name="35-text-3">
            <a:extLst xmlns:a="http://schemas.openxmlformats.org/drawingml/2006/main">
              <a:ext uri="{FF2B5EF4-FFF2-40B4-BE49-F238E27FC236}">
                <a16:creationId xmlns:a16="http://schemas.microsoft.com/office/drawing/2014/main" id="{145757FA-70D7-4828-8F90-767D7F6537B0}"/>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4" name="35-text-4">
            <a:extLst xmlns:a="http://schemas.openxmlformats.org/drawingml/2006/main">
              <a:ext uri="{FF2B5EF4-FFF2-40B4-BE49-F238E27FC236}">
                <a16:creationId xmlns:a16="http://schemas.microsoft.com/office/drawing/2014/main" id="{75251152-8909-44BF-BF74-029FDD90ACF7}"/>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5" name="35-text-5">
            <a:extLst xmlns:a="http://schemas.openxmlformats.org/drawingml/2006/main">
              <a:ext uri="{FF2B5EF4-FFF2-40B4-BE49-F238E27FC236}">
                <a16:creationId xmlns:a16="http://schemas.microsoft.com/office/drawing/2014/main" id="{172D21FB-797A-45E4-85ED-25635826E0B5}"/>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6" name="35-text-6">
            <a:extLst xmlns:a="http://schemas.openxmlformats.org/drawingml/2006/main">
              <a:ext uri="{FF2B5EF4-FFF2-40B4-BE49-F238E27FC236}">
                <a16:creationId xmlns:a16="http://schemas.microsoft.com/office/drawing/2014/main" id="{B5E0001D-6C06-4ADC-921E-4EE8EB46A85E}"/>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7" name="35-text-7">
            <a:extLst xmlns:a="http://schemas.openxmlformats.org/drawingml/2006/main">
              <a:ext uri="{FF2B5EF4-FFF2-40B4-BE49-F238E27FC236}">
                <a16:creationId xmlns:a16="http://schemas.microsoft.com/office/drawing/2014/main" id="{02BF14B1-6E13-4C2B-87A8-FF72AA70A504}"/>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8" name="35-text-8">
            <a:extLst xmlns:a="http://schemas.openxmlformats.org/drawingml/2006/main">
              <a:ext uri="{FF2B5EF4-FFF2-40B4-BE49-F238E27FC236}">
                <a16:creationId xmlns:a16="http://schemas.microsoft.com/office/drawing/2014/main" id="{42C64B67-A93B-4C0E-BC2F-A490BA4F4E8B}"/>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9" name="35-text-9">
            <a:extLst xmlns:a="http://schemas.openxmlformats.org/drawingml/2006/main">
              <a:ext uri="{FF2B5EF4-FFF2-40B4-BE49-F238E27FC236}">
                <a16:creationId xmlns:a16="http://schemas.microsoft.com/office/drawing/2014/main" id="{47F93900-CA0C-4E2F-AEA1-5F6A9995B6D8}"/>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0" name="35-text-10">
            <a:extLst xmlns:a="http://schemas.openxmlformats.org/drawingml/2006/main">
              <a:ext uri="{FF2B5EF4-FFF2-40B4-BE49-F238E27FC236}">
                <a16:creationId xmlns:a16="http://schemas.microsoft.com/office/drawing/2014/main" id="{A705A90A-F862-4A33-91D4-5A60D9E3BCF5}"/>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1" name="narrative-number">
            <a:extLst xmlns:a="http://schemas.openxmlformats.org/drawingml/2006/main">
              <a:ext uri="{FF2B5EF4-FFF2-40B4-BE49-F238E27FC236}">
                <a16:creationId xmlns:a16="http://schemas.microsoft.com/office/drawing/2014/main" id="{0FB11B7B-C3FF-4CA9-9537-EFEF169054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01070898"/>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D81E3F85-258E-4F29-A190-2973EA5AC2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1" name="mini-map"/>
          <p:cNvPicPr>
            <a:picLocks xmlns:a="http://schemas.openxmlformats.org/drawingml/2006/main" noChangeAspect="1"/>
          </p:cNvPicPr>
          <p:nvPr/>
        </p:nvPicPr>
        <p:blipFill>
          <a:blip xmlns:r="http://schemas.openxmlformats.org/officeDocument/2006/relationships" xmlns:a="http://schemas.openxmlformats.org/drawingml/2006/main" r:embed="R2466d7348a3842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header-divider">
            <a:extLst xmlns:a="http://schemas.openxmlformats.org/drawingml/2006/main">
              <a:ext uri="{FF2B5EF4-FFF2-40B4-BE49-F238E27FC236}">
                <a16:creationId xmlns:a16="http://schemas.microsoft.com/office/drawing/2014/main" id="{747D8FBE-F149-47FC-9D79-244A8E2465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6-text-1">
            <a:extLst xmlns:a="http://schemas.openxmlformats.org/drawingml/2006/main">
              <a:ext uri="{FF2B5EF4-FFF2-40B4-BE49-F238E27FC236}">
                <a16:creationId xmlns:a16="http://schemas.microsoft.com/office/drawing/2014/main" id="{9F670FBC-A4EA-4D84-92CB-2128245665AC}"/>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4" name="36-image-2"/>
          <p:cNvPicPr>
            <a:picLocks xmlns:a="http://schemas.openxmlformats.org/drawingml/2006/main" noChangeAspect="1"/>
          </p:cNvPicPr>
          <p:nvPr/>
        </p:nvPicPr>
        <p:blipFill>
          <a:blip xmlns:r="http://schemas.openxmlformats.org/officeDocument/2006/relationships" xmlns:a="http://schemas.openxmlformats.org/drawingml/2006/main" r:embed="R4e015df74018460b"/>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7" name="36-text-3">
            <a:extLst xmlns:a="http://schemas.openxmlformats.org/drawingml/2006/main">
              <a:ext uri="{FF2B5EF4-FFF2-40B4-BE49-F238E27FC236}">
                <a16:creationId xmlns:a16="http://schemas.microsoft.com/office/drawing/2014/main" id="{CF27C508-49C8-48FC-9093-799D4FD14649}"/>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8" name="36-text-4">
            <a:extLst xmlns:a="http://schemas.openxmlformats.org/drawingml/2006/main">
              <a:ext uri="{FF2B5EF4-FFF2-40B4-BE49-F238E27FC236}">
                <a16:creationId xmlns:a16="http://schemas.microsoft.com/office/drawing/2014/main" id="{E0C918BA-DD12-4ABA-BE0E-BF9994DBEC72}"/>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9" name="narrative-number">
            <a:extLst xmlns:a="http://schemas.openxmlformats.org/drawingml/2006/main">
              <a:ext uri="{FF2B5EF4-FFF2-40B4-BE49-F238E27FC236}">
                <a16:creationId xmlns:a16="http://schemas.microsoft.com/office/drawing/2014/main" id="{E9043FF1-F0D0-42FB-ADD9-061970D5DB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54490784"/>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area-name">
            <a:extLst xmlns:a="http://schemas.openxmlformats.org/drawingml/2006/main">
              <a:ext uri="{FF2B5EF4-FFF2-40B4-BE49-F238E27FC236}">
                <a16:creationId xmlns:a16="http://schemas.microsoft.com/office/drawing/2014/main" id="{4B5DB702-F745-4C44-ADB4-17205D1D9E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6de13044065749c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2" name="slide-title">
            <a:extLst xmlns:a="http://schemas.openxmlformats.org/drawingml/2006/main">
              <a:ext uri="{FF2B5EF4-FFF2-40B4-BE49-F238E27FC236}">
                <a16:creationId xmlns:a16="http://schemas.microsoft.com/office/drawing/2014/main" id="{13AEB058-37FE-4057-ADDB-8941479E3D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3" name="header-divider">
            <a:extLst xmlns:a="http://schemas.openxmlformats.org/drawingml/2006/main">
              <a:ext uri="{FF2B5EF4-FFF2-40B4-BE49-F238E27FC236}">
                <a16:creationId xmlns:a16="http://schemas.microsoft.com/office/drawing/2014/main" id="{39279381-9D0C-4F24-B31F-F372CA67AC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7-text-1">
            <a:extLst xmlns:a="http://schemas.openxmlformats.org/drawingml/2006/main">
              <a:ext uri="{FF2B5EF4-FFF2-40B4-BE49-F238E27FC236}">
                <a16:creationId xmlns:a16="http://schemas.microsoft.com/office/drawing/2014/main" id="{6DB1D275-8D1D-4612-9499-17CCCBF22E44}"/>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5" name="37-text-2">
            <a:extLst xmlns:a="http://schemas.openxmlformats.org/drawingml/2006/main">
              <a:ext uri="{FF2B5EF4-FFF2-40B4-BE49-F238E27FC236}">
                <a16:creationId xmlns:a16="http://schemas.microsoft.com/office/drawing/2014/main" id="{9266AE18-B5A3-4CE7-BA91-B42CA281AFD4}"/>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6" name="37-text-3">
            <a:extLst xmlns:a="http://schemas.openxmlformats.org/drawingml/2006/main">
              <a:ext uri="{FF2B5EF4-FFF2-40B4-BE49-F238E27FC236}">
                <a16:creationId xmlns:a16="http://schemas.microsoft.com/office/drawing/2014/main" id="{2D1324BE-8330-4CCA-9BF5-290428CC1439}"/>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7" name="37-text-4">
            <a:extLst xmlns:a="http://schemas.openxmlformats.org/drawingml/2006/main">
              <a:ext uri="{FF2B5EF4-FFF2-40B4-BE49-F238E27FC236}">
                <a16:creationId xmlns:a16="http://schemas.microsoft.com/office/drawing/2014/main" id="{5280205B-6219-4E17-A94B-7672793F16C1}"/>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8" name="37-text-5">
            <a:extLst xmlns:a="http://schemas.openxmlformats.org/drawingml/2006/main">
              <a:ext uri="{FF2B5EF4-FFF2-40B4-BE49-F238E27FC236}">
                <a16:creationId xmlns:a16="http://schemas.microsoft.com/office/drawing/2014/main" id="{65D97945-1590-4E60-96DF-1129A43AF073}"/>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9" name="37-text-6">
            <a:extLst xmlns:a="http://schemas.openxmlformats.org/drawingml/2006/main">
              <a:ext uri="{FF2B5EF4-FFF2-40B4-BE49-F238E27FC236}">
                <a16:creationId xmlns:a16="http://schemas.microsoft.com/office/drawing/2014/main" id="{49DA16CA-E12D-4DD2-A008-EE8A5A6DB37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0" name="37-text-7">
            <a:extLst xmlns:a="http://schemas.openxmlformats.org/drawingml/2006/main">
              <a:ext uri="{FF2B5EF4-FFF2-40B4-BE49-F238E27FC236}">
                <a16:creationId xmlns:a16="http://schemas.microsoft.com/office/drawing/2014/main" id="{94AB6517-0A23-4536-A2F3-DE7D9D3F2CE7}"/>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1" name="37-text-8">
            <a:extLst xmlns:a="http://schemas.openxmlformats.org/drawingml/2006/main">
              <a:ext uri="{FF2B5EF4-FFF2-40B4-BE49-F238E27FC236}">
                <a16:creationId xmlns:a16="http://schemas.microsoft.com/office/drawing/2014/main" id="{1AC1B52D-94F7-4040-AE94-2F1AA06A86CF}"/>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2" name="37-text-9">
            <a:extLst xmlns:a="http://schemas.openxmlformats.org/drawingml/2006/main">
              <a:ext uri="{FF2B5EF4-FFF2-40B4-BE49-F238E27FC236}">
                <a16:creationId xmlns:a16="http://schemas.microsoft.com/office/drawing/2014/main" id="{3E5447DD-42CE-447B-870D-C1794E0FA208}"/>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3" name="37-text-10">
            <a:extLst xmlns:a="http://schemas.openxmlformats.org/drawingml/2006/main">
              <a:ext uri="{FF2B5EF4-FFF2-40B4-BE49-F238E27FC236}">
                <a16:creationId xmlns:a16="http://schemas.microsoft.com/office/drawing/2014/main" id="{2898B204-9CFB-415D-87F0-CCCBE03FFEB0}"/>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4" name="37-text-11">
            <a:extLst xmlns:a="http://schemas.openxmlformats.org/drawingml/2006/main">
              <a:ext uri="{FF2B5EF4-FFF2-40B4-BE49-F238E27FC236}">
                <a16:creationId xmlns:a16="http://schemas.microsoft.com/office/drawing/2014/main" id="{BACB007E-7C85-41B8-92F3-BB4A52B6B99F}"/>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5" name="37-line-13">
            <a:extLst xmlns:a="http://schemas.openxmlformats.org/drawingml/2006/main">
              <a:ext uri="{FF2B5EF4-FFF2-40B4-BE49-F238E27FC236}">
                <a16:creationId xmlns:a16="http://schemas.microsoft.com/office/drawing/2014/main" id="{E6369E3C-E0BE-476D-A607-1AAC29375603}"/>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5">
            <a:extLst xmlns:a="http://schemas.openxmlformats.org/drawingml/2006/main">
              <a:ext uri="{FF2B5EF4-FFF2-40B4-BE49-F238E27FC236}">
                <a16:creationId xmlns:a16="http://schemas.microsoft.com/office/drawing/2014/main" id="{6FF4F917-6099-4F64-B000-FA7B3BBD1231}"/>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line-17">
            <a:extLst xmlns:a="http://schemas.openxmlformats.org/drawingml/2006/main">
              <a:ext uri="{FF2B5EF4-FFF2-40B4-BE49-F238E27FC236}">
                <a16:creationId xmlns:a16="http://schemas.microsoft.com/office/drawing/2014/main" id="{00142C0D-EDBD-4CED-8C47-C9D8C433873F}"/>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8" name="37-shape-18">
            <a:extLst xmlns:a="http://schemas.openxmlformats.org/drawingml/2006/main">
              <a:ext uri="{FF2B5EF4-FFF2-40B4-BE49-F238E27FC236}">
                <a16:creationId xmlns:a16="http://schemas.microsoft.com/office/drawing/2014/main" id="{B3583F6D-EBAF-4FAE-ABBA-85450E48407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9" name="37-text-19">
            <a:extLst xmlns:a="http://schemas.openxmlformats.org/drawingml/2006/main">
              <a:ext uri="{FF2B5EF4-FFF2-40B4-BE49-F238E27FC236}">
                <a16:creationId xmlns:a16="http://schemas.microsoft.com/office/drawing/2014/main" id="{AB6AAD95-FD6E-484F-97B4-9811C63024BB}"/>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0" name="narrative-number">
            <a:extLst xmlns:a="http://schemas.openxmlformats.org/drawingml/2006/main">
              <a:ext uri="{FF2B5EF4-FFF2-40B4-BE49-F238E27FC236}">
                <a16:creationId xmlns:a16="http://schemas.microsoft.com/office/drawing/2014/main" id="{3CB40941-D8DC-4B5F-BF5B-556D74FF65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250738284"/>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E24D5173-2B49-4B7A-8D77-4B749ECFF9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859c44df63ee44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slide-title">
            <a:extLst xmlns:a="http://schemas.openxmlformats.org/drawingml/2006/main">
              <a:ext uri="{FF2B5EF4-FFF2-40B4-BE49-F238E27FC236}">
                <a16:creationId xmlns:a16="http://schemas.microsoft.com/office/drawing/2014/main" id="{1E50C738-75D2-40BD-99F7-F3C08C01157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4" name="header-divider">
            <a:extLst xmlns:a="http://schemas.openxmlformats.org/drawingml/2006/main">
              <a:ext uri="{FF2B5EF4-FFF2-40B4-BE49-F238E27FC236}">
                <a16:creationId xmlns:a16="http://schemas.microsoft.com/office/drawing/2014/main" id="{E53BCCE9-66C8-480A-8C10-5FD9C8C1CF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5" name="38-text-1">
            <a:extLst xmlns:a="http://schemas.openxmlformats.org/drawingml/2006/main">
              <a:ext uri="{FF2B5EF4-FFF2-40B4-BE49-F238E27FC236}">
                <a16:creationId xmlns:a16="http://schemas.microsoft.com/office/drawing/2014/main" id="{FEA860A7-B424-41D3-A8E6-1DAC7CB8CA4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6" name="38-text-2">
            <a:extLst xmlns:a="http://schemas.openxmlformats.org/drawingml/2006/main">
              <a:ext uri="{FF2B5EF4-FFF2-40B4-BE49-F238E27FC236}">
                <a16:creationId xmlns:a16="http://schemas.microsoft.com/office/drawing/2014/main" id="{34A4AF71-8D8F-48D6-ACC4-991599F48E3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7" name="38-text-3">
            <a:extLst xmlns:a="http://schemas.openxmlformats.org/drawingml/2006/main">
              <a:ext uri="{FF2B5EF4-FFF2-40B4-BE49-F238E27FC236}">
                <a16:creationId xmlns:a16="http://schemas.microsoft.com/office/drawing/2014/main" id="{2CB10D64-5CC0-48F7-B8FF-CD38D9E6C53E}"/>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8" name="38-text-4">
            <a:extLst xmlns:a="http://schemas.openxmlformats.org/drawingml/2006/main">
              <a:ext uri="{FF2B5EF4-FFF2-40B4-BE49-F238E27FC236}">
                <a16:creationId xmlns:a16="http://schemas.microsoft.com/office/drawing/2014/main" id="{0218BFBF-9ED2-4218-911D-79BC724C58C4}"/>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9" name="38-text-5">
            <a:extLst xmlns:a="http://schemas.openxmlformats.org/drawingml/2006/main">
              <a:ext uri="{FF2B5EF4-FFF2-40B4-BE49-F238E27FC236}">
                <a16:creationId xmlns:a16="http://schemas.microsoft.com/office/drawing/2014/main" id="{A20F1DB5-9374-4557-B075-83EC645B073D}"/>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0" name="38-text-6">
            <a:extLst xmlns:a="http://schemas.openxmlformats.org/drawingml/2006/main">
              <a:ext uri="{FF2B5EF4-FFF2-40B4-BE49-F238E27FC236}">
                <a16:creationId xmlns:a16="http://schemas.microsoft.com/office/drawing/2014/main" id="{27CC83DE-3DB1-41BD-A4F5-0AC7493D68F2}"/>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1" name="narrative-number">
            <a:extLst xmlns:a="http://schemas.openxmlformats.org/drawingml/2006/main">
              <a:ext uri="{FF2B5EF4-FFF2-40B4-BE49-F238E27FC236}">
                <a16:creationId xmlns:a16="http://schemas.microsoft.com/office/drawing/2014/main" id="{77CEED3A-FC6C-43A7-BEA5-831C22C1DD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545479635"/>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CABF1255-AA95-4672-87D9-440BF8E923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046303cd3f7f4f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F7A10995-C96D-40AB-9AD8-BF9CC1958E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5" name="header-divider">
            <a:extLst xmlns:a="http://schemas.openxmlformats.org/drawingml/2006/main">
              <a:ext uri="{FF2B5EF4-FFF2-40B4-BE49-F238E27FC236}">
                <a16:creationId xmlns:a16="http://schemas.microsoft.com/office/drawing/2014/main" id="{9426A2AE-AC1E-4D4A-AD43-279A56CF77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9-text-1">
            <a:extLst xmlns:a="http://schemas.openxmlformats.org/drawingml/2006/main">
              <a:ext uri="{FF2B5EF4-FFF2-40B4-BE49-F238E27FC236}">
                <a16:creationId xmlns:a16="http://schemas.microsoft.com/office/drawing/2014/main" id="{3019D540-6912-4E7B-A5AE-11891B1776F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7" name="39-text-2">
            <a:extLst xmlns:a="http://schemas.openxmlformats.org/drawingml/2006/main">
              <a:ext uri="{FF2B5EF4-FFF2-40B4-BE49-F238E27FC236}">
                <a16:creationId xmlns:a16="http://schemas.microsoft.com/office/drawing/2014/main" id="{62EE2D63-5149-4493-B7D1-A666D2CE072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8" name="39-text-3">
            <a:extLst xmlns:a="http://schemas.openxmlformats.org/drawingml/2006/main">
              <a:ext uri="{FF2B5EF4-FFF2-40B4-BE49-F238E27FC236}">
                <a16:creationId xmlns:a16="http://schemas.microsoft.com/office/drawing/2014/main" id="{E6B4D50A-8AB6-4D1A-B151-6A0418547BE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9" name="39-text-4">
            <a:extLst xmlns:a="http://schemas.openxmlformats.org/drawingml/2006/main">
              <a:ext uri="{FF2B5EF4-FFF2-40B4-BE49-F238E27FC236}">
                <a16:creationId xmlns:a16="http://schemas.microsoft.com/office/drawing/2014/main" id="{A6805D29-C6B9-4D8C-B578-86DD1B5FF4F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0" name="39-text-5">
            <a:extLst xmlns:a="http://schemas.openxmlformats.org/drawingml/2006/main">
              <a:ext uri="{FF2B5EF4-FFF2-40B4-BE49-F238E27FC236}">
                <a16:creationId xmlns:a16="http://schemas.microsoft.com/office/drawing/2014/main" id="{9A0F5B9E-0E74-47EB-83DF-C5349178A41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1" name="39-text-6">
            <a:extLst xmlns:a="http://schemas.openxmlformats.org/drawingml/2006/main">
              <a:ext uri="{FF2B5EF4-FFF2-40B4-BE49-F238E27FC236}">
                <a16:creationId xmlns:a16="http://schemas.microsoft.com/office/drawing/2014/main" id="{418CFD92-2432-492E-99E6-85967BE20E9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2" name="39-text-7">
            <a:extLst xmlns:a="http://schemas.openxmlformats.org/drawingml/2006/main">
              <a:ext uri="{FF2B5EF4-FFF2-40B4-BE49-F238E27FC236}">
                <a16:creationId xmlns:a16="http://schemas.microsoft.com/office/drawing/2014/main" id="{00C74DB9-4B53-42BE-9EE8-A3A7AB274B4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3" name="39-text-8">
            <a:extLst xmlns:a="http://schemas.openxmlformats.org/drawingml/2006/main">
              <a:ext uri="{FF2B5EF4-FFF2-40B4-BE49-F238E27FC236}">
                <a16:creationId xmlns:a16="http://schemas.microsoft.com/office/drawing/2014/main" id="{DD5E2B4F-5D17-4ED6-8A1F-B886DF1260C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4" name="39-text-9">
            <a:extLst xmlns:a="http://schemas.openxmlformats.org/drawingml/2006/main">
              <a:ext uri="{FF2B5EF4-FFF2-40B4-BE49-F238E27FC236}">
                <a16:creationId xmlns:a16="http://schemas.microsoft.com/office/drawing/2014/main" id="{BFDCA001-E79B-485D-AB03-6E01D5AEC75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5" name="narrative-number">
            <a:extLst xmlns:a="http://schemas.openxmlformats.org/drawingml/2006/main">
              <a:ext uri="{FF2B5EF4-FFF2-40B4-BE49-F238E27FC236}">
                <a16:creationId xmlns:a16="http://schemas.microsoft.com/office/drawing/2014/main" id="{6D85EDBD-080A-4CAD-97B0-56D4BA02FB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191110618"/>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83413CE3-41EF-43FB-AB4F-90D56E65B56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8f8a5cc0181548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A60DB71D-5BE2-4F80-8531-52814BA8D7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9" name="header-divider">
            <a:extLst xmlns:a="http://schemas.openxmlformats.org/drawingml/2006/main">
              <a:ext uri="{FF2B5EF4-FFF2-40B4-BE49-F238E27FC236}">
                <a16:creationId xmlns:a16="http://schemas.microsoft.com/office/drawing/2014/main" id="{8DEBF75F-A653-47C8-8E8A-AF2C473166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40-text-1">
            <a:extLst xmlns:a="http://schemas.openxmlformats.org/drawingml/2006/main">
              <a:ext uri="{FF2B5EF4-FFF2-40B4-BE49-F238E27FC236}">
                <a16:creationId xmlns:a16="http://schemas.microsoft.com/office/drawing/2014/main" id="{ACD15A72-71F8-4452-AB76-992E1D6429E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9"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2" name="40-text-3">
            <a:extLst xmlns:a="http://schemas.openxmlformats.org/drawingml/2006/main">
              <a:ext uri="{FF2B5EF4-FFF2-40B4-BE49-F238E27FC236}">
                <a16:creationId xmlns:a16="http://schemas.microsoft.com/office/drawing/2014/main" id="{67A47757-0E31-43BD-8446-0C0389BBB1D3}"/>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3" name="narrative-number">
            <a:extLst xmlns:a="http://schemas.openxmlformats.org/drawingml/2006/main">
              <a:ext uri="{FF2B5EF4-FFF2-40B4-BE49-F238E27FC236}">
                <a16:creationId xmlns:a16="http://schemas.microsoft.com/office/drawing/2014/main" id="{73EE1DB1-41D0-4C22-B61B-80C232EB25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36463703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3" name="41-image-1"/>
          <p:cNvPicPr>
            <a:picLocks xmlns:a="http://schemas.openxmlformats.org/drawingml/2006/main" noChangeAspect="1"/>
          </p:cNvPicPr>
          <p:nvPr/>
        </p:nvPicPr>
        <p:blipFill>
          <a:blip xmlns:r="http://schemas.openxmlformats.org/officeDocument/2006/relationships" xmlns:a="http://schemas.openxmlformats.org/drawingml/2006/main" r:embed="R0c513e41b6a743d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7FBFBF41-1857-4023-B278-BD1150BE2E06}"/>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6" name="area-key-1">
            <a:extLst xmlns:a="http://schemas.openxmlformats.org/drawingml/2006/main">
              <a:ext uri="{FF2B5EF4-FFF2-40B4-BE49-F238E27FC236}">
                <a16:creationId xmlns:a16="http://schemas.microsoft.com/office/drawing/2014/main" id="{A658FB05-E3AB-49D7-9E96-3E1D9A459239}"/>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7" name="area-key-2">
            <a:extLst xmlns:a="http://schemas.openxmlformats.org/drawingml/2006/main">
              <a:ext uri="{FF2B5EF4-FFF2-40B4-BE49-F238E27FC236}">
                <a16:creationId xmlns:a16="http://schemas.microsoft.com/office/drawing/2014/main" id="{E44902AE-E50B-446E-B5C4-EB35A091F415}"/>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8" name="area-key-3">
            <a:extLst xmlns:a="http://schemas.openxmlformats.org/drawingml/2006/main">
              <a:ext uri="{FF2B5EF4-FFF2-40B4-BE49-F238E27FC236}">
                <a16:creationId xmlns:a16="http://schemas.microsoft.com/office/drawing/2014/main" id="{E1BD4D98-D692-482F-BA5F-787FD6A7C76D}"/>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9" name="area-key-4">
            <a:extLst xmlns:a="http://schemas.openxmlformats.org/drawingml/2006/main">
              <a:ext uri="{FF2B5EF4-FFF2-40B4-BE49-F238E27FC236}">
                <a16:creationId xmlns:a16="http://schemas.microsoft.com/office/drawing/2014/main" id="{9E46184C-8282-42F3-8C64-0911A17707B8}"/>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0" name="area-key-5">
            <a:extLst xmlns:a="http://schemas.openxmlformats.org/drawingml/2006/main">
              <a:ext uri="{FF2B5EF4-FFF2-40B4-BE49-F238E27FC236}">
                <a16:creationId xmlns:a16="http://schemas.microsoft.com/office/drawing/2014/main" id="{14838AE8-6EC1-4040-8B5C-93E1E22D10C5}"/>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1" name="area-key-6">
            <a:extLst xmlns:a="http://schemas.openxmlformats.org/drawingml/2006/main">
              <a:ext uri="{FF2B5EF4-FFF2-40B4-BE49-F238E27FC236}">
                <a16:creationId xmlns:a16="http://schemas.microsoft.com/office/drawing/2014/main" id="{EE890129-F855-4CD9-A971-80EDF3560324}"/>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2" name="narrative-number">
            <a:extLst xmlns:a="http://schemas.openxmlformats.org/drawingml/2006/main">
              <a:ext uri="{FF2B5EF4-FFF2-40B4-BE49-F238E27FC236}">
                <a16:creationId xmlns:a16="http://schemas.microsoft.com/office/drawing/2014/main" id="{09458D4A-1703-426B-A325-9A71D32051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6280586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section-label">
            <a:extLst xmlns:a="http://schemas.openxmlformats.org/drawingml/2006/main">
              <a:ext uri="{FF2B5EF4-FFF2-40B4-BE49-F238E27FC236}">
                <a16:creationId xmlns:a16="http://schemas.microsoft.com/office/drawing/2014/main" id="{1A250B85-4A02-45D4-A6DC-896341246AF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4" name="section-rule">
            <a:extLst xmlns:a="http://schemas.openxmlformats.org/drawingml/2006/main">
              <a:ext uri="{FF2B5EF4-FFF2-40B4-BE49-F238E27FC236}">
                <a16:creationId xmlns:a16="http://schemas.microsoft.com/office/drawing/2014/main" id="{9E92D0EB-F735-4DDC-A9B0-75CBACB98B0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5" name="section-title">
            <a:extLst xmlns:a="http://schemas.openxmlformats.org/drawingml/2006/main">
              <a:ext uri="{FF2B5EF4-FFF2-40B4-BE49-F238E27FC236}">
                <a16:creationId xmlns:a16="http://schemas.microsoft.com/office/drawing/2014/main" id="{D302E831-1479-4720-9DBC-3DAC28C1056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6" name="narrative-number">
            <a:extLst xmlns:a="http://schemas.openxmlformats.org/drawingml/2006/main">
              <a:ext uri="{FF2B5EF4-FFF2-40B4-BE49-F238E27FC236}">
                <a16:creationId xmlns:a16="http://schemas.microsoft.com/office/drawing/2014/main" id="{1385B419-3A78-47C4-A9B8-7231B512BC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1137139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73F5F311-EA08-49B4-9191-8DB0828B50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4" name="mini-map"/>
          <p:cNvPicPr>
            <a:picLocks xmlns:a="http://schemas.openxmlformats.org/drawingml/2006/main" noChangeAspect="1"/>
          </p:cNvPicPr>
          <p:nvPr/>
        </p:nvPicPr>
        <p:blipFill>
          <a:blip xmlns:r="http://schemas.openxmlformats.org/officeDocument/2006/relationships" xmlns:a="http://schemas.openxmlformats.org/drawingml/2006/main" r:embed="R83ccfe8e29d94c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4E15F532-1079-47E4-9F2B-68BC3EF53E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0" name="header-divider">
            <a:extLst xmlns:a="http://schemas.openxmlformats.org/drawingml/2006/main">
              <a:ext uri="{FF2B5EF4-FFF2-40B4-BE49-F238E27FC236}">
                <a16:creationId xmlns:a16="http://schemas.microsoft.com/office/drawing/2014/main" id="{FA38B9BB-C6D0-44AA-A18A-61712D4616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7"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2" name="narrative-number">
            <a:extLst xmlns:a="http://schemas.openxmlformats.org/drawingml/2006/main">
              <a:ext uri="{FF2B5EF4-FFF2-40B4-BE49-F238E27FC236}">
                <a16:creationId xmlns:a16="http://schemas.microsoft.com/office/drawing/2014/main" id="{BDC42D7F-289E-49ED-BC1C-B646CD38A6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82668450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3" name="!!area-name">
            <a:extLst xmlns:a="http://schemas.openxmlformats.org/drawingml/2006/main">
              <a:ext uri="{FF2B5EF4-FFF2-40B4-BE49-F238E27FC236}">
                <a16:creationId xmlns:a16="http://schemas.microsoft.com/office/drawing/2014/main" id="{ED187695-87F0-4589-9202-15AB5128A5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0" name="mini-map"/>
          <p:cNvPicPr>
            <a:picLocks xmlns:a="http://schemas.openxmlformats.org/drawingml/2006/main" noChangeAspect="1"/>
          </p:cNvPicPr>
          <p:nvPr/>
        </p:nvPicPr>
        <p:blipFill>
          <a:blip xmlns:r="http://schemas.openxmlformats.org/officeDocument/2006/relationships" xmlns:a="http://schemas.openxmlformats.org/drawingml/2006/main" r:embed="R3b4c8d416a6d40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5" name="slide-title">
            <a:extLst xmlns:a="http://schemas.openxmlformats.org/drawingml/2006/main">
              <a:ext uri="{FF2B5EF4-FFF2-40B4-BE49-F238E27FC236}">
                <a16:creationId xmlns:a16="http://schemas.microsoft.com/office/drawing/2014/main" id="{D7A3BC70-02F3-40F4-9FC7-B860A8B59B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6" name="header-divider">
            <a:extLst xmlns:a="http://schemas.openxmlformats.org/drawingml/2006/main">
              <a:ext uri="{FF2B5EF4-FFF2-40B4-BE49-F238E27FC236}">
                <a16:creationId xmlns:a16="http://schemas.microsoft.com/office/drawing/2014/main" id="{2793396A-30B6-4BCE-AC35-97E8EEE14D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3"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8" name="narrative-number">
            <a:extLst xmlns:a="http://schemas.openxmlformats.org/drawingml/2006/main">
              <a:ext uri="{FF2B5EF4-FFF2-40B4-BE49-F238E27FC236}">
                <a16:creationId xmlns:a16="http://schemas.microsoft.com/office/drawing/2014/main" id="{089A86B8-BA8E-411C-AC4F-E7832D569C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378523599"/>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4CF7D705-3D11-4086-A28E-3E5C48E2C88C}"/>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0" name="header-divider">
            <a:extLst xmlns:a="http://schemas.openxmlformats.org/drawingml/2006/main">
              <a:ext uri="{FF2B5EF4-FFF2-40B4-BE49-F238E27FC236}">
                <a16:creationId xmlns:a16="http://schemas.microsoft.com/office/drawing/2014/main" id="{5708D0D7-D3F9-4187-A207-B1F8935AB72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1" name="45-shape-1">
            <a:extLst xmlns:a="http://schemas.openxmlformats.org/drawingml/2006/main">
              <a:ext uri="{FF2B5EF4-FFF2-40B4-BE49-F238E27FC236}">
                <a16:creationId xmlns:a16="http://schemas.microsoft.com/office/drawing/2014/main" id="{3CDA61D6-0428-4336-842A-54112B69ADFA}"/>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2" name="45-shape-2">
            <a:extLst xmlns:a="http://schemas.openxmlformats.org/drawingml/2006/main">
              <a:ext uri="{FF2B5EF4-FFF2-40B4-BE49-F238E27FC236}">
                <a16:creationId xmlns:a16="http://schemas.microsoft.com/office/drawing/2014/main" id="{077363EE-3C6F-4F75-A939-387DF5187262}"/>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3" name="45-text-3">
            <a:extLst xmlns:a="http://schemas.openxmlformats.org/drawingml/2006/main">
              <a:ext uri="{FF2B5EF4-FFF2-40B4-BE49-F238E27FC236}">
                <a16:creationId xmlns:a16="http://schemas.microsoft.com/office/drawing/2014/main" id="{09E50391-42FC-4C53-BE5B-BD4915519E8F}"/>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4" name="45-text-4">
            <a:extLst xmlns:a="http://schemas.openxmlformats.org/drawingml/2006/main">
              <a:ext uri="{FF2B5EF4-FFF2-40B4-BE49-F238E27FC236}">
                <a16:creationId xmlns:a16="http://schemas.microsoft.com/office/drawing/2014/main" id="{DB2A437F-B424-4BE1-86F4-85AAD6D3F66E}"/>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5" name="45-shape-5">
            <a:extLst xmlns:a="http://schemas.openxmlformats.org/drawingml/2006/main">
              <a:ext uri="{FF2B5EF4-FFF2-40B4-BE49-F238E27FC236}">
                <a16:creationId xmlns:a16="http://schemas.microsoft.com/office/drawing/2014/main" id="{82391529-20FA-4944-A16A-537CDE914BF7}"/>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6" name="45-shape-6">
            <a:extLst xmlns:a="http://schemas.openxmlformats.org/drawingml/2006/main">
              <a:ext uri="{FF2B5EF4-FFF2-40B4-BE49-F238E27FC236}">
                <a16:creationId xmlns:a16="http://schemas.microsoft.com/office/drawing/2014/main" id="{A452A69B-AEF6-40F3-8569-BBB405A7FC1C}"/>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7" name="45-text-7">
            <a:extLst xmlns:a="http://schemas.openxmlformats.org/drawingml/2006/main">
              <a:ext uri="{FF2B5EF4-FFF2-40B4-BE49-F238E27FC236}">
                <a16:creationId xmlns:a16="http://schemas.microsoft.com/office/drawing/2014/main" id="{19AABD06-90D4-4B53-9111-9FA10A743AC2}"/>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8" name="45-text-8">
            <a:extLst xmlns:a="http://schemas.openxmlformats.org/drawingml/2006/main">
              <a:ext uri="{FF2B5EF4-FFF2-40B4-BE49-F238E27FC236}">
                <a16:creationId xmlns:a16="http://schemas.microsoft.com/office/drawing/2014/main" id="{8162F8E1-2842-4AFA-B468-7B4D5BC27591}"/>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9" name="45-shape-9">
            <a:extLst xmlns:a="http://schemas.openxmlformats.org/drawingml/2006/main">
              <a:ext uri="{FF2B5EF4-FFF2-40B4-BE49-F238E27FC236}">
                <a16:creationId xmlns:a16="http://schemas.microsoft.com/office/drawing/2014/main" id="{545025F5-959D-4ECE-9F8F-9E191BE4BE24}"/>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0" name="45-shape-10">
            <a:extLst xmlns:a="http://schemas.openxmlformats.org/drawingml/2006/main">
              <a:ext uri="{FF2B5EF4-FFF2-40B4-BE49-F238E27FC236}">
                <a16:creationId xmlns:a16="http://schemas.microsoft.com/office/drawing/2014/main" id="{E74E6484-A30E-48C8-B29A-AAF4D912D0EA}"/>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1" name="45-text-11">
            <a:extLst xmlns:a="http://schemas.openxmlformats.org/drawingml/2006/main">
              <a:ext uri="{FF2B5EF4-FFF2-40B4-BE49-F238E27FC236}">
                <a16:creationId xmlns:a16="http://schemas.microsoft.com/office/drawing/2014/main" id="{0BF81162-0DDE-4E9B-8011-C95426559003}"/>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2" name="45-text-12">
            <a:extLst xmlns:a="http://schemas.openxmlformats.org/drawingml/2006/main">
              <a:ext uri="{FF2B5EF4-FFF2-40B4-BE49-F238E27FC236}">
                <a16:creationId xmlns:a16="http://schemas.microsoft.com/office/drawing/2014/main" id="{8979759F-587D-4AFC-B1C2-E9E494DF7B91}"/>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3" name="45-shape-13">
            <a:extLst xmlns:a="http://schemas.openxmlformats.org/drawingml/2006/main">
              <a:ext uri="{FF2B5EF4-FFF2-40B4-BE49-F238E27FC236}">
                <a16:creationId xmlns:a16="http://schemas.microsoft.com/office/drawing/2014/main" id="{DB315E0C-1689-4C52-A70D-B95CF4C93CA1}"/>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4" name="45-shape-14">
            <a:extLst xmlns:a="http://schemas.openxmlformats.org/drawingml/2006/main">
              <a:ext uri="{FF2B5EF4-FFF2-40B4-BE49-F238E27FC236}">
                <a16:creationId xmlns:a16="http://schemas.microsoft.com/office/drawing/2014/main" id="{E44A88D4-B888-4A83-A2DD-3082820D2760}"/>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5" name="45-text-15">
            <a:extLst xmlns:a="http://schemas.openxmlformats.org/drawingml/2006/main">
              <a:ext uri="{FF2B5EF4-FFF2-40B4-BE49-F238E27FC236}">
                <a16:creationId xmlns:a16="http://schemas.microsoft.com/office/drawing/2014/main" id="{88A19117-77BB-4DC9-A3CB-F80C5AC7FB57}"/>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6" name="45-text-16">
            <a:extLst xmlns:a="http://schemas.openxmlformats.org/drawingml/2006/main">
              <a:ext uri="{FF2B5EF4-FFF2-40B4-BE49-F238E27FC236}">
                <a16:creationId xmlns:a16="http://schemas.microsoft.com/office/drawing/2014/main" id="{5FF5E1D1-C6E0-4167-8509-DDFAF478BB35}"/>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7" name="45-shape-17">
            <a:extLst xmlns:a="http://schemas.openxmlformats.org/drawingml/2006/main">
              <a:ext uri="{FF2B5EF4-FFF2-40B4-BE49-F238E27FC236}">
                <a16:creationId xmlns:a16="http://schemas.microsoft.com/office/drawing/2014/main" id="{516C8D45-6684-40AB-B5E2-64E26A088850}"/>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8" name="45-shape-18">
            <a:extLst xmlns:a="http://schemas.openxmlformats.org/drawingml/2006/main">
              <a:ext uri="{FF2B5EF4-FFF2-40B4-BE49-F238E27FC236}">
                <a16:creationId xmlns:a16="http://schemas.microsoft.com/office/drawing/2014/main" id="{663138A6-802C-4D12-86D5-95B11FEBF31D}"/>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9" name="45-text-19">
            <a:extLst xmlns:a="http://schemas.openxmlformats.org/drawingml/2006/main">
              <a:ext uri="{FF2B5EF4-FFF2-40B4-BE49-F238E27FC236}">
                <a16:creationId xmlns:a16="http://schemas.microsoft.com/office/drawing/2014/main" id="{B84972D5-4D25-4AEC-BD93-96EFBFDB4202}"/>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0" name="45-text-20">
            <a:extLst xmlns:a="http://schemas.openxmlformats.org/drawingml/2006/main">
              <a:ext uri="{FF2B5EF4-FFF2-40B4-BE49-F238E27FC236}">
                <a16:creationId xmlns:a16="http://schemas.microsoft.com/office/drawing/2014/main" id="{D422835E-24BC-4E4E-AA79-825EBA847AEF}"/>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1" name="45-shape-21">
            <a:extLst xmlns:a="http://schemas.openxmlformats.org/drawingml/2006/main">
              <a:ext uri="{FF2B5EF4-FFF2-40B4-BE49-F238E27FC236}">
                <a16:creationId xmlns:a16="http://schemas.microsoft.com/office/drawing/2014/main" id="{9F1099FE-BAFB-4C3B-89A7-4913E2EBBA98}"/>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2" name="45-shape-22">
            <a:extLst xmlns:a="http://schemas.openxmlformats.org/drawingml/2006/main">
              <a:ext uri="{FF2B5EF4-FFF2-40B4-BE49-F238E27FC236}">
                <a16:creationId xmlns:a16="http://schemas.microsoft.com/office/drawing/2014/main" id="{EFEDDDDB-88B6-4864-A2EC-256BD0DB6BC9}"/>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3" name="45-text-23">
            <a:extLst xmlns:a="http://schemas.openxmlformats.org/drawingml/2006/main">
              <a:ext uri="{FF2B5EF4-FFF2-40B4-BE49-F238E27FC236}">
                <a16:creationId xmlns:a16="http://schemas.microsoft.com/office/drawing/2014/main" id="{6A3A3642-4AD0-4F03-89EA-0EE5D1C8366D}"/>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4" name="45-text-24">
            <a:extLst xmlns:a="http://schemas.openxmlformats.org/drawingml/2006/main">
              <a:ext uri="{FF2B5EF4-FFF2-40B4-BE49-F238E27FC236}">
                <a16:creationId xmlns:a16="http://schemas.microsoft.com/office/drawing/2014/main" id="{608A04D0-B7C0-46C4-A8D4-D1332FA78B62}"/>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5" name="narrative-number">
            <a:extLst xmlns:a="http://schemas.openxmlformats.org/drawingml/2006/main">
              <a:ext uri="{FF2B5EF4-FFF2-40B4-BE49-F238E27FC236}">
                <a16:creationId xmlns:a16="http://schemas.microsoft.com/office/drawing/2014/main" id="{4DAD6A66-F379-4BF2-A06C-F7DC07FC7B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108393966"/>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6" name="!!area-name">
            <a:extLst xmlns:a="http://schemas.openxmlformats.org/drawingml/2006/main">
              <a:ext uri="{FF2B5EF4-FFF2-40B4-BE49-F238E27FC236}">
                <a16:creationId xmlns:a16="http://schemas.microsoft.com/office/drawing/2014/main" id="{6845AE0A-CDEE-4B03-816F-C0C1E83916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4" name="mini-map"/>
          <p:cNvPicPr>
            <a:picLocks xmlns:a="http://schemas.openxmlformats.org/drawingml/2006/main" noChangeAspect="1"/>
          </p:cNvPicPr>
          <p:nvPr/>
        </p:nvPicPr>
        <p:blipFill>
          <a:blip xmlns:r="http://schemas.openxmlformats.org/officeDocument/2006/relationships" xmlns:a="http://schemas.openxmlformats.org/drawingml/2006/main" r:embed="R3e2243e4a4f348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8" name="slide-title">
            <a:extLst xmlns:a="http://schemas.openxmlformats.org/drawingml/2006/main">
              <a:ext uri="{FF2B5EF4-FFF2-40B4-BE49-F238E27FC236}">
                <a16:creationId xmlns:a16="http://schemas.microsoft.com/office/drawing/2014/main" id="{432896A8-DE01-4760-B631-6F93E48A85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9" name="header-divider">
            <a:extLst xmlns:a="http://schemas.openxmlformats.org/drawingml/2006/main">
              <a:ext uri="{FF2B5EF4-FFF2-40B4-BE49-F238E27FC236}">
                <a16:creationId xmlns:a16="http://schemas.microsoft.com/office/drawing/2014/main" id="{6479FA00-F000-4578-B6FC-04FE606AEA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46-shape-1">
            <a:extLst xmlns:a="http://schemas.openxmlformats.org/drawingml/2006/main">
              <a:ext uri="{FF2B5EF4-FFF2-40B4-BE49-F238E27FC236}">
                <a16:creationId xmlns:a16="http://schemas.microsoft.com/office/drawing/2014/main" id="{49B0DF53-4527-42A6-A69F-4D632F994B8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1" name="46-text-2">
            <a:extLst xmlns:a="http://schemas.openxmlformats.org/drawingml/2006/main">
              <a:ext uri="{FF2B5EF4-FFF2-40B4-BE49-F238E27FC236}">
                <a16:creationId xmlns:a16="http://schemas.microsoft.com/office/drawing/2014/main" id="{29E808D2-A070-43CB-A35A-6C1406228CFF}"/>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2" name="46-text-3">
            <a:extLst xmlns:a="http://schemas.openxmlformats.org/drawingml/2006/main">
              <a:ext uri="{FF2B5EF4-FFF2-40B4-BE49-F238E27FC236}">
                <a16:creationId xmlns:a16="http://schemas.microsoft.com/office/drawing/2014/main" id="{68957C61-9DC1-4657-B1B6-E1230C575736}"/>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3" name="46-shape-4">
            <a:extLst xmlns:a="http://schemas.openxmlformats.org/drawingml/2006/main">
              <a:ext uri="{FF2B5EF4-FFF2-40B4-BE49-F238E27FC236}">
                <a16:creationId xmlns:a16="http://schemas.microsoft.com/office/drawing/2014/main" id="{448CB059-E8D7-4E9A-9959-9BB022005F2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4" name="46-text-5">
            <a:extLst xmlns:a="http://schemas.openxmlformats.org/drawingml/2006/main">
              <a:ext uri="{FF2B5EF4-FFF2-40B4-BE49-F238E27FC236}">
                <a16:creationId xmlns:a16="http://schemas.microsoft.com/office/drawing/2014/main" id="{C7DF20B9-0B55-4775-85D5-4276E34CA4A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5" name="46-text-6">
            <a:extLst xmlns:a="http://schemas.openxmlformats.org/drawingml/2006/main">
              <a:ext uri="{FF2B5EF4-FFF2-40B4-BE49-F238E27FC236}">
                <a16:creationId xmlns:a16="http://schemas.microsoft.com/office/drawing/2014/main" id="{630D4A14-8F79-41C6-88E6-BF76FC307177}"/>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6" name="46-shape-7">
            <a:extLst xmlns:a="http://schemas.openxmlformats.org/drawingml/2006/main">
              <a:ext uri="{FF2B5EF4-FFF2-40B4-BE49-F238E27FC236}">
                <a16:creationId xmlns:a16="http://schemas.microsoft.com/office/drawing/2014/main" id="{C5CFD3F5-C756-4E32-83DA-AB19693E6AD8}"/>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7" name="46-text-8">
            <a:extLst xmlns:a="http://schemas.openxmlformats.org/drawingml/2006/main">
              <a:ext uri="{FF2B5EF4-FFF2-40B4-BE49-F238E27FC236}">
                <a16:creationId xmlns:a16="http://schemas.microsoft.com/office/drawing/2014/main" id="{FCC0077F-07D6-49FA-A832-C71212FD8E0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8" name="46-text-9">
            <a:extLst xmlns:a="http://schemas.openxmlformats.org/drawingml/2006/main">
              <a:ext uri="{FF2B5EF4-FFF2-40B4-BE49-F238E27FC236}">
                <a16:creationId xmlns:a16="http://schemas.microsoft.com/office/drawing/2014/main" id="{2C888024-A5AE-47BC-9FB9-C59CC7B3A51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9" name="46-shape-10">
            <a:extLst xmlns:a="http://schemas.openxmlformats.org/drawingml/2006/main">
              <a:ext uri="{FF2B5EF4-FFF2-40B4-BE49-F238E27FC236}">
                <a16:creationId xmlns:a16="http://schemas.microsoft.com/office/drawing/2014/main" id="{925F77A7-F3E2-4743-865E-43ADA894D7C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0" name="46-text-11">
            <a:extLst xmlns:a="http://schemas.openxmlformats.org/drawingml/2006/main">
              <a:ext uri="{FF2B5EF4-FFF2-40B4-BE49-F238E27FC236}">
                <a16:creationId xmlns:a16="http://schemas.microsoft.com/office/drawing/2014/main" id="{4119793E-F4C5-412C-981E-F902EB4052D1}"/>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1" name="46-text-12">
            <a:extLst xmlns:a="http://schemas.openxmlformats.org/drawingml/2006/main">
              <a:ext uri="{FF2B5EF4-FFF2-40B4-BE49-F238E27FC236}">
                <a16:creationId xmlns:a16="http://schemas.microsoft.com/office/drawing/2014/main" id="{CF1A8D74-2B7A-4023-BFCB-1EE3F00823C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2" name="narrative-number">
            <a:extLst xmlns:a="http://schemas.openxmlformats.org/drawingml/2006/main">
              <a:ext uri="{FF2B5EF4-FFF2-40B4-BE49-F238E27FC236}">
                <a16:creationId xmlns:a16="http://schemas.microsoft.com/office/drawing/2014/main" id="{8129B8CA-2877-4E54-9BD9-5874811BA2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404408359"/>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3" name="!!area-name">
            <a:extLst xmlns:a="http://schemas.openxmlformats.org/drawingml/2006/main">
              <a:ext uri="{FF2B5EF4-FFF2-40B4-BE49-F238E27FC236}">
                <a16:creationId xmlns:a16="http://schemas.microsoft.com/office/drawing/2014/main" id="{61FC378E-6B20-4C36-9277-E4FBB331BC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3" name="mini-map"/>
          <p:cNvPicPr>
            <a:picLocks xmlns:a="http://schemas.openxmlformats.org/drawingml/2006/main" noChangeAspect="1"/>
          </p:cNvPicPr>
          <p:nvPr/>
        </p:nvPicPr>
        <p:blipFill>
          <a:blip xmlns:r="http://schemas.openxmlformats.org/officeDocument/2006/relationships" xmlns:a="http://schemas.openxmlformats.org/drawingml/2006/main" r:embed="R512daad3234648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5" name="slide-title">
            <a:extLst xmlns:a="http://schemas.openxmlformats.org/drawingml/2006/main">
              <a:ext uri="{FF2B5EF4-FFF2-40B4-BE49-F238E27FC236}">
                <a16:creationId xmlns:a16="http://schemas.microsoft.com/office/drawing/2014/main" id="{51FA311B-C276-477C-81DC-DD69500DF4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76" name="header-divider">
            <a:extLst xmlns:a="http://schemas.openxmlformats.org/drawingml/2006/main">
              <a:ext uri="{FF2B5EF4-FFF2-40B4-BE49-F238E27FC236}">
                <a16:creationId xmlns:a16="http://schemas.microsoft.com/office/drawing/2014/main" id="{F4C7020F-6DC6-47E0-8AE3-E685DE487B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7" name="46-text-13">
            <a:extLst xmlns:a="http://schemas.openxmlformats.org/drawingml/2006/main">
              <a:ext uri="{FF2B5EF4-FFF2-40B4-BE49-F238E27FC236}">
                <a16:creationId xmlns:a16="http://schemas.microsoft.com/office/drawing/2014/main" id="{9CFEBE01-BC0A-4027-880D-5AD752AF3B63}"/>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78" name="46-text-14">
            <a:extLst xmlns:a="http://schemas.openxmlformats.org/drawingml/2006/main">
              <a:ext uri="{FF2B5EF4-FFF2-40B4-BE49-F238E27FC236}">
                <a16:creationId xmlns:a16="http://schemas.microsoft.com/office/drawing/2014/main" id="{BB983397-7B09-45DD-95CE-0F28EAA9871B}"/>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79" name="46-text-15">
            <a:extLst xmlns:a="http://schemas.openxmlformats.org/drawingml/2006/main">
              <a:ext uri="{FF2B5EF4-FFF2-40B4-BE49-F238E27FC236}">
                <a16:creationId xmlns:a16="http://schemas.microsoft.com/office/drawing/2014/main" id="{2611CEEC-5F41-4561-AC90-04265FCBC7CF}"/>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89" name="46-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81" name="narrative-number">
            <a:extLst xmlns:a="http://schemas.openxmlformats.org/drawingml/2006/main">
              <a:ext uri="{FF2B5EF4-FFF2-40B4-BE49-F238E27FC236}">
                <a16:creationId xmlns:a16="http://schemas.microsoft.com/office/drawing/2014/main" id="{48964751-F5DE-4208-AD3F-208432FFE9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486783947"/>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slide-title">
            <a:extLst xmlns:a="http://schemas.openxmlformats.org/drawingml/2006/main">
              <a:ext uri="{FF2B5EF4-FFF2-40B4-BE49-F238E27FC236}">
                <a16:creationId xmlns:a16="http://schemas.microsoft.com/office/drawing/2014/main" id="{2ABC6B89-9AD5-4D96-92B8-392DEA2D70C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3" name="header-divider">
            <a:extLst xmlns:a="http://schemas.openxmlformats.org/drawingml/2006/main">
              <a:ext uri="{FF2B5EF4-FFF2-40B4-BE49-F238E27FC236}">
                <a16:creationId xmlns:a16="http://schemas.microsoft.com/office/drawing/2014/main" id="{294D7F5C-C122-46D6-90B2-56F3A080A63F}"/>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47-text-1">
            <a:extLst xmlns:a="http://schemas.openxmlformats.org/drawingml/2006/main">
              <a:ext uri="{FF2B5EF4-FFF2-40B4-BE49-F238E27FC236}">
                <a16:creationId xmlns:a16="http://schemas.microsoft.com/office/drawing/2014/main" id="{88AC4897-26B5-46D9-9F69-652D695935E8}"/>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5" name="47-text-2">
            <a:extLst xmlns:a="http://schemas.openxmlformats.org/drawingml/2006/main">
              <a:ext uri="{FF2B5EF4-FFF2-40B4-BE49-F238E27FC236}">
                <a16:creationId xmlns:a16="http://schemas.microsoft.com/office/drawing/2014/main" id="{E97F93E4-2B5B-4987-A061-AA5AED2DD955}"/>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6" name="47-text-3">
            <a:extLst xmlns:a="http://schemas.openxmlformats.org/drawingml/2006/main">
              <a:ext uri="{FF2B5EF4-FFF2-40B4-BE49-F238E27FC236}">
                <a16:creationId xmlns:a16="http://schemas.microsoft.com/office/drawing/2014/main" id="{9B2E902D-7361-4933-94DC-C259874C51D1}"/>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7" name="47-text-4">
            <a:extLst xmlns:a="http://schemas.openxmlformats.org/drawingml/2006/main">
              <a:ext uri="{FF2B5EF4-FFF2-40B4-BE49-F238E27FC236}">
                <a16:creationId xmlns:a16="http://schemas.microsoft.com/office/drawing/2014/main" id="{457272E5-22DF-4D22-A406-D9CD275FE98E}"/>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8" name="47-text-5">
            <a:extLst xmlns:a="http://schemas.openxmlformats.org/drawingml/2006/main">
              <a:ext uri="{FF2B5EF4-FFF2-40B4-BE49-F238E27FC236}">
                <a16:creationId xmlns:a16="http://schemas.microsoft.com/office/drawing/2014/main" id="{AF9D4499-298F-4C52-BE58-5AAD1EA7D2A0}"/>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9" name="47-text-6">
            <a:extLst xmlns:a="http://schemas.openxmlformats.org/drawingml/2006/main">
              <a:ext uri="{FF2B5EF4-FFF2-40B4-BE49-F238E27FC236}">
                <a16:creationId xmlns:a16="http://schemas.microsoft.com/office/drawing/2014/main" id="{9C07584A-C75C-43D6-B54D-16814EF5931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0" name="47-text-7">
            <a:extLst xmlns:a="http://schemas.openxmlformats.org/drawingml/2006/main">
              <a:ext uri="{FF2B5EF4-FFF2-40B4-BE49-F238E27FC236}">
                <a16:creationId xmlns:a16="http://schemas.microsoft.com/office/drawing/2014/main" id="{392B99DF-6E75-4201-A81A-D4D80398C712}"/>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1" name="47-text-8">
            <a:extLst xmlns:a="http://schemas.openxmlformats.org/drawingml/2006/main">
              <a:ext uri="{FF2B5EF4-FFF2-40B4-BE49-F238E27FC236}">
                <a16:creationId xmlns:a16="http://schemas.microsoft.com/office/drawing/2014/main" id="{5C81A07E-328E-49E2-8690-ACBD8AF67CA9}"/>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2" name="47-text-9">
            <a:extLst xmlns:a="http://schemas.openxmlformats.org/drawingml/2006/main">
              <a:ext uri="{FF2B5EF4-FFF2-40B4-BE49-F238E27FC236}">
                <a16:creationId xmlns:a16="http://schemas.microsoft.com/office/drawing/2014/main" id="{5B9140D0-4360-4080-84C7-B4FA73C7AC1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3" name="47-text-10">
            <a:extLst xmlns:a="http://schemas.openxmlformats.org/drawingml/2006/main">
              <a:ext uri="{FF2B5EF4-FFF2-40B4-BE49-F238E27FC236}">
                <a16:creationId xmlns:a16="http://schemas.microsoft.com/office/drawing/2014/main" id="{B3E06667-FB98-4E33-B56E-4609A44B39D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4" name="47-text-11">
            <a:extLst xmlns:a="http://schemas.openxmlformats.org/drawingml/2006/main">
              <a:ext uri="{FF2B5EF4-FFF2-40B4-BE49-F238E27FC236}">
                <a16:creationId xmlns:a16="http://schemas.microsoft.com/office/drawing/2014/main" id="{B36F3F03-8A7F-4131-A558-5CDD41318794}"/>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5" name="47-text-12">
            <a:extLst xmlns:a="http://schemas.openxmlformats.org/drawingml/2006/main">
              <a:ext uri="{FF2B5EF4-FFF2-40B4-BE49-F238E27FC236}">
                <a16:creationId xmlns:a16="http://schemas.microsoft.com/office/drawing/2014/main" id="{98707B99-FEB7-4251-B1E9-743E57257B85}"/>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6" name="narrative-number">
            <a:extLst xmlns:a="http://schemas.openxmlformats.org/drawingml/2006/main">
              <a:ext uri="{FF2B5EF4-FFF2-40B4-BE49-F238E27FC236}">
                <a16:creationId xmlns:a16="http://schemas.microsoft.com/office/drawing/2014/main" id="{6B591A64-1855-4DEC-B0DB-6736C5F7CF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138011725"/>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7" name="48-text-1">
            <a:extLst xmlns:a="http://schemas.openxmlformats.org/drawingml/2006/main">
              <a:ext uri="{FF2B5EF4-FFF2-40B4-BE49-F238E27FC236}">
                <a16:creationId xmlns:a16="http://schemas.microsoft.com/office/drawing/2014/main" id="{27C3860B-2596-48B4-A551-FBA3360EE49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98" name="48-text-2">
            <a:extLst xmlns:a="http://schemas.openxmlformats.org/drawingml/2006/main">
              <a:ext uri="{FF2B5EF4-FFF2-40B4-BE49-F238E27FC236}">
                <a16:creationId xmlns:a16="http://schemas.microsoft.com/office/drawing/2014/main" id="{381032F3-91DD-4231-9ABA-3A2DF622E95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99" name="48-text-3">
            <a:extLst xmlns:a="http://schemas.openxmlformats.org/drawingml/2006/main">
              <a:ext uri="{FF2B5EF4-FFF2-40B4-BE49-F238E27FC236}">
                <a16:creationId xmlns:a16="http://schemas.microsoft.com/office/drawing/2014/main" id="{CBE82A5E-D068-4418-B2DD-AACC9ACC0A74}"/>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00" name="narrative-number">
            <a:extLst xmlns:a="http://schemas.openxmlformats.org/drawingml/2006/main">
              <a:ext uri="{FF2B5EF4-FFF2-40B4-BE49-F238E27FC236}">
                <a16:creationId xmlns:a16="http://schemas.microsoft.com/office/drawing/2014/main" id="{CBDF7352-D283-4DCA-853C-564EA1EAFC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4708991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2026-09-16T18:59:57.4670000Z</dcterms:created>
  <dcterms:modified xsi:type="dcterms:W3CDTF">2026-09-16T18:59:57.4670000Z</dcterms:modified>
</coreProperties>
</file>