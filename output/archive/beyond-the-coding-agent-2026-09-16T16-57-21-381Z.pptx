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a2e7f905c244a2" /><Relationship Type="http://schemas.openxmlformats.org/officeDocument/2006/relationships/extended-properties" Target="/docProps/app.xml" Id="R9abb9664e6a64469" /><Relationship Type="http://schemas.openxmlformats.org/officeDocument/2006/relationships/officeDocument" Target="/ppt/presentation.xml" Id="R0319e797de0c4d45"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7c8ec94ec084400c"/>
    <p:sldMasterId xmlns:r="http://schemas.openxmlformats.org/officeDocument/2006/relationships" id="2147483650" r:id="R2c10bd8924aa47eb"/>
  </p:sldMasterIdLst>
  <p:notesMasterIdLst>
    <p:notesMasterId xmlns:r="http://schemas.openxmlformats.org/officeDocument/2006/relationships" r:id="Re07f27e1af8d4ca5"/>
  </p:notesMasterIdLst>
  <p:sldIdLst>
    <p:sldId xmlns:r="http://schemas.openxmlformats.org/officeDocument/2006/relationships" id="256" r:id="Rdd5849f5b23e42ef"/>
    <p:sldId xmlns:r="http://schemas.openxmlformats.org/officeDocument/2006/relationships" id="257" r:id="Rb556fab0e1484e79"/>
    <p:sldId xmlns:r="http://schemas.openxmlformats.org/officeDocument/2006/relationships" id="258" r:id="R9ba20bccb434415e"/>
    <p:sldId xmlns:r="http://schemas.openxmlformats.org/officeDocument/2006/relationships" id="259" r:id="R96d19cd66b9345da"/>
    <p:sldId xmlns:r="http://schemas.openxmlformats.org/officeDocument/2006/relationships" id="260" r:id="R653789ad05df4111"/>
    <p:sldId xmlns:r="http://schemas.openxmlformats.org/officeDocument/2006/relationships" id="261" r:id="Rf3b3ce527ad54c6a"/>
    <p:sldId xmlns:r="http://schemas.openxmlformats.org/officeDocument/2006/relationships" id="262" r:id="R2f47c40212c14d8b"/>
    <p:sldId xmlns:r="http://schemas.openxmlformats.org/officeDocument/2006/relationships" id="263" r:id="Rf45dc0b00c6244ee"/>
    <p:sldId xmlns:r="http://schemas.openxmlformats.org/officeDocument/2006/relationships" id="264" r:id="R10fb0f5ae995447e"/>
    <p:sldId xmlns:r="http://schemas.openxmlformats.org/officeDocument/2006/relationships" id="265" r:id="R295080a8ea8540b5"/>
    <p:sldId xmlns:r="http://schemas.openxmlformats.org/officeDocument/2006/relationships" id="266" r:id="Rd13b2866e48342f0"/>
    <p:sldId xmlns:r="http://schemas.openxmlformats.org/officeDocument/2006/relationships" id="267" r:id="Rabfe4331a0a64b9b"/>
    <p:sldId xmlns:r="http://schemas.openxmlformats.org/officeDocument/2006/relationships" id="268" r:id="Rfb293b311f11437f"/>
    <p:sldId xmlns:r="http://schemas.openxmlformats.org/officeDocument/2006/relationships" id="269" r:id="Re5f8c4c383e843e2"/>
    <p:sldId xmlns:r="http://schemas.openxmlformats.org/officeDocument/2006/relationships" id="270" r:id="R948ef3efc81f4c95"/>
    <p:sldId xmlns:r="http://schemas.openxmlformats.org/officeDocument/2006/relationships" id="271" r:id="R81e202418883447c"/>
    <p:sldId xmlns:r="http://schemas.openxmlformats.org/officeDocument/2006/relationships" id="272" r:id="Rd58dd34a277349e3"/>
    <p:sldId xmlns:r="http://schemas.openxmlformats.org/officeDocument/2006/relationships" id="273" r:id="R541830e6bfa94c0d"/>
    <p:sldId xmlns:r="http://schemas.openxmlformats.org/officeDocument/2006/relationships" id="274" r:id="R18bbe039245c45a7"/>
    <p:sldId xmlns:r="http://schemas.openxmlformats.org/officeDocument/2006/relationships" id="275" r:id="Rd371cf82c0bb4e98"/>
    <p:sldId xmlns:r="http://schemas.openxmlformats.org/officeDocument/2006/relationships" id="276" r:id="R33c446a3b2714ee1"/>
    <p:sldId xmlns:r="http://schemas.openxmlformats.org/officeDocument/2006/relationships" id="277" r:id="Rd6a78a1695924b95"/>
    <p:sldId xmlns:r="http://schemas.openxmlformats.org/officeDocument/2006/relationships" id="278" r:id="Rf648e2540fb94bfb"/>
    <p:sldId xmlns:r="http://schemas.openxmlformats.org/officeDocument/2006/relationships" id="279" r:id="R46aa8fbf73204d2e"/>
    <p:sldId xmlns:r="http://schemas.openxmlformats.org/officeDocument/2006/relationships" id="280" r:id="Rd911c3b0aef54a5c"/>
    <p:sldId xmlns:r="http://schemas.openxmlformats.org/officeDocument/2006/relationships" id="281" r:id="R74f9b9e5afcc4762"/>
    <p:sldId xmlns:r="http://schemas.openxmlformats.org/officeDocument/2006/relationships" id="282" r:id="R40cc04f37c0445a8"/>
    <p:sldId xmlns:r="http://schemas.openxmlformats.org/officeDocument/2006/relationships" id="283" r:id="R5fc78c7d97884ecd"/>
    <p:sldId xmlns:r="http://schemas.openxmlformats.org/officeDocument/2006/relationships" id="284" r:id="Rc17e21b52c7743d3"/>
    <p:sldId xmlns:r="http://schemas.openxmlformats.org/officeDocument/2006/relationships" id="285" r:id="Rc4bc8486593c4cc5"/>
    <p:sldId xmlns:r="http://schemas.openxmlformats.org/officeDocument/2006/relationships" id="286" r:id="Rc31b9e9241904c28"/>
    <p:sldId xmlns:r="http://schemas.openxmlformats.org/officeDocument/2006/relationships" id="287" r:id="Rf5437d86cd8f4d2a"/>
    <p:sldId xmlns:r="http://schemas.openxmlformats.org/officeDocument/2006/relationships" id="288" r:id="R41054e8c1bd24bab"/>
    <p:sldId xmlns:r="http://schemas.openxmlformats.org/officeDocument/2006/relationships" id="289" r:id="Racf04b53e87d4354"/>
    <p:sldId xmlns:r="http://schemas.openxmlformats.org/officeDocument/2006/relationships" id="290" r:id="R992ce1768c224759"/>
    <p:sldId xmlns:r="http://schemas.openxmlformats.org/officeDocument/2006/relationships" id="291" r:id="Re49f54d6f3584fe3"/>
    <p:sldId xmlns:r="http://schemas.openxmlformats.org/officeDocument/2006/relationships" id="292" r:id="Rf154060444b54a99"/>
    <p:sldId xmlns:r="http://schemas.openxmlformats.org/officeDocument/2006/relationships" id="293" r:id="Rd71ab33cc72f458a"/>
    <p:sldId xmlns:r="http://schemas.openxmlformats.org/officeDocument/2006/relationships" id="294" r:id="R9a5b71355d9c405c"/>
    <p:sldId xmlns:r="http://schemas.openxmlformats.org/officeDocument/2006/relationships" id="295" r:id="R473808e555784c9c"/>
    <p:sldId xmlns:r="http://schemas.openxmlformats.org/officeDocument/2006/relationships" id="296" r:id="R38a3f502179b416b"/>
    <p:sldId xmlns:r="http://schemas.openxmlformats.org/officeDocument/2006/relationships" id="297" r:id="Rfccc755f3e174c20"/>
    <p:sldId xmlns:r="http://schemas.openxmlformats.org/officeDocument/2006/relationships" id="298" r:id="R54eab384cfa44569"/>
    <p:sldId xmlns:r="http://schemas.openxmlformats.org/officeDocument/2006/relationships" id="299" r:id="R59de8ccf9bc64243"/>
    <p:sldId xmlns:r="http://schemas.openxmlformats.org/officeDocument/2006/relationships" id="300" r:id="Rc2a589b5297b4a78"/>
    <p:sldId xmlns:r="http://schemas.openxmlformats.org/officeDocument/2006/relationships" id="301" r:id="R8887ce0ae0cc4178"/>
    <p:sldId xmlns:r="http://schemas.openxmlformats.org/officeDocument/2006/relationships" id="302" r:id="Rf87b295ac9ec4e8e"/>
    <p:sldId xmlns:r="http://schemas.openxmlformats.org/officeDocument/2006/relationships" id="303" r:id="Rbfd3a723e32240bb"/>
    <p:sldId xmlns:r="http://schemas.openxmlformats.org/officeDocument/2006/relationships" id="304" r:id="Ra0dc8c391dad4700"/>
    <p:sldId xmlns:r="http://schemas.openxmlformats.org/officeDocument/2006/relationships" id="305" r:id="Rb79803856657498c"/>
    <p:sldId xmlns:r="http://schemas.openxmlformats.org/officeDocument/2006/relationships" id="306" r:id="Rb24f5264bb424331"/>
    <p:sldId xmlns:r="http://schemas.openxmlformats.org/officeDocument/2006/relationships" id="307" r:id="R0028454e55fd40d4"/>
    <p:sldId xmlns:r="http://schemas.openxmlformats.org/officeDocument/2006/relationships" id="308" r:id="R2ecd596245384fc6"/>
    <p:sldId xmlns:r="http://schemas.openxmlformats.org/officeDocument/2006/relationships" id="309" r:id="Rb2857024d7184dd9"/>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6c125e952b4f3f" /><Relationship Type="http://schemas.openxmlformats.org/officeDocument/2006/relationships/slideMaster" Target="/ppt/slideMasters/slideMaster1.xml" Id="R7c8ec94ec084400c" /><Relationship Type="http://schemas.openxmlformats.org/officeDocument/2006/relationships/slideMaster" Target="/ppt/slideMasters/slideMaster2.xml" Id="R2c10bd8924aa47eb" /><Relationship Type="http://schemas.openxmlformats.org/officeDocument/2006/relationships/notesMaster" Target="/ppt/notesMasters/notesMaster1.xml" Id="Re07f27e1af8d4ca5" /><Relationship Type="http://schemas.openxmlformats.org/officeDocument/2006/relationships/presProps" Target="/ppt/presProps.xml" Id="R29f2a82ca1ee4c6a" /><Relationship Type="http://schemas.openxmlformats.org/officeDocument/2006/relationships/tableStyles" Target="/ppt/tableStyles.xml" Id="Ra1e19fd124c24c39" /><Relationship Type="http://schemas.openxmlformats.org/officeDocument/2006/relationships/slide" Target="/ppt/slides/slide1.xml" Id="Rdd5849f5b23e42ef" /><Relationship Type="http://schemas.openxmlformats.org/officeDocument/2006/relationships/slide" Target="/ppt/slides/slide2.xml" Id="Rb556fab0e1484e79" /><Relationship Type="http://schemas.openxmlformats.org/officeDocument/2006/relationships/slide" Target="/ppt/slides/slide3.xml" Id="R9ba20bccb434415e" /><Relationship Type="http://schemas.openxmlformats.org/officeDocument/2006/relationships/slide" Target="/ppt/slides/slide4.xml" Id="R96d19cd66b9345da" /><Relationship Type="http://schemas.openxmlformats.org/officeDocument/2006/relationships/slide" Target="/ppt/slides/slide5.xml" Id="R653789ad05df4111" /><Relationship Type="http://schemas.openxmlformats.org/officeDocument/2006/relationships/slide" Target="/ppt/slides/slide6.xml" Id="Rf3b3ce527ad54c6a" /><Relationship Type="http://schemas.openxmlformats.org/officeDocument/2006/relationships/slide" Target="/ppt/slides/slide7.xml" Id="R2f47c40212c14d8b" /><Relationship Type="http://schemas.openxmlformats.org/officeDocument/2006/relationships/slide" Target="/ppt/slides/slide8.xml" Id="Rf45dc0b00c6244ee" /><Relationship Type="http://schemas.openxmlformats.org/officeDocument/2006/relationships/slide" Target="/ppt/slides/slide9.xml" Id="R10fb0f5ae995447e" /><Relationship Type="http://schemas.openxmlformats.org/officeDocument/2006/relationships/slide" Target="/ppt/slides/slide10.xml" Id="R295080a8ea8540b5" /><Relationship Type="http://schemas.openxmlformats.org/officeDocument/2006/relationships/slide" Target="/ppt/slides/slide11.xml" Id="Rd13b2866e48342f0" /><Relationship Type="http://schemas.openxmlformats.org/officeDocument/2006/relationships/slide" Target="/ppt/slides/slide12.xml" Id="Rabfe4331a0a64b9b" /><Relationship Type="http://schemas.openxmlformats.org/officeDocument/2006/relationships/slide" Target="/ppt/slides/slide13.xml" Id="Rfb293b311f11437f" /><Relationship Type="http://schemas.openxmlformats.org/officeDocument/2006/relationships/slide" Target="/ppt/slides/slide14.xml" Id="Re5f8c4c383e843e2" /><Relationship Type="http://schemas.openxmlformats.org/officeDocument/2006/relationships/slide" Target="/ppt/slides/slide15.xml" Id="R948ef3efc81f4c95" /><Relationship Type="http://schemas.openxmlformats.org/officeDocument/2006/relationships/slide" Target="/ppt/slides/slide16.xml" Id="R81e202418883447c" /><Relationship Type="http://schemas.openxmlformats.org/officeDocument/2006/relationships/slide" Target="/ppt/slides/slide17.xml" Id="Rd58dd34a277349e3" /><Relationship Type="http://schemas.openxmlformats.org/officeDocument/2006/relationships/slide" Target="/ppt/slides/slide18.xml" Id="R541830e6bfa94c0d" /><Relationship Type="http://schemas.openxmlformats.org/officeDocument/2006/relationships/slide" Target="/ppt/slides/slide19.xml" Id="R18bbe039245c45a7" /><Relationship Type="http://schemas.openxmlformats.org/officeDocument/2006/relationships/slide" Target="/ppt/slides/slide20.xml" Id="Rd371cf82c0bb4e98" /><Relationship Type="http://schemas.openxmlformats.org/officeDocument/2006/relationships/slide" Target="/ppt/slides/slide21.xml" Id="R33c446a3b2714ee1" /><Relationship Type="http://schemas.openxmlformats.org/officeDocument/2006/relationships/slide" Target="/ppt/slides/slide22.xml" Id="Rd6a78a1695924b95" /><Relationship Type="http://schemas.openxmlformats.org/officeDocument/2006/relationships/slide" Target="/ppt/slides/slide23.xml" Id="Rf648e2540fb94bfb" /><Relationship Type="http://schemas.openxmlformats.org/officeDocument/2006/relationships/slide" Target="/ppt/slides/slide24.xml" Id="R46aa8fbf73204d2e" /><Relationship Type="http://schemas.openxmlformats.org/officeDocument/2006/relationships/slide" Target="/ppt/slides/slide25.xml" Id="Rd911c3b0aef54a5c" /><Relationship Type="http://schemas.openxmlformats.org/officeDocument/2006/relationships/slide" Target="/ppt/slides/slide26.xml" Id="R74f9b9e5afcc4762" /><Relationship Type="http://schemas.openxmlformats.org/officeDocument/2006/relationships/slide" Target="/ppt/slides/slide27.xml" Id="R40cc04f37c0445a8" /><Relationship Type="http://schemas.openxmlformats.org/officeDocument/2006/relationships/slide" Target="/ppt/slides/slide28.xml" Id="R5fc78c7d97884ecd" /><Relationship Type="http://schemas.openxmlformats.org/officeDocument/2006/relationships/slide" Target="/ppt/slides/slide29.xml" Id="Rc17e21b52c7743d3" /><Relationship Type="http://schemas.openxmlformats.org/officeDocument/2006/relationships/slide" Target="/ppt/slides/slide30.xml" Id="Rc4bc8486593c4cc5" /><Relationship Type="http://schemas.openxmlformats.org/officeDocument/2006/relationships/slide" Target="/ppt/slides/slide31.xml" Id="Rc31b9e9241904c28" /><Relationship Type="http://schemas.openxmlformats.org/officeDocument/2006/relationships/slide" Target="/ppt/slides/slide32.xml" Id="Rf5437d86cd8f4d2a" /><Relationship Type="http://schemas.openxmlformats.org/officeDocument/2006/relationships/slide" Target="/ppt/slides/slide33.xml" Id="R41054e8c1bd24bab" /><Relationship Type="http://schemas.openxmlformats.org/officeDocument/2006/relationships/slide" Target="/ppt/slides/slide34.xml" Id="Racf04b53e87d4354" /><Relationship Type="http://schemas.openxmlformats.org/officeDocument/2006/relationships/slide" Target="/ppt/slides/slide35.xml" Id="R992ce1768c224759" /><Relationship Type="http://schemas.openxmlformats.org/officeDocument/2006/relationships/slide" Target="/ppt/slides/slide36.xml" Id="Re49f54d6f3584fe3" /><Relationship Type="http://schemas.openxmlformats.org/officeDocument/2006/relationships/slide" Target="/ppt/slides/slide37.xml" Id="Rf154060444b54a99" /><Relationship Type="http://schemas.openxmlformats.org/officeDocument/2006/relationships/slide" Target="/ppt/slides/slide38.xml" Id="Rd71ab33cc72f458a" /><Relationship Type="http://schemas.openxmlformats.org/officeDocument/2006/relationships/slide" Target="/ppt/slides/slide39.xml" Id="R9a5b71355d9c405c" /><Relationship Type="http://schemas.openxmlformats.org/officeDocument/2006/relationships/slide" Target="/ppt/slides/slide40.xml" Id="R473808e555784c9c" /><Relationship Type="http://schemas.openxmlformats.org/officeDocument/2006/relationships/slide" Target="/ppt/slides/slide41.xml" Id="R38a3f502179b416b" /><Relationship Type="http://schemas.openxmlformats.org/officeDocument/2006/relationships/slide" Target="/ppt/slides/slide42.xml" Id="Rfccc755f3e174c20" /><Relationship Type="http://schemas.openxmlformats.org/officeDocument/2006/relationships/slide" Target="/ppt/slides/slide43.xml" Id="R54eab384cfa44569" /><Relationship Type="http://schemas.openxmlformats.org/officeDocument/2006/relationships/slide" Target="/ppt/slides/slide44.xml" Id="R59de8ccf9bc64243" /><Relationship Type="http://schemas.openxmlformats.org/officeDocument/2006/relationships/slide" Target="/ppt/slides/slide45.xml" Id="Rc2a589b5297b4a78" /><Relationship Type="http://schemas.openxmlformats.org/officeDocument/2006/relationships/slide" Target="/ppt/slides/slide46.xml" Id="R8887ce0ae0cc4178" /><Relationship Type="http://schemas.openxmlformats.org/officeDocument/2006/relationships/slide" Target="/ppt/slides/slide47.xml" Id="Rf87b295ac9ec4e8e" /><Relationship Type="http://schemas.openxmlformats.org/officeDocument/2006/relationships/slide" Target="/ppt/slides/slide48.xml" Id="Rbfd3a723e32240bb" /><Relationship Type="http://schemas.openxmlformats.org/officeDocument/2006/relationships/slide" Target="/ppt/slides/slide49.xml" Id="Ra0dc8c391dad4700" /><Relationship Type="http://schemas.openxmlformats.org/officeDocument/2006/relationships/slide" Target="/ppt/slides/slide50.xml" Id="Rb79803856657498c" /><Relationship Type="http://schemas.openxmlformats.org/officeDocument/2006/relationships/slide" Target="/ppt/slides/slide51.xml" Id="Rb24f5264bb424331" /><Relationship Type="http://schemas.openxmlformats.org/officeDocument/2006/relationships/slide" Target="/ppt/slides/slide52.xml" Id="R0028454e55fd40d4" /><Relationship Type="http://schemas.openxmlformats.org/officeDocument/2006/relationships/slide" Target="/ppt/slides/slide53.xml" Id="R2ecd596245384fc6" /><Relationship Type="http://schemas.openxmlformats.org/officeDocument/2006/relationships/slide" Target="/ppt/slides/slide54.xml" Id="Rb2857024d7184d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16a68f2d0de64c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515403bb304f1e" /><Relationship Type="http://schemas.openxmlformats.org/officeDocument/2006/relationships/notesMaster" Target="/ppt/notesMasters/notesMaster1.xml" Id="Rac1e17e139e8420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b8296973c142c0" /><Relationship Type="http://schemas.openxmlformats.org/officeDocument/2006/relationships/notesMaster" Target="/ppt/notesMasters/notesMaster1.xml" Id="R0aa72895ce974b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0fdc8b74c34352" /><Relationship Type="http://schemas.openxmlformats.org/officeDocument/2006/relationships/notesMaster" Target="/ppt/notesMasters/notesMaster1.xml" Id="R52ab07fe23f143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fd39680ceb4ae6" /><Relationship Type="http://schemas.openxmlformats.org/officeDocument/2006/relationships/notesMaster" Target="/ppt/notesMasters/notesMaster1.xml" Id="R6ff7960d1b6447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faa92738a046d9" /><Relationship Type="http://schemas.openxmlformats.org/officeDocument/2006/relationships/notesMaster" Target="/ppt/notesMasters/notesMaster1.xml" Id="Rf1675c42a18a40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3b1890d1fb5c4e3c" /><Relationship Type="http://schemas.openxmlformats.org/officeDocument/2006/relationships/notesMaster" Target="/ppt/notesMasters/notesMaster1.xml" Id="Rc31cec47932848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f084a57fa44906" /><Relationship Type="http://schemas.openxmlformats.org/officeDocument/2006/relationships/notesMaster" Target="/ppt/notesMasters/notesMaster1.xml" Id="R5eb582d1791a43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db3fd0535c724f0f" /><Relationship Type="http://schemas.openxmlformats.org/officeDocument/2006/relationships/notesMaster" Target="/ppt/notesMasters/notesMaster1.xml" Id="Rfacab615238940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cae03f779048a4" /><Relationship Type="http://schemas.openxmlformats.org/officeDocument/2006/relationships/notesMaster" Target="/ppt/notesMasters/notesMaster1.xml" Id="R62b3bcf66d5448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af0bd100614291" /><Relationship Type="http://schemas.openxmlformats.org/officeDocument/2006/relationships/notesMaster" Target="/ppt/notesMasters/notesMaster1.xml" Id="Rb8e077081ae04f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8cd59357d9c47a6" /><Relationship Type="http://schemas.openxmlformats.org/officeDocument/2006/relationships/notesMaster" Target="/ppt/notesMasters/notesMaster1.xml" Id="Rcef9c64e24524d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9146f17bfcc4fc9" /><Relationship Type="http://schemas.openxmlformats.org/officeDocument/2006/relationships/notesMaster" Target="/ppt/notesMasters/notesMaster1.xml" Id="R4708cda4de624fe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1545245c3245a6" /><Relationship Type="http://schemas.openxmlformats.org/officeDocument/2006/relationships/notesMaster" Target="/ppt/notesMasters/notesMaster1.xml" Id="Rb57d70625982443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615ac2dd0e244dd" /><Relationship Type="http://schemas.openxmlformats.org/officeDocument/2006/relationships/notesMaster" Target="/ppt/notesMasters/notesMaster1.xml" Id="R6753941b0bd944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9def3c71cf4a32" /><Relationship Type="http://schemas.openxmlformats.org/officeDocument/2006/relationships/notesMaster" Target="/ppt/notesMasters/notesMaster1.xml" Id="Rf44219ec628643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fc52aa5fdeb4e47" /><Relationship Type="http://schemas.openxmlformats.org/officeDocument/2006/relationships/notesMaster" Target="/ppt/notesMasters/notesMaster1.xml" Id="Ra92123b07ea5457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2fafffb0cc5461b" /><Relationship Type="http://schemas.openxmlformats.org/officeDocument/2006/relationships/notesMaster" Target="/ppt/notesMasters/notesMaster1.xml" Id="R54a4371791a84a1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003f771843e4141" /><Relationship Type="http://schemas.openxmlformats.org/officeDocument/2006/relationships/notesMaster" Target="/ppt/notesMasters/notesMaster1.xml" Id="Rfb93eee1e3c14ed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1c1e6f553e248a8" /><Relationship Type="http://schemas.openxmlformats.org/officeDocument/2006/relationships/notesMaster" Target="/ppt/notesMasters/notesMaster1.xml" Id="R4afd3ad65272497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e33e685594249bd" /><Relationship Type="http://schemas.openxmlformats.org/officeDocument/2006/relationships/notesMaster" Target="/ppt/notesMasters/notesMaster1.xml" Id="R2482d512933b484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47da69e170341b9" /><Relationship Type="http://schemas.openxmlformats.org/officeDocument/2006/relationships/notesMaster" Target="/ppt/notesMasters/notesMaster1.xml" Id="R7ec5bc6c91c4455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5a5bf758dd947d4" /><Relationship Type="http://schemas.openxmlformats.org/officeDocument/2006/relationships/notesMaster" Target="/ppt/notesMasters/notesMaster1.xml" Id="Rd575f68b121a4fc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e1e7ca9809945b5" /><Relationship Type="http://schemas.openxmlformats.org/officeDocument/2006/relationships/notesMaster" Target="/ppt/notesMasters/notesMaster1.xml" Id="R5d3af89650d248d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4b4c98b69745cd" /><Relationship Type="http://schemas.openxmlformats.org/officeDocument/2006/relationships/notesMaster" Target="/ppt/notesMasters/notesMaster1.xml" Id="R1ab8b09dc0794cb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12853136fbd4380" /><Relationship Type="http://schemas.openxmlformats.org/officeDocument/2006/relationships/notesMaster" Target="/ppt/notesMasters/notesMaster1.xml" Id="Red1ce2f2313747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2c39bb575cc40c2" /><Relationship Type="http://schemas.openxmlformats.org/officeDocument/2006/relationships/notesMaster" Target="/ppt/notesMasters/notesMaster1.xml" Id="R6ba377476a7d47e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021474ad91a4d92" /><Relationship Type="http://schemas.openxmlformats.org/officeDocument/2006/relationships/notesMaster" Target="/ppt/notesMasters/notesMaster1.xml" Id="R244f08a38ad4484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430ac6d6bbc4057" /><Relationship Type="http://schemas.openxmlformats.org/officeDocument/2006/relationships/notesMaster" Target="/ppt/notesMasters/notesMaster1.xml" Id="R74e4aea02397412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830acb0d6d84136" /><Relationship Type="http://schemas.openxmlformats.org/officeDocument/2006/relationships/notesMaster" Target="/ppt/notesMasters/notesMaster1.xml" Id="R6d0f7fe7d74e4b0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7dd425b86994d52" /><Relationship Type="http://schemas.openxmlformats.org/officeDocument/2006/relationships/notesMaster" Target="/ppt/notesMasters/notesMaster1.xml" Id="R5c4c128920444a8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741847ce7e34a93" /><Relationship Type="http://schemas.openxmlformats.org/officeDocument/2006/relationships/notesMaster" Target="/ppt/notesMasters/notesMaster1.xml" Id="R71bff28d97b1412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8117c18d3f04ed0" /><Relationship Type="http://schemas.openxmlformats.org/officeDocument/2006/relationships/notesMaster" Target="/ppt/notesMasters/notesMaster1.xml" Id="R3d5e890f61c5471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df2939e61e14a83" /><Relationship Type="http://schemas.openxmlformats.org/officeDocument/2006/relationships/notesMaster" Target="/ppt/notesMasters/notesMaster1.xml" Id="Rb4f6a0a8b780410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9faa8d885264b41" /><Relationship Type="http://schemas.openxmlformats.org/officeDocument/2006/relationships/notesMaster" Target="/ppt/notesMasters/notesMaster1.xml" Id="Ra602379cc9ec49b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c1eda1986c24871" /><Relationship Type="http://schemas.openxmlformats.org/officeDocument/2006/relationships/notesMaster" Target="/ppt/notesMasters/notesMaster1.xml" Id="R063b5603711e4338"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509ac0067ed46bc" /><Relationship Type="http://schemas.openxmlformats.org/officeDocument/2006/relationships/notesMaster" Target="/ppt/notesMasters/notesMaster1.xml" Id="R8069082c58ba489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594349ed4b84b42" /><Relationship Type="http://schemas.openxmlformats.org/officeDocument/2006/relationships/notesMaster" Target="/ppt/notesMasters/notesMaster1.xml" Id="Rf6a9eddcbed14be7"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dba2608c8e7e40b3" /><Relationship Type="http://schemas.openxmlformats.org/officeDocument/2006/relationships/notesMaster" Target="/ppt/notesMasters/notesMaster1.xml" Id="R4d4850b4adbf4f1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260a4df8cb3441b0" /><Relationship Type="http://schemas.openxmlformats.org/officeDocument/2006/relationships/notesMaster" Target="/ppt/notesMasters/notesMaster1.xml" Id="R59d0de7625a44e4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ba6f84a9d3047c3" /><Relationship Type="http://schemas.openxmlformats.org/officeDocument/2006/relationships/notesMaster" Target="/ppt/notesMasters/notesMaster1.xml" Id="Rabae7a57d7cc43a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89228321f9346c5" /><Relationship Type="http://schemas.openxmlformats.org/officeDocument/2006/relationships/notesMaster" Target="/ppt/notesMasters/notesMaster1.xml" Id="Rcbda30e679fd490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bec52031cb4481d" /><Relationship Type="http://schemas.openxmlformats.org/officeDocument/2006/relationships/notesMaster" Target="/ppt/notesMasters/notesMaster1.xml" Id="R02e34d9ae3174eb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6d36ebc3a494375" /><Relationship Type="http://schemas.openxmlformats.org/officeDocument/2006/relationships/notesMaster" Target="/ppt/notesMasters/notesMaster1.xml" Id="Re3c7b935ea88407c"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bd0f96feee3422d" /><Relationship Type="http://schemas.openxmlformats.org/officeDocument/2006/relationships/notesMaster" Target="/ppt/notesMasters/notesMaster1.xml" Id="R26336723f4f047d8"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dff20d0712e4847" /><Relationship Type="http://schemas.openxmlformats.org/officeDocument/2006/relationships/notesMaster" Target="/ppt/notesMasters/notesMaster1.xml" Id="R5f854a7f633a402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a9a212976b7458d" /><Relationship Type="http://schemas.openxmlformats.org/officeDocument/2006/relationships/notesMaster" Target="/ppt/notesMasters/notesMaster1.xml" Id="Rf07ca3be301b49b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93d01c2ff55e4f12" /><Relationship Type="http://schemas.openxmlformats.org/officeDocument/2006/relationships/notesMaster" Target="/ppt/notesMasters/notesMaster1.xml" Id="R8e760c5d096b434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145118d47a74cff" /><Relationship Type="http://schemas.openxmlformats.org/officeDocument/2006/relationships/notesMaster" Target="/ppt/notesMasters/notesMaster1.xml" Id="R245f7cffcf9a4d1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ee8911812bf437a" /><Relationship Type="http://schemas.openxmlformats.org/officeDocument/2006/relationships/notesMaster" Target="/ppt/notesMasters/notesMaster1.xml" Id="Rb46752cfc2e24ee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ac48ebd3796e473a" /><Relationship Type="http://schemas.openxmlformats.org/officeDocument/2006/relationships/notesMaster" Target="/ppt/notesMasters/notesMaster1.xml" Id="R1faa42c99a6649d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5b2cf0f041d47c7" /><Relationship Type="http://schemas.openxmlformats.org/officeDocument/2006/relationships/notesMaster" Target="/ppt/notesMasters/notesMaster1.xml" Id="Re427290fbb92442e"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edf8ecc310f4d97" /><Relationship Type="http://schemas.openxmlformats.org/officeDocument/2006/relationships/notesMaster" Target="/ppt/notesMasters/notesMaster1.xml" Id="R93fecabe60c242a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d4934fe0527947bb" /><Relationship Type="http://schemas.openxmlformats.org/officeDocument/2006/relationships/notesMaster" Target="/ppt/notesMasters/notesMaster1.xml" Id="Rf45fb08d57bf451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66e06d97baa4db8" /><Relationship Type="http://schemas.openxmlformats.org/officeDocument/2006/relationships/notesMaster" Target="/ppt/notesMasters/notesMaster1.xml" Id="R4d966ca8f54e4c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its foundations, decisions, pitfalls, and an applied example. Model Selection starts with a short technical primer. Context Engineering explains how we assemble its input. Tools &amp; Extensibility explains how requested operations execute.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 First, establish what happens in one model call.</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MODEL INVOCATION</a:t>
            </a:r>
          </a:p>
          <a:p xmlns:a="http://schemas.openxmlformats.org/drawingml/2006/main">
            <a:r>
              <a:t/>
            </a:r>
          </a:p>
          <a:p xmlns:a="http://schemas.openxmlformats.org/drawingml/2006/main">
            <a:r>
              <a:rPr b="0"/>
              <a:t>Your application supplies instructions, a request, relevant evidence, and available tools. </a:t>
            </a:r>
            <a:r>
              <a:rPr b="1"/>
              <a:t>Inference is running an already trained model on that input to obtain an output.</a:t>
            </a:r>
            <a:r>
              <a:rPr b="0"/>
              <a:t> That output can be a response or a proposed tool call. The application handles execution.</a:t>
            </a:r>
          </a:p>
          <a:p xmlns:a="http://schemas.openxmlformats.org/drawingml/2006/main">
            <a:r>
              <a:t/>
            </a:r>
          </a:p>
          <a:p xmlns:a="http://schemas.openxmlformats.org/drawingml/2006/main">
            <a:r>
              <a:rPr b="0"/>
              <a:t>Tokens are units the model processes and generates. For text, they can be pieces of words. They help us understand usage and capacity.</a:t>
            </a:r>
          </a:p>
          <a:p xmlns:a="http://schemas.openxmlformats.org/drawingml/2006/main">
            <a:r>
              <a:t/>
            </a:r>
          </a:p>
          <a:p xmlns:a="http://schemas.openxmlformats.org/drawingml/2006/main">
            <a:r>
              <a:rPr b="0"/>
              <a:t>The context window limits the tokens available for a call. Leave room for generated output and, where applicable, reasoning tokens. The precise limits depend on the model.</a:t>
            </a:r>
          </a:p>
          <a:p xmlns:a="http://schemas.openxmlformats.org/drawingml/2006/main">
            <a:r>
              <a:t/>
            </a:r>
          </a:p>
          <a:p xmlns:a="http://schemas.openxmlformats.org/drawingml/2006/main">
            <a:r>
              <a:rPr b="0"/>
              <a:t>Some models expose reasoning settings. </a:t>
            </a:r>
            <a:r>
              <a:rPr b="1"/>
              <a:t>Treat effort as part of the configuration you evaluate.</a:t>
            </a:r>
            <a:r>
              <a:rPr b="0"/>
              <a:t> Measure whether it improves the task enough to justify its cost and delay. Choosing a model and effort for a coding task is a familiar version of this decision.</a:t>
            </a:r>
          </a:p>
          <a:p xmlns:a="http://schemas.openxmlformats.org/drawingml/2006/main">
            <a:r>
              <a:t/>
            </a:r>
          </a:p>
          <a:p xmlns:a="http://schemas.openxmlformats.org/drawingml/2006/main">
            <a:r>
              <a:rPr b="0"/>
              <a:t>Our responsibility is to choose and maintain a configuration that fits the task and is approved for the data. Next, compare the eligible options.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SELECTION DECISIONS</a:t>
            </a:r>
          </a:p>
          <a:p xmlns:a="http://schemas.openxmlformats.org/drawingml/2006/main">
            <a:r>
              <a:t/>
            </a:r>
          </a:p>
          <a:p xmlns:a="http://schemas.openxmlformats.org/drawingml/2006/main">
            <a:r>
              <a:rPr b="1"/>
              <a:t>First establish which configurations are eligible for the data and intended use.</a:t>
            </a:r>
            <a:r>
              <a:rPr b="0"/>
              <a:t> For this audience, CUI and export-controlled information make that a familiar constraint. Hard cost or response-time limits can also exclude options.</a:t>
            </a:r>
          </a:p>
          <a:p xmlns:a="http://schemas.openxmlformats.org/drawingml/2006/main">
            <a:r>
              <a:t/>
            </a:r>
          </a:p>
          <a:p xmlns:a="http://schemas.openxmlformats.org/drawingml/2006/main">
            <a:r>
              <a:rPr b="0"/>
              <a:t>Define an acceptable result and compare configurations on representative work. Keep the intended context, tools, and workflow in the comparison. Record the model version and reasoning settings.</a:t>
            </a:r>
          </a:p>
          <a:p xmlns:a="http://schemas.openxmlformats.org/drawingml/2006/main">
            <a:r>
              <a:t/>
            </a:r>
          </a:p>
          <a:p xmlns:a="http://schemas.openxmlformats.org/drawingml/2006/main">
            <a:r>
              <a:rPr b="0"/>
              <a:t>Among configurations that meet the requirements, compare time to a completed outcome and cost per successful task. Include retrieval, tool calls, retries, verification, and human review. Account for failed attempts too.</a:t>
            </a:r>
          </a:p>
          <a:p xmlns:a="http://schemas.openxmlformats.org/drawingml/2006/main">
            <a:r>
              <a:t/>
            </a:r>
          </a:p>
          <a:p xmlns:a="http://schemas.openxmlformats.org/drawingml/2006/main">
            <a:r>
              <a:rPr b="0"/>
              <a:t>Start with one configuration. Add routing when measurements justify it. </a:t>
            </a:r>
            <a:r>
              <a:rPr b="1"/>
              <a:t>Pinned versions need a migration plan. Moving aliases need regression monitoring.</a:t>
            </a:r>
            <a:r>
              <a:rPr b="0"/>
              <a:t> Both choices need ongoing task checks.</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Capacity, effort, and token price each tell us only part of the story. </a:t>
            </a:r>
            <a:r>
              <a:rPr b="1"/>
              <a:t>Selecting or changing models without testing them on your task</a:t>
            </a:r>
            <a:r>
              <a:rPr b="0"/>
              <a:t> is the headline pitfall. A pinned model also leaves other dependencies free to change. Inspect the failure before choosing a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Our invented FRB corpus includes CUI and ECI. Assume the approved options are older and less capable for this synthesis. </a:t>
            </a:r>
            <a:r>
              <a:rPr b="1"/>
              <a:t>Evaluate useful work within that approved set.</a:t>
            </a:r>
          </a:p>
          <a:p xmlns:a="http://schemas.openxmlformats.org/drawingml/2006/main">
            <a:r>
              <a:t/>
            </a:r>
          </a:p>
          <a:p xmlns:a="http://schemas.openxmlformats.org/drawingml/2006/main">
            <a:r>
              <a:rPr b="0"/>
              <a:t>Start with one eligible configuration. Test single-case summaries and cross-case synthesis separately. The preliminary briefing calls bearing wear a possible cause. The later minutes leave the cause unresolved and require inspection. A candidate that reports a confirmed cause has failed this case.</a:t>
            </a:r>
          </a:p>
          <a:p xmlns:a="http://schemas.openxmlformats.org/drawingml/2006/main">
            <a:r>
              <a:t/>
            </a:r>
          </a:p>
          <a:p xmlns:a="http://schemas.openxmlformats.org/drawingml/2006/main">
            <a:r>
              <a:rPr b="0"/>
              <a:t>That answer alone does not identify the faulty component. Check which evidence reached the model and how the workflow handled it.</a:t>
            </a:r>
          </a:p>
          <a:p xmlns:a="http://schemas.openxmlformats.org/drawingml/2006/main">
            <a:r>
              <a:t/>
            </a:r>
          </a:p>
          <a:p xmlns:a="http://schemas.openxmlformats.org/drawingml/2006/main">
            <a:r>
              <a:rPr b="0"/>
              <a:t>The scorecard records supported findings and preserved uncertainty, completion time, and total cost, including failed attempts and review. It contains evidence to collect. No winning model or measured result is supplied.</a:t>
            </a:r>
          </a:p>
          <a:p xmlns:a="http://schemas.openxmlformats.org/drawingml/2006/main">
            <a:r>
              <a:t/>
            </a:r>
          </a:p>
          <a:p xmlns:a="http://schemas.openxmlformats.org/drawingml/2006/main">
            <a:r>
              <a:rPr b="0"/>
              <a:t>If the full brief falls short, evaluate preparing cited findings for an engineer to reconcile. </a:t>
            </a:r>
            <a:r>
              <a:rPr b="1"/>
              <a:t>Keep the evidence requirement and the approved processing boundary.</a:t>
            </a:r>
            <a:r>
              <a:rPr b="0"/>
              <a:t> If the narrower task still fails, limit or defer it.</a:t>
            </a:r>
          </a:p>
          <a:p xmlns:a="http://schemas.openxmlformats.org/drawingml/2006/main">
            <a:r>
              <a:t/>
            </a:r>
          </a:p>
          <a:p xmlns:a="http://schemas.openxmlformats.org/drawingml/2006/main">
            <a:r>
              <a:rPr b="0"/>
              <a:t>Context Engineering develops the information we supply. </a:t>
            </a:r>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Model Selection established the available capacity. Context Engineering decides what information the next step needs and how to supply it. A larger context window does not establish that every available piece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WORKING CONTEXT</a:t>
            </a:r>
          </a:p>
          <a:p xmlns:a="http://schemas.openxmlformats.org/drawingml/2006/main">
            <a:r>
              <a:t/>
            </a:r>
          </a:p>
          <a:p xmlns:a="http://schemas.openxmlformats.org/drawingml/2006/main">
            <a:r>
              <a:rPr b="0"/>
              <a:t>Model Selection showed a model call. </a:t>
            </a:r>
            <a:r>
              <a:rPr b="1"/>
              <a:t>Context Engineering assembles the information for its next step.</a:t>
            </a:r>
            <a:r>
              <a:rPr b="0"/>
              <a:t> That includes instructions, the request, relevant evidence, tool information, and useful history. Prompt engineering addresses the instructions within that larger input.</a:t>
            </a:r>
          </a:p>
          <a:p xmlns:a="http://schemas.openxmlformats.org/drawingml/2006/main">
            <a:r>
              <a:t/>
            </a:r>
          </a:p>
          <a:p xmlns:a="http://schemas.openxmlformats.org/drawingml/2006/main">
            <a:r>
              <a:rPr b="0"/>
              <a:t>Memory is selected information retained for later use. The system still chooses what to bring into this call. Compaction condenses working history to make room for further work. Both need checks that important details survive.</a:t>
            </a:r>
          </a:p>
          <a:p xmlns:a="http://schemas.openxmlformats.org/drawingml/2006/main">
            <a:r>
              <a:t/>
            </a:r>
          </a:p>
          <a:p xmlns:a="http://schemas.openxmlformats.org/drawingml/2006/main">
            <a:r>
              <a:rPr b="0"/>
              <a:t>Keep source documents and application records distinct from a generated summary. For our FRB system, a remembered description of a finding must remain traceable to the board record. Access and confirmed actions come from application records.</a:t>
            </a:r>
          </a:p>
          <a:p xmlns:a="http://schemas.openxmlformats.org/drawingml/2006/main">
            <a:r>
              <a:t/>
            </a:r>
          </a:p>
          <a:p xmlns:a="http://schemas.openxmlformats.org/drawingml/2006/main">
            <a:r>
              <a:rPr b="0"/>
              <a:t>A coding agent similarly combines repository instructions, relevant files, and test output for its next decision.</a:t>
            </a:r>
          </a:p>
          <a:p xmlns:a="http://schemas.openxmlformats.org/drawingml/2006/main">
            <a:r>
              <a:t/>
            </a:r>
          </a:p>
          <a:p xmlns:a="http://schemas.openxmlformats.org/drawingml/2006/main">
            <a:r>
              <a:rPr b="1"/>
              <a:t>The responsibility is to supply relevant information while preserving its meaning and source.</a:t>
            </a:r>
            <a:r>
              <a:rPr b="0"/>
              <a:t> Next, follow the evidence into that input.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RETRIEVAL AND CONTEXT DECISIONS</a:t>
            </a:r>
          </a:p>
          <a:p xmlns:a="http://schemas.openxmlformats.org/drawingml/2006/main">
            <a:r>
              <a:t/>
            </a:r>
          </a:p>
          <a:p xmlns:a="http://schemas.openxmlformats.org/drawingml/2006/main">
            <a:r>
              <a:rPr b="1"/>
              <a:t>RAG means retrieval-augmented generation.</a:t>
            </a:r>
            <a:r>
              <a:rPr b="0"/>
              <a:t> Retrieve relevant information and supply it as evidence for the model's response. Authorized internal records can supply that information.</a:t>
            </a:r>
          </a:p>
          <a:p xmlns:a="http://schemas.openxmlformats.org/drawingml/2006/main">
            <a:r>
              <a:t/>
            </a:r>
          </a:p>
          <a:p xmlns:a="http://schemas.openxmlformats.org/drawingml/2006/main">
            <a:r>
              <a:rPr b="0"/>
              <a:t>Follow the path from sources, through retrieval and selection, into the actual model input. Keep document identity, revision, and location attached. Enforce access before restricted content reaches an unauthorized recipient or processing service.</a:t>
            </a:r>
          </a:p>
          <a:p xmlns:a="http://schemas.openxmlformats.org/drawingml/2006/main">
            <a:r>
              <a:t/>
            </a:r>
          </a:p>
          <a:p xmlns:a="http://schemas.openxmlformats.org/drawingml/2006/main">
            <a:r>
              <a:rPr b="0"/>
              <a:t>If we know the board ID, use direct lookup or exact search. Keyword search matches terms and identifiers. </a:t>
            </a:r>
            <a:r>
              <a:rPr b="1"/>
              <a:t>An embedding represents content numerically so a search system can compare similarity.</a:t>
            </a:r>
            <a:r>
              <a:rPr b="0"/>
              <a:t> Semantic search can help with differently worded descriptions of similar shutdowns. Hybrid retrieval combines both signals. Test which approach finds the evidence this task needs.</a:t>
            </a:r>
          </a:p>
          <a:p xmlns:a="http://schemas.openxmlformats.org/drawingml/2006/main">
            <a:r>
              <a:t/>
            </a:r>
          </a:p>
          <a:p xmlns:a="http://schemas.openxmlformats.org/drawingml/2006/main">
            <a:r>
              <a:rPr b="0"/>
              <a:t>Then decide what to preload and what to fetch when needed. Retain essential constraints and source references. Refresh retained information and access when the task resumes or records change.</a:t>
            </a:r>
          </a:p>
          <a:p xmlns:a="http://schemas.openxmlformats.org/drawingml/2006/main">
            <a:r>
              <a:t/>
            </a:r>
          </a:p>
          <a:p xmlns:a="http://schemas.openxmlformats.org/drawingml/2006/main">
            <a:r>
              <a:rPr b="0"/>
              <a:t>The question is whether the assembled input contains the right evidence with its meaning intact.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context without curating it</a:t>
            </a:r>
            <a:r>
              <a:rPr b="0"/>
              <a:t> is the headline pitfall. Check for missing evidence, lost qualifications, and stale or misattributed sources. A retained summary still needs supporting records. Keep findings attached to their own cases when information is reused.</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identifies bearing wear as a possible cause. The later minutes leave the cause unresolved and require inspection. These are different documents with distinct identities and source locations.</a:t>
            </a:r>
          </a:p>
          <a:p xmlns:a="http://schemas.openxmlformats.org/drawingml/2006/main">
            <a:r>
              <a:t/>
            </a:r>
          </a:p>
          <a:p xmlns:a="http://schemas.openxmlformats.org/drawingml/2006/main">
            <a:r>
              <a:rPr b="1"/>
              <a:t>Suppose retrieval returns the briefing but misses the minutes. The decisive passage never reaches the model.</a:t>
            </a:r>
            <a:r>
              <a:rPr b="0"/>
              <a:t> This is our hypothetical failure, not a measured result.</a:t>
            </a:r>
          </a:p>
          <a:p xmlns:a="http://schemas.openxmlformats.org/drawingml/2006/main">
            <a:r>
              <a:t/>
            </a:r>
          </a:p>
          <a:p xmlns:a="http://schemas.openxmlformats.org/drawingml/2006/main">
            <a:r>
              <a:rPr b="0"/>
              <a:t>Inspect the path. Were the minutes available and readable within the authorized scope? Did retrieval return the passage? Did context assembly retain it? Those checks locate where the information was lost.</a:t>
            </a:r>
          </a:p>
          <a:p xmlns:a="http://schemas.openxmlformats.org/drawingml/2006/main">
            <a:r>
              <a:t/>
            </a:r>
          </a:p>
          <a:p xmlns:a="http://schemas.openxmlformats.org/drawingml/2006/main">
            <a:r>
              <a:rPr b="0"/>
              <a:t>The expected input includes both passages and their references. A working summary preserves the unresolved cause and required inspection. Refresh revisions and access before finalizing. Missing or unreadable evidence remains an explicit limitation. Preparation services stay within the same approved processing boundary.</a:t>
            </a:r>
          </a:p>
          <a:p xmlns:a="http://schemas.openxmlformats.org/drawingml/2006/main">
            <a:r>
              <a:t/>
            </a:r>
          </a:p>
          <a:p xmlns:a="http://schemas.openxmlformats.org/drawingml/2006/main">
            <a:r>
              <a:rPr b="0"/>
              <a:t>Next, Tools &amp; Extensibility explains the operations that obtain information and act on it. </a:t>
            </a:r>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gives the model an operation it can request. The contract must make that operation useful to the caller and enforceable by the application.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TOOL CALLS AND EXECUTION</a:t>
            </a:r>
          </a:p>
          <a:p xmlns:a="http://schemas.openxmlformats.org/drawingml/2006/main">
            <a:r>
              <a:t/>
            </a:r>
          </a:p>
          <a:p xmlns:a="http://schemas.openxmlformats.org/drawingml/2006/main">
            <a:r>
              <a:rPr b="1"/>
              <a:t>A tool call is a request for an operation.</a:t>
            </a:r>
            <a:r>
              <a:rPr b="0"/>
              <a:t> The model selects the tool and supplies arguments. Application software checks the request, performs the permitted operation, and returns a result. A coding agent reading a file or running tests uses this pattern.</a:t>
            </a:r>
          </a:p>
          <a:p xmlns:a="http://schemas.openxmlformats.org/drawingml/2006/main">
            <a:r>
              <a:t/>
            </a:r>
          </a:p>
          <a:p xmlns:a="http://schemas.openxmlformats.org/drawingml/2006/main">
            <a:r>
              <a:rPr b="0"/>
              <a:t>Our illustrative call requests export of a draft, its citations, and a destination. The application supplies authenticated identity and checks current access. The export service also establishes that this exact content passed verification and that the destination is permitted.</a:t>
            </a:r>
          </a:p>
          <a:p xmlns:a="http://schemas.openxmlformats.org/drawingml/2006/main">
            <a:r>
              <a:t/>
            </a:r>
          </a:p>
          <a:p xmlns:a="http://schemas.openxmlformats.org/drawingml/2006/main">
            <a:r>
              <a:rPr b="0"/>
              <a:t>The input schema describes the argument structure. A well-formed destination can still be outside the permitted scope. </a:t>
            </a:r>
            <a:r>
              <a:rPr b="1"/>
              <a:t>Code enforces that boundary.</a:t>
            </a:r>
          </a:p>
          <a:p xmlns:a="http://schemas.openxmlformats.org/drawingml/2006/main">
            <a:r>
              <a:t/>
            </a:r>
          </a:p>
          <a:p xmlns:a="http://schemas.openxmlformats.org/drawingml/2006/main">
            <a:r>
              <a:rPr b="0"/>
              <a:t>The result must distinguish confirmed completion, a known failure, and an unknown outcome. Those observations help the caller decide what to do next.</a:t>
            </a:r>
          </a:p>
          <a:p xmlns:a="http://schemas.openxmlformats.org/drawingml/2006/main">
            <a:r>
              <a:t/>
            </a:r>
          </a:p>
          <a:p xmlns:a="http://schemas.openxmlformats.org/drawingml/2006/main">
            <a:r>
              <a:rPr b="0"/>
              <a:t>Tool design therefore includes the operation, its inputs, the checks, and the meaning of its result.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DESIGN AND EXTENSION DECISIONS</a:t>
            </a:r>
          </a:p>
          <a:p xmlns:a="http://schemas.openxmlformats.org/drawingml/2006/main">
            <a:r>
              <a:t/>
            </a:r>
          </a:p>
          <a:p xmlns:a="http://schemas.openxmlformats.org/drawingml/2006/main">
            <a:r>
              <a:rPr b="0"/>
              <a:t>First choose the capability boundary. Small operations give the caller more combinations and more steps to coordinate. A task-oriented operation can handle more work in code, while embedding assumptions about the task. Evaluate that trade-off.</a:t>
            </a:r>
          </a:p>
          <a:p xmlns:a="http://schemas.openxmlformats.org/drawingml/2006/main">
            <a:r>
              <a:t/>
            </a:r>
          </a:p>
          <a:p xmlns:a="http://schemas.openxmlformats.org/drawingml/2006/main">
            <a:r>
              <a:rPr b="0"/>
              <a:t>Then choose how to extend the system. </a:t>
            </a:r>
            <a:r>
              <a:rPr b="1"/>
              <a:t>MCP, the Model Context Protocol, connects applications to providers of tools and context.</a:t>
            </a:r>
            <a:r>
              <a:rPr b="0"/>
              <a:t> The application can discover operations and call them through a common interface.</a:t>
            </a:r>
          </a:p>
          <a:p xmlns:a="http://schemas.openxmlformats.org/drawingml/2006/main">
            <a:r>
              <a:t/>
            </a:r>
          </a:p>
          <a:p xmlns:a="http://schemas.openxmlformats.org/drawingml/2006/main">
            <a:r>
              <a:rPr b="1"/>
              <a:t>A skill supplies reusable instructions and supporting resources for a task.</a:t>
            </a:r>
            <a:r>
              <a:rPr b="0"/>
              <a:t> It can include scripts or examples. </a:t>
            </a:r>
            <a:r>
              <a:rPr b="1"/>
              <a:t>A plugin packages capabilities for installation and distribution</a:t>
            </a:r>
            <a:r>
              <a:rPr b="0"/>
              <a:t>, such as a skill together with an MCP integration. Exact packaging depends on the host.</a:t>
            </a:r>
          </a:p>
          <a:p xmlns:a="http://schemas.openxmlformats.org/drawingml/2006/main">
            <a:r>
              <a:t/>
            </a:r>
          </a:p>
          <a:p xmlns:a="http://schemas.openxmlformats.org/drawingml/2006/main">
            <a:r>
              <a:rPr b="0"/>
              <a:t>These mechanisms can work together. None replaces the execution checks we just saw. Someone still owns the descriptions, schemas, implementation, permissions, and failure behavior. Keep those pieces aligned as the capability changes, and check that the model can find and use the appropriate operation.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Copying APIs without evaluating task fit</a:t>
            </a:r>
            <a:r>
              <a:rPr b="0"/>
              <a:t> is the headline pitfall. Keep descriptions and behavior aligned, remove confusing overlap, and enforce permissions even when the arguments look valid. Return confirmed results, known failures, and unknown outcomes distinctly.</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FRB brief is ready for export. Our contract requires the exact draft that passed verification, its citations, and a destination permitted for these records.</a:t>
            </a:r>
          </a:p>
          <a:p xmlns:a="http://schemas.openxmlformats.org/drawingml/2006/main">
            <a:r>
              <a:t/>
            </a:r>
          </a:p>
          <a:p xmlns:a="http://schemas.openxmlformats.org/drawingml/2006/main">
            <a:r>
              <a:rPr b="1"/>
              <a:t>Suppose the model requests an export to a destination outside that approved scope.</a:t>
            </a:r>
            <a:r>
              <a:rPr b="0"/>
              <a:t> Its arguments can be well formed and still fail the permission check.</a:t>
            </a:r>
          </a:p>
          <a:p xmlns:a="http://schemas.openxmlformats.org/drawingml/2006/main">
            <a:r>
              <a:t/>
            </a:r>
          </a:p>
          <a:p xmlns:a="http://schemas.openxmlformats.org/drawingml/2006/main">
            <a:r>
              <a:rPr b="0"/>
              <a:t>The expected behavior is for the service to reject the request before transfer and return a clear reason. In a test, check both the rejection and the absence of an export at that destination. An error message alone does not establish that no transfer occurred.</a:t>
            </a:r>
          </a:p>
          <a:p xmlns:a="http://schemas.openxmlformats.org/drawingml/2006/main">
            <a:r>
              <a:t/>
            </a:r>
          </a:p>
          <a:p xmlns:a="http://schemas.openxmlformats.org/drawingml/2006/main">
            <a:r>
              <a:rPr b="0"/>
              <a:t>This preserves the CUI/ECI boundary. A permitted export must still retain the checked wording, citations, and uncertainty and return a matching receipt.</a:t>
            </a:r>
          </a:p>
          <a:p xmlns:a="http://schemas.openxmlformats.org/drawingml/2006/main">
            <a:r>
              <a:t/>
            </a:r>
          </a:p>
          <a:p xmlns:a="http://schemas.openxmlformats.org/drawingml/2006/main">
            <a:r>
              <a:rPr b="0"/>
              <a:t>This rejection is a known outcome. Orchestration next handles continuation and uncertainty after execution. </a:t>
            </a:r>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transitions code controls and where the model can choose an action. Then establish how work progresses, stops, and resumes.</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WORKFLOW AND AGENT LOOP</a:t>
            </a:r>
          </a:p>
          <a:p xmlns:a="http://schemas.openxmlformats.org/drawingml/2006/main">
            <a:r>
              <a:t/>
            </a:r>
          </a:p>
          <a:p xmlns:a="http://schemas.openxmlformats.org/drawingml/2006/main">
            <a:r>
              <a:rPr b="1"/>
              <a:t>Orchestration controls how the work progresses.</a:t>
            </a:r>
            <a:r>
              <a:rPr b="0"/>
              <a:t> A workflow defines stages and permitted transitions in code. An agent loop lets the model choose its next action from what it observes. They can work together.</a:t>
            </a:r>
          </a:p>
          <a:p xmlns:a="http://schemas.openxmlformats.org/drawingml/2006/main">
            <a:r>
              <a:t/>
            </a:r>
          </a:p>
          <a:p xmlns:a="http://schemas.openxmlformats.org/drawingml/2006/main">
            <a:r>
              <a:rPr b="0"/>
              <a:t>Our FRB workflow retrieves, inspects, compares, reconciles, verifies, and exports. Inside inspection, the model might choose to read another passage, inspect the result, and continue within the allowed scope. That is a bounded agent loop inside a controlled workflow.</a:t>
            </a:r>
          </a:p>
          <a:p xmlns:a="http://schemas.openxmlformats.org/drawingml/2006/main">
            <a:r>
              <a:t/>
            </a:r>
          </a:p>
          <a:p xmlns:a="http://schemas.openxmlformats.org/drawingml/2006/main">
            <a:r>
              <a:rPr b="0"/>
              <a:t>The outer system still enforces permissions, work limits, and the verification gate. </a:t>
            </a:r>
            <a:r>
              <a:rPr b="1"/>
              <a:t>The exact draft must pass its checks before export.</a:t>
            </a:r>
            <a:r>
              <a:rPr b="0"/>
              <a:t> A model-generated plan does not enforce those conditions.</a:t>
            </a:r>
          </a:p>
          <a:p xmlns:a="http://schemas.openxmlformats.org/drawingml/2006/main">
            <a:r>
              <a:t/>
            </a:r>
          </a:p>
          <a:p xmlns:a="http://schemas.openxmlformats.org/drawingml/2006/main">
            <a:r>
              <a:rPr b="0"/>
              <a:t>A coding agent's inspect, edit, and check cycle uses the same action-and-observation idea. The execution system must also know when to stop or resume.</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EXECUTION DECISIONS</a:t>
            </a:r>
          </a:p>
          <a:p xmlns:a="http://schemas.openxmlformats.org/drawingml/2006/main">
            <a:r>
              <a:t/>
            </a:r>
          </a:p>
          <a:p xmlns:a="http://schemas.openxmlformats.org/drawingml/2006/main">
            <a:r>
              <a:rPr b="0"/>
              <a:t>Record pending work, completed stages, check results, and operation status. </a:t>
            </a:r>
            <a:r>
              <a:rPr b="1"/>
              <a:t>A checkpoint is saved execution state from which work can resume.</a:t>
            </a:r>
            <a:r>
              <a:rPr b="0"/>
              <a:t> Use durable storage when it must survive a process restart.</a:t>
            </a:r>
          </a:p>
          <a:p xmlns:a="http://schemas.openxmlformats.org/drawingml/2006/main">
            <a:r>
              <a:t/>
            </a:r>
          </a:p>
          <a:p xmlns:a="http://schemas.openxmlformats.org/drawingml/2006/main">
            <a:r>
              <a:rPr b="0"/>
              <a:t>Resuming computation does not establish what an external service did. Reconcile dispatched actions with their actual outcomes before deciding whether to repeat them. Recheck source freshness and access on resume.</a:t>
            </a:r>
          </a:p>
          <a:p xmlns:a="http://schemas.openxmlformats.org/drawingml/2006/main">
            <a:r>
              <a:t/>
            </a:r>
          </a:p>
          <a:p xmlns:a="http://schemas.openxmlformats.org/drawingml/2006/main">
            <a:r>
              <a:rPr b="0"/>
              <a:t>Define completion and distinguish it from waiting, failure, cancellation, or exhausted budget. Bound actions, tokens, retries, and elapsed time. Repeated work without progress needs a stop or handoff.</a:t>
            </a:r>
          </a:p>
          <a:p xmlns:a="http://schemas.openxmlformats.org/drawingml/2006/main">
            <a:r>
              <a:t/>
            </a:r>
          </a:p>
          <a:p xmlns:a="http://schemas.openxmlformats.org/drawingml/2006/main">
            <a:r>
              <a:rPr b="0"/>
              <a:t>Delegation is another design choice. Independent case comparisons may benefit from workers, but assignments and returned evidence need clear ownership. Add them only when measured benefit justifies the handoff and reconciliation work.</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1"/>
              <a:t>Adding multiple agents before trying a workflow</a:t>
            </a:r>
            <a:r>
              <a:rPr b="0"/>
              <a:t> is the headline pitfall. Extra workers add handoffs and reconciliation. Also watch for skipped gates, repeated work without progress, and early completion claims.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RECOVERY APPLICATION</a:t>
            </a:r>
          </a:p>
          <a:p xmlns:a="http://schemas.openxmlformats.org/drawingml/2006/main">
            <a:r>
              <a:t/>
            </a:r>
          </a:p>
          <a:p xmlns:a="http://schemas.openxmlformats.org/drawingml/2006/main">
            <a:r>
              <a:rPr b="0"/>
              <a:t>This is a separate export to a permitted destination, using the exact checked draft. Suppose the service creates the brief, but the response never reaches the caller.</a:t>
            </a:r>
          </a:p>
          <a:p xmlns:a="http://schemas.openxmlformats.org/drawingml/2006/main">
            <a:r>
              <a:t/>
            </a:r>
          </a:p>
          <a:p xmlns:a="http://schemas.openxmlformats.org/drawingml/2006/main">
            <a:r>
              <a:rPr b="1"/>
              <a:t>Record outcome unknown. Check the export state before deciding whether to retry.</a:t>
            </a:r>
            <a:r>
              <a:rPr b="0"/>
              <a:t> Use the intended operation's reference to inspect its receipt and output. A matching checked artifact can establish completion without another export.</a:t>
            </a:r>
          </a:p>
          <a:p xmlns:a="http://schemas.openxmlformats.org/drawingml/2006/main">
            <a:r>
              <a:t/>
            </a:r>
          </a:p>
          <a:p xmlns:a="http://schemas.openxmlformats.org/drawingml/2006/main">
            <a:r>
              <a:rPr b="1"/>
              <a:t>Idempotency means retrying the same intended operation does not duplicate its effects.</a:t>
            </a:r>
            <a:r>
              <a:rPr b="0"/>
              <a:t> The service must support that contract. An identifier in our log alone is insufficient.</a:t>
            </a:r>
          </a:p>
          <a:p xmlns:a="http://schemas.openxmlformats.org/drawingml/2006/main">
            <a:r>
              <a:t/>
            </a:r>
          </a:p>
          <a:p xmlns:a="http://schemas.openxmlformats.org/drawingml/2006/main">
            <a:r>
              <a:rPr b="0"/>
              <a:t>If the outcome remains uncertain, pause or hand off. Recheck permissions and freshness when work resumes, and repeat verification if the draft changes. Reaching a work limit does not make an incomplete brief complete.</a:t>
            </a:r>
          </a:p>
          <a:p xmlns:a="http://schemas.openxmlformats.org/drawingml/2006/main">
            <a:r>
              <a:t/>
            </a:r>
          </a:p>
          <a:p xmlns:a="http://schemas.openxmlformats.org/drawingml/2006/main">
            <a:r>
              <a:rPr b="0"/>
              <a:t>Next, Verification &amp; Evals explains what the checks should establish. </a:t>
            </a:r>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1415bd9c2cb48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bcd6fef869f849f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8f07365c36dd49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F9336533-8E2B-4581-BA42-3C533ADCE6F7}"/>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77e10a55a740d8" /><Relationship Type="http://schemas.openxmlformats.org/officeDocument/2006/relationships/slideLayout" Target="/ppt/slideLayouts/slideLayout1.xml" Id="Rdfd74522878c4b27"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9c8be43eb8a241ed" /><Relationship Type="http://schemas.openxmlformats.org/officeDocument/2006/relationships/slideLayout" Target="/ppt/slideLayouts/slideLayout2.xml" Id="Rb4da1b83017d46a1" /><Relationship Type="http://schemas.openxmlformats.org/officeDocument/2006/relationships/slideLayout" Target="/ppt/slideLayouts/slideLayout3.xml" Id="R55a74eafd93941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d74522878c4b27"/>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b4da1b83017d46a1"/>
    <p:sldLayoutId xmlns:r="http://schemas.openxmlformats.org/officeDocument/2006/relationships" id="2147483652" r:id="R55a74eafd93941cc"/>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2e0e59cb45f429d" /><Relationship Type="http://schemas.openxmlformats.org/officeDocument/2006/relationships/notesSlide" Target="/ppt/notesSlides/notesSlide1.xml" Id="Ra34520d50b1f49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071d288a5d44ddb" /><Relationship Type="http://schemas.openxmlformats.org/officeDocument/2006/relationships/image" Target="/ppt/media/image.png" Id="R00dd4b10774b4a0b" /><Relationship Type="http://schemas.openxmlformats.org/officeDocument/2006/relationships/notesSlide" Target="/ppt/notesSlides/notesSlide2.xml" Id="R5592a014f8e142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015d8f7313e44fe2" /><Relationship Type="http://schemas.openxmlformats.org/officeDocument/2006/relationships/notesSlide" Target="/ppt/notesSlides/notesSlide3.xml" Id="R0ddc8136a25d40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7a9d0e4007674315" /><Relationship Type="http://schemas.openxmlformats.org/officeDocument/2006/relationships/notesSlide" Target="/ppt/notesSlides/notesSlide4.xml" Id="R1120ce56120d49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26c7a2669e84c3a" /><Relationship Type="http://schemas.openxmlformats.org/officeDocument/2006/relationships/notesSlide" Target="/ppt/notesSlides/notesSlide5.xml" Id="R8aeaea4f755f4d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b6a556430e274b2d" /><Relationship Type="http://schemas.openxmlformats.org/officeDocument/2006/relationships/notesSlide" Target="/ppt/notesSlides/notesSlide6.xml" Id="R995d384ffc4e4e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5ae99bbf44e494d" /><Relationship Type="http://schemas.openxmlformats.org/officeDocument/2006/relationships/notesSlide" Target="/ppt/notesSlides/notesSlide7.xml" Id="Ra39fa2e8fc3249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144005ba40b74366" /><Relationship Type="http://schemas.openxmlformats.org/officeDocument/2006/relationships/notesSlide" Target="/ppt/notesSlides/notesSlide8.xml" Id="R20006a5a7b1a4550"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0c207c472e4d4397" /><Relationship Type="http://schemas.openxmlformats.org/officeDocument/2006/relationships/notesSlide" Target="/ppt/notesSlides/notesSlide9.xml" Id="R2bba96777f534a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c8830226ede43d9" /><Relationship Type="http://schemas.openxmlformats.org/officeDocument/2006/relationships/image" Target="/ppt/media/image2.png" Id="R1480a1dcbbbc43e7" /><Relationship Type="http://schemas.openxmlformats.org/officeDocument/2006/relationships/notesSlide" Target="/ppt/notesSlides/notesSlide10.xml" Id="R07dfd9e1bb264b6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f7c83e94953d4fed" /><Relationship Type="http://schemas.openxmlformats.org/officeDocument/2006/relationships/image" Target="/ppt/media/image3.png" Id="Rc671df258dd74fa8" /><Relationship Type="http://schemas.openxmlformats.org/officeDocument/2006/relationships/notesSlide" Target="/ppt/notesSlides/notesSlide11.xml" Id="R40bdf8150cb540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74b6f93991b4728" /><Relationship Type="http://schemas.openxmlformats.org/officeDocument/2006/relationships/image" Target="/ppt/media/image4.png" Id="R1308b9e82bd84495" /><Relationship Type="http://schemas.openxmlformats.org/officeDocument/2006/relationships/notesSlide" Target="/ppt/notesSlides/notesSlide12.xml" Id="Ra080a02db8de4a0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cbc13e14085b4b5a" /><Relationship Type="http://schemas.openxmlformats.org/officeDocument/2006/relationships/image" Target="/ppt/media/image5.png" Id="R634a887c11614c9b" /><Relationship Type="http://schemas.openxmlformats.org/officeDocument/2006/relationships/notesSlide" Target="/ppt/notesSlides/notesSlide13.xml" Id="R2dea16e6e18545e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5fcf74c82ee4c2d" /><Relationship Type="http://schemas.openxmlformats.org/officeDocument/2006/relationships/image" Target="/ppt/media/image6.png" Id="Rf64a39e3a9954c9e" /><Relationship Type="http://schemas.openxmlformats.org/officeDocument/2006/relationships/notesSlide" Target="/ppt/notesSlides/notesSlide14.xml" Id="Rf945173e5dad458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4f9d7c4b2b54822" /><Relationship Type="http://schemas.openxmlformats.org/officeDocument/2006/relationships/image" Target="/ppt/media/image7.png" Id="Red4d97a230b841fe" /><Relationship Type="http://schemas.openxmlformats.org/officeDocument/2006/relationships/notesSlide" Target="/ppt/notesSlides/notesSlide15.xml" Id="R3a2453941a0f4d4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bf26f7a5b8f4299" /><Relationship Type="http://schemas.openxmlformats.org/officeDocument/2006/relationships/image" Target="/ppt/media/image8.png" Id="R117d27b0a2c341ee" /><Relationship Type="http://schemas.openxmlformats.org/officeDocument/2006/relationships/image" Target="/ppt/media/image9.png" Id="R7b98ad54972e47f5" /><Relationship Type="http://schemas.openxmlformats.org/officeDocument/2006/relationships/notesSlide" Target="/ppt/notesSlides/notesSlide16.xml" Id="Rf4dac31693ad40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be74f0a9d5b74c77" /><Relationship Type="http://schemas.openxmlformats.org/officeDocument/2006/relationships/image" Target="/ppt/media/image10.png" Id="Rbd62791cef5a4f6d" /><Relationship Type="http://schemas.openxmlformats.org/officeDocument/2006/relationships/notesSlide" Target="/ppt/notesSlides/notesSlide17.xml" Id="R8de912fc08c0429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2258e6fff9c40fc" /><Relationship Type="http://schemas.openxmlformats.org/officeDocument/2006/relationships/image" Target="/ppt/media/image11.png" Id="R5f351c57f7964247" /><Relationship Type="http://schemas.openxmlformats.org/officeDocument/2006/relationships/notesSlide" Target="/ppt/notesSlides/notesSlide18.xml" Id="R6bd1a2bb905a42a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a83cf899a3dc4c11" /><Relationship Type="http://schemas.openxmlformats.org/officeDocument/2006/relationships/image" Target="/ppt/media/image12.png" Id="R6c85b24f5be24b70" /><Relationship Type="http://schemas.openxmlformats.org/officeDocument/2006/relationships/notesSlide" Target="/ppt/notesSlides/notesSlide19.xml" Id="Rdb6c6756315041b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e4687fa64c1440f" /><Relationship Type="http://schemas.openxmlformats.org/officeDocument/2006/relationships/image" Target="/ppt/media/image13.png" Id="R16977cce4173428b" /><Relationship Type="http://schemas.openxmlformats.org/officeDocument/2006/relationships/notesSlide" Target="/ppt/notesSlides/notesSlide20.xml" Id="R32f571329003440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808f76398d4d4685" /><Relationship Type="http://schemas.openxmlformats.org/officeDocument/2006/relationships/image" Target="/ppt/media/image14.png" Id="R7caaa65764604e89" /><Relationship Type="http://schemas.openxmlformats.org/officeDocument/2006/relationships/image" Target="/ppt/media/image15.png" Id="R54edf3d3456b4dfb" /><Relationship Type="http://schemas.openxmlformats.org/officeDocument/2006/relationships/notesSlide" Target="/ppt/notesSlides/notesSlide21.xml" Id="R1a6d620691794d2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9eb68c03f8bc4f83" /><Relationship Type="http://schemas.openxmlformats.org/officeDocument/2006/relationships/image" Target="/ppt/media/image16.png" Id="Rb89d868a89924121" /><Relationship Type="http://schemas.openxmlformats.org/officeDocument/2006/relationships/notesSlide" Target="/ppt/notesSlides/notesSlide22.xml" Id="Rb1bfea6a15d94b0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cf7f27dfe4ae4230" /><Relationship Type="http://schemas.openxmlformats.org/officeDocument/2006/relationships/image" Target="/ppt/media/image17.png" Id="Rd161ba069b8f418d" /><Relationship Type="http://schemas.openxmlformats.org/officeDocument/2006/relationships/notesSlide" Target="/ppt/notesSlides/notesSlide23.xml" Id="R66f2ddfceb88408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912ae804e2d432d" /><Relationship Type="http://schemas.openxmlformats.org/officeDocument/2006/relationships/image" Target="/ppt/media/image18.png" Id="R726b6e861a5c4725" /><Relationship Type="http://schemas.openxmlformats.org/officeDocument/2006/relationships/notesSlide" Target="/ppt/notesSlides/notesSlide24.xml" Id="R38f88fe16c21455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03af85b3793f47fa" /><Relationship Type="http://schemas.openxmlformats.org/officeDocument/2006/relationships/image" Target="/ppt/media/image19.png" Id="R332922d8f41b49c7" /><Relationship Type="http://schemas.openxmlformats.org/officeDocument/2006/relationships/notesSlide" Target="/ppt/notesSlides/notesSlide25.xml" Id="Rba94f93ba1b74d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9bb845ba664c46f5" /><Relationship Type="http://schemas.openxmlformats.org/officeDocument/2006/relationships/image" Target="/ppt/media/image20.png" Id="R584bf851ec5441a7" /><Relationship Type="http://schemas.openxmlformats.org/officeDocument/2006/relationships/image" Target="/ppt/media/image21.png" Id="Ra8dd446386e34b6f" /><Relationship Type="http://schemas.openxmlformats.org/officeDocument/2006/relationships/notesSlide" Target="/ppt/notesSlides/notesSlide26.xml" Id="R823a8181d18d42c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8766c045f19493e" /><Relationship Type="http://schemas.openxmlformats.org/officeDocument/2006/relationships/image" Target="/ppt/media/image22.png" Id="R1cba315d339842ab" /><Relationship Type="http://schemas.openxmlformats.org/officeDocument/2006/relationships/notesSlide" Target="/ppt/notesSlides/notesSlide27.xml" Id="R93a0f74447a9434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96f03859c3e545f1" /><Relationship Type="http://schemas.openxmlformats.org/officeDocument/2006/relationships/image" Target="/ppt/media/image23.png" Id="R0635e4f3777845ca" /><Relationship Type="http://schemas.openxmlformats.org/officeDocument/2006/relationships/notesSlide" Target="/ppt/notesSlides/notesSlide28.xml" Id="R2d1f341b0e52433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16d48ebdd28a4ddc" /><Relationship Type="http://schemas.openxmlformats.org/officeDocument/2006/relationships/image" Target="/ppt/media/image24.png" Id="Re052a4b7a1dc4faa" /><Relationship Type="http://schemas.openxmlformats.org/officeDocument/2006/relationships/notesSlide" Target="/ppt/notesSlides/notesSlide29.xml" Id="R672013cd88f84f1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ace3d62c5bf54816" /><Relationship Type="http://schemas.openxmlformats.org/officeDocument/2006/relationships/image" Target="/ppt/media/image25.png" Id="Reb165615b0f1499b" /><Relationship Type="http://schemas.openxmlformats.org/officeDocument/2006/relationships/notesSlide" Target="/ppt/notesSlides/notesSlide30.xml" Id="Rd3a2fa1b33384f6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098422e2cc1041bf" /><Relationship Type="http://schemas.openxmlformats.org/officeDocument/2006/relationships/image" Target="/ppt/media/image26.png" Id="R5276c6c14ba3409e" /><Relationship Type="http://schemas.openxmlformats.org/officeDocument/2006/relationships/image" Target="/ppt/media/image27.png" Id="R2daff476331342fd" /><Relationship Type="http://schemas.openxmlformats.org/officeDocument/2006/relationships/notesSlide" Target="/ppt/notesSlides/notesSlide31.xml" Id="R40a6ef0a1b53405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7294406ea9a3425b" /><Relationship Type="http://schemas.openxmlformats.org/officeDocument/2006/relationships/image" Target="/ppt/media/image28.png" Id="Ra1584457a824471b" /><Relationship Type="http://schemas.openxmlformats.org/officeDocument/2006/relationships/notesSlide" Target="/ppt/notesSlides/notesSlide32.xml" Id="R183ff43af6654c0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e8600b6c419a4c2f" /><Relationship Type="http://schemas.openxmlformats.org/officeDocument/2006/relationships/image" Target="/ppt/media/image29.png" Id="R3b25f2cd45a04f72" /><Relationship Type="http://schemas.openxmlformats.org/officeDocument/2006/relationships/notesSlide" Target="/ppt/notesSlides/notesSlide33.xml" Id="R1a4606d5d0c9431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f7ab1dbc508458c" /><Relationship Type="http://schemas.openxmlformats.org/officeDocument/2006/relationships/image" Target="/ppt/media/image30.png" Id="R45c40d321e7f47c5" /><Relationship Type="http://schemas.openxmlformats.org/officeDocument/2006/relationships/notesSlide" Target="/ppt/notesSlides/notesSlide34.xml" Id="R386d91f1c94d4629"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22909c7d1c04d79" /><Relationship Type="http://schemas.openxmlformats.org/officeDocument/2006/relationships/image" Target="/ppt/media/image31.png" Id="Re44ecd4b242d47fb" /><Relationship Type="http://schemas.openxmlformats.org/officeDocument/2006/relationships/notesSlide" Target="/ppt/notesSlides/notesSlide35.xml" Id="R906f25b3392b4a0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4ffffb07be544ac5" /><Relationship Type="http://schemas.openxmlformats.org/officeDocument/2006/relationships/image" Target="/ppt/media/image32.png" Id="R89f77fa753d94dfd" /><Relationship Type="http://schemas.openxmlformats.org/officeDocument/2006/relationships/image" Target="/ppt/media/image33.png" Id="R7566f8c5170943af" /><Relationship Type="http://schemas.openxmlformats.org/officeDocument/2006/relationships/notesSlide" Target="/ppt/notesSlides/notesSlide36.xml" Id="R812f442a4cfc4c8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cc9c009521e248e8" /><Relationship Type="http://schemas.openxmlformats.org/officeDocument/2006/relationships/image" Target="/ppt/media/image34.png" Id="R0aab21d877a445cf" /><Relationship Type="http://schemas.openxmlformats.org/officeDocument/2006/relationships/notesSlide" Target="/ppt/notesSlides/notesSlide37.xml" Id="Rf9e2a92596284ac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51ce1bb0f7c1438e" /><Relationship Type="http://schemas.openxmlformats.org/officeDocument/2006/relationships/image" Target="/ppt/media/image35.png" Id="R271dee7aae8e4ebd" /><Relationship Type="http://schemas.openxmlformats.org/officeDocument/2006/relationships/notesSlide" Target="/ppt/notesSlides/notesSlide38.xml" Id="R802727b1bc2d4ef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8cf10dba75f44557" /><Relationship Type="http://schemas.openxmlformats.org/officeDocument/2006/relationships/image" Target="/ppt/media/image36.png" Id="R8a8df4ffc5d647b2" /><Relationship Type="http://schemas.openxmlformats.org/officeDocument/2006/relationships/notesSlide" Target="/ppt/notesSlides/notesSlide39.xml" Id="R4e66f79c09524ef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fd428a35f66c4523" /><Relationship Type="http://schemas.openxmlformats.org/officeDocument/2006/relationships/image" Target="/ppt/media/image37.png" Id="R228652cdd2ed4736" /><Relationship Type="http://schemas.openxmlformats.org/officeDocument/2006/relationships/notesSlide" Target="/ppt/notesSlides/notesSlide40.xml" Id="R909999d30d4449b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646e88d6f6b844b1" /><Relationship Type="http://schemas.openxmlformats.org/officeDocument/2006/relationships/image" Target="/ppt/media/image38.png" Id="Re5c12e74e0464dc3" /><Relationship Type="http://schemas.openxmlformats.org/officeDocument/2006/relationships/image" Target="/ppt/media/image39.png" Id="R9fc49729c05d4e3f" /><Relationship Type="http://schemas.openxmlformats.org/officeDocument/2006/relationships/notesSlide" Target="/ppt/notesSlides/notesSlide41.xml" Id="R237293e8371d415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df33a04e00f447cb" /><Relationship Type="http://schemas.openxmlformats.org/officeDocument/2006/relationships/image" Target="/ppt/media/image40.png" Id="R8fecd0f5dd584395" /><Relationship Type="http://schemas.openxmlformats.org/officeDocument/2006/relationships/notesSlide" Target="/ppt/notesSlides/notesSlide42.xml" Id="R3ef984bcf52745b6"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644e226a4ee94249" /><Relationship Type="http://schemas.openxmlformats.org/officeDocument/2006/relationships/image" Target="/ppt/media/image41.png" Id="Rf2ab0900c6144878" /><Relationship Type="http://schemas.openxmlformats.org/officeDocument/2006/relationships/notesSlide" Target="/ppt/notesSlides/notesSlide43.xml" Id="R747a446166c64430"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0d0963b20b6a4e2c" /><Relationship Type="http://schemas.openxmlformats.org/officeDocument/2006/relationships/image" Target="/ppt/media/image42.png" Id="R55ca9090ecff467e" /><Relationship Type="http://schemas.openxmlformats.org/officeDocument/2006/relationships/notesSlide" Target="/ppt/notesSlides/notesSlide44.xml" Id="R3b44eb5b6672490e"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efbd2c5941844804" /><Relationship Type="http://schemas.openxmlformats.org/officeDocument/2006/relationships/image" Target="/ppt/media/image43.png" Id="Re6b92b2672d847e8" /><Relationship Type="http://schemas.openxmlformats.org/officeDocument/2006/relationships/notesSlide" Target="/ppt/notesSlides/notesSlide45.xml" Id="R304fdb529cc5489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6bd8330263374788" /><Relationship Type="http://schemas.openxmlformats.org/officeDocument/2006/relationships/image" Target="/ppt/media/image44.png" Id="R77dc38bf572b4115" /><Relationship Type="http://schemas.openxmlformats.org/officeDocument/2006/relationships/notesSlide" Target="/ppt/notesSlides/notesSlide46.xml" Id="Re49d2605f66848d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51c6f81fae3244f8" /><Relationship Type="http://schemas.openxmlformats.org/officeDocument/2006/relationships/notesSlide" Target="/ppt/notesSlides/notesSlide47.xml" Id="R0c158433ea6a4a73"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4d31c35c3bbd44cc" /><Relationship Type="http://schemas.openxmlformats.org/officeDocument/2006/relationships/image" Target="/ppt/media/image45.png" Id="R1667aa32b28841e6" /><Relationship Type="http://schemas.openxmlformats.org/officeDocument/2006/relationships/notesSlide" Target="/ppt/notesSlides/notesSlide48.xml" Id="Rf7557a4150b64cb3"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9c8f825ed10743fe" /><Relationship Type="http://schemas.openxmlformats.org/officeDocument/2006/relationships/image" Target="/ppt/media/image46.png" Id="Rb7c1d273aa95434c" /><Relationship Type="http://schemas.openxmlformats.org/officeDocument/2006/relationships/notesSlide" Target="/ppt/notesSlides/notesSlide49.xml" Id="Re388f7404eb0440a"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135aeb7671414050" /><Relationship Type="http://schemas.openxmlformats.org/officeDocument/2006/relationships/notesSlide" Target="/ppt/notesSlides/notesSlide50.xml" Id="Rf02d33730bec4b4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24017415fced40ad" /><Relationship Type="http://schemas.openxmlformats.org/officeDocument/2006/relationships/image" Target="/ppt/media/image47.png" Id="Ra0d0c85a19cb4a80" /><Relationship Type="http://schemas.openxmlformats.org/officeDocument/2006/relationships/notesSlide" Target="/ppt/notesSlides/notesSlide51.xml" Id="Rbb135250985f4f0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2729dd80a9fd4f0c" /><Relationship Type="http://schemas.openxmlformats.org/officeDocument/2006/relationships/image" Target="/ppt/media/image47.png" Id="R9ab2d81e092f43cd" /><Relationship Type="http://schemas.openxmlformats.org/officeDocument/2006/relationships/notesSlide" Target="/ppt/notesSlides/notesSlide52.xml" Id="R9e796d992a11492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2cc129792b5e4d8a" /><Relationship Type="http://schemas.openxmlformats.org/officeDocument/2006/relationships/notesSlide" Target="/ppt/notesSlides/notesSlide53.xml" Id="R37c58bb4dc554884"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180484f32a5d45eb" /><Relationship Type="http://schemas.openxmlformats.org/officeDocument/2006/relationships/notesSlide" Target="/ppt/notesSlides/notesSlide54.xml" Id="Ra6632603be4a4e23"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FF39C726-CE19-4A18-9970-C459487DEFCB}"/>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13233664-09F2-4FBF-B427-CEB082B3494A}"/>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5F2EA238-C5A5-49F8-B687-C127794C5A58}"/>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67D32562-EE34-486F-B8E7-9413675217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44042509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00dd4b10774b4a0b"/>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69D935FD-EC1A-4D4D-8C65-37A29DF196EC}"/>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FC026DFE-9F4B-403A-A035-72025C6D0910}"/>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F23AF0D1-F209-4FA6-8608-3EF484A68860}"/>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62DAA59C-8877-4DE6-91C9-562204C75DCA}"/>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5D95181C-9F75-4979-9073-1240CED9DCDA}"/>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D4DE53FC-BD3C-4B1C-AA7B-5429EC1AAE1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408580110"/>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AA92440A-CBBB-47F8-9C61-1E5811924015}"/>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52038F19-56AF-42C1-8DED-9568973DDC7C}"/>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E4665841-8608-45D5-AB34-2B820712B28B}"/>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2706232A-6C9F-420C-B12A-104696C95E26}"/>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156C0010-1474-4F8A-8B18-988EDF181EC0}"/>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B09DF562-C6D3-45E3-9AAD-70230F8B9934}"/>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BBFBA7EF-8F6C-46E1-A565-0E87DF28DACE}"/>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5F0E86A7-14B5-474C-AE6D-0E7637BD7497}"/>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BD39F269-E094-4FCB-8E31-6E9075B536A7}"/>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0941F3B0-2D7B-4517-B258-4472F54D56FB}"/>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4FBB3C56-251F-48E1-9F16-E2CCA65A71DD}"/>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E395ECEF-7104-4C4B-9D76-87539CC80BA0}"/>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ADC93E50-C986-4105-A7D2-54C6C8473BB2}"/>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79A3F118-C79E-42B2-943B-5926ECC6CCE4}"/>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2C62C23C-630D-43EA-B3D8-E05D35B46BDD}"/>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7B82DACE-BBD1-47C5-9F86-6E4AA768723B}"/>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71C95F64-C9AF-4865-990F-840A641B282E}"/>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C839B89B-3B56-435E-BB8F-016A437D91F6}"/>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A1AE0963-2380-4CFB-A80D-A34231AD0004}"/>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F6CBC50D-B157-4C1F-88C6-5EE9EAE678AC}"/>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82448DE4-8A99-4CE4-B5A8-3B1A2DFB466E}"/>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367E4769-7DED-4F38-B5C3-E31F121841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2823786935"/>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1FC0828D-22F4-4F64-AD2D-E52668D0770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FD64B629-8ED4-4315-8C66-9CEF81145530}"/>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C705F72A-D441-4ADD-AFE1-27557BC3D0D0}"/>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90196E7E-DFD8-4530-93A6-C167BC6E64E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126417008"/>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6BC6EFE8-4B1C-409B-BD6D-168FD825C1DF}"/>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77F70234-0305-4E62-8B1F-39528700B8E1}"/>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AC86FE6F-239B-4B63-9365-DDD1ACE996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2572090099"/>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3348EB5C-D22D-4C28-90DE-31064565331F}"/>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2C3F0DC6-5784-4994-A0F7-1A2C58E8E496}"/>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FA0D795E-2C3F-4F68-9731-5E643D772B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365995018"/>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5A796E37-8F21-4450-B5FF-69F516C57E0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709822289"/>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AE283481-3C17-45E1-A413-8D25EB6F42C2}"/>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7F6B858C-A47E-4F9D-ACED-666C3F36A17C}"/>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2E9CA99C-C3BA-4285-8D56-63757A0546B1}"/>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1416BABF-E4DE-41C4-A317-F63C08A91985}"/>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70F655C6-3147-42F2-B8C5-993FE530D491}"/>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64DE3C1F-5961-4D5F-8190-669D7FA02E0C}"/>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6CDED4B5-5CFC-47C1-A3BE-F2E704106D58}"/>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50C8B068-2508-4149-9C8F-53A9D9B86425}"/>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2FBD1898-E1D9-4F39-8A45-2AF3E7C018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909326656"/>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48F457BB-C14D-4970-8C8E-FE654FBA1B96}"/>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F3C167D6-6231-4624-863B-F78507645D3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5A44743F-9FEA-4922-8C70-69FA3E38B82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5CD3C84D-1DB2-4421-BCDD-757C721245E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890354677"/>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1480a1dcbbbc43e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A342F575-0D79-4FEA-802A-CCC64BB1B5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576487937"/>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c671df258dd74fa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29018DD0-FEA5-43B8-826A-E07D875FCAB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2003905"/>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1308b9e82bd8449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F922A64D-20C2-429E-8356-8F14E4BC7FD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90006440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634a887c11614c9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087E5F9B-929B-46DA-9176-D24DB3F74C7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715579440"/>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f64a39e3a9954c9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9A1AE0C9-3A11-4C31-A2A4-C1CA4D0177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886892"/>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ed4d97a230b841f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9D7E62C7-6844-45BD-8B7E-8EA662CAD84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1334701"/>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84F8A3E6-C108-4757-A43E-B1E940D0DA3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117d27b0a2c341e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4C557514-9E66-453F-80F3-B3969B89FB3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2262096A-D6DF-4BFB-BC97-C73FF00AC72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076E1754-F2F5-472D-AF2E-406C2B60AA4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164DDDE8-CFD7-47F5-8916-8DCEDE3A732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7b98ad54972e47f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D4555631-598C-4400-A672-D2F9F46D7D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157850849"/>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3465CA09-6BD3-4EAD-B610-D02CF924F16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Foundations</a:t>
            </a:r>
          </a:p>
        </p:txBody>
      </p:sp>
      <p:pic>
        <p:nvPicPr>
          <p:cNvPr id="100" name="mini-map"/>
          <p:cNvPicPr>
            <a:picLocks xmlns:a="http://schemas.openxmlformats.org/drawingml/2006/main" noChangeAspect="1"/>
          </p:cNvPicPr>
          <p:nvPr/>
        </p:nvPicPr>
        <p:blipFill>
          <a:blip xmlns:r="http://schemas.openxmlformats.org/officeDocument/2006/relationships" xmlns:a="http://schemas.openxmlformats.org/drawingml/2006/main" r:embed="Rbd62791cef5a4f6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4FCB15E4-079A-4303-967B-7E156510AC3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model invocation</a:t>
            </a:r>
          </a:p>
        </p:txBody>
      </p:sp>
      <p:sp>
        <p:nvSpPr>
          <p:cNvPr id="82" name="header-divider">
            <a:extLst xmlns:a="http://schemas.openxmlformats.org/drawingml/2006/main">
              <a:ext uri="{FF2B5EF4-FFF2-40B4-BE49-F238E27FC236}">
                <a16:creationId xmlns:a16="http://schemas.microsoft.com/office/drawing/2014/main" id="{16055B85-6F78-4D19-A1BD-65176202FA4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CDE099D6-F3CA-4E6A-B4E0-4342AD2A87F8}"/>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Supplied input</a:t>
            </a:r>
          </a:p>
        </p:txBody>
      </p:sp>
      <p:sp>
        <p:nvSpPr>
          <p:cNvPr id="84" name="11-text-2">
            <a:extLst xmlns:a="http://schemas.openxmlformats.org/drawingml/2006/main">
              <a:ext uri="{FF2B5EF4-FFF2-40B4-BE49-F238E27FC236}">
                <a16:creationId xmlns:a16="http://schemas.microsoft.com/office/drawing/2014/main" id="{01893F43-0FE2-4558-A760-AF74FE9D6CE8}"/>
              </a:ext>
            </a:extLst>
          </p:cNvPr>
          <p:cNvSpPr>
            <a:spLocks xmlns:a="http://schemas.openxmlformats.org/drawingml/2006/main"/>
          </p:cNvSpPr>
          <p:nvPr/>
        </p:nvSpPr>
        <p:spPr>
          <a:xfrm xmlns:a="http://schemas.openxmlformats.org/drawingml/2006/main">
            <a:off x="6096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request,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tool definitions</a:t>
            </a:r>
          </a:p>
        </p:txBody>
      </p:sp>
      <p:sp>
        <p:nvSpPr>
          <p:cNvPr id="85" name="11-text-3">
            <a:extLst xmlns:a="http://schemas.openxmlformats.org/drawingml/2006/main">
              <a:ext uri="{FF2B5EF4-FFF2-40B4-BE49-F238E27FC236}">
                <a16:creationId xmlns:a16="http://schemas.microsoft.com/office/drawing/2014/main" id="{DA7E4205-B61E-448A-A4B5-996ACCFA8615}"/>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Inference</a:t>
            </a:r>
          </a:p>
        </p:txBody>
      </p:sp>
      <p:sp>
        <p:nvSpPr>
          <p:cNvPr id="86" name="11-text-4">
            <a:extLst xmlns:a="http://schemas.openxmlformats.org/drawingml/2006/main">
              <a:ext uri="{FF2B5EF4-FFF2-40B4-BE49-F238E27FC236}">
                <a16:creationId xmlns:a16="http://schemas.microsoft.com/office/drawing/2014/main" id="{70B5D45A-14A8-45DB-AAB8-F90441FA261E}"/>
              </a:ext>
            </a:extLst>
          </p:cNvPr>
          <p:cNvSpPr>
            <a:spLocks xmlns:a="http://schemas.openxmlformats.org/drawingml/2006/main"/>
          </p:cNvSpPr>
          <p:nvPr/>
        </p:nvSpPr>
        <p:spPr>
          <a:xfrm xmlns:a="http://schemas.openxmlformats.org/drawingml/2006/main">
            <a:off x="45212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Run a trained model</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selected settings</a:t>
            </a:r>
          </a:p>
        </p:txBody>
      </p:sp>
      <p:sp>
        <p:nvSpPr>
          <p:cNvPr id="87" name="11-text-5">
            <a:extLst xmlns:a="http://schemas.openxmlformats.org/drawingml/2006/main">
              <a:ext uri="{FF2B5EF4-FFF2-40B4-BE49-F238E27FC236}">
                <a16:creationId xmlns:a16="http://schemas.microsoft.com/office/drawing/2014/main" id="{B14DA7E4-2A5B-4222-BFA0-B0BBA133A391}"/>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Generated output</a:t>
            </a:r>
          </a:p>
        </p:txBody>
      </p:sp>
      <p:sp>
        <p:nvSpPr>
          <p:cNvPr id="88" name="11-text-6">
            <a:extLst xmlns:a="http://schemas.openxmlformats.org/drawingml/2006/main">
              <a:ext uri="{FF2B5EF4-FFF2-40B4-BE49-F238E27FC236}">
                <a16:creationId xmlns:a16="http://schemas.microsoft.com/office/drawing/2014/main" id="{63296EB5-F259-4F95-8CE8-E7CF908F0C2B}"/>
              </a:ext>
            </a:extLst>
          </p:cNvPr>
          <p:cNvSpPr>
            <a:spLocks xmlns:a="http://schemas.openxmlformats.org/drawingml/2006/main"/>
          </p:cNvSpPr>
          <p:nvPr/>
        </p:nvSpPr>
        <p:spPr>
          <a:xfrm xmlns:a="http://schemas.openxmlformats.org/drawingml/2006/main">
            <a:off x="8432800" y="2921000"/>
            <a:ext cx="31496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Response 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proposed tool call</a:t>
            </a:r>
          </a:p>
        </p:txBody>
      </p:sp>
      <p:sp>
        <p:nvSpPr>
          <p:cNvPr id="89" name="11-line-8">
            <a:extLst xmlns:a="http://schemas.openxmlformats.org/drawingml/2006/main">
              <a:ext uri="{FF2B5EF4-FFF2-40B4-BE49-F238E27FC236}">
                <a16:creationId xmlns:a16="http://schemas.microsoft.com/office/drawing/2014/main" id="{AF7CC71A-91F9-404C-B984-9BED68654F4A}"/>
              </a:ext>
            </a:extLst>
          </p:cNvPr>
          <p:cNvSpPr>
            <a:spLocks xmlns:a="http://schemas.openxmlformats.org/drawingml/2006/main"/>
          </p:cNvSpPr>
          <p:nvPr/>
        </p:nvSpPr>
        <p:spPr>
          <a:xfrm xmlns:a="http://schemas.openxmlformats.org/drawingml/2006/main" flipH="0" flipV="0">
            <a:off x="39116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0" name="11-line-10">
            <a:extLst xmlns:a="http://schemas.openxmlformats.org/drawingml/2006/main">
              <a:ext uri="{FF2B5EF4-FFF2-40B4-BE49-F238E27FC236}">
                <a16:creationId xmlns:a16="http://schemas.microsoft.com/office/drawing/2014/main" id="{E0075B57-094E-4C22-AEC4-B5655A366477}"/>
              </a:ext>
            </a:extLst>
          </p:cNvPr>
          <p:cNvSpPr>
            <a:spLocks xmlns:a="http://schemas.openxmlformats.org/drawingml/2006/main"/>
          </p:cNvSpPr>
          <p:nvPr/>
        </p:nvSpPr>
        <p:spPr>
          <a:xfrm xmlns:a="http://schemas.openxmlformats.org/drawingml/2006/main" flipH="0" flipV="0">
            <a:off x="7823200" y="32385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91" name="11-text-11">
            <a:extLst xmlns:a="http://schemas.openxmlformats.org/drawingml/2006/main">
              <a:ext uri="{FF2B5EF4-FFF2-40B4-BE49-F238E27FC236}">
                <a16:creationId xmlns:a16="http://schemas.microsoft.com/office/drawing/2014/main" id="{EDA977B5-E03A-4881-9A58-0293811A47EB}"/>
              </a:ext>
            </a:extLst>
          </p:cNvPr>
          <p:cNvSpPr>
            <a:spLocks xmlns:a="http://schemas.openxmlformats.org/drawingml/2006/main"/>
          </p:cNvSpPr>
          <p:nvPr/>
        </p:nvSpPr>
        <p:spPr>
          <a:xfrm xmlns:a="http://schemas.openxmlformats.org/drawingml/2006/main">
            <a:off x="609600" y="4064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Tokens</a:t>
            </a:r>
          </a:p>
        </p:txBody>
      </p:sp>
      <p:sp>
        <p:nvSpPr>
          <p:cNvPr id="92" name="11-text-12">
            <a:extLst xmlns:a="http://schemas.openxmlformats.org/drawingml/2006/main">
              <a:ext uri="{FF2B5EF4-FFF2-40B4-BE49-F238E27FC236}">
                <a16:creationId xmlns:a16="http://schemas.microsoft.com/office/drawing/2014/main" id="{7507F31E-67DC-49E8-92E3-3B8B90930E43}"/>
              </a:ext>
            </a:extLst>
          </p:cNvPr>
          <p:cNvSpPr>
            <a:spLocks xmlns:a="http://schemas.openxmlformats.org/drawingml/2006/main"/>
          </p:cNvSpPr>
          <p:nvPr/>
        </p:nvSpPr>
        <p:spPr>
          <a:xfrm xmlns:a="http://schemas.openxmlformats.org/drawingml/2006/main">
            <a:off x="3708400" y="4064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Units of content the model processes and generates.</a:t>
            </a:r>
          </a:p>
        </p:txBody>
      </p:sp>
      <p:sp>
        <p:nvSpPr>
          <p:cNvPr id="93" name="11-text-13">
            <a:extLst xmlns:a="http://schemas.openxmlformats.org/drawingml/2006/main">
              <a:ext uri="{FF2B5EF4-FFF2-40B4-BE49-F238E27FC236}">
                <a16:creationId xmlns:a16="http://schemas.microsoft.com/office/drawing/2014/main" id="{3158460C-4A76-415A-9EC7-EB154858FF2A}"/>
              </a:ext>
            </a:extLst>
          </p:cNvPr>
          <p:cNvSpPr>
            <a:spLocks xmlns:a="http://schemas.openxmlformats.org/drawingml/2006/main"/>
          </p:cNvSpPr>
          <p:nvPr/>
        </p:nvSpPr>
        <p:spPr>
          <a:xfrm xmlns:a="http://schemas.openxmlformats.org/drawingml/2006/main">
            <a:off x="609600" y="4572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Context limit</a:t>
            </a:r>
          </a:p>
        </p:txBody>
      </p:sp>
      <p:sp>
        <p:nvSpPr>
          <p:cNvPr id="94" name="11-text-14">
            <a:extLst xmlns:a="http://schemas.openxmlformats.org/drawingml/2006/main">
              <a:ext uri="{FF2B5EF4-FFF2-40B4-BE49-F238E27FC236}">
                <a16:creationId xmlns:a16="http://schemas.microsoft.com/office/drawing/2014/main" id="{6367DE1D-26DA-492F-A2FF-E5A860F46476}"/>
              </a:ext>
            </a:extLst>
          </p:cNvPr>
          <p:cNvSpPr>
            <a:spLocks xmlns:a="http://schemas.openxmlformats.org/drawingml/2006/main"/>
          </p:cNvSpPr>
          <p:nvPr/>
        </p:nvSpPr>
        <p:spPr>
          <a:xfrm xmlns:a="http://schemas.openxmlformats.org/drawingml/2006/main">
            <a:off x="3708400" y="4572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Capacity for input and generated tokens.</a:t>
            </a:r>
          </a:p>
        </p:txBody>
      </p:sp>
      <p:sp>
        <p:nvSpPr>
          <p:cNvPr id="95" name="11-text-15">
            <a:extLst xmlns:a="http://schemas.openxmlformats.org/drawingml/2006/main">
              <a:ext uri="{FF2B5EF4-FFF2-40B4-BE49-F238E27FC236}">
                <a16:creationId xmlns:a16="http://schemas.microsoft.com/office/drawing/2014/main" id="{FB1CDA21-4F22-4DE8-B2DA-BD003D8F7860}"/>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Reasoning settings</a:t>
            </a:r>
          </a:p>
        </p:txBody>
      </p:sp>
      <p:sp>
        <p:nvSpPr>
          <p:cNvPr id="96" name="11-text-16">
            <a:extLst xmlns:a="http://schemas.openxmlformats.org/drawingml/2006/main">
              <a:ext uri="{FF2B5EF4-FFF2-40B4-BE49-F238E27FC236}">
                <a16:creationId xmlns:a16="http://schemas.microsoft.com/office/drawing/2014/main" id="{3D437181-F32C-420A-A9D2-27B9E528357A}"/>
              </a:ext>
            </a:extLst>
          </p:cNvPr>
          <p:cNvSpPr>
            <a:spLocks xmlns:a="http://schemas.openxmlformats.org/drawingml/2006/main"/>
          </p:cNvSpPr>
          <p:nvPr/>
        </p:nvSpPr>
        <p:spPr>
          <a:xfrm xmlns:a="http://schemas.openxmlformats.org/drawingml/2006/main">
            <a:off x="3708400" y="5080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Control reasoning effort where supported.</a:t>
            </a:r>
          </a:p>
        </p:txBody>
      </p:sp>
      <p:sp>
        <p:nvSpPr>
          <p:cNvPr id="97" name="11-text-17">
            <a:extLst xmlns:a="http://schemas.openxmlformats.org/drawingml/2006/main">
              <a:ext uri="{FF2B5EF4-FFF2-40B4-BE49-F238E27FC236}">
                <a16:creationId xmlns:a16="http://schemas.microsoft.com/office/drawing/2014/main" id="{4CA6AFB2-D69E-4119-BF44-F3079A456A2C}"/>
              </a:ext>
            </a:extLst>
          </p:cNvPr>
          <p:cNvSpPr>
            <a:spLocks xmlns:a="http://schemas.openxmlformats.org/drawingml/2006/main"/>
          </p:cNvSpPr>
          <p:nvPr/>
        </p:nvSpPr>
        <p:spPr>
          <a:xfrm xmlns:a="http://schemas.openxmlformats.org/drawingml/2006/main">
            <a:off x="609600" y="5816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 a configuration suited to the task and approved for the data.</a:t>
            </a:r>
          </a:p>
        </p:txBody>
      </p:sp>
      <p:sp>
        <p:nvSpPr>
          <p:cNvPr id="98" name="narrative-number">
            <a:extLst xmlns:a="http://schemas.openxmlformats.org/drawingml/2006/main">
              <a:ext uri="{FF2B5EF4-FFF2-40B4-BE49-F238E27FC236}">
                <a16:creationId xmlns:a16="http://schemas.microsoft.com/office/drawing/2014/main" id="{C98AE88C-3DFC-43D7-BD50-9D028E6136A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2955456573"/>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99" name="!!area-name">
            <a:extLst xmlns:a="http://schemas.openxmlformats.org/drawingml/2006/main">
              <a:ext uri="{FF2B5EF4-FFF2-40B4-BE49-F238E27FC236}">
                <a16:creationId xmlns:a16="http://schemas.microsoft.com/office/drawing/2014/main" id="{338C01FA-898C-4903-BD96-57E4A26782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11" name="mini-map"/>
          <p:cNvPicPr>
            <a:picLocks xmlns:a="http://schemas.openxmlformats.org/drawingml/2006/main" noChangeAspect="1"/>
          </p:cNvPicPr>
          <p:nvPr/>
        </p:nvPicPr>
        <p:blipFill>
          <a:blip xmlns:r="http://schemas.openxmlformats.org/officeDocument/2006/relationships" xmlns:a="http://schemas.openxmlformats.org/drawingml/2006/main" r:embed="R5f351c57f796424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1" name="slide-title">
            <a:extLst xmlns:a="http://schemas.openxmlformats.org/drawingml/2006/main">
              <a:ext uri="{FF2B5EF4-FFF2-40B4-BE49-F238E27FC236}">
                <a16:creationId xmlns:a16="http://schemas.microsoft.com/office/drawing/2014/main" id="{507C8F7D-555D-4880-A177-5F937F6E770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Selecting a model configuration</a:t>
            </a:r>
          </a:p>
        </p:txBody>
      </p:sp>
      <p:sp>
        <p:nvSpPr>
          <p:cNvPr id="102" name="header-divider">
            <a:extLst xmlns:a="http://schemas.openxmlformats.org/drawingml/2006/main">
              <a:ext uri="{FF2B5EF4-FFF2-40B4-BE49-F238E27FC236}">
                <a16:creationId xmlns:a16="http://schemas.microsoft.com/office/drawing/2014/main" id="{E7F46570-791D-426E-B95D-DA9B23753FF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3" name="12-text-1">
            <a:extLst xmlns:a="http://schemas.openxmlformats.org/drawingml/2006/main">
              <a:ext uri="{FF2B5EF4-FFF2-40B4-BE49-F238E27FC236}">
                <a16:creationId xmlns:a16="http://schemas.microsoft.com/office/drawing/2014/main" id="{4F7EFBA1-4DE5-47D8-B4F9-2080D557B300}"/>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Eligible options</a:t>
            </a:r>
          </a:p>
        </p:txBody>
      </p:sp>
      <p:sp>
        <p:nvSpPr>
          <p:cNvPr id="104" name="12-text-2">
            <a:extLst xmlns:a="http://schemas.openxmlformats.org/drawingml/2006/main">
              <a:ext uri="{FF2B5EF4-FFF2-40B4-BE49-F238E27FC236}">
                <a16:creationId xmlns:a16="http://schemas.microsoft.com/office/drawing/2014/main" id="{0F6816A7-3197-4FF0-803E-0C6ED6FC5429}"/>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for the data, environment, and intended use.</a:t>
            </a:r>
          </a:p>
        </p:txBody>
      </p:sp>
      <p:sp>
        <p:nvSpPr>
          <p:cNvPr id="105" name="12-text-3">
            <a:extLst xmlns:a="http://schemas.openxmlformats.org/drawingml/2006/main">
              <a:ext uri="{FF2B5EF4-FFF2-40B4-BE49-F238E27FC236}">
                <a16:creationId xmlns:a16="http://schemas.microsoft.com/office/drawing/2014/main" id="{BF69E3AE-9DB1-448A-90B7-FC24DF552FD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Required quality</a:t>
            </a:r>
          </a:p>
        </p:txBody>
      </p:sp>
      <p:sp>
        <p:nvSpPr>
          <p:cNvPr id="106" name="12-text-4">
            <a:extLst xmlns:a="http://schemas.openxmlformats.org/drawingml/2006/main">
              <a:ext uri="{FF2B5EF4-FFF2-40B4-BE49-F238E27FC236}">
                <a16:creationId xmlns:a16="http://schemas.microsoft.com/office/drawing/2014/main" id="{24BA9111-F067-4AF8-9907-458DBF2B35F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tasks, with clear acceptance criteria.</a:t>
            </a:r>
          </a:p>
        </p:txBody>
      </p:sp>
      <p:sp>
        <p:nvSpPr>
          <p:cNvPr id="107" name="12-text-5">
            <a:extLst xmlns:a="http://schemas.openxmlformats.org/drawingml/2006/main">
              <a:ext uri="{FF2B5EF4-FFF2-40B4-BE49-F238E27FC236}">
                <a16:creationId xmlns:a16="http://schemas.microsoft.com/office/drawing/2014/main" id="{381A8194-F353-4B0A-AF28-6EF59E8B08A5}"/>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Task efficiency</a:t>
            </a:r>
          </a:p>
        </p:txBody>
      </p:sp>
      <p:sp>
        <p:nvSpPr>
          <p:cNvPr id="108" name="12-text-6">
            <a:extLst xmlns:a="http://schemas.openxmlformats.org/drawingml/2006/main">
              <a:ext uri="{FF2B5EF4-FFF2-40B4-BE49-F238E27FC236}">
                <a16:creationId xmlns:a16="http://schemas.microsoft.com/office/drawing/2014/main" id="{EE5AA8F0-5B38-4533-8E00-76F51E5D59FE}"/>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time and cost per successful task,</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including retries and review.</a:t>
            </a:r>
          </a:p>
        </p:txBody>
      </p:sp>
      <p:sp>
        <p:nvSpPr>
          <p:cNvPr id="109" name="narrative-number">
            <a:extLst xmlns:a="http://schemas.openxmlformats.org/drawingml/2006/main">
              <a:ext uri="{FF2B5EF4-FFF2-40B4-BE49-F238E27FC236}">
                <a16:creationId xmlns:a16="http://schemas.microsoft.com/office/drawing/2014/main" id="{7DB1C364-1687-4A3E-925A-819ED95BBED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1259975225"/>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0" name="!!area-name">
            <a:extLst xmlns:a="http://schemas.openxmlformats.org/drawingml/2006/main">
              <a:ext uri="{FF2B5EF4-FFF2-40B4-BE49-F238E27FC236}">
                <a16:creationId xmlns:a16="http://schemas.microsoft.com/office/drawing/2014/main" id="{0D1DC1B6-063E-468D-BC11-25DB62F722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24" name="mini-map"/>
          <p:cNvPicPr>
            <a:picLocks xmlns:a="http://schemas.openxmlformats.org/drawingml/2006/main" noChangeAspect="1"/>
          </p:cNvPicPr>
          <p:nvPr/>
        </p:nvPicPr>
        <p:blipFill>
          <a:blip xmlns:r="http://schemas.openxmlformats.org/officeDocument/2006/relationships" xmlns:a="http://schemas.openxmlformats.org/drawingml/2006/main" r:embed="R6c85b24f5be24b7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2" name="slide-title">
            <a:extLst xmlns:a="http://schemas.openxmlformats.org/drawingml/2006/main">
              <a:ext uri="{FF2B5EF4-FFF2-40B4-BE49-F238E27FC236}">
                <a16:creationId xmlns:a16="http://schemas.microsoft.com/office/drawing/2014/main" id="{33DE3210-073B-4138-8BBE-E75BFFBAF9F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13" name="header-divider">
            <a:extLst xmlns:a="http://schemas.openxmlformats.org/drawingml/2006/main">
              <a:ext uri="{FF2B5EF4-FFF2-40B4-BE49-F238E27FC236}">
                <a16:creationId xmlns:a16="http://schemas.microsoft.com/office/drawing/2014/main" id="{D78C25F0-F000-4C32-A076-C06D99128C4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4" name="13-text-1">
            <a:extLst xmlns:a="http://schemas.openxmlformats.org/drawingml/2006/main">
              <a:ext uri="{FF2B5EF4-FFF2-40B4-BE49-F238E27FC236}">
                <a16:creationId xmlns:a16="http://schemas.microsoft.com/office/drawing/2014/main" id="{4E623720-89B6-4E45-A3F1-66A487D1087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Capacity</a:t>
            </a:r>
          </a:p>
        </p:txBody>
      </p:sp>
      <p:sp>
        <p:nvSpPr>
          <p:cNvPr id="115" name="13-text-2">
            <a:extLst xmlns:a="http://schemas.openxmlformats.org/drawingml/2006/main">
              <a:ext uri="{FF2B5EF4-FFF2-40B4-BE49-F238E27FC236}">
                <a16:creationId xmlns:a16="http://schemas.microsoft.com/office/drawing/2014/main" id="{0CFC555C-554E-4C34-B492-59B9BCFCA53D}"/>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Evidence fits, but the result still needs checking.</a:t>
            </a:r>
          </a:p>
        </p:txBody>
      </p:sp>
      <p:sp>
        <p:nvSpPr>
          <p:cNvPr id="116" name="13-text-3">
            <a:extLst xmlns:a="http://schemas.openxmlformats.org/drawingml/2006/main">
              <a:ext uri="{FF2B5EF4-FFF2-40B4-BE49-F238E27FC236}">
                <a16:creationId xmlns:a16="http://schemas.microsoft.com/office/drawing/2014/main" id="{AE4F3329-F7C7-4233-84BE-9804E15BE52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Effort</a:t>
            </a:r>
          </a:p>
        </p:txBody>
      </p:sp>
      <p:sp>
        <p:nvSpPr>
          <p:cNvPr id="117" name="13-text-4">
            <a:extLst xmlns:a="http://schemas.openxmlformats.org/drawingml/2006/main">
              <a:ext uri="{FF2B5EF4-FFF2-40B4-BE49-F238E27FC236}">
                <a16:creationId xmlns:a16="http://schemas.microsoft.com/office/drawing/2014/main" id="{64D5818B-8D40-4F8B-BCC1-82D7BDBA74ED}"/>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higher setting still needs task evidence.</a:t>
            </a:r>
          </a:p>
        </p:txBody>
      </p:sp>
      <p:sp>
        <p:nvSpPr>
          <p:cNvPr id="118" name="13-text-5">
            <a:extLst xmlns:a="http://schemas.openxmlformats.org/drawingml/2006/main">
              <a:ext uri="{FF2B5EF4-FFF2-40B4-BE49-F238E27FC236}">
                <a16:creationId xmlns:a16="http://schemas.microsoft.com/office/drawing/2014/main" id="{47DE90E7-C9DC-4746-A507-3713EDB1B0A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Cost</a:t>
            </a:r>
          </a:p>
        </p:txBody>
      </p:sp>
      <p:sp>
        <p:nvSpPr>
          <p:cNvPr id="119" name="13-text-6">
            <a:extLst xmlns:a="http://schemas.openxmlformats.org/drawingml/2006/main">
              <a:ext uri="{FF2B5EF4-FFF2-40B4-BE49-F238E27FC236}">
                <a16:creationId xmlns:a16="http://schemas.microsoft.com/office/drawing/2014/main" id="{54FA46CE-8380-4D66-BFA9-CA2F8B04887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Token price omits retries and review.</a:t>
            </a:r>
          </a:p>
        </p:txBody>
      </p:sp>
      <p:sp>
        <p:nvSpPr>
          <p:cNvPr id="120" name="13-text-7">
            <a:extLst xmlns:a="http://schemas.openxmlformats.org/drawingml/2006/main">
              <a:ext uri="{FF2B5EF4-FFF2-40B4-BE49-F238E27FC236}">
                <a16:creationId xmlns:a16="http://schemas.microsoft.com/office/drawing/2014/main" id="{8E14256C-97D2-41DF-9AEA-8874A0E50FB7}"/>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21" name="13-text-8">
            <a:extLst xmlns:a="http://schemas.openxmlformats.org/drawingml/2006/main">
              <a:ext uri="{FF2B5EF4-FFF2-40B4-BE49-F238E27FC236}">
                <a16:creationId xmlns:a16="http://schemas.microsoft.com/office/drawing/2014/main" id="{BCE56210-F64A-48FE-9E96-6C18218B8D7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22" name="narrative-number">
            <a:extLst xmlns:a="http://schemas.openxmlformats.org/drawingml/2006/main">
              <a:ext uri="{FF2B5EF4-FFF2-40B4-BE49-F238E27FC236}">
                <a16:creationId xmlns:a16="http://schemas.microsoft.com/office/drawing/2014/main" id="{A94EB529-C354-4B6D-A365-EB46F23E581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2540967739"/>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3" name="!!area-name">
            <a:extLst xmlns:a="http://schemas.openxmlformats.org/drawingml/2006/main">
              <a:ext uri="{FF2B5EF4-FFF2-40B4-BE49-F238E27FC236}">
                <a16:creationId xmlns:a16="http://schemas.microsoft.com/office/drawing/2014/main" id="{0CFB83A7-B244-496D-A8B9-C61A469A757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37" name="mini-map"/>
          <p:cNvPicPr>
            <a:picLocks xmlns:a="http://schemas.openxmlformats.org/drawingml/2006/main" noChangeAspect="1"/>
          </p:cNvPicPr>
          <p:nvPr/>
        </p:nvPicPr>
        <p:blipFill>
          <a:blip xmlns:r="http://schemas.openxmlformats.org/officeDocument/2006/relationships" xmlns:a="http://schemas.openxmlformats.org/drawingml/2006/main" r:embed="R16977cce4173428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5" name="slide-title">
            <a:extLst xmlns:a="http://schemas.openxmlformats.org/drawingml/2006/main">
              <a:ext uri="{FF2B5EF4-FFF2-40B4-BE49-F238E27FC236}">
                <a16:creationId xmlns:a16="http://schemas.microsoft.com/office/drawing/2014/main" id="{8E036F7D-29F8-45E6-BF93-708C21DDE38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26" name="header-divider">
            <a:extLst xmlns:a="http://schemas.openxmlformats.org/drawingml/2006/main">
              <a:ext uri="{FF2B5EF4-FFF2-40B4-BE49-F238E27FC236}">
                <a16:creationId xmlns:a16="http://schemas.microsoft.com/office/drawing/2014/main" id="{E22C55CA-70F4-4397-89D2-69E969F5A2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7" name="14-text-1">
            <a:extLst xmlns:a="http://schemas.openxmlformats.org/drawingml/2006/main">
              <a:ext uri="{FF2B5EF4-FFF2-40B4-BE49-F238E27FC236}">
                <a16:creationId xmlns:a16="http://schemas.microsoft.com/office/drawing/2014/main" id="{BA49CEBC-F917-40C8-A9D2-DEBA5BB4CFF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sp>
        <p:nvSpPr>
          <p:cNvPr id="128" name="14-text-2">
            <a:extLst xmlns:a="http://schemas.openxmlformats.org/drawingml/2006/main">
              <a:ext uri="{FF2B5EF4-FFF2-40B4-BE49-F238E27FC236}">
                <a16:creationId xmlns:a16="http://schemas.microsoft.com/office/drawing/2014/main" id="{F8EBC4AD-4F2A-48B0-ABB7-C786727B8F17}"/>
              </a:ext>
            </a:extLst>
          </p:cNvPr>
          <p:cNvSpPr>
            <a:spLocks xmlns:a="http://schemas.openxmlformats.org/drawingml/2006/main"/>
          </p:cNvSpPr>
          <p:nvPr/>
        </p:nvSpPr>
        <p:spPr>
          <a:xfrm xmlns:a="http://schemas.openxmlformats.org/drawingml/2006/main">
            <a:off x="609600" y="2844800"/>
            <a:ext cx="1097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CUI/ECI corpus. Approved options assumed older and less capable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synthesis.</a:t>
            </a:r>
          </a:p>
        </p:txBody>
      </p:sp>
      <p:sp>
        <p:nvSpPr>
          <p:cNvPr id="129" name="14-text-3">
            <a:extLst xmlns:a="http://schemas.openxmlformats.org/drawingml/2006/main">
              <a:ext uri="{FF2B5EF4-FFF2-40B4-BE49-F238E27FC236}">
                <a16:creationId xmlns:a16="http://schemas.microsoft.com/office/drawing/2014/main" id="{C2129600-DFCE-4FCB-8C60-65BEAE462617}"/>
              </a:ext>
            </a:extLst>
          </p:cNvPr>
          <p:cNvSpPr>
            <a:spLocks xmlns:a="http://schemas.openxmlformats.org/drawingml/2006/main"/>
          </p:cNvSpPr>
          <p:nvPr/>
        </p:nvSpPr>
        <p:spPr>
          <a:xfrm xmlns:a="http://schemas.openxmlformats.org/drawingml/2006/main">
            <a:off x="6096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Design</a:t>
            </a:r>
          </a:p>
        </p:txBody>
      </p:sp>
      <p:sp>
        <p:nvSpPr>
          <p:cNvPr id="130" name="14-text-4">
            <a:extLst xmlns:a="http://schemas.openxmlformats.org/drawingml/2006/main">
              <a:ext uri="{FF2B5EF4-FFF2-40B4-BE49-F238E27FC236}">
                <a16:creationId xmlns:a16="http://schemas.microsoft.com/office/drawing/2014/main" id="{035DE984-2D5E-4F41-8D77-56901DF3A18B}"/>
              </a:ext>
            </a:extLst>
          </p:cNvPr>
          <p:cNvSpPr>
            <a:spLocks xmlns:a="http://schemas.openxmlformats.org/drawingml/2006/main"/>
          </p:cNvSpPr>
          <p:nvPr/>
        </p:nvSpPr>
        <p:spPr>
          <a:xfrm xmlns:a="http://schemas.openxmlformats.org/drawingml/2006/main">
            <a:off x="609600" y="4140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one eligible configuration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summaries and cross-case synthesis.</a:t>
            </a:r>
          </a:p>
        </p:txBody>
      </p:sp>
      <p:sp>
        <p:nvSpPr>
          <p:cNvPr id="131" name="14-text-5">
            <a:extLst xmlns:a="http://schemas.openxmlformats.org/drawingml/2006/main">
              <a:ext uri="{FF2B5EF4-FFF2-40B4-BE49-F238E27FC236}">
                <a16:creationId xmlns:a16="http://schemas.microsoft.com/office/drawing/2014/main" id="{8D12655D-2E48-423D-A5EE-DEB241BF07CE}"/>
              </a:ext>
            </a:extLst>
          </p:cNvPr>
          <p:cNvSpPr>
            <a:spLocks xmlns:a="http://schemas.openxmlformats.org/drawingml/2006/main"/>
          </p:cNvSpPr>
          <p:nvPr/>
        </p:nvSpPr>
        <p:spPr>
          <a:xfrm xmlns:a="http://schemas.openxmlformats.org/drawingml/2006/main">
            <a:off x="609600" y="51816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Failure to test</a:t>
            </a:r>
          </a:p>
        </p:txBody>
      </p:sp>
      <p:sp>
        <p:nvSpPr>
          <p:cNvPr id="132" name="14-text-6">
            <a:extLst xmlns:a="http://schemas.openxmlformats.org/drawingml/2006/main">
              <a:ext uri="{FF2B5EF4-FFF2-40B4-BE49-F238E27FC236}">
                <a16:creationId xmlns:a16="http://schemas.microsoft.com/office/drawing/2014/main" id="{851A8859-B7CC-4C6F-9E66-06B42F6E39AE}"/>
              </a:ext>
            </a:extLst>
          </p:cNvPr>
          <p:cNvSpPr>
            <a:spLocks xmlns:a="http://schemas.openxmlformats.org/drawingml/2006/main"/>
          </p:cNvSpPr>
          <p:nvPr/>
        </p:nvSpPr>
        <p:spPr>
          <a:xfrm xmlns:a="http://schemas.openxmlformats.org/drawingml/2006/main">
            <a:off x="609600" y="5613400"/>
            <a:ext cx="533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Possible bearing wear becomes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confirmed cause.</a:t>
            </a:r>
          </a:p>
        </p:txBody>
      </p:sp>
      <p:sp>
        <p:nvSpPr>
          <p:cNvPr id="133" name="14-text-7">
            <a:extLst xmlns:a="http://schemas.openxmlformats.org/drawingml/2006/main">
              <a:ext uri="{FF2B5EF4-FFF2-40B4-BE49-F238E27FC236}">
                <a16:creationId xmlns:a16="http://schemas.microsoft.com/office/drawing/2014/main" id="{0DEC3CB3-5F0E-4F97-B4E4-745168D4C0CB}"/>
              </a:ext>
            </a:extLst>
          </p:cNvPr>
          <p:cNvSpPr>
            <a:spLocks xmlns:a="http://schemas.openxmlformats.org/drawingml/2006/main"/>
          </p:cNvSpPr>
          <p:nvPr/>
        </p:nvSpPr>
        <p:spPr>
          <a:xfrm xmlns:a="http://schemas.openxmlformats.org/drawingml/2006/main">
            <a:off x="6248400" y="370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Selection scorecard</a:t>
            </a:r>
          </a:p>
        </p:txBody>
      </p:sp>
      <p:graphicFrame>
        <p:nvGraphicFramePr>
          <p:cNvPr id="147" name="14-table-8"/>
          <p:cNvGraphicFramePr/>
          <p:nvPr/>
        </p:nvGraphicFramePr>
        <p:xfrm>
          <a:off xmlns:a="http://schemas.openxmlformats.org/drawingml/2006/main" x="6248400" y="4191000"/>
          <a:ext xmlns:a="http://schemas.openxmlformats.org/drawingml/2006/main" cx="5334000" cy="2032000"/>
        </p:xfrm>
        <a:graphic xmlns:a="http://schemas.openxmlformats.org/drawingml/2006/main">
          <a:graphicData uri="http://schemas.openxmlformats.org/drawingml/2006/table">
            <a:tbl>
              <a:tblPr firstRow="0" firstCol="0" lastCol="0" bandRow="0" bandCol="0"/>
              <a:tblGrid>
                <a:gridCol w="1270000"/>
                <a:gridCol w="4064000"/>
              </a:tblGrid>
              <a:tr h="381000">
                <a:tc>
                  <a:txBody>
                    <a:bodyPr>
                      <a:noAutofit/>
                    </a:bodyPr>
                    <a:lstStyle/>
                    <a:p>
                      <a:pPr>
                        <a:lnSpc>
                          <a:spcPct val="125000"/>
                        </a:lnSpc>
                        <a:buNone/>
                      </a:pPr>
                      <a:r>
                        <a:rPr sz="2000" b="1">
                          <a:solidFill>
                            <a:srgbClr val="1064F8"/>
                          </a:solidFill>
                          <a:latin typeface="Helvetica"/>
                          <a:ea typeface="Helvetica"/>
                          <a:cs typeface="Helvetica"/>
                        </a:rPr>
                        <a:t>Measure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Evidence to collect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Quality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Supported findings.</a:t>
                      </a:r>
                    </a:p>
                    <a:p>
                      <a:pPr>
                        <a:lnSpc>
                          <a:spcPct val="125000"/>
                        </a:lnSpc>
                        <a:buNone/>
                      </a:pPr>
                      <a:r>
                        <a:rPr sz="2000" b="0">
                          <a:solidFill>
                            <a:srgbClr val="FFFCF5"/>
                          </a:solidFill>
                          <a:latin typeface="Helvetica"/>
                          <a:ea typeface="Helvetica"/>
                          <a:cs typeface="Helvetica"/>
                        </a:rPr>
                        <a:t>Uncertainty preserved.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381000">
                <a:tc>
                  <a:txBody>
                    <a:bodyPr>
                      <a:noAutofit/>
                    </a:bodyPr>
                    <a:lstStyle/>
                    <a:p>
                      <a:pPr>
                        <a:lnSpc>
                          <a:spcPct val="125000"/>
                        </a:lnSpc>
                        <a:buNone/>
                      </a:pPr>
                      <a:r>
                        <a:rPr sz="2000" b="0">
                          <a:solidFill>
                            <a:srgbClr val="FFFCF5"/>
                          </a:solidFill>
                          <a:latin typeface="Helvetica"/>
                          <a:ea typeface="Helvetica"/>
                          <a:cs typeface="Helvetica"/>
                        </a:rPr>
                        <a:t>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Completion time.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35000">
                <a:tc>
                  <a:txBody>
                    <a:bodyPr>
                      <a:noAutofit/>
                    </a:bodyPr>
                    <a:lstStyle/>
                    <a:p>
                      <a:pPr>
                        <a:lnSpc>
                          <a:spcPct val="125000"/>
                        </a:lnSpc>
                        <a:buNone/>
                      </a:pPr>
                      <a:r>
                        <a:rPr sz="2000" b="0">
                          <a:solidFill>
                            <a:srgbClr val="FFFCF5"/>
                          </a:solidFill>
                          <a:latin typeface="Helvetica"/>
                          <a:ea typeface="Helvetica"/>
                          <a:cs typeface="Helvetica"/>
                        </a:rPr>
                        <a:t>Cost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All attempts and review</a:t>
                      </a:r>
                    </a:p>
                    <a:p>
                      <a:pPr>
                        <a:lnSpc>
                          <a:spcPct val="125000"/>
                        </a:lnSpc>
                        <a:buNone/>
                      </a:pPr>
                      <a:r>
                        <a:rPr sz="2000" b="0">
                          <a:solidFill>
                            <a:srgbClr val="FFFCF5"/>
                          </a:solidFill>
                          <a:latin typeface="Helvetica"/>
                          <a:ea typeface="Helvetica"/>
                          <a:cs typeface="Helvetica"/>
                        </a:rPr>
                        <a:t>per successful brief.</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35" name="narrative-number">
            <a:extLst xmlns:a="http://schemas.openxmlformats.org/drawingml/2006/main">
              <a:ext uri="{FF2B5EF4-FFF2-40B4-BE49-F238E27FC236}">
                <a16:creationId xmlns:a16="http://schemas.microsoft.com/office/drawing/2014/main" id="{F2AAF88F-2840-408E-AA2C-1105F1B6DB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3638365336"/>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6" name="!!area-name">
            <a:extLst xmlns:a="http://schemas.openxmlformats.org/drawingml/2006/main">
              <a:ext uri="{FF2B5EF4-FFF2-40B4-BE49-F238E27FC236}">
                <a16:creationId xmlns:a16="http://schemas.microsoft.com/office/drawing/2014/main" id="{34D32DB5-8BC2-4E79-BFA5-5CE1F5175EE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45" name="mini-map"/>
          <p:cNvPicPr>
            <a:picLocks xmlns:a="http://schemas.openxmlformats.org/drawingml/2006/main" noChangeAspect="1"/>
          </p:cNvPicPr>
          <p:nvPr/>
        </p:nvPicPr>
        <p:blipFill>
          <a:blip xmlns:r="http://schemas.openxmlformats.org/officeDocument/2006/relationships" xmlns:a="http://schemas.openxmlformats.org/drawingml/2006/main" r:embed="R7caaa65764604e8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8" name="header-divider">
            <a:extLst xmlns:a="http://schemas.openxmlformats.org/drawingml/2006/main">
              <a:ext uri="{FF2B5EF4-FFF2-40B4-BE49-F238E27FC236}">
                <a16:creationId xmlns:a16="http://schemas.microsoft.com/office/drawing/2014/main" id="{E9EAD470-865A-4F51-B428-D21570AA152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9" name="15-text-1">
            <a:extLst xmlns:a="http://schemas.openxmlformats.org/drawingml/2006/main">
              <a:ext uri="{FF2B5EF4-FFF2-40B4-BE49-F238E27FC236}">
                <a16:creationId xmlns:a16="http://schemas.microsoft.com/office/drawing/2014/main" id="{B8F792FD-B9DB-45BA-A92C-DDE28B256DB9}"/>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40" name="15-text-2">
            <a:extLst xmlns:a="http://schemas.openxmlformats.org/drawingml/2006/main">
              <a:ext uri="{FF2B5EF4-FFF2-40B4-BE49-F238E27FC236}">
                <a16:creationId xmlns:a16="http://schemas.microsoft.com/office/drawing/2014/main" id="{B720567D-3B5D-44AA-8413-ED99F3D597F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41" name="15-text-3">
            <a:extLst xmlns:a="http://schemas.openxmlformats.org/drawingml/2006/main">
              <a:ext uri="{FF2B5EF4-FFF2-40B4-BE49-F238E27FC236}">
                <a16:creationId xmlns:a16="http://schemas.microsoft.com/office/drawing/2014/main" id="{EE81A09B-5D87-48A2-BC2A-C733B2109B6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50" name="15-image-4"/>
          <p:cNvPicPr>
            <a:picLocks xmlns:a="http://schemas.openxmlformats.org/drawingml/2006/main" noChangeAspect="1"/>
          </p:cNvPicPr>
          <p:nvPr/>
        </p:nvPicPr>
        <p:blipFill>
          <a:blip xmlns:r="http://schemas.openxmlformats.org/officeDocument/2006/relationships" xmlns:a="http://schemas.openxmlformats.org/drawingml/2006/main" r:embed="R54edf3d3456b4dfb"/>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43" name="narrative-number">
            <a:extLst xmlns:a="http://schemas.openxmlformats.org/drawingml/2006/main">
              <a:ext uri="{FF2B5EF4-FFF2-40B4-BE49-F238E27FC236}">
                <a16:creationId xmlns:a16="http://schemas.microsoft.com/office/drawing/2014/main" id="{D4F533EA-8E2B-4685-8699-C5C448D049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1154460197"/>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44" name="!!area-name">
            <a:extLst xmlns:a="http://schemas.openxmlformats.org/drawingml/2006/main">
              <a:ext uri="{FF2B5EF4-FFF2-40B4-BE49-F238E27FC236}">
                <a16:creationId xmlns:a16="http://schemas.microsoft.com/office/drawing/2014/main" id="{7B0427DB-5374-48FD-A92E-2D647DBFB21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Foundations</a:t>
            </a:r>
          </a:p>
        </p:txBody>
      </p:sp>
      <p:pic>
        <p:nvPicPr>
          <p:cNvPr id="159" name="mini-map"/>
          <p:cNvPicPr>
            <a:picLocks xmlns:a="http://schemas.openxmlformats.org/drawingml/2006/main" noChangeAspect="1"/>
          </p:cNvPicPr>
          <p:nvPr/>
        </p:nvPicPr>
        <p:blipFill>
          <a:blip xmlns:r="http://schemas.openxmlformats.org/officeDocument/2006/relationships" xmlns:a="http://schemas.openxmlformats.org/drawingml/2006/main" r:embed="Rb89d868a8992412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6" name="slide-title">
            <a:extLst xmlns:a="http://schemas.openxmlformats.org/drawingml/2006/main">
              <a:ext uri="{FF2B5EF4-FFF2-40B4-BE49-F238E27FC236}">
                <a16:creationId xmlns:a16="http://schemas.microsoft.com/office/drawing/2014/main" id="{E03F1D2D-E255-488F-A238-3045B90D7BB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47" name="header-divider">
            <a:extLst xmlns:a="http://schemas.openxmlformats.org/drawingml/2006/main">
              <a:ext uri="{FF2B5EF4-FFF2-40B4-BE49-F238E27FC236}">
                <a16:creationId xmlns:a16="http://schemas.microsoft.com/office/drawing/2014/main" id="{820C70D4-E9C6-4DA7-BBE4-308A1B7EC3B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8" name="16-text-1">
            <a:extLst xmlns:a="http://schemas.openxmlformats.org/drawingml/2006/main">
              <a:ext uri="{FF2B5EF4-FFF2-40B4-BE49-F238E27FC236}">
                <a16:creationId xmlns:a16="http://schemas.microsoft.com/office/drawing/2014/main" id="{448091FA-E836-45FF-87EA-89B3B7E31C61}"/>
              </a:ext>
            </a:extLst>
          </p:cNvPr>
          <p:cNvSpPr>
            <a:spLocks xmlns:a="http://schemas.openxmlformats.org/drawingml/2006/main"/>
          </p:cNvSpPr>
          <p:nvPr/>
        </p:nvSpPr>
        <p:spPr>
          <a:xfrm xmlns:a="http://schemas.openxmlformats.org/drawingml/2006/main">
            <a:off x="609600" y="2438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Memory</a:t>
            </a:r>
          </a:p>
        </p:txBody>
      </p:sp>
      <p:sp>
        <p:nvSpPr>
          <p:cNvPr id="149" name="16-text-2">
            <a:extLst xmlns:a="http://schemas.openxmlformats.org/drawingml/2006/main">
              <a:ext uri="{FF2B5EF4-FFF2-40B4-BE49-F238E27FC236}">
                <a16:creationId xmlns:a16="http://schemas.microsoft.com/office/drawing/2014/main" id="{7CFA904A-F105-49AB-BBC5-43CA611B6E7D}"/>
              </a:ext>
            </a:extLst>
          </p:cNvPr>
          <p:cNvSpPr>
            <a:spLocks xmlns:a="http://schemas.openxmlformats.org/drawingml/2006/main"/>
          </p:cNvSpPr>
          <p:nvPr/>
        </p:nvSpPr>
        <p:spPr>
          <a:xfrm xmlns:a="http://schemas.openxmlformats.org/drawingml/2006/main">
            <a:off x="609600" y="292100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Selected information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retained for later use.</a:t>
            </a:r>
          </a:p>
        </p:txBody>
      </p:sp>
      <p:sp>
        <p:nvSpPr>
          <p:cNvPr id="150" name="16-text-3">
            <a:extLst xmlns:a="http://schemas.openxmlformats.org/drawingml/2006/main">
              <a:ext uri="{FF2B5EF4-FFF2-40B4-BE49-F238E27FC236}">
                <a16:creationId xmlns:a16="http://schemas.microsoft.com/office/drawing/2014/main" id="{8AF96CB3-0BB0-4697-9D99-12729F521324}"/>
              </a:ext>
            </a:extLst>
          </p:cNvPr>
          <p:cNvSpPr>
            <a:spLocks xmlns:a="http://schemas.openxmlformats.org/drawingml/2006/main"/>
          </p:cNvSpPr>
          <p:nvPr/>
        </p:nvSpPr>
        <p:spPr>
          <a:xfrm xmlns:a="http://schemas.openxmlformats.org/drawingml/2006/main">
            <a:off x="609600" y="447040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Authoritative records</a:t>
            </a:r>
          </a:p>
        </p:txBody>
      </p:sp>
      <p:sp>
        <p:nvSpPr>
          <p:cNvPr id="151" name="16-text-4">
            <a:extLst xmlns:a="http://schemas.openxmlformats.org/drawingml/2006/main">
              <a:ext uri="{FF2B5EF4-FFF2-40B4-BE49-F238E27FC236}">
                <a16:creationId xmlns:a16="http://schemas.microsoft.com/office/drawing/2014/main" id="{6669BE1F-5982-4A13-83C8-3A4BCB1739ED}"/>
              </a:ext>
            </a:extLst>
          </p:cNvPr>
          <p:cNvSpPr>
            <a:spLocks xmlns:a="http://schemas.openxmlformats.org/drawingml/2006/main"/>
          </p:cNvSpPr>
          <p:nvPr/>
        </p:nvSpPr>
        <p:spPr>
          <a:xfrm xmlns:a="http://schemas.openxmlformats.org/drawingml/2006/main">
            <a:off x="609600" y="4953000"/>
            <a:ext cx="381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documents and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state checked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for this task.</a:t>
            </a:r>
          </a:p>
        </p:txBody>
      </p:sp>
      <p:sp>
        <p:nvSpPr>
          <p:cNvPr id="152" name="working-context-boundary">
            <a:extLst xmlns:a="http://schemas.openxmlformats.org/drawingml/2006/main">
              <a:ext uri="{FF2B5EF4-FFF2-40B4-BE49-F238E27FC236}">
                <a16:creationId xmlns:a16="http://schemas.microsoft.com/office/drawing/2014/main" id="{EDDF67F5-5E5A-419F-881E-A414C4F806EB}"/>
              </a:ext>
            </a:extLst>
          </p:cNvPr>
          <p:cNvSpPr>
            <a:spLocks xmlns:a="http://schemas.openxmlformats.org/drawingml/2006/main"/>
          </p:cNvSpPr>
          <p:nvPr/>
        </p:nvSpPr>
        <p:spPr>
          <a:xfrm xmlns:a="http://schemas.openxmlformats.org/drawingml/2006/main">
            <a:off x="5943600" y="2438400"/>
            <a:ext cx="5638800" cy="37592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153" name="16-text-5">
            <a:extLst xmlns:a="http://schemas.openxmlformats.org/drawingml/2006/main">
              <a:ext uri="{FF2B5EF4-FFF2-40B4-BE49-F238E27FC236}">
                <a16:creationId xmlns:a16="http://schemas.microsoft.com/office/drawing/2014/main" id="{C8AECA9D-DB6B-4F27-9BE2-74F0A67C796B}"/>
              </a:ext>
            </a:extLst>
          </p:cNvPr>
          <p:cNvSpPr>
            <a:spLocks xmlns:a="http://schemas.openxmlformats.org/drawingml/2006/main"/>
          </p:cNvSpPr>
          <p:nvPr/>
        </p:nvSpPr>
        <p:spPr>
          <a:xfrm xmlns:a="http://schemas.openxmlformats.org/drawingml/2006/main">
            <a:off x="6248400" y="2743200"/>
            <a:ext cx="50292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Working context</a:t>
            </a:r>
          </a:p>
        </p:txBody>
      </p:sp>
      <p:sp>
        <p:nvSpPr>
          <p:cNvPr id="154" name="16-text-6">
            <a:extLst xmlns:a="http://schemas.openxmlformats.org/drawingml/2006/main">
              <a:ext uri="{FF2B5EF4-FFF2-40B4-BE49-F238E27FC236}">
                <a16:creationId xmlns:a16="http://schemas.microsoft.com/office/drawing/2014/main" id="{0819CDF0-E4E9-4B5C-A446-97695EBD6151}"/>
              </a:ext>
            </a:extLst>
          </p:cNvPr>
          <p:cNvSpPr>
            <a:spLocks xmlns:a="http://schemas.openxmlformats.org/drawingml/2006/main"/>
          </p:cNvSpPr>
          <p:nvPr/>
        </p:nvSpPr>
        <p:spPr>
          <a:xfrm xmlns:a="http://schemas.openxmlformats.org/drawingml/2006/main">
            <a:off x="6248400" y="3429000"/>
            <a:ext cx="5029200" cy="165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Instructions, request,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tools, and relevant history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available for this step.</a:t>
            </a:r>
          </a:p>
        </p:txBody>
      </p:sp>
      <p:sp>
        <p:nvSpPr>
          <p:cNvPr id="155" name="16-line-8">
            <a:extLst xmlns:a="http://schemas.openxmlformats.org/drawingml/2006/main">
              <a:ext uri="{FF2B5EF4-FFF2-40B4-BE49-F238E27FC236}">
                <a16:creationId xmlns:a16="http://schemas.microsoft.com/office/drawing/2014/main" id="{9058177E-2B31-4D4B-8883-2EB660E94FFC}"/>
              </a:ext>
            </a:extLst>
          </p:cNvPr>
          <p:cNvSpPr>
            <a:spLocks xmlns:a="http://schemas.openxmlformats.org/drawingml/2006/main"/>
          </p:cNvSpPr>
          <p:nvPr/>
        </p:nvSpPr>
        <p:spPr>
          <a:xfrm xmlns:a="http://schemas.openxmlformats.org/drawingml/2006/main" flipH="0" flipV="0">
            <a:off x="4826000" y="32766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6" name="16-line-10">
            <a:extLst xmlns:a="http://schemas.openxmlformats.org/drawingml/2006/main">
              <a:ext uri="{FF2B5EF4-FFF2-40B4-BE49-F238E27FC236}">
                <a16:creationId xmlns:a16="http://schemas.microsoft.com/office/drawing/2014/main" id="{D5DAA66D-8E20-4AA4-A8FC-4452DA87E4AC}"/>
              </a:ext>
            </a:extLst>
          </p:cNvPr>
          <p:cNvSpPr>
            <a:spLocks xmlns:a="http://schemas.openxmlformats.org/drawingml/2006/main"/>
          </p:cNvSpPr>
          <p:nvPr/>
        </p:nvSpPr>
        <p:spPr>
          <a:xfrm xmlns:a="http://schemas.openxmlformats.org/drawingml/2006/main" flipH="0" flipV="0">
            <a:off x="4826000" y="5283200"/>
            <a:ext cx="914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57" name="narrative-number">
            <a:extLst xmlns:a="http://schemas.openxmlformats.org/drawingml/2006/main">
              <a:ext uri="{FF2B5EF4-FFF2-40B4-BE49-F238E27FC236}">
                <a16:creationId xmlns:a16="http://schemas.microsoft.com/office/drawing/2014/main" id="{5D41FE6B-5398-46FC-9D8C-1DA3B96D988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487885494"/>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8" name="!!area-name">
            <a:extLst xmlns:a="http://schemas.openxmlformats.org/drawingml/2006/main">
              <a:ext uri="{FF2B5EF4-FFF2-40B4-BE49-F238E27FC236}">
                <a16:creationId xmlns:a16="http://schemas.microsoft.com/office/drawing/2014/main" id="{8EAC5316-A20F-4207-9F9F-25E995D980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78" name="mini-map"/>
          <p:cNvPicPr>
            <a:picLocks xmlns:a="http://schemas.openxmlformats.org/drawingml/2006/main" noChangeAspect="1"/>
          </p:cNvPicPr>
          <p:nvPr/>
        </p:nvPicPr>
        <p:blipFill>
          <a:blip xmlns:r="http://schemas.openxmlformats.org/officeDocument/2006/relationships" xmlns:a="http://schemas.openxmlformats.org/drawingml/2006/main" r:embed="Rd161ba069b8f418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0" name="slide-title">
            <a:extLst xmlns:a="http://schemas.openxmlformats.org/drawingml/2006/main">
              <a:ext uri="{FF2B5EF4-FFF2-40B4-BE49-F238E27FC236}">
                <a16:creationId xmlns:a16="http://schemas.microsoft.com/office/drawing/2014/main" id="{623E13F2-2380-42DA-A122-FE638C6D0A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Retrieval and context choices</a:t>
            </a:r>
          </a:p>
        </p:txBody>
      </p:sp>
      <p:sp>
        <p:nvSpPr>
          <p:cNvPr id="161" name="header-divider">
            <a:extLst xmlns:a="http://schemas.openxmlformats.org/drawingml/2006/main">
              <a:ext uri="{FF2B5EF4-FFF2-40B4-BE49-F238E27FC236}">
                <a16:creationId xmlns:a16="http://schemas.microsoft.com/office/drawing/2014/main" id="{FBCB1293-141B-4E9F-BE6C-55473327491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2" name="17-text-1">
            <a:extLst xmlns:a="http://schemas.openxmlformats.org/drawingml/2006/main">
              <a:ext uri="{FF2B5EF4-FFF2-40B4-BE49-F238E27FC236}">
                <a16:creationId xmlns:a16="http://schemas.microsoft.com/office/drawing/2014/main" id="{FCA0B645-A3EA-4774-94B3-CF2901341FA4}"/>
              </a:ext>
            </a:extLst>
          </p:cNvPr>
          <p:cNvSpPr>
            <a:spLocks xmlns:a="http://schemas.openxmlformats.org/drawingml/2006/main"/>
          </p:cNvSpPr>
          <p:nvPr/>
        </p:nvSpPr>
        <p:spPr>
          <a:xfrm xmlns:a="http://schemas.openxmlformats.org/drawingml/2006/main">
            <a:off x="609600" y="2438400"/>
            <a:ext cx="990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RAG</a:t>
            </a:r>
          </a:p>
        </p:txBody>
      </p:sp>
      <p:sp>
        <p:nvSpPr>
          <p:cNvPr id="163" name="17-text-2">
            <a:extLst xmlns:a="http://schemas.openxmlformats.org/drawingml/2006/main">
              <a:ext uri="{FF2B5EF4-FFF2-40B4-BE49-F238E27FC236}">
                <a16:creationId xmlns:a16="http://schemas.microsoft.com/office/drawing/2014/main" id="{FD31AEB9-9442-4B6D-B764-BE3B039520C0}"/>
              </a:ext>
            </a:extLst>
          </p:cNvPr>
          <p:cNvSpPr>
            <a:spLocks xmlns:a="http://schemas.openxmlformats.org/drawingml/2006/main"/>
          </p:cNvSpPr>
          <p:nvPr/>
        </p:nvSpPr>
        <p:spPr>
          <a:xfrm xmlns:a="http://schemas.openxmlformats.org/drawingml/2006/main">
            <a:off x="1879600" y="2438400"/>
            <a:ext cx="970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Retrieve information and supply it as evidence for generation.</a:t>
            </a:r>
          </a:p>
        </p:txBody>
      </p:sp>
      <p:sp>
        <p:nvSpPr>
          <p:cNvPr id="164" name="17-text-3">
            <a:extLst xmlns:a="http://schemas.openxmlformats.org/drawingml/2006/main">
              <a:ext uri="{FF2B5EF4-FFF2-40B4-BE49-F238E27FC236}">
                <a16:creationId xmlns:a16="http://schemas.microsoft.com/office/drawing/2014/main" id="{C83DBA36-4414-44E7-8BA1-817849145285}"/>
              </a:ext>
            </a:extLst>
          </p:cNvPr>
          <p:cNvSpPr>
            <a:spLocks xmlns:a="http://schemas.openxmlformats.org/drawingml/2006/main"/>
          </p:cNvSpPr>
          <p:nvPr/>
        </p:nvSpPr>
        <p:spPr>
          <a:xfrm xmlns:a="http://schemas.openxmlformats.org/drawingml/2006/main">
            <a:off x="6096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Authorized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5" name="17-text-4">
            <a:extLst xmlns:a="http://schemas.openxmlformats.org/drawingml/2006/main">
              <a:ext uri="{FF2B5EF4-FFF2-40B4-BE49-F238E27FC236}">
                <a16:creationId xmlns:a16="http://schemas.microsoft.com/office/drawing/2014/main" id="{449BFB53-AC29-4213-8C86-C0E337AA2975}"/>
              </a:ext>
            </a:extLst>
          </p:cNvPr>
          <p:cNvSpPr>
            <a:spLocks xmlns:a="http://schemas.openxmlformats.org/drawingml/2006/main"/>
          </p:cNvSpPr>
          <p:nvPr/>
        </p:nvSpPr>
        <p:spPr>
          <a:xfrm xmlns:a="http://schemas.openxmlformats.org/drawingml/2006/main">
            <a:off x="35560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Retrieval</a:t>
            </a:r>
          </a:p>
        </p:txBody>
      </p:sp>
      <p:sp>
        <p:nvSpPr>
          <p:cNvPr id="166" name="17-text-5">
            <a:extLst xmlns:a="http://schemas.openxmlformats.org/drawingml/2006/main">
              <a:ext uri="{FF2B5EF4-FFF2-40B4-BE49-F238E27FC236}">
                <a16:creationId xmlns:a16="http://schemas.microsoft.com/office/drawing/2014/main" id="{01CEA2AD-9C0A-4787-86DA-C8BD9618FDE3}"/>
              </a:ext>
            </a:extLst>
          </p:cNvPr>
          <p:cNvSpPr>
            <a:spLocks xmlns:a="http://schemas.openxmlformats.org/drawingml/2006/main"/>
          </p:cNvSpPr>
          <p:nvPr/>
        </p:nvSpPr>
        <p:spPr>
          <a:xfrm xmlns:a="http://schemas.openxmlformats.org/drawingml/2006/main">
            <a:off x="65024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selection</a:t>
            </a:r>
          </a:p>
        </p:txBody>
      </p:sp>
      <p:sp>
        <p:nvSpPr>
          <p:cNvPr id="167" name="17-text-6">
            <a:extLst xmlns:a="http://schemas.openxmlformats.org/drawingml/2006/main">
              <a:ext uri="{FF2B5EF4-FFF2-40B4-BE49-F238E27FC236}">
                <a16:creationId xmlns:a16="http://schemas.microsoft.com/office/drawing/2014/main" id="{FA096DBF-B456-481C-B5A5-1BEF6ABEED4A}"/>
              </a:ext>
            </a:extLst>
          </p:cNvPr>
          <p:cNvSpPr>
            <a:spLocks xmlns:a="http://schemas.openxmlformats.org/drawingml/2006/main"/>
          </p:cNvSpPr>
          <p:nvPr/>
        </p:nvSpPr>
        <p:spPr>
          <a:xfrm xmlns:a="http://schemas.openxmlformats.org/drawingml/2006/main">
            <a:off x="9448800" y="3175000"/>
            <a:ext cx="213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Assembled</a:t>
            </a:r>
          </a:p>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input</a:t>
            </a:r>
          </a:p>
        </p:txBody>
      </p:sp>
      <p:sp>
        <p:nvSpPr>
          <p:cNvPr id="168" name="17-line-8">
            <a:extLst xmlns:a="http://schemas.openxmlformats.org/drawingml/2006/main">
              <a:ext uri="{FF2B5EF4-FFF2-40B4-BE49-F238E27FC236}">
                <a16:creationId xmlns:a16="http://schemas.microsoft.com/office/drawing/2014/main" id="{456F6AAE-1239-4E39-9C20-2FEF95F421E5}"/>
              </a:ext>
            </a:extLst>
          </p:cNvPr>
          <p:cNvSpPr>
            <a:spLocks xmlns:a="http://schemas.openxmlformats.org/drawingml/2006/main"/>
          </p:cNvSpPr>
          <p:nvPr/>
        </p:nvSpPr>
        <p:spPr>
          <a:xfrm xmlns:a="http://schemas.openxmlformats.org/drawingml/2006/main" flipH="0" flipV="0">
            <a:off x="29210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69" name="17-line-10">
            <a:extLst xmlns:a="http://schemas.openxmlformats.org/drawingml/2006/main">
              <a:ext uri="{FF2B5EF4-FFF2-40B4-BE49-F238E27FC236}">
                <a16:creationId xmlns:a16="http://schemas.microsoft.com/office/drawing/2014/main" id="{ED3580CF-0BE2-4BE7-AEFA-C187F7CC3A54}"/>
              </a:ext>
            </a:extLst>
          </p:cNvPr>
          <p:cNvSpPr>
            <a:spLocks xmlns:a="http://schemas.openxmlformats.org/drawingml/2006/main"/>
          </p:cNvSpPr>
          <p:nvPr/>
        </p:nvSpPr>
        <p:spPr>
          <a:xfrm xmlns:a="http://schemas.openxmlformats.org/drawingml/2006/main" flipH="0" flipV="0">
            <a:off x="58674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0" name="17-line-12">
            <a:extLst xmlns:a="http://schemas.openxmlformats.org/drawingml/2006/main">
              <a:ext uri="{FF2B5EF4-FFF2-40B4-BE49-F238E27FC236}">
                <a16:creationId xmlns:a16="http://schemas.microsoft.com/office/drawing/2014/main" id="{358BDFE5-AC82-4088-BBBE-E31F777F9478}"/>
              </a:ext>
            </a:extLst>
          </p:cNvPr>
          <p:cNvSpPr>
            <a:spLocks xmlns:a="http://schemas.openxmlformats.org/drawingml/2006/main"/>
          </p:cNvSpPr>
          <p:nvPr/>
        </p:nvSpPr>
        <p:spPr>
          <a:xfrm xmlns:a="http://schemas.openxmlformats.org/drawingml/2006/main" flipH="0" flipV="0">
            <a:off x="8813800" y="3556000"/>
            <a:ext cx="457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171" name="17-text-13">
            <a:extLst xmlns:a="http://schemas.openxmlformats.org/drawingml/2006/main">
              <a:ext uri="{FF2B5EF4-FFF2-40B4-BE49-F238E27FC236}">
                <a16:creationId xmlns:a16="http://schemas.microsoft.com/office/drawing/2014/main" id="{C6CBDE0D-DA3B-4613-8769-64697717B177}"/>
              </a:ext>
            </a:extLst>
          </p:cNvPr>
          <p:cNvSpPr>
            <a:spLocks xmlns:a="http://schemas.openxmlformats.org/drawingml/2006/main"/>
          </p:cNvSpPr>
          <p:nvPr/>
        </p:nvSpPr>
        <p:spPr>
          <a:xfrm xmlns:a="http://schemas.openxmlformats.org/drawingml/2006/main">
            <a:off x="609600" y="4064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source identity, revision, and access scope.</a:t>
            </a:r>
          </a:p>
        </p:txBody>
      </p:sp>
      <p:sp>
        <p:nvSpPr>
          <p:cNvPr id="172" name="17-text-14">
            <a:extLst xmlns:a="http://schemas.openxmlformats.org/drawingml/2006/main">
              <a:ext uri="{FF2B5EF4-FFF2-40B4-BE49-F238E27FC236}">
                <a16:creationId xmlns:a16="http://schemas.microsoft.com/office/drawing/2014/main" id="{1E3A31F6-6CC6-4C2E-B494-C84DA9483301}"/>
              </a:ext>
            </a:extLst>
          </p:cNvPr>
          <p:cNvSpPr>
            <a:spLocks xmlns:a="http://schemas.openxmlformats.org/drawingml/2006/main"/>
          </p:cNvSpPr>
          <p:nvPr/>
        </p:nvSpPr>
        <p:spPr>
          <a:xfrm xmlns:a="http://schemas.openxmlformats.org/drawingml/2006/main">
            <a:off x="6096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Find the evidence</a:t>
            </a:r>
          </a:p>
        </p:txBody>
      </p:sp>
      <p:sp>
        <p:nvSpPr>
          <p:cNvPr id="173" name="17-text-15">
            <a:extLst xmlns:a="http://schemas.openxmlformats.org/drawingml/2006/main">
              <a:ext uri="{FF2B5EF4-FFF2-40B4-BE49-F238E27FC236}">
                <a16:creationId xmlns:a16="http://schemas.microsoft.com/office/drawing/2014/main" id="{9AAE6CFE-B4CF-4905-BD88-FE900B4BFDF6}"/>
              </a:ext>
            </a:extLst>
          </p:cNvPr>
          <p:cNvSpPr>
            <a:spLocks xmlns:a="http://schemas.openxmlformats.org/drawingml/2006/main"/>
          </p:cNvSpPr>
          <p:nvPr/>
        </p:nvSpPr>
        <p:spPr>
          <a:xfrm xmlns:a="http://schemas.openxmlformats.org/drawingml/2006/main">
            <a:off x="6096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terms and identifiers.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Semantic: similarity using embeddings.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Hybrid: both signals.</a:t>
            </a:r>
          </a:p>
        </p:txBody>
      </p:sp>
      <p:sp>
        <p:nvSpPr>
          <p:cNvPr id="174" name="17-text-16">
            <a:extLst xmlns:a="http://schemas.openxmlformats.org/drawingml/2006/main">
              <a:ext uri="{FF2B5EF4-FFF2-40B4-BE49-F238E27FC236}">
                <a16:creationId xmlns:a16="http://schemas.microsoft.com/office/drawing/2014/main" id="{81AADFEF-BDEF-45DE-814F-CD3F6E6E5B92}"/>
              </a:ext>
            </a:extLst>
          </p:cNvPr>
          <p:cNvSpPr>
            <a:spLocks xmlns:a="http://schemas.openxmlformats.org/drawingml/2006/main"/>
          </p:cNvSpPr>
          <p:nvPr/>
        </p:nvSpPr>
        <p:spPr>
          <a:xfrm xmlns:a="http://schemas.openxmlformats.org/drawingml/2006/main">
            <a:off x="6248400" y="4699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Manage the context</a:t>
            </a:r>
          </a:p>
        </p:txBody>
      </p:sp>
      <p:sp>
        <p:nvSpPr>
          <p:cNvPr id="175" name="17-text-17">
            <a:extLst xmlns:a="http://schemas.openxmlformats.org/drawingml/2006/main">
              <a:ext uri="{FF2B5EF4-FFF2-40B4-BE49-F238E27FC236}">
                <a16:creationId xmlns:a16="http://schemas.microsoft.com/office/drawing/2014/main" id="{27FC93B2-7194-4F27-8CA6-C16A2F5F172F}"/>
              </a:ext>
            </a:extLst>
          </p:cNvPr>
          <p:cNvSpPr>
            <a:spLocks xmlns:a="http://schemas.openxmlformats.org/drawingml/2006/main"/>
          </p:cNvSpPr>
          <p:nvPr/>
        </p:nvSpPr>
        <p:spPr>
          <a:xfrm xmlns:a="http://schemas.openxmlformats.org/drawingml/2006/main">
            <a:off x="6248400" y="51562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Preload essentials.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Fetch detail when needed.</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Retain and refresh useful information.</a:t>
            </a:r>
          </a:p>
        </p:txBody>
      </p:sp>
      <p:sp>
        <p:nvSpPr>
          <p:cNvPr id="176" name="narrative-number">
            <a:extLst xmlns:a="http://schemas.openxmlformats.org/drawingml/2006/main">
              <a:ext uri="{FF2B5EF4-FFF2-40B4-BE49-F238E27FC236}">
                <a16:creationId xmlns:a16="http://schemas.microsoft.com/office/drawing/2014/main" id="{5C16331C-86C9-4906-94FD-274546AF91F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2260868891"/>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7" name="!!area-name">
            <a:extLst xmlns:a="http://schemas.openxmlformats.org/drawingml/2006/main">
              <a:ext uri="{FF2B5EF4-FFF2-40B4-BE49-F238E27FC236}">
                <a16:creationId xmlns:a16="http://schemas.microsoft.com/office/drawing/2014/main" id="{B906F84E-070C-466E-B04F-5794F54FAA7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91" name="mini-map"/>
          <p:cNvPicPr>
            <a:picLocks xmlns:a="http://schemas.openxmlformats.org/drawingml/2006/main" noChangeAspect="1"/>
          </p:cNvPicPr>
          <p:nvPr/>
        </p:nvPicPr>
        <p:blipFill>
          <a:blip xmlns:r="http://schemas.openxmlformats.org/officeDocument/2006/relationships" xmlns:a="http://schemas.openxmlformats.org/drawingml/2006/main" r:embed="R726b6e861a5c472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9" name="slide-title">
            <a:extLst xmlns:a="http://schemas.openxmlformats.org/drawingml/2006/main">
              <a:ext uri="{FF2B5EF4-FFF2-40B4-BE49-F238E27FC236}">
                <a16:creationId xmlns:a16="http://schemas.microsoft.com/office/drawing/2014/main" id="{1CB66318-33E8-4E26-B88E-81DFCA4966B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80" name="header-divider">
            <a:extLst xmlns:a="http://schemas.openxmlformats.org/drawingml/2006/main">
              <a:ext uri="{FF2B5EF4-FFF2-40B4-BE49-F238E27FC236}">
                <a16:creationId xmlns:a16="http://schemas.microsoft.com/office/drawing/2014/main" id="{7E671668-6C25-4CB9-AEF8-8F3F7ED95E9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1" name="18-text-1">
            <a:extLst xmlns:a="http://schemas.openxmlformats.org/drawingml/2006/main">
              <a:ext uri="{FF2B5EF4-FFF2-40B4-BE49-F238E27FC236}">
                <a16:creationId xmlns:a16="http://schemas.microsoft.com/office/drawing/2014/main" id="{D4D5D8CF-B5A2-4A9C-AB54-11832CF74E6D}"/>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82" name="18-text-2">
            <a:extLst xmlns:a="http://schemas.openxmlformats.org/drawingml/2006/main">
              <a:ext uri="{FF2B5EF4-FFF2-40B4-BE49-F238E27FC236}">
                <a16:creationId xmlns:a16="http://schemas.microsoft.com/office/drawing/2014/main" id="{D09F72D8-9AC6-4192-827F-7A5552F9484E}"/>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83" name="18-text-3">
            <a:extLst xmlns:a="http://schemas.openxmlformats.org/drawingml/2006/main">
              <a:ext uri="{FF2B5EF4-FFF2-40B4-BE49-F238E27FC236}">
                <a16:creationId xmlns:a16="http://schemas.microsoft.com/office/drawing/2014/main" id="{2712329C-844F-430D-8D7B-F2F8B31C7E56}"/>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84" name="18-text-4">
            <a:extLst xmlns:a="http://schemas.openxmlformats.org/drawingml/2006/main">
              <a:ext uri="{FF2B5EF4-FFF2-40B4-BE49-F238E27FC236}">
                <a16:creationId xmlns:a16="http://schemas.microsoft.com/office/drawing/2014/main" id="{EA9CE111-4667-455C-875B-709DF2CAE0D6}"/>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85" name="18-text-5">
            <a:extLst xmlns:a="http://schemas.openxmlformats.org/drawingml/2006/main">
              <a:ext uri="{FF2B5EF4-FFF2-40B4-BE49-F238E27FC236}">
                <a16:creationId xmlns:a16="http://schemas.microsoft.com/office/drawing/2014/main" id="{9B888EFF-087F-47A4-9A7F-64A974286102}"/>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86" name="18-text-6">
            <a:extLst xmlns:a="http://schemas.openxmlformats.org/drawingml/2006/main">
              <a:ext uri="{FF2B5EF4-FFF2-40B4-BE49-F238E27FC236}">
                <a16:creationId xmlns:a16="http://schemas.microsoft.com/office/drawing/2014/main" id="{1BA563B2-B67C-4FF4-BAB5-5BDABA3171D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87" name="18-text-7">
            <a:extLst xmlns:a="http://schemas.openxmlformats.org/drawingml/2006/main">
              <a:ext uri="{FF2B5EF4-FFF2-40B4-BE49-F238E27FC236}">
                <a16:creationId xmlns:a16="http://schemas.microsoft.com/office/drawing/2014/main" id="{3F1E7CF0-F71E-405F-869B-1B96679B9441}"/>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88" name="18-text-8">
            <a:extLst xmlns:a="http://schemas.openxmlformats.org/drawingml/2006/main">
              <a:ext uri="{FF2B5EF4-FFF2-40B4-BE49-F238E27FC236}">
                <a16:creationId xmlns:a16="http://schemas.microsoft.com/office/drawing/2014/main" id="{66D2230D-1714-4F40-A8FC-7EDDA20CABA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89" name="narrative-number">
            <a:extLst xmlns:a="http://schemas.openxmlformats.org/drawingml/2006/main">
              <a:ext uri="{FF2B5EF4-FFF2-40B4-BE49-F238E27FC236}">
                <a16:creationId xmlns:a16="http://schemas.microsoft.com/office/drawing/2014/main" id="{634875BA-7B5D-42AF-8272-5E380F9358C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2441554949"/>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0" name="!!area-name">
            <a:extLst xmlns:a="http://schemas.openxmlformats.org/drawingml/2006/main">
              <a:ext uri="{FF2B5EF4-FFF2-40B4-BE49-F238E27FC236}">
                <a16:creationId xmlns:a16="http://schemas.microsoft.com/office/drawing/2014/main" id="{CF33809A-1E38-4F44-B7A0-0B9F558C1C0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207" name="mini-map"/>
          <p:cNvPicPr>
            <a:picLocks xmlns:a="http://schemas.openxmlformats.org/drawingml/2006/main" noChangeAspect="1"/>
          </p:cNvPicPr>
          <p:nvPr/>
        </p:nvPicPr>
        <p:blipFill>
          <a:blip xmlns:r="http://schemas.openxmlformats.org/officeDocument/2006/relationships" xmlns:a="http://schemas.openxmlformats.org/drawingml/2006/main" r:embed="R332922d8f41b49c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2" name="slide-title">
            <a:extLst xmlns:a="http://schemas.openxmlformats.org/drawingml/2006/main">
              <a:ext uri="{FF2B5EF4-FFF2-40B4-BE49-F238E27FC236}">
                <a16:creationId xmlns:a16="http://schemas.microsoft.com/office/drawing/2014/main" id="{826A5695-4B25-4599-AEFC-854331A9E27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93" name="header-divider">
            <a:extLst xmlns:a="http://schemas.openxmlformats.org/drawingml/2006/main">
              <a:ext uri="{FF2B5EF4-FFF2-40B4-BE49-F238E27FC236}">
                <a16:creationId xmlns:a16="http://schemas.microsoft.com/office/drawing/2014/main" id="{9BAF7284-3804-47C7-84A7-2A9BAAED538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4" name="19-text-1">
            <a:extLst xmlns:a="http://schemas.openxmlformats.org/drawingml/2006/main">
              <a:ext uri="{FF2B5EF4-FFF2-40B4-BE49-F238E27FC236}">
                <a16:creationId xmlns:a16="http://schemas.microsoft.com/office/drawing/2014/main" id="{D4431EE3-573E-4D0D-BB12-A40A0E8AE13E}"/>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 and retrieval failure.</a:t>
            </a:r>
          </a:p>
        </p:txBody>
      </p:sp>
      <p:sp>
        <p:nvSpPr>
          <p:cNvPr id="195" name="19-text-2">
            <a:extLst xmlns:a="http://schemas.openxmlformats.org/drawingml/2006/main">
              <a:ext uri="{FF2B5EF4-FFF2-40B4-BE49-F238E27FC236}">
                <a16:creationId xmlns:a16="http://schemas.microsoft.com/office/drawing/2014/main" id="{15CA4A1F-8389-4311-87B7-48232C00F536}"/>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96" name="19-text-3">
            <a:extLst xmlns:a="http://schemas.openxmlformats.org/drawingml/2006/main">
              <a:ext uri="{FF2B5EF4-FFF2-40B4-BE49-F238E27FC236}">
                <a16:creationId xmlns:a16="http://schemas.microsoft.com/office/drawing/2014/main" id="{E30854F3-0802-4573-8992-A8A753360396}"/>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97" name="19-text-4">
            <a:extLst xmlns:a="http://schemas.openxmlformats.org/drawingml/2006/main">
              <a:ext uri="{FF2B5EF4-FFF2-40B4-BE49-F238E27FC236}">
                <a16:creationId xmlns:a16="http://schemas.microsoft.com/office/drawing/2014/main" id="{3586521A-20A9-4E1B-ACC0-4BA90267CDE4}"/>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 · omitted in this failure</a:t>
            </a:r>
          </a:p>
        </p:txBody>
      </p:sp>
      <p:sp>
        <p:nvSpPr>
          <p:cNvPr id="198" name="19-text-5">
            <a:extLst xmlns:a="http://schemas.openxmlformats.org/drawingml/2006/main">
              <a:ext uri="{FF2B5EF4-FFF2-40B4-BE49-F238E27FC236}">
                <a16:creationId xmlns:a16="http://schemas.microsoft.com/office/drawing/2014/main" id="{D69C0061-95DA-4641-BB46-9339012D6D70}"/>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99" name="19-text-6">
            <a:extLst xmlns:a="http://schemas.openxmlformats.org/drawingml/2006/main">
              <a:ext uri="{FF2B5EF4-FFF2-40B4-BE49-F238E27FC236}">
                <a16:creationId xmlns:a16="http://schemas.microsoft.com/office/drawing/2014/main" id="{38F4F3ED-5EA1-4668-95F0-201097505499}"/>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00" name="19-text-7">
            <a:extLst xmlns:a="http://schemas.openxmlformats.org/drawingml/2006/main">
              <a:ext uri="{FF2B5EF4-FFF2-40B4-BE49-F238E27FC236}">
                <a16:creationId xmlns:a16="http://schemas.microsoft.com/office/drawing/2014/main" id="{22414E35-F22C-41C9-B394-855D3F546E2C}"/>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Supply both passages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 their source identities.</a:t>
            </a:r>
          </a:p>
        </p:txBody>
      </p:sp>
      <p:sp>
        <p:nvSpPr>
          <p:cNvPr id="201" name="19-text-8">
            <a:extLst xmlns:a="http://schemas.openxmlformats.org/drawingml/2006/main">
              <a:ext uri="{FF2B5EF4-FFF2-40B4-BE49-F238E27FC236}">
                <a16:creationId xmlns:a16="http://schemas.microsoft.com/office/drawing/2014/main" id="{4BF8B7E1-437E-40CC-8633-7315DAFA4810}"/>
              </a:ext>
            </a:extLst>
          </p:cNvPr>
          <p:cNvSpPr>
            <a:spLocks xmlns:a="http://schemas.openxmlformats.org/drawingml/2006/main"/>
          </p:cNvSpPr>
          <p:nvPr/>
        </p:nvSpPr>
        <p:spPr>
          <a:xfrm xmlns:a="http://schemas.openxmlformats.org/drawingml/2006/main">
            <a:off x="6248400" y="3987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Failure</a:t>
            </a:r>
          </a:p>
        </p:txBody>
      </p:sp>
      <p:sp>
        <p:nvSpPr>
          <p:cNvPr id="202" name="19-text-9">
            <a:extLst xmlns:a="http://schemas.openxmlformats.org/drawingml/2006/main">
              <a:ext uri="{FF2B5EF4-FFF2-40B4-BE49-F238E27FC236}">
                <a16:creationId xmlns:a16="http://schemas.microsoft.com/office/drawing/2014/main" id="{FE8A62BB-2F53-46C0-8589-BA897B7D61EF}"/>
              </a:ext>
            </a:extLst>
          </p:cNvPr>
          <p:cNvSpPr>
            <a:spLocks xmlns:a="http://schemas.openxmlformats.org/drawingml/2006/main"/>
          </p:cNvSpPr>
          <p:nvPr/>
        </p:nvSpPr>
        <p:spPr>
          <a:xfrm xmlns:a="http://schemas.openxmlformats.org/drawingml/2006/main">
            <a:off x="6248400" y="4368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Retrieval misses the later minutes.</a:t>
            </a:r>
          </a:p>
        </p:txBody>
      </p:sp>
      <p:sp>
        <p:nvSpPr>
          <p:cNvPr id="203" name="19-text-10">
            <a:extLst xmlns:a="http://schemas.openxmlformats.org/drawingml/2006/main">
              <a:ext uri="{FF2B5EF4-FFF2-40B4-BE49-F238E27FC236}">
                <a16:creationId xmlns:a16="http://schemas.microsoft.com/office/drawing/2014/main" id="{07FECE86-E39C-43F2-9E27-F85F5030F880}"/>
              </a:ext>
            </a:extLst>
          </p:cNvPr>
          <p:cNvSpPr>
            <a:spLocks xmlns:a="http://schemas.openxmlformats.org/drawingml/2006/main"/>
          </p:cNvSpPr>
          <p:nvPr/>
        </p:nvSpPr>
        <p:spPr>
          <a:xfrm xmlns:a="http://schemas.openxmlformats.org/drawingml/2006/main">
            <a:off x="6248400" y="4876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04" name="19-text-11">
            <a:extLst xmlns:a="http://schemas.openxmlformats.org/drawingml/2006/main">
              <a:ext uri="{FF2B5EF4-FFF2-40B4-BE49-F238E27FC236}">
                <a16:creationId xmlns:a16="http://schemas.microsoft.com/office/drawing/2014/main" id="{FCF6E226-B036-443F-A849-097EAB24CF17}"/>
              </a:ext>
            </a:extLst>
          </p:cNvPr>
          <p:cNvSpPr>
            <a:spLocks xmlns:a="http://schemas.openxmlformats.org/drawingml/2006/main"/>
          </p:cNvSpPr>
          <p:nvPr/>
        </p:nvSpPr>
        <p:spPr>
          <a:xfrm xmlns:a="http://schemas.openxmlformats.org/drawingml/2006/main">
            <a:off x="6248400" y="52578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Both passages reach the input.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Summary preserves uncertainty</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required inspection.</a:t>
            </a:r>
          </a:p>
        </p:txBody>
      </p:sp>
      <p:sp>
        <p:nvSpPr>
          <p:cNvPr id="205" name="narrative-number">
            <a:extLst xmlns:a="http://schemas.openxmlformats.org/drawingml/2006/main">
              <a:ext uri="{FF2B5EF4-FFF2-40B4-BE49-F238E27FC236}">
                <a16:creationId xmlns:a16="http://schemas.microsoft.com/office/drawing/2014/main" id="{C2BC5C15-049F-4F16-9C60-B09044D9AF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2059679250"/>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6" name="!!area-name">
            <a:extLst xmlns:a="http://schemas.openxmlformats.org/drawingml/2006/main">
              <a:ext uri="{FF2B5EF4-FFF2-40B4-BE49-F238E27FC236}">
                <a16:creationId xmlns:a16="http://schemas.microsoft.com/office/drawing/2014/main" id="{FE7B287F-1985-4010-82C1-63228FC5092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215" name="mini-map"/>
          <p:cNvPicPr>
            <a:picLocks xmlns:a="http://schemas.openxmlformats.org/drawingml/2006/main" noChangeAspect="1"/>
          </p:cNvPicPr>
          <p:nvPr/>
        </p:nvPicPr>
        <p:blipFill>
          <a:blip xmlns:r="http://schemas.openxmlformats.org/officeDocument/2006/relationships" xmlns:a="http://schemas.openxmlformats.org/drawingml/2006/main" r:embed="R584bf851ec5441a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08" name="header-divider">
            <a:extLst xmlns:a="http://schemas.openxmlformats.org/drawingml/2006/main">
              <a:ext uri="{FF2B5EF4-FFF2-40B4-BE49-F238E27FC236}">
                <a16:creationId xmlns:a16="http://schemas.microsoft.com/office/drawing/2014/main" id="{B0F2FAF3-0355-461B-98E7-1AA194E606B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9" name="20-text-1">
            <a:extLst xmlns:a="http://schemas.openxmlformats.org/drawingml/2006/main">
              <a:ext uri="{FF2B5EF4-FFF2-40B4-BE49-F238E27FC236}">
                <a16:creationId xmlns:a16="http://schemas.microsoft.com/office/drawing/2014/main" id="{DC9F933F-CDDE-40B0-A748-B6F51CC81D51}"/>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210" name="20-text-2">
            <a:extLst xmlns:a="http://schemas.openxmlformats.org/drawingml/2006/main">
              <a:ext uri="{FF2B5EF4-FFF2-40B4-BE49-F238E27FC236}">
                <a16:creationId xmlns:a16="http://schemas.microsoft.com/office/drawing/2014/main" id="{12E2A5B9-1741-4149-80EF-DC17BB2A19E9}"/>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11" name="20-text-3">
            <a:extLst xmlns:a="http://schemas.openxmlformats.org/drawingml/2006/main">
              <a:ext uri="{FF2B5EF4-FFF2-40B4-BE49-F238E27FC236}">
                <a16:creationId xmlns:a16="http://schemas.microsoft.com/office/drawing/2014/main" id="{3DAFB58B-F7C6-4B83-832F-366571F21475}"/>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220" name="20-image-4"/>
          <p:cNvPicPr>
            <a:picLocks xmlns:a="http://schemas.openxmlformats.org/drawingml/2006/main" noChangeAspect="1"/>
          </p:cNvPicPr>
          <p:nvPr/>
        </p:nvPicPr>
        <p:blipFill>
          <a:blip xmlns:r="http://schemas.openxmlformats.org/officeDocument/2006/relationships" xmlns:a="http://schemas.openxmlformats.org/drawingml/2006/main" r:embed="Ra8dd446386e34b6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13" name="narrative-number">
            <a:extLst xmlns:a="http://schemas.openxmlformats.org/drawingml/2006/main">
              <a:ext uri="{FF2B5EF4-FFF2-40B4-BE49-F238E27FC236}">
                <a16:creationId xmlns:a16="http://schemas.microsoft.com/office/drawing/2014/main" id="{084FAD6E-0384-4F05-B36E-1A8FA473B4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4165445059"/>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4" name="!!area-name">
            <a:extLst xmlns:a="http://schemas.openxmlformats.org/drawingml/2006/main">
              <a:ext uri="{FF2B5EF4-FFF2-40B4-BE49-F238E27FC236}">
                <a16:creationId xmlns:a16="http://schemas.microsoft.com/office/drawing/2014/main" id="{5146253A-866C-466D-8E87-D21247BC49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Foundations</a:t>
            </a:r>
          </a:p>
        </p:txBody>
      </p:sp>
      <p:pic>
        <p:nvPicPr>
          <p:cNvPr id="232" name="mini-map"/>
          <p:cNvPicPr>
            <a:picLocks xmlns:a="http://schemas.openxmlformats.org/drawingml/2006/main" noChangeAspect="1"/>
          </p:cNvPicPr>
          <p:nvPr/>
        </p:nvPicPr>
        <p:blipFill>
          <a:blip xmlns:r="http://schemas.openxmlformats.org/officeDocument/2006/relationships" xmlns:a="http://schemas.openxmlformats.org/drawingml/2006/main" r:embed="R1cba315d339842a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6" name="slide-title">
            <a:extLst xmlns:a="http://schemas.openxmlformats.org/drawingml/2006/main">
              <a:ext uri="{FF2B5EF4-FFF2-40B4-BE49-F238E27FC236}">
                <a16:creationId xmlns:a16="http://schemas.microsoft.com/office/drawing/2014/main" id="{53DB9B57-5EB2-4047-8766-DF23005B77E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 calls and execution</a:t>
            </a:r>
          </a:p>
        </p:txBody>
      </p:sp>
      <p:sp>
        <p:nvSpPr>
          <p:cNvPr id="217" name="header-divider">
            <a:extLst xmlns:a="http://schemas.openxmlformats.org/drawingml/2006/main">
              <a:ext uri="{FF2B5EF4-FFF2-40B4-BE49-F238E27FC236}">
                <a16:creationId xmlns:a16="http://schemas.microsoft.com/office/drawing/2014/main" id="{E9732970-F299-4500-B86C-C18778AD8B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8" name="21-text-1">
            <a:extLst xmlns:a="http://schemas.openxmlformats.org/drawingml/2006/main">
              <a:ext uri="{FF2B5EF4-FFF2-40B4-BE49-F238E27FC236}">
                <a16:creationId xmlns:a16="http://schemas.microsoft.com/office/drawing/2014/main" id="{05002169-9656-4844-85CA-A8D1004123C1}"/>
              </a:ext>
            </a:extLst>
          </p:cNvPr>
          <p:cNvSpPr>
            <a:spLocks xmlns:a="http://schemas.openxmlformats.org/drawingml/2006/main"/>
          </p:cNvSpPr>
          <p:nvPr/>
        </p:nvSpPr>
        <p:spPr>
          <a:xfrm xmlns:a="http://schemas.openxmlformats.org/drawingml/2006/main">
            <a:off x="6096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Proposal</a:t>
            </a:r>
          </a:p>
        </p:txBody>
      </p:sp>
      <p:sp>
        <p:nvSpPr>
          <p:cNvPr id="219" name="21-text-2">
            <a:extLst xmlns:a="http://schemas.openxmlformats.org/drawingml/2006/main">
              <a:ext uri="{FF2B5EF4-FFF2-40B4-BE49-F238E27FC236}">
                <a16:creationId xmlns:a16="http://schemas.microsoft.com/office/drawing/2014/main" id="{A6434CC0-3C4C-48AC-88EC-FAE200BADDC7}"/>
              </a:ext>
            </a:extLst>
          </p:cNvPr>
          <p:cNvSpPr>
            <a:spLocks xmlns:a="http://schemas.openxmlformats.org/drawingml/2006/main"/>
          </p:cNvSpPr>
          <p:nvPr/>
        </p:nvSpPr>
        <p:spPr>
          <a:xfrm xmlns:a="http://schemas.openxmlformats.org/drawingml/2006/main">
            <a:off x="6096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model selects an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operation and supplies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arguments.</a:t>
            </a:r>
          </a:p>
        </p:txBody>
      </p:sp>
      <p:sp>
        <p:nvSpPr>
          <p:cNvPr id="220" name="21-text-3">
            <a:extLst xmlns:a="http://schemas.openxmlformats.org/drawingml/2006/main">
              <a:ext uri="{FF2B5EF4-FFF2-40B4-BE49-F238E27FC236}">
                <a16:creationId xmlns:a16="http://schemas.microsoft.com/office/drawing/2014/main" id="{9F46ED5C-AB0F-4F11-82C1-141A5D7D9B2F}"/>
              </a:ext>
            </a:extLst>
          </p:cNvPr>
          <p:cNvSpPr>
            <a:spLocks xmlns:a="http://schemas.openxmlformats.org/drawingml/2006/main"/>
          </p:cNvSpPr>
          <p:nvPr/>
        </p:nvSpPr>
        <p:spPr>
          <a:xfrm xmlns:a="http://schemas.openxmlformats.org/drawingml/2006/main">
            <a:off x="45212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Execution</a:t>
            </a:r>
          </a:p>
        </p:txBody>
      </p:sp>
      <p:sp>
        <p:nvSpPr>
          <p:cNvPr id="221" name="21-text-4">
            <a:extLst xmlns:a="http://schemas.openxmlformats.org/drawingml/2006/main">
              <a:ext uri="{FF2B5EF4-FFF2-40B4-BE49-F238E27FC236}">
                <a16:creationId xmlns:a16="http://schemas.microsoft.com/office/drawing/2014/main" id="{C46E6FDE-C1C3-4378-9BD7-1059360DD7AB}"/>
              </a:ext>
            </a:extLst>
          </p:cNvPr>
          <p:cNvSpPr>
            <a:spLocks xmlns:a="http://schemas.openxmlformats.org/drawingml/2006/main"/>
          </p:cNvSpPr>
          <p:nvPr/>
        </p:nvSpPr>
        <p:spPr>
          <a:xfrm xmlns:a="http://schemas.openxmlformats.org/drawingml/2006/main">
            <a:off x="45212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Application code validates,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authorizes, and executes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requests.</a:t>
            </a:r>
          </a:p>
        </p:txBody>
      </p:sp>
      <p:sp>
        <p:nvSpPr>
          <p:cNvPr id="222" name="21-text-5">
            <a:extLst xmlns:a="http://schemas.openxmlformats.org/drawingml/2006/main">
              <a:ext uri="{FF2B5EF4-FFF2-40B4-BE49-F238E27FC236}">
                <a16:creationId xmlns:a16="http://schemas.microsoft.com/office/drawing/2014/main" id="{0389E29C-D893-4700-BB7E-7D0C584A1D00}"/>
              </a:ext>
            </a:extLst>
          </p:cNvPr>
          <p:cNvSpPr>
            <a:spLocks xmlns:a="http://schemas.openxmlformats.org/drawingml/2006/main"/>
          </p:cNvSpPr>
          <p:nvPr/>
        </p:nvSpPr>
        <p:spPr>
          <a:xfrm xmlns:a="http://schemas.openxmlformats.org/drawingml/2006/main">
            <a:off x="8432800" y="2438400"/>
            <a:ext cx="3149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Observation</a:t>
            </a:r>
          </a:p>
        </p:txBody>
      </p:sp>
      <p:sp>
        <p:nvSpPr>
          <p:cNvPr id="223" name="21-text-6">
            <a:extLst xmlns:a="http://schemas.openxmlformats.org/drawingml/2006/main">
              <a:ext uri="{FF2B5EF4-FFF2-40B4-BE49-F238E27FC236}">
                <a16:creationId xmlns:a16="http://schemas.microsoft.com/office/drawing/2014/main" id="{F892A5BD-7E82-4EF6-8F3F-5815463D9A95}"/>
              </a:ext>
            </a:extLst>
          </p:cNvPr>
          <p:cNvSpPr>
            <a:spLocks xmlns:a="http://schemas.openxmlformats.org/drawingml/2006/main"/>
          </p:cNvSpPr>
          <p:nvPr/>
        </p:nvSpPr>
        <p:spPr>
          <a:xfrm xmlns:a="http://schemas.openxmlformats.org/drawingml/2006/main">
            <a:off x="8432800" y="2921000"/>
            <a:ext cx="31496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result informs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next model step.</a:t>
            </a:r>
          </a:p>
        </p:txBody>
      </p:sp>
      <p:sp>
        <p:nvSpPr>
          <p:cNvPr id="224" name="21-line-8">
            <a:extLst xmlns:a="http://schemas.openxmlformats.org/drawingml/2006/main">
              <a:ext uri="{FF2B5EF4-FFF2-40B4-BE49-F238E27FC236}">
                <a16:creationId xmlns:a16="http://schemas.microsoft.com/office/drawing/2014/main" id="{C0209C57-A116-4889-B2E7-BE073BFDC2D0}"/>
              </a:ext>
            </a:extLst>
          </p:cNvPr>
          <p:cNvSpPr>
            <a:spLocks xmlns:a="http://schemas.openxmlformats.org/drawingml/2006/main"/>
          </p:cNvSpPr>
          <p:nvPr/>
        </p:nvSpPr>
        <p:spPr>
          <a:xfrm xmlns:a="http://schemas.openxmlformats.org/drawingml/2006/main" flipH="0" flipV="0">
            <a:off x="39116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5" name="21-line-10">
            <a:extLst xmlns:a="http://schemas.openxmlformats.org/drawingml/2006/main">
              <a:ext uri="{FF2B5EF4-FFF2-40B4-BE49-F238E27FC236}">
                <a16:creationId xmlns:a16="http://schemas.microsoft.com/office/drawing/2014/main" id="{149E69F8-F8C7-4429-9E2A-70CBB061E134}"/>
              </a:ext>
            </a:extLst>
          </p:cNvPr>
          <p:cNvSpPr>
            <a:spLocks xmlns:a="http://schemas.openxmlformats.org/drawingml/2006/main"/>
          </p:cNvSpPr>
          <p:nvPr/>
        </p:nvSpPr>
        <p:spPr>
          <a:xfrm xmlns:a="http://schemas.openxmlformats.org/drawingml/2006/main" flipH="0" flipV="0">
            <a:off x="7823200" y="33909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26" name="21-text-11">
            <a:extLst xmlns:a="http://schemas.openxmlformats.org/drawingml/2006/main">
              <a:ext uri="{FF2B5EF4-FFF2-40B4-BE49-F238E27FC236}">
                <a16:creationId xmlns:a16="http://schemas.microsoft.com/office/drawing/2014/main" id="{7704E450-92CC-4F8F-B43E-416428DC5180}"/>
              </a:ext>
            </a:extLst>
          </p:cNvPr>
          <p:cNvSpPr>
            <a:spLocks xmlns:a="http://schemas.openxmlformats.org/drawingml/2006/main"/>
          </p:cNvSpPr>
          <p:nvPr/>
        </p:nvSpPr>
        <p:spPr>
          <a:xfrm xmlns:a="http://schemas.openxmlformats.org/drawingml/2006/main">
            <a:off x="609600" y="43180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application call</a:t>
            </a:r>
          </a:p>
        </p:txBody>
      </p:sp>
      <p:sp>
        <p:nvSpPr>
          <p:cNvPr id="227" name="21-text-12">
            <a:extLst xmlns:a="http://schemas.openxmlformats.org/drawingml/2006/main">
              <a:ext uri="{FF2B5EF4-FFF2-40B4-BE49-F238E27FC236}">
                <a16:creationId xmlns:a16="http://schemas.microsoft.com/office/drawing/2014/main" id="{F71E0D43-8F38-4A6C-AC64-61B86784A1D3}"/>
              </a:ext>
            </a:extLst>
          </p:cNvPr>
          <p:cNvSpPr>
            <a:spLocks xmlns:a="http://schemas.openxmlformats.org/drawingml/2006/main"/>
          </p:cNvSpPr>
          <p:nvPr/>
        </p:nvSpPr>
        <p:spPr>
          <a:xfrm xmlns:a="http://schemas.openxmlformats.org/drawingml/2006/main">
            <a:off x="609600" y="4724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Consolas"/>
                <a:ea typeface="Consolas"/>
                <a:cs typeface="Consolas"/>
              </a:defRPr>
            </a:pPr>
            <a:r>
              <a:rPr b="0">
                <a:solidFill>
                  <a:srgbClr val="FFFCF5"/>
                </a:solidFill>
                <a:latin typeface="Consolas"/>
                <a:ea typeface="Consolas"/>
                <a:cs typeface="Consolas"/>
              </a:rPr>
              <a:t>export_cited_brief(draft, citations, destination)</a:t>
            </a:r>
          </a:p>
        </p:txBody>
      </p:sp>
      <p:sp>
        <p:nvSpPr>
          <p:cNvPr id="228" name="21-text-13">
            <a:extLst xmlns:a="http://schemas.openxmlformats.org/drawingml/2006/main">
              <a:ext uri="{FF2B5EF4-FFF2-40B4-BE49-F238E27FC236}">
                <a16:creationId xmlns:a16="http://schemas.microsoft.com/office/drawing/2014/main" id="{6F8A992A-2D30-47E7-A66E-59AC6EBF5984}"/>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Application checks</a:t>
            </a:r>
          </a:p>
        </p:txBody>
      </p:sp>
      <p:sp>
        <p:nvSpPr>
          <p:cNvPr id="229" name="21-text-14">
            <a:extLst xmlns:a="http://schemas.openxmlformats.org/drawingml/2006/main">
              <a:ext uri="{FF2B5EF4-FFF2-40B4-BE49-F238E27FC236}">
                <a16:creationId xmlns:a16="http://schemas.microsoft.com/office/drawing/2014/main" id="{25CC7C49-DFE2-4047-9B6C-6920D3AA62F4}"/>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Authenticated identity. Exact checked content.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Permitted destination.</a:t>
            </a:r>
          </a:p>
        </p:txBody>
      </p:sp>
      <p:sp>
        <p:nvSpPr>
          <p:cNvPr id="230" name="narrative-number">
            <a:extLst xmlns:a="http://schemas.openxmlformats.org/drawingml/2006/main">
              <a:ext uri="{FF2B5EF4-FFF2-40B4-BE49-F238E27FC236}">
                <a16:creationId xmlns:a16="http://schemas.microsoft.com/office/drawing/2014/main" id="{CC78EE15-5CC6-4EF4-8E91-989F9E3DD99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849636251"/>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1" name="!!area-name">
            <a:extLst xmlns:a="http://schemas.openxmlformats.org/drawingml/2006/main">
              <a:ext uri="{FF2B5EF4-FFF2-40B4-BE49-F238E27FC236}">
                <a16:creationId xmlns:a16="http://schemas.microsoft.com/office/drawing/2014/main" id="{2C9DF4B7-611E-40DC-97F0-89507496850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42" name="mini-map"/>
          <p:cNvPicPr>
            <a:picLocks xmlns:a="http://schemas.openxmlformats.org/drawingml/2006/main" noChangeAspect="1"/>
          </p:cNvPicPr>
          <p:nvPr/>
        </p:nvPicPr>
        <p:blipFill>
          <a:blip xmlns:r="http://schemas.openxmlformats.org/officeDocument/2006/relationships" xmlns:a="http://schemas.openxmlformats.org/drawingml/2006/main" r:embed="R0635e4f3777845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3" name="slide-title">
            <a:extLst xmlns:a="http://schemas.openxmlformats.org/drawingml/2006/main">
              <a:ext uri="{FF2B5EF4-FFF2-40B4-BE49-F238E27FC236}">
                <a16:creationId xmlns:a16="http://schemas.microsoft.com/office/drawing/2014/main" id="{D8FF6B30-75D0-428B-BAD3-6F09648BFD3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Capabilities and extension mechanisms</a:t>
            </a:r>
          </a:p>
        </p:txBody>
      </p:sp>
      <p:sp>
        <p:nvSpPr>
          <p:cNvPr id="234" name="header-divider">
            <a:extLst xmlns:a="http://schemas.openxmlformats.org/drawingml/2006/main">
              <a:ext uri="{FF2B5EF4-FFF2-40B4-BE49-F238E27FC236}">
                <a16:creationId xmlns:a16="http://schemas.microsoft.com/office/drawing/2014/main" id="{A42B7ADC-E05A-4598-90A7-06DB450BF91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5" name="22-text-1">
            <a:extLst xmlns:a="http://schemas.openxmlformats.org/drawingml/2006/main">
              <a:ext uri="{FF2B5EF4-FFF2-40B4-BE49-F238E27FC236}">
                <a16:creationId xmlns:a16="http://schemas.microsoft.com/office/drawing/2014/main" id="{19C8373D-42FD-4951-901C-49EEC4625BA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Capability size</a:t>
            </a:r>
          </a:p>
        </p:txBody>
      </p:sp>
      <p:sp>
        <p:nvSpPr>
          <p:cNvPr id="236" name="22-text-2">
            <a:extLst xmlns:a="http://schemas.openxmlformats.org/drawingml/2006/main">
              <a:ext uri="{FF2B5EF4-FFF2-40B4-BE49-F238E27FC236}">
                <a16:creationId xmlns:a16="http://schemas.microsoft.com/office/drawing/2014/main" id="{EC893454-B4F3-4B00-90F7-96C22BC763E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Flexible primitives or task-oriented operations.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Evaluate the boundary on real work.</a:t>
            </a:r>
          </a:p>
        </p:txBody>
      </p:sp>
      <p:graphicFrame>
        <p:nvGraphicFramePr>
          <p:cNvPr id="247" name="22-table-3"/>
          <p:cNvGraphicFramePr/>
          <p:nvPr/>
        </p:nvGraphicFramePr>
        <p:xfrm>
          <a:off xmlns:a="http://schemas.openxmlformats.org/drawingml/2006/main" x="609600" y="3429000"/>
          <a:ext xmlns:a="http://schemas.openxmlformats.org/drawingml/2006/main" cx="10972800" cy="1930400"/>
        </p:xfrm>
        <a:graphic xmlns:a="http://schemas.openxmlformats.org/drawingml/2006/main">
          <a:graphicData uri="http://schemas.openxmlformats.org/drawingml/2006/table">
            <a:tbl>
              <a:tblPr firstRow="0" firstCol="0" lastCol="0" bandRow="0" bandCol="0"/>
              <a:tblGrid>
                <a:gridCol w="2286000"/>
                <a:gridCol w="8686800"/>
              </a:tblGrid>
              <a:tr h="406400">
                <a:tc>
                  <a:txBody>
                    <a:bodyPr>
                      <a:noAutofit/>
                    </a:bodyPr>
                    <a:lstStyle/>
                    <a:p>
                      <a:pPr>
                        <a:lnSpc>
                          <a:spcPct val="125000"/>
                        </a:lnSpc>
                        <a:buNone/>
                      </a:pPr>
                      <a:r>
                        <a:rPr sz="2000" b="1">
                          <a:solidFill>
                            <a:srgbClr val="F948BE"/>
                          </a:solidFill>
                          <a:latin typeface="Helvetica"/>
                          <a:ea typeface="Helvetica"/>
                          <a:cs typeface="Helvetica"/>
                        </a:rPr>
                        <a:t>Mechanism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Role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MCP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Connect applications to tools and context.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Skills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Reusable task instructions and supporting resources.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Plugins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Package capabilities for installation and distribution.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38" name="22-text-4">
            <a:extLst xmlns:a="http://schemas.openxmlformats.org/drawingml/2006/main">
              <a:ext uri="{FF2B5EF4-FFF2-40B4-BE49-F238E27FC236}">
                <a16:creationId xmlns:a16="http://schemas.microsoft.com/office/drawing/2014/main" id="{85348570-E934-4B20-A373-6F261A0A11C8}"/>
              </a:ext>
            </a:extLst>
          </p:cNvPr>
          <p:cNvSpPr>
            <a:spLocks xmlns:a="http://schemas.openxmlformats.org/drawingml/2006/main"/>
          </p:cNvSpPr>
          <p:nvPr/>
        </p:nvSpPr>
        <p:spPr>
          <a:xfrm xmlns:a="http://schemas.openxmlformats.org/drawingml/2006/main">
            <a:off x="609600" y="55626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Operational contract</a:t>
            </a:r>
          </a:p>
        </p:txBody>
      </p:sp>
      <p:sp>
        <p:nvSpPr>
          <p:cNvPr id="239" name="22-text-5">
            <a:extLst xmlns:a="http://schemas.openxmlformats.org/drawingml/2006/main">
              <a:ext uri="{FF2B5EF4-FFF2-40B4-BE49-F238E27FC236}">
                <a16:creationId xmlns:a16="http://schemas.microsoft.com/office/drawing/2014/main" id="{E4E03EF2-5639-46C9-94C5-F05A9D0AC4A7}"/>
              </a:ext>
            </a:extLst>
          </p:cNvPr>
          <p:cNvSpPr>
            <a:spLocks xmlns:a="http://schemas.openxmlformats.org/drawingml/2006/main"/>
          </p:cNvSpPr>
          <p:nvPr/>
        </p:nvSpPr>
        <p:spPr>
          <a:xfrm xmlns:a="http://schemas.openxmlformats.org/drawingml/2006/main">
            <a:off x="3708400" y="55626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Maintain descriptions, inputs, results, and failure behavior.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permissions in code.</a:t>
            </a:r>
          </a:p>
        </p:txBody>
      </p:sp>
      <p:sp>
        <p:nvSpPr>
          <p:cNvPr id="240" name="narrative-number">
            <a:extLst xmlns:a="http://schemas.openxmlformats.org/drawingml/2006/main">
              <a:ext uri="{FF2B5EF4-FFF2-40B4-BE49-F238E27FC236}">
                <a16:creationId xmlns:a16="http://schemas.microsoft.com/office/drawing/2014/main" id="{8EFF19E0-D3CF-4902-B9D6-BE34B4210A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4008447647"/>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1" name="!!area-name">
            <a:extLst xmlns:a="http://schemas.openxmlformats.org/drawingml/2006/main">
              <a:ext uri="{FF2B5EF4-FFF2-40B4-BE49-F238E27FC236}">
                <a16:creationId xmlns:a16="http://schemas.microsoft.com/office/drawing/2014/main" id="{24F898F8-0F5A-49EF-A141-96B5E77410F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55" name="mini-map"/>
          <p:cNvPicPr>
            <a:picLocks xmlns:a="http://schemas.openxmlformats.org/drawingml/2006/main" noChangeAspect="1"/>
          </p:cNvPicPr>
          <p:nvPr/>
        </p:nvPicPr>
        <p:blipFill>
          <a:blip xmlns:r="http://schemas.openxmlformats.org/officeDocument/2006/relationships" xmlns:a="http://schemas.openxmlformats.org/drawingml/2006/main" r:embed="Re052a4b7a1dc4f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3" name="slide-title">
            <a:extLst xmlns:a="http://schemas.openxmlformats.org/drawingml/2006/main">
              <a:ext uri="{FF2B5EF4-FFF2-40B4-BE49-F238E27FC236}">
                <a16:creationId xmlns:a16="http://schemas.microsoft.com/office/drawing/2014/main" id="{8F643EDE-FF1C-4305-A8DD-D2CC6C90202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44" name="header-divider">
            <a:extLst xmlns:a="http://schemas.openxmlformats.org/drawingml/2006/main">
              <a:ext uri="{FF2B5EF4-FFF2-40B4-BE49-F238E27FC236}">
                <a16:creationId xmlns:a16="http://schemas.microsoft.com/office/drawing/2014/main" id="{982E1A98-500C-40E3-B5B0-FAD2C7F0D4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5" name="23-text-1">
            <a:extLst xmlns:a="http://schemas.openxmlformats.org/drawingml/2006/main">
              <a:ext uri="{FF2B5EF4-FFF2-40B4-BE49-F238E27FC236}">
                <a16:creationId xmlns:a16="http://schemas.microsoft.com/office/drawing/2014/main" id="{2A723F54-C5A3-4EA3-B629-1DADE57CD153}"/>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46" name="23-text-2">
            <a:extLst xmlns:a="http://schemas.openxmlformats.org/drawingml/2006/main">
              <a:ext uri="{FF2B5EF4-FFF2-40B4-BE49-F238E27FC236}">
                <a16:creationId xmlns:a16="http://schemas.microsoft.com/office/drawing/2014/main" id="{649B6366-CB77-433D-B75D-3871B3EBFBB9}"/>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47" name="23-text-3">
            <a:extLst xmlns:a="http://schemas.openxmlformats.org/drawingml/2006/main">
              <a:ext uri="{FF2B5EF4-FFF2-40B4-BE49-F238E27FC236}">
                <a16:creationId xmlns:a16="http://schemas.microsoft.com/office/drawing/2014/main" id="{DF22F462-A00B-4D8D-908B-F362BCCE655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Authority</a:t>
            </a:r>
          </a:p>
        </p:txBody>
      </p:sp>
      <p:sp>
        <p:nvSpPr>
          <p:cNvPr id="248" name="23-text-4">
            <a:extLst xmlns:a="http://schemas.openxmlformats.org/drawingml/2006/main">
              <a:ext uri="{FF2B5EF4-FFF2-40B4-BE49-F238E27FC236}">
                <a16:creationId xmlns:a16="http://schemas.microsoft.com/office/drawing/2014/main" id="{C5DE4009-8EBC-49A9-AB63-9BEC0EF2B30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 arguments still require permission checks.</a:t>
            </a:r>
          </a:p>
        </p:txBody>
      </p:sp>
      <p:sp>
        <p:nvSpPr>
          <p:cNvPr id="249" name="23-text-5">
            <a:extLst xmlns:a="http://schemas.openxmlformats.org/drawingml/2006/main">
              <a:ext uri="{FF2B5EF4-FFF2-40B4-BE49-F238E27FC236}">
                <a16:creationId xmlns:a16="http://schemas.microsoft.com/office/drawing/2014/main" id="{C2982475-0259-479A-AA50-E0EA5BDCF72E}"/>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50" name="23-text-6">
            <a:extLst xmlns:a="http://schemas.openxmlformats.org/drawingml/2006/main">
              <a:ext uri="{FF2B5EF4-FFF2-40B4-BE49-F238E27FC236}">
                <a16:creationId xmlns:a16="http://schemas.microsoft.com/office/drawing/2014/main" id="{ED039835-303D-4FA5-B6C6-645652B1807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51" name="23-text-7">
            <a:extLst xmlns:a="http://schemas.openxmlformats.org/drawingml/2006/main">
              <a:ext uri="{FF2B5EF4-FFF2-40B4-BE49-F238E27FC236}">
                <a16:creationId xmlns:a16="http://schemas.microsoft.com/office/drawing/2014/main" id="{A6F0E610-9FC9-4ADB-B733-AF09481E2B4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2" name="23-text-8">
            <a:extLst xmlns:a="http://schemas.openxmlformats.org/drawingml/2006/main">
              <a:ext uri="{FF2B5EF4-FFF2-40B4-BE49-F238E27FC236}">
                <a16:creationId xmlns:a16="http://schemas.microsoft.com/office/drawing/2014/main" id="{9D8EEC5E-0BEF-4E9D-9A1D-78810C770CE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53" name="narrative-number">
            <a:extLst xmlns:a="http://schemas.openxmlformats.org/drawingml/2006/main">
              <a:ext uri="{FF2B5EF4-FFF2-40B4-BE49-F238E27FC236}">
                <a16:creationId xmlns:a16="http://schemas.microsoft.com/office/drawing/2014/main" id="{4BD63317-0B16-4B49-9EAF-90928B21FD8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181757358"/>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4" name="!!area-name">
            <a:extLst xmlns:a="http://schemas.openxmlformats.org/drawingml/2006/main">
              <a:ext uri="{FF2B5EF4-FFF2-40B4-BE49-F238E27FC236}">
                <a16:creationId xmlns:a16="http://schemas.microsoft.com/office/drawing/2014/main" id="{D4735B8E-CB7B-45AE-8BC0-BE29FD32D88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68" name="mini-map"/>
          <p:cNvPicPr>
            <a:picLocks xmlns:a="http://schemas.openxmlformats.org/drawingml/2006/main" noChangeAspect="1"/>
          </p:cNvPicPr>
          <p:nvPr/>
        </p:nvPicPr>
        <p:blipFill>
          <a:blip xmlns:r="http://schemas.openxmlformats.org/officeDocument/2006/relationships" xmlns:a="http://schemas.openxmlformats.org/drawingml/2006/main" r:embed="Reb165615b0f1499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6" name="slide-title">
            <a:extLst xmlns:a="http://schemas.openxmlformats.org/drawingml/2006/main">
              <a:ext uri="{FF2B5EF4-FFF2-40B4-BE49-F238E27FC236}">
                <a16:creationId xmlns:a16="http://schemas.microsoft.com/office/drawing/2014/main" id="{80BD63B6-70AF-4E24-B639-06BAA527BDB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57" name="header-divider">
            <a:extLst xmlns:a="http://schemas.openxmlformats.org/drawingml/2006/main">
              <a:ext uri="{FF2B5EF4-FFF2-40B4-BE49-F238E27FC236}">
                <a16:creationId xmlns:a16="http://schemas.microsoft.com/office/drawing/2014/main" id="{A72125A2-235A-4C5A-B98D-55DC0FABF19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58" name="24-text-1">
            <a:extLst xmlns:a="http://schemas.openxmlformats.org/drawingml/2006/main">
              <a:ext uri="{FF2B5EF4-FFF2-40B4-BE49-F238E27FC236}">
                <a16:creationId xmlns:a16="http://schemas.microsoft.com/office/drawing/2014/main" id="{0160A330-62D9-4279-AC35-CA23FD5309AC}"/>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CUI/ECI export contract test. No deployed result claimed.</a:t>
            </a:r>
          </a:p>
        </p:txBody>
      </p:sp>
      <p:sp>
        <p:nvSpPr>
          <p:cNvPr id="259" name="24-text-2">
            <a:extLst xmlns:a="http://schemas.openxmlformats.org/drawingml/2006/main">
              <a:ext uri="{FF2B5EF4-FFF2-40B4-BE49-F238E27FC236}">
                <a16:creationId xmlns:a16="http://schemas.microsoft.com/office/drawing/2014/main" id="{FC4B8F67-FE25-4D5B-BF14-C3A676A2FD44}"/>
              </a:ext>
            </a:extLst>
          </p:cNvPr>
          <p:cNvSpPr>
            <a:spLocks xmlns:a="http://schemas.openxmlformats.org/drawingml/2006/main"/>
          </p:cNvSpPr>
          <p:nvPr/>
        </p:nvSpPr>
        <p:spPr>
          <a:xfrm xmlns:a="http://schemas.openxmlformats.org/drawingml/2006/main">
            <a:off x="609600" y="2844800"/>
            <a:ext cx="208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Design</a:t>
            </a:r>
          </a:p>
        </p:txBody>
      </p:sp>
      <p:sp>
        <p:nvSpPr>
          <p:cNvPr id="260" name="24-text-3">
            <a:extLst xmlns:a="http://schemas.openxmlformats.org/drawingml/2006/main">
              <a:ext uri="{FF2B5EF4-FFF2-40B4-BE49-F238E27FC236}">
                <a16:creationId xmlns:a16="http://schemas.microsoft.com/office/drawing/2014/main" id="{1CD2BE60-D6C7-4CC7-A9A9-1175E85E573E}"/>
              </a:ext>
            </a:extLst>
          </p:cNvPr>
          <p:cNvSpPr>
            <a:spLocks xmlns:a="http://schemas.openxmlformats.org/drawingml/2006/main"/>
          </p:cNvSpPr>
          <p:nvPr/>
        </p:nvSpPr>
        <p:spPr>
          <a:xfrm xmlns:a="http://schemas.openxmlformats.org/drawingml/2006/main">
            <a:off x="2844800" y="2844800"/>
            <a:ext cx="8737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the exact checked draft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 a permitted destination.</a:t>
            </a:r>
          </a:p>
        </p:txBody>
      </p:sp>
      <p:graphicFrame>
        <p:nvGraphicFramePr>
          <p:cNvPr id="274" name="24-table-4"/>
          <p:cNvGraphicFramePr/>
          <p:nvPr/>
        </p:nvGraphicFramePr>
        <p:xfrm>
          <a:off xmlns:a="http://schemas.openxmlformats.org/drawingml/2006/main" x="609600" y="3733800"/>
          <a:ext xmlns:a="http://schemas.openxmlformats.org/drawingml/2006/main" cx="10972800" cy="1143000"/>
        </p:xfrm>
        <a:graphic xmlns:a="http://schemas.openxmlformats.org/drawingml/2006/main">
          <a:graphicData uri="http://schemas.openxmlformats.org/drawingml/2006/table">
            <a:tbl>
              <a:tblPr firstRow="0" firstCol="0" lastCol="0" bandRow="0" bandCol="0"/>
              <a:tblGrid>
                <a:gridCol w="5334000"/>
                <a:gridCol w="304800"/>
                <a:gridCol w="5334000"/>
              </a:tblGrid>
              <a:tr h="406400">
                <a:tc>
                  <a:txBody>
                    <a:bodyPr>
                      <a:noAutofit/>
                    </a:bodyPr>
                    <a:lstStyle/>
                    <a:p>
                      <a:pPr>
                        <a:lnSpc>
                          <a:spcPct val="125000"/>
                        </a:lnSpc>
                        <a:buNone/>
                      </a:pPr>
                      <a:r>
                        <a:rPr sz="2400" b="1">
                          <a:solidFill>
                            <a:srgbClr val="F948BE"/>
                          </a:solidFill>
                          <a:latin typeface="Helvetica"/>
                          <a:ea typeface="Helvetica"/>
                          <a:cs typeface="Helvetica"/>
                        </a:rPr>
                        <a:t>Contract requires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Model proposes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36600">
                <a:tc>
                  <a:txBody>
                    <a:bodyPr>
                      <a:noAutofit/>
                    </a:bodyPr>
                    <a:lstStyle/>
                    <a:p>
                      <a:pPr>
                        <a:lnSpc>
                          <a:spcPct val="125000"/>
                        </a:lnSpc>
                        <a:buNone/>
                      </a:pPr>
                      <a:r>
                        <a:rPr sz="2000" b="0">
                          <a:solidFill>
                            <a:srgbClr val="FFFCF5"/>
                          </a:solidFill>
                          <a:latin typeface="Helvetica"/>
                          <a:ea typeface="Helvetica"/>
                          <a:cs typeface="Helvetica"/>
                        </a:rPr>
                        <a:t>A destination permitted</a:t>
                      </a:r>
                    </a:p>
                    <a:p>
                      <a:pPr>
                        <a:lnSpc>
                          <a:spcPct val="125000"/>
                        </a:lnSpc>
                        <a:buNone/>
                      </a:pPr>
                      <a:r>
                        <a:rPr sz="2000" b="0">
                          <a:solidFill>
                            <a:srgbClr val="FFFCF5"/>
                          </a:solidFill>
                          <a:latin typeface="Helvetica"/>
                          <a:ea typeface="Helvetica"/>
                          <a:cs typeface="Helvetica"/>
                        </a:rPr>
                        <a:t>for these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 destination outside</a:t>
                      </a:r>
                    </a:p>
                    <a:p>
                      <a:pPr>
                        <a:lnSpc>
                          <a:spcPct val="125000"/>
                        </a:lnSpc>
                        <a:buNone/>
                      </a:pPr>
                      <a:r>
                        <a:rPr sz="2000" b="0">
                          <a:solidFill>
                            <a:srgbClr val="FFFCF5"/>
                          </a:solidFill>
                          <a:latin typeface="Helvetica"/>
                          <a:ea typeface="Helvetica"/>
                          <a:cs typeface="Helvetica"/>
                        </a:rPr>
                        <a:t>the 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62" name="24-text-5">
            <a:extLst xmlns:a="http://schemas.openxmlformats.org/drawingml/2006/main">
              <a:ext uri="{FF2B5EF4-FFF2-40B4-BE49-F238E27FC236}">
                <a16:creationId xmlns:a16="http://schemas.microsoft.com/office/drawing/2014/main" id="{B0D3286A-8C06-4BAE-B84B-CF21F4FBEC1C}"/>
              </a:ext>
            </a:extLst>
          </p:cNvPr>
          <p:cNvSpPr>
            <a:spLocks xmlns:a="http://schemas.openxmlformats.org/drawingml/2006/main"/>
          </p:cNvSpPr>
          <p:nvPr/>
        </p:nvSpPr>
        <p:spPr>
          <a:xfrm xmlns:a="http://schemas.openxmlformats.org/drawingml/2006/main">
            <a:off x="609600" y="5080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Expected result</a:t>
            </a:r>
          </a:p>
        </p:txBody>
      </p:sp>
      <p:sp>
        <p:nvSpPr>
          <p:cNvPr id="263" name="24-text-6">
            <a:extLst xmlns:a="http://schemas.openxmlformats.org/drawingml/2006/main">
              <a:ext uri="{FF2B5EF4-FFF2-40B4-BE49-F238E27FC236}">
                <a16:creationId xmlns:a16="http://schemas.microsoft.com/office/drawing/2014/main" id="{204C41ED-2B6F-4E9D-ADC2-99AD5BF19927}"/>
              </a:ext>
            </a:extLst>
          </p:cNvPr>
          <p:cNvSpPr>
            <a:spLocks xmlns:a="http://schemas.openxmlformats.org/drawingml/2006/main"/>
          </p:cNvSpPr>
          <p:nvPr/>
        </p:nvSpPr>
        <p:spPr>
          <a:xfrm xmlns:a="http://schemas.openxmlformats.org/drawingml/2006/main">
            <a:off x="3708400" y="5080000"/>
            <a:ext cx="78740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Export rejected before transfer.</a:t>
            </a:r>
          </a:p>
        </p:txBody>
      </p:sp>
      <p:sp>
        <p:nvSpPr>
          <p:cNvPr id="264" name="24-text-7">
            <a:extLst xmlns:a="http://schemas.openxmlformats.org/drawingml/2006/main">
              <a:ext uri="{FF2B5EF4-FFF2-40B4-BE49-F238E27FC236}">
                <a16:creationId xmlns:a16="http://schemas.microsoft.com/office/drawing/2014/main" id="{DC30590E-873A-432A-98B0-DEBC401F1DC5}"/>
              </a:ext>
            </a:extLst>
          </p:cNvPr>
          <p:cNvSpPr>
            <a:spLocks xmlns:a="http://schemas.openxmlformats.org/drawingml/2006/main"/>
          </p:cNvSpPr>
          <p:nvPr/>
        </p:nvSpPr>
        <p:spPr>
          <a:xfrm xmlns:a="http://schemas.openxmlformats.org/drawingml/2006/main">
            <a:off x="609600" y="5613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265" name="24-text-8">
            <a:extLst xmlns:a="http://schemas.openxmlformats.org/drawingml/2006/main">
              <a:ext uri="{FF2B5EF4-FFF2-40B4-BE49-F238E27FC236}">
                <a16:creationId xmlns:a16="http://schemas.microsoft.com/office/drawing/2014/main" id="{070E96AF-9F22-414E-B5DF-52802CD58F0B}"/>
              </a:ext>
            </a:extLst>
          </p:cNvPr>
          <p:cNvSpPr>
            <a:spLocks xmlns:a="http://schemas.openxmlformats.org/drawingml/2006/main"/>
          </p:cNvSpPr>
          <p:nvPr/>
        </p:nvSpPr>
        <p:spPr>
          <a:xfrm xmlns:a="http://schemas.openxmlformats.org/drawingml/2006/main">
            <a:off x="3708400" y="5613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Clear rejection reason.</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export at that destination.</a:t>
            </a:r>
          </a:p>
        </p:txBody>
      </p:sp>
      <p:sp>
        <p:nvSpPr>
          <p:cNvPr id="266" name="narrative-number">
            <a:extLst xmlns:a="http://schemas.openxmlformats.org/drawingml/2006/main">
              <a:ext uri="{FF2B5EF4-FFF2-40B4-BE49-F238E27FC236}">
                <a16:creationId xmlns:a16="http://schemas.microsoft.com/office/drawing/2014/main" id="{7DEFB076-C9EF-4F85-817B-402C8199F9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1284168435"/>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7" name="!!area-name">
            <a:extLst xmlns:a="http://schemas.openxmlformats.org/drawingml/2006/main">
              <a:ext uri="{FF2B5EF4-FFF2-40B4-BE49-F238E27FC236}">
                <a16:creationId xmlns:a16="http://schemas.microsoft.com/office/drawing/2014/main" id="{5BB75719-61A4-48FF-84F2-46592BDCEC1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76" name="mini-map"/>
          <p:cNvPicPr>
            <a:picLocks xmlns:a="http://schemas.openxmlformats.org/drawingml/2006/main" noChangeAspect="1"/>
          </p:cNvPicPr>
          <p:nvPr/>
        </p:nvPicPr>
        <p:blipFill>
          <a:blip xmlns:r="http://schemas.openxmlformats.org/officeDocument/2006/relationships" xmlns:a="http://schemas.openxmlformats.org/drawingml/2006/main" r:embed="R5276c6c14ba3409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69" name="header-divider">
            <a:extLst xmlns:a="http://schemas.openxmlformats.org/drawingml/2006/main">
              <a:ext uri="{FF2B5EF4-FFF2-40B4-BE49-F238E27FC236}">
                <a16:creationId xmlns:a16="http://schemas.microsoft.com/office/drawing/2014/main" id="{B8E86B5C-8C94-46E5-BC39-07C34C37CD9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0" name="25-text-1">
            <a:extLst xmlns:a="http://schemas.openxmlformats.org/drawingml/2006/main">
              <a:ext uri="{FF2B5EF4-FFF2-40B4-BE49-F238E27FC236}">
                <a16:creationId xmlns:a16="http://schemas.microsoft.com/office/drawing/2014/main" id="{6743A21F-9491-41D5-BD9A-CF126744313B}"/>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71" name="25-text-2">
            <a:extLst xmlns:a="http://schemas.openxmlformats.org/drawingml/2006/main">
              <a:ext uri="{FF2B5EF4-FFF2-40B4-BE49-F238E27FC236}">
                <a16:creationId xmlns:a16="http://schemas.microsoft.com/office/drawing/2014/main" id="{6CF60CBC-9429-4602-A21F-E83C63C1F0CB}"/>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72" name="25-text-3">
            <a:extLst xmlns:a="http://schemas.openxmlformats.org/drawingml/2006/main">
              <a:ext uri="{FF2B5EF4-FFF2-40B4-BE49-F238E27FC236}">
                <a16:creationId xmlns:a16="http://schemas.microsoft.com/office/drawing/2014/main" id="{CCF0AA7D-572C-4ACA-88D1-8559269D1FA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81" name="25-image-4"/>
          <p:cNvPicPr>
            <a:picLocks xmlns:a="http://schemas.openxmlformats.org/drawingml/2006/main" noChangeAspect="1"/>
          </p:cNvPicPr>
          <p:nvPr/>
        </p:nvPicPr>
        <p:blipFill>
          <a:blip xmlns:r="http://schemas.openxmlformats.org/officeDocument/2006/relationships" xmlns:a="http://schemas.openxmlformats.org/drawingml/2006/main" r:embed="R2daff476331342fd"/>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74" name="narrative-number">
            <a:extLst xmlns:a="http://schemas.openxmlformats.org/drawingml/2006/main">
              <a:ext uri="{FF2B5EF4-FFF2-40B4-BE49-F238E27FC236}">
                <a16:creationId xmlns:a16="http://schemas.microsoft.com/office/drawing/2014/main" id="{D9242184-3432-4393-8AA8-6331F91AC3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514668839"/>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5" name="!!area-name">
            <a:extLst xmlns:a="http://schemas.openxmlformats.org/drawingml/2006/main">
              <a:ext uri="{FF2B5EF4-FFF2-40B4-BE49-F238E27FC236}">
                <a16:creationId xmlns:a16="http://schemas.microsoft.com/office/drawing/2014/main" id="{3266DCD6-ED3F-4004-9C83-410698EF6EE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Foundations</a:t>
            </a:r>
          </a:p>
        </p:txBody>
      </p:sp>
      <p:pic>
        <p:nvPicPr>
          <p:cNvPr id="312" name="mini-map"/>
          <p:cNvPicPr>
            <a:picLocks xmlns:a="http://schemas.openxmlformats.org/drawingml/2006/main" noChangeAspect="1"/>
          </p:cNvPicPr>
          <p:nvPr/>
        </p:nvPicPr>
        <p:blipFill>
          <a:blip xmlns:r="http://schemas.openxmlformats.org/officeDocument/2006/relationships" xmlns:a="http://schemas.openxmlformats.org/drawingml/2006/main" r:embed="Ra1584457a824471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7" name="slide-title">
            <a:extLst xmlns:a="http://schemas.openxmlformats.org/drawingml/2006/main">
              <a:ext uri="{FF2B5EF4-FFF2-40B4-BE49-F238E27FC236}">
                <a16:creationId xmlns:a16="http://schemas.microsoft.com/office/drawing/2014/main" id="{13635872-55B7-479A-8E01-E4DDFC83FE5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Workflows and agent loops</a:t>
            </a:r>
          </a:p>
        </p:txBody>
      </p:sp>
      <p:sp>
        <p:nvSpPr>
          <p:cNvPr id="278" name="header-divider">
            <a:extLst xmlns:a="http://schemas.openxmlformats.org/drawingml/2006/main">
              <a:ext uri="{FF2B5EF4-FFF2-40B4-BE49-F238E27FC236}">
                <a16:creationId xmlns:a16="http://schemas.microsoft.com/office/drawing/2014/main" id="{9119BD50-B6B3-4E87-9808-B8596F68F28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9" name="26-text-1">
            <a:extLst xmlns:a="http://schemas.openxmlformats.org/drawingml/2006/main">
              <a:ext uri="{FF2B5EF4-FFF2-40B4-BE49-F238E27FC236}">
                <a16:creationId xmlns:a16="http://schemas.microsoft.com/office/drawing/2014/main" id="{6FA586BE-585F-4A0E-92BC-322CCB56910C}"/>
              </a:ext>
            </a:extLst>
          </p:cNvPr>
          <p:cNvSpPr>
            <a:spLocks xmlns:a="http://schemas.openxmlformats.org/drawingml/2006/main"/>
          </p:cNvSpPr>
          <p:nvPr/>
        </p:nvSpPr>
        <p:spPr>
          <a:xfrm xmlns:a="http://schemas.openxmlformats.org/drawingml/2006/main">
            <a:off x="609600" y="2438400"/>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Workflow</a:t>
            </a:r>
          </a:p>
        </p:txBody>
      </p:sp>
      <p:sp>
        <p:nvSpPr>
          <p:cNvPr id="280" name="26-text-2">
            <a:extLst xmlns:a="http://schemas.openxmlformats.org/drawingml/2006/main">
              <a:ext uri="{FF2B5EF4-FFF2-40B4-BE49-F238E27FC236}">
                <a16:creationId xmlns:a16="http://schemas.microsoft.com/office/drawing/2014/main" id="{EC7E7181-7F0A-4082-8A03-141FEB92E02F}"/>
              </a:ext>
            </a:extLst>
          </p:cNvPr>
          <p:cNvSpPr>
            <a:spLocks xmlns:a="http://schemas.openxmlformats.org/drawingml/2006/main"/>
          </p:cNvSpPr>
          <p:nvPr/>
        </p:nvSpPr>
        <p:spPr>
          <a:xfrm xmlns:a="http://schemas.openxmlformats.org/drawingml/2006/main">
            <a:off x="3098800" y="2438400"/>
            <a:ext cx="848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defines the stages and permitted transitions.</a:t>
            </a:r>
          </a:p>
        </p:txBody>
      </p:sp>
      <p:sp>
        <p:nvSpPr>
          <p:cNvPr id="281" name="26-text-3">
            <a:extLst xmlns:a="http://schemas.openxmlformats.org/drawingml/2006/main">
              <a:ext uri="{FF2B5EF4-FFF2-40B4-BE49-F238E27FC236}">
                <a16:creationId xmlns:a16="http://schemas.microsoft.com/office/drawing/2014/main" id="{6C6363A9-EE09-405B-8C02-1F2D4C1C6C23}"/>
              </a:ext>
            </a:extLst>
          </p:cNvPr>
          <p:cNvSpPr>
            <a:spLocks xmlns:a="http://schemas.openxmlformats.org/drawingml/2006/main"/>
          </p:cNvSpPr>
          <p:nvPr/>
        </p:nvSpPr>
        <p:spPr>
          <a:xfrm xmlns:a="http://schemas.openxmlformats.org/drawingml/2006/main">
            <a:off x="609600" y="2946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workflow</a:t>
            </a:r>
          </a:p>
        </p:txBody>
      </p:sp>
      <p:sp>
        <p:nvSpPr>
          <p:cNvPr id="282" name="26-text-4">
            <a:extLst xmlns:a="http://schemas.openxmlformats.org/drawingml/2006/main">
              <a:ext uri="{FF2B5EF4-FFF2-40B4-BE49-F238E27FC236}">
                <a16:creationId xmlns:a16="http://schemas.microsoft.com/office/drawing/2014/main" id="{48884E64-3D5C-4F01-AF51-D60DC7175A68}"/>
              </a:ext>
            </a:extLst>
          </p:cNvPr>
          <p:cNvSpPr>
            <a:spLocks xmlns:a="http://schemas.openxmlformats.org/drawingml/2006/main"/>
          </p:cNvSpPr>
          <p:nvPr/>
        </p:nvSpPr>
        <p:spPr>
          <a:xfrm xmlns:a="http://schemas.openxmlformats.org/drawingml/2006/main">
            <a:off x="609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Retrieve</a:t>
            </a:r>
          </a:p>
        </p:txBody>
      </p:sp>
      <p:sp>
        <p:nvSpPr>
          <p:cNvPr id="283" name="26-text-5">
            <a:extLst xmlns:a="http://schemas.openxmlformats.org/drawingml/2006/main">
              <a:ext uri="{FF2B5EF4-FFF2-40B4-BE49-F238E27FC236}">
                <a16:creationId xmlns:a16="http://schemas.microsoft.com/office/drawing/2014/main" id="{7CA1683B-3834-400F-9F75-9373079DA887}"/>
              </a:ext>
            </a:extLst>
          </p:cNvPr>
          <p:cNvSpPr>
            <a:spLocks xmlns:a="http://schemas.openxmlformats.org/drawingml/2006/main"/>
          </p:cNvSpPr>
          <p:nvPr/>
        </p:nvSpPr>
        <p:spPr>
          <a:xfrm xmlns:a="http://schemas.openxmlformats.org/drawingml/2006/main">
            <a:off x="24892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Inspect</a:t>
            </a:r>
          </a:p>
        </p:txBody>
      </p:sp>
      <p:sp>
        <p:nvSpPr>
          <p:cNvPr id="284" name="26-text-6">
            <a:extLst xmlns:a="http://schemas.openxmlformats.org/drawingml/2006/main">
              <a:ext uri="{FF2B5EF4-FFF2-40B4-BE49-F238E27FC236}">
                <a16:creationId xmlns:a16="http://schemas.microsoft.com/office/drawing/2014/main" id="{935DC475-08D2-4E9D-84A0-3AB9C2A03A2E}"/>
              </a:ext>
            </a:extLst>
          </p:cNvPr>
          <p:cNvSpPr>
            <a:spLocks xmlns:a="http://schemas.openxmlformats.org/drawingml/2006/main"/>
          </p:cNvSpPr>
          <p:nvPr/>
        </p:nvSpPr>
        <p:spPr>
          <a:xfrm xmlns:a="http://schemas.openxmlformats.org/drawingml/2006/main">
            <a:off x="43688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Compare</a:t>
            </a:r>
          </a:p>
        </p:txBody>
      </p:sp>
      <p:sp>
        <p:nvSpPr>
          <p:cNvPr id="285" name="26-text-7">
            <a:extLst xmlns:a="http://schemas.openxmlformats.org/drawingml/2006/main">
              <a:ext uri="{FF2B5EF4-FFF2-40B4-BE49-F238E27FC236}">
                <a16:creationId xmlns:a16="http://schemas.microsoft.com/office/drawing/2014/main" id="{830E9BFA-63EC-4713-A224-70F223E5B85A}"/>
              </a:ext>
            </a:extLst>
          </p:cNvPr>
          <p:cNvSpPr>
            <a:spLocks xmlns:a="http://schemas.openxmlformats.org/drawingml/2006/main"/>
          </p:cNvSpPr>
          <p:nvPr/>
        </p:nvSpPr>
        <p:spPr>
          <a:xfrm xmlns:a="http://schemas.openxmlformats.org/drawingml/2006/main">
            <a:off x="62484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Reconcile</a:t>
            </a:r>
          </a:p>
        </p:txBody>
      </p:sp>
      <p:sp>
        <p:nvSpPr>
          <p:cNvPr id="286" name="26-text-8">
            <a:extLst xmlns:a="http://schemas.openxmlformats.org/drawingml/2006/main">
              <a:ext uri="{FF2B5EF4-FFF2-40B4-BE49-F238E27FC236}">
                <a16:creationId xmlns:a16="http://schemas.microsoft.com/office/drawing/2014/main" id="{611FF295-64AB-47D5-A309-37A81B98A786}"/>
              </a:ext>
            </a:extLst>
          </p:cNvPr>
          <p:cNvSpPr>
            <a:spLocks xmlns:a="http://schemas.openxmlformats.org/drawingml/2006/main"/>
          </p:cNvSpPr>
          <p:nvPr/>
        </p:nvSpPr>
        <p:spPr>
          <a:xfrm xmlns:a="http://schemas.openxmlformats.org/drawingml/2006/main">
            <a:off x="81280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Verify</a:t>
            </a:r>
          </a:p>
        </p:txBody>
      </p:sp>
      <p:sp>
        <p:nvSpPr>
          <p:cNvPr id="287" name="26-text-9">
            <a:extLst xmlns:a="http://schemas.openxmlformats.org/drawingml/2006/main">
              <a:ext uri="{FF2B5EF4-FFF2-40B4-BE49-F238E27FC236}">
                <a16:creationId xmlns:a16="http://schemas.microsoft.com/office/drawing/2014/main" id="{F8BB1A55-CCD6-4533-A3C9-A60499776283}"/>
              </a:ext>
            </a:extLst>
          </p:cNvPr>
          <p:cNvSpPr>
            <a:spLocks xmlns:a="http://schemas.openxmlformats.org/drawingml/2006/main"/>
          </p:cNvSpPr>
          <p:nvPr/>
        </p:nvSpPr>
        <p:spPr>
          <a:xfrm xmlns:a="http://schemas.openxmlformats.org/drawingml/2006/main">
            <a:off x="10007600" y="3302000"/>
            <a:ext cx="142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a:t>
            </a:r>
          </a:p>
        </p:txBody>
      </p:sp>
      <p:sp>
        <p:nvSpPr>
          <p:cNvPr id="288" name="26-line-11">
            <a:extLst xmlns:a="http://schemas.openxmlformats.org/drawingml/2006/main">
              <a:ext uri="{FF2B5EF4-FFF2-40B4-BE49-F238E27FC236}">
                <a16:creationId xmlns:a16="http://schemas.microsoft.com/office/drawing/2014/main" id="{426E9862-4B63-4BF3-B377-64851329960D}"/>
              </a:ext>
            </a:extLst>
          </p:cNvPr>
          <p:cNvSpPr>
            <a:spLocks xmlns:a="http://schemas.openxmlformats.org/drawingml/2006/main"/>
          </p:cNvSpPr>
          <p:nvPr/>
        </p:nvSpPr>
        <p:spPr>
          <a:xfrm xmlns:a="http://schemas.openxmlformats.org/drawingml/2006/main" flipH="0" flipV="0">
            <a:off x="21336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89" name="26-line-13">
            <a:extLst xmlns:a="http://schemas.openxmlformats.org/drawingml/2006/main">
              <a:ext uri="{FF2B5EF4-FFF2-40B4-BE49-F238E27FC236}">
                <a16:creationId xmlns:a16="http://schemas.microsoft.com/office/drawing/2014/main" id="{B14A0FB5-EA74-4ACC-81FA-BE740D289463}"/>
              </a:ext>
            </a:extLst>
          </p:cNvPr>
          <p:cNvSpPr>
            <a:spLocks xmlns:a="http://schemas.openxmlformats.org/drawingml/2006/main"/>
          </p:cNvSpPr>
          <p:nvPr/>
        </p:nvSpPr>
        <p:spPr>
          <a:xfrm xmlns:a="http://schemas.openxmlformats.org/drawingml/2006/main" flipH="0" flipV="0">
            <a:off x="40132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0" name="26-line-15">
            <a:extLst xmlns:a="http://schemas.openxmlformats.org/drawingml/2006/main">
              <a:ext uri="{FF2B5EF4-FFF2-40B4-BE49-F238E27FC236}">
                <a16:creationId xmlns:a16="http://schemas.microsoft.com/office/drawing/2014/main" id="{11DA9B6C-F082-4BAF-9C9D-821DCD838915}"/>
              </a:ext>
            </a:extLst>
          </p:cNvPr>
          <p:cNvSpPr>
            <a:spLocks xmlns:a="http://schemas.openxmlformats.org/drawingml/2006/main"/>
          </p:cNvSpPr>
          <p:nvPr/>
        </p:nvSpPr>
        <p:spPr>
          <a:xfrm xmlns:a="http://schemas.openxmlformats.org/drawingml/2006/main" flipH="0" flipV="0">
            <a:off x="58928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1" name="26-line-17">
            <a:extLst xmlns:a="http://schemas.openxmlformats.org/drawingml/2006/main">
              <a:ext uri="{FF2B5EF4-FFF2-40B4-BE49-F238E27FC236}">
                <a16:creationId xmlns:a16="http://schemas.microsoft.com/office/drawing/2014/main" id="{9FF95DBE-50DC-4B1B-8187-76F3E0928A6A}"/>
              </a:ext>
            </a:extLst>
          </p:cNvPr>
          <p:cNvSpPr>
            <a:spLocks xmlns:a="http://schemas.openxmlformats.org/drawingml/2006/main"/>
          </p:cNvSpPr>
          <p:nvPr/>
        </p:nvSpPr>
        <p:spPr>
          <a:xfrm xmlns:a="http://schemas.openxmlformats.org/drawingml/2006/main" flipH="0" flipV="0">
            <a:off x="77724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2" name="26-line-19">
            <a:extLst xmlns:a="http://schemas.openxmlformats.org/drawingml/2006/main">
              <a:ext uri="{FF2B5EF4-FFF2-40B4-BE49-F238E27FC236}">
                <a16:creationId xmlns:a16="http://schemas.microsoft.com/office/drawing/2014/main" id="{85BE77D2-C7B0-407A-AFE2-2806919A1B22}"/>
              </a:ext>
            </a:extLst>
          </p:cNvPr>
          <p:cNvSpPr>
            <a:spLocks xmlns:a="http://schemas.openxmlformats.org/drawingml/2006/main"/>
          </p:cNvSpPr>
          <p:nvPr/>
        </p:nvSpPr>
        <p:spPr>
          <a:xfrm xmlns:a="http://schemas.openxmlformats.org/drawingml/2006/main" flipH="0" flipV="0">
            <a:off x="9652000" y="3479800"/>
            <a:ext cx="2540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293" name="inspect-stage">
            <a:extLst xmlns:a="http://schemas.openxmlformats.org/drawingml/2006/main">
              <a:ext uri="{FF2B5EF4-FFF2-40B4-BE49-F238E27FC236}">
                <a16:creationId xmlns:a16="http://schemas.microsoft.com/office/drawing/2014/main" id="{95CD10C8-7EAE-47EC-9F1C-FC3E02EDE3F4}"/>
              </a:ext>
            </a:extLst>
          </p:cNvPr>
          <p:cNvSpPr>
            <a:spLocks xmlns:a="http://schemas.openxmlformats.org/drawingml/2006/main"/>
          </p:cNvSpPr>
          <p:nvPr/>
        </p:nvSpPr>
        <p:spPr>
          <a:xfrm xmlns:a="http://schemas.openxmlformats.org/drawingml/2006/main">
            <a:off x="2413000" y="3175000"/>
            <a:ext cx="1574800" cy="6350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4" name="26-line-21">
            <a:extLst xmlns:a="http://schemas.openxmlformats.org/drawingml/2006/main">
              <a:ext uri="{FF2B5EF4-FFF2-40B4-BE49-F238E27FC236}">
                <a16:creationId xmlns:a16="http://schemas.microsoft.com/office/drawing/2014/main" id="{FC37AD3E-EB00-447D-B2CB-78E30A9AD982}"/>
              </a:ext>
            </a:extLst>
          </p:cNvPr>
          <p:cNvSpPr>
            <a:spLocks xmlns:a="http://schemas.openxmlformats.org/drawingml/2006/main"/>
          </p:cNvSpPr>
          <p:nvPr/>
        </p:nvSpPr>
        <p:spPr>
          <a:xfrm xmlns:a="http://schemas.openxmlformats.org/drawingml/2006/main" flipH="0" flipV="0">
            <a:off x="3200400" y="3810000"/>
            <a:ext cx="0" cy="2032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295" name="bounded-agent-loop">
            <a:extLst xmlns:a="http://schemas.openxmlformats.org/drawingml/2006/main">
              <a:ext uri="{FF2B5EF4-FFF2-40B4-BE49-F238E27FC236}">
                <a16:creationId xmlns:a16="http://schemas.microsoft.com/office/drawing/2014/main" id="{5E301C18-042D-4CF9-B547-F8BE27DF58A4}"/>
              </a:ext>
            </a:extLst>
          </p:cNvPr>
          <p:cNvSpPr>
            <a:spLocks xmlns:a="http://schemas.openxmlformats.org/drawingml/2006/main"/>
          </p:cNvSpPr>
          <p:nvPr/>
        </p:nvSpPr>
        <p:spPr>
          <a:xfrm xmlns:a="http://schemas.openxmlformats.org/drawingml/2006/main">
            <a:off x="609600" y="4013200"/>
            <a:ext cx="10972800" cy="1701800"/>
          </a:xfrm>
          <a:prstGeom xmlns:a="http://schemas.openxmlformats.org/drawingml/2006/main" prst="rect">
            <a:avLst/>
          </a:prstGeom>
          <a:noFill xmlns:a="http://schemas.openxmlformats.org/drawingml/2006/main"/>
          <a:ln xmlns:a="http://schemas.openxmlformats.org/drawingml/2006/main" w="25400">
            <a:solidFill>
              <a:srgbClr val="F948BE"/>
            </a:solidFill>
          </a:ln>
        </p:spPr>
      </p:sp>
      <p:sp>
        <p:nvSpPr>
          <p:cNvPr id="296" name="26-text-22">
            <a:extLst xmlns:a="http://schemas.openxmlformats.org/drawingml/2006/main">
              <a:ext uri="{FF2B5EF4-FFF2-40B4-BE49-F238E27FC236}">
                <a16:creationId xmlns:a16="http://schemas.microsoft.com/office/drawing/2014/main" id="{8A9C722F-0D39-46E8-ABCA-1621BB3934F8}"/>
              </a:ext>
            </a:extLst>
          </p:cNvPr>
          <p:cNvSpPr>
            <a:spLocks xmlns:a="http://schemas.openxmlformats.org/drawingml/2006/main"/>
          </p:cNvSpPr>
          <p:nvPr/>
        </p:nvSpPr>
        <p:spPr>
          <a:xfrm xmlns:a="http://schemas.openxmlformats.org/drawingml/2006/main">
            <a:off x="812800" y="4191000"/>
            <a:ext cx="18796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Agent loop</a:t>
            </a:r>
          </a:p>
        </p:txBody>
      </p:sp>
      <p:sp>
        <p:nvSpPr>
          <p:cNvPr id="297" name="26-text-23">
            <a:extLst xmlns:a="http://schemas.openxmlformats.org/drawingml/2006/main">
              <a:ext uri="{FF2B5EF4-FFF2-40B4-BE49-F238E27FC236}">
                <a16:creationId xmlns:a16="http://schemas.microsoft.com/office/drawing/2014/main" id="{4C84DA35-FE2A-45C1-8777-BBA8C6BA97FB}"/>
              </a:ext>
            </a:extLst>
          </p:cNvPr>
          <p:cNvSpPr>
            <a:spLocks xmlns:a="http://schemas.openxmlformats.org/drawingml/2006/main"/>
          </p:cNvSpPr>
          <p:nvPr/>
        </p:nvSpPr>
        <p:spPr>
          <a:xfrm xmlns:a="http://schemas.openxmlformats.org/drawingml/2006/main">
            <a:off x="2946400" y="4191000"/>
            <a:ext cx="83312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chooses the next action within limits.</a:t>
            </a:r>
          </a:p>
        </p:txBody>
      </p:sp>
      <p:sp>
        <p:nvSpPr>
          <p:cNvPr id="298" name="26-text-24">
            <a:extLst xmlns:a="http://schemas.openxmlformats.org/drawingml/2006/main">
              <a:ext uri="{FF2B5EF4-FFF2-40B4-BE49-F238E27FC236}">
                <a16:creationId xmlns:a16="http://schemas.microsoft.com/office/drawing/2014/main" id="{38776020-E936-4C34-82D5-71BD01772D27}"/>
              </a:ext>
            </a:extLst>
          </p:cNvPr>
          <p:cNvSpPr>
            <a:spLocks xmlns:a="http://schemas.openxmlformats.org/drawingml/2006/main"/>
          </p:cNvSpPr>
          <p:nvPr/>
        </p:nvSpPr>
        <p:spPr>
          <a:xfrm xmlns:a="http://schemas.openxmlformats.org/drawingml/2006/main">
            <a:off x="8128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Observe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result</a:t>
            </a:r>
          </a:p>
        </p:txBody>
      </p:sp>
      <p:sp>
        <p:nvSpPr>
          <p:cNvPr id="299" name="26-text-25">
            <a:extLst xmlns:a="http://schemas.openxmlformats.org/drawingml/2006/main">
              <a:ext uri="{FF2B5EF4-FFF2-40B4-BE49-F238E27FC236}">
                <a16:creationId xmlns:a16="http://schemas.microsoft.com/office/drawing/2014/main" id="{F56080EA-4C49-4E6A-A515-386CDC0034FC}"/>
              </a:ext>
            </a:extLst>
          </p:cNvPr>
          <p:cNvSpPr>
            <a:spLocks xmlns:a="http://schemas.openxmlformats.org/drawingml/2006/main"/>
          </p:cNvSpPr>
          <p:nvPr/>
        </p:nvSpPr>
        <p:spPr>
          <a:xfrm xmlns:a="http://schemas.openxmlformats.org/drawingml/2006/main">
            <a:off x="36322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action</a:t>
            </a:r>
          </a:p>
        </p:txBody>
      </p:sp>
      <p:sp>
        <p:nvSpPr>
          <p:cNvPr id="300" name="26-text-26">
            <a:extLst xmlns:a="http://schemas.openxmlformats.org/drawingml/2006/main">
              <a:ext uri="{FF2B5EF4-FFF2-40B4-BE49-F238E27FC236}">
                <a16:creationId xmlns:a16="http://schemas.microsoft.com/office/drawing/2014/main" id="{CD079F1B-B2F7-4EED-AEB5-05170D73D36C}"/>
              </a:ext>
            </a:extLst>
          </p:cNvPr>
          <p:cNvSpPr>
            <a:spLocks xmlns:a="http://schemas.openxmlformats.org/drawingml/2006/main"/>
          </p:cNvSpPr>
          <p:nvPr/>
        </p:nvSpPr>
        <p:spPr>
          <a:xfrm xmlns:a="http://schemas.openxmlformats.org/drawingml/2006/main">
            <a:off x="64516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Call</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a:t>
            </a:r>
          </a:p>
        </p:txBody>
      </p:sp>
      <p:sp>
        <p:nvSpPr>
          <p:cNvPr id="301" name="26-text-27">
            <a:extLst xmlns:a="http://schemas.openxmlformats.org/drawingml/2006/main">
              <a:ext uri="{FF2B5EF4-FFF2-40B4-BE49-F238E27FC236}">
                <a16:creationId xmlns:a16="http://schemas.microsoft.com/office/drawing/2014/main" id="{B5172E6F-BF04-4C92-88DE-2714A6779CE4}"/>
              </a:ext>
            </a:extLst>
          </p:cNvPr>
          <p:cNvSpPr>
            <a:spLocks xmlns:a="http://schemas.openxmlformats.org/drawingml/2006/main"/>
          </p:cNvSpPr>
          <p:nvPr/>
        </p:nvSpPr>
        <p:spPr>
          <a:xfrm xmlns:a="http://schemas.openxmlformats.org/drawingml/2006/main">
            <a:off x="9271000" y="4673600"/>
            <a:ext cx="2082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Update</a:t>
            </a:r>
          </a:p>
          <a:p xmlns:a="http://schemas.openxmlformats.org/drawingml/2006/main">
            <a:pPr algn="ctr">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state</a:t>
            </a:r>
          </a:p>
        </p:txBody>
      </p:sp>
      <p:sp>
        <p:nvSpPr>
          <p:cNvPr id="302" name="26-line-29">
            <a:extLst xmlns:a="http://schemas.openxmlformats.org/drawingml/2006/main">
              <a:ext uri="{FF2B5EF4-FFF2-40B4-BE49-F238E27FC236}">
                <a16:creationId xmlns:a16="http://schemas.microsoft.com/office/drawing/2014/main" id="{F1BCFBE5-F984-400F-A321-7235B4F280A3}"/>
              </a:ext>
            </a:extLst>
          </p:cNvPr>
          <p:cNvSpPr>
            <a:spLocks xmlns:a="http://schemas.openxmlformats.org/drawingml/2006/main"/>
          </p:cNvSpPr>
          <p:nvPr/>
        </p:nvSpPr>
        <p:spPr>
          <a:xfrm xmlns:a="http://schemas.openxmlformats.org/drawingml/2006/main" flipH="0" flipV="0">
            <a:off x="30480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3" name="26-line-31">
            <a:extLst xmlns:a="http://schemas.openxmlformats.org/drawingml/2006/main">
              <a:ext uri="{FF2B5EF4-FFF2-40B4-BE49-F238E27FC236}">
                <a16:creationId xmlns:a16="http://schemas.microsoft.com/office/drawing/2014/main" id="{51C3AB93-CCAE-4D6A-A679-DF8CD5B2F4F6}"/>
              </a:ext>
            </a:extLst>
          </p:cNvPr>
          <p:cNvSpPr>
            <a:spLocks xmlns:a="http://schemas.openxmlformats.org/drawingml/2006/main"/>
          </p:cNvSpPr>
          <p:nvPr/>
        </p:nvSpPr>
        <p:spPr>
          <a:xfrm xmlns:a="http://schemas.openxmlformats.org/drawingml/2006/main" flipH="0" flipV="0">
            <a:off x="58674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4" name="26-line-33">
            <a:extLst xmlns:a="http://schemas.openxmlformats.org/drawingml/2006/main">
              <a:ext uri="{FF2B5EF4-FFF2-40B4-BE49-F238E27FC236}">
                <a16:creationId xmlns:a16="http://schemas.microsoft.com/office/drawing/2014/main" id="{DB7E48AD-F360-4B7B-815B-79BC334DE6CF}"/>
              </a:ext>
            </a:extLst>
          </p:cNvPr>
          <p:cNvSpPr>
            <a:spLocks xmlns:a="http://schemas.openxmlformats.org/drawingml/2006/main"/>
          </p:cNvSpPr>
          <p:nvPr/>
        </p:nvSpPr>
        <p:spPr>
          <a:xfrm xmlns:a="http://schemas.openxmlformats.org/drawingml/2006/main" flipH="0" flipV="0">
            <a:off x="8686800" y="4991100"/>
            <a:ext cx="4064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5" name="26-line-35">
            <a:extLst xmlns:a="http://schemas.openxmlformats.org/drawingml/2006/main">
              <a:ext uri="{FF2B5EF4-FFF2-40B4-BE49-F238E27FC236}">
                <a16:creationId xmlns:a16="http://schemas.microsoft.com/office/drawing/2014/main" id="{3ABD8B5E-2439-4B8B-9E60-46CD0AB79295}"/>
              </a:ext>
            </a:extLst>
          </p:cNvPr>
          <p:cNvSpPr>
            <a:spLocks xmlns:a="http://schemas.openxmlformats.org/drawingml/2006/main"/>
          </p:cNvSpPr>
          <p:nvPr/>
        </p:nvSpPr>
        <p:spPr>
          <a:xfrm xmlns:a="http://schemas.openxmlformats.org/drawingml/2006/main" flipH="0" flipV="0">
            <a:off x="103124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6" name="26-line-37">
            <a:extLst xmlns:a="http://schemas.openxmlformats.org/drawingml/2006/main">
              <a:ext uri="{FF2B5EF4-FFF2-40B4-BE49-F238E27FC236}">
                <a16:creationId xmlns:a16="http://schemas.microsoft.com/office/drawing/2014/main" id="{677ADA92-818D-47B3-BFE4-70CB07A4DCC9}"/>
              </a:ext>
            </a:extLst>
          </p:cNvPr>
          <p:cNvSpPr>
            <a:spLocks xmlns:a="http://schemas.openxmlformats.org/drawingml/2006/main"/>
          </p:cNvSpPr>
          <p:nvPr/>
        </p:nvSpPr>
        <p:spPr>
          <a:xfrm xmlns:a="http://schemas.openxmlformats.org/drawingml/2006/main" flipH="1" flipV="0">
            <a:off x="1854200" y="5537200"/>
            <a:ext cx="84582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07" name="26-line-39">
            <a:extLst xmlns:a="http://schemas.openxmlformats.org/drawingml/2006/main">
              <a:ext uri="{FF2B5EF4-FFF2-40B4-BE49-F238E27FC236}">
                <a16:creationId xmlns:a16="http://schemas.microsoft.com/office/drawing/2014/main" id="{53E225D7-CAF8-4476-8DFB-AE906163AFD3}"/>
              </a:ext>
            </a:extLst>
          </p:cNvPr>
          <p:cNvSpPr>
            <a:spLocks xmlns:a="http://schemas.openxmlformats.org/drawingml/2006/main"/>
          </p:cNvSpPr>
          <p:nvPr/>
        </p:nvSpPr>
        <p:spPr>
          <a:xfrm xmlns:a="http://schemas.openxmlformats.org/drawingml/2006/main" flipH="0" flipV="1">
            <a:off x="1854200" y="5410200"/>
            <a:ext cx="0" cy="1270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08" name="26-text-40">
            <a:extLst xmlns:a="http://schemas.openxmlformats.org/drawingml/2006/main">
              <a:ext uri="{FF2B5EF4-FFF2-40B4-BE49-F238E27FC236}">
                <a16:creationId xmlns:a16="http://schemas.microsoft.com/office/drawing/2014/main" id="{FCC84377-CAC7-4103-A514-F903EDBC85C6}"/>
              </a:ext>
            </a:extLst>
          </p:cNvPr>
          <p:cNvSpPr>
            <a:spLocks xmlns:a="http://schemas.openxmlformats.org/drawingml/2006/main"/>
          </p:cNvSpPr>
          <p:nvPr/>
        </p:nvSpPr>
        <p:spPr>
          <a:xfrm xmlns:a="http://schemas.openxmlformats.org/drawingml/2006/main">
            <a:off x="609600" y="5918200"/>
            <a:ext cx="2286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Required gate</a:t>
            </a:r>
          </a:p>
        </p:txBody>
      </p:sp>
      <p:sp>
        <p:nvSpPr>
          <p:cNvPr id="309" name="26-text-41">
            <a:extLst xmlns:a="http://schemas.openxmlformats.org/drawingml/2006/main">
              <a:ext uri="{FF2B5EF4-FFF2-40B4-BE49-F238E27FC236}">
                <a16:creationId xmlns:a16="http://schemas.microsoft.com/office/drawing/2014/main" id="{A1F8FE4C-0DA9-4CEB-ADAB-A6401988E13C}"/>
              </a:ext>
            </a:extLst>
          </p:cNvPr>
          <p:cNvSpPr>
            <a:spLocks xmlns:a="http://schemas.openxmlformats.org/drawingml/2006/main"/>
          </p:cNvSpPr>
          <p:nvPr/>
        </p:nvSpPr>
        <p:spPr>
          <a:xfrm xmlns:a="http://schemas.openxmlformats.org/drawingml/2006/main">
            <a:off x="3098800" y="5918200"/>
            <a:ext cx="8483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Exact draft passes verification before export.</a:t>
            </a:r>
          </a:p>
        </p:txBody>
      </p:sp>
      <p:sp>
        <p:nvSpPr>
          <p:cNvPr id="310" name="narrative-number">
            <a:extLst xmlns:a="http://schemas.openxmlformats.org/drawingml/2006/main">
              <a:ext uri="{FF2B5EF4-FFF2-40B4-BE49-F238E27FC236}">
                <a16:creationId xmlns:a16="http://schemas.microsoft.com/office/drawing/2014/main" id="{6479388A-286D-4FDB-AFA7-D6AFCBF855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263298895"/>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1" name="!!area-name">
            <a:extLst xmlns:a="http://schemas.openxmlformats.org/drawingml/2006/main">
              <a:ext uri="{FF2B5EF4-FFF2-40B4-BE49-F238E27FC236}">
                <a16:creationId xmlns:a16="http://schemas.microsoft.com/office/drawing/2014/main" id="{A0A5931F-C8B2-4503-B9DD-16398DBA6C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325" name="mini-map"/>
          <p:cNvPicPr>
            <a:picLocks xmlns:a="http://schemas.openxmlformats.org/drawingml/2006/main" noChangeAspect="1"/>
          </p:cNvPicPr>
          <p:nvPr/>
        </p:nvPicPr>
        <p:blipFill>
          <a:blip xmlns:r="http://schemas.openxmlformats.org/officeDocument/2006/relationships" xmlns:a="http://schemas.openxmlformats.org/drawingml/2006/main" r:embed="R3b25f2cd45a04f7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3" name="slide-title">
            <a:extLst xmlns:a="http://schemas.openxmlformats.org/drawingml/2006/main">
              <a:ext uri="{FF2B5EF4-FFF2-40B4-BE49-F238E27FC236}">
                <a16:creationId xmlns:a16="http://schemas.microsoft.com/office/drawing/2014/main" id="{1741C582-6891-4358-B10E-00B4D718A88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State, recovery, and stopping</a:t>
            </a:r>
          </a:p>
        </p:txBody>
      </p:sp>
      <p:sp>
        <p:nvSpPr>
          <p:cNvPr id="314" name="header-divider">
            <a:extLst xmlns:a="http://schemas.openxmlformats.org/drawingml/2006/main">
              <a:ext uri="{FF2B5EF4-FFF2-40B4-BE49-F238E27FC236}">
                <a16:creationId xmlns:a16="http://schemas.microsoft.com/office/drawing/2014/main" id="{67CDBF4F-D3CC-4EE1-8F7B-4F1526E5C9B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5" name="27-text-1">
            <a:extLst xmlns:a="http://schemas.openxmlformats.org/drawingml/2006/main">
              <a:ext uri="{FF2B5EF4-FFF2-40B4-BE49-F238E27FC236}">
                <a16:creationId xmlns:a16="http://schemas.microsoft.com/office/drawing/2014/main" id="{C08F43F5-FA73-43B6-ADF5-84C9C32E37D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Explicit state</a:t>
            </a:r>
          </a:p>
        </p:txBody>
      </p:sp>
      <p:sp>
        <p:nvSpPr>
          <p:cNvPr id="316" name="27-text-2">
            <a:extLst xmlns:a="http://schemas.openxmlformats.org/drawingml/2006/main">
              <a:ext uri="{FF2B5EF4-FFF2-40B4-BE49-F238E27FC236}">
                <a16:creationId xmlns:a16="http://schemas.microsoft.com/office/drawing/2014/main" id="{E713096B-448A-4BA8-8AFB-434AF95F8F1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Pending work, completed stages,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check results, and operation status.</a:t>
            </a:r>
          </a:p>
        </p:txBody>
      </p:sp>
      <p:sp>
        <p:nvSpPr>
          <p:cNvPr id="317" name="27-text-3">
            <a:extLst xmlns:a="http://schemas.openxmlformats.org/drawingml/2006/main">
              <a:ext uri="{FF2B5EF4-FFF2-40B4-BE49-F238E27FC236}">
                <a16:creationId xmlns:a16="http://schemas.microsoft.com/office/drawing/2014/main" id="{33BD50C1-0AAE-464A-BF1D-66A209BF02E6}"/>
              </a:ext>
            </a:extLst>
          </p:cNvPr>
          <p:cNvSpPr>
            <a:spLocks xmlns:a="http://schemas.openxmlformats.org/drawingml/2006/main"/>
          </p:cNvSpPr>
          <p:nvPr/>
        </p:nvSpPr>
        <p:spPr>
          <a:xfrm xmlns:a="http://schemas.openxmlformats.org/drawingml/2006/main">
            <a:off x="609600" y="3454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18" name="27-text-4">
            <a:extLst xmlns:a="http://schemas.openxmlformats.org/drawingml/2006/main">
              <a:ext uri="{FF2B5EF4-FFF2-40B4-BE49-F238E27FC236}">
                <a16:creationId xmlns:a16="http://schemas.microsoft.com/office/drawing/2014/main" id="{BA1CE360-C364-4041-B24C-67131A2EA4D5}"/>
              </a:ext>
            </a:extLst>
          </p:cNvPr>
          <p:cNvSpPr>
            <a:spLocks xmlns:a="http://schemas.openxmlformats.org/drawingml/2006/main"/>
          </p:cNvSpPr>
          <p:nvPr/>
        </p:nvSpPr>
        <p:spPr>
          <a:xfrm xmlns:a="http://schemas.openxmlformats.org/drawingml/2006/main">
            <a:off x="3708400" y="3454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Resume saved state and reconcile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external actions before retrying.</a:t>
            </a:r>
          </a:p>
        </p:txBody>
      </p:sp>
      <p:sp>
        <p:nvSpPr>
          <p:cNvPr id="319" name="27-text-5">
            <a:extLst xmlns:a="http://schemas.openxmlformats.org/drawingml/2006/main">
              <a:ext uri="{FF2B5EF4-FFF2-40B4-BE49-F238E27FC236}">
                <a16:creationId xmlns:a16="http://schemas.microsoft.com/office/drawing/2014/main" id="{52A01FB2-4A6C-4EF4-BEE7-9FEEE109CD9B}"/>
              </a:ext>
            </a:extLst>
          </p:cNvPr>
          <p:cNvSpPr>
            <a:spLocks xmlns:a="http://schemas.openxmlformats.org/drawingml/2006/main"/>
          </p:cNvSpPr>
          <p:nvPr/>
        </p:nvSpPr>
        <p:spPr>
          <a:xfrm xmlns:a="http://schemas.openxmlformats.org/drawingml/2006/main">
            <a:off x="609600" y="4470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Stopping conditions</a:t>
            </a:r>
          </a:p>
        </p:txBody>
      </p:sp>
      <p:sp>
        <p:nvSpPr>
          <p:cNvPr id="320" name="27-text-6">
            <a:extLst xmlns:a="http://schemas.openxmlformats.org/drawingml/2006/main">
              <a:ext uri="{FF2B5EF4-FFF2-40B4-BE49-F238E27FC236}">
                <a16:creationId xmlns:a16="http://schemas.microsoft.com/office/drawing/2014/main" id="{67F6B10C-0A73-40AB-815F-913BC87AC298}"/>
              </a:ext>
            </a:extLst>
          </p:cNvPr>
          <p:cNvSpPr>
            <a:spLocks xmlns:a="http://schemas.openxmlformats.org/drawingml/2006/main"/>
          </p:cNvSpPr>
          <p:nvPr/>
        </p:nvSpPr>
        <p:spPr>
          <a:xfrm xmlns:a="http://schemas.openxmlformats.org/drawingml/2006/main">
            <a:off x="3708400" y="4470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waiting, failure,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cancellation, and budget exhaustion.</a:t>
            </a:r>
          </a:p>
        </p:txBody>
      </p:sp>
      <p:sp>
        <p:nvSpPr>
          <p:cNvPr id="321" name="27-text-7">
            <a:extLst xmlns:a="http://schemas.openxmlformats.org/drawingml/2006/main">
              <a:ext uri="{FF2B5EF4-FFF2-40B4-BE49-F238E27FC236}">
                <a16:creationId xmlns:a16="http://schemas.microsoft.com/office/drawing/2014/main" id="{E83DF6A0-8398-4691-89C0-1E26A0D151F5}"/>
              </a:ext>
            </a:extLst>
          </p:cNvPr>
          <p:cNvSpPr>
            <a:spLocks xmlns:a="http://schemas.openxmlformats.org/drawingml/2006/main"/>
          </p:cNvSpPr>
          <p:nvPr/>
        </p:nvSpPr>
        <p:spPr>
          <a:xfrm xmlns:a="http://schemas.openxmlformats.org/drawingml/2006/main">
            <a:off x="609600" y="57150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Checkpoint</a:t>
            </a:r>
          </a:p>
        </p:txBody>
      </p:sp>
      <p:sp>
        <p:nvSpPr>
          <p:cNvPr id="322" name="27-text-8">
            <a:extLst xmlns:a="http://schemas.openxmlformats.org/drawingml/2006/main">
              <a:ext uri="{FF2B5EF4-FFF2-40B4-BE49-F238E27FC236}">
                <a16:creationId xmlns:a16="http://schemas.microsoft.com/office/drawing/2014/main" id="{5D7F38EF-A3AB-4C09-928B-1D25A64D64D4}"/>
              </a:ext>
            </a:extLst>
          </p:cNvPr>
          <p:cNvSpPr>
            <a:spLocks xmlns:a="http://schemas.openxmlformats.org/drawingml/2006/main"/>
          </p:cNvSpPr>
          <p:nvPr/>
        </p:nvSpPr>
        <p:spPr>
          <a:xfrm xmlns:a="http://schemas.openxmlformats.org/drawingml/2006/main">
            <a:off x="3708400" y="5715000"/>
            <a:ext cx="787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Saved execution state for resumption.</a:t>
            </a:r>
          </a:p>
        </p:txBody>
      </p:sp>
      <p:sp>
        <p:nvSpPr>
          <p:cNvPr id="323" name="narrative-number">
            <a:extLst xmlns:a="http://schemas.openxmlformats.org/drawingml/2006/main">
              <a:ext uri="{FF2B5EF4-FFF2-40B4-BE49-F238E27FC236}">
                <a16:creationId xmlns:a16="http://schemas.microsoft.com/office/drawing/2014/main" id="{873A7C9A-B993-44E5-A998-AEAD6BA35C7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3923397926"/>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24" name="!!area-name">
            <a:extLst xmlns:a="http://schemas.openxmlformats.org/drawingml/2006/main">
              <a:ext uri="{FF2B5EF4-FFF2-40B4-BE49-F238E27FC236}">
                <a16:creationId xmlns:a16="http://schemas.microsoft.com/office/drawing/2014/main" id="{53B25CAE-38C4-44E0-A4C3-5C883342F00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338" name="mini-map"/>
          <p:cNvPicPr>
            <a:picLocks xmlns:a="http://schemas.openxmlformats.org/drawingml/2006/main" noChangeAspect="1"/>
          </p:cNvPicPr>
          <p:nvPr/>
        </p:nvPicPr>
        <p:blipFill>
          <a:blip xmlns:r="http://schemas.openxmlformats.org/officeDocument/2006/relationships" xmlns:a="http://schemas.openxmlformats.org/drawingml/2006/main" r:embed="R45c40d321e7f47c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6" name="slide-title">
            <a:extLst xmlns:a="http://schemas.openxmlformats.org/drawingml/2006/main">
              <a:ext uri="{FF2B5EF4-FFF2-40B4-BE49-F238E27FC236}">
                <a16:creationId xmlns:a16="http://schemas.microsoft.com/office/drawing/2014/main" id="{D48B48AC-B415-44FB-99DC-46BB9D689A9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327" name="header-divider">
            <a:extLst xmlns:a="http://schemas.openxmlformats.org/drawingml/2006/main">
              <a:ext uri="{FF2B5EF4-FFF2-40B4-BE49-F238E27FC236}">
                <a16:creationId xmlns:a16="http://schemas.microsoft.com/office/drawing/2014/main" id="{BD702B95-75CA-4813-AA25-E7A155BA3E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8" name="28-text-1">
            <a:extLst xmlns:a="http://schemas.openxmlformats.org/drawingml/2006/main">
              <a:ext uri="{FF2B5EF4-FFF2-40B4-BE49-F238E27FC236}">
                <a16:creationId xmlns:a16="http://schemas.microsoft.com/office/drawing/2014/main" id="{36D94588-74AE-4517-9190-F0A0116A40D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329" name="28-text-2">
            <a:extLst xmlns:a="http://schemas.openxmlformats.org/drawingml/2006/main">
              <a:ext uri="{FF2B5EF4-FFF2-40B4-BE49-F238E27FC236}">
                <a16:creationId xmlns:a16="http://schemas.microsoft.com/office/drawing/2014/main" id="{6CB3CA4E-6DB7-403D-8F01-51C9791344FC}"/>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330" name="28-text-3">
            <a:extLst xmlns:a="http://schemas.openxmlformats.org/drawingml/2006/main">
              <a:ext uri="{FF2B5EF4-FFF2-40B4-BE49-F238E27FC236}">
                <a16:creationId xmlns:a16="http://schemas.microsoft.com/office/drawing/2014/main" id="{09550C5E-FCFA-4C2A-AD9A-8DC7D1612808}"/>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331" name="28-text-4">
            <a:extLst xmlns:a="http://schemas.openxmlformats.org/drawingml/2006/main">
              <a:ext uri="{FF2B5EF4-FFF2-40B4-BE49-F238E27FC236}">
                <a16:creationId xmlns:a16="http://schemas.microsoft.com/office/drawing/2014/main" id="{20A8AA86-CA51-426C-A650-5B2FD8627FC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332" name="28-text-5">
            <a:extLst xmlns:a="http://schemas.openxmlformats.org/drawingml/2006/main">
              <a:ext uri="{FF2B5EF4-FFF2-40B4-BE49-F238E27FC236}">
                <a16:creationId xmlns:a16="http://schemas.microsoft.com/office/drawing/2014/main" id="{4412E9CF-D2BF-469D-81A4-8AF7B50D0B6F}"/>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333" name="28-text-6">
            <a:extLst xmlns:a="http://schemas.openxmlformats.org/drawingml/2006/main">
              <a:ext uri="{FF2B5EF4-FFF2-40B4-BE49-F238E27FC236}">
                <a16:creationId xmlns:a16="http://schemas.microsoft.com/office/drawing/2014/main" id="{B799BACF-1726-4DC9-96B5-3FF19181E1FB}"/>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334" name="28-text-7">
            <a:extLst xmlns:a="http://schemas.openxmlformats.org/drawingml/2006/main">
              <a:ext uri="{FF2B5EF4-FFF2-40B4-BE49-F238E27FC236}">
                <a16:creationId xmlns:a16="http://schemas.microsoft.com/office/drawing/2014/main" id="{25036895-0BAD-446B-B065-F4B65590567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335" name="28-text-8">
            <a:extLst xmlns:a="http://schemas.openxmlformats.org/drawingml/2006/main">
              <a:ext uri="{FF2B5EF4-FFF2-40B4-BE49-F238E27FC236}">
                <a16:creationId xmlns:a16="http://schemas.microsoft.com/office/drawing/2014/main" id="{ADE3F2A9-B337-49F7-B7B1-92E44F18A5BF}"/>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336" name="narrative-number">
            <a:extLst xmlns:a="http://schemas.openxmlformats.org/drawingml/2006/main">
              <a:ext uri="{FF2B5EF4-FFF2-40B4-BE49-F238E27FC236}">
                <a16:creationId xmlns:a16="http://schemas.microsoft.com/office/drawing/2014/main" id="{57023A73-D592-4E64-BF5F-66D40CCC6C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495088448"/>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7" name="!!area-name">
            <a:extLst xmlns:a="http://schemas.openxmlformats.org/drawingml/2006/main">
              <a:ext uri="{FF2B5EF4-FFF2-40B4-BE49-F238E27FC236}">
                <a16:creationId xmlns:a16="http://schemas.microsoft.com/office/drawing/2014/main" id="{948E6713-C6D8-4B9B-BE94-DE59CC66DF2A}"/>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361" name="mini-map"/>
          <p:cNvPicPr>
            <a:picLocks xmlns:a="http://schemas.openxmlformats.org/drawingml/2006/main" noChangeAspect="1"/>
          </p:cNvPicPr>
          <p:nvPr/>
        </p:nvPicPr>
        <p:blipFill>
          <a:blip xmlns:r="http://schemas.openxmlformats.org/officeDocument/2006/relationships" xmlns:a="http://schemas.openxmlformats.org/drawingml/2006/main" r:embed="Re44ecd4b242d47f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9" name="slide-title">
            <a:extLst xmlns:a="http://schemas.openxmlformats.org/drawingml/2006/main">
              <a:ext uri="{FF2B5EF4-FFF2-40B4-BE49-F238E27FC236}">
                <a16:creationId xmlns:a16="http://schemas.microsoft.com/office/drawing/2014/main" id="{D1C4F84C-C520-4D88-8237-B9571240C5D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Recovery after an uncertain export</a:t>
            </a:r>
          </a:p>
        </p:txBody>
      </p:sp>
      <p:sp>
        <p:nvSpPr>
          <p:cNvPr id="340" name="header-divider">
            <a:extLst xmlns:a="http://schemas.openxmlformats.org/drawingml/2006/main">
              <a:ext uri="{FF2B5EF4-FFF2-40B4-BE49-F238E27FC236}">
                <a16:creationId xmlns:a16="http://schemas.microsoft.com/office/drawing/2014/main" id="{B96ADFBD-CDC9-4C86-81E9-8D435D9CAB6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1" name="29-text-1">
            <a:extLst xmlns:a="http://schemas.openxmlformats.org/drawingml/2006/main">
              <a:ext uri="{FF2B5EF4-FFF2-40B4-BE49-F238E27FC236}">
                <a16:creationId xmlns:a16="http://schemas.microsoft.com/office/drawing/2014/main" id="{9906B152-E0D3-4C93-834F-2E759BCFC676}"/>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permitted export and recovery test.</a:t>
            </a:r>
          </a:p>
        </p:txBody>
      </p:sp>
      <p:sp>
        <p:nvSpPr>
          <p:cNvPr id="342" name="29-text-2">
            <a:extLst xmlns:a="http://schemas.openxmlformats.org/drawingml/2006/main">
              <a:ext uri="{FF2B5EF4-FFF2-40B4-BE49-F238E27FC236}">
                <a16:creationId xmlns:a16="http://schemas.microsoft.com/office/drawing/2014/main" id="{8D86F617-E106-48C5-8E31-50AECA07C813}"/>
              </a:ext>
            </a:extLst>
          </p:cNvPr>
          <p:cNvSpPr>
            <a:spLocks xmlns:a="http://schemas.openxmlformats.org/drawingml/2006/main"/>
          </p:cNvSpPr>
          <p:nvPr/>
        </p:nvSpPr>
        <p:spPr>
          <a:xfrm xmlns:a="http://schemas.openxmlformats.org/drawingml/2006/main">
            <a:off x="6096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Orchestrator</a:t>
            </a:r>
          </a:p>
        </p:txBody>
      </p:sp>
      <p:sp>
        <p:nvSpPr>
          <p:cNvPr id="343" name="29-text-3">
            <a:extLst xmlns:a="http://schemas.openxmlformats.org/drawingml/2006/main">
              <a:ext uri="{FF2B5EF4-FFF2-40B4-BE49-F238E27FC236}">
                <a16:creationId xmlns:a16="http://schemas.microsoft.com/office/drawing/2014/main" id="{3A0FF7BD-14F3-4F10-A8A2-59A7163C1814}"/>
              </a:ext>
            </a:extLst>
          </p:cNvPr>
          <p:cNvSpPr>
            <a:spLocks xmlns:a="http://schemas.openxmlformats.org/drawingml/2006/main"/>
          </p:cNvSpPr>
          <p:nvPr/>
        </p:nvSpPr>
        <p:spPr>
          <a:xfrm xmlns:a="http://schemas.openxmlformats.org/drawingml/2006/main">
            <a:off x="8128000" y="28448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Export service</a:t>
            </a:r>
          </a:p>
        </p:txBody>
      </p:sp>
      <p:sp>
        <p:nvSpPr>
          <p:cNvPr id="344" name="29-text-4">
            <a:extLst xmlns:a="http://schemas.openxmlformats.org/drawingml/2006/main">
              <a:ext uri="{FF2B5EF4-FFF2-40B4-BE49-F238E27FC236}">
                <a16:creationId xmlns:a16="http://schemas.microsoft.com/office/drawing/2014/main" id="{9A9CFBC6-0A05-4DB5-99F5-1314CA22017E}"/>
              </a:ext>
            </a:extLst>
          </p:cNvPr>
          <p:cNvSpPr>
            <a:spLocks xmlns:a="http://schemas.openxmlformats.org/drawingml/2006/main"/>
          </p:cNvSpPr>
          <p:nvPr/>
        </p:nvSpPr>
        <p:spPr>
          <a:xfrm xmlns:a="http://schemas.openxmlformats.org/drawingml/2006/main">
            <a:off x="6096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Record and dispatch export</a:t>
            </a:r>
          </a:p>
        </p:txBody>
      </p:sp>
      <p:sp>
        <p:nvSpPr>
          <p:cNvPr id="345" name="29-text-5">
            <a:extLst xmlns:a="http://schemas.openxmlformats.org/drawingml/2006/main">
              <a:ext uri="{FF2B5EF4-FFF2-40B4-BE49-F238E27FC236}">
                <a16:creationId xmlns:a16="http://schemas.microsoft.com/office/drawing/2014/main" id="{79B75024-107A-4F4A-A9CF-B0405D09D891}"/>
              </a:ext>
            </a:extLst>
          </p:cNvPr>
          <p:cNvSpPr>
            <a:spLocks xmlns:a="http://schemas.openxmlformats.org/drawingml/2006/main"/>
          </p:cNvSpPr>
          <p:nvPr/>
        </p:nvSpPr>
        <p:spPr>
          <a:xfrm xmlns:a="http://schemas.openxmlformats.org/drawingml/2006/main">
            <a:off x="8128000" y="32766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Export occurs</a:t>
            </a:r>
          </a:p>
        </p:txBody>
      </p:sp>
      <p:sp>
        <p:nvSpPr>
          <p:cNvPr id="346" name="29-line-7">
            <a:extLst xmlns:a="http://schemas.openxmlformats.org/drawingml/2006/main">
              <a:ext uri="{FF2B5EF4-FFF2-40B4-BE49-F238E27FC236}">
                <a16:creationId xmlns:a16="http://schemas.microsoft.com/office/drawing/2014/main" id="{BA7520C7-F33A-472C-B0CF-1D8BCAF96C7A}"/>
              </a:ext>
            </a:extLst>
          </p:cNvPr>
          <p:cNvSpPr>
            <a:spLocks xmlns:a="http://schemas.openxmlformats.org/drawingml/2006/main"/>
          </p:cNvSpPr>
          <p:nvPr/>
        </p:nvSpPr>
        <p:spPr>
          <a:xfrm xmlns:a="http://schemas.openxmlformats.org/drawingml/2006/main" flipH="0" flipV="0">
            <a:off x="4267200" y="34544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47" name="29-text-8">
            <a:extLst xmlns:a="http://schemas.openxmlformats.org/drawingml/2006/main">
              <a:ext uri="{FF2B5EF4-FFF2-40B4-BE49-F238E27FC236}">
                <a16:creationId xmlns:a16="http://schemas.microsoft.com/office/drawing/2014/main" id="{0C89995C-61A5-4AFE-8DCB-53583AFA5861}"/>
              </a:ext>
            </a:extLst>
          </p:cNvPr>
          <p:cNvSpPr>
            <a:spLocks xmlns:a="http://schemas.openxmlformats.org/drawingml/2006/main"/>
          </p:cNvSpPr>
          <p:nvPr/>
        </p:nvSpPr>
        <p:spPr>
          <a:xfrm xmlns:a="http://schemas.openxmlformats.org/drawingml/2006/main">
            <a:off x="609600" y="3835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 unknown</a:t>
            </a:r>
          </a:p>
        </p:txBody>
      </p:sp>
      <p:sp>
        <p:nvSpPr>
          <p:cNvPr id="348" name="29-text-9">
            <a:extLst xmlns:a="http://schemas.openxmlformats.org/drawingml/2006/main">
              <a:ext uri="{FF2B5EF4-FFF2-40B4-BE49-F238E27FC236}">
                <a16:creationId xmlns:a16="http://schemas.microsoft.com/office/drawing/2014/main" id="{5585D674-1D9B-4C8C-AD71-E62904C10C6C}"/>
              </a:ext>
            </a:extLst>
          </p:cNvPr>
          <p:cNvSpPr>
            <a:spLocks xmlns:a="http://schemas.openxmlformats.org/drawingml/2006/main"/>
          </p:cNvSpPr>
          <p:nvPr/>
        </p:nvSpPr>
        <p:spPr>
          <a:xfrm xmlns:a="http://schemas.openxmlformats.org/drawingml/2006/main">
            <a:off x="4927600" y="3657600"/>
            <a:ext cx="25400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Response lost</a:t>
            </a:r>
          </a:p>
        </p:txBody>
      </p:sp>
      <p:sp>
        <p:nvSpPr>
          <p:cNvPr id="349" name="29-line-11">
            <a:extLst xmlns:a="http://schemas.openxmlformats.org/drawingml/2006/main">
              <a:ext uri="{FF2B5EF4-FFF2-40B4-BE49-F238E27FC236}">
                <a16:creationId xmlns:a16="http://schemas.microsoft.com/office/drawing/2014/main" id="{544B3D6E-A29E-4C6C-AA77-D1DAB4C1BA49}"/>
              </a:ext>
            </a:extLst>
          </p:cNvPr>
          <p:cNvSpPr>
            <a:spLocks xmlns:a="http://schemas.openxmlformats.org/drawingml/2006/main"/>
          </p:cNvSpPr>
          <p:nvPr/>
        </p:nvSpPr>
        <p:spPr>
          <a:xfrm xmlns:a="http://schemas.openxmlformats.org/drawingml/2006/main" flipH="1" flipV="0">
            <a:off x="64770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0" name="29-line-13">
            <a:extLst xmlns:a="http://schemas.openxmlformats.org/drawingml/2006/main">
              <a:ext uri="{FF2B5EF4-FFF2-40B4-BE49-F238E27FC236}">
                <a16:creationId xmlns:a16="http://schemas.microsoft.com/office/drawing/2014/main" id="{946C6610-F3FC-4099-8AE9-AE5298ECF9EE}"/>
              </a:ext>
            </a:extLst>
          </p:cNvPr>
          <p:cNvSpPr>
            <a:spLocks xmlns:a="http://schemas.openxmlformats.org/drawingml/2006/main"/>
          </p:cNvSpPr>
          <p:nvPr/>
        </p:nvSpPr>
        <p:spPr>
          <a:xfrm xmlns:a="http://schemas.openxmlformats.org/drawingml/2006/main" flipH="1" flipV="0">
            <a:off x="4267200" y="3987800"/>
            <a:ext cx="14478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1" name="29-line-15">
            <a:extLst xmlns:a="http://schemas.openxmlformats.org/drawingml/2006/main">
              <a:ext uri="{FF2B5EF4-FFF2-40B4-BE49-F238E27FC236}">
                <a16:creationId xmlns:a16="http://schemas.microsoft.com/office/drawing/2014/main" id="{EF1E9E5F-E1FA-4F7F-976B-B57C60632002}"/>
              </a:ext>
            </a:extLst>
          </p:cNvPr>
          <p:cNvSpPr>
            <a:spLocks xmlns:a="http://schemas.openxmlformats.org/drawingml/2006/main"/>
          </p:cNvSpPr>
          <p:nvPr/>
        </p:nvSpPr>
        <p:spPr>
          <a:xfrm xmlns:a="http://schemas.openxmlformats.org/drawingml/2006/main" flipH="0" flipV="0">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2" name="29-line-17">
            <a:extLst xmlns:a="http://schemas.openxmlformats.org/drawingml/2006/main">
              <a:ext uri="{FF2B5EF4-FFF2-40B4-BE49-F238E27FC236}">
                <a16:creationId xmlns:a16="http://schemas.microsoft.com/office/drawing/2014/main" id="{76E10AF6-46BD-499F-B8E7-D0592D8151E4}"/>
              </a:ext>
            </a:extLst>
          </p:cNvPr>
          <p:cNvSpPr>
            <a:spLocks xmlns:a="http://schemas.openxmlformats.org/drawingml/2006/main"/>
          </p:cNvSpPr>
          <p:nvPr/>
        </p:nvSpPr>
        <p:spPr>
          <a:xfrm xmlns:a="http://schemas.openxmlformats.org/drawingml/2006/main" flipH="0" flipV="1">
            <a:off x="6019800" y="3911600"/>
            <a:ext cx="152400" cy="15240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353" name="29-text-18">
            <a:extLst xmlns:a="http://schemas.openxmlformats.org/drawingml/2006/main">
              <a:ext uri="{FF2B5EF4-FFF2-40B4-BE49-F238E27FC236}">
                <a16:creationId xmlns:a16="http://schemas.microsoft.com/office/drawing/2014/main" id="{4418E492-58B5-4E07-A08E-F5001EE5C3BA}"/>
              </a:ext>
            </a:extLst>
          </p:cNvPr>
          <p:cNvSpPr>
            <a:spLocks xmlns:a="http://schemas.openxmlformats.org/drawingml/2006/main"/>
          </p:cNvSpPr>
          <p:nvPr/>
        </p:nvSpPr>
        <p:spPr>
          <a:xfrm xmlns:a="http://schemas.openxmlformats.org/drawingml/2006/main">
            <a:off x="6096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export state</a:t>
            </a:r>
          </a:p>
        </p:txBody>
      </p:sp>
      <p:sp>
        <p:nvSpPr>
          <p:cNvPr id="354" name="29-text-19">
            <a:extLst xmlns:a="http://schemas.openxmlformats.org/drawingml/2006/main">
              <a:ext uri="{FF2B5EF4-FFF2-40B4-BE49-F238E27FC236}">
                <a16:creationId xmlns:a16="http://schemas.microsoft.com/office/drawing/2014/main" id="{CDAD29ED-25C1-45D3-A223-D4BAA1E836ED}"/>
              </a:ext>
            </a:extLst>
          </p:cNvPr>
          <p:cNvSpPr>
            <a:spLocks xmlns:a="http://schemas.openxmlformats.org/drawingml/2006/main"/>
          </p:cNvSpPr>
          <p:nvPr/>
        </p:nvSpPr>
        <p:spPr>
          <a:xfrm xmlns:a="http://schemas.openxmlformats.org/drawingml/2006/main">
            <a:off x="8128000" y="44450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Receipt and artifact</a:t>
            </a:r>
          </a:p>
        </p:txBody>
      </p:sp>
      <p:sp>
        <p:nvSpPr>
          <p:cNvPr id="355" name="29-line-21">
            <a:extLst xmlns:a="http://schemas.openxmlformats.org/drawingml/2006/main">
              <a:ext uri="{FF2B5EF4-FFF2-40B4-BE49-F238E27FC236}">
                <a16:creationId xmlns:a16="http://schemas.microsoft.com/office/drawing/2014/main" id="{85A6399B-4338-4549-AA1A-AA9A02F05472}"/>
              </a:ext>
            </a:extLst>
          </p:cNvPr>
          <p:cNvSpPr>
            <a:spLocks xmlns:a="http://schemas.openxmlformats.org/drawingml/2006/main"/>
          </p:cNvSpPr>
          <p:nvPr/>
        </p:nvSpPr>
        <p:spPr>
          <a:xfrm xmlns:a="http://schemas.openxmlformats.org/drawingml/2006/main" flipH="0" flipV="0">
            <a:off x="4267200" y="4622800"/>
            <a:ext cx="3657600" cy="0"/>
          </a:xfrm>
          <a:prstGeom xmlns:a="http://schemas.openxmlformats.org/drawingml/2006/main" prst="line">
            <a:avLst/>
          </a:prstGeom>
          <a:noFill xmlns:a="http://schemas.openxmlformats.org/drawingml/2006/main"/>
          <a:ln xmlns:a="http://schemas.openxmlformats.org/drawingml/2006/main" w="25400">
            <a:solidFill>
              <a:srgbClr val="ADACA9"/>
            </a:solidFill>
            <a:tailEnd type="triangle" w="sm" len="sm"/>
          </a:ln>
        </p:spPr>
      </p:sp>
      <p:sp>
        <p:nvSpPr>
          <p:cNvPr id="356" name="29-text-22">
            <a:extLst xmlns:a="http://schemas.openxmlformats.org/drawingml/2006/main">
              <a:ext uri="{FF2B5EF4-FFF2-40B4-BE49-F238E27FC236}">
                <a16:creationId xmlns:a16="http://schemas.microsoft.com/office/drawing/2014/main" id="{2886D155-5426-4327-B756-91B9A52BE6F5}"/>
              </a:ext>
            </a:extLst>
          </p:cNvPr>
          <p:cNvSpPr>
            <a:spLocks xmlns:a="http://schemas.openxmlformats.org/drawingml/2006/main"/>
          </p:cNvSpPr>
          <p:nvPr/>
        </p:nvSpPr>
        <p:spPr>
          <a:xfrm xmlns:a="http://schemas.openxmlformats.org/drawingml/2006/main">
            <a:off x="609600" y="5105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Evidence to check</a:t>
            </a:r>
          </a:p>
        </p:txBody>
      </p:sp>
      <p:sp>
        <p:nvSpPr>
          <p:cNvPr id="357" name="29-text-23">
            <a:extLst xmlns:a="http://schemas.openxmlformats.org/drawingml/2006/main">
              <a:ext uri="{FF2B5EF4-FFF2-40B4-BE49-F238E27FC236}">
                <a16:creationId xmlns:a16="http://schemas.microsoft.com/office/drawing/2014/main" id="{4C8D660F-EFAC-45F4-94BA-8BDEB1E480A8}"/>
              </a:ext>
            </a:extLst>
          </p:cNvPr>
          <p:cNvSpPr>
            <a:spLocks xmlns:a="http://schemas.openxmlformats.org/drawingml/2006/main"/>
          </p:cNvSpPr>
          <p:nvPr/>
        </p:nvSpPr>
        <p:spPr>
          <a:xfrm xmlns:a="http://schemas.openxmlformats.org/drawingml/2006/main">
            <a:off x="3708400" y="5105400"/>
            <a:ext cx="78740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Matching receipt and checked artifact.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No duplicate export.</a:t>
            </a:r>
          </a:p>
        </p:txBody>
      </p:sp>
      <p:sp>
        <p:nvSpPr>
          <p:cNvPr id="358" name="29-text-24">
            <a:extLst xmlns:a="http://schemas.openxmlformats.org/drawingml/2006/main">
              <a:ext uri="{FF2B5EF4-FFF2-40B4-BE49-F238E27FC236}">
                <a16:creationId xmlns:a16="http://schemas.microsoft.com/office/drawing/2014/main" id="{12B6F787-D2BC-4E0E-8206-E184DB9F8FE0}"/>
              </a:ext>
            </a:extLst>
          </p:cNvPr>
          <p:cNvSpPr>
            <a:spLocks xmlns:a="http://schemas.openxmlformats.org/drawingml/2006/main"/>
          </p:cNvSpPr>
          <p:nvPr/>
        </p:nvSpPr>
        <p:spPr>
          <a:xfrm xmlns:a="http://schemas.openxmlformats.org/drawingml/2006/main">
            <a:off x="609600" y="5918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If unresolved: pause or hand off with uncertainty intact.</a:t>
            </a:r>
          </a:p>
        </p:txBody>
      </p:sp>
      <p:sp>
        <p:nvSpPr>
          <p:cNvPr id="359" name="narrative-number">
            <a:extLst xmlns:a="http://schemas.openxmlformats.org/drawingml/2006/main">
              <a:ext uri="{FF2B5EF4-FFF2-40B4-BE49-F238E27FC236}">
                <a16:creationId xmlns:a16="http://schemas.microsoft.com/office/drawing/2014/main" id="{D249BC29-116C-419A-A51C-C63C1096A1B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2296998442"/>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0" name="!!area-name">
            <a:extLst xmlns:a="http://schemas.openxmlformats.org/drawingml/2006/main">
              <a:ext uri="{FF2B5EF4-FFF2-40B4-BE49-F238E27FC236}">
                <a16:creationId xmlns:a16="http://schemas.microsoft.com/office/drawing/2014/main" id="{648DAE48-4F90-4E6A-A47B-C46B454EB35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369" name="mini-map"/>
          <p:cNvPicPr>
            <a:picLocks xmlns:a="http://schemas.openxmlformats.org/drawingml/2006/main" noChangeAspect="1"/>
          </p:cNvPicPr>
          <p:nvPr/>
        </p:nvPicPr>
        <p:blipFill>
          <a:blip xmlns:r="http://schemas.openxmlformats.org/officeDocument/2006/relationships" xmlns:a="http://schemas.openxmlformats.org/drawingml/2006/main" r:embed="R89f77fa753d94df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2" name="header-divider">
            <a:extLst xmlns:a="http://schemas.openxmlformats.org/drawingml/2006/main">
              <a:ext uri="{FF2B5EF4-FFF2-40B4-BE49-F238E27FC236}">
                <a16:creationId xmlns:a16="http://schemas.microsoft.com/office/drawing/2014/main" id="{3B3D33DF-5B8A-480E-B2C1-85C81959D8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3" name="30-text-1">
            <a:extLst xmlns:a="http://schemas.openxmlformats.org/drawingml/2006/main">
              <a:ext uri="{FF2B5EF4-FFF2-40B4-BE49-F238E27FC236}">
                <a16:creationId xmlns:a16="http://schemas.microsoft.com/office/drawing/2014/main" id="{ACC08480-1E3F-407D-AE58-0887326587D2}"/>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364" name="30-text-2">
            <a:extLst xmlns:a="http://schemas.openxmlformats.org/drawingml/2006/main">
              <a:ext uri="{FF2B5EF4-FFF2-40B4-BE49-F238E27FC236}">
                <a16:creationId xmlns:a16="http://schemas.microsoft.com/office/drawing/2014/main" id="{9D48D9EE-8ED7-4570-B7C7-A7828385264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365" name="30-text-3">
            <a:extLst xmlns:a="http://schemas.openxmlformats.org/drawingml/2006/main">
              <a:ext uri="{FF2B5EF4-FFF2-40B4-BE49-F238E27FC236}">
                <a16:creationId xmlns:a16="http://schemas.microsoft.com/office/drawing/2014/main" id="{9D236CE0-8507-4CA4-84AE-9CDC03F97A70}"/>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74" name="30-image-4"/>
          <p:cNvPicPr>
            <a:picLocks xmlns:a="http://schemas.openxmlformats.org/drawingml/2006/main" noChangeAspect="1"/>
          </p:cNvPicPr>
          <p:nvPr/>
        </p:nvPicPr>
        <p:blipFill>
          <a:blip xmlns:r="http://schemas.openxmlformats.org/officeDocument/2006/relationships" xmlns:a="http://schemas.openxmlformats.org/drawingml/2006/main" r:embed="R7566f8c5170943a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367" name="narrative-number">
            <a:extLst xmlns:a="http://schemas.openxmlformats.org/drawingml/2006/main">
              <a:ext uri="{FF2B5EF4-FFF2-40B4-BE49-F238E27FC236}">
                <a16:creationId xmlns:a16="http://schemas.microsoft.com/office/drawing/2014/main" id="{30602973-6E04-4C44-A2F9-1C8753A3A3F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479890214"/>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8" name="!!area-name">
            <a:extLst xmlns:a="http://schemas.openxmlformats.org/drawingml/2006/main">
              <a:ext uri="{FF2B5EF4-FFF2-40B4-BE49-F238E27FC236}">
                <a16:creationId xmlns:a16="http://schemas.microsoft.com/office/drawing/2014/main" id="{5C8507B4-9175-40C5-9B3F-78828407274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78" name="mini-map"/>
          <p:cNvPicPr>
            <a:picLocks xmlns:a="http://schemas.openxmlformats.org/drawingml/2006/main" noChangeAspect="1"/>
          </p:cNvPicPr>
          <p:nvPr/>
        </p:nvPicPr>
        <p:blipFill>
          <a:blip xmlns:r="http://schemas.openxmlformats.org/officeDocument/2006/relationships" xmlns:a="http://schemas.openxmlformats.org/drawingml/2006/main" r:embed="R0aab21d877a445c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0" name="slide-title">
            <a:extLst xmlns:a="http://schemas.openxmlformats.org/drawingml/2006/main">
              <a:ext uri="{FF2B5EF4-FFF2-40B4-BE49-F238E27FC236}">
                <a16:creationId xmlns:a16="http://schemas.microsoft.com/office/drawing/2014/main" id="{143C8D26-0E15-4873-B3BD-E164FCF6753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71" name="header-divider">
            <a:extLst xmlns:a="http://schemas.openxmlformats.org/drawingml/2006/main">
              <a:ext uri="{FF2B5EF4-FFF2-40B4-BE49-F238E27FC236}">
                <a16:creationId xmlns:a16="http://schemas.microsoft.com/office/drawing/2014/main" id="{00364373-0ED6-49E1-B15C-A5338F46B08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72" name="31-text-1">
            <a:extLst xmlns:a="http://schemas.openxmlformats.org/drawingml/2006/main">
              <a:ext uri="{FF2B5EF4-FFF2-40B4-BE49-F238E27FC236}">
                <a16:creationId xmlns:a16="http://schemas.microsoft.com/office/drawing/2014/main" id="{92BD8979-A47D-4266-83FA-221D06109D4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73" name="31-text-2">
            <a:extLst xmlns:a="http://schemas.openxmlformats.org/drawingml/2006/main">
              <a:ext uri="{FF2B5EF4-FFF2-40B4-BE49-F238E27FC236}">
                <a16:creationId xmlns:a16="http://schemas.microsoft.com/office/drawing/2014/main" id="{43B37AFB-8A40-480C-B668-D06025153CA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74" name="31-text-3">
            <a:extLst xmlns:a="http://schemas.openxmlformats.org/drawingml/2006/main">
              <a:ext uri="{FF2B5EF4-FFF2-40B4-BE49-F238E27FC236}">
                <a16:creationId xmlns:a16="http://schemas.microsoft.com/office/drawing/2014/main" id="{9614B80B-DEC1-4109-AF88-A29AC2501BB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75" name="31-text-4">
            <a:extLst xmlns:a="http://schemas.openxmlformats.org/drawingml/2006/main">
              <a:ext uri="{FF2B5EF4-FFF2-40B4-BE49-F238E27FC236}">
                <a16:creationId xmlns:a16="http://schemas.microsoft.com/office/drawing/2014/main" id="{4A6D66E3-9B34-4FBC-B64C-BB02B173D064}"/>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76" name="narrative-number">
            <a:extLst xmlns:a="http://schemas.openxmlformats.org/drawingml/2006/main">
              <a:ext uri="{FF2B5EF4-FFF2-40B4-BE49-F238E27FC236}">
                <a16:creationId xmlns:a16="http://schemas.microsoft.com/office/drawing/2014/main" id="{AA3FE225-7BF2-44C6-9B65-1350A68DF6A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2566334541"/>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7" name="!!area-name">
            <a:extLst xmlns:a="http://schemas.openxmlformats.org/drawingml/2006/main">
              <a:ext uri="{FF2B5EF4-FFF2-40B4-BE49-F238E27FC236}">
                <a16:creationId xmlns:a16="http://schemas.microsoft.com/office/drawing/2014/main" id="{9DDEC36A-6202-4E9C-8F04-CE84DE504EA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89" name="mini-map"/>
          <p:cNvPicPr>
            <a:picLocks xmlns:a="http://schemas.openxmlformats.org/drawingml/2006/main" noChangeAspect="1"/>
          </p:cNvPicPr>
          <p:nvPr/>
        </p:nvPicPr>
        <p:blipFill>
          <a:blip xmlns:r="http://schemas.openxmlformats.org/officeDocument/2006/relationships" xmlns:a="http://schemas.openxmlformats.org/drawingml/2006/main" r:embed="R271dee7aae8e4eb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9" name="slide-title">
            <a:extLst xmlns:a="http://schemas.openxmlformats.org/drawingml/2006/main">
              <a:ext uri="{FF2B5EF4-FFF2-40B4-BE49-F238E27FC236}">
                <a16:creationId xmlns:a16="http://schemas.microsoft.com/office/drawing/2014/main" id="{0973F022-6F4D-41BC-8D33-1212225663A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80" name="header-divider">
            <a:extLst xmlns:a="http://schemas.openxmlformats.org/drawingml/2006/main">
              <a:ext uri="{FF2B5EF4-FFF2-40B4-BE49-F238E27FC236}">
                <a16:creationId xmlns:a16="http://schemas.microsoft.com/office/drawing/2014/main" id="{42113D92-0370-4D9D-950A-7FB35DAF04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1" name="32-text-1">
            <a:extLst xmlns:a="http://schemas.openxmlformats.org/drawingml/2006/main">
              <a:ext uri="{FF2B5EF4-FFF2-40B4-BE49-F238E27FC236}">
                <a16:creationId xmlns:a16="http://schemas.microsoft.com/office/drawing/2014/main" id="{EE199380-7350-424E-ADC6-82F322B38779}"/>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82" name="32-text-2">
            <a:extLst xmlns:a="http://schemas.openxmlformats.org/drawingml/2006/main">
              <a:ext uri="{FF2B5EF4-FFF2-40B4-BE49-F238E27FC236}">
                <a16:creationId xmlns:a16="http://schemas.microsoft.com/office/drawing/2014/main" id="{67300512-0908-43B8-90D1-3205A8D5568C}"/>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83" name="32-text-3">
            <a:extLst xmlns:a="http://schemas.openxmlformats.org/drawingml/2006/main">
              <a:ext uri="{FF2B5EF4-FFF2-40B4-BE49-F238E27FC236}">
                <a16:creationId xmlns:a16="http://schemas.microsoft.com/office/drawing/2014/main" id="{6D6CBB66-55D9-4C0D-9B84-93FFE6145DF7}"/>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84" name="32-text-4">
            <a:extLst xmlns:a="http://schemas.openxmlformats.org/drawingml/2006/main">
              <a:ext uri="{FF2B5EF4-FFF2-40B4-BE49-F238E27FC236}">
                <a16:creationId xmlns:a16="http://schemas.microsoft.com/office/drawing/2014/main" id="{7A95D827-CF20-46D1-AA91-FCBEFE055FC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85" name="32-text-5">
            <a:extLst xmlns:a="http://schemas.openxmlformats.org/drawingml/2006/main">
              <a:ext uri="{FF2B5EF4-FFF2-40B4-BE49-F238E27FC236}">
                <a16:creationId xmlns:a16="http://schemas.microsoft.com/office/drawing/2014/main" id="{ED178E5D-D53B-4CE6-96B3-83EB6296706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86" name="32-text-6">
            <a:extLst xmlns:a="http://schemas.openxmlformats.org/drawingml/2006/main">
              <a:ext uri="{FF2B5EF4-FFF2-40B4-BE49-F238E27FC236}">
                <a16:creationId xmlns:a16="http://schemas.microsoft.com/office/drawing/2014/main" id="{38A250DD-9309-4B98-B4BD-58FF7E69530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87" name="narrative-number">
            <a:extLst xmlns:a="http://schemas.openxmlformats.org/drawingml/2006/main">
              <a:ext uri="{FF2B5EF4-FFF2-40B4-BE49-F238E27FC236}">
                <a16:creationId xmlns:a16="http://schemas.microsoft.com/office/drawing/2014/main" id="{6B980846-006A-4244-9CA1-BE7C2C1D5A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1659027717"/>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8" name="!!area-name">
            <a:extLst xmlns:a="http://schemas.openxmlformats.org/drawingml/2006/main">
              <a:ext uri="{FF2B5EF4-FFF2-40B4-BE49-F238E27FC236}">
                <a16:creationId xmlns:a16="http://schemas.microsoft.com/office/drawing/2014/main" id="{A4662CDE-8D7A-4001-BDAF-BD570B85885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403" name="mini-map"/>
          <p:cNvPicPr>
            <a:picLocks xmlns:a="http://schemas.openxmlformats.org/drawingml/2006/main" noChangeAspect="1"/>
          </p:cNvPicPr>
          <p:nvPr/>
        </p:nvPicPr>
        <p:blipFill>
          <a:blip xmlns:r="http://schemas.openxmlformats.org/officeDocument/2006/relationships" xmlns:a="http://schemas.openxmlformats.org/drawingml/2006/main" r:embed="R8a8df4ffc5d647b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0" name="slide-title">
            <a:extLst xmlns:a="http://schemas.openxmlformats.org/drawingml/2006/main">
              <a:ext uri="{FF2B5EF4-FFF2-40B4-BE49-F238E27FC236}">
                <a16:creationId xmlns:a16="http://schemas.microsoft.com/office/drawing/2014/main" id="{D3B1C83B-18E9-47F0-B9DF-5A7114A0F1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91" name="header-divider">
            <a:extLst xmlns:a="http://schemas.openxmlformats.org/drawingml/2006/main">
              <a:ext uri="{FF2B5EF4-FFF2-40B4-BE49-F238E27FC236}">
                <a16:creationId xmlns:a16="http://schemas.microsoft.com/office/drawing/2014/main" id="{E6310804-ADC6-46EC-869A-B59F6EE0B3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2" name="33-text-1">
            <a:extLst xmlns:a="http://schemas.openxmlformats.org/drawingml/2006/main">
              <a:ext uri="{FF2B5EF4-FFF2-40B4-BE49-F238E27FC236}">
                <a16:creationId xmlns:a16="http://schemas.microsoft.com/office/drawing/2014/main" id="{DFFBEBCD-3304-410B-BD9D-657B2AAA3AB9}"/>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93" name="33-text-2">
            <a:extLst xmlns:a="http://schemas.openxmlformats.org/drawingml/2006/main">
              <a:ext uri="{FF2B5EF4-FFF2-40B4-BE49-F238E27FC236}">
                <a16:creationId xmlns:a16="http://schemas.microsoft.com/office/drawing/2014/main" id="{29F3DE9F-804B-4682-9DD0-DCA2AA3EF77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94" name="33-text-3">
            <a:extLst xmlns:a="http://schemas.openxmlformats.org/drawingml/2006/main">
              <a:ext uri="{FF2B5EF4-FFF2-40B4-BE49-F238E27FC236}">
                <a16:creationId xmlns:a16="http://schemas.microsoft.com/office/drawing/2014/main" id="{672DC80D-E144-4BA8-B365-DEE7243C5EF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95" name="33-text-4">
            <a:extLst xmlns:a="http://schemas.openxmlformats.org/drawingml/2006/main">
              <a:ext uri="{FF2B5EF4-FFF2-40B4-BE49-F238E27FC236}">
                <a16:creationId xmlns:a16="http://schemas.microsoft.com/office/drawing/2014/main" id="{B63276C2-D514-46E2-88F2-76B5481D05F7}"/>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96" name="33-text-5">
            <a:extLst xmlns:a="http://schemas.openxmlformats.org/drawingml/2006/main">
              <a:ext uri="{FF2B5EF4-FFF2-40B4-BE49-F238E27FC236}">
                <a16:creationId xmlns:a16="http://schemas.microsoft.com/office/drawing/2014/main" id="{CC4703DB-0092-4541-90EB-325375AC80B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97" name="33-text-6">
            <a:extLst xmlns:a="http://schemas.openxmlformats.org/drawingml/2006/main">
              <a:ext uri="{FF2B5EF4-FFF2-40B4-BE49-F238E27FC236}">
                <a16:creationId xmlns:a16="http://schemas.microsoft.com/office/drawing/2014/main" id="{84341A02-7C60-4DF9-9836-5A2EC6D6A15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98" name="33-text-7">
            <a:extLst xmlns:a="http://schemas.openxmlformats.org/drawingml/2006/main">
              <a:ext uri="{FF2B5EF4-FFF2-40B4-BE49-F238E27FC236}">
                <a16:creationId xmlns:a16="http://schemas.microsoft.com/office/drawing/2014/main" id="{18266025-B69F-4A3F-836B-678C4168DDC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99" name="33-text-8">
            <a:extLst xmlns:a="http://schemas.openxmlformats.org/drawingml/2006/main">
              <a:ext uri="{FF2B5EF4-FFF2-40B4-BE49-F238E27FC236}">
                <a16:creationId xmlns:a16="http://schemas.microsoft.com/office/drawing/2014/main" id="{801C6E8E-AADE-4DE3-B00D-7772D15B0F6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400" name="33-text-9">
            <a:extLst xmlns:a="http://schemas.openxmlformats.org/drawingml/2006/main">
              <a:ext uri="{FF2B5EF4-FFF2-40B4-BE49-F238E27FC236}">
                <a16:creationId xmlns:a16="http://schemas.microsoft.com/office/drawing/2014/main" id="{DCAD1CF9-546B-473C-A6AA-8EBB539B8507}"/>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401" name="narrative-number">
            <a:extLst xmlns:a="http://schemas.openxmlformats.org/drawingml/2006/main">
              <a:ext uri="{FF2B5EF4-FFF2-40B4-BE49-F238E27FC236}">
                <a16:creationId xmlns:a16="http://schemas.microsoft.com/office/drawing/2014/main" id="{19CF17FD-1959-452B-9CE2-6DC7EC0E17D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4142163244"/>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2" name="!!area-name">
            <a:extLst xmlns:a="http://schemas.openxmlformats.org/drawingml/2006/main">
              <a:ext uri="{FF2B5EF4-FFF2-40B4-BE49-F238E27FC236}">
                <a16:creationId xmlns:a16="http://schemas.microsoft.com/office/drawing/2014/main" id="{EF19E64C-73C5-4F98-9949-FFF0EF5168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418" name="mini-map"/>
          <p:cNvPicPr>
            <a:picLocks xmlns:a="http://schemas.openxmlformats.org/drawingml/2006/main" noChangeAspect="1"/>
          </p:cNvPicPr>
          <p:nvPr/>
        </p:nvPicPr>
        <p:blipFill>
          <a:blip xmlns:r="http://schemas.openxmlformats.org/officeDocument/2006/relationships" xmlns:a="http://schemas.openxmlformats.org/drawingml/2006/main" r:embed="R228652cdd2ed473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4" name="slide-title">
            <a:extLst xmlns:a="http://schemas.openxmlformats.org/drawingml/2006/main">
              <a:ext uri="{FF2B5EF4-FFF2-40B4-BE49-F238E27FC236}">
                <a16:creationId xmlns:a16="http://schemas.microsoft.com/office/drawing/2014/main" id="{A96E357F-1FF9-4429-8D95-B9826BD2368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405" name="header-divider">
            <a:extLst xmlns:a="http://schemas.openxmlformats.org/drawingml/2006/main">
              <a:ext uri="{FF2B5EF4-FFF2-40B4-BE49-F238E27FC236}">
                <a16:creationId xmlns:a16="http://schemas.microsoft.com/office/drawing/2014/main" id="{32E364EC-A922-4BD5-8CD8-4C53A11A6BC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6" name="34-text-1">
            <a:extLst xmlns:a="http://schemas.openxmlformats.org/drawingml/2006/main">
              <a:ext uri="{FF2B5EF4-FFF2-40B4-BE49-F238E27FC236}">
                <a16:creationId xmlns:a16="http://schemas.microsoft.com/office/drawing/2014/main" id="{C7098AA6-BF7C-47F9-8535-840CC262E5F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407" name="34-text-2">
            <a:extLst xmlns:a="http://schemas.openxmlformats.org/drawingml/2006/main">
              <a:ext uri="{FF2B5EF4-FFF2-40B4-BE49-F238E27FC236}">
                <a16:creationId xmlns:a16="http://schemas.microsoft.com/office/drawing/2014/main" id="{F55CFF3A-2644-4064-A933-52B95206B10A}"/>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408" name="34-text-3">
            <a:extLst xmlns:a="http://schemas.openxmlformats.org/drawingml/2006/main">
              <a:ext uri="{FF2B5EF4-FFF2-40B4-BE49-F238E27FC236}">
                <a16:creationId xmlns:a16="http://schemas.microsoft.com/office/drawing/2014/main" id="{B8F1439B-2E1F-4886-87C7-CD4811E9DEE1}"/>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409" name="34-text-4">
            <a:extLst xmlns:a="http://schemas.openxmlformats.org/drawingml/2006/main">
              <a:ext uri="{FF2B5EF4-FFF2-40B4-BE49-F238E27FC236}">
                <a16:creationId xmlns:a16="http://schemas.microsoft.com/office/drawing/2014/main" id="{741A9DDF-24BC-474D-BAA2-05A5C5C8BD7C}"/>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410" name="34-text-5">
            <a:extLst xmlns:a="http://schemas.openxmlformats.org/drawingml/2006/main">
              <a:ext uri="{FF2B5EF4-FFF2-40B4-BE49-F238E27FC236}">
                <a16:creationId xmlns:a16="http://schemas.microsoft.com/office/drawing/2014/main" id="{BB108EDA-7E7C-4DBA-948C-B41AA08E3967}"/>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411" name="34-text-6">
            <a:extLst xmlns:a="http://schemas.openxmlformats.org/drawingml/2006/main">
              <a:ext uri="{FF2B5EF4-FFF2-40B4-BE49-F238E27FC236}">
                <a16:creationId xmlns:a16="http://schemas.microsoft.com/office/drawing/2014/main" id="{FAFDA103-A683-4348-8099-7D4D939BDCAB}"/>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412" name="34-text-7">
            <a:extLst xmlns:a="http://schemas.openxmlformats.org/drawingml/2006/main">
              <a:ext uri="{FF2B5EF4-FFF2-40B4-BE49-F238E27FC236}">
                <a16:creationId xmlns:a16="http://schemas.microsoft.com/office/drawing/2014/main" id="{3A359633-FC9B-4F65-A159-ECAF8ECCB730}"/>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413" name="34-text-8">
            <a:extLst xmlns:a="http://schemas.openxmlformats.org/drawingml/2006/main">
              <a:ext uri="{FF2B5EF4-FFF2-40B4-BE49-F238E27FC236}">
                <a16:creationId xmlns:a16="http://schemas.microsoft.com/office/drawing/2014/main" id="{C506DB42-AC47-45AA-8E7B-E502D17CAE8D}"/>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414" name="34-text-9">
            <a:extLst xmlns:a="http://schemas.openxmlformats.org/drawingml/2006/main">
              <a:ext uri="{FF2B5EF4-FFF2-40B4-BE49-F238E27FC236}">
                <a16:creationId xmlns:a16="http://schemas.microsoft.com/office/drawing/2014/main" id="{F384238F-DDB4-401F-B827-601D2C17A24E}"/>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415" name="34-text-10">
            <a:extLst xmlns:a="http://schemas.openxmlformats.org/drawingml/2006/main">
              <a:ext uri="{FF2B5EF4-FFF2-40B4-BE49-F238E27FC236}">
                <a16:creationId xmlns:a16="http://schemas.microsoft.com/office/drawing/2014/main" id="{38FC4D61-8976-479D-B1C0-14B59A32F789}"/>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416" name="narrative-number">
            <a:extLst xmlns:a="http://schemas.openxmlformats.org/drawingml/2006/main">
              <a:ext uri="{FF2B5EF4-FFF2-40B4-BE49-F238E27FC236}">
                <a16:creationId xmlns:a16="http://schemas.microsoft.com/office/drawing/2014/main" id="{9666EF07-E052-4936-AD95-B63BC3F979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487320234"/>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7" name="!!area-name">
            <a:extLst xmlns:a="http://schemas.openxmlformats.org/drawingml/2006/main">
              <a:ext uri="{FF2B5EF4-FFF2-40B4-BE49-F238E27FC236}">
                <a16:creationId xmlns:a16="http://schemas.microsoft.com/office/drawing/2014/main" id="{3BEF85CF-9D3A-4E46-9741-3E52F7D412A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426" name="mini-map"/>
          <p:cNvPicPr>
            <a:picLocks xmlns:a="http://schemas.openxmlformats.org/drawingml/2006/main" noChangeAspect="1"/>
          </p:cNvPicPr>
          <p:nvPr/>
        </p:nvPicPr>
        <p:blipFill>
          <a:blip xmlns:r="http://schemas.openxmlformats.org/officeDocument/2006/relationships" xmlns:a="http://schemas.openxmlformats.org/drawingml/2006/main" r:embed="Re5c12e74e0464d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9" name="header-divider">
            <a:extLst xmlns:a="http://schemas.openxmlformats.org/drawingml/2006/main">
              <a:ext uri="{FF2B5EF4-FFF2-40B4-BE49-F238E27FC236}">
                <a16:creationId xmlns:a16="http://schemas.microsoft.com/office/drawing/2014/main" id="{286F4A9C-71DE-4E92-A3B8-AB4E23BDDF5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0" name="35-text-1">
            <a:extLst xmlns:a="http://schemas.openxmlformats.org/drawingml/2006/main">
              <a:ext uri="{FF2B5EF4-FFF2-40B4-BE49-F238E27FC236}">
                <a16:creationId xmlns:a16="http://schemas.microsoft.com/office/drawing/2014/main" id="{3BF7B17E-3D91-4B98-B8F4-ED1A2BB15ACE}"/>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429" name="35-image-2"/>
          <p:cNvPicPr>
            <a:picLocks xmlns:a="http://schemas.openxmlformats.org/drawingml/2006/main" noChangeAspect="1"/>
          </p:cNvPicPr>
          <p:nvPr/>
        </p:nvPicPr>
        <p:blipFill>
          <a:blip xmlns:r="http://schemas.openxmlformats.org/officeDocument/2006/relationships" xmlns:a="http://schemas.openxmlformats.org/drawingml/2006/main" r:embed="R9fc49729c05d4e3f"/>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422" name="35-text-3">
            <a:extLst xmlns:a="http://schemas.openxmlformats.org/drawingml/2006/main">
              <a:ext uri="{FF2B5EF4-FFF2-40B4-BE49-F238E27FC236}">
                <a16:creationId xmlns:a16="http://schemas.microsoft.com/office/drawing/2014/main" id="{0CA2F692-4527-4221-B38C-E93A4E4F241E}"/>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423" name="35-text-4">
            <a:extLst xmlns:a="http://schemas.openxmlformats.org/drawingml/2006/main">
              <a:ext uri="{FF2B5EF4-FFF2-40B4-BE49-F238E27FC236}">
                <a16:creationId xmlns:a16="http://schemas.microsoft.com/office/drawing/2014/main" id="{79382E5D-27F1-4E7B-9217-A6894BA0D2A2}"/>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424" name="narrative-number">
            <a:extLst xmlns:a="http://schemas.openxmlformats.org/drawingml/2006/main">
              <a:ext uri="{FF2B5EF4-FFF2-40B4-BE49-F238E27FC236}">
                <a16:creationId xmlns:a16="http://schemas.microsoft.com/office/drawing/2014/main" id="{05D15886-6004-4672-AA68-0D5AD0895B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2319657254"/>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5" name="!!area-name">
            <a:extLst xmlns:a="http://schemas.openxmlformats.org/drawingml/2006/main">
              <a:ext uri="{FF2B5EF4-FFF2-40B4-BE49-F238E27FC236}">
                <a16:creationId xmlns:a16="http://schemas.microsoft.com/office/drawing/2014/main" id="{062E620E-7606-44DE-9185-D27C77BBB11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435" name="mini-map"/>
          <p:cNvPicPr>
            <a:picLocks xmlns:a="http://schemas.openxmlformats.org/drawingml/2006/main" noChangeAspect="1"/>
          </p:cNvPicPr>
          <p:nvPr/>
        </p:nvPicPr>
        <p:blipFill>
          <a:blip xmlns:r="http://schemas.openxmlformats.org/officeDocument/2006/relationships" xmlns:a="http://schemas.openxmlformats.org/drawingml/2006/main" r:embed="R8fecd0f5dd58439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7" name="slide-title">
            <a:extLst xmlns:a="http://schemas.openxmlformats.org/drawingml/2006/main">
              <a:ext uri="{FF2B5EF4-FFF2-40B4-BE49-F238E27FC236}">
                <a16:creationId xmlns:a16="http://schemas.microsoft.com/office/drawing/2014/main" id="{D064FBB6-2BEF-40F9-9106-B226C2AF4F2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428" name="header-divider">
            <a:extLst xmlns:a="http://schemas.openxmlformats.org/drawingml/2006/main">
              <a:ext uri="{FF2B5EF4-FFF2-40B4-BE49-F238E27FC236}">
                <a16:creationId xmlns:a16="http://schemas.microsoft.com/office/drawing/2014/main" id="{2442CFE2-915B-47A6-904D-8211E789C8E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9" name="36-text-1">
            <a:extLst xmlns:a="http://schemas.openxmlformats.org/drawingml/2006/main">
              <a:ext uri="{FF2B5EF4-FFF2-40B4-BE49-F238E27FC236}">
                <a16:creationId xmlns:a16="http://schemas.microsoft.com/office/drawing/2014/main" id="{C893DA31-6C62-4F7E-9CEE-E3230D818D7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430" name="36-text-2">
            <a:extLst xmlns:a="http://schemas.openxmlformats.org/drawingml/2006/main">
              <a:ext uri="{FF2B5EF4-FFF2-40B4-BE49-F238E27FC236}">
                <a16:creationId xmlns:a16="http://schemas.microsoft.com/office/drawing/2014/main" id="{15357A83-33DB-4484-8C2D-31CB93DF1C5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431" name="36-text-3">
            <a:extLst xmlns:a="http://schemas.openxmlformats.org/drawingml/2006/main">
              <a:ext uri="{FF2B5EF4-FFF2-40B4-BE49-F238E27FC236}">
                <a16:creationId xmlns:a16="http://schemas.microsoft.com/office/drawing/2014/main" id="{B9DCC098-5E16-4020-8F8D-23CBBA28BAF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432" name="36-text-4">
            <a:extLst xmlns:a="http://schemas.openxmlformats.org/drawingml/2006/main">
              <a:ext uri="{FF2B5EF4-FFF2-40B4-BE49-F238E27FC236}">
                <a16:creationId xmlns:a16="http://schemas.microsoft.com/office/drawing/2014/main" id="{4F406E1D-9BEE-44E8-9FD6-74F3BEC52101}"/>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433" name="narrative-number">
            <a:extLst xmlns:a="http://schemas.openxmlformats.org/drawingml/2006/main">
              <a:ext uri="{FF2B5EF4-FFF2-40B4-BE49-F238E27FC236}">
                <a16:creationId xmlns:a16="http://schemas.microsoft.com/office/drawing/2014/main" id="{F1CA514A-2A17-4B2B-8627-714EE1DD234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813600618"/>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4" name="!!area-name">
            <a:extLst xmlns:a="http://schemas.openxmlformats.org/drawingml/2006/main">
              <a:ext uri="{FF2B5EF4-FFF2-40B4-BE49-F238E27FC236}">
                <a16:creationId xmlns:a16="http://schemas.microsoft.com/office/drawing/2014/main" id="{5C5E1115-72FC-4DA1-B2A2-8623730CED5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448" name="mini-map"/>
          <p:cNvPicPr>
            <a:picLocks xmlns:a="http://schemas.openxmlformats.org/drawingml/2006/main" noChangeAspect="1"/>
          </p:cNvPicPr>
          <p:nvPr/>
        </p:nvPicPr>
        <p:blipFill>
          <a:blip xmlns:r="http://schemas.openxmlformats.org/officeDocument/2006/relationships" xmlns:a="http://schemas.openxmlformats.org/drawingml/2006/main" r:embed="Rf2ab0900c61448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6" name="slide-title">
            <a:extLst xmlns:a="http://schemas.openxmlformats.org/drawingml/2006/main">
              <a:ext uri="{FF2B5EF4-FFF2-40B4-BE49-F238E27FC236}">
                <a16:creationId xmlns:a16="http://schemas.microsoft.com/office/drawing/2014/main" id="{FA87D957-C1F8-4110-BFD4-BD0FBD171C4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437" name="header-divider">
            <a:extLst xmlns:a="http://schemas.openxmlformats.org/drawingml/2006/main">
              <a:ext uri="{FF2B5EF4-FFF2-40B4-BE49-F238E27FC236}">
                <a16:creationId xmlns:a16="http://schemas.microsoft.com/office/drawing/2014/main" id="{051C2CAF-9E82-4CF8-9F3F-C6F8010304B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8" name="37-text-1">
            <a:extLst xmlns:a="http://schemas.openxmlformats.org/drawingml/2006/main">
              <a:ext uri="{FF2B5EF4-FFF2-40B4-BE49-F238E27FC236}">
                <a16:creationId xmlns:a16="http://schemas.microsoft.com/office/drawing/2014/main" id="{7C58B84E-97F3-4FAD-AC66-50C1472FA69E}"/>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439" name="37-text-2">
            <a:extLst xmlns:a="http://schemas.openxmlformats.org/drawingml/2006/main">
              <a:ext uri="{FF2B5EF4-FFF2-40B4-BE49-F238E27FC236}">
                <a16:creationId xmlns:a16="http://schemas.microsoft.com/office/drawing/2014/main" id="{51BBB706-76F2-459D-AE31-5F9A049B0440}"/>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440" name="37-text-3">
            <a:extLst xmlns:a="http://schemas.openxmlformats.org/drawingml/2006/main">
              <a:ext uri="{FF2B5EF4-FFF2-40B4-BE49-F238E27FC236}">
                <a16:creationId xmlns:a16="http://schemas.microsoft.com/office/drawing/2014/main" id="{5A74A7AC-1BB7-46C6-AF67-AE0CBEDFE0C2}"/>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441" name="37-text-4">
            <a:extLst xmlns:a="http://schemas.openxmlformats.org/drawingml/2006/main">
              <a:ext uri="{FF2B5EF4-FFF2-40B4-BE49-F238E27FC236}">
                <a16:creationId xmlns:a16="http://schemas.microsoft.com/office/drawing/2014/main" id="{70494E0B-FD30-47AD-AC48-3EA224382D68}"/>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442" name="37-text-5">
            <a:extLst xmlns:a="http://schemas.openxmlformats.org/drawingml/2006/main">
              <a:ext uri="{FF2B5EF4-FFF2-40B4-BE49-F238E27FC236}">
                <a16:creationId xmlns:a16="http://schemas.microsoft.com/office/drawing/2014/main" id="{0BF75A67-0DD3-4176-82DE-C5E0033848FE}"/>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443" name="37-text-6">
            <a:extLst xmlns:a="http://schemas.openxmlformats.org/drawingml/2006/main">
              <a:ext uri="{FF2B5EF4-FFF2-40B4-BE49-F238E27FC236}">
                <a16:creationId xmlns:a16="http://schemas.microsoft.com/office/drawing/2014/main" id="{E4B89A9B-7DCA-4116-92FB-8E0BE52801CF}"/>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444" name="37-text-7">
            <a:extLst xmlns:a="http://schemas.openxmlformats.org/drawingml/2006/main">
              <a:ext uri="{FF2B5EF4-FFF2-40B4-BE49-F238E27FC236}">
                <a16:creationId xmlns:a16="http://schemas.microsoft.com/office/drawing/2014/main" id="{F92840F9-C9D4-47D5-BD9C-C6E6C094E551}"/>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445" name="37-text-8">
            <a:extLst xmlns:a="http://schemas.openxmlformats.org/drawingml/2006/main">
              <a:ext uri="{FF2B5EF4-FFF2-40B4-BE49-F238E27FC236}">
                <a16:creationId xmlns:a16="http://schemas.microsoft.com/office/drawing/2014/main" id="{496A2026-A83C-4217-849B-1F2F7138FCA0}"/>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446" name="narrative-number">
            <a:extLst xmlns:a="http://schemas.openxmlformats.org/drawingml/2006/main">
              <a:ext uri="{FF2B5EF4-FFF2-40B4-BE49-F238E27FC236}">
                <a16:creationId xmlns:a16="http://schemas.microsoft.com/office/drawing/2014/main" id="{C283C483-6867-4DE2-9B57-B66D3F91003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280922425"/>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7" name="!!area-name">
            <a:extLst xmlns:a="http://schemas.openxmlformats.org/drawingml/2006/main">
              <a:ext uri="{FF2B5EF4-FFF2-40B4-BE49-F238E27FC236}">
                <a16:creationId xmlns:a16="http://schemas.microsoft.com/office/drawing/2014/main" id="{3973C546-42B6-486E-9C57-3618815166B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462" name="mini-map"/>
          <p:cNvPicPr>
            <a:picLocks xmlns:a="http://schemas.openxmlformats.org/drawingml/2006/main" noChangeAspect="1"/>
          </p:cNvPicPr>
          <p:nvPr/>
        </p:nvPicPr>
        <p:blipFill>
          <a:blip xmlns:r="http://schemas.openxmlformats.org/officeDocument/2006/relationships" xmlns:a="http://schemas.openxmlformats.org/drawingml/2006/main" r:embed="R55ca9090ecff46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9" name="slide-title">
            <a:extLst xmlns:a="http://schemas.openxmlformats.org/drawingml/2006/main">
              <a:ext uri="{FF2B5EF4-FFF2-40B4-BE49-F238E27FC236}">
                <a16:creationId xmlns:a16="http://schemas.microsoft.com/office/drawing/2014/main" id="{C5D3D40E-031A-45E6-9D37-5566B48657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450" name="header-divider">
            <a:extLst xmlns:a="http://schemas.openxmlformats.org/drawingml/2006/main">
              <a:ext uri="{FF2B5EF4-FFF2-40B4-BE49-F238E27FC236}">
                <a16:creationId xmlns:a16="http://schemas.microsoft.com/office/drawing/2014/main" id="{60A559FD-D165-4BD0-A0C0-730BCEB84FF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1" name="38-text-1">
            <a:extLst xmlns:a="http://schemas.openxmlformats.org/drawingml/2006/main">
              <a:ext uri="{FF2B5EF4-FFF2-40B4-BE49-F238E27FC236}">
                <a16:creationId xmlns:a16="http://schemas.microsoft.com/office/drawing/2014/main" id="{8F545695-2F9D-4A28-8062-633AEBE4F83F}"/>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452" name="38-text-2">
            <a:extLst xmlns:a="http://schemas.openxmlformats.org/drawingml/2006/main">
              <a:ext uri="{FF2B5EF4-FFF2-40B4-BE49-F238E27FC236}">
                <a16:creationId xmlns:a16="http://schemas.microsoft.com/office/drawing/2014/main" id="{4AFF006A-5A68-4B80-8963-9AB3AFF07A1A}"/>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453" name="38-text-3">
            <a:extLst xmlns:a="http://schemas.openxmlformats.org/drawingml/2006/main">
              <a:ext uri="{FF2B5EF4-FFF2-40B4-BE49-F238E27FC236}">
                <a16:creationId xmlns:a16="http://schemas.microsoft.com/office/drawing/2014/main" id="{5D0BE6F2-591A-4DBF-96D7-2345ABBDBD9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454" name="38-text-4">
            <a:extLst xmlns:a="http://schemas.openxmlformats.org/drawingml/2006/main">
              <a:ext uri="{FF2B5EF4-FFF2-40B4-BE49-F238E27FC236}">
                <a16:creationId xmlns:a16="http://schemas.microsoft.com/office/drawing/2014/main" id="{CBB7D5AE-7C45-4845-9251-6CD3BF36606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455" name="38-text-5">
            <a:extLst xmlns:a="http://schemas.openxmlformats.org/drawingml/2006/main">
              <a:ext uri="{FF2B5EF4-FFF2-40B4-BE49-F238E27FC236}">
                <a16:creationId xmlns:a16="http://schemas.microsoft.com/office/drawing/2014/main" id="{E13F1E83-070A-4F21-BCEC-FD7DAAB54D75}"/>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456" name="38-text-6">
            <a:extLst xmlns:a="http://schemas.openxmlformats.org/drawingml/2006/main">
              <a:ext uri="{FF2B5EF4-FFF2-40B4-BE49-F238E27FC236}">
                <a16:creationId xmlns:a16="http://schemas.microsoft.com/office/drawing/2014/main" id="{4D179551-B1B1-431C-838B-E4C4F3CAA51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457" name="38-text-7">
            <a:extLst xmlns:a="http://schemas.openxmlformats.org/drawingml/2006/main">
              <a:ext uri="{FF2B5EF4-FFF2-40B4-BE49-F238E27FC236}">
                <a16:creationId xmlns:a16="http://schemas.microsoft.com/office/drawing/2014/main" id="{DB9F9DC1-1183-4807-A53C-3E3F31547FD0}"/>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458" name="38-text-8">
            <a:extLst xmlns:a="http://schemas.openxmlformats.org/drawingml/2006/main">
              <a:ext uri="{FF2B5EF4-FFF2-40B4-BE49-F238E27FC236}">
                <a16:creationId xmlns:a16="http://schemas.microsoft.com/office/drawing/2014/main" id="{80FE3565-89CD-48AD-B34A-06078D62ECC6}"/>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459" name="38-text-9">
            <a:extLst xmlns:a="http://schemas.openxmlformats.org/drawingml/2006/main">
              <a:ext uri="{FF2B5EF4-FFF2-40B4-BE49-F238E27FC236}">
                <a16:creationId xmlns:a16="http://schemas.microsoft.com/office/drawing/2014/main" id="{30B56F5D-3E2A-4DC3-8231-FC183628346B}"/>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460" name="narrative-number">
            <a:extLst xmlns:a="http://schemas.openxmlformats.org/drawingml/2006/main">
              <a:ext uri="{FF2B5EF4-FFF2-40B4-BE49-F238E27FC236}">
                <a16:creationId xmlns:a16="http://schemas.microsoft.com/office/drawing/2014/main" id="{7EE1478B-7935-411C-ABEC-BF9CDE7A345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446640826"/>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1" name="!!area-name">
            <a:extLst xmlns:a="http://schemas.openxmlformats.org/drawingml/2006/main">
              <a:ext uri="{FF2B5EF4-FFF2-40B4-BE49-F238E27FC236}">
                <a16:creationId xmlns:a16="http://schemas.microsoft.com/office/drawing/2014/main" id="{CC4C1C59-5E9C-4EC5-BD92-F1468C48A1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e6b92b2672d847e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3" name="slide-title">
            <a:extLst xmlns:a="http://schemas.openxmlformats.org/drawingml/2006/main">
              <a:ext uri="{FF2B5EF4-FFF2-40B4-BE49-F238E27FC236}">
                <a16:creationId xmlns:a16="http://schemas.microsoft.com/office/drawing/2014/main" id="{464F97DE-FB67-4096-80A0-0E0C125B6AD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464" name="header-divider">
            <a:extLst xmlns:a="http://schemas.openxmlformats.org/drawingml/2006/main">
              <a:ext uri="{FF2B5EF4-FFF2-40B4-BE49-F238E27FC236}">
                <a16:creationId xmlns:a16="http://schemas.microsoft.com/office/drawing/2014/main" id="{0BD49E30-41D4-4163-A4C5-BFD74947C55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5" name="39-text-1">
            <a:extLst xmlns:a="http://schemas.openxmlformats.org/drawingml/2006/main">
              <a:ext uri="{FF2B5EF4-FFF2-40B4-BE49-F238E27FC236}">
                <a16:creationId xmlns:a16="http://schemas.microsoft.com/office/drawing/2014/main" id="{49B62127-5535-440F-9353-F0C73931596D}"/>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73"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7" name="narrative-number">
            <a:extLst xmlns:a="http://schemas.openxmlformats.org/drawingml/2006/main">
              <a:ext uri="{FF2B5EF4-FFF2-40B4-BE49-F238E27FC236}">
                <a16:creationId xmlns:a16="http://schemas.microsoft.com/office/drawing/2014/main" id="{251590DF-A2F6-49F1-960D-EC8017920A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1812096781"/>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70" name="40-image-1"/>
          <p:cNvPicPr>
            <a:picLocks xmlns:a="http://schemas.openxmlformats.org/drawingml/2006/main" noChangeAspect="1"/>
          </p:cNvPicPr>
          <p:nvPr/>
        </p:nvPicPr>
        <p:blipFill>
          <a:blip xmlns:r="http://schemas.openxmlformats.org/officeDocument/2006/relationships" xmlns:a="http://schemas.openxmlformats.org/drawingml/2006/main" r:embed="R77dc38bf572b411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69" name="narrative-number">
            <a:extLst xmlns:a="http://schemas.openxmlformats.org/drawingml/2006/main">
              <a:ext uri="{FF2B5EF4-FFF2-40B4-BE49-F238E27FC236}">
                <a16:creationId xmlns:a16="http://schemas.microsoft.com/office/drawing/2014/main" id="{18EC6BED-4FEE-46F7-9BD5-8D3DE264992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136470771"/>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0" name="section-label">
            <a:extLst xmlns:a="http://schemas.openxmlformats.org/drawingml/2006/main">
              <a:ext uri="{FF2B5EF4-FFF2-40B4-BE49-F238E27FC236}">
                <a16:creationId xmlns:a16="http://schemas.microsoft.com/office/drawing/2014/main" id="{63E4E018-904E-4726-8341-3C14E14494EB}"/>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71" name="section-rule">
            <a:extLst xmlns:a="http://schemas.openxmlformats.org/drawingml/2006/main">
              <a:ext uri="{FF2B5EF4-FFF2-40B4-BE49-F238E27FC236}">
                <a16:creationId xmlns:a16="http://schemas.microsoft.com/office/drawing/2014/main" id="{4192B142-33AE-4F13-8189-AE627DF8044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2" name="section-title">
            <a:extLst xmlns:a="http://schemas.openxmlformats.org/drawingml/2006/main">
              <a:ext uri="{FF2B5EF4-FFF2-40B4-BE49-F238E27FC236}">
                <a16:creationId xmlns:a16="http://schemas.microsoft.com/office/drawing/2014/main" id="{B321811E-4583-45A2-91DB-D83E2DEA7358}"/>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73" name="narrative-number">
            <a:extLst xmlns:a="http://schemas.openxmlformats.org/drawingml/2006/main">
              <a:ext uri="{FF2B5EF4-FFF2-40B4-BE49-F238E27FC236}">
                <a16:creationId xmlns:a16="http://schemas.microsoft.com/office/drawing/2014/main" id="{1350AB86-93DF-49CF-87B9-8A414ECEA1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2992254547"/>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74" name="!!area-name">
            <a:extLst xmlns:a="http://schemas.openxmlformats.org/drawingml/2006/main">
              <a:ext uri="{FF2B5EF4-FFF2-40B4-BE49-F238E27FC236}">
                <a16:creationId xmlns:a16="http://schemas.microsoft.com/office/drawing/2014/main" id="{3D29F278-5A3D-4F83-A8CE-FF5F289E7BC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81" name="mini-map"/>
          <p:cNvPicPr>
            <a:picLocks xmlns:a="http://schemas.openxmlformats.org/drawingml/2006/main" noChangeAspect="1"/>
          </p:cNvPicPr>
          <p:nvPr/>
        </p:nvPicPr>
        <p:blipFill>
          <a:blip xmlns:r="http://schemas.openxmlformats.org/officeDocument/2006/relationships" xmlns:a="http://schemas.openxmlformats.org/drawingml/2006/main" r:embed="R1667aa32b28841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76" name="slide-title">
            <a:extLst xmlns:a="http://schemas.openxmlformats.org/drawingml/2006/main">
              <a:ext uri="{FF2B5EF4-FFF2-40B4-BE49-F238E27FC236}">
                <a16:creationId xmlns:a16="http://schemas.microsoft.com/office/drawing/2014/main" id="{123D7341-0160-4310-AF53-7A84A0E21C9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77" name="header-divider">
            <a:extLst xmlns:a="http://schemas.openxmlformats.org/drawingml/2006/main">
              <a:ext uri="{FF2B5EF4-FFF2-40B4-BE49-F238E27FC236}">
                <a16:creationId xmlns:a16="http://schemas.microsoft.com/office/drawing/2014/main" id="{EC34AF2F-405B-4635-BBF1-006B683FC3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84"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79" name="narrative-number">
            <a:extLst xmlns:a="http://schemas.openxmlformats.org/drawingml/2006/main">
              <a:ext uri="{FF2B5EF4-FFF2-40B4-BE49-F238E27FC236}">
                <a16:creationId xmlns:a16="http://schemas.microsoft.com/office/drawing/2014/main" id="{333F2199-B936-467E-936B-EB79E4F96A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297996073"/>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0" name="!!area-name">
            <a:extLst xmlns:a="http://schemas.openxmlformats.org/drawingml/2006/main">
              <a:ext uri="{FF2B5EF4-FFF2-40B4-BE49-F238E27FC236}">
                <a16:creationId xmlns:a16="http://schemas.microsoft.com/office/drawing/2014/main" id="{2FA9007B-F235-4631-8A2E-6F78AD3C085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87" name="mini-map"/>
          <p:cNvPicPr>
            <a:picLocks xmlns:a="http://schemas.openxmlformats.org/drawingml/2006/main" noChangeAspect="1"/>
          </p:cNvPicPr>
          <p:nvPr/>
        </p:nvPicPr>
        <p:blipFill>
          <a:blip xmlns:r="http://schemas.openxmlformats.org/officeDocument/2006/relationships" xmlns:a="http://schemas.openxmlformats.org/drawingml/2006/main" r:embed="Rb7c1d273aa95434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2" name="slide-title">
            <a:extLst xmlns:a="http://schemas.openxmlformats.org/drawingml/2006/main">
              <a:ext uri="{FF2B5EF4-FFF2-40B4-BE49-F238E27FC236}">
                <a16:creationId xmlns:a16="http://schemas.microsoft.com/office/drawing/2014/main" id="{4C7C006A-6A4D-4848-8DD2-CB5F1B00CAC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83" name="header-divider">
            <a:extLst xmlns:a="http://schemas.openxmlformats.org/drawingml/2006/main">
              <a:ext uri="{FF2B5EF4-FFF2-40B4-BE49-F238E27FC236}">
                <a16:creationId xmlns:a16="http://schemas.microsoft.com/office/drawing/2014/main" id="{89E02B7C-C537-43F9-8CE4-EE16FB72E67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90"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85" name="narrative-number">
            <a:extLst xmlns:a="http://schemas.openxmlformats.org/drawingml/2006/main">
              <a:ext uri="{FF2B5EF4-FFF2-40B4-BE49-F238E27FC236}">
                <a16:creationId xmlns:a16="http://schemas.microsoft.com/office/drawing/2014/main" id="{B924D734-6D0A-47CE-9708-F64003E7CC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1784190729"/>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6" name="!!area-name">
            <a:extLst xmlns:a="http://schemas.openxmlformats.org/drawingml/2006/main">
              <a:ext uri="{FF2B5EF4-FFF2-40B4-BE49-F238E27FC236}">
                <a16:creationId xmlns:a16="http://schemas.microsoft.com/office/drawing/2014/main" id="{83BA7C35-BFF8-45E0-AE7C-ECAE45380E55}"/>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87" name="header-divider">
            <a:extLst xmlns:a="http://schemas.openxmlformats.org/drawingml/2006/main">
              <a:ext uri="{FF2B5EF4-FFF2-40B4-BE49-F238E27FC236}">
                <a16:creationId xmlns:a16="http://schemas.microsoft.com/office/drawing/2014/main" id="{CB6D0269-4AC0-404A-85B4-02BF645A326F}"/>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8" name="44-shape-1">
            <a:extLst xmlns:a="http://schemas.openxmlformats.org/drawingml/2006/main">
              <a:ext uri="{FF2B5EF4-FFF2-40B4-BE49-F238E27FC236}">
                <a16:creationId xmlns:a16="http://schemas.microsoft.com/office/drawing/2014/main" id="{E3329F78-51A7-4210-8AA0-697B3DCB6D17}"/>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89" name="44-shape-2">
            <a:extLst xmlns:a="http://schemas.openxmlformats.org/drawingml/2006/main">
              <a:ext uri="{FF2B5EF4-FFF2-40B4-BE49-F238E27FC236}">
                <a16:creationId xmlns:a16="http://schemas.microsoft.com/office/drawing/2014/main" id="{F8DC792E-4CDA-4C51-92FB-1D9D7AACB40A}"/>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90" name="44-text-3">
            <a:extLst xmlns:a="http://schemas.openxmlformats.org/drawingml/2006/main">
              <a:ext uri="{FF2B5EF4-FFF2-40B4-BE49-F238E27FC236}">
                <a16:creationId xmlns:a16="http://schemas.microsoft.com/office/drawing/2014/main" id="{16FE44E3-060D-4FF3-A0BE-7D0FDCD62C23}"/>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91" name="44-text-4">
            <a:extLst xmlns:a="http://schemas.openxmlformats.org/drawingml/2006/main">
              <a:ext uri="{FF2B5EF4-FFF2-40B4-BE49-F238E27FC236}">
                <a16:creationId xmlns:a16="http://schemas.microsoft.com/office/drawing/2014/main" id="{48A3C5C2-407F-4F5B-947E-FC2DB1BA0C11}"/>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92" name="44-shape-5">
            <a:extLst xmlns:a="http://schemas.openxmlformats.org/drawingml/2006/main">
              <a:ext uri="{FF2B5EF4-FFF2-40B4-BE49-F238E27FC236}">
                <a16:creationId xmlns:a16="http://schemas.microsoft.com/office/drawing/2014/main" id="{7B199F5F-06FB-4F57-9A3A-2D914E2B15A4}"/>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3" name="44-shape-6">
            <a:extLst xmlns:a="http://schemas.openxmlformats.org/drawingml/2006/main">
              <a:ext uri="{FF2B5EF4-FFF2-40B4-BE49-F238E27FC236}">
                <a16:creationId xmlns:a16="http://schemas.microsoft.com/office/drawing/2014/main" id="{5404937C-9521-49A7-A6FE-3FDC08C1DD44}"/>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94" name="44-text-7">
            <a:extLst xmlns:a="http://schemas.openxmlformats.org/drawingml/2006/main">
              <a:ext uri="{FF2B5EF4-FFF2-40B4-BE49-F238E27FC236}">
                <a16:creationId xmlns:a16="http://schemas.microsoft.com/office/drawing/2014/main" id="{08AFA605-D928-47AC-9FCC-58A2B317D04F}"/>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95" name="44-text-8">
            <a:extLst xmlns:a="http://schemas.openxmlformats.org/drawingml/2006/main">
              <a:ext uri="{FF2B5EF4-FFF2-40B4-BE49-F238E27FC236}">
                <a16:creationId xmlns:a16="http://schemas.microsoft.com/office/drawing/2014/main" id="{6A500D68-5148-4319-A6C0-0488CE12D4DB}"/>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96" name="44-shape-9">
            <a:extLst xmlns:a="http://schemas.openxmlformats.org/drawingml/2006/main">
              <a:ext uri="{FF2B5EF4-FFF2-40B4-BE49-F238E27FC236}">
                <a16:creationId xmlns:a16="http://schemas.microsoft.com/office/drawing/2014/main" id="{922C4442-819D-4034-97C9-2770BD394B64}"/>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97" name="44-shape-10">
            <a:extLst xmlns:a="http://schemas.openxmlformats.org/drawingml/2006/main">
              <a:ext uri="{FF2B5EF4-FFF2-40B4-BE49-F238E27FC236}">
                <a16:creationId xmlns:a16="http://schemas.microsoft.com/office/drawing/2014/main" id="{EF90B565-EF58-4751-A7AA-3EA016084493}"/>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98" name="44-text-11">
            <a:extLst xmlns:a="http://schemas.openxmlformats.org/drawingml/2006/main">
              <a:ext uri="{FF2B5EF4-FFF2-40B4-BE49-F238E27FC236}">
                <a16:creationId xmlns:a16="http://schemas.microsoft.com/office/drawing/2014/main" id="{10F5EBF1-E35E-4F56-BEDC-9575877B97F4}"/>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99" name="44-text-12">
            <a:extLst xmlns:a="http://schemas.openxmlformats.org/drawingml/2006/main">
              <a:ext uri="{FF2B5EF4-FFF2-40B4-BE49-F238E27FC236}">
                <a16:creationId xmlns:a16="http://schemas.microsoft.com/office/drawing/2014/main" id="{9A42683E-3EDC-4866-9725-DBC56BC0B4BC}"/>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500" name="44-shape-13">
            <a:extLst xmlns:a="http://schemas.openxmlformats.org/drawingml/2006/main">
              <a:ext uri="{FF2B5EF4-FFF2-40B4-BE49-F238E27FC236}">
                <a16:creationId xmlns:a16="http://schemas.microsoft.com/office/drawing/2014/main" id="{5419874C-4EC3-41EF-95DF-9C282CAD3FF7}"/>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1" name="44-shape-14">
            <a:extLst xmlns:a="http://schemas.openxmlformats.org/drawingml/2006/main">
              <a:ext uri="{FF2B5EF4-FFF2-40B4-BE49-F238E27FC236}">
                <a16:creationId xmlns:a16="http://schemas.microsoft.com/office/drawing/2014/main" id="{5BD4FD39-9607-4EC5-A436-66EB8AB7F6C2}"/>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502" name="44-text-15">
            <a:extLst xmlns:a="http://schemas.openxmlformats.org/drawingml/2006/main">
              <a:ext uri="{FF2B5EF4-FFF2-40B4-BE49-F238E27FC236}">
                <a16:creationId xmlns:a16="http://schemas.microsoft.com/office/drawing/2014/main" id="{A2F27AD9-EBE3-422C-BCD9-8DF138D93654}"/>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503" name="44-text-16">
            <a:extLst xmlns:a="http://schemas.openxmlformats.org/drawingml/2006/main">
              <a:ext uri="{FF2B5EF4-FFF2-40B4-BE49-F238E27FC236}">
                <a16:creationId xmlns:a16="http://schemas.microsoft.com/office/drawing/2014/main" id="{2C9D988B-5813-40E7-BD12-BC34D86A3259}"/>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504" name="44-shape-17">
            <a:extLst xmlns:a="http://schemas.openxmlformats.org/drawingml/2006/main">
              <a:ext uri="{FF2B5EF4-FFF2-40B4-BE49-F238E27FC236}">
                <a16:creationId xmlns:a16="http://schemas.microsoft.com/office/drawing/2014/main" id="{B27C70BE-9645-4444-8EAF-C3495DB4974F}"/>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5" name="44-shape-18">
            <a:extLst xmlns:a="http://schemas.openxmlformats.org/drawingml/2006/main">
              <a:ext uri="{FF2B5EF4-FFF2-40B4-BE49-F238E27FC236}">
                <a16:creationId xmlns:a16="http://schemas.microsoft.com/office/drawing/2014/main" id="{4CA12512-077B-49E5-8941-694F19E7178B}"/>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506" name="44-text-19">
            <a:extLst xmlns:a="http://schemas.openxmlformats.org/drawingml/2006/main">
              <a:ext uri="{FF2B5EF4-FFF2-40B4-BE49-F238E27FC236}">
                <a16:creationId xmlns:a16="http://schemas.microsoft.com/office/drawing/2014/main" id="{5B2E2ECC-3446-49BD-B441-FA3A48FF2FA5}"/>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507" name="44-text-20">
            <a:extLst xmlns:a="http://schemas.openxmlformats.org/drawingml/2006/main">
              <a:ext uri="{FF2B5EF4-FFF2-40B4-BE49-F238E27FC236}">
                <a16:creationId xmlns:a16="http://schemas.microsoft.com/office/drawing/2014/main" id="{45781AE2-78B7-40DE-B4F9-10909868E068}"/>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508" name="44-shape-21">
            <a:extLst xmlns:a="http://schemas.openxmlformats.org/drawingml/2006/main">
              <a:ext uri="{FF2B5EF4-FFF2-40B4-BE49-F238E27FC236}">
                <a16:creationId xmlns:a16="http://schemas.microsoft.com/office/drawing/2014/main" id="{731D58AB-2073-48F0-B9A7-C1EDC114844B}"/>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509" name="44-shape-22">
            <a:extLst xmlns:a="http://schemas.openxmlformats.org/drawingml/2006/main">
              <a:ext uri="{FF2B5EF4-FFF2-40B4-BE49-F238E27FC236}">
                <a16:creationId xmlns:a16="http://schemas.microsoft.com/office/drawing/2014/main" id="{2B1D9F05-D0E5-4E62-AF31-8046235E95EA}"/>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510" name="44-text-23">
            <a:extLst xmlns:a="http://schemas.openxmlformats.org/drawingml/2006/main">
              <a:ext uri="{FF2B5EF4-FFF2-40B4-BE49-F238E27FC236}">
                <a16:creationId xmlns:a16="http://schemas.microsoft.com/office/drawing/2014/main" id="{E9198D87-1A6E-425E-8F81-15608A2D62DA}"/>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511" name="44-text-24">
            <a:extLst xmlns:a="http://schemas.openxmlformats.org/drawingml/2006/main">
              <a:ext uri="{FF2B5EF4-FFF2-40B4-BE49-F238E27FC236}">
                <a16:creationId xmlns:a16="http://schemas.microsoft.com/office/drawing/2014/main" id="{799E6502-EA9B-43B8-AACA-5B4B8241CB12}"/>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512" name="narrative-number">
            <a:extLst xmlns:a="http://schemas.openxmlformats.org/drawingml/2006/main">
              <a:ext uri="{FF2B5EF4-FFF2-40B4-BE49-F238E27FC236}">
                <a16:creationId xmlns:a16="http://schemas.microsoft.com/office/drawing/2014/main" id="{F1982C0A-06D8-4F76-BA4E-6C8F2905DB4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634686152"/>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13" name="!!area-name">
            <a:extLst xmlns:a="http://schemas.openxmlformats.org/drawingml/2006/main">
              <a:ext uri="{FF2B5EF4-FFF2-40B4-BE49-F238E27FC236}">
                <a16:creationId xmlns:a16="http://schemas.microsoft.com/office/drawing/2014/main" id="{B6D4E260-BE9E-4A55-A78C-575C21F3CFD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31" name="mini-map"/>
          <p:cNvPicPr>
            <a:picLocks xmlns:a="http://schemas.openxmlformats.org/drawingml/2006/main" noChangeAspect="1"/>
          </p:cNvPicPr>
          <p:nvPr/>
        </p:nvPicPr>
        <p:blipFill>
          <a:blip xmlns:r="http://schemas.openxmlformats.org/officeDocument/2006/relationships" xmlns:a="http://schemas.openxmlformats.org/drawingml/2006/main" r:embed="Ra0d0c85a19cb4a8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15" name="slide-title">
            <a:extLst xmlns:a="http://schemas.openxmlformats.org/drawingml/2006/main">
              <a:ext uri="{FF2B5EF4-FFF2-40B4-BE49-F238E27FC236}">
                <a16:creationId xmlns:a16="http://schemas.microsoft.com/office/drawing/2014/main" id="{9ABB3B2B-8A2C-4E81-862D-007C203115F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16" name="header-divider">
            <a:extLst xmlns:a="http://schemas.openxmlformats.org/drawingml/2006/main">
              <a:ext uri="{FF2B5EF4-FFF2-40B4-BE49-F238E27FC236}">
                <a16:creationId xmlns:a16="http://schemas.microsoft.com/office/drawing/2014/main" id="{29085019-94A2-402C-86D6-692B87B909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17" name="45-shape-1">
            <a:extLst xmlns:a="http://schemas.openxmlformats.org/drawingml/2006/main">
              <a:ext uri="{FF2B5EF4-FFF2-40B4-BE49-F238E27FC236}">
                <a16:creationId xmlns:a16="http://schemas.microsoft.com/office/drawing/2014/main" id="{426E1AA7-1605-47C2-8BBB-E3C7A6B64DDA}"/>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18" name="45-text-2">
            <a:extLst xmlns:a="http://schemas.openxmlformats.org/drawingml/2006/main">
              <a:ext uri="{FF2B5EF4-FFF2-40B4-BE49-F238E27FC236}">
                <a16:creationId xmlns:a16="http://schemas.microsoft.com/office/drawing/2014/main" id="{37053AEB-4143-4991-B285-BE7E7F20AACA}"/>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519" name="45-text-3">
            <a:extLst xmlns:a="http://schemas.openxmlformats.org/drawingml/2006/main">
              <a:ext uri="{FF2B5EF4-FFF2-40B4-BE49-F238E27FC236}">
                <a16:creationId xmlns:a16="http://schemas.microsoft.com/office/drawing/2014/main" id="{FAE9B225-BD2D-4C22-9F87-0DDAB20FB054}"/>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520" name="45-shape-4">
            <a:extLst xmlns:a="http://schemas.openxmlformats.org/drawingml/2006/main">
              <a:ext uri="{FF2B5EF4-FFF2-40B4-BE49-F238E27FC236}">
                <a16:creationId xmlns:a16="http://schemas.microsoft.com/office/drawing/2014/main" id="{E159A7BC-CE59-471C-9666-2875EECC08A7}"/>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1" name="45-text-5">
            <a:extLst xmlns:a="http://schemas.openxmlformats.org/drawingml/2006/main">
              <a:ext uri="{FF2B5EF4-FFF2-40B4-BE49-F238E27FC236}">
                <a16:creationId xmlns:a16="http://schemas.microsoft.com/office/drawing/2014/main" id="{0DE80CDA-10BC-4814-90C3-4429496E8845}"/>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22" name="45-text-6">
            <a:extLst xmlns:a="http://schemas.openxmlformats.org/drawingml/2006/main">
              <a:ext uri="{FF2B5EF4-FFF2-40B4-BE49-F238E27FC236}">
                <a16:creationId xmlns:a16="http://schemas.microsoft.com/office/drawing/2014/main" id="{747D0BBF-FC23-4763-923C-F0733502BE57}"/>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523" name="45-shape-7">
            <a:extLst xmlns:a="http://schemas.openxmlformats.org/drawingml/2006/main">
              <a:ext uri="{FF2B5EF4-FFF2-40B4-BE49-F238E27FC236}">
                <a16:creationId xmlns:a16="http://schemas.microsoft.com/office/drawing/2014/main" id="{D1EE1D5C-2B8D-4D83-9DB3-EFBD99245DAD}"/>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4" name="45-text-8">
            <a:extLst xmlns:a="http://schemas.openxmlformats.org/drawingml/2006/main">
              <a:ext uri="{FF2B5EF4-FFF2-40B4-BE49-F238E27FC236}">
                <a16:creationId xmlns:a16="http://schemas.microsoft.com/office/drawing/2014/main" id="{D7DCD2F4-AE0C-4C1E-9F62-E7A1E19B5791}"/>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5" name="45-text-9">
            <a:extLst xmlns:a="http://schemas.openxmlformats.org/drawingml/2006/main">
              <a:ext uri="{FF2B5EF4-FFF2-40B4-BE49-F238E27FC236}">
                <a16:creationId xmlns:a16="http://schemas.microsoft.com/office/drawing/2014/main" id="{E8B22CA3-FB90-4EC1-8269-B832E8592ADF}"/>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526" name="45-shape-10">
            <a:extLst xmlns:a="http://schemas.openxmlformats.org/drawingml/2006/main">
              <a:ext uri="{FF2B5EF4-FFF2-40B4-BE49-F238E27FC236}">
                <a16:creationId xmlns:a16="http://schemas.microsoft.com/office/drawing/2014/main" id="{52E40625-852A-4E06-8934-D8B02F2BAEDA}"/>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527" name="45-text-11">
            <a:extLst xmlns:a="http://schemas.openxmlformats.org/drawingml/2006/main">
              <a:ext uri="{FF2B5EF4-FFF2-40B4-BE49-F238E27FC236}">
                <a16:creationId xmlns:a16="http://schemas.microsoft.com/office/drawing/2014/main" id="{188B8477-3605-4CD5-A8EB-B7856480C451}"/>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528" name="45-text-12">
            <a:extLst xmlns:a="http://schemas.openxmlformats.org/drawingml/2006/main">
              <a:ext uri="{FF2B5EF4-FFF2-40B4-BE49-F238E27FC236}">
                <a16:creationId xmlns:a16="http://schemas.microsoft.com/office/drawing/2014/main" id="{0C47AFCE-8760-4BAD-830F-B0010D465AF4}"/>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529" name="narrative-number">
            <a:extLst xmlns:a="http://schemas.openxmlformats.org/drawingml/2006/main">
              <a:ext uri="{FF2B5EF4-FFF2-40B4-BE49-F238E27FC236}">
                <a16:creationId xmlns:a16="http://schemas.microsoft.com/office/drawing/2014/main" id="{BC5BFE88-1DE1-4E7D-8A0C-F105F8DBDF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438287183"/>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0" name="!!area-name">
            <a:extLst xmlns:a="http://schemas.openxmlformats.org/drawingml/2006/main">
              <a:ext uri="{FF2B5EF4-FFF2-40B4-BE49-F238E27FC236}">
                <a16:creationId xmlns:a16="http://schemas.microsoft.com/office/drawing/2014/main" id="{AAC40B11-BC84-4AF5-9CD9-A399B187262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540" name="mini-map"/>
          <p:cNvPicPr>
            <a:picLocks xmlns:a="http://schemas.openxmlformats.org/drawingml/2006/main" noChangeAspect="1"/>
          </p:cNvPicPr>
          <p:nvPr/>
        </p:nvPicPr>
        <p:blipFill>
          <a:blip xmlns:r="http://schemas.openxmlformats.org/officeDocument/2006/relationships" xmlns:a="http://schemas.openxmlformats.org/drawingml/2006/main" r:embed="R9ab2d81e092f43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532" name="slide-title">
            <a:extLst xmlns:a="http://schemas.openxmlformats.org/drawingml/2006/main">
              <a:ext uri="{FF2B5EF4-FFF2-40B4-BE49-F238E27FC236}">
                <a16:creationId xmlns:a16="http://schemas.microsoft.com/office/drawing/2014/main" id="{AED937E7-5542-4E44-9CF5-4CB8A37058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533" name="header-divider">
            <a:extLst xmlns:a="http://schemas.openxmlformats.org/drawingml/2006/main">
              <a:ext uri="{FF2B5EF4-FFF2-40B4-BE49-F238E27FC236}">
                <a16:creationId xmlns:a16="http://schemas.microsoft.com/office/drawing/2014/main" id="{71D41A69-D6BA-4501-BB31-7F6EAD394DA6}"/>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34" name="45-text-13">
            <a:extLst xmlns:a="http://schemas.openxmlformats.org/drawingml/2006/main">
              <a:ext uri="{FF2B5EF4-FFF2-40B4-BE49-F238E27FC236}">
                <a16:creationId xmlns:a16="http://schemas.microsoft.com/office/drawing/2014/main" id="{144C9FB2-CDB2-43CF-8200-3441FE459736}"/>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535" name="45-text-14">
            <a:extLst xmlns:a="http://schemas.openxmlformats.org/drawingml/2006/main">
              <a:ext uri="{FF2B5EF4-FFF2-40B4-BE49-F238E27FC236}">
                <a16:creationId xmlns:a16="http://schemas.microsoft.com/office/drawing/2014/main" id="{8329CE2B-399A-47F6-A9FD-3E5CC0DF9183}"/>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536" name="45-text-15">
            <a:extLst xmlns:a="http://schemas.openxmlformats.org/drawingml/2006/main">
              <a:ext uri="{FF2B5EF4-FFF2-40B4-BE49-F238E27FC236}">
                <a16:creationId xmlns:a16="http://schemas.microsoft.com/office/drawing/2014/main" id="{5EBB9D0C-A15D-424C-BA0D-C299C4643B89}"/>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546"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538" name="narrative-number">
            <a:extLst xmlns:a="http://schemas.openxmlformats.org/drawingml/2006/main">
              <a:ext uri="{FF2B5EF4-FFF2-40B4-BE49-F238E27FC236}">
                <a16:creationId xmlns:a16="http://schemas.microsoft.com/office/drawing/2014/main" id="{5C6E18CB-FCE7-4FAA-BAFC-293C02E1DE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139860623"/>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39" name="slide-title">
            <a:extLst xmlns:a="http://schemas.openxmlformats.org/drawingml/2006/main">
              <a:ext uri="{FF2B5EF4-FFF2-40B4-BE49-F238E27FC236}">
                <a16:creationId xmlns:a16="http://schemas.microsoft.com/office/drawing/2014/main" id="{13A029E7-5BD3-4C15-85DA-FB1EEB7E9C48}"/>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540" name="header-divider">
            <a:extLst xmlns:a="http://schemas.openxmlformats.org/drawingml/2006/main">
              <a:ext uri="{FF2B5EF4-FFF2-40B4-BE49-F238E27FC236}">
                <a16:creationId xmlns:a16="http://schemas.microsoft.com/office/drawing/2014/main" id="{DB3251A7-D1E2-4119-A99F-8A51E3B56853}"/>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41" name="46-text-1">
            <a:extLst xmlns:a="http://schemas.openxmlformats.org/drawingml/2006/main">
              <a:ext uri="{FF2B5EF4-FFF2-40B4-BE49-F238E27FC236}">
                <a16:creationId xmlns:a16="http://schemas.microsoft.com/office/drawing/2014/main" id="{9ACECCF4-0E69-46A5-8BF0-DC1DA1F124F1}"/>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542" name="46-text-2">
            <a:extLst xmlns:a="http://schemas.openxmlformats.org/drawingml/2006/main">
              <a:ext uri="{FF2B5EF4-FFF2-40B4-BE49-F238E27FC236}">
                <a16:creationId xmlns:a16="http://schemas.microsoft.com/office/drawing/2014/main" id="{B9B3DF92-1DB9-4A11-A61C-3D1B299ECE3D}"/>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543" name="46-text-3">
            <a:extLst xmlns:a="http://schemas.openxmlformats.org/drawingml/2006/main">
              <a:ext uri="{FF2B5EF4-FFF2-40B4-BE49-F238E27FC236}">
                <a16:creationId xmlns:a16="http://schemas.microsoft.com/office/drawing/2014/main" id="{A7731897-FD93-46C4-AD72-DE3FDCDDE067}"/>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544" name="46-text-4">
            <a:extLst xmlns:a="http://schemas.openxmlformats.org/drawingml/2006/main">
              <a:ext uri="{FF2B5EF4-FFF2-40B4-BE49-F238E27FC236}">
                <a16:creationId xmlns:a16="http://schemas.microsoft.com/office/drawing/2014/main" id="{7405C02A-87B2-45BD-BBBA-32C72DDF1BBC}"/>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545" name="46-text-5">
            <a:extLst xmlns:a="http://schemas.openxmlformats.org/drawingml/2006/main">
              <a:ext uri="{FF2B5EF4-FFF2-40B4-BE49-F238E27FC236}">
                <a16:creationId xmlns:a16="http://schemas.microsoft.com/office/drawing/2014/main" id="{71F829C8-DEAA-40B3-8D46-A6594A04CFC9}"/>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546" name="46-text-6">
            <a:extLst xmlns:a="http://schemas.openxmlformats.org/drawingml/2006/main">
              <a:ext uri="{FF2B5EF4-FFF2-40B4-BE49-F238E27FC236}">
                <a16:creationId xmlns:a16="http://schemas.microsoft.com/office/drawing/2014/main" id="{EA978133-20BD-4C54-9DBB-AC3AEBC87371}"/>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47" name="46-text-7">
            <a:extLst xmlns:a="http://schemas.openxmlformats.org/drawingml/2006/main">
              <a:ext uri="{FF2B5EF4-FFF2-40B4-BE49-F238E27FC236}">
                <a16:creationId xmlns:a16="http://schemas.microsoft.com/office/drawing/2014/main" id="{097E0CC9-AA03-4CA2-B8CC-0C33F2A0F23B}"/>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48" name="46-text-8">
            <a:extLst xmlns:a="http://schemas.openxmlformats.org/drawingml/2006/main">
              <a:ext uri="{FF2B5EF4-FFF2-40B4-BE49-F238E27FC236}">
                <a16:creationId xmlns:a16="http://schemas.microsoft.com/office/drawing/2014/main" id="{0BD2530E-0B2D-4D33-A833-D7CF047CE607}"/>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49" name="46-text-9">
            <a:extLst xmlns:a="http://schemas.openxmlformats.org/drawingml/2006/main">
              <a:ext uri="{FF2B5EF4-FFF2-40B4-BE49-F238E27FC236}">
                <a16:creationId xmlns:a16="http://schemas.microsoft.com/office/drawing/2014/main" id="{5AF8444C-DED8-451B-901B-46E59CD002DC}"/>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50" name="46-text-10">
            <a:extLst xmlns:a="http://schemas.openxmlformats.org/drawingml/2006/main">
              <a:ext uri="{FF2B5EF4-FFF2-40B4-BE49-F238E27FC236}">
                <a16:creationId xmlns:a16="http://schemas.microsoft.com/office/drawing/2014/main" id="{A4D76AC9-6A8A-4CF0-9907-E09B0A2EA6F9}"/>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51" name="46-text-11">
            <a:extLst xmlns:a="http://schemas.openxmlformats.org/drawingml/2006/main">
              <a:ext uri="{FF2B5EF4-FFF2-40B4-BE49-F238E27FC236}">
                <a16:creationId xmlns:a16="http://schemas.microsoft.com/office/drawing/2014/main" id="{2E729816-1FD1-4932-8105-E127B3AC8B0B}"/>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52" name="46-text-12">
            <a:extLst xmlns:a="http://schemas.openxmlformats.org/drawingml/2006/main">
              <a:ext uri="{FF2B5EF4-FFF2-40B4-BE49-F238E27FC236}">
                <a16:creationId xmlns:a16="http://schemas.microsoft.com/office/drawing/2014/main" id="{CF427714-8FF6-4C65-AC42-94CE1D0B4B98}"/>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53" name="narrative-number">
            <a:extLst xmlns:a="http://schemas.openxmlformats.org/drawingml/2006/main">
              <a:ext uri="{FF2B5EF4-FFF2-40B4-BE49-F238E27FC236}">
                <a16:creationId xmlns:a16="http://schemas.microsoft.com/office/drawing/2014/main" id="{163FD561-F7DF-4B89-9C7D-BD28BBD630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3879016396"/>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4" name="47-text-1">
            <a:extLst xmlns:a="http://schemas.openxmlformats.org/drawingml/2006/main">
              <a:ext uri="{FF2B5EF4-FFF2-40B4-BE49-F238E27FC236}">
                <a16:creationId xmlns:a16="http://schemas.microsoft.com/office/drawing/2014/main" id="{A8AF3BFE-545E-4480-A784-8EAFFA2BEEE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55" name="47-text-2">
            <a:extLst xmlns:a="http://schemas.openxmlformats.org/drawingml/2006/main">
              <a:ext uri="{FF2B5EF4-FFF2-40B4-BE49-F238E27FC236}">
                <a16:creationId xmlns:a16="http://schemas.microsoft.com/office/drawing/2014/main" id="{A47DF2A4-EE49-46E7-837A-2ABCBC3E99D7}"/>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56" name="47-text-3">
            <a:extLst xmlns:a="http://schemas.openxmlformats.org/drawingml/2006/main">
              <a:ext uri="{FF2B5EF4-FFF2-40B4-BE49-F238E27FC236}">
                <a16:creationId xmlns:a16="http://schemas.microsoft.com/office/drawing/2014/main" id="{CE8C106F-4B58-436F-8A9B-73559C6325A8}"/>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57" name="narrative-number">
            <a:extLst xmlns:a="http://schemas.openxmlformats.org/drawingml/2006/main">
              <a:ext uri="{FF2B5EF4-FFF2-40B4-BE49-F238E27FC236}">
                <a16:creationId xmlns:a16="http://schemas.microsoft.com/office/drawing/2014/main" id="{C20C749D-6D17-4D53-B4DD-AF893A1CE4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901993286"/>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2026-09-16T16:57:23.1000000Z</dcterms:created>
  <dcterms:modified xsi:type="dcterms:W3CDTF">2026-09-16T16:57:23.1000000Z</dcterms:modified>
</coreProperties>
</file>