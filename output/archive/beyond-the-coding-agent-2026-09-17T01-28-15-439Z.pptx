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a44c31a95142f3" /><Relationship Type="http://schemas.openxmlformats.org/officeDocument/2006/relationships/extended-properties" Target="/docProps/app.xml" Id="R580256c35aff4716" /><Relationship Type="http://schemas.openxmlformats.org/officeDocument/2006/relationships/officeDocument" Target="/ppt/presentation.xml" Id="R599588a74acf4d9b"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98b8ee35c38242e7"/>
    <p:sldMasterId xmlns:r="http://schemas.openxmlformats.org/officeDocument/2006/relationships" id="2147483650" r:id="R454b5589ce17468f"/>
  </p:sldMasterIdLst>
  <p:notesMasterIdLst>
    <p:notesMasterId xmlns:r="http://schemas.openxmlformats.org/officeDocument/2006/relationships" r:id="Re20aaa6cb04541a4"/>
  </p:notesMasterIdLst>
  <p:sldIdLst>
    <p:sldId xmlns:r="http://schemas.openxmlformats.org/officeDocument/2006/relationships" id="256" r:id="R4d74b394f02c4c44"/>
    <p:sldId xmlns:r="http://schemas.openxmlformats.org/officeDocument/2006/relationships" id="257" r:id="R044573c55af34d5d"/>
    <p:sldId xmlns:r="http://schemas.openxmlformats.org/officeDocument/2006/relationships" id="258" r:id="R12952890a8c347fc"/>
    <p:sldId xmlns:r="http://schemas.openxmlformats.org/officeDocument/2006/relationships" id="259" r:id="R43886c6201654f47"/>
    <p:sldId xmlns:r="http://schemas.openxmlformats.org/officeDocument/2006/relationships" id="260" r:id="R0e408740b2264a8d"/>
    <p:sldId xmlns:r="http://schemas.openxmlformats.org/officeDocument/2006/relationships" id="261" r:id="R36622d6622ac423f"/>
    <p:sldId xmlns:r="http://schemas.openxmlformats.org/officeDocument/2006/relationships" id="262" r:id="R6d9cc7d73bb4478a"/>
    <p:sldId xmlns:r="http://schemas.openxmlformats.org/officeDocument/2006/relationships" id="263" r:id="R0b19080338de4df5"/>
    <p:sldId xmlns:r="http://schemas.openxmlformats.org/officeDocument/2006/relationships" id="264" r:id="Rf90484817fed4041"/>
    <p:sldId xmlns:r="http://schemas.openxmlformats.org/officeDocument/2006/relationships" id="265" r:id="R3fc7da804c444ab3"/>
    <p:sldId xmlns:r="http://schemas.openxmlformats.org/officeDocument/2006/relationships" id="266" r:id="R5c5c5b364c5f49cc"/>
    <p:sldId xmlns:r="http://schemas.openxmlformats.org/officeDocument/2006/relationships" id="267" r:id="R283db1d7a0604887"/>
    <p:sldId xmlns:r="http://schemas.openxmlformats.org/officeDocument/2006/relationships" id="268" r:id="R434c9371eaca462b"/>
    <p:sldId xmlns:r="http://schemas.openxmlformats.org/officeDocument/2006/relationships" id="269" r:id="R6994112418354c54"/>
    <p:sldId xmlns:r="http://schemas.openxmlformats.org/officeDocument/2006/relationships" id="270" r:id="Rd13b9d1584b742e6"/>
    <p:sldId xmlns:r="http://schemas.openxmlformats.org/officeDocument/2006/relationships" id="271" r:id="R47e2d738bb1b4647"/>
    <p:sldId xmlns:r="http://schemas.openxmlformats.org/officeDocument/2006/relationships" id="272" r:id="R37413b9d0ae946e8"/>
    <p:sldId xmlns:r="http://schemas.openxmlformats.org/officeDocument/2006/relationships" id="273" r:id="R6741fdb899db474d"/>
    <p:sldId xmlns:r="http://schemas.openxmlformats.org/officeDocument/2006/relationships" id="274" r:id="Rbfc5a7d83e854a7c"/>
    <p:sldId xmlns:r="http://schemas.openxmlformats.org/officeDocument/2006/relationships" id="275" r:id="Rd9390d547ee84f9f"/>
    <p:sldId xmlns:r="http://schemas.openxmlformats.org/officeDocument/2006/relationships" id="276" r:id="R8d6b3fca546e424c"/>
    <p:sldId xmlns:r="http://schemas.openxmlformats.org/officeDocument/2006/relationships" id="277" r:id="R865c0520c68b4d13"/>
    <p:sldId xmlns:r="http://schemas.openxmlformats.org/officeDocument/2006/relationships" id="278" r:id="Re6f9763420f44fdf"/>
    <p:sldId xmlns:r="http://schemas.openxmlformats.org/officeDocument/2006/relationships" id="279" r:id="Rdd25e0cec940496e"/>
    <p:sldId xmlns:r="http://schemas.openxmlformats.org/officeDocument/2006/relationships" id="280" r:id="R04d0707218de43ba"/>
    <p:sldId xmlns:r="http://schemas.openxmlformats.org/officeDocument/2006/relationships" id="281" r:id="Ra50ed4cc9f9a40fa"/>
    <p:sldId xmlns:r="http://schemas.openxmlformats.org/officeDocument/2006/relationships" id="282" r:id="R13bba1c3e6e7412a"/>
    <p:sldId xmlns:r="http://schemas.openxmlformats.org/officeDocument/2006/relationships" id="283" r:id="R522bd3c097864e98"/>
    <p:sldId xmlns:r="http://schemas.openxmlformats.org/officeDocument/2006/relationships" id="284" r:id="R71848ac3ac484b08"/>
    <p:sldId xmlns:r="http://schemas.openxmlformats.org/officeDocument/2006/relationships" id="285" r:id="R8a57627db7804788"/>
    <p:sldId xmlns:r="http://schemas.openxmlformats.org/officeDocument/2006/relationships" id="286" r:id="R8a28e7345bdc46c2"/>
    <p:sldId xmlns:r="http://schemas.openxmlformats.org/officeDocument/2006/relationships" id="287" r:id="R462e58384cce41fe"/>
    <p:sldId xmlns:r="http://schemas.openxmlformats.org/officeDocument/2006/relationships" id="288" r:id="Rce1434896e864349"/>
    <p:sldId xmlns:r="http://schemas.openxmlformats.org/officeDocument/2006/relationships" id="289" r:id="R19a07b6cbfdb4dac"/>
    <p:sldId xmlns:r="http://schemas.openxmlformats.org/officeDocument/2006/relationships" id="290" r:id="Rb00442c647114a3c"/>
    <p:sldId xmlns:r="http://schemas.openxmlformats.org/officeDocument/2006/relationships" id="291" r:id="Rec58464a0a8e4caa"/>
    <p:sldId xmlns:r="http://schemas.openxmlformats.org/officeDocument/2006/relationships" id="292" r:id="R83d6a795c525444b"/>
    <p:sldId xmlns:r="http://schemas.openxmlformats.org/officeDocument/2006/relationships" id="293" r:id="R2f9f27ac29e04ca0"/>
    <p:sldId xmlns:r="http://schemas.openxmlformats.org/officeDocument/2006/relationships" id="294" r:id="R2b249be386324a4e"/>
    <p:sldId xmlns:r="http://schemas.openxmlformats.org/officeDocument/2006/relationships" id="295" r:id="Ra5eee8597f574ee0"/>
    <p:sldId xmlns:r="http://schemas.openxmlformats.org/officeDocument/2006/relationships" id="296" r:id="R5886ef0a98204928"/>
    <p:sldId xmlns:r="http://schemas.openxmlformats.org/officeDocument/2006/relationships" id="297" r:id="R4d69fede408949f1"/>
    <p:sldId xmlns:r="http://schemas.openxmlformats.org/officeDocument/2006/relationships" id="298" r:id="Raadc8b304c1049d7"/>
    <p:sldId xmlns:r="http://schemas.openxmlformats.org/officeDocument/2006/relationships" id="299" r:id="R08a1ffeefa7c4347"/>
    <p:sldId xmlns:r="http://schemas.openxmlformats.org/officeDocument/2006/relationships" id="300" r:id="Rbe74596c8d7f41a3"/>
    <p:sldId xmlns:r="http://schemas.openxmlformats.org/officeDocument/2006/relationships" id="301" r:id="Rbc21ba07edce4529"/>
    <p:sldId xmlns:r="http://schemas.openxmlformats.org/officeDocument/2006/relationships" id="302" r:id="Rb295f283bbda4643"/>
    <p:sldId xmlns:r="http://schemas.openxmlformats.org/officeDocument/2006/relationships" id="303" r:id="R2845711abca24a5e"/>
    <p:sldId xmlns:r="http://schemas.openxmlformats.org/officeDocument/2006/relationships" id="304" r:id="Rb752f49be2304f84"/>
    <p:sldId xmlns:r="http://schemas.openxmlformats.org/officeDocument/2006/relationships" id="305" r:id="Rf98500ee37cb4855"/>
    <p:sldId xmlns:r="http://schemas.openxmlformats.org/officeDocument/2006/relationships" id="306" r:id="R6d20f48630b04d60"/>
    <p:sldId xmlns:r="http://schemas.openxmlformats.org/officeDocument/2006/relationships" id="307" r:id="R29827885b1bf4d09"/>
    <p:sldId xmlns:r="http://schemas.openxmlformats.org/officeDocument/2006/relationships" id="308" r:id="Re96c1956677a4114"/>
    <p:sldId xmlns:r="http://schemas.openxmlformats.org/officeDocument/2006/relationships" id="309" r:id="Ra5096fa844cd4990"/>
    <p:sldId xmlns:r="http://schemas.openxmlformats.org/officeDocument/2006/relationships" id="310" r:id="Re00d0acd4fe44edc"/>
    <p:sldId xmlns:r="http://schemas.openxmlformats.org/officeDocument/2006/relationships" id="311" r:id="R7eb22b904262445a"/>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215614f8904796" /><Relationship Type="http://schemas.openxmlformats.org/officeDocument/2006/relationships/slideMaster" Target="/ppt/slideMasters/slideMaster1.xml" Id="R98b8ee35c38242e7" /><Relationship Type="http://schemas.openxmlformats.org/officeDocument/2006/relationships/slideMaster" Target="/ppt/slideMasters/slideMaster2.xml" Id="R454b5589ce17468f" /><Relationship Type="http://schemas.openxmlformats.org/officeDocument/2006/relationships/notesMaster" Target="/ppt/notesMasters/notesMaster1.xml" Id="Re20aaa6cb04541a4" /><Relationship Type="http://schemas.openxmlformats.org/officeDocument/2006/relationships/presProps" Target="/ppt/presProps.xml" Id="Rbe2211f26db74eb5" /><Relationship Type="http://schemas.openxmlformats.org/officeDocument/2006/relationships/tableStyles" Target="/ppt/tableStyles.xml" Id="R72496af2fbc24950" /><Relationship Type="http://schemas.openxmlformats.org/officeDocument/2006/relationships/slide" Target="/ppt/slides/slide1.xml" Id="R4d74b394f02c4c44" /><Relationship Type="http://schemas.openxmlformats.org/officeDocument/2006/relationships/slide" Target="/ppt/slides/slide2.xml" Id="R044573c55af34d5d" /><Relationship Type="http://schemas.openxmlformats.org/officeDocument/2006/relationships/slide" Target="/ppt/slides/slide3.xml" Id="R12952890a8c347fc" /><Relationship Type="http://schemas.openxmlformats.org/officeDocument/2006/relationships/slide" Target="/ppt/slides/slide4.xml" Id="R43886c6201654f47" /><Relationship Type="http://schemas.openxmlformats.org/officeDocument/2006/relationships/slide" Target="/ppt/slides/slide5.xml" Id="R0e408740b2264a8d" /><Relationship Type="http://schemas.openxmlformats.org/officeDocument/2006/relationships/slide" Target="/ppt/slides/slide6.xml" Id="R36622d6622ac423f" /><Relationship Type="http://schemas.openxmlformats.org/officeDocument/2006/relationships/slide" Target="/ppt/slides/slide7.xml" Id="R6d9cc7d73bb4478a" /><Relationship Type="http://schemas.openxmlformats.org/officeDocument/2006/relationships/slide" Target="/ppt/slides/slide8.xml" Id="R0b19080338de4df5" /><Relationship Type="http://schemas.openxmlformats.org/officeDocument/2006/relationships/slide" Target="/ppt/slides/slide9.xml" Id="Rf90484817fed4041" /><Relationship Type="http://schemas.openxmlformats.org/officeDocument/2006/relationships/slide" Target="/ppt/slides/slide10.xml" Id="R3fc7da804c444ab3" /><Relationship Type="http://schemas.openxmlformats.org/officeDocument/2006/relationships/slide" Target="/ppt/slides/slide11.xml" Id="R5c5c5b364c5f49cc" /><Relationship Type="http://schemas.openxmlformats.org/officeDocument/2006/relationships/slide" Target="/ppt/slides/slide12.xml" Id="R283db1d7a0604887" /><Relationship Type="http://schemas.openxmlformats.org/officeDocument/2006/relationships/slide" Target="/ppt/slides/slide13.xml" Id="R434c9371eaca462b" /><Relationship Type="http://schemas.openxmlformats.org/officeDocument/2006/relationships/slide" Target="/ppt/slides/slide14.xml" Id="R6994112418354c54" /><Relationship Type="http://schemas.openxmlformats.org/officeDocument/2006/relationships/slide" Target="/ppt/slides/slide15.xml" Id="Rd13b9d1584b742e6" /><Relationship Type="http://schemas.openxmlformats.org/officeDocument/2006/relationships/slide" Target="/ppt/slides/slide16.xml" Id="R47e2d738bb1b4647" /><Relationship Type="http://schemas.openxmlformats.org/officeDocument/2006/relationships/slide" Target="/ppt/slides/slide17.xml" Id="R37413b9d0ae946e8" /><Relationship Type="http://schemas.openxmlformats.org/officeDocument/2006/relationships/slide" Target="/ppt/slides/slide18.xml" Id="R6741fdb899db474d" /><Relationship Type="http://schemas.openxmlformats.org/officeDocument/2006/relationships/slide" Target="/ppt/slides/slide19.xml" Id="Rbfc5a7d83e854a7c" /><Relationship Type="http://schemas.openxmlformats.org/officeDocument/2006/relationships/slide" Target="/ppt/slides/slide20.xml" Id="Rd9390d547ee84f9f" /><Relationship Type="http://schemas.openxmlformats.org/officeDocument/2006/relationships/slide" Target="/ppt/slides/slide21.xml" Id="R8d6b3fca546e424c" /><Relationship Type="http://schemas.openxmlformats.org/officeDocument/2006/relationships/slide" Target="/ppt/slides/slide22.xml" Id="R865c0520c68b4d13" /><Relationship Type="http://schemas.openxmlformats.org/officeDocument/2006/relationships/slide" Target="/ppt/slides/slide23.xml" Id="Re6f9763420f44fdf" /><Relationship Type="http://schemas.openxmlformats.org/officeDocument/2006/relationships/slide" Target="/ppt/slides/slide24.xml" Id="Rdd25e0cec940496e" /><Relationship Type="http://schemas.openxmlformats.org/officeDocument/2006/relationships/slide" Target="/ppt/slides/slide25.xml" Id="R04d0707218de43ba" /><Relationship Type="http://schemas.openxmlformats.org/officeDocument/2006/relationships/slide" Target="/ppt/slides/slide26.xml" Id="Ra50ed4cc9f9a40fa" /><Relationship Type="http://schemas.openxmlformats.org/officeDocument/2006/relationships/slide" Target="/ppt/slides/slide27.xml" Id="R13bba1c3e6e7412a" /><Relationship Type="http://schemas.openxmlformats.org/officeDocument/2006/relationships/slide" Target="/ppt/slides/slide28.xml" Id="R522bd3c097864e98" /><Relationship Type="http://schemas.openxmlformats.org/officeDocument/2006/relationships/slide" Target="/ppt/slides/slide29.xml" Id="R71848ac3ac484b08" /><Relationship Type="http://schemas.openxmlformats.org/officeDocument/2006/relationships/slide" Target="/ppt/slides/slide30.xml" Id="R8a57627db7804788" /><Relationship Type="http://schemas.openxmlformats.org/officeDocument/2006/relationships/slide" Target="/ppt/slides/slide31.xml" Id="R8a28e7345bdc46c2" /><Relationship Type="http://schemas.openxmlformats.org/officeDocument/2006/relationships/slide" Target="/ppt/slides/slide32.xml" Id="R462e58384cce41fe" /><Relationship Type="http://schemas.openxmlformats.org/officeDocument/2006/relationships/slide" Target="/ppt/slides/slide33.xml" Id="Rce1434896e864349" /><Relationship Type="http://schemas.openxmlformats.org/officeDocument/2006/relationships/slide" Target="/ppt/slides/slide34.xml" Id="R19a07b6cbfdb4dac" /><Relationship Type="http://schemas.openxmlformats.org/officeDocument/2006/relationships/slide" Target="/ppt/slides/slide35.xml" Id="Rb00442c647114a3c" /><Relationship Type="http://schemas.openxmlformats.org/officeDocument/2006/relationships/slide" Target="/ppt/slides/slide36.xml" Id="Rec58464a0a8e4caa" /><Relationship Type="http://schemas.openxmlformats.org/officeDocument/2006/relationships/slide" Target="/ppt/slides/slide37.xml" Id="R83d6a795c525444b" /><Relationship Type="http://schemas.openxmlformats.org/officeDocument/2006/relationships/slide" Target="/ppt/slides/slide38.xml" Id="R2f9f27ac29e04ca0" /><Relationship Type="http://schemas.openxmlformats.org/officeDocument/2006/relationships/slide" Target="/ppt/slides/slide39.xml" Id="R2b249be386324a4e" /><Relationship Type="http://schemas.openxmlformats.org/officeDocument/2006/relationships/slide" Target="/ppt/slides/slide40.xml" Id="Ra5eee8597f574ee0" /><Relationship Type="http://schemas.openxmlformats.org/officeDocument/2006/relationships/slide" Target="/ppt/slides/slide41.xml" Id="R5886ef0a98204928" /><Relationship Type="http://schemas.openxmlformats.org/officeDocument/2006/relationships/slide" Target="/ppt/slides/slide42.xml" Id="R4d69fede408949f1" /><Relationship Type="http://schemas.openxmlformats.org/officeDocument/2006/relationships/slide" Target="/ppt/slides/slide43.xml" Id="Raadc8b304c1049d7" /><Relationship Type="http://schemas.openxmlformats.org/officeDocument/2006/relationships/slide" Target="/ppt/slides/slide44.xml" Id="R08a1ffeefa7c4347" /><Relationship Type="http://schemas.openxmlformats.org/officeDocument/2006/relationships/slide" Target="/ppt/slides/slide45.xml" Id="Rbe74596c8d7f41a3" /><Relationship Type="http://schemas.openxmlformats.org/officeDocument/2006/relationships/slide" Target="/ppt/slides/slide46.xml" Id="Rbc21ba07edce4529" /><Relationship Type="http://schemas.openxmlformats.org/officeDocument/2006/relationships/slide" Target="/ppt/slides/slide47.xml" Id="Rb295f283bbda4643" /><Relationship Type="http://schemas.openxmlformats.org/officeDocument/2006/relationships/slide" Target="/ppt/slides/slide48.xml" Id="R2845711abca24a5e" /><Relationship Type="http://schemas.openxmlformats.org/officeDocument/2006/relationships/slide" Target="/ppt/slides/slide49.xml" Id="Rb752f49be2304f84" /><Relationship Type="http://schemas.openxmlformats.org/officeDocument/2006/relationships/slide" Target="/ppt/slides/slide50.xml" Id="Rf98500ee37cb4855" /><Relationship Type="http://schemas.openxmlformats.org/officeDocument/2006/relationships/slide" Target="/ppt/slides/slide51.xml" Id="R6d20f48630b04d60" /><Relationship Type="http://schemas.openxmlformats.org/officeDocument/2006/relationships/slide" Target="/ppt/slides/slide52.xml" Id="R29827885b1bf4d09" /><Relationship Type="http://schemas.openxmlformats.org/officeDocument/2006/relationships/slide" Target="/ppt/slides/slide53.xml" Id="Re96c1956677a4114" /><Relationship Type="http://schemas.openxmlformats.org/officeDocument/2006/relationships/slide" Target="/ppt/slides/slide54.xml" Id="Ra5096fa844cd4990" /><Relationship Type="http://schemas.openxmlformats.org/officeDocument/2006/relationships/slide" Target="/ppt/slides/slide55.xml" Id="Re00d0acd4fe44edc" /><Relationship Type="http://schemas.openxmlformats.org/officeDocument/2006/relationships/slide" Target="/ppt/slides/slide56.xml" Id="R7eb22b90426244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74741e3a3e7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7c52d59b247c3" /><Relationship Type="http://schemas.openxmlformats.org/officeDocument/2006/relationships/notesMaster" Target="/ppt/notesMasters/notesMaster1.xml" Id="Rdb6b4e0a58274f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e61abfe49040d0" /><Relationship Type="http://schemas.openxmlformats.org/officeDocument/2006/relationships/notesMaster" Target="/ppt/notesMasters/notesMaster1.xml" Id="R779987ed4ca94e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8bbaa8ef124c4a" /><Relationship Type="http://schemas.openxmlformats.org/officeDocument/2006/relationships/notesMaster" Target="/ppt/notesMasters/notesMaster1.xml" Id="Re5846acdd8e844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154f8422354e88" /><Relationship Type="http://schemas.openxmlformats.org/officeDocument/2006/relationships/notesMaster" Target="/ppt/notesMasters/notesMaster1.xml" Id="R8161ff75f3b140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8a577e334246d1" /><Relationship Type="http://schemas.openxmlformats.org/officeDocument/2006/relationships/notesMaster" Target="/ppt/notesMasters/notesMaster1.xml" Id="Re7a701eb913744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6632b4908e4f42" /><Relationship Type="http://schemas.openxmlformats.org/officeDocument/2006/relationships/notesMaster" Target="/ppt/notesMasters/notesMaster1.xml" Id="R2e56629b3c604a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dbebea11b7453d" /><Relationship Type="http://schemas.openxmlformats.org/officeDocument/2006/relationships/notesMaster" Target="/ppt/notesMasters/notesMaster1.xml" Id="R8cf54fb93adc4e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b1d4d191e048e8" /><Relationship Type="http://schemas.openxmlformats.org/officeDocument/2006/relationships/notesMaster" Target="/ppt/notesMasters/notesMaster1.xml" Id="R5f94b4bc720745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6447a839d2497a" /><Relationship Type="http://schemas.openxmlformats.org/officeDocument/2006/relationships/notesMaster" Target="/ppt/notesMasters/notesMaster1.xml" Id="R9c2d17b6a0d247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14eb69426c475b" /><Relationship Type="http://schemas.openxmlformats.org/officeDocument/2006/relationships/notesMaster" Target="/ppt/notesMasters/notesMaster1.xml" Id="R47b84c7642f742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961f1746bc4b68" /><Relationship Type="http://schemas.openxmlformats.org/officeDocument/2006/relationships/notesMaster" Target="/ppt/notesMasters/notesMaster1.xml" Id="R02e4142870af41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1abc57b24a4f89" /><Relationship Type="http://schemas.openxmlformats.org/officeDocument/2006/relationships/notesMaster" Target="/ppt/notesMasters/notesMaster1.xml" Id="Rccf0a78846044b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7c34f8afc94af1" /><Relationship Type="http://schemas.openxmlformats.org/officeDocument/2006/relationships/notesMaster" Target="/ppt/notesMasters/notesMaster1.xml" Id="R4f83f82ad6004c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7d62c400614c61" /><Relationship Type="http://schemas.openxmlformats.org/officeDocument/2006/relationships/notesMaster" Target="/ppt/notesMasters/notesMaster1.xml" Id="Rf16f873e781f44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b879cccba943e7" /><Relationship Type="http://schemas.openxmlformats.org/officeDocument/2006/relationships/notesMaster" Target="/ppt/notesMasters/notesMaster1.xml" Id="R3afa97ea3d014c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4197bcda2045f4" /><Relationship Type="http://schemas.openxmlformats.org/officeDocument/2006/relationships/notesMaster" Target="/ppt/notesMasters/notesMaster1.xml" Id="Rb1bb7860243c4f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6be8cdaa584feb" /><Relationship Type="http://schemas.openxmlformats.org/officeDocument/2006/relationships/notesMaster" Target="/ppt/notesMasters/notesMaster1.xml" Id="R728d9d4ff0584d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fb514aa0e24bcf" /><Relationship Type="http://schemas.openxmlformats.org/officeDocument/2006/relationships/notesMaster" Target="/ppt/notesMasters/notesMaster1.xml" Id="Rc7c6dd111ea84a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1527e4805f4dfb" /><Relationship Type="http://schemas.openxmlformats.org/officeDocument/2006/relationships/notesMaster" Target="/ppt/notesMasters/notesMaster1.xml" Id="Rc97a60acd05445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1ef3dc378449c" /><Relationship Type="http://schemas.openxmlformats.org/officeDocument/2006/relationships/notesMaster" Target="/ppt/notesMasters/notesMaster1.xml" Id="Rd887bfb382c242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adfd7dec0c4087" /><Relationship Type="http://schemas.openxmlformats.org/officeDocument/2006/relationships/notesMaster" Target="/ppt/notesMasters/notesMaster1.xml" Id="R67c85506a21649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fc939cc6a5b4a38" /><Relationship Type="http://schemas.openxmlformats.org/officeDocument/2006/relationships/notesMaster" Target="/ppt/notesMasters/notesMaster1.xml" Id="Raf8ffdac4c4846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0e0b07d36514c80" /><Relationship Type="http://schemas.openxmlformats.org/officeDocument/2006/relationships/notesMaster" Target="/ppt/notesMasters/notesMaster1.xml" Id="Rdad5a34bab324e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cb33eda8384b10" /><Relationship Type="http://schemas.openxmlformats.org/officeDocument/2006/relationships/notesMaster" Target="/ppt/notesMasters/notesMaster1.xml" Id="R95897bcb2a3844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33b12f37584062" /><Relationship Type="http://schemas.openxmlformats.org/officeDocument/2006/relationships/notesMaster" Target="/ppt/notesMasters/notesMaster1.xml" Id="Rcead7a3ce7994f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0459dd4f7f4ede" /><Relationship Type="http://schemas.openxmlformats.org/officeDocument/2006/relationships/notesMaster" Target="/ppt/notesMasters/notesMaster1.xml" Id="R8977b8e55b184ae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20545f2cfb4369" /><Relationship Type="http://schemas.openxmlformats.org/officeDocument/2006/relationships/notesMaster" Target="/ppt/notesMasters/notesMaster1.xml" Id="R26b4e93a8aa241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7c029d1e0cb4724" /><Relationship Type="http://schemas.openxmlformats.org/officeDocument/2006/relationships/notesMaster" Target="/ppt/notesMasters/notesMaster1.xml" Id="Rc2638f28c66f4f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693fc1bbd94ecb" /><Relationship Type="http://schemas.openxmlformats.org/officeDocument/2006/relationships/notesMaster" Target="/ppt/notesMasters/notesMaster1.xml" Id="R4b16b412597d4d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0bff595de44389" /><Relationship Type="http://schemas.openxmlformats.org/officeDocument/2006/relationships/notesMaster" Target="/ppt/notesMasters/notesMaster1.xml" Id="R5bee509371844c3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e9d05f7212d4d0c" /><Relationship Type="http://schemas.openxmlformats.org/officeDocument/2006/relationships/notesMaster" Target="/ppt/notesMasters/notesMaster1.xml" Id="Ra907a9de400644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fa3e29f84a4651" /><Relationship Type="http://schemas.openxmlformats.org/officeDocument/2006/relationships/notesMaster" Target="/ppt/notesMasters/notesMaster1.xml" Id="R6228d4cc26af467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451fc0ce0f84a4b" /><Relationship Type="http://schemas.openxmlformats.org/officeDocument/2006/relationships/notesMaster" Target="/ppt/notesMasters/notesMaster1.xml" Id="R21e07c31dfc445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36e9bdb068b45f3" /><Relationship Type="http://schemas.openxmlformats.org/officeDocument/2006/relationships/notesMaster" Target="/ppt/notesMasters/notesMaster1.xml" Id="Ree984b9a50b1425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d607c65d24a4449" /><Relationship Type="http://schemas.openxmlformats.org/officeDocument/2006/relationships/notesMaster" Target="/ppt/notesMasters/notesMaster1.xml" Id="R495de0a310f640c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0a721070d94898" /><Relationship Type="http://schemas.openxmlformats.org/officeDocument/2006/relationships/notesMaster" Target="/ppt/notesMasters/notesMaster1.xml" Id="Rd24df853aed94c8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2eadc9b9c6c4978" /><Relationship Type="http://schemas.openxmlformats.org/officeDocument/2006/relationships/notesMaster" Target="/ppt/notesMasters/notesMaster1.xml" Id="R0925f60c0c104bc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58a6b37cc4a450d" /><Relationship Type="http://schemas.openxmlformats.org/officeDocument/2006/relationships/notesMaster" Target="/ppt/notesMasters/notesMaster1.xml" Id="R4fd9dc081eff4b9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0c10ac22fd47a4" /><Relationship Type="http://schemas.openxmlformats.org/officeDocument/2006/relationships/notesMaster" Target="/ppt/notesMasters/notesMaster1.xml" Id="R02ede344148e4a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e214d2bbbb14549" /><Relationship Type="http://schemas.openxmlformats.org/officeDocument/2006/relationships/notesMaster" Target="/ppt/notesMasters/notesMaster1.xml" Id="Reef82f226dc348b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b523f3dcf974aaa" /><Relationship Type="http://schemas.openxmlformats.org/officeDocument/2006/relationships/notesMaster" Target="/ppt/notesMasters/notesMaster1.xml" Id="R122b70a85ae9432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838489b13514a75" /><Relationship Type="http://schemas.openxmlformats.org/officeDocument/2006/relationships/notesMaster" Target="/ppt/notesMasters/notesMaster1.xml" Id="R14d7f8de47744a3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5e330e84be845bc" /><Relationship Type="http://schemas.openxmlformats.org/officeDocument/2006/relationships/notesMaster" Target="/ppt/notesMasters/notesMaster1.xml" Id="Rb245f8407e4a46a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6da5047dee94d2b" /><Relationship Type="http://schemas.openxmlformats.org/officeDocument/2006/relationships/notesMaster" Target="/ppt/notesMasters/notesMaster1.xml" Id="Rd69197118e054c2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66ad8742a1460d" /><Relationship Type="http://schemas.openxmlformats.org/officeDocument/2006/relationships/notesMaster" Target="/ppt/notesMasters/notesMaster1.xml" Id="R4b62abd1427f4e8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85b761f3a9d4495" /><Relationship Type="http://schemas.openxmlformats.org/officeDocument/2006/relationships/notesMaster" Target="/ppt/notesMasters/notesMaster1.xml" Id="R8fc8e712e1b740f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8740a13fae74780" /><Relationship Type="http://schemas.openxmlformats.org/officeDocument/2006/relationships/notesMaster" Target="/ppt/notesMasters/notesMaster1.xml" Id="R93a58e0f7ae0494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4b028c81abc43b3" /><Relationship Type="http://schemas.openxmlformats.org/officeDocument/2006/relationships/notesMaster" Target="/ppt/notesMasters/notesMaster1.xml" Id="R4fddfd2a7e84494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ddcaddd00eb4bf0" /><Relationship Type="http://schemas.openxmlformats.org/officeDocument/2006/relationships/notesMaster" Target="/ppt/notesMasters/notesMaster1.xml" Id="R5062b6e0103646b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60c541bbc4648a9" /><Relationship Type="http://schemas.openxmlformats.org/officeDocument/2006/relationships/notesMaster" Target="/ppt/notesMasters/notesMaster1.xml" Id="R768013bb1ca444b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0cfbec918214c7c" /><Relationship Type="http://schemas.openxmlformats.org/officeDocument/2006/relationships/notesMaster" Target="/ppt/notesMasters/notesMaster1.xml" Id="Rea1fec7266d4414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28dd95a53a740e7" /><Relationship Type="http://schemas.openxmlformats.org/officeDocument/2006/relationships/notesMaster" Target="/ppt/notesMasters/notesMaster1.xml" Id="R249c3b3ebd374c8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ddc05c0e9f64649" /><Relationship Type="http://schemas.openxmlformats.org/officeDocument/2006/relationships/notesMaster" Target="/ppt/notesMasters/notesMaster1.xml" Id="R6b5490f584a04ba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584e6e0f40b4908" /><Relationship Type="http://schemas.openxmlformats.org/officeDocument/2006/relationships/notesMaster" Target="/ppt/notesMasters/notesMaster1.xml" Id="Rb91d469bb7974a5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0631b9b2bd6460b" /><Relationship Type="http://schemas.openxmlformats.org/officeDocument/2006/relationships/notesMaster" Target="/ppt/notesMasters/notesMaster1.xml" Id="R9e76321de6f94cf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9b88c13b5c34c2e" /><Relationship Type="http://schemas.openxmlformats.org/officeDocument/2006/relationships/notesMaster" Target="/ppt/notesMasters/notesMaster1.xml" Id="R859b26e5a23343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Let’s follow one task through this system. It starts with a goal. </a:t>
            </a:r>
            <a:r>
              <a:rPr b="1"/>
              <a:t>The agent combines a model with the execution system around it, the harness.</a:t>
            </a:r>
            <a:r>
              <a:rPr b="0"/>
              <a:t> The surrounding services support that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a:t>
            </a:r>
          </a:p>
          <a:p xmlns:a="http://schemas.openxmlformats.org/drawingml/2006/main">
            <a:r>
              <a:t/>
            </a:r>
          </a:p>
          <a:p xmlns:a="http://schemas.openxmlformats.org/drawingml/2006/main">
            <a:r>
              <a:rPr b="0"/>
              <a:t>The model interprets the goal using the context it receives. It can propose an answer or select a tool to use. That choice becomes input to the next step.</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HARNESS</a:t>
            </a:r>
          </a:p>
          <a:p xmlns:a="http://schemas.openxmlformats.org/drawingml/2006/main">
            <a:r>
              <a:t/>
            </a:r>
          </a:p>
          <a:p xmlns:a="http://schemas.openxmlformats.org/drawingml/2006/main">
            <a:r>
              <a:rPr b="1"/>
              <a:t>The harness carries the work forward.</a:t>
            </a:r>
            <a:r>
              <a:rPr b="0"/>
              <a:t> It supplies instructions and context, executes permitted tool calls, and brings the results back. It preserves state between turns, handles failures, and checks the work. That cycle continues until the task meets a stopping condition or needs a human handoff.</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PER-RUN SERVICES</a:t>
            </a:r>
          </a:p>
          <a:p xmlns:a="http://schemas.openxmlformats.org/drawingml/2006/main">
            <a:r>
              <a:t/>
            </a:r>
          </a:p>
          <a:p xmlns:a="http://schemas.openxmlformats.org/drawingml/2006/main">
            <a:r>
              <a:rPr b="0"/>
              <a:t>During that task, the system needs an identity, access to permitted data, and security controls. These services determine what information and capabilities are available as the work proceeds.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ACROSS-RUN SERVICES</a:t>
            </a:r>
          </a:p>
          <a:p xmlns:a="http://schemas.openxmlformats.org/drawingml/2006/main">
            <a:r>
              <a:t/>
            </a:r>
          </a:p>
          <a:p xmlns:a="http://schemas.openxmlformats.org/drawingml/2006/main">
            <a:r>
              <a:rPr b="0"/>
              <a:t>Now widen the view beyond this task. Observability helps us inspect what happened. Evaluations assess behavior across cases. Governance establishes policies and accountability. These responsibilities continue as the system changes.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r>
              <a:rPr b="0"/>
              <a:t> We’ll explore that work through six connected areas.</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0"/>
              <a:t>Let's begin with Model Selection.</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means operating an agentic system across many runs and releases.</a:t>
            </a:r>
            <a:r>
              <a:rPr b="0"/>
              <a:t> We need evidence that connects its behavior to the configuration in use.</a:t>
            </a:r>
          </a:p>
          <a:p xmlns:a="http://schemas.openxmlformats.org/drawingml/2006/main">
            <a:r>
              <a:t/>
            </a:r>
          </a:p>
          <a:p xmlns:a="http://schemas.openxmlformats.org/drawingml/2006/main">
            <a:r>
              <a:rPr b="0"/>
              <a:t>A trace records what happened during a task: retrieval, model calls, tool use, and checks. Each recorded operation is a span. This captures observable activity, not the model’s private reasoning.</a:t>
            </a:r>
          </a:p>
          <a:p xmlns:a="http://schemas.openxmlformats.org/drawingml/2006/main">
            <a:r>
              <a:t/>
            </a:r>
          </a:p>
          <a:p xmlns:a="http://schemas.openxmlformats.org/drawingml/2006/main">
            <a:r>
              <a:rPr b="0"/>
              <a:t>Record the configuration behind each run. Changing a prompt, model, or retrieval setup can change behavior even when the application code stays the same.</a:t>
            </a:r>
          </a:p>
          <a:p xmlns:a="http://schemas.openxmlformats.org/drawingml/2006/main">
            <a:r>
              <a:t/>
            </a:r>
          </a:p>
          <a:p xmlns:a="http://schemas.openxmlformats.org/drawingml/2006/main">
            <a:r>
              <a:rPr b="0"/>
              <a:t>Then measure outcomes: did the task succeed, how long did it take, what did it cost, and how much human review did it need? Some quality judgments require sampling or arrive later.</a:t>
            </a:r>
          </a:p>
          <a:p xmlns:a="http://schemas.openxmlformats.org/drawingml/2006/main">
            <a:r>
              <a:t/>
            </a:r>
          </a:p>
          <a:p xmlns:a="http://schemas.openxmlformats.org/drawingml/2006/main">
            <a:r>
              <a:rPr b="1"/>
              <a:t>Healthy APIs alone do not establish task success.</a:t>
            </a:r>
            <a:r>
              <a:rPr b="0"/>
              <a:t> Next come the decisions about evidence, releases, and response.</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decide what to record. Link each outcome to its trace and configuration. </a:t>
            </a:r>
            <a:r>
              <a:rPr b="1"/>
              <a:t>Keep enough evidence to investigate</a:t>
            </a:r>
            <a:r>
              <a:rPr b="0"/>
              <a:t>, while limiting sensitive content and controlling access and retention.</a:t>
            </a:r>
          </a:p>
          <a:p xmlns:a="http://schemas.openxmlformats.org/drawingml/2006/main">
            <a:r>
              <a:t/>
            </a:r>
          </a:p>
          <a:p xmlns:a="http://schemas.openxmlformats.org/drawingml/2006/main">
            <a:r>
              <a:rPr b="0"/>
              <a:t>Second, decide how changes reach users. Evaluate the candidate, then release it to a limited group. Compare similar tasks against the current tested configuration. Define when to pause or roll back. Limited exposure reduces the impact of a problem, but can take longer to reveal failures.</a:t>
            </a:r>
          </a:p>
          <a:p xmlns:a="http://schemas.openxmlformats.org/drawingml/2006/main">
            <a:r>
              <a:t/>
            </a:r>
          </a:p>
          <a:p xmlns:a="http://schemas.openxmlformats.org/drawingml/2006/main">
            <a:r>
              <a:rPr b="0"/>
              <a:t>Third, decide when to intervene and who responds. </a:t>
            </a:r>
            <a:r>
              <a:rPr b="1"/>
              <a:t>Enforce permissions, allowed destinations, and resource limits outside the model.</a:t>
            </a:r>
            <a:r>
              <a:rPr b="0"/>
              <a:t> Route failed checks, exhausted budgets, and uncertain outcomes to someone authorized to act.</a:t>
            </a:r>
          </a:p>
          <a:p xmlns:a="http://schemas.openxmlformats.org/drawingml/2006/main">
            <a:r>
              <a:t/>
            </a:r>
          </a:p>
          <a:p xmlns:a="http://schemas.openxmlformats.org/drawingml/2006/main">
            <a:r>
              <a:rPr b="1"/>
              <a:t>Rolling back a configuration does not undo completed actions.</a:t>
            </a:r>
            <a:r>
              <a:rPr b="0"/>
              <a:t> Those need separate review.</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For this audience, sensitive data includes </a:t>
            </a:r>
            <a:r>
              <a:rPr b="1"/>
              <a:t>CUI/ECI</a:t>
            </a:r>
            <a:r>
              <a:rPr b="0"/>
              <a:t>. Review where that information goes, including prompts, tool calls, and traces.</a:t>
            </a:r>
          </a:p>
          <a:p xmlns:a="http://schemas.openxmlformats.org/drawingml/2006/main">
            <a:r>
              <a:t/>
            </a:r>
          </a:p>
          <a:p xmlns:a="http://schemas.openxmlformats.org/drawingml/2006/main">
            <a:r>
              <a:rPr b="0"/>
              <a:t>An agent may read sensitive records, encounter malicious instructions in a document, and make an outbound request. Willison describes how those capabilities can combine into a path for data theft.</a:t>
            </a:r>
          </a:p>
          <a:p xmlns:a="http://schemas.openxmlformats.org/drawingml/2006/main">
            <a:r>
              <a:t/>
            </a:r>
          </a:p>
          <a:p xmlns:a="http://schemas.openxmlformats.org/drawingml/2006/main">
            <a:r>
              <a:rPr b="1"/>
              <a:t>The pitfall is combining private data, untrusted content, and outbound access without reviewing the risk.</a:t>
            </a:r>
          </a:p>
          <a:p xmlns:a="http://schemas.openxmlformats.org/drawingml/2006/main">
            <a:r>
              <a:t/>
            </a:r>
          </a:p>
          <a:p xmlns:a="http://schemas.openxmlformats.org/drawingml/2006/main">
            <a:r>
              <a:rPr b="0"/>
              <a:t>Review integrations together. Enforce approved processing, access, and destinations outside the model. </a:t>
            </a:r>
            <a:r>
              <a:rPr b="1"/>
              <a:t>A probabilistic filter is insufficient as the sole security boundary.</a:t>
            </a:r>
            <a:r>
              <a:rPr b="0"/>
              <a:t> This is one threat model, not a complete security assessment.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r>
              <a:rPr b="0"/>
              <a:t> Consider what happens when we change the model.</a:t>
            </a:r>
          </a:p>
          <a:p xmlns:a="http://schemas.openxmlformats.org/drawingml/2006/main">
            <a:r>
              <a:t/>
            </a:r>
          </a:p>
          <a:p xmlns:a="http://schemas.openxmlformats.org/drawingml/2006/main">
            <a:r>
              <a:rPr b="0"/>
              <a:t>The same task may now produce different tool choices or use the available context differently. Those choices affect how the harness carries the work forward.</a:t>
            </a:r>
          </a:p>
          <a:p xmlns:a="http://schemas.openxmlformats.org/drawingml/2006/main">
            <a:r>
              <a:t/>
            </a:r>
          </a:p>
          <a:p xmlns:a="http://schemas.openxmlformats.org/drawingml/2006/main">
            <a:r>
              <a:rPr b="0"/>
              <a:t>We need to check individual actions and evaluate the changed configuration on representative tasks. After release, we monitor outcomes and investigate failures. Permissions and execution limits still need enforcement outside the model.</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are in the deck. </a:t>
            </a:r>
            <a:r>
              <a:rPr b="1"/>
              <a:t>Apply evaluation while building your project.</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484870cee44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8fd4a180791f44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89a3936e9c2e4a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1433016F-2EE6-4867-AC91-41C5B78878A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81fe2cf314ebf" /><Relationship Type="http://schemas.openxmlformats.org/officeDocument/2006/relationships/slideLayout" Target="/ppt/slideLayouts/slideLayout1.xml" Id="Rb7ef99b7e4d844b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b78fcb59141401c" /><Relationship Type="http://schemas.openxmlformats.org/officeDocument/2006/relationships/slideLayout" Target="/ppt/slideLayouts/slideLayout2.xml" Id="Rc4f2043a6ba848e4" /><Relationship Type="http://schemas.openxmlformats.org/officeDocument/2006/relationships/slideLayout" Target="/ppt/slideLayouts/slideLayout3.xml" Id="R991cb8d58e884e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ef99b7e4d844be"/>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4f2043a6ba848e4"/>
    <p:sldLayoutId xmlns:r="http://schemas.openxmlformats.org/officeDocument/2006/relationships" id="2147483652" r:id="R991cb8d58e884e9c"/>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3b1357d4d5a4f9a" /><Relationship Type="http://schemas.openxmlformats.org/officeDocument/2006/relationships/notesSlide" Target="/ppt/notesSlides/notesSlide1.xml" Id="R5799340d17c5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9fb3424810a4cec" /><Relationship Type="http://schemas.openxmlformats.org/officeDocument/2006/relationships/image" Target="/ppt/media/image.png" Id="R0f116d36e1534112" /><Relationship Type="http://schemas.openxmlformats.org/officeDocument/2006/relationships/notesSlide" Target="/ppt/notesSlides/notesSlide2.xml" Id="R211e8d624bc946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39d75f0a7ce4c36" /><Relationship Type="http://schemas.openxmlformats.org/officeDocument/2006/relationships/notesSlide" Target="/ppt/notesSlides/notesSlide3.xml" Id="Rf7f5c0bde8a14c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f3429daae8545df" /><Relationship Type="http://schemas.openxmlformats.org/officeDocument/2006/relationships/notesSlide" Target="/ppt/notesSlides/notesSlide4.xml" Id="R06e0fcda36014b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894c06c66984cb7" /><Relationship Type="http://schemas.openxmlformats.org/officeDocument/2006/relationships/notesSlide" Target="/ppt/notesSlides/notesSlide5.xml" Id="Rc9a676080ad04f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54d13b663ce4dc6" /><Relationship Type="http://schemas.openxmlformats.org/officeDocument/2006/relationships/notesSlide" Target="/ppt/notesSlides/notesSlide6.xml" Id="R44ca377bdbdd4a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9dda6a1e03b4873" /><Relationship Type="http://schemas.openxmlformats.org/officeDocument/2006/relationships/notesSlide" Target="/ppt/notesSlides/notesSlide7.xml" Id="R535ae1c14f7c4a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7b2598faebc489a" /><Relationship Type="http://schemas.openxmlformats.org/officeDocument/2006/relationships/notesSlide" Target="/ppt/notesSlides/notesSlide8.xml" Id="Rf3303b0e7cdf4e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ba2fa45dade4d7f" /><Relationship Type="http://schemas.openxmlformats.org/officeDocument/2006/relationships/image" Target="/ppt/media/image2.png" Id="Re6b57e59395a44fe" /><Relationship Type="http://schemas.openxmlformats.org/officeDocument/2006/relationships/notesSlide" Target="/ppt/notesSlides/notesSlide9.xml" Id="R05a54265a67349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2ac279a74614797" /><Relationship Type="http://schemas.openxmlformats.org/officeDocument/2006/relationships/image" Target="/ppt/media/image3.png" Id="R2c7b51f11b7b4d36" /><Relationship Type="http://schemas.openxmlformats.org/officeDocument/2006/relationships/notesSlide" Target="/ppt/notesSlides/notesSlide10.xml" Id="Rece842c3af1045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b41c3b331344da0" /><Relationship Type="http://schemas.openxmlformats.org/officeDocument/2006/relationships/image" Target="/ppt/media/image4.png" Id="R0c6ee3e59d0d4cac" /><Relationship Type="http://schemas.openxmlformats.org/officeDocument/2006/relationships/notesSlide" Target="/ppt/notesSlides/notesSlide11.xml" Id="R2e1f3b7b2ff74f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6ef8eb18bac49a8" /><Relationship Type="http://schemas.openxmlformats.org/officeDocument/2006/relationships/image" Target="/ppt/media/image5.png" Id="R513a759bae244cc3" /><Relationship Type="http://schemas.openxmlformats.org/officeDocument/2006/relationships/notesSlide" Target="/ppt/notesSlides/notesSlide12.xml" Id="R31f831eff79744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f28b46b6df44ef6" /><Relationship Type="http://schemas.openxmlformats.org/officeDocument/2006/relationships/image" Target="/ppt/media/image6.png" Id="R24307490cf2c4c11" /><Relationship Type="http://schemas.openxmlformats.org/officeDocument/2006/relationships/notesSlide" Target="/ppt/notesSlides/notesSlide13.xml" Id="R4433088754d04c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eec3e81fb4b450a" /><Relationship Type="http://schemas.openxmlformats.org/officeDocument/2006/relationships/image" Target="/ppt/media/image7.png" Id="Rf5ff56e4890949bf" /><Relationship Type="http://schemas.openxmlformats.org/officeDocument/2006/relationships/notesSlide" Target="/ppt/notesSlides/notesSlide14.xml" Id="R66728295826d4c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0d2da0318304ea2" /><Relationship Type="http://schemas.openxmlformats.org/officeDocument/2006/relationships/image" Target="/ppt/media/image8.png" Id="Rf9264ecb11e84e2a" /><Relationship Type="http://schemas.openxmlformats.org/officeDocument/2006/relationships/notesSlide" Target="/ppt/notesSlides/notesSlide15.xml" Id="R24561c0e970942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befec16aead4496" /><Relationship Type="http://schemas.openxmlformats.org/officeDocument/2006/relationships/image" Target="/ppt/media/image9.png" Id="Ra09596f3d58e481c" /><Relationship Type="http://schemas.openxmlformats.org/officeDocument/2006/relationships/image" Target="/ppt/media/image10.png" Id="R896923e70d064aad" /><Relationship Type="http://schemas.openxmlformats.org/officeDocument/2006/relationships/notesSlide" Target="/ppt/notesSlides/notesSlide16.xml" Id="R20f75a3c88fc41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1a6a71097134bd2" /><Relationship Type="http://schemas.openxmlformats.org/officeDocument/2006/relationships/image" Target="/ppt/media/image11.png" Id="Rd41ece15f7434c46" /><Relationship Type="http://schemas.openxmlformats.org/officeDocument/2006/relationships/notesSlide" Target="/ppt/notesSlides/notesSlide17.xml" Id="R5b6d8b70fd5641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6b93d3a78f9415a" /><Relationship Type="http://schemas.openxmlformats.org/officeDocument/2006/relationships/image" Target="/ppt/media/image12.png" Id="R3a640a3c388c43a0" /><Relationship Type="http://schemas.openxmlformats.org/officeDocument/2006/relationships/notesSlide" Target="/ppt/notesSlides/notesSlide18.xml" Id="R4b300d336ad04d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80d2fb28250407d" /><Relationship Type="http://schemas.openxmlformats.org/officeDocument/2006/relationships/image" Target="/ppt/media/image13.png" Id="R6ab13821b14c4fa4" /><Relationship Type="http://schemas.openxmlformats.org/officeDocument/2006/relationships/notesSlide" Target="/ppt/notesSlides/notesSlide19.xml" Id="Rd192abfa311743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173d185a51c4821" /><Relationship Type="http://schemas.openxmlformats.org/officeDocument/2006/relationships/image" Target="/ppt/media/image14.png" Id="Rb73244cf7dc54a79" /><Relationship Type="http://schemas.openxmlformats.org/officeDocument/2006/relationships/notesSlide" Target="/ppt/notesSlides/notesSlide20.xml" Id="R03484b9f943c41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6640cbfa425423b" /><Relationship Type="http://schemas.openxmlformats.org/officeDocument/2006/relationships/image" Target="/ppt/media/image15.png" Id="R07c1c5485d884b95" /><Relationship Type="http://schemas.openxmlformats.org/officeDocument/2006/relationships/image" Target="/ppt/media/image16.png" Id="R26cad126bdc94096" /><Relationship Type="http://schemas.openxmlformats.org/officeDocument/2006/relationships/notesSlide" Target="/ppt/notesSlides/notesSlide21.xml" Id="Re0a7f58eeecc40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8f369d3afff49f7" /><Relationship Type="http://schemas.openxmlformats.org/officeDocument/2006/relationships/image" Target="/ppt/media/image17.png" Id="R0eedcb2437634afa" /><Relationship Type="http://schemas.openxmlformats.org/officeDocument/2006/relationships/notesSlide" Target="/ppt/notesSlides/notesSlide22.xml" Id="R6e8ce6a0c7064d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8f516853bb684f50" /><Relationship Type="http://schemas.openxmlformats.org/officeDocument/2006/relationships/image" Target="/ppt/media/image18.png" Id="R1bf859bdffff406d" /><Relationship Type="http://schemas.openxmlformats.org/officeDocument/2006/relationships/notesSlide" Target="/ppt/notesSlides/notesSlide23.xml" Id="Rb767f08908ba49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57a2ca4b7f9f4710" /><Relationship Type="http://schemas.openxmlformats.org/officeDocument/2006/relationships/image" Target="/ppt/media/image19.png" Id="Rdae7fb8615bf463b" /><Relationship Type="http://schemas.openxmlformats.org/officeDocument/2006/relationships/notesSlide" Target="/ppt/notesSlides/notesSlide24.xml" Id="R4e81ef8d76d542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4601c8572174150" /><Relationship Type="http://schemas.openxmlformats.org/officeDocument/2006/relationships/image" Target="/ppt/media/image20.png" Id="R437c366d9f5d45f5" /><Relationship Type="http://schemas.openxmlformats.org/officeDocument/2006/relationships/notesSlide" Target="/ppt/notesSlides/notesSlide25.xml" Id="Rf6789e06c9024be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5107323e62f41f0" /><Relationship Type="http://schemas.openxmlformats.org/officeDocument/2006/relationships/image" Target="/ppt/media/image21.png" Id="R3781767442554613" /><Relationship Type="http://schemas.openxmlformats.org/officeDocument/2006/relationships/image" Target="/ppt/media/image22.png" Id="Rb2a0938294234fa9" /><Relationship Type="http://schemas.openxmlformats.org/officeDocument/2006/relationships/notesSlide" Target="/ppt/notesSlides/notesSlide26.xml" Id="Rc4c42979c7544cf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f7904cf5e1f4ce7" /><Relationship Type="http://schemas.openxmlformats.org/officeDocument/2006/relationships/image" Target="/ppt/media/image23.png" Id="Rc5f02e5892794b82" /><Relationship Type="http://schemas.openxmlformats.org/officeDocument/2006/relationships/notesSlide" Target="/ppt/notesSlides/notesSlide27.xml" Id="R9ad87f42ae764c1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bafcd628f394304" /><Relationship Type="http://schemas.openxmlformats.org/officeDocument/2006/relationships/image" Target="/ppt/media/image24.png" Id="R9660ba95c62f4ca9" /><Relationship Type="http://schemas.openxmlformats.org/officeDocument/2006/relationships/notesSlide" Target="/ppt/notesSlides/notesSlide28.xml" Id="Ree12657b36de468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d032b8d0fa9345de" /><Relationship Type="http://schemas.openxmlformats.org/officeDocument/2006/relationships/image" Target="/ppt/media/image25.png" Id="R34d875fcc21a4752" /><Relationship Type="http://schemas.openxmlformats.org/officeDocument/2006/relationships/notesSlide" Target="/ppt/notesSlides/notesSlide29.xml" Id="R51ea9b6cb58547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e4f80ba71104433" /><Relationship Type="http://schemas.openxmlformats.org/officeDocument/2006/relationships/image" Target="/ppt/media/image26.png" Id="Re348bba61e8c4200" /><Relationship Type="http://schemas.openxmlformats.org/officeDocument/2006/relationships/notesSlide" Target="/ppt/notesSlides/notesSlide30.xml" Id="R78bbb1b10c3147d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170332ecf7a64257" /><Relationship Type="http://schemas.openxmlformats.org/officeDocument/2006/relationships/image" Target="/ppt/media/image27.png" Id="Radb16d91bc8c453c" /><Relationship Type="http://schemas.openxmlformats.org/officeDocument/2006/relationships/image" Target="/ppt/media/image28.png" Id="Rbcda7edb6a3e4c03" /><Relationship Type="http://schemas.openxmlformats.org/officeDocument/2006/relationships/notesSlide" Target="/ppt/notesSlides/notesSlide31.xml" Id="Rca183f40079e44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06890cf5f245447a" /><Relationship Type="http://schemas.openxmlformats.org/officeDocument/2006/relationships/image" Target="/ppt/media/image29.png" Id="Red7d32727d2e405c" /><Relationship Type="http://schemas.openxmlformats.org/officeDocument/2006/relationships/notesSlide" Target="/ppt/notesSlides/notesSlide32.xml" Id="Rea699ad8ec374c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b863eade22146bf" /><Relationship Type="http://schemas.openxmlformats.org/officeDocument/2006/relationships/image" Target="/ppt/media/image30.png" Id="Rd9c3dbd498654a78" /><Relationship Type="http://schemas.openxmlformats.org/officeDocument/2006/relationships/notesSlide" Target="/ppt/notesSlides/notesSlide33.xml" Id="Rda23e66b387949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89e6747c0d5e4bd9" /><Relationship Type="http://schemas.openxmlformats.org/officeDocument/2006/relationships/image" Target="/ppt/media/image31.png" Id="R98d41be391094967" /><Relationship Type="http://schemas.openxmlformats.org/officeDocument/2006/relationships/notesSlide" Target="/ppt/notesSlides/notesSlide34.xml" Id="R8441f5dc3d1c4ff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f05a818a124648a0" /><Relationship Type="http://schemas.openxmlformats.org/officeDocument/2006/relationships/image" Target="/ppt/media/image32.png" Id="Ra93c37d07b9d429d" /><Relationship Type="http://schemas.openxmlformats.org/officeDocument/2006/relationships/notesSlide" Target="/ppt/notesSlides/notesSlide35.xml" Id="R2ecab344b758483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871fe3b1621149ed" /><Relationship Type="http://schemas.openxmlformats.org/officeDocument/2006/relationships/image" Target="/ppt/media/image33.png" Id="R1538df9281c149c0" /><Relationship Type="http://schemas.openxmlformats.org/officeDocument/2006/relationships/image" Target="/ppt/media/image34.png" Id="R8313a85d1bcd4db9" /><Relationship Type="http://schemas.openxmlformats.org/officeDocument/2006/relationships/notesSlide" Target="/ppt/notesSlides/notesSlide36.xml" Id="R355a2ce290a54e1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9057eb71e5604d5e" /><Relationship Type="http://schemas.openxmlformats.org/officeDocument/2006/relationships/image" Target="/ppt/media/image35.png" Id="R8cdeca41f1ee4aeb" /><Relationship Type="http://schemas.openxmlformats.org/officeDocument/2006/relationships/notesSlide" Target="/ppt/notesSlides/notesSlide37.xml" Id="Rc9f21b3d9c5548a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af083fd3df74d91" /><Relationship Type="http://schemas.openxmlformats.org/officeDocument/2006/relationships/image" Target="/ppt/media/image36.png" Id="R6d7d8e27f5754d13" /><Relationship Type="http://schemas.openxmlformats.org/officeDocument/2006/relationships/notesSlide" Target="/ppt/notesSlides/notesSlide38.xml" Id="Reac304d75beb44c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0a10acf6cef46cc" /><Relationship Type="http://schemas.openxmlformats.org/officeDocument/2006/relationships/image" Target="/ppt/media/image37.png" Id="Rd330c7a87df74481" /><Relationship Type="http://schemas.openxmlformats.org/officeDocument/2006/relationships/notesSlide" Target="/ppt/notesSlides/notesSlide39.xml" Id="R62aeaf21afbf407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bb0fc625903d4949" /><Relationship Type="http://schemas.openxmlformats.org/officeDocument/2006/relationships/image" Target="/ppt/media/image38.png" Id="R1d0e27edff754cbe" /><Relationship Type="http://schemas.openxmlformats.org/officeDocument/2006/relationships/notesSlide" Target="/ppt/notesSlides/notesSlide40.xml" Id="Rd33f0de7d7bb47c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357ed25872224c30" /><Relationship Type="http://schemas.openxmlformats.org/officeDocument/2006/relationships/image" Target="/ppt/media/image39.png" Id="R31a2bfa58edc42c4" /><Relationship Type="http://schemas.openxmlformats.org/officeDocument/2006/relationships/image" Target="/ppt/media/image40.png" Id="Rcc663b249aa745ad" /><Relationship Type="http://schemas.openxmlformats.org/officeDocument/2006/relationships/notesSlide" Target="/ppt/notesSlides/notesSlide41.xml" Id="R89e0736f82ed429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f643cb90a8654a08" /><Relationship Type="http://schemas.openxmlformats.org/officeDocument/2006/relationships/image" Target="/ppt/media/image41.png" Id="R197173921b114fbc" /><Relationship Type="http://schemas.openxmlformats.org/officeDocument/2006/relationships/notesSlide" Target="/ppt/notesSlides/notesSlide42.xml" Id="R62bb6f092c9747c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ca840fcc98d452e" /><Relationship Type="http://schemas.openxmlformats.org/officeDocument/2006/relationships/image" Target="/ppt/media/image42.png" Id="Ra5617d2215dd4908" /><Relationship Type="http://schemas.openxmlformats.org/officeDocument/2006/relationships/notesSlide" Target="/ppt/notesSlides/notesSlide43.xml" Id="Re0c94d74ba31471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612de0778e848b3" /><Relationship Type="http://schemas.openxmlformats.org/officeDocument/2006/relationships/image" Target="/ppt/media/image43.png" Id="Rb6d2dac9b4ec445f" /><Relationship Type="http://schemas.openxmlformats.org/officeDocument/2006/relationships/notesSlide" Target="/ppt/notesSlides/notesSlide44.xml" Id="R59c2673cfff64ae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559025b0f7640bc" /><Relationship Type="http://schemas.openxmlformats.org/officeDocument/2006/relationships/image" Target="/ppt/media/image44.png" Id="R8048c8d2f3834a80" /><Relationship Type="http://schemas.openxmlformats.org/officeDocument/2006/relationships/notesSlide" Target="/ppt/notesSlides/notesSlide45.xml" Id="Recf1fff037dc48f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2f0225554184481" /><Relationship Type="http://schemas.openxmlformats.org/officeDocument/2006/relationships/image" Target="/ppt/media/image45.png" Id="R9ea63b5caa1541f8" /><Relationship Type="http://schemas.openxmlformats.org/officeDocument/2006/relationships/notesSlide" Target="/ppt/notesSlides/notesSlide46.xml" Id="R5b817214dc3e4b6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2d3dccbe4b774e3e" /><Relationship Type="http://schemas.openxmlformats.org/officeDocument/2006/relationships/notesSlide" Target="/ppt/notesSlides/notesSlide47.xml" Id="Rcde9491719354e6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b4a640b5f414f02" /><Relationship Type="http://schemas.openxmlformats.org/officeDocument/2006/relationships/image" Target="/ppt/media/image46.png" Id="Rc2bbb8ca37b243b2" /><Relationship Type="http://schemas.openxmlformats.org/officeDocument/2006/relationships/notesSlide" Target="/ppt/notesSlides/notesSlide48.xml" Id="Rd02b90eb71e545b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8a886a0f9304a7c" /><Relationship Type="http://schemas.openxmlformats.org/officeDocument/2006/relationships/image" Target="/ppt/media/image47.png" Id="Rc14523fd271c458a" /><Relationship Type="http://schemas.openxmlformats.org/officeDocument/2006/relationships/notesSlide" Target="/ppt/notesSlides/notesSlide49.xml" Id="R8caaf61bcc954a0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9eb61d4efa34ab9" /><Relationship Type="http://schemas.openxmlformats.org/officeDocument/2006/relationships/notesSlide" Target="/ppt/notesSlides/notesSlide50.xml" Id="R9c70fcf2deaa49b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894a39ff64946d4" /><Relationship Type="http://schemas.openxmlformats.org/officeDocument/2006/relationships/image" Target="/ppt/media/image48.png" Id="R7ad61d9618e743a8" /><Relationship Type="http://schemas.openxmlformats.org/officeDocument/2006/relationships/notesSlide" Target="/ppt/notesSlides/notesSlide51.xml" Id="R06ad1eac5f45455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f03ed25d910643e3" /><Relationship Type="http://schemas.openxmlformats.org/officeDocument/2006/relationships/notesSlide" Target="/ppt/notesSlides/notesSlide52.xml" Id="R140c159e45b540c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031dd114400447d2" /><Relationship Type="http://schemas.openxmlformats.org/officeDocument/2006/relationships/hyperlink" Target="https://github.com/chiphuyen/aie-book" TargetMode="External" Id="Rbab28fdde40541bc" /><Relationship Type="http://schemas.openxmlformats.org/officeDocument/2006/relationships/hyperlink" Target="https://github.com/chiphuyen/aie-book" TargetMode="External" Id="Rbc28555b5a29467b" /><Relationship Type="http://schemas.openxmlformats.org/officeDocument/2006/relationships/hyperlink" Target="https://www.deeplearning.ai/courses/agentic-ai" TargetMode="External" Id="R68fa07ebffb3479d" /><Relationship Type="http://schemas.openxmlformats.org/officeDocument/2006/relationships/hyperlink" Target="https://www.deeplearning.ai/courses/agentic-ai" TargetMode="External" Id="Rfe6d454aa3ed4551" /><Relationship Type="http://schemas.openxmlformats.org/officeDocument/2006/relationships/hyperlink" Target="https://github.com/DataTalksClub/llm-zoomcamp" TargetMode="External" Id="Ra57131100a884ded" /><Relationship Type="http://schemas.openxmlformats.org/officeDocument/2006/relationships/hyperlink" Target="https://github.com/DataTalksClub/llm-zoomcamp" TargetMode="External" Id="Rbb7f54693a454cba" /><Relationship Type="http://schemas.openxmlformats.org/officeDocument/2006/relationships/hyperlink" Target="https://hamel.dev/blog/posts/evals-faq/" TargetMode="External" Id="R226e72dd613a4254" /><Relationship Type="http://schemas.openxmlformats.org/officeDocument/2006/relationships/hyperlink" Target="https://hamel.dev/blog/posts/evals-faq/" TargetMode="External" Id="R24d32cd83d454904" /><Relationship Type="http://schemas.openxmlformats.org/officeDocument/2006/relationships/notesSlide" Target="/ppt/notesSlides/notesSlide53.xml" Id="R42eedcbccdca41c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f7dc4e3b6de4b73" /><Relationship Type="http://schemas.openxmlformats.org/officeDocument/2006/relationships/hyperlink" Target="https://www.anthropic.com/engineering" TargetMode="External" Id="R84d1297c33e342b0" /><Relationship Type="http://schemas.openxmlformats.org/officeDocument/2006/relationships/hyperlink" Target="https://www.anthropic.com/engineering" TargetMode="External" Id="R6350fc4c937343e7" /><Relationship Type="http://schemas.openxmlformats.org/officeDocument/2006/relationships/hyperlink" Target="https://madewithml.com/" TargetMode="External" Id="R47c48d43849a4531" /><Relationship Type="http://schemas.openxmlformats.org/officeDocument/2006/relationships/hyperlink" Target="https://madewithml.com/" TargetMode="External" Id="R2683f33901ee463e" /><Relationship Type="http://schemas.openxmlformats.org/officeDocument/2006/relationships/hyperlink" Target="https://academy.langchain.com/" TargetMode="External" Id="R53f7f5930c444fa9" /><Relationship Type="http://schemas.openxmlformats.org/officeDocument/2006/relationships/hyperlink" Target="https://academy.langchain.com/" TargetMode="External" Id="Ra4402edfd0e44303" /><Relationship Type="http://schemas.openxmlformats.org/officeDocument/2006/relationships/hyperlink" Target="https://huggingface.co/learn/agents-course/unit0/introduction" TargetMode="External" Id="Rc12bf4e1f9874e61" /><Relationship Type="http://schemas.openxmlformats.org/officeDocument/2006/relationships/hyperlink" Target="https://huggingface.co/learn/agents-course/unit0/introduction" TargetMode="External" Id="Rdc815e4cfca449a1" /><Relationship Type="http://schemas.openxmlformats.org/officeDocument/2006/relationships/hyperlink" Target="https://developers.openai.com/cookbook" TargetMode="External" Id="R68f30dcd4871490b" /><Relationship Type="http://schemas.openxmlformats.org/officeDocument/2006/relationships/hyperlink" Target="https://developers.openai.com/cookbook" TargetMode="External" Id="R17355d7f91ae4b77" /><Relationship Type="http://schemas.openxmlformats.org/officeDocument/2006/relationships/notesSlide" Target="/ppt/notesSlides/notesSlide54.xml" Id="Ra1ecb1b04a8b465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cffd7cd5afab4f75" /><Relationship Type="http://schemas.openxmlformats.org/officeDocument/2006/relationships/hyperlink" Target="https://huggingface.co/learn/llm-course/chapter1/1" TargetMode="External" Id="R40c8526549ee4022" /><Relationship Type="http://schemas.openxmlformats.org/officeDocument/2006/relationships/hyperlink" Target="https://huggingface.co/learn/llm-course/chapter1/1" TargetMode="External" Id="Rf494d3b7686b4ace" /><Relationship Type="http://schemas.openxmlformats.org/officeDocument/2006/relationships/hyperlink" Target="https://www.llm-book.com/" TargetMode="External" Id="R0874855acb96469a" /><Relationship Type="http://schemas.openxmlformats.org/officeDocument/2006/relationships/hyperlink" Target="https://www.llm-book.com/" TargetMode="External" Id="R010b154480e94165" /><Relationship Type="http://schemas.openxmlformats.org/officeDocument/2006/relationships/hyperlink" Target="https://karpathy.ai/zero-to-hero.html" TargetMode="External" Id="Rd5ad3ee94ee84b1e" /><Relationship Type="http://schemas.openxmlformats.org/officeDocument/2006/relationships/hyperlink" Target="https://karpathy.ai/zero-to-hero.html" TargetMode="External" Id="R11a3c8d323134c9d" /><Relationship Type="http://schemas.openxmlformats.org/officeDocument/2006/relationships/notesSlide" Target="/ppt/notesSlides/notesSlide55.xml" Id="R5b5544f62d774bf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3bad68e153d2455d" /><Relationship Type="http://schemas.openxmlformats.org/officeDocument/2006/relationships/hyperlink" Target="https://ai.engineer/" TargetMode="External" Id="R2c8a51b86384404f" /><Relationship Type="http://schemas.openxmlformats.org/officeDocument/2006/relationships/hyperlink" Target="https://www.latent.space/" TargetMode="External" Id="R027228d066804fe5" /><Relationship Type="http://schemas.openxmlformats.org/officeDocument/2006/relationships/hyperlink" Target="https://ai.engineer/" TargetMode="External" Id="R0adadf0a3f684f53" /><Relationship Type="http://schemas.openxmlformats.org/officeDocument/2006/relationships/hyperlink" Target="https://www.latent.space/" TargetMode="External" Id="R49a87c7f951a4523" /><Relationship Type="http://schemas.openxmlformats.org/officeDocument/2006/relationships/hyperlink" Target="https://simonwillison.net/" TargetMode="External" Id="Rb1cfeee25a354d6e" /><Relationship Type="http://schemas.openxmlformats.org/officeDocument/2006/relationships/hyperlink" Target="https://simonwillison.net/" TargetMode="External" Id="R2d64354f2b674e69" /><Relationship Type="http://schemas.openxmlformats.org/officeDocument/2006/relationships/hyperlink" Target="https://www.dwarkesh.com/" TargetMode="External" Id="R5ca095d3fea24d88" /><Relationship Type="http://schemas.openxmlformats.org/officeDocument/2006/relationships/hyperlink" Target="https://www.dwarkesh.com/" TargetMode="External" Id="R30f6ba5d76924805" /><Relationship Type="http://schemas.openxmlformats.org/officeDocument/2006/relationships/notesSlide" Target="/ppt/notesSlides/notesSlide56.xml" Id="R24b11d81c901477e"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CECC1837-A923-4A73-BBB9-B5C3F74735B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547DBB55-95BD-4E86-9402-0C35F58346FA}"/>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356996CF-67E5-4B52-A219-01AB0184E7C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C5377BBA-7B06-4AC3-B83F-02AA69DAEF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033357927"/>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0f116d36e153411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110143DA-EF59-4648-87A9-8D91AE7F6903}"/>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ABE09D35-F213-4CF0-82A3-AF7E39F31D5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6BFFBC9F-4013-4F18-A428-425B45AAC68A}"/>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CC4D5646-05CF-4CCE-9CB2-C08ACBEFF04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E9B0424F-1459-4C6A-A3E4-3194F96479A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474773A-EA4A-46FD-85CB-F4A5174E74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55760312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5BA6CE59-46E1-4A64-B1CF-810FB1F2DDAC}"/>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42D479D3-6687-4FC2-A315-2D8F913E58B7}"/>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E8D9EB62-80B1-4E90-8370-8B5B5206F958}"/>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F4B6C894-37A4-482B-8A56-C135FF68B611}"/>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069DB91C-D30C-4DD4-8ACF-30AD930EC075}"/>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5B54015E-BC7C-40C9-8E00-47E066F90687}"/>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E502B3C3-EF26-4DA8-A8DE-60E70A699D14}"/>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7CD079C9-8D33-4148-AB26-16A72D9DDC59}"/>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89FDD699-36E4-4BD8-8741-3F2B11F9FEA7}"/>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0F2AC263-5FBF-4799-8930-AE134F8FACC4}"/>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E1AE12A7-2CD2-4DA5-A46C-A3B08D739B25}"/>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7D0AF9D0-CA2C-4EFF-8428-08D1B4F50ED0}"/>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0A939015-A99D-451B-BD78-FA631A0BD418}"/>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464199CB-D55C-4087-BD68-364939B099A3}"/>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14F6D75-6F2E-49BC-AC26-B5B1702C130A}"/>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F57E02D0-8371-4F07-A038-6D012E39EEA3}"/>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117359D7-1EF6-4823-9472-4E55F3CC8141}"/>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3DB06D1A-EC50-4990-BFB3-AB3AEDC62C9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E8F6ED1E-26CC-47D4-B5F9-D74DBAA4873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808BE362-0F46-4B5A-9AB2-D16113136CDA}"/>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7353359-9F06-4B7E-A27B-85AE12E71083}"/>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FA2E5BC2-2A83-4458-8E3E-A209AD6CB3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31352795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0E517DE1-832A-45CB-92D0-BC051579186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30BAB6F0-4E08-4EC8-BBD5-CB1ACF6E0A1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14DBC20F-24CD-4F44-A315-BED5F6A2676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E227C32-6B95-4729-930D-22E7E13F5BF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452553576"/>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7A1BF853-79F9-4A4F-B60A-9985072E69D3}"/>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798CE720-140C-4F47-8A61-DE90E2EC53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B462E34A-E1F8-40C6-AA95-8D9155D354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13139606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FA6C7940-4C56-4224-8BB8-F885E22781F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1BE4B75E-7E4D-45B1-B22F-3CF49DED44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03228921-3F0B-4C6D-B377-BFA44EA7756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A913E8FA-2DA4-434A-9660-AD4ECD876E6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08DFC6EB-D22B-43C0-A458-B5D8E307A8A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444C19F4-2B23-4383-BCAE-C44973F6B58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F6EE3215-3656-4692-936F-FA2CA3D9DD8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10756A07-D4A9-40F5-9F1F-F3F8BC7CC0E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32C2DE1F-11DA-411F-B350-29D8B5655A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420899108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048A8727-2C13-48DF-A80D-C2FCF59A7444}"/>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4C0E697A-9826-4B96-9361-3D297D01BC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8E45F053-9676-43E0-B1EF-5929D682A0B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4737DDFA-4BA2-4C21-8541-4982B2FAD808}"/>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F731C588-D705-49F1-8618-09C58A1F479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BC46B6B2-4912-4032-8272-E4FE51A91C9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3E70EC40-5528-4A4C-9098-CDDCC773F25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C73545A7-94C5-4F1F-A843-56BDE610C82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71A36046-8B45-4608-AD37-45B86EE7F3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977145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DB6F631C-FD02-4D51-8FAC-C2D0EDACFFD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C109E1AA-6BF2-4A58-A1DC-664AC0D553C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E5A82496-F382-48D5-BE57-2BCD74452D4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C04D80B1-3B5F-40EA-9172-BB6743EB7A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557294101"/>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anatomy-map"/>
          <p:cNvPicPr>
            <a:picLocks xmlns:a="http://schemas.openxmlformats.org/drawingml/2006/main" noChangeAspect="1"/>
          </p:cNvPicPr>
          <p:nvPr/>
        </p:nvPicPr>
        <p:blipFill>
          <a:blip xmlns:r="http://schemas.openxmlformats.org/officeDocument/2006/relationships" xmlns:a="http://schemas.openxmlformats.org/drawingml/2006/main" r:embed="Re6b57e59395a44fe"/>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591FF1D8-2D75-4472-86DD-47917814E6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69062701"/>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anatomy-map"/>
          <p:cNvPicPr>
            <a:picLocks xmlns:a="http://schemas.openxmlformats.org/drawingml/2006/main" noChangeAspect="1"/>
          </p:cNvPicPr>
          <p:nvPr/>
        </p:nvPicPr>
        <p:blipFill>
          <a:blip xmlns:r="http://schemas.openxmlformats.org/officeDocument/2006/relationships" xmlns:a="http://schemas.openxmlformats.org/drawingml/2006/main" r:embed="R2c7b51f11b7b4d36"/>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2579429A-1F4F-4CFB-A09D-64D78D299B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8795813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anatomy-map"/>
          <p:cNvPicPr>
            <a:picLocks xmlns:a="http://schemas.openxmlformats.org/drawingml/2006/main" noChangeAspect="1"/>
          </p:cNvPicPr>
          <p:nvPr/>
        </p:nvPicPr>
        <p:blipFill>
          <a:blip xmlns:r="http://schemas.openxmlformats.org/officeDocument/2006/relationships" xmlns:a="http://schemas.openxmlformats.org/drawingml/2006/main" r:embed="R0c6ee3e59d0d4cac"/>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4F53FEF6-0AB3-417A-AFC2-5D28637246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69348929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anatomy-map"/>
          <p:cNvPicPr>
            <a:picLocks xmlns:a="http://schemas.openxmlformats.org/drawingml/2006/main" noChangeAspect="1"/>
          </p:cNvPicPr>
          <p:nvPr/>
        </p:nvPicPr>
        <p:blipFill>
          <a:blip xmlns:r="http://schemas.openxmlformats.org/officeDocument/2006/relationships" xmlns:a="http://schemas.openxmlformats.org/drawingml/2006/main" r:embed="R513a759bae244cc3"/>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6C25C09E-160C-4D89-901F-032E1F4869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81952403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anatomy-map"/>
          <p:cNvPicPr>
            <a:picLocks xmlns:a="http://schemas.openxmlformats.org/drawingml/2006/main" noChangeAspect="1"/>
          </p:cNvPicPr>
          <p:nvPr/>
        </p:nvPicPr>
        <p:blipFill>
          <a:blip xmlns:r="http://schemas.openxmlformats.org/officeDocument/2006/relationships" xmlns:a="http://schemas.openxmlformats.org/drawingml/2006/main" r:embed="R24307490cf2c4c11"/>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DA7FC96D-5F4F-4C66-BBA5-7BB44382BD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49300472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anatomy-map"/>
          <p:cNvPicPr>
            <a:picLocks xmlns:a="http://schemas.openxmlformats.org/drawingml/2006/main" noChangeAspect="1"/>
          </p:cNvPicPr>
          <p:nvPr/>
        </p:nvPicPr>
        <p:blipFill>
          <a:blip xmlns:r="http://schemas.openxmlformats.org/officeDocument/2006/relationships" xmlns:a="http://schemas.openxmlformats.org/drawingml/2006/main" r:embed="Rf5ff56e4890949bf"/>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2D446B6D-8CC3-4E1F-AFBF-B66DD47D9D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994407441"/>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F4DC1D64-1EEC-4697-9E27-5DD224235A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f9264ecb11e84e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762EDE9F-A4A2-4198-A015-45B626D5691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7003D9C7-17C0-4177-A685-2BD469F6E6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5-text-1">
            <a:extLst xmlns:a="http://schemas.openxmlformats.org/drawingml/2006/main">
              <a:ext uri="{FF2B5EF4-FFF2-40B4-BE49-F238E27FC236}">
                <a16:creationId xmlns:a16="http://schemas.microsoft.com/office/drawing/2014/main" id="{4684893B-6666-4C1B-8EF3-ADAD69DA004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5-text-2">
            <a:extLst xmlns:a="http://schemas.openxmlformats.org/drawingml/2006/main">
              <a:ext uri="{FF2B5EF4-FFF2-40B4-BE49-F238E27FC236}">
                <a16:creationId xmlns:a16="http://schemas.microsoft.com/office/drawing/2014/main" id="{D20E19D8-811C-4509-B795-7B210B60020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FRB</a:t>
            </a:r>
          </a:p>
        </p:txBody>
      </p:sp>
      <p:sp>
        <p:nvSpPr>
          <p:cNvPr id="82" name="15-text-3">
            <a:extLst xmlns:a="http://schemas.openxmlformats.org/drawingml/2006/main">
              <a:ext uri="{FF2B5EF4-FFF2-40B4-BE49-F238E27FC236}">
                <a16:creationId xmlns:a16="http://schemas.microsoft.com/office/drawing/2014/main" id="{FEAEF094-F18B-4A45-902F-1FF1D4AFB925}"/>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5-text-4">
            <a:extLst xmlns:a="http://schemas.openxmlformats.org/drawingml/2006/main">
              <a:ext uri="{FF2B5EF4-FFF2-40B4-BE49-F238E27FC236}">
                <a16:creationId xmlns:a16="http://schemas.microsoft.com/office/drawing/2014/main" id="{C6769251-EFB3-4DA2-ACA6-B1CFBF1FEE41}"/>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5-text-5">
            <a:extLst xmlns:a="http://schemas.openxmlformats.org/drawingml/2006/main">
              <a:ext uri="{FF2B5EF4-FFF2-40B4-BE49-F238E27FC236}">
                <a16:creationId xmlns:a16="http://schemas.microsoft.com/office/drawing/2014/main" id="{D5ECBF7C-26C9-44BB-A4EC-D4ED21F0A65D}"/>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5-text-6">
            <a:extLst xmlns:a="http://schemas.openxmlformats.org/drawingml/2006/main">
              <a:ext uri="{FF2B5EF4-FFF2-40B4-BE49-F238E27FC236}">
                <a16:creationId xmlns:a16="http://schemas.microsoft.com/office/drawing/2014/main" id="{DB6A12C6-0BE1-4430-9760-B1BFA9325824}"/>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5-text-7">
            <a:extLst xmlns:a="http://schemas.openxmlformats.org/drawingml/2006/main">
              <a:ext uri="{FF2B5EF4-FFF2-40B4-BE49-F238E27FC236}">
                <a16:creationId xmlns:a16="http://schemas.microsoft.com/office/drawing/2014/main" id="{37453B76-E543-4651-874A-815B6D71C5D3}"/>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5-text-8">
            <a:extLst xmlns:a="http://schemas.openxmlformats.org/drawingml/2006/main">
              <a:ext uri="{FF2B5EF4-FFF2-40B4-BE49-F238E27FC236}">
                <a16:creationId xmlns:a16="http://schemas.microsoft.com/office/drawing/2014/main" id="{10948FB6-47C6-4E95-9E8B-8C7360E6BA6B}"/>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5-text-9">
            <a:extLst xmlns:a="http://schemas.openxmlformats.org/drawingml/2006/main">
              <a:ext uri="{FF2B5EF4-FFF2-40B4-BE49-F238E27FC236}">
                <a16:creationId xmlns:a16="http://schemas.microsoft.com/office/drawing/2014/main" id="{6F343D76-35AF-4C5A-B1A7-50B14ECCC03D}"/>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5-text-10">
            <a:extLst xmlns:a="http://schemas.openxmlformats.org/drawingml/2006/main">
              <a:ext uri="{FF2B5EF4-FFF2-40B4-BE49-F238E27FC236}">
                <a16:creationId xmlns:a16="http://schemas.microsoft.com/office/drawing/2014/main" id="{9662B646-9527-4FB0-82F4-DD1786C35AB3}"/>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5-text-11">
            <a:extLst xmlns:a="http://schemas.openxmlformats.org/drawingml/2006/main">
              <a:ext uri="{FF2B5EF4-FFF2-40B4-BE49-F238E27FC236}">
                <a16:creationId xmlns:a16="http://schemas.microsoft.com/office/drawing/2014/main" id="{71AA8DEB-BA12-4B81-B811-A131BDB78E32}"/>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5-text-12">
            <a:extLst xmlns:a="http://schemas.openxmlformats.org/drawingml/2006/main">
              <a:ext uri="{FF2B5EF4-FFF2-40B4-BE49-F238E27FC236}">
                <a16:creationId xmlns:a16="http://schemas.microsoft.com/office/drawing/2014/main" id="{C4588227-6434-423B-9D1E-700DDDC79C88}"/>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Agent</a:t>
            </a:r>
          </a:p>
        </p:txBody>
      </p:sp>
      <p:sp>
        <p:nvSpPr>
          <p:cNvPr id="92" name="narrative-number">
            <a:extLst xmlns:a="http://schemas.openxmlformats.org/drawingml/2006/main">
              <a:ext uri="{FF2B5EF4-FFF2-40B4-BE49-F238E27FC236}">
                <a16:creationId xmlns:a16="http://schemas.microsoft.com/office/drawing/2014/main" id="{58C8EFE7-F67A-4E5E-8B5B-0EFDB349BD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79255993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E63706D8-F619-4FC0-B9D6-CB82E9BD77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a09596f3d58e48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header-divider">
            <a:extLst xmlns:a="http://schemas.openxmlformats.org/drawingml/2006/main">
              <a:ext uri="{FF2B5EF4-FFF2-40B4-BE49-F238E27FC236}">
                <a16:creationId xmlns:a16="http://schemas.microsoft.com/office/drawing/2014/main" id="{38558989-1D53-4E1B-8B28-4CBCF3FC0CD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6" name="16-text-1">
            <a:extLst xmlns:a="http://schemas.openxmlformats.org/drawingml/2006/main">
              <a:ext uri="{FF2B5EF4-FFF2-40B4-BE49-F238E27FC236}">
                <a16:creationId xmlns:a16="http://schemas.microsoft.com/office/drawing/2014/main" id="{1F182224-272E-4B1F-9C24-A35633A927E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97" name="16-text-2">
            <a:extLst xmlns:a="http://schemas.openxmlformats.org/drawingml/2006/main">
              <a:ext uri="{FF2B5EF4-FFF2-40B4-BE49-F238E27FC236}">
                <a16:creationId xmlns:a16="http://schemas.microsoft.com/office/drawing/2014/main" id="{8352B742-1654-4F27-8F52-BD6CC891D94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98" name="16-text-3">
            <a:extLst xmlns:a="http://schemas.openxmlformats.org/drawingml/2006/main">
              <a:ext uri="{FF2B5EF4-FFF2-40B4-BE49-F238E27FC236}">
                <a16:creationId xmlns:a16="http://schemas.microsoft.com/office/drawing/2014/main" id="{0EAB6D29-A537-4FD4-A0BF-804DD05B925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07" name="16-image-4"/>
          <p:cNvPicPr>
            <a:picLocks xmlns:a="http://schemas.openxmlformats.org/drawingml/2006/main" noChangeAspect="1"/>
          </p:cNvPicPr>
          <p:nvPr/>
        </p:nvPicPr>
        <p:blipFill>
          <a:blip xmlns:r="http://schemas.openxmlformats.org/officeDocument/2006/relationships" xmlns:a="http://schemas.openxmlformats.org/drawingml/2006/main" r:embed="R896923e70d064aa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0" name="narrative-number">
            <a:extLst xmlns:a="http://schemas.openxmlformats.org/drawingml/2006/main">
              <a:ext uri="{FF2B5EF4-FFF2-40B4-BE49-F238E27FC236}">
                <a16:creationId xmlns:a16="http://schemas.microsoft.com/office/drawing/2014/main" id="{1A575D6F-34D0-40C3-AB0F-851539898C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127760815"/>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6402F10F-8C53-4C94-A33E-8D62F37AB4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d41ece15f7434c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83D6DE47-0004-4FBC-B433-29D52355B7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4" name="header-divider">
            <a:extLst xmlns:a="http://schemas.openxmlformats.org/drawingml/2006/main">
              <a:ext uri="{FF2B5EF4-FFF2-40B4-BE49-F238E27FC236}">
                <a16:creationId xmlns:a16="http://schemas.microsoft.com/office/drawing/2014/main" id="{BC33103F-1AF2-4CEC-B7FB-560D7181A2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7-text-1">
            <a:extLst xmlns:a="http://schemas.openxmlformats.org/drawingml/2006/main">
              <a:ext uri="{FF2B5EF4-FFF2-40B4-BE49-F238E27FC236}">
                <a16:creationId xmlns:a16="http://schemas.microsoft.com/office/drawing/2014/main" id="{EE71F04B-504E-4930-9801-F8D20285522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6" name="17-text-2">
            <a:extLst xmlns:a="http://schemas.openxmlformats.org/drawingml/2006/main">
              <a:ext uri="{FF2B5EF4-FFF2-40B4-BE49-F238E27FC236}">
                <a16:creationId xmlns:a16="http://schemas.microsoft.com/office/drawing/2014/main" id="{36B9F909-DD17-4748-A1FB-7E0380054EE5}"/>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7" name="17-text-3">
            <a:extLst xmlns:a="http://schemas.openxmlformats.org/drawingml/2006/main">
              <a:ext uri="{FF2B5EF4-FFF2-40B4-BE49-F238E27FC236}">
                <a16:creationId xmlns:a16="http://schemas.microsoft.com/office/drawing/2014/main" id="{CC95EE96-1F3F-437B-B8A1-E6C96B0A53A1}"/>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8" name="17-text-4">
            <a:extLst xmlns:a="http://schemas.openxmlformats.org/drawingml/2006/main">
              <a:ext uri="{FF2B5EF4-FFF2-40B4-BE49-F238E27FC236}">
                <a16:creationId xmlns:a16="http://schemas.microsoft.com/office/drawing/2014/main" id="{5D5F5D18-6AE6-4416-84A0-2E4AABF86870}"/>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9" name="17-text-5">
            <a:extLst xmlns:a="http://schemas.openxmlformats.org/drawingml/2006/main">
              <a:ext uri="{FF2B5EF4-FFF2-40B4-BE49-F238E27FC236}">
                <a16:creationId xmlns:a16="http://schemas.microsoft.com/office/drawing/2014/main" id="{6C453D0A-1B51-4103-BDD4-1886E7CE2AC8}"/>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0" name="17-text-6">
            <a:extLst xmlns:a="http://schemas.openxmlformats.org/drawingml/2006/main">
              <a:ext uri="{FF2B5EF4-FFF2-40B4-BE49-F238E27FC236}">
                <a16:creationId xmlns:a16="http://schemas.microsoft.com/office/drawing/2014/main" id="{156A46F9-0B30-416B-9932-213F31DA7873}"/>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1" name="17-line-8">
            <a:extLst xmlns:a="http://schemas.openxmlformats.org/drawingml/2006/main">
              <a:ext uri="{FF2B5EF4-FFF2-40B4-BE49-F238E27FC236}">
                <a16:creationId xmlns:a16="http://schemas.microsoft.com/office/drawing/2014/main" id="{FC222A58-1BDC-4F95-B38C-AAC703ED76E8}"/>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2" name="17-line-10">
            <a:extLst xmlns:a="http://schemas.openxmlformats.org/drawingml/2006/main">
              <a:ext uri="{FF2B5EF4-FFF2-40B4-BE49-F238E27FC236}">
                <a16:creationId xmlns:a16="http://schemas.microsoft.com/office/drawing/2014/main" id="{9965C16E-4131-47FD-8813-0BC8E1B985EA}"/>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3" name="17-text-11">
            <a:extLst xmlns:a="http://schemas.openxmlformats.org/drawingml/2006/main">
              <a:ext uri="{FF2B5EF4-FFF2-40B4-BE49-F238E27FC236}">
                <a16:creationId xmlns:a16="http://schemas.microsoft.com/office/drawing/2014/main" id="{6512A7DE-B0FA-42D7-8639-AE0F9F812F6A}"/>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4" name="17-text-12">
            <a:extLst xmlns:a="http://schemas.openxmlformats.org/drawingml/2006/main">
              <a:ext uri="{FF2B5EF4-FFF2-40B4-BE49-F238E27FC236}">
                <a16:creationId xmlns:a16="http://schemas.microsoft.com/office/drawing/2014/main" id="{80C43568-7049-4CCD-AD9F-0CAB817E4F98}"/>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5" name="17-text-13">
            <a:extLst xmlns:a="http://schemas.openxmlformats.org/drawingml/2006/main">
              <a:ext uri="{FF2B5EF4-FFF2-40B4-BE49-F238E27FC236}">
                <a16:creationId xmlns:a16="http://schemas.microsoft.com/office/drawing/2014/main" id="{9124FA09-9194-48F3-AAE7-23E5A65A2FD4}"/>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6" name="17-text-14">
            <a:extLst xmlns:a="http://schemas.openxmlformats.org/drawingml/2006/main">
              <a:ext uri="{FF2B5EF4-FFF2-40B4-BE49-F238E27FC236}">
                <a16:creationId xmlns:a16="http://schemas.microsoft.com/office/drawing/2014/main" id="{A2DA2658-4784-453C-A2F4-0E3A608EB1A9}"/>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17" name="17-text-15">
            <a:extLst xmlns:a="http://schemas.openxmlformats.org/drawingml/2006/main">
              <a:ext uri="{FF2B5EF4-FFF2-40B4-BE49-F238E27FC236}">
                <a16:creationId xmlns:a16="http://schemas.microsoft.com/office/drawing/2014/main" id="{A2BC0A35-8356-4619-A1FE-84219B6D18CD}"/>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8" name="17-text-16">
            <a:extLst xmlns:a="http://schemas.openxmlformats.org/drawingml/2006/main">
              <a:ext uri="{FF2B5EF4-FFF2-40B4-BE49-F238E27FC236}">
                <a16:creationId xmlns:a16="http://schemas.microsoft.com/office/drawing/2014/main" id="{A1558543-E246-4F73-9891-365C97ADC37F}"/>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19" name="17-text-17">
            <a:extLst xmlns:a="http://schemas.openxmlformats.org/drawingml/2006/main">
              <a:ext uri="{FF2B5EF4-FFF2-40B4-BE49-F238E27FC236}">
                <a16:creationId xmlns:a16="http://schemas.microsoft.com/office/drawing/2014/main" id="{4F7BA39C-BDAA-4A4C-BA45-65B7B9F14E6A}"/>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0" name="narrative-number">
            <a:extLst xmlns:a="http://schemas.openxmlformats.org/drawingml/2006/main">
              <a:ext uri="{FF2B5EF4-FFF2-40B4-BE49-F238E27FC236}">
                <a16:creationId xmlns:a16="http://schemas.microsoft.com/office/drawing/2014/main" id="{63FAA341-04B6-44CD-8715-5ED98D8B6E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324090739"/>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DDDB179B-8ABD-445F-BE11-99930340CC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3" name="mini-map"/>
          <p:cNvPicPr>
            <a:picLocks xmlns:a="http://schemas.openxmlformats.org/drawingml/2006/main" noChangeAspect="1"/>
          </p:cNvPicPr>
          <p:nvPr/>
        </p:nvPicPr>
        <p:blipFill>
          <a:blip xmlns:r="http://schemas.openxmlformats.org/officeDocument/2006/relationships" xmlns:a="http://schemas.openxmlformats.org/drawingml/2006/main" r:embed="R3a640a3c388c43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slide-title">
            <a:extLst xmlns:a="http://schemas.openxmlformats.org/drawingml/2006/main">
              <a:ext uri="{FF2B5EF4-FFF2-40B4-BE49-F238E27FC236}">
                <a16:creationId xmlns:a16="http://schemas.microsoft.com/office/drawing/2014/main" id="{03F6CF2D-A54D-42A2-B2D2-978D0910413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4" name="header-divider">
            <a:extLst xmlns:a="http://schemas.openxmlformats.org/drawingml/2006/main">
              <a:ext uri="{FF2B5EF4-FFF2-40B4-BE49-F238E27FC236}">
                <a16:creationId xmlns:a16="http://schemas.microsoft.com/office/drawing/2014/main" id="{236C8B79-DDA2-4605-A6F9-4DD9D6C4BB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5" name="18-text-1">
            <a:extLst xmlns:a="http://schemas.openxmlformats.org/drawingml/2006/main">
              <a:ext uri="{FF2B5EF4-FFF2-40B4-BE49-F238E27FC236}">
                <a16:creationId xmlns:a16="http://schemas.microsoft.com/office/drawing/2014/main" id="{438721AC-92EC-43E9-A48F-E250CF0DE83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6" name="18-text-2">
            <a:extLst xmlns:a="http://schemas.openxmlformats.org/drawingml/2006/main">
              <a:ext uri="{FF2B5EF4-FFF2-40B4-BE49-F238E27FC236}">
                <a16:creationId xmlns:a16="http://schemas.microsoft.com/office/drawing/2014/main" id="{69B3EEB1-0DB3-4474-87B8-5188C3E717B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27" name="18-text-3">
            <a:extLst xmlns:a="http://schemas.openxmlformats.org/drawingml/2006/main">
              <a:ext uri="{FF2B5EF4-FFF2-40B4-BE49-F238E27FC236}">
                <a16:creationId xmlns:a16="http://schemas.microsoft.com/office/drawing/2014/main" id="{180004E5-B245-4B96-8482-67B2315FF8C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28" name="18-text-4">
            <a:extLst xmlns:a="http://schemas.openxmlformats.org/drawingml/2006/main">
              <a:ext uri="{FF2B5EF4-FFF2-40B4-BE49-F238E27FC236}">
                <a16:creationId xmlns:a16="http://schemas.microsoft.com/office/drawing/2014/main" id="{988FF376-C5EA-421E-88F0-335F130240E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29" name="18-text-5">
            <a:extLst xmlns:a="http://schemas.openxmlformats.org/drawingml/2006/main">
              <a:ext uri="{FF2B5EF4-FFF2-40B4-BE49-F238E27FC236}">
                <a16:creationId xmlns:a16="http://schemas.microsoft.com/office/drawing/2014/main" id="{6F095F1C-DAE4-41D0-9496-C3AC3B51402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0" name="18-text-6">
            <a:extLst xmlns:a="http://schemas.openxmlformats.org/drawingml/2006/main">
              <a:ext uri="{FF2B5EF4-FFF2-40B4-BE49-F238E27FC236}">
                <a16:creationId xmlns:a16="http://schemas.microsoft.com/office/drawing/2014/main" id="{E8943DDD-F931-459C-9102-DE5C4C33A22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1" name="narrative-number">
            <a:extLst xmlns:a="http://schemas.openxmlformats.org/drawingml/2006/main">
              <a:ext uri="{FF2B5EF4-FFF2-40B4-BE49-F238E27FC236}">
                <a16:creationId xmlns:a16="http://schemas.microsoft.com/office/drawing/2014/main" id="{3E44DC57-2D4A-4A47-AA68-05E7AD3B56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520319833"/>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2" name="!!area-name">
            <a:extLst xmlns:a="http://schemas.openxmlformats.org/drawingml/2006/main">
              <a:ext uri="{FF2B5EF4-FFF2-40B4-BE49-F238E27FC236}">
                <a16:creationId xmlns:a16="http://schemas.microsoft.com/office/drawing/2014/main" id="{8E5C8A60-5E37-4B60-AF09-513B77E1CF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6" name="mini-map"/>
          <p:cNvPicPr>
            <a:picLocks xmlns:a="http://schemas.openxmlformats.org/drawingml/2006/main" noChangeAspect="1"/>
          </p:cNvPicPr>
          <p:nvPr/>
        </p:nvPicPr>
        <p:blipFill>
          <a:blip xmlns:r="http://schemas.openxmlformats.org/officeDocument/2006/relationships" xmlns:a="http://schemas.openxmlformats.org/drawingml/2006/main" r:embed="R6ab13821b14c4f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4" name="slide-title">
            <a:extLst xmlns:a="http://schemas.openxmlformats.org/drawingml/2006/main">
              <a:ext uri="{FF2B5EF4-FFF2-40B4-BE49-F238E27FC236}">
                <a16:creationId xmlns:a16="http://schemas.microsoft.com/office/drawing/2014/main" id="{3833F897-211B-4D8B-803E-D12D11F7946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5" name="header-divider">
            <a:extLst xmlns:a="http://schemas.openxmlformats.org/drawingml/2006/main">
              <a:ext uri="{FF2B5EF4-FFF2-40B4-BE49-F238E27FC236}">
                <a16:creationId xmlns:a16="http://schemas.microsoft.com/office/drawing/2014/main" id="{8259BB55-0FB8-4C52-889D-C18B50BF85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6" name="19-text-1">
            <a:extLst xmlns:a="http://schemas.openxmlformats.org/drawingml/2006/main">
              <a:ext uri="{FF2B5EF4-FFF2-40B4-BE49-F238E27FC236}">
                <a16:creationId xmlns:a16="http://schemas.microsoft.com/office/drawing/2014/main" id="{572D28E3-B54C-4F01-A7BA-A21636DBF42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37" name="19-text-2">
            <a:extLst xmlns:a="http://schemas.openxmlformats.org/drawingml/2006/main">
              <a:ext uri="{FF2B5EF4-FFF2-40B4-BE49-F238E27FC236}">
                <a16:creationId xmlns:a16="http://schemas.microsoft.com/office/drawing/2014/main" id="{6BC0DB4E-AF8F-4C8A-A016-BEE929D2E9A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38" name="19-text-3">
            <a:extLst xmlns:a="http://schemas.openxmlformats.org/drawingml/2006/main">
              <a:ext uri="{FF2B5EF4-FFF2-40B4-BE49-F238E27FC236}">
                <a16:creationId xmlns:a16="http://schemas.microsoft.com/office/drawing/2014/main" id="{D23E6DCC-865C-4A3A-9991-9A7FA86C868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39" name="19-text-4">
            <a:extLst xmlns:a="http://schemas.openxmlformats.org/drawingml/2006/main">
              <a:ext uri="{FF2B5EF4-FFF2-40B4-BE49-F238E27FC236}">
                <a16:creationId xmlns:a16="http://schemas.microsoft.com/office/drawing/2014/main" id="{19C86EA9-6B18-4A03-BE45-73FB33C4375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0" name="19-text-5">
            <a:extLst xmlns:a="http://schemas.openxmlformats.org/drawingml/2006/main">
              <a:ext uri="{FF2B5EF4-FFF2-40B4-BE49-F238E27FC236}">
                <a16:creationId xmlns:a16="http://schemas.microsoft.com/office/drawing/2014/main" id="{96BC3719-673D-4241-91D3-C8EE939DFDA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1" name="19-text-6">
            <a:extLst xmlns:a="http://schemas.openxmlformats.org/drawingml/2006/main">
              <a:ext uri="{FF2B5EF4-FFF2-40B4-BE49-F238E27FC236}">
                <a16:creationId xmlns:a16="http://schemas.microsoft.com/office/drawing/2014/main" id="{2971BE86-FE3D-4078-B89D-6163F7C4D55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2" name="19-text-7">
            <a:extLst xmlns:a="http://schemas.openxmlformats.org/drawingml/2006/main">
              <a:ext uri="{FF2B5EF4-FFF2-40B4-BE49-F238E27FC236}">
                <a16:creationId xmlns:a16="http://schemas.microsoft.com/office/drawing/2014/main" id="{6BBC6945-18E9-4BD0-A690-745357E493C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3" name="19-text-8">
            <a:extLst xmlns:a="http://schemas.openxmlformats.org/drawingml/2006/main">
              <a:ext uri="{FF2B5EF4-FFF2-40B4-BE49-F238E27FC236}">
                <a16:creationId xmlns:a16="http://schemas.microsoft.com/office/drawing/2014/main" id="{15E07A2D-961D-4460-81E0-A41A49CAA93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4" name="narrative-number">
            <a:extLst xmlns:a="http://schemas.openxmlformats.org/drawingml/2006/main">
              <a:ext uri="{FF2B5EF4-FFF2-40B4-BE49-F238E27FC236}">
                <a16:creationId xmlns:a16="http://schemas.microsoft.com/office/drawing/2014/main" id="{A35250BA-049E-41AB-959F-A3B05F4332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17607097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5" name="!!area-name">
            <a:extLst xmlns:a="http://schemas.openxmlformats.org/drawingml/2006/main">
              <a:ext uri="{FF2B5EF4-FFF2-40B4-BE49-F238E27FC236}">
                <a16:creationId xmlns:a16="http://schemas.microsoft.com/office/drawing/2014/main" id="{BCB47BE6-63A9-45D1-9529-43071F2E5D0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Agent</a:t>
            </a:r>
          </a:p>
        </p:txBody>
      </p:sp>
      <p:pic>
        <p:nvPicPr>
          <p:cNvPr id="151" name="mini-map"/>
          <p:cNvPicPr>
            <a:picLocks xmlns:a="http://schemas.openxmlformats.org/drawingml/2006/main" noChangeAspect="1"/>
          </p:cNvPicPr>
          <p:nvPr/>
        </p:nvPicPr>
        <p:blipFill>
          <a:blip xmlns:r="http://schemas.openxmlformats.org/officeDocument/2006/relationships" xmlns:a="http://schemas.openxmlformats.org/drawingml/2006/main" r:embed="Rb73244cf7dc54a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7" name="slide-title">
            <a:extLst xmlns:a="http://schemas.openxmlformats.org/drawingml/2006/main">
              <a:ext uri="{FF2B5EF4-FFF2-40B4-BE49-F238E27FC236}">
                <a16:creationId xmlns:a16="http://schemas.microsoft.com/office/drawing/2014/main" id="{A956AF7E-7E11-4403-83CC-12B53E15F09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8" name="header-divider">
            <a:extLst xmlns:a="http://schemas.openxmlformats.org/drawingml/2006/main">
              <a:ext uri="{FF2B5EF4-FFF2-40B4-BE49-F238E27FC236}">
                <a16:creationId xmlns:a16="http://schemas.microsoft.com/office/drawing/2014/main" id="{1CF39D58-BF58-4599-9307-A79724C831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9" name="narrative-number">
            <a:extLst xmlns:a="http://schemas.openxmlformats.org/drawingml/2006/main">
              <a:ext uri="{FF2B5EF4-FFF2-40B4-BE49-F238E27FC236}">
                <a16:creationId xmlns:a16="http://schemas.microsoft.com/office/drawing/2014/main" id="{95FFF8D8-CE93-413E-ABF7-3ECC25156B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20515814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11CB6DC0-2833-4BD5-9254-51D1041801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07c1c5485d884b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DDF380B2-8791-439E-A8EB-0014C94C25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21-text-1">
            <a:extLst xmlns:a="http://schemas.openxmlformats.org/drawingml/2006/main">
              <a:ext uri="{FF2B5EF4-FFF2-40B4-BE49-F238E27FC236}">
                <a16:creationId xmlns:a16="http://schemas.microsoft.com/office/drawing/2014/main" id="{F325BD4B-5B99-49A8-9ACE-FD40AF7B716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54" name="21-text-2">
            <a:extLst xmlns:a="http://schemas.openxmlformats.org/drawingml/2006/main">
              <a:ext uri="{FF2B5EF4-FFF2-40B4-BE49-F238E27FC236}">
                <a16:creationId xmlns:a16="http://schemas.microsoft.com/office/drawing/2014/main" id="{5006E506-A51B-417E-941B-E4A91C1AEF8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55" name="21-text-3">
            <a:extLst xmlns:a="http://schemas.openxmlformats.org/drawingml/2006/main">
              <a:ext uri="{FF2B5EF4-FFF2-40B4-BE49-F238E27FC236}">
                <a16:creationId xmlns:a16="http://schemas.microsoft.com/office/drawing/2014/main" id="{1E54485E-0730-4E7C-AEEC-C7A4D53BD1E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64" name="21-image-4"/>
          <p:cNvPicPr>
            <a:picLocks xmlns:a="http://schemas.openxmlformats.org/drawingml/2006/main" noChangeAspect="1"/>
          </p:cNvPicPr>
          <p:nvPr/>
        </p:nvPicPr>
        <p:blipFill>
          <a:blip xmlns:r="http://schemas.openxmlformats.org/officeDocument/2006/relationships" xmlns:a="http://schemas.openxmlformats.org/drawingml/2006/main" r:embed="R26cad126bdc9409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57" name="narrative-number">
            <a:extLst xmlns:a="http://schemas.openxmlformats.org/drawingml/2006/main">
              <a:ext uri="{FF2B5EF4-FFF2-40B4-BE49-F238E27FC236}">
                <a16:creationId xmlns:a16="http://schemas.microsoft.com/office/drawing/2014/main" id="{6FC3DED4-132A-45F7-8730-DF49A3B2AD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65986825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9C90B1D0-F7B6-451E-875C-C063FE95B3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2" name="mini-map"/>
          <p:cNvPicPr>
            <a:picLocks xmlns:a="http://schemas.openxmlformats.org/drawingml/2006/main" noChangeAspect="1"/>
          </p:cNvPicPr>
          <p:nvPr/>
        </p:nvPicPr>
        <p:blipFill>
          <a:blip xmlns:r="http://schemas.openxmlformats.org/officeDocument/2006/relationships" xmlns:a="http://schemas.openxmlformats.org/drawingml/2006/main" r:embed="R0eedcb2437634a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62DEFDE2-1C7F-4EDF-AA4E-2D76E51076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61" name="header-divider">
            <a:extLst xmlns:a="http://schemas.openxmlformats.org/drawingml/2006/main">
              <a:ext uri="{FF2B5EF4-FFF2-40B4-BE49-F238E27FC236}">
                <a16:creationId xmlns:a16="http://schemas.microsoft.com/office/drawing/2014/main" id="{3ACEAAD3-AB16-4B25-9191-4F40D4C83B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working-context-boundary">
            <a:extLst xmlns:a="http://schemas.openxmlformats.org/drawingml/2006/main">
              <a:ext uri="{FF2B5EF4-FFF2-40B4-BE49-F238E27FC236}">
                <a16:creationId xmlns:a16="http://schemas.microsoft.com/office/drawing/2014/main" id="{92D7305F-EEC5-4BAD-A251-4A51AEED1D54}"/>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63" name="22-text-1">
            <a:extLst xmlns:a="http://schemas.openxmlformats.org/drawingml/2006/main">
              <a:ext uri="{FF2B5EF4-FFF2-40B4-BE49-F238E27FC236}">
                <a16:creationId xmlns:a16="http://schemas.microsoft.com/office/drawing/2014/main" id="{021B2DDD-C1BF-4289-9C93-A906037D78C9}"/>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64" name="22-text-2">
            <a:extLst xmlns:a="http://schemas.openxmlformats.org/drawingml/2006/main">
              <a:ext uri="{FF2B5EF4-FFF2-40B4-BE49-F238E27FC236}">
                <a16:creationId xmlns:a16="http://schemas.microsoft.com/office/drawing/2014/main" id="{F3D91A2F-8A44-44CF-9900-6BA23B335712}"/>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65" name="22-text-3">
            <a:extLst xmlns:a="http://schemas.openxmlformats.org/drawingml/2006/main">
              <a:ext uri="{FF2B5EF4-FFF2-40B4-BE49-F238E27FC236}">
                <a16:creationId xmlns:a16="http://schemas.microsoft.com/office/drawing/2014/main" id="{BB246160-817E-49DE-878B-CBDCC47A96DF}"/>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66" name="22-text-4">
            <a:extLst xmlns:a="http://schemas.openxmlformats.org/drawingml/2006/main">
              <a:ext uri="{FF2B5EF4-FFF2-40B4-BE49-F238E27FC236}">
                <a16:creationId xmlns:a16="http://schemas.microsoft.com/office/drawing/2014/main" id="{278E9B7B-AAB2-4977-8AC5-0382DA23759A}"/>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67" name="22-text-5">
            <a:extLst xmlns:a="http://schemas.openxmlformats.org/drawingml/2006/main">
              <a:ext uri="{FF2B5EF4-FFF2-40B4-BE49-F238E27FC236}">
                <a16:creationId xmlns:a16="http://schemas.microsoft.com/office/drawing/2014/main" id="{2990377A-AA6E-4B8D-8A84-F2FEA8601EE7}"/>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68" name="22-text-6">
            <a:extLst xmlns:a="http://schemas.openxmlformats.org/drawingml/2006/main">
              <a:ext uri="{FF2B5EF4-FFF2-40B4-BE49-F238E27FC236}">
                <a16:creationId xmlns:a16="http://schemas.microsoft.com/office/drawing/2014/main" id="{5522EAF0-2004-42A9-8C4E-C7D6AF72FCFC}"/>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69" name="22-text-7">
            <a:extLst xmlns:a="http://schemas.openxmlformats.org/drawingml/2006/main">
              <a:ext uri="{FF2B5EF4-FFF2-40B4-BE49-F238E27FC236}">
                <a16:creationId xmlns:a16="http://schemas.microsoft.com/office/drawing/2014/main" id="{291BF3CD-EC7C-4776-9A9E-8BF2C38A9B92}"/>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70" name="22-text-8">
            <a:extLst xmlns:a="http://schemas.openxmlformats.org/drawingml/2006/main">
              <a:ext uri="{FF2B5EF4-FFF2-40B4-BE49-F238E27FC236}">
                <a16:creationId xmlns:a16="http://schemas.microsoft.com/office/drawing/2014/main" id="{DFCF59AB-8472-4919-B494-226FFD822003}"/>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71" name="22-text-9">
            <a:extLst xmlns:a="http://schemas.openxmlformats.org/drawingml/2006/main">
              <a:ext uri="{FF2B5EF4-FFF2-40B4-BE49-F238E27FC236}">
                <a16:creationId xmlns:a16="http://schemas.microsoft.com/office/drawing/2014/main" id="{6A02E3EC-0812-4DA4-B53C-9D1689FC2B67}"/>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72" name="22-text-10">
            <a:extLst xmlns:a="http://schemas.openxmlformats.org/drawingml/2006/main">
              <a:ext uri="{FF2B5EF4-FFF2-40B4-BE49-F238E27FC236}">
                <a16:creationId xmlns:a16="http://schemas.microsoft.com/office/drawing/2014/main" id="{B84E7C26-60DC-4969-A283-A2BBAD36576A}"/>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73" name="22-text-11">
            <a:extLst xmlns:a="http://schemas.openxmlformats.org/drawingml/2006/main">
              <a:ext uri="{FF2B5EF4-FFF2-40B4-BE49-F238E27FC236}">
                <a16:creationId xmlns:a16="http://schemas.microsoft.com/office/drawing/2014/main" id="{DE340216-CB4F-4207-A288-E3420B5C8242}"/>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74" name="22-text-12">
            <a:extLst xmlns:a="http://schemas.openxmlformats.org/drawingml/2006/main">
              <a:ext uri="{FF2B5EF4-FFF2-40B4-BE49-F238E27FC236}">
                <a16:creationId xmlns:a16="http://schemas.microsoft.com/office/drawing/2014/main" id="{A643C172-67EF-4D0D-AD90-10EEC3ACD3CC}"/>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75" name="22-text-13">
            <a:extLst xmlns:a="http://schemas.openxmlformats.org/drawingml/2006/main">
              <a:ext uri="{FF2B5EF4-FFF2-40B4-BE49-F238E27FC236}">
                <a16:creationId xmlns:a16="http://schemas.microsoft.com/office/drawing/2014/main" id="{F93FE197-45A7-4CC1-BD10-40E872A933C7}"/>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76" name="22-text-14">
            <a:extLst xmlns:a="http://schemas.openxmlformats.org/drawingml/2006/main">
              <a:ext uri="{FF2B5EF4-FFF2-40B4-BE49-F238E27FC236}">
                <a16:creationId xmlns:a16="http://schemas.microsoft.com/office/drawing/2014/main" id="{63B85D1B-54BD-4EDD-B7CC-8F765E760084}"/>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77" name="22-text-15">
            <a:extLst xmlns:a="http://schemas.openxmlformats.org/drawingml/2006/main">
              <a:ext uri="{FF2B5EF4-FFF2-40B4-BE49-F238E27FC236}">
                <a16:creationId xmlns:a16="http://schemas.microsoft.com/office/drawing/2014/main" id="{B20132EB-6701-4EC3-8136-1B25D25A074D}"/>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78" name="22-text-16">
            <a:extLst xmlns:a="http://schemas.openxmlformats.org/drawingml/2006/main">
              <a:ext uri="{FF2B5EF4-FFF2-40B4-BE49-F238E27FC236}">
                <a16:creationId xmlns:a16="http://schemas.microsoft.com/office/drawing/2014/main" id="{A4803C2E-F498-462D-886C-7D548007445B}"/>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79" name="22-text-17">
            <a:extLst xmlns:a="http://schemas.openxmlformats.org/drawingml/2006/main">
              <a:ext uri="{FF2B5EF4-FFF2-40B4-BE49-F238E27FC236}">
                <a16:creationId xmlns:a16="http://schemas.microsoft.com/office/drawing/2014/main" id="{1ED57B78-2894-41FD-8DAB-9ACA9491C1AC}"/>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80" name="narrative-number">
            <a:extLst xmlns:a="http://schemas.openxmlformats.org/drawingml/2006/main">
              <a:ext uri="{FF2B5EF4-FFF2-40B4-BE49-F238E27FC236}">
                <a16:creationId xmlns:a16="http://schemas.microsoft.com/office/drawing/2014/main" id="{C166ABF2-8816-4AAF-A26A-45A6CDCDCF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22930757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1" name="!!area-name">
            <a:extLst xmlns:a="http://schemas.openxmlformats.org/drawingml/2006/main">
              <a:ext uri="{FF2B5EF4-FFF2-40B4-BE49-F238E27FC236}">
                <a16:creationId xmlns:a16="http://schemas.microsoft.com/office/drawing/2014/main" id="{ADB4E0C0-3538-418C-AF9F-3EEC867744D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6" name="mini-map"/>
          <p:cNvPicPr>
            <a:picLocks xmlns:a="http://schemas.openxmlformats.org/drawingml/2006/main" noChangeAspect="1"/>
          </p:cNvPicPr>
          <p:nvPr/>
        </p:nvPicPr>
        <p:blipFill>
          <a:blip xmlns:r="http://schemas.openxmlformats.org/officeDocument/2006/relationships" xmlns:a="http://schemas.openxmlformats.org/drawingml/2006/main" r:embed="R1bf859bdffff40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3" name="slide-title">
            <a:extLst xmlns:a="http://schemas.openxmlformats.org/drawingml/2006/main">
              <a:ext uri="{FF2B5EF4-FFF2-40B4-BE49-F238E27FC236}">
                <a16:creationId xmlns:a16="http://schemas.microsoft.com/office/drawing/2014/main" id="{E9F3AC30-0A51-4B3A-9232-AF6199ABC7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84" name="header-divider">
            <a:extLst xmlns:a="http://schemas.openxmlformats.org/drawingml/2006/main">
              <a:ext uri="{FF2B5EF4-FFF2-40B4-BE49-F238E27FC236}">
                <a16:creationId xmlns:a16="http://schemas.microsoft.com/office/drawing/2014/main" id="{8B58B43D-9917-4314-9EB5-31D67CFAC6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5" name="23-text-1">
            <a:extLst xmlns:a="http://schemas.openxmlformats.org/drawingml/2006/main">
              <a:ext uri="{FF2B5EF4-FFF2-40B4-BE49-F238E27FC236}">
                <a16:creationId xmlns:a16="http://schemas.microsoft.com/office/drawing/2014/main" id="{6B7450F2-611F-44DF-857F-9DACCE7587E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86" name="23-text-2">
            <a:extLst xmlns:a="http://schemas.openxmlformats.org/drawingml/2006/main">
              <a:ext uri="{FF2B5EF4-FFF2-40B4-BE49-F238E27FC236}">
                <a16:creationId xmlns:a16="http://schemas.microsoft.com/office/drawing/2014/main" id="{A1899ACC-4AE6-41A6-9428-61CEA8EDD68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87" name="23-text-3">
            <a:extLst xmlns:a="http://schemas.openxmlformats.org/drawingml/2006/main">
              <a:ext uri="{FF2B5EF4-FFF2-40B4-BE49-F238E27FC236}">
                <a16:creationId xmlns:a16="http://schemas.microsoft.com/office/drawing/2014/main" id="{545DCF36-4AF7-45A6-BC83-C330D7E83325}"/>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88" name="23-text-4">
            <a:extLst xmlns:a="http://schemas.openxmlformats.org/drawingml/2006/main">
              <a:ext uri="{FF2B5EF4-FFF2-40B4-BE49-F238E27FC236}">
                <a16:creationId xmlns:a16="http://schemas.microsoft.com/office/drawing/2014/main" id="{6E4E6338-874C-4EFE-A19A-B328E3654215}"/>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189" name="23-text-5">
            <a:extLst xmlns:a="http://schemas.openxmlformats.org/drawingml/2006/main">
              <a:ext uri="{FF2B5EF4-FFF2-40B4-BE49-F238E27FC236}">
                <a16:creationId xmlns:a16="http://schemas.microsoft.com/office/drawing/2014/main" id="{C955C440-4757-400E-AAA9-76FE34BAB990}"/>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190" name="23-text-6">
            <a:extLst xmlns:a="http://schemas.openxmlformats.org/drawingml/2006/main">
              <a:ext uri="{FF2B5EF4-FFF2-40B4-BE49-F238E27FC236}">
                <a16:creationId xmlns:a16="http://schemas.microsoft.com/office/drawing/2014/main" id="{C953FFE5-2835-4421-B93B-09055A6F1609}"/>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191" name="23-text-7">
            <a:extLst xmlns:a="http://schemas.openxmlformats.org/drawingml/2006/main">
              <a:ext uri="{FF2B5EF4-FFF2-40B4-BE49-F238E27FC236}">
                <a16:creationId xmlns:a16="http://schemas.microsoft.com/office/drawing/2014/main" id="{8224B722-3E02-4208-92AA-9EBF7D8C4ACB}"/>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192" name="23-text-8">
            <a:extLst xmlns:a="http://schemas.openxmlformats.org/drawingml/2006/main">
              <a:ext uri="{FF2B5EF4-FFF2-40B4-BE49-F238E27FC236}">
                <a16:creationId xmlns:a16="http://schemas.microsoft.com/office/drawing/2014/main" id="{02FB6682-C77C-4D86-A24C-E2364171B130}"/>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193" name="23-text-9">
            <a:extLst xmlns:a="http://schemas.openxmlformats.org/drawingml/2006/main">
              <a:ext uri="{FF2B5EF4-FFF2-40B4-BE49-F238E27FC236}">
                <a16:creationId xmlns:a16="http://schemas.microsoft.com/office/drawing/2014/main" id="{8F6201A7-3F4A-4F6A-8D17-46A994F54493}"/>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194" name="narrative-number">
            <a:extLst xmlns:a="http://schemas.openxmlformats.org/drawingml/2006/main">
              <a:ext uri="{FF2B5EF4-FFF2-40B4-BE49-F238E27FC236}">
                <a16:creationId xmlns:a16="http://schemas.microsoft.com/office/drawing/2014/main" id="{CFF7F830-846A-4CD7-AF32-3E92710AD5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72517966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5" name="!!area-name">
            <a:extLst xmlns:a="http://schemas.openxmlformats.org/drawingml/2006/main">
              <a:ext uri="{FF2B5EF4-FFF2-40B4-BE49-F238E27FC236}">
                <a16:creationId xmlns:a16="http://schemas.microsoft.com/office/drawing/2014/main" id="{8207BCD3-D994-4FAB-9BD7-50067CC3F0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dae7fb8615bf46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7" name="slide-title">
            <a:extLst xmlns:a="http://schemas.openxmlformats.org/drawingml/2006/main">
              <a:ext uri="{FF2B5EF4-FFF2-40B4-BE49-F238E27FC236}">
                <a16:creationId xmlns:a16="http://schemas.microsoft.com/office/drawing/2014/main" id="{A0DB41D5-746F-475C-8A86-E0319C7CC8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98" name="header-divider">
            <a:extLst xmlns:a="http://schemas.openxmlformats.org/drawingml/2006/main">
              <a:ext uri="{FF2B5EF4-FFF2-40B4-BE49-F238E27FC236}">
                <a16:creationId xmlns:a16="http://schemas.microsoft.com/office/drawing/2014/main" id="{DB714A59-C646-4CC3-A348-1D530E9D98B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9" name="24-text-1">
            <a:extLst xmlns:a="http://schemas.openxmlformats.org/drawingml/2006/main">
              <a:ext uri="{FF2B5EF4-FFF2-40B4-BE49-F238E27FC236}">
                <a16:creationId xmlns:a16="http://schemas.microsoft.com/office/drawing/2014/main" id="{ACF485B2-A238-4975-9E5D-5E102952718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00" name="24-text-2">
            <a:extLst xmlns:a="http://schemas.openxmlformats.org/drawingml/2006/main">
              <a:ext uri="{FF2B5EF4-FFF2-40B4-BE49-F238E27FC236}">
                <a16:creationId xmlns:a16="http://schemas.microsoft.com/office/drawing/2014/main" id="{D4BADB88-7041-4BBE-B90A-AE67D9B4334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01" name="24-text-3">
            <a:extLst xmlns:a="http://schemas.openxmlformats.org/drawingml/2006/main">
              <a:ext uri="{FF2B5EF4-FFF2-40B4-BE49-F238E27FC236}">
                <a16:creationId xmlns:a16="http://schemas.microsoft.com/office/drawing/2014/main" id="{332C4009-A0A0-48FE-B58B-DFA9B17BC33A}"/>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02" name="24-text-4">
            <a:extLst xmlns:a="http://schemas.openxmlformats.org/drawingml/2006/main">
              <a:ext uri="{FF2B5EF4-FFF2-40B4-BE49-F238E27FC236}">
                <a16:creationId xmlns:a16="http://schemas.microsoft.com/office/drawing/2014/main" id="{1396B1F4-EAC2-4A4A-9DEA-F2154FA98531}"/>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03" name="24-text-5">
            <a:extLst xmlns:a="http://schemas.openxmlformats.org/drawingml/2006/main">
              <a:ext uri="{FF2B5EF4-FFF2-40B4-BE49-F238E27FC236}">
                <a16:creationId xmlns:a16="http://schemas.microsoft.com/office/drawing/2014/main" id="{469F3CF6-BD61-41F3-B074-C1E57DBB0183}"/>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04" name="24-text-6">
            <a:extLst xmlns:a="http://schemas.openxmlformats.org/drawingml/2006/main">
              <a:ext uri="{FF2B5EF4-FFF2-40B4-BE49-F238E27FC236}">
                <a16:creationId xmlns:a16="http://schemas.microsoft.com/office/drawing/2014/main" id="{BD0BC9D5-E611-4FB6-9944-16656C401373}"/>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05" name="24-text-7">
            <a:extLst xmlns:a="http://schemas.openxmlformats.org/drawingml/2006/main">
              <a:ext uri="{FF2B5EF4-FFF2-40B4-BE49-F238E27FC236}">
                <a16:creationId xmlns:a16="http://schemas.microsoft.com/office/drawing/2014/main" id="{CEA760DE-15AF-4386-94F2-BAF22CF88F19}"/>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06" name="24-text-8">
            <a:extLst xmlns:a="http://schemas.openxmlformats.org/drawingml/2006/main">
              <a:ext uri="{FF2B5EF4-FFF2-40B4-BE49-F238E27FC236}">
                <a16:creationId xmlns:a16="http://schemas.microsoft.com/office/drawing/2014/main" id="{754803EB-48BE-438E-9CC1-C1EF77E4C02A}"/>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07" name="24-text-9">
            <a:extLst xmlns:a="http://schemas.openxmlformats.org/drawingml/2006/main">
              <a:ext uri="{FF2B5EF4-FFF2-40B4-BE49-F238E27FC236}">
                <a16:creationId xmlns:a16="http://schemas.microsoft.com/office/drawing/2014/main" id="{CDEA41FF-2B41-47BA-94BC-84D7AAF745D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24-text-10">
            <a:extLst xmlns:a="http://schemas.openxmlformats.org/drawingml/2006/main">
              <a:ext uri="{FF2B5EF4-FFF2-40B4-BE49-F238E27FC236}">
                <a16:creationId xmlns:a16="http://schemas.microsoft.com/office/drawing/2014/main" id="{B1987518-DC4F-4E58-A476-1682D786B02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3CD45248-060B-47CC-B017-220D871D84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99236301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C9FF117D-9C4A-482D-8408-B8FB096DC4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Agent</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437c366d9f5d45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17580331-8BCE-4CCD-BC66-E58E4C43E4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AE9A344F-E578-410E-AE49-EEEF05277E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narrative-number">
            <a:extLst xmlns:a="http://schemas.openxmlformats.org/drawingml/2006/main">
              <a:ext uri="{FF2B5EF4-FFF2-40B4-BE49-F238E27FC236}">
                <a16:creationId xmlns:a16="http://schemas.microsoft.com/office/drawing/2014/main" id="{30E68F97-164C-4005-92FA-BCD32418E6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193292053"/>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7FAD0C05-202A-41F8-881B-21FBF4BDF3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37817674425546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header-divider">
            <a:extLst xmlns:a="http://schemas.openxmlformats.org/drawingml/2006/main">
              <a:ext uri="{FF2B5EF4-FFF2-40B4-BE49-F238E27FC236}">
                <a16:creationId xmlns:a16="http://schemas.microsoft.com/office/drawing/2014/main" id="{518CB043-46D1-4C01-80F0-62ACBB92DD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6-text-1">
            <a:extLst xmlns:a="http://schemas.openxmlformats.org/drawingml/2006/main">
              <a:ext uri="{FF2B5EF4-FFF2-40B4-BE49-F238E27FC236}">
                <a16:creationId xmlns:a16="http://schemas.microsoft.com/office/drawing/2014/main" id="{D894B918-F7E7-483E-A84B-572D39E559C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9" name="26-text-2">
            <a:extLst xmlns:a="http://schemas.openxmlformats.org/drawingml/2006/main">
              <a:ext uri="{FF2B5EF4-FFF2-40B4-BE49-F238E27FC236}">
                <a16:creationId xmlns:a16="http://schemas.microsoft.com/office/drawing/2014/main" id="{B0A63737-893D-4866-8989-B73081D76AA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0" name="26-text-3">
            <a:extLst xmlns:a="http://schemas.openxmlformats.org/drawingml/2006/main">
              <a:ext uri="{FF2B5EF4-FFF2-40B4-BE49-F238E27FC236}">
                <a16:creationId xmlns:a16="http://schemas.microsoft.com/office/drawing/2014/main" id="{040DC347-FFC4-438A-A5E8-7D771BC457F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9" name="26-image-4"/>
          <p:cNvPicPr>
            <a:picLocks xmlns:a="http://schemas.openxmlformats.org/drawingml/2006/main" noChangeAspect="1"/>
          </p:cNvPicPr>
          <p:nvPr/>
        </p:nvPicPr>
        <p:blipFill>
          <a:blip xmlns:r="http://schemas.openxmlformats.org/officeDocument/2006/relationships" xmlns:a="http://schemas.openxmlformats.org/drawingml/2006/main" r:embed="Rb2a0938294234fa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2" name="narrative-number">
            <a:extLst xmlns:a="http://schemas.openxmlformats.org/drawingml/2006/main">
              <a:ext uri="{FF2B5EF4-FFF2-40B4-BE49-F238E27FC236}">
                <a16:creationId xmlns:a16="http://schemas.microsoft.com/office/drawing/2014/main" id="{4670FA89-9F54-4A38-A9FE-589EFEA81D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382127685"/>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B77C8995-BA62-4D8F-8E04-C0D2171C0D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c5f02e5892794b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D060A795-7326-46A3-9AD5-42E01621522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26" name="header-divider">
            <a:extLst xmlns:a="http://schemas.openxmlformats.org/drawingml/2006/main">
              <a:ext uri="{FF2B5EF4-FFF2-40B4-BE49-F238E27FC236}">
                <a16:creationId xmlns:a16="http://schemas.microsoft.com/office/drawing/2014/main" id="{E6CE7B76-C74C-404C-A52B-ABED885FAD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7-text-1">
            <a:extLst xmlns:a="http://schemas.openxmlformats.org/drawingml/2006/main">
              <a:ext uri="{FF2B5EF4-FFF2-40B4-BE49-F238E27FC236}">
                <a16:creationId xmlns:a16="http://schemas.microsoft.com/office/drawing/2014/main" id="{772951D5-13BA-413D-87EE-FB85AFF11676}"/>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28" name="27-text-2">
            <a:extLst xmlns:a="http://schemas.openxmlformats.org/drawingml/2006/main">
              <a:ext uri="{FF2B5EF4-FFF2-40B4-BE49-F238E27FC236}">
                <a16:creationId xmlns:a16="http://schemas.microsoft.com/office/drawing/2014/main" id="{7C343B84-5A79-4840-8A0A-ADE8FF278557}"/>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29" name="27-text-3">
            <a:extLst xmlns:a="http://schemas.openxmlformats.org/drawingml/2006/main">
              <a:ext uri="{FF2B5EF4-FFF2-40B4-BE49-F238E27FC236}">
                <a16:creationId xmlns:a16="http://schemas.microsoft.com/office/drawing/2014/main" id="{3AD36516-FBF6-4BAA-8A5A-32B177303B7C}"/>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30" name="27-text-4">
            <a:extLst xmlns:a="http://schemas.openxmlformats.org/drawingml/2006/main">
              <a:ext uri="{FF2B5EF4-FFF2-40B4-BE49-F238E27FC236}">
                <a16:creationId xmlns:a16="http://schemas.microsoft.com/office/drawing/2014/main" id="{688F55F5-AA5F-48F8-B441-21856B03B76B}"/>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31" name="27-text-5">
            <a:extLst xmlns:a="http://schemas.openxmlformats.org/drawingml/2006/main">
              <a:ext uri="{FF2B5EF4-FFF2-40B4-BE49-F238E27FC236}">
                <a16:creationId xmlns:a16="http://schemas.microsoft.com/office/drawing/2014/main" id="{FB2B146E-EDFB-44C2-9EC7-2A887C62F4C8}"/>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32" name="27-text-6">
            <a:extLst xmlns:a="http://schemas.openxmlformats.org/drawingml/2006/main">
              <a:ext uri="{FF2B5EF4-FFF2-40B4-BE49-F238E27FC236}">
                <a16:creationId xmlns:a16="http://schemas.microsoft.com/office/drawing/2014/main" id="{B6C3D0BC-511E-4B4A-A9C1-18DDE64EE862}"/>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33" name="27-text-7">
            <a:extLst xmlns:a="http://schemas.openxmlformats.org/drawingml/2006/main">
              <a:ext uri="{FF2B5EF4-FFF2-40B4-BE49-F238E27FC236}">
                <a16:creationId xmlns:a16="http://schemas.microsoft.com/office/drawing/2014/main" id="{6EF0EA15-E345-44B1-932D-F504EA2F7E87}"/>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34" name="27-line-9">
            <a:extLst xmlns:a="http://schemas.openxmlformats.org/drawingml/2006/main">
              <a:ext uri="{FF2B5EF4-FFF2-40B4-BE49-F238E27FC236}">
                <a16:creationId xmlns:a16="http://schemas.microsoft.com/office/drawing/2014/main" id="{7B9C9D97-0E99-45AD-BDA7-6F76F34EAFAD}"/>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5" name="27-line-11">
            <a:extLst xmlns:a="http://schemas.openxmlformats.org/drawingml/2006/main">
              <a:ext uri="{FF2B5EF4-FFF2-40B4-BE49-F238E27FC236}">
                <a16:creationId xmlns:a16="http://schemas.microsoft.com/office/drawing/2014/main" id="{82A5C2A9-BF13-4667-AC0C-E0FF4823F9C9}"/>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6" name="27-text-12">
            <a:extLst xmlns:a="http://schemas.openxmlformats.org/drawingml/2006/main">
              <a:ext uri="{FF2B5EF4-FFF2-40B4-BE49-F238E27FC236}">
                <a16:creationId xmlns:a16="http://schemas.microsoft.com/office/drawing/2014/main" id="{6A258947-EF57-45BE-9761-15B89B8F4D3F}"/>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37" name="27-text-13">
            <a:extLst xmlns:a="http://schemas.openxmlformats.org/drawingml/2006/main">
              <a:ext uri="{FF2B5EF4-FFF2-40B4-BE49-F238E27FC236}">
                <a16:creationId xmlns:a16="http://schemas.microsoft.com/office/drawing/2014/main" id="{76EA25E3-0466-4FCD-ACF9-2284332D90EA}"/>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38" name="narrative-number">
            <a:extLst xmlns:a="http://schemas.openxmlformats.org/drawingml/2006/main">
              <a:ext uri="{FF2B5EF4-FFF2-40B4-BE49-F238E27FC236}">
                <a16:creationId xmlns:a16="http://schemas.microsoft.com/office/drawing/2014/main" id="{08C939A3-7629-4106-9BD5-6843A30F25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696635188"/>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02397361-14E3-4ED6-B4BB-3F79188C88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7" name="mini-map"/>
          <p:cNvPicPr>
            <a:picLocks xmlns:a="http://schemas.openxmlformats.org/drawingml/2006/main" noChangeAspect="1"/>
          </p:cNvPicPr>
          <p:nvPr/>
        </p:nvPicPr>
        <p:blipFill>
          <a:blip xmlns:r="http://schemas.openxmlformats.org/officeDocument/2006/relationships" xmlns:a="http://schemas.openxmlformats.org/drawingml/2006/main" r:embed="R9660ba95c62f4c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5912E89C-8021-4211-920A-53FDFCC32E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42" name="header-divider">
            <a:extLst xmlns:a="http://schemas.openxmlformats.org/drawingml/2006/main">
              <a:ext uri="{FF2B5EF4-FFF2-40B4-BE49-F238E27FC236}">
                <a16:creationId xmlns:a16="http://schemas.microsoft.com/office/drawing/2014/main" id="{7A4DD861-626F-4CE3-9B5C-69A9C52D7D7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50" name="28-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4" name="28-text-2">
            <a:extLst xmlns:a="http://schemas.openxmlformats.org/drawingml/2006/main">
              <a:ext uri="{FF2B5EF4-FFF2-40B4-BE49-F238E27FC236}">
                <a16:creationId xmlns:a16="http://schemas.microsoft.com/office/drawing/2014/main" id="{B0CFF9D2-0029-4696-AC0E-53950BB84D3A}"/>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45" name="narrative-number">
            <a:extLst xmlns:a="http://schemas.openxmlformats.org/drawingml/2006/main">
              <a:ext uri="{FF2B5EF4-FFF2-40B4-BE49-F238E27FC236}">
                <a16:creationId xmlns:a16="http://schemas.microsoft.com/office/drawing/2014/main" id="{596174E8-A7A9-4D3B-BF59-8A3E8EDB17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724953330"/>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6" name="!!area-name">
            <a:extLst xmlns:a="http://schemas.openxmlformats.org/drawingml/2006/main">
              <a:ext uri="{FF2B5EF4-FFF2-40B4-BE49-F238E27FC236}">
                <a16:creationId xmlns:a16="http://schemas.microsoft.com/office/drawing/2014/main" id="{DD9D44FA-D5E9-45A6-911D-A85F006548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60" name="mini-map"/>
          <p:cNvPicPr>
            <a:picLocks xmlns:a="http://schemas.openxmlformats.org/drawingml/2006/main" noChangeAspect="1"/>
          </p:cNvPicPr>
          <p:nvPr/>
        </p:nvPicPr>
        <p:blipFill>
          <a:blip xmlns:r="http://schemas.openxmlformats.org/officeDocument/2006/relationships" xmlns:a="http://schemas.openxmlformats.org/drawingml/2006/main" r:embed="R34d875fcc21a47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8" name="slide-title">
            <a:extLst xmlns:a="http://schemas.openxmlformats.org/drawingml/2006/main">
              <a:ext uri="{FF2B5EF4-FFF2-40B4-BE49-F238E27FC236}">
                <a16:creationId xmlns:a16="http://schemas.microsoft.com/office/drawing/2014/main" id="{9D80F104-0676-4938-A668-80E4784910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9" name="header-divider">
            <a:extLst xmlns:a="http://schemas.openxmlformats.org/drawingml/2006/main">
              <a:ext uri="{FF2B5EF4-FFF2-40B4-BE49-F238E27FC236}">
                <a16:creationId xmlns:a16="http://schemas.microsoft.com/office/drawing/2014/main" id="{046B55B4-E6BC-4901-8A6D-AB0D1B78E2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0" name="29-text-1">
            <a:extLst xmlns:a="http://schemas.openxmlformats.org/drawingml/2006/main">
              <a:ext uri="{FF2B5EF4-FFF2-40B4-BE49-F238E27FC236}">
                <a16:creationId xmlns:a16="http://schemas.microsoft.com/office/drawing/2014/main" id="{A33226C0-0509-4890-A2E2-BD167DFA8C3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51" name="29-text-2">
            <a:extLst xmlns:a="http://schemas.openxmlformats.org/drawingml/2006/main">
              <a:ext uri="{FF2B5EF4-FFF2-40B4-BE49-F238E27FC236}">
                <a16:creationId xmlns:a16="http://schemas.microsoft.com/office/drawing/2014/main" id="{EABE549E-9456-49CE-8385-CB5DD1FD08F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52" name="29-text-3">
            <a:extLst xmlns:a="http://schemas.openxmlformats.org/drawingml/2006/main">
              <a:ext uri="{FF2B5EF4-FFF2-40B4-BE49-F238E27FC236}">
                <a16:creationId xmlns:a16="http://schemas.microsoft.com/office/drawing/2014/main" id="{D374D58C-6FC3-4BCE-B964-E9C1ED1CB27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53" name="29-text-4">
            <a:extLst xmlns:a="http://schemas.openxmlformats.org/drawingml/2006/main">
              <a:ext uri="{FF2B5EF4-FFF2-40B4-BE49-F238E27FC236}">
                <a16:creationId xmlns:a16="http://schemas.microsoft.com/office/drawing/2014/main" id="{656D818D-D2B4-4BE0-B2D7-635F091CFC9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54" name="29-text-5">
            <a:extLst xmlns:a="http://schemas.openxmlformats.org/drawingml/2006/main">
              <a:ext uri="{FF2B5EF4-FFF2-40B4-BE49-F238E27FC236}">
                <a16:creationId xmlns:a16="http://schemas.microsoft.com/office/drawing/2014/main" id="{C572FB88-9A0C-496A-BA93-0171905A595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5" name="29-text-6">
            <a:extLst xmlns:a="http://schemas.openxmlformats.org/drawingml/2006/main">
              <a:ext uri="{FF2B5EF4-FFF2-40B4-BE49-F238E27FC236}">
                <a16:creationId xmlns:a16="http://schemas.microsoft.com/office/drawing/2014/main" id="{32DFAAAB-EB4D-43FE-84BE-CD200DF6C8D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56" name="29-text-7">
            <a:extLst xmlns:a="http://schemas.openxmlformats.org/drawingml/2006/main">
              <a:ext uri="{FF2B5EF4-FFF2-40B4-BE49-F238E27FC236}">
                <a16:creationId xmlns:a16="http://schemas.microsoft.com/office/drawing/2014/main" id="{57DD3BAF-659B-4DB2-9BD2-F89178AB2D2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7" name="29-text-8">
            <a:extLst xmlns:a="http://schemas.openxmlformats.org/drawingml/2006/main">
              <a:ext uri="{FF2B5EF4-FFF2-40B4-BE49-F238E27FC236}">
                <a16:creationId xmlns:a16="http://schemas.microsoft.com/office/drawing/2014/main" id="{697235E3-23B2-4B17-856C-C63002B64B5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8" name="narrative-number">
            <a:extLst xmlns:a="http://schemas.openxmlformats.org/drawingml/2006/main">
              <a:ext uri="{FF2B5EF4-FFF2-40B4-BE49-F238E27FC236}">
                <a16:creationId xmlns:a16="http://schemas.microsoft.com/office/drawing/2014/main" id="{9701E5EE-283A-4119-8F5D-13C6F156FE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65475049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9" name="!!area-name">
            <a:extLst xmlns:a="http://schemas.openxmlformats.org/drawingml/2006/main">
              <a:ext uri="{FF2B5EF4-FFF2-40B4-BE49-F238E27FC236}">
                <a16:creationId xmlns:a16="http://schemas.microsoft.com/office/drawing/2014/main" id="{C3D20530-53D4-4742-B60A-DC45FAFEB2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Agent</a:t>
            </a:r>
          </a:p>
        </p:txBody>
      </p:sp>
      <p:pic>
        <p:nvPicPr>
          <p:cNvPr id="265" name="mini-map"/>
          <p:cNvPicPr>
            <a:picLocks xmlns:a="http://schemas.openxmlformats.org/drawingml/2006/main" noChangeAspect="1"/>
          </p:cNvPicPr>
          <p:nvPr/>
        </p:nvPicPr>
        <p:blipFill>
          <a:blip xmlns:r="http://schemas.openxmlformats.org/officeDocument/2006/relationships" xmlns:a="http://schemas.openxmlformats.org/drawingml/2006/main" r:embed="Re348bba61e8c42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1" name="slide-title">
            <a:extLst xmlns:a="http://schemas.openxmlformats.org/drawingml/2006/main">
              <a:ext uri="{FF2B5EF4-FFF2-40B4-BE49-F238E27FC236}">
                <a16:creationId xmlns:a16="http://schemas.microsoft.com/office/drawing/2014/main" id="{D9E7AF2E-17D7-4C52-9595-D1301706A4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62" name="header-divider">
            <a:extLst xmlns:a="http://schemas.openxmlformats.org/drawingml/2006/main">
              <a:ext uri="{FF2B5EF4-FFF2-40B4-BE49-F238E27FC236}">
                <a16:creationId xmlns:a16="http://schemas.microsoft.com/office/drawing/2014/main" id="{A1C3E435-CC82-457F-A34D-03820027CB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narrative-number">
            <a:extLst xmlns:a="http://schemas.openxmlformats.org/drawingml/2006/main">
              <a:ext uri="{FF2B5EF4-FFF2-40B4-BE49-F238E27FC236}">
                <a16:creationId xmlns:a16="http://schemas.microsoft.com/office/drawing/2014/main" id="{E3D0D205-E034-4C97-A13F-06CED48B64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7405528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4" name="!!area-name">
            <a:extLst xmlns:a="http://schemas.openxmlformats.org/drawingml/2006/main">
              <a:ext uri="{FF2B5EF4-FFF2-40B4-BE49-F238E27FC236}">
                <a16:creationId xmlns:a16="http://schemas.microsoft.com/office/drawing/2014/main" id="{D291AF53-5C88-4DA9-BAE3-5459D3AB44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3" name="mini-map"/>
          <p:cNvPicPr>
            <a:picLocks xmlns:a="http://schemas.openxmlformats.org/drawingml/2006/main" noChangeAspect="1"/>
          </p:cNvPicPr>
          <p:nvPr/>
        </p:nvPicPr>
        <p:blipFill>
          <a:blip xmlns:r="http://schemas.openxmlformats.org/officeDocument/2006/relationships" xmlns:a="http://schemas.openxmlformats.org/drawingml/2006/main" r:embed="Radb16d91bc8c45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6" name="header-divider">
            <a:extLst xmlns:a="http://schemas.openxmlformats.org/drawingml/2006/main">
              <a:ext uri="{FF2B5EF4-FFF2-40B4-BE49-F238E27FC236}">
                <a16:creationId xmlns:a16="http://schemas.microsoft.com/office/drawing/2014/main" id="{F27568B2-EAD1-4E36-9C7D-18C5826FB0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7" name="31-text-1">
            <a:extLst xmlns:a="http://schemas.openxmlformats.org/drawingml/2006/main">
              <a:ext uri="{FF2B5EF4-FFF2-40B4-BE49-F238E27FC236}">
                <a16:creationId xmlns:a16="http://schemas.microsoft.com/office/drawing/2014/main" id="{DDE9A067-02D4-437A-A454-8BA9C2F9B99D}"/>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68" name="31-text-2">
            <a:extLst xmlns:a="http://schemas.openxmlformats.org/drawingml/2006/main">
              <a:ext uri="{FF2B5EF4-FFF2-40B4-BE49-F238E27FC236}">
                <a16:creationId xmlns:a16="http://schemas.microsoft.com/office/drawing/2014/main" id="{3CE90BFB-EFFE-438A-9AAF-2A9587D3A57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69" name="31-text-3">
            <a:extLst xmlns:a="http://schemas.openxmlformats.org/drawingml/2006/main">
              <a:ext uri="{FF2B5EF4-FFF2-40B4-BE49-F238E27FC236}">
                <a16:creationId xmlns:a16="http://schemas.microsoft.com/office/drawing/2014/main" id="{772C1C08-9C83-4D6F-BE56-B66AEDF2558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78" name="31-image-4"/>
          <p:cNvPicPr>
            <a:picLocks xmlns:a="http://schemas.openxmlformats.org/drawingml/2006/main" noChangeAspect="1"/>
          </p:cNvPicPr>
          <p:nvPr/>
        </p:nvPicPr>
        <p:blipFill>
          <a:blip xmlns:r="http://schemas.openxmlformats.org/officeDocument/2006/relationships" xmlns:a="http://schemas.openxmlformats.org/drawingml/2006/main" r:embed="Rbcda7edb6a3e4c0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1" name="narrative-number">
            <a:extLst xmlns:a="http://schemas.openxmlformats.org/drawingml/2006/main">
              <a:ext uri="{FF2B5EF4-FFF2-40B4-BE49-F238E27FC236}">
                <a16:creationId xmlns:a16="http://schemas.microsoft.com/office/drawing/2014/main" id="{7AC4BC35-595E-4C1D-BC53-18FCC80978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661075103"/>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2" name="!!area-name">
            <a:extLst xmlns:a="http://schemas.openxmlformats.org/drawingml/2006/main">
              <a:ext uri="{FF2B5EF4-FFF2-40B4-BE49-F238E27FC236}">
                <a16:creationId xmlns:a16="http://schemas.microsoft.com/office/drawing/2014/main" id="{6FF43D68-5413-4BA1-BD19-71C5BAD7B3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ed7d32727d2e40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4" name="slide-title">
            <a:extLst xmlns:a="http://schemas.openxmlformats.org/drawingml/2006/main">
              <a:ext uri="{FF2B5EF4-FFF2-40B4-BE49-F238E27FC236}">
                <a16:creationId xmlns:a16="http://schemas.microsoft.com/office/drawing/2014/main" id="{78D6299E-D3C3-442D-8119-8CB4FA59AA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5" name="header-divider">
            <a:extLst xmlns:a="http://schemas.openxmlformats.org/drawingml/2006/main">
              <a:ext uri="{FF2B5EF4-FFF2-40B4-BE49-F238E27FC236}">
                <a16:creationId xmlns:a16="http://schemas.microsoft.com/office/drawing/2014/main" id="{A21D282A-469C-4F71-91C7-C384B006A5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6" name="32-text-1">
            <a:extLst xmlns:a="http://schemas.openxmlformats.org/drawingml/2006/main">
              <a:ext uri="{FF2B5EF4-FFF2-40B4-BE49-F238E27FC236}">
                <a16:creationId xmlns:a16="http://schemas.microsoft.com/office/drawing/2014/main" id="{435F1FEA-4C8F-4F7A-955D-EA9D0179A6EA}"/>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77" name="32-text-2">
            <a:extLst xmlns:a="http://schemas.openxmlformats.org/drawingml/2006/main">
              <a:ext uri="{FF2B5EF4-FFF2-40B4-BE49-F238E27FC236}">
                <a16:creationId xmlns:a16="http://schemas.microsoft.com/office/drawing/2014/main" id="{997E4ED2-FDD8-4735-8DD1-AE3D21F880BC}"/>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278" name="32-text-3">
            <a:extLst xmlns:a="http://schemas.openxmlformats.org/drawingml/2006/main">
              <a:ext uri="{FF2B5EF4-FFF2-40B4-BE49-F238E27FC236}">
                <a16:creationId xmlns:a16="http://schemas.microsoft.com/office/drawing/2014/main" id="{28FA0B3F-4A78-4AA3-9B45-1656605FB046}"/>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79" name="32-text-4">
            <a:extLst xmlns:a="http://schemas.openxmlformats.org/drawingml/2006/main">
              <a:ext uri="{FF2B5EF4-FFF2-40B4-BE49-F238E27FC236}">
                <a16:creationId xmlns:a16="http://schemas.microsoft.com/office/drawing/2014/main" id="{2DB9FC55-2A3D-498C-9FD0-DBBFCCB84F17}"/>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280" name="32-text-5">
            <a:extLst xmlns:a="http://schemas.openxmlformats.org/drawingml/2006/main">
              <a:ext uri="{FF2B5EF4-FFF2-40B4-BE49-F238E27FC236}">
                <a16:creationId xmlns:a16="http://schemas.microsoft.com/office/drawing/2014/main" id="{4E68D3E7-3FCF-49C6-953A-8E1B261B3034}"/>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281" name="32-text-6">
            <a:extLst xmlns:a="http://schemas.openxmlformats.org/drawingml/2006/main">
              <a:ext uri="{FF2B5EF4-FFF2-40B4-BE49-F238E27FC236}">
                <a16:creationId xmlns:a16="http://schemas.microsoft.com/office/drawing/2014/main" id="{7061940E-B49A-40A1-B3A7-5C75BB68D869}"/>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282" name="32-line-8">
            <a:extLst xmlns:a="http://schemas.openxmlformats.org/drawingml/2006/main">
              <a:ext uri="{FF2B5EF4-FFF2-40B4-BE49-F238E27FC236}">
                <a16:creationId xmlns:a16="http://schemas.microsoft.com/office/drawing/2014/main" id="{AD785C6A-6E86-4A19-8C98-F125FA7499CB}"/>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3" name="32-line-10">
            <a:extLst xmlns:a="http://schemas.openxmlformats.org/drawingml/2006/main">
              <a:ext uri="{FF2B5EF4-FFF2-40B4-BE49-F238E27FC236}">
                <a16:creationId xmlns:a16="http://schemas.microsoft.com/office/drawing/2014/main" id="{B16984DD-5F96-4E73-BE9A-158B80B4BB67}"/>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4" name="bounded-agent-loop-stage">
            <a:extLst xmlns:a="http://schemas.openxmlformats.org/drawingml/2006/main">
              <a:ext uri="{FF2B5EF4-FFF2-40B4-BE49-F238E27FC236}">
                <a16:creationId xmlns:a16="http://schemas.microsoft.com/office/drawing/2014/main" id="{58EBE986-F3B2-4CC4-83D2-17F51B38CD6A}"/>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85" name="32-text-11">
            <a:extLst xmlns:a="http://schemas.openxmlformats.org/drawingml/2006/main">
              <a:ext uri="{FF2B5EF4-FFF2-40B4-BE49-F238E27FC236}">
                <a16:creationId xmlns:a16="http://schemas.microsoft.com/office/drawing/2014/main" id="{F8B27948-9149-422C-8F74-4637F41D65AE}"/>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286" name="32-text-12">
            <a:extLst xmlns:a="http://schemas.openxmlformats.org/drawingml/2006/main">
              <a:ext uri="{FF2B5EF4-FFF2-40B4-BE49-F238E27FC236}">
                <a16:creationId xmlns:a16="http://schemas.microsoft.com/office/drawing/2014/main" id="{EA5F3B0E-3E06-491F-BFDD-E2A7CB8BCB9A}"/>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287" name="32-text-13">
            <a:extLst xmlns:a="http://schemas.openxmlformats.org/drawingml/2006/main">
              <a:ext uri="{FF2B5EF4-FFF2-40B4-BE49-F238E27FC236}">
                <a16:creationId xmlns:a16="http://schemas.microsoft.com/office/drawing/2014/main" id="{6573A4CE-4335-4E78-ADD8-FAABACF1CF73}"/>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288" name="32-text-14">
            <a:extLst xmlns:a="http://schemas.openxmlformats.org/drawingml/2006/main">
              <a:ext uri="{FF2B5EF4-FFF2-40B4-BE49-F238E27FC236}">
                <a16:creationId xmlns:a16="http://schemas.microsoft.com/office/drawing/2014/main" id="{B78128C2-1CBE-430D-A1DF-7B6F4C372E4F}"/>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89" name="32-line-16">
            <a:extLst xmlns:a="http://schemas.openxmlformats.org/drawingml/2006/main">
              <a:ext uri="{FF2B5EF4-FFF2-40B4-BE49-F238E27FC236}">
                <a16:creationId xmlns:a16="http://schemas.microsoft.com/office/drawing/2014/main" id="{6335B81F-10EC-4F54-A59A-FD8B79F0CFCA}"/>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32-line-18">
            <a:extLst xmlns:a="http://schemas.openxmlformats.org/drawingml/2006/main">
              <a:ext uri="{FF2B5EF4-FFF2-40B4-BE49-F238E27FC236}">
                <a16:creationId xmlns:a16="http://schemas.microsoft.com/office/drawing/2014/main" id="{02D1599A-6241-4FDA-82AF-F4691E13B32B}"/>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32-line-20">
            <a:extLst xmlns:a="http://schemas.openxmlformats.org/drawingml/2006/main">
              <a:ext uri="{FF2B5EF4-FFF2-40B4-BE49-F238E27FC236}">
                <a16:creationId xmlns:a16="http://schemas.microsoft.com/office/drawing/2014/main" id="{6FFD92A3-4F95-47D3-8C80-1EC83E25606A}"/>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2" name="32-line-22">
            <a:extLst xmlns:a="http://schemas.openxmlformats.org/drawingml/2006/main">
              <a:ext uri="{FF2B5EF4-FFF2-40B4-BE49-F238E27FC236}">
                <a16:creationId xmlns:a16="http://schemas.microsoft.com/office/drawing/2014/main" id="{2EF154AD-4166-452B-9BCF-139F2FD37B31}"/>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3" name="32-line-24">
            <a:extLst xmlns:a="http://schemas.openxmlformats.org/drawingml/2006/main">
              <a:ext uri="{FF2B5EF4-FFF2-40B4-BE49-F238E27FC236}">
                <a16:creationId xmlns:a16="http://schemas.microsoft.com/office/drawing/2014/main" id="{14EAFED7-BABA-4DB5-A566-51129D2291F8}"/>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4" name="narrative-number">
            <a:extLst xmlns:a="http://schemas.openxmlformats.org/drawingml/2006/main">
              <a:ext uri="{FF2B5EF4-FFF2-40B4-BE49-F238E27FC236}">
                <a16:creationId xmlns:a16="http://schemas.microsoft.com/office/drawing/2014/main" id="{51AE679F-E702-47A1-A28A-CECA41A81B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511803959"/>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78242A84-B355-4670-B2F5-E7C3066627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d9c3dbd498654a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CA04FB8D-C27F-4EA9-8A98-4022AA669B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298" name="header-divider">
            <a:extLst xmlns:a="http://schemas.openxmlformats.org/drawingml/2006/main">
              <a:ext uri="{FF2B5EF4-FFF2-40B4-BE49-F238E27FC236}">
                <a16:creationId xmlns:a16="http://schemas.microsoft.com/office/drawing/2014/main" id="{E7CDD363-2ED5-441B-85ED-9F34C152D5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33-text-1">
            <a:extLst xmlns:a="http://schemas.openxmlformats.org/drawingml/2006/main">
              <a:ext uri="{FF2B5EF4-FFF2-40B4-BE49-F238E27FC236}">
                <a16:creationId xmlns:a16="http://schemas.microsoft.com/office/drawing/2014/main" id="{833E2718-1174-4D66-8054-7E52FF8E1D5D}"/>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00" name="33-text-2">
            <a:extLst xmlns:a="http://schemas.openxmlformats.org/drawingml/2006/main">
              <a:ext uri="{FF2B5EF4-FFF2-40B4-BE49-F238E27FC236}">
                <a16:creationId xmlns:a16="http://schemas.microsoft.com/office/drawing/2014/main" id="{10DCEDD2-4F77-40E4-977E-98D27471495A}"/>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01" name="33-text-3">
            <a:extLst xmlns:a="http://schemas.openxmlformats.org/drawingml/2006/main">
              <a:ext uri="{FF2B5EF4-FFF2-40B4-BE49-F238E27FC236}">
                <a16:creationId xmlns:a16="http://schemas.microsoft.com/office/drawing/2014/main" id="{A684FFE3-60AB-44B9-A523-D17882186D43}"/>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02" name="33-text-4">
            <a:extLst xmlns:a="http://schemas.openxmlformats.org/drawingml/2006/main">
              <a:ext uri="{FF2B5EF4-FFF2-40B4-BE49-F238E27FC236}">
                <a16:creationId xmlns:a16="http://schemas.microsoft.com/office/drawing/2014/main" id="{738586B4-EB3C-4D51-80BB-CCB3732B640C}"/>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03" name="33-text-5">
            <a:extLst xmlns:a="http://schemas.openxmlformats.org/drawingml/2006/main">
              <a:ext uri="{FF2B5EF4-FFF2-40B4-BE49-F238E27FC236}">
                <a16:creationId xmlns:a16="http://schemas.microsoft.com/office/drawing/2014/main" id="{25388801-3BA1-4FD0-A0D9-827001CBA8D3}"/>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04" name="33-text-6">
            <a:extLst xmlns:a="http://schemas.openxmlformats.org/drawingml/2006/main">
              <a:ext uri="{FF2B5EF4-FFF2-40B4-BE49-F238E27FC236}">
                <a16:creationId xmlns:a16="http://schemas.microsoft.com/office/drawing/2014/main" id="{848CC2A8-6194-4180-B864-3D7A7EEF850B}"/>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05" name="33-text-7">
            <a:extLst xmlns:a="http://schemas.openxmlformats.org/drawingml/2006/main">
              <a:ext uri="{FF2B5EF4-FFF2-40B4-BE49-F238E27FC236}">
                <a16:creationId xmlns:a16="http://schemas.microsoft.com/office/drawing/2014/main" id="{8DBD2B96-567F-4751-A3F8-CDFD83843C93}"/>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06" name="narrative-number">
            <a:extLst xmlns:a="http://schemas.openxmlformats.org/drawingml/2006/main">
              <a:ext uri="{FF2B5EF4-FFF2-40B4-BE49-F238E27FC236}">
                <a16:creationId xmlns:a16="http://schemas.microsoft.com/office/drawing/2014/main" id="{880BE65A-15EB-4011-A2F6-C4BB3296CE6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156873914"/>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FC153759-2BC9-40D9-AEB3-F7F94B0A64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98d41be39109496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B3CD647A-4BBE-4719-B2D8-1990C4E629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10" name="header-divider">
            <a:extLst xmlns:a="http://schemas.openxmlformats.org/drawingml/2006/main">
              <a:ext uri="{FF2B5EF4-FFF2-40B4-BE49-F238E27FC236}">
                <a16:creationId xmlns:a16="http://schemas.microsoft.com/office/drawing/2014/main" id="{034BE080-DBDD-45BB-9773-C7F793B008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34-text-1">
            <a:extLst xmlns:a="http://schemas.openxmlformats.org/drawingml/2006/main">
              <a:ext uri="{FF2B5EF4-FFF2-40B4-BE49-F238E27FC236}">
                <a16:creationId xmlns:a16="http://schemas.microsoft.com/office/drawing/2014/main" id="{FC8F73CA-C9C1-4E49-B9C4-4FBBF18CC9F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12" name="34-text-2">
            <a:extLst xmlns:a="http://schemas.openxmlformats.org/drawingml/2006/main">
              <a:ext uri="{FF2B5EF4-FFF2-40B4-BE49-F238E27FC236}">
                <a16:creationId xmlns:a16="http://schemas.microsoft.com/office/drawing/2014/main" id="{513AE52E-25D0-457B-BA5D-561E0B326DC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13" name="34-text-3">
            <a:extLst xmlns:a="http://schemas.openxmlformats.org/drawingml/2006/main">
              <a:ext uri="{FF2B5EF4-FFF2-40B4-BE49-F238E27FC236}">
                <a16:creationId xmlns:a16="http://schemas.microsoft.com/office/drawing/2014/main" id="{5396966B-EAD6-48B0-9259-F8DE5E9A463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14" name="34-text-4">
            <a:extLst xmlns:a="http://schemas.openxmlformats.org/drawingml/2006/main">
              <a:ext uri="{FF2B5EF4-FFF2-40B4-BE49-F238E27FC236}">
                <a16:creationId xmlns:a16="http://schemas.microsoft.com/office/drawing/2014/main" id="{8A57DA8F-BCA7-4440-B2BB-8DE4C6A42A2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15" name="34-text-5">
            <a:extLst xmlns:a="http://schemas.openxmlformats.org/drawingml/2006/main">
              <a:ext uri="{FF2B5EF4-FFF2-40B4-BE49-F238E27FC236}">
                <a16:creationId xmlns:a16="http://schemas.microsoft.com/office/drawing/2014/main" id="{B052261D-1100-495B-9323-C74FC68900F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6" name="34-text-6">
            <a:extLst xmlns:a="http://schemas.openxmlformats.org/drawingml/2006/main">
              <a:ext uri="{FF2B5EF4-FFF2-40B4-BE49-F238E27FC236}">
                <a16:creationId xmlns:a16="http://schemas.microsoft.com/office/drawing/2014/main" id="{73B0501F-3C6E-46F7-8BBE-E13B21C6589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17" name="34-text-7">
            <a:extLst xmlns:a="http://schemas.openxmlformats.org/drawingml/2006/main">
              <a:ext uri="{FF2B5EF4-FFF2-40B4-BE49-F238E27FC236}">
                <a16:creationId xmlns:a16="http://schemas.microsoft.com/office/drawing/2014/main" id="{35A7F2F7-00D6-446B-985D-2BD71623894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18" name="34-text-8">
            <a:extLst xmlns:a="http://schemas.openxmlformats.org/drawingml/2006/main">
              <a:ext uri="{FF2B5EF4-FFF2-40B4-BE49-F238E27FC236}">
                <a16:creationId xmlns:a16="http://schemas.microsoft.com/office/drawing/2014/main" id="{8DD0A2B3-F0ED-4536-A3F5-8438D327A5A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19" name="narrative-number">
            <a:extLst xmlns:a="http://schemas.openxmlformats.org/drawingml/2006/main">
              <a:ext uri="{FF2B5EF4-FFF2-40B4-BE49-F238E27FC236}">
                <a16:creationId xmlns:a16="http://schemas.microsoft.com/office/drawing/2014/main" id="{4723B941-C6AA-49C2-B62B-96147F2E95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830744067"/>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101DA6DA-DDA8-4814-BD65-759FA5991B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Agent</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a93c37d07b9d42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6A141511-7AD4-4B14-B88E-6EF3C62FDC1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23" name="header-divider">
            <a:extLst xmlns:a="http://schemas.openxmlformats.org/drawingml/2006/main">
              <a:ext uri="{FF2B5EF4-FFF2-40B4-BE49-F238E27FC236}">
                <a16:creationId xmlns:a16="http://schemas.microsoft.com/office/drawing/2014/main" id="{4169AF68-5EF0-453D-B5F8-BB8C841A20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narrative-number">
            <a:extLst xmlns:a="http://schemas.openxmlformats.org/drawingml/2006/main">
              <a:ext uri="{FF2B5EF4-FFF2-40B4-BE49-F238E27FC236}">
                <a16:creationId xmlns:a16="http://schemas.microsoft.com/office/drawing/2014/main" id="{F84CE940-0450-4D0B-8F38-48647402C1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98168322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ADC5CCB8-B675-40FF-8725-20BCB37026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34" name="mini-map"/>
          <p:cNvPicPr>
            <a:picLocks xmlns:a="http://schemas.openxmlformats.org/drawingml/2006/main" noChangeAspect="1"/>
          </p:cNvPicPr>
          <p:nvPr/>
        </p:nvPicPr>
        <p:blipFill>
          <a:blip xmlns:r="http://schemas.openxmlformats.org/officeDocument/2006/relationships" xmlns:a="http://schemas.openxmlformats.org/drawingml/2006/main" r:embed="R1538df9281c149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38C4D091-AA4B-4CEF-A78E-530DC2FD57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36-text-1">
            <a:extLst xmlns:a="http://schemas.openxmlformats.org/drawingml/2006/main">
              <a:ext uri="{FF2B5EF4-FFF2-40B4-BE49-F238E27FC236}">
                <a16:creationId xmlns:a16="http://schemas.microsoft.com/office/drawing/2014/main" id="{83AEB83C-DA83-4C13-9D65-29F8D043B78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29" name="36-text-2">
            <a:extLst xmlns:a="http://schemas.openxmlformats.org/drawingml/2006/main">
              <a:ext uri="{FF2B5EF4-FFF2-40B4-BE49-F238E27FC236}">
                <a16:creationId xmlns:a16="http://schemas.microsoft.com/office/drawing/2014/main" id="{7021313E-6F83-40DB-9CE2-A6DF7B5B992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30" name="36-text-3">
            <a:extLst xmlns:a="http://schemas.openxmlformats.org/drawingml/2006/main">
              <a:ext uri="{FF2B5EF4-FFF2-40B4-BE49-F238E27FC236}">
                <a16:creationId xmlns:a16="http://schemas.microsoft.com/office/drawing/2014/main" id="{6D8F87DB-B617-4686-A723-6A76BDD020D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39" name="36-image-4"/>
          <p:cNvPicPr>
            <a:picLocks xmlns:a="http://schemas.openxmlformats.org/drawingml/2006/main" noChangeAspect="1"/>
          </p:cNvPicPr>
          <p:nvPr/>
        </p:nvPicPr>
        <p:blipFill>
          <a:blip xmlns:r="http://schemas.openxmlformats.org/officeDocument/2006/relationships" xmlns:a="http://schemas.openxmlformats.org/drawingml/2006/main" r:embed="R8313a85d1bcd4db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32" name="narrative-number">
            <a:extLst xmlns:a="http://schemas.openxmlformats.org/drawingml/2006/main">
              <a:ext uri="{FF2B5EF4-FFF2-40B4-BE49-F238E27FC236}">
                <a16:creationId xmlns:a16="http://schemas.microsoft.com/office/drawing/2014/main" id="{A913842F-E613-4CBE-8656-D98C74E3C2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162228677"/>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3" name="!!area-name">
            <a:extLst xmlns:a="http://schemas.openxmlformats.org/drawingml/2006/main">
              <a:ext uri="{FF2B5EF4-FFF2-40B4-BE49-F238E27FC236}">
                <a16:creationId xmlns:a16="http://schemas.microsoft.com/office/drawing/2014/main" id="{8709F110-7501-448A-8173-BB00137AA3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8cdeca41f1ee4a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5" name="slide-title">
            <a:extLst xmlns:a="http://schemas.openxmlformats.org/drawingml/2006/main">
              <a:ext uri="{FF2B5EF4-FFF2-40B4-BE49-F238E27FC236}">
                <a16:creationId xmlns:a16="http://schemas.microsoft.com/office/drawing/2014/main" id="{1A8B0737-99B6-4F5D-8849-0583710A08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36" name="header-divider">
            <a:extLst xmlns:a="http://schemas.openxmlformats.org/drawingml/2006/main">
              <a:ext uri="{FF2B5EF4-FFF2-40B4-BE49-F238E27FC236}">
                <a16:creationId xmlns:a16="http://schemas.microsoft.com/office/drawing/2014/main" id="{23F1A2C1-EF80-4BA6-ACDC-A01F7A637F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37-text-1">
            <a:extLst xmlns:a="http://schemas.openxmlformats.org/drawingml/2006/main">
              <a:ext uri="{FF2B5EF4-FFF2-40B4-BE49-F238E27FC236}">
                <a16:creationId xmlns:a16="http://schemas.microsoft.com/office/drawing/2014/main" id="{D430DB73-887F-4419-AF81-10825AC1F74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38" name="37-text-2">
            <a:extLst xmlns:a="http://schemas.openxmlformats.org/drawingml/2006/main">
              <a:ext uri="{FF2B5EF4-FFF2-40B4-BE49-F238E27FC236}">
                <a16:creationId xmlns:a16="http://schemas.microsoft.com/office/drawing/2014/main" id="{5BD08A79-B2D2-4221-9C57-47EABE99CA75}"/>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39" name="37-text-3">
            <a:extLst xmlns:a="http://schemas.openxmlformats.org/drawingml/2006/main">
              <a:ext uri="{FF2B5EF4-FFF2-40B4-BE49-F238E27FC236}">
                <a16:creationId xmlns:a16="http://schemas.microsoft.com/office/drawing/2014/main" id="{4F18A261-7677-4D80-8A37-44A688C8BAE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40" name="37-text-4">
            <a:extLst xmlns:a="http://schemas.openxmlformats.org/drawingml/2006/main">
              <a:ext uri="{FF2B5EF4-FFF2-40B4-BE49-F238E27FC236}">
                <a16:creationId xmlns:a16="http://schemas.microsoft.com/office/drawing/2014/main" id="{EAC1AE67-BFA8-4EBE-ADB3-E6B0495C2669}"/>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41" name="37-shape-5">
            <a:extLst xmlns:a="http://schemas.openxmlformats.org/drawingml/2006/main">
              <a:ext uri="{FF2B5EF4-FFF2-40B4-BE49-F238E27FC236}">
                <a16:creationId xmlns:a16="http://schemas.microsoft.com/office/drawing/2014/main" id="{5DA94E54-FACF-4B57-9C76-F6650BA43934}"/>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37-text-6">
            <a:extLst xmlns:a="http://schemas.openxmlformats.org/drawingml/2006/main">
              <a:ext uri="{FF2B5EF4-FFF2-40B4-BE49-F238E27FC236}">
                <a16:creationId xmlns:a16="http://schemas.microsoft.com/office/drawing/2014/main" id="{F00FC4F9-970F-467B-9FD1-CDAA6383BB1D}"/>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43" name="37-text-7">
            <a:extLst xmlns:a="http://schemas.openxmlformats.org/drawingml/2006/main">
              <a:ext uri="{FF2B5EF4-FFF2-40B4-BE49-F238E27FC236}">
                <a16:creationId xmlns:a16="http://schemas.microsoft.com/office/drawing/2014/main" id="{9F186002-097C-4C0F-A4FF-E46E1BF2B59E}"/>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44" name="37-text-8">
            <a:extLst xmlns:a="http://schemas.openxmlformats.org/drawingml/2006/main">
              <a:ext uri="{FF2B5EF4-FFF2-40B4-BE49-F238E27FC236}">
                <a16:creationId xmlns:a16="http://schemas.microsoft.com/office/drawing/2014/main" id="{A611E94C-B720-4D64-9235-9CC97FD2EDEA}"/>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45" name="37-text-9">
            <a:extLst xmlns:a="http://schemas.openxmlformats.org/drawingml/2006/main">
              <a:ext uri="{FF2B5EF4-FFF2-40B4-BE49-F238E27FC236}">
                <a16:creationId xmlns:a16="http://schemas.microsoft.com/office/drawing/2014/main" id="{CB650211-AC02-438D-B69D-B339C4CED8C8}"/>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46" name="37-text-10">
            <a:extLst xmlns:a="http://schemas.openxmlformats.org/drawingml/2006/main">
              <a:ext uri="{FF2B5EF4-FFF2-40B4-BE49-F238E27FC236}">
                <a16:creationId xmlns:a16="http://schemas.microsoft.com/office/drawing/2014/main" id="{9E89C50B-5A72-4B90-A30F-98B31BA5CC7A}"/>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47" name="37-text-11">
            <a:extLst xmlns:a="http://schemas.openxmlformats.org/drawingml/2006/main">
              <a:ext uri="{FF2B5EF4-FFF2-40B4-BE49-F238E27FC236}">
                <a16:creationId xmlns:a16="http://schemas.microsoft.com/office/drawing/2014/main" id="{EDE32318-7555-4222-B7CB-359CDC8E8AD1}"/>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48" name="narrative-number">
            <a:extLst xmlns:a="http://schemas.openxmlformats.org/drawingml/2006/main">
              <a:ext uri="{FF2B5EF4-FFF2-40B4-BE49-F238E27FC236}">
                <a16:creationId xmlns:a16="http://schemas.microsoft.com/office/drawing/2014/main" id="{C3FB96F2-4845-4191-AD96-EBF3A9679B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83556485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74A218DB-824D-4C48-A75D-9386D706298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6d7d8e27f5754d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C87C9B20-1B67-46F0-9B42-DF039688E0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52" name="header-divider">
            <a:extLst xmlns:a="http://schemas.openxmlformats.org/drawingml/2006/main">
              <a:ext uri="{FF2B5EF4-FFF2-40B4-BE49-F238E27FC236}">
                <a16:creationId xmlns:a16="http://schemas.microsoft.com/office/drawing/2014/main" id="{E2B0ADDD-11B6-405F-B18C-941568B5B4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38-text-1">
            <a:extLst xmlns:a="http://schemas.openxmlformats.org/drawingml/2006/main">
              <a:ext uri="{FF2B5EF4-FFF2-40B4-BE49-F238E27FC236}">
                <a16:creationId xmlns:a16="http://schemas.microsoft.com/office/drawing/2014/main" id="{60594776-CE9F-4855-9B5C-F0B0ABC4FB6F}"/>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354" name="38-text-2">
            <a:extLst xmlns:a="http://schemas.openxmlformats.org/drawingml/2006/main">
              <a:ext uri="{FF2B5EF4-FFF2-40B4-BE49-F238E27FC236}">
                <a16:creationId xmlns:a16="http://schemas.microsoft.com/office/drawing/2014/main" id="{B85B23FE-CA81-4092-A78B-019217E8A8E7}"/>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355" name="38-text-3">
            <a:extLst xmlns:a="http://schemas.openxmlformats.org/drawingml/2006/main">
              <a:ext uri="{FF2B5EF4-FFF2-40B4-BE49-F238E27FC236}">
                <a16:creationId xmlns:a16="http://schemas.microsoft.com/office/drawing/2014/main" id="{A4F0492A-B23E-4083-A3C3-377EABCB37D3}"/>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356" name="38-text-4">
            <a:extLst xmlns:a="http://schemas.openxmlformats.org/drawingml/2006/main">
              <a:ext uri="{FF2B5EF4-FFF2-40B4-BE49-F238E27FC236}">
                <a16:creationId xmlns:a16="http://schemas.microsoft.com/office/drawing/2014/main" id="{0DE8A376-DA59-448C-8BA7-94C6EB2C6D89}"/>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357" name="38-text-5">
            <a:extLst xmlns:a="http://schemas.openxmlformats.org/drawingml/2006/main">
              <a:ext uri="{FF2B5EF4-FFF2-40B4-BE49-F238E27FC236}">
                <a16:creationId xmlns:a16="http://schemas.microsoft.com/office/drawing/2014/main" id="{7A4A900A-07AA-41B7-A0CD-CE9202705693}"/>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358" name="38-text-6">
            <a:extLst xmlns:a="http://schemas.openxmlformats.org/drawingml/2006/main">
              <a:ext uri="{FF2B5EF4-FFF2-40B4-BE49-F238E27FC236}">
                <a16:creationId xmlns:a16="http://schemas.microsoft.com/office/drawing/2014/main" id="{5DED55B4-CC41-4F13-BAD7-0C878659724F}"/>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359" name="narrative-number">
            <a:extLst xmlns:a="http://schemas.openxmlformats.org/drawingml/2006/main">
              <a:ext uri="{FF2B5EF4-FFF2-40B4-BE49-F238E27FC236}">
                <a16:creationId xmlns:a16="http://schemas.microsoft.com/office/drawing/2014/main" id="{0B537C03-8E95-4038-9FC6-44AAAF9B90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201570491"/>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35DDCDA0-8B78-467D-994B-F30DBDA4BD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75" name="mini-map"/>
          <p:cNvPicPr>
            <a:picLocks xmlns:a="http://schemas.openxmlformats.org/drawingml/2006/main" noChangeAspect="1"/>
          </p:cNvPicPr>
          <p:nvPr/>
        </p:nvPicPr>
        <p:blipFill>
          <a:blip xmlns:r="http://schemas.openxmlformats.org/officeDocument/2006/relationships" xmlns:a="http://schemas.openxmlformats.org/drawingml/2006/main" r:embed="Rd330c7a87df744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slide-title">
            <a:extLst xmlns:a="http://schemas.openxmlformats.org/drawingml/2006/main">
              <a:ext uri="{FF2B5EF4-FFF2-40B4-BE49-F238E27FC236}">
                <a16:creationId xmlns:a16="http://schemas.microsoft.com/office/drawing/2014/main" id="{641897D9-2F38-470F-937E-811BB8EAEB1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63" name="header-divider">
            <a:extLst xmlns:a="http://schemas.openxmlformats.org/drawingml/2006/main">
              <a:ext uri="{FF2B5EF4-FFF2-40B4-BE49-F238E27FC236}">
                <a16:creationId xmlns:a16="http://schemas.microsoft.com/office/drawing/2014/main" id="{3ED59D29-746C-4CB0-BE65-BDAB12BABD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39-text-1">
            <a:extLst xmlns:a="http://schemas.openxmlformats.org/drawingml/2006/main">
              <a:ext uri="{FF2B5EF4-FFF2-40B4-BE49-F238E27FC236}">
                <a16:creationId xmlns:a16="http://schemas.microsoft.com/office/drawing/2014/main" id="{61B299DB-D92E-49A4-8BDF-4D49ED35470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65" name="39-text-2">
            <a:extLst xmlns:a="http://schemas.openxmlformats.org/drawingml/2006/main">
              <a:ext uri="{FF2B5EF4-FFF2-40B4-BE49-F238E27FC236}">
                <a16:creationId xmlns:a16="http://schemas.microsoft.com/office/drawing/2014/main" id="{A806BD08-A55D-404C-91B2-153B66EBE3A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366" name="39-text-3">
            <a:extLst xmlns:a="http://schemas.openxmlformats.org/drawingml/2006/main">
              <a:ext uri="{FF2B5EF4-FFF2-40B4-BE49-F238E27FC236}">
                <a16:creationId xmlns:a16="http://schemas.microsoft.com/office/drawing/2014/main" id="{5C06E51C-3F88-4005-B34D-F07743C3ABD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67" name="39-text-4">
            <a:extLst xmlns:a="http://schemas.openxmlformats.org/drawingml/2006/main">
              <a:ext uri="{FF2B5EF4-FFF2-40B4-BE49-F238E27FC236}">
                <a16:creationId xmlns:a16="http://schemas.microsoft.com/office/drawing/2014/main" id="{564A3A4D-BEB8-4F05-97F9-09F277BEBCE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368" name="39-text-5">
            <a:extLst xmlns:a="http://schemas.openxmlformats.org/drawingml/2006/main">
              <a:ext uri="{FF2B5EF4-FFF2-40B4-BE49-F238E27FC236}">
                <a16:creationId xmlns:a16="http://schemas.microsoft.com/office/drawing/2014/main" id="{DA76FF9E-BC37-4868-BC98-C9E3C50F9B4E}"/>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369" name="39-text-6">
            <a:extLst xmlns:a="http://schemas.openxmlformats.org/drawingml/2006/main">
              <a:ext uri="{FF2B5EF4-FFF2-40B4-BE49-F238E27FC236}">
                <a16:creationId xmlns:a16="http://schemas.microsoft.com/office/drawing/2014/main" id="{9EF44173-F871-47BC-8667-A9A73145488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370" name="39-text-7">
            <a:extLst xmlns:a="http://schemas.openxmlformats.org/drawingml/2006/main">
              <a:ext uri="{FF2B5EF4-FFF2-40B4-BE49-F238E27FC236}">
                <a16:creationId xmlns:a16="http://schemas.microsoft.com/office/drawing/2014/main" id="{54BD8295-9D05-437D-BBF1-25DF4811C97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371" name="39-text-8">
            <a:extLst xmlns:a="http://schemas.openxmlformats.org/drawingml/2006/main">
              <a:ext uri="{FF2B5EF4-FFF2-40B4-BE49-F238E27FC236}">
                <a16:creationId xmlns:a16="http://schemas.microsoft.com/office/drawing/2014/main" id="{14CF739A-4AC9-428D-B1BF-86ABE401E17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72" name="39-text-9">
            <a:extLst xmlns:a="http://schemas.openxmlformats.org/drawingml/2006/main">
              <a:ext uri="{FF2B5EF4-FFF2-40B4-BE49-F238E27FC236}">
                <a16:creationId xmlns:a16="http://schemas.microsoft.com/office/drawing/2014/main" id="{F9478D20-6572-4B99-88C4-631D537FB98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73" name="narrative-number">
            <a:extLst xmlns:a="http://schemas.openxmlformats.org/drawingml/2006/main">
              <a:ext uri="{FF2B5EF4-FFF2-40B4-BE49-F238E27FC236}">
                <a16:creationId xmlns:a16="http://schemas.microsoft.com/office/drawing/2014/main" id="{A3988EC2-BF4E-45E3-A855-F3D5BC14B3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25386907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4" name="!!area-name">
            <a:extLst xmlns:a="http://schemas.openxmlformats.org/drawingml/2006/main">
              <a:ext uri="{FF2B5EF4-FFF2-40B4-BE49-F238E27FC236}">
                <a16:creationId xmlns:a16="http://schemas.microsoft.com/office/drawing/2014/main" id="{440E6CDD-5DBF-4F7A-9D95-18F23F9D7E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Agent</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1d0e27edff754c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6" name="slide-title">
            <a:extLst xmlns:a="http://schemas.openxmlformats.org/drawingml/2006/main">
              <a:ext uri="{FF2B5EF4-FFF2-40B4-BE49-F238E27FC236}">
                <a16:creationId xmlns:a16="http://schemas.microsoft.com/office/drawing/2014/main" id="{13E17D8B-A1ED-44D7-940F-0BB9CF2D08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77" name="header-divider">
            <a:extLst xmlns:a="http://schemas.openxmlformats.org/drawingml/2006/main">
              <a:ext uri="{FF2B5EF4-FFF2-40B4-BE49-F238E27FC236}">
                <a16:creationId xmlns:a16="http://schemas.microsoft.com/office/drawing/2014/main" id="{6D61A8E9-E632-49EF-A1B0-950A68608D0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8" name="narrative-number">
            <a:extLst xmlns:a="http://schemas.openxmlformats.org/drawingml/2006/main">
              <a:ext uri="{FF2B5EF4-FFF2-40B4-BE49-F238E27FC236}">
                <a16:creationId xmlns:a16="http://schemas.microsoft.com/office/drawing/2014/main" id="{8D337394-AB2F-47F7-A3B8-6A6F661001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21963345"/>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4C903584-F2EB-4D17-981C-7F19AE9AE8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31a2bfa58edc42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4C50F02C-1843-4FCB-83FD-5125265002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41-text-1">
            <a:extLst xmlns:a="http://schemas.openxmlformats.org/drawingml/2006/main">
              <a:ext uri="{FF2B5EF4-FFF2-40B4-BE49-F238E27FC236}">
                <a16:creationId xmlns:a16="http://schemas.microsoft.com/office/drawing/2014/main" id="{63BA4AFD-B286-471F-8ABA-1EEE607AA623}"/>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91" name="41-image-2"/>
          <p:cNvPicPr>
            <a:picLocks xmlns:a="http://schemas.openxmlformats.org/drawingml/2006/main" noChangeAspect="1"/>
          </p:cNvPicPr>
          <p:nvPr/>
        </p:nvPicPr>
        <p:blipFill>
          <a:blip xmlns:r="http://schemas.openxmlformats.org/officeDocument/2006/relationships" xmlns:a="http://schemas.openxmlformats.org/drawingml/2006/main" r:embed="Rcc663b249aa745ad"/>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84" name="41-text-3">
            <a:extLst xmlns:a="http://schemas.openxmlformats.org/drawingml/2006/main">
              <a:ext uri="{FF2B5EF4-FFF2-40B4-BE49-F238E27FC236}">
                <a16:creationId xmlns:a16="http://schemas.microsoft.com/office/drawing/2014/main" id="{7B87B694-E851-4F03-B623-88AF981D81F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85" name="41-text-4">
            <a:extLst xmlns:a="http://schemas.openxmlformats.org/drawingml/2006/main">
              <a:ext uri="{FF2B5EF4-FFF2-40B4-BE49-F238E27FC236}">
                <a16:creationId xmlns:a16="http://schemas.microsoft.com/office/drawing/2014/main" id="{36E6AD60-F5FA-4C1E-AA0F-7A3553D0FD89}"/>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86" name="narrative-number">
            <a:extLst xmlns:a="http://schemas.openxmlformats.org/drawingml/2006/main">
              <a:ext uri="{FF2B5EF4-FFF2-40B4-BE49-F238E27FC236}">
                <a16:creationId xmlns:a16="http://schemas.microsoft.com/office/drawing/2014/main" id="{513D1D23-78BD-4656-8EFF-26B7A717B3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51333547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47DFFF5E-14EC-47FB-84DB-0B37B6EDD10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197173921b114f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81BDDD44-2539-40BD-8014-4F0FB65B6F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390" name="header-divider">
            <a:extLst xmlns:a="http://schemas.openxmlformats.org/drawingml/2006/main">
              <a:ext uri="{FF2B5EF4-FFF2-40B4-BE49-F238E27FC236}">
                <a16:creationId xmlns:a16="http://schemas.microsoft.com/office/drawing/2014/main" id="{7DF33C37-5CC3-471E-8742-5164F51266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42-text-1">
            <a:extLst xmlns:a="http://schemas.openxmlformats.org/drawingml/2006/main">
              <a:ext uri="{FF2B5EF4-FFF2-40B4-BE49-F238E27FC236}">
                <a16:creationId xmlns:a16="http://schemas.microsoft.com/office/drawing/2014/main" id="{5DC62A90-821E-47A8-855D-EC734809FABA}"/>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AgentOps keeps deployed agents observable, controlled, and accountable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 the system changes.</a:t>
            </a:r>
          </a:p>
        </p:txBody>
      </p:sp>
      <p:sp>
        <p:nvSpPr>
          <p:cNvPr id="392" name="42-text-2">
            <a:extLst xmlns:a="http://schemas.openxmlformats.org/drawingml/2006/main">
              <a:ext uri="{FF2B5EF4-FFF2-40B4-BE49-F238E27FC236}">
                <a16:creationId xmlns:a16="http://schemas.microsoft.com/office/drawing/2014/main" id="{A32DD052-6AF3-475E-BB98-89413EEBB862}"/>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Traces</a:t>
            </a:r>
          </a:p>
        </p:txBody>
      </p:sp>
      <p:sp>
        <p:nvSpPr>
          <p:cNvPr id="393" name="42-text-3">
            <a:extLst xmlns:a="http://schemas.openxmlformats.org/drawingml/2006/main">
              <a:ext uri="{FF2B5EF4-FFF2-40B4-BE49-F238E27FC236}">
                <a16:creationId xmlns:a16="http://schemas.microsoft.com/office/drawing/2014/main" id="{A44CBFB9-72D6-4042-B870-12166DCF4889}"/>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happened during a task</a:t>
            </a:r>
          </a:p>
        </p:txBody>
      </p:sp>
      <p:sp>
        <p:nvSpPr>
          <p:cNvPr id="394" name="42-text-4">
            <a:extLst xmlns:a="http://schemas.openxmlformats.org/drawingml/2006/main">
              <a:ext uri="{FF2B5EF4-FFF2-40B4-BE49-F238E27FC236}">
                <a16:creationId xmlns:a16="http://schemas.microsoft.com/office/drawing/2014/main" id="{357053F3-3B1D-408E-B08A-F5332462EC7F}"/>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versions</a:t>
            </a:r>
          </a:p>
        </p:txBody>
      </p:sp>
      <p:sp>
        <p:nvSpPr>
          <p:cNvPr id="395" name="42-text-5">
            <a:extLst xmlns:a="http://schemas.openxmlformats.org/drawingml/2006/main">
              <a:ext uri="{FF2B5EF4-FFF2-40B4-BE49-F238E27FC236}">
                <a16:creationId xmlns:a16="http://schemas.microsoft.com/office/drawing/2014/main" id="{C9B433A0-8FC2-4A36-B633-530EBDE540AB}"/>
              </a:ext>
            </a:extLst>
          </p:cNvPr>
          <p:cNvSpPr>
            <a:spLocks xmlns:a="http://schemas.openxmlformats.org/drawingml/2006/main"/>
          </p:cNvSpPr>
          <p:nvPr/>
        </p:nvSpPr>
        <p:spPr>
          <a:xfrm xmlns:a="http://schemas.openxmlformats.org/drawingml/2006/main">
            <a:off x="3708400" y="4851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Which model, prompts, retrieval setup,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were in use</a:t>
            </a:r>
          </a:p>
        </p:txBody>
      </p:sp>
      <p:sp>
        <p:nvSpPr>
          <p:cNvPr id="396" name="42-text-6">
            <a:extLst xmlns:a="http://schemas.openxmlformats.org/drawingml/2006/main">
              <a:ext uri="{FF2B5EF4-FFF2-40B4-BE49-F238E27FC236}">
                <a16:creationId xmlns:a16="http://schemas.microsoft.com/office/drawing/2014/main" id="{654BBCB5-4F1F-4058-B73C-EE7E80D254CC}"/>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397" name="42-text-7">
            <a:extLst xmlns:a="http://schemas.openxmlformats.org/drawingml/2006/main">
              <a:ext uri="{FF2B5EF4-FFF2-40B4-BE49-F238E27FC236}">
                <a16:creationId xmlns:a16="http://schemas.microsoft.com/office/drawing/2014/main" id="{7119B087-CFD8-42DD-80C4-43887BCAF619}"/>
              </a:ext>
            </a:extLst>
          </p:cNvPr>
          <p:cNvSpPr>
            <a:spLocks xmlns:a="http://schemas.openxmlformats.org/drawingml/2006/main"/>
          </p:cNvSpPr>
          <p:nvPr/>
        </p:nvSpPr>
        <p:spPr>
          <a:xfrm xmlns:a="http://schemas.openxmlformats.org/drawingml/2006/main">
            <a:off x="3708400" y="5715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success, quality, completion time, cost,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human review</a:t>
            </a:r>
          </a:p>
        </p:txBody>
      </p:sp>
      <p:sp>
        <p:nvSpPr>
          <p:cNvPr id="398" name="42-text-8">
            <a:extLst xmlns:a="http://schemas.openxmlformats.org/drawingml/2006/main">
              <a:ext uri="{FF2B5EF4-FFF2-40B4-BE49-F238E27FC236}">
                <a16:creationId xmlns:a16="http://schemas.microsoft.com/office/drawing/2014/main" id="{0E287075-5714-4763-AF96-2DC224914D41}"/>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399" name="42-text-9">
            <a:extLst xmlns:a="http://schemas.openxmlformats.org/drawingml/2006/main">
              <a:ext uri="{FF2B5EF4-FFF2-40B4-BE49-F238E27FC236}">
                <a16:creationId xmlns:a16="http://schemas.microsoft.com/office/drawing/2014/main" id="{6ABB3672-26EF-4DC7-80B0-70B5982E517D}"/>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00" name="42-text-10">
            <a:extLst xmlns:a="http://schemas.openxmlformats.org/drawingml/2006/main">
              <a:ext uri="{FF2B5EF4-FFF2-40B4-BE49-F238E27FC236}">
                <a16:creationId xmlns:a16="http://schemas.microsoft.com/office/drawing/2014/main" id="{B08BC2F2-467D-41D1-ADD4-A4BC7766DBAC}"/>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401" name="42-text-11">
            <a:extLst xmlns:a="http://schemas.openxmlformats.org/drawingml/2006/main">
              <a:ext uri="{FF2B5EF4-FFF2-40B4-BE49-F238E27FC236}">
                <a16:creationId xmlns:a16="http://schemas.microsoft.com/office/drawing/2014/main" id="{12CA7A9C-6735-4945-9AA5-EACA5C7B7D5C}"/>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402" name="42-line-13">
            <a:extLst xmlns:a="http://schemas.openxmlformats.org/drawingml/2006/main">
              <a:ext uri="{FF2B5EF4-FFF2-40B4-BE49-F238E27FC236}">
                <a16:creationId xmlns:a16="http://schemas.microsoft.com/office/drawing/2014/main" id="{B16FCA73-2E1E-43EA-8A15-BD0F987F5D91}"/>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3" name="42-line-15">
            <a:extLst xmlns:a="http://schemas.openxmlformats.org/drawingml/2006/main">
              <a:ext uri="{FF2B5EF4-FFF2-40B4-BE49-F238E27FC236}">
                <a16:creationId xmlns:a16="http://schemas.microsoft.com/office/drawing/2014/main" id="{3DE5FEC2-07E4-4AC6-B214-E6248CBC19B9}"/>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4" name="42-line-17">
            <a:extLst xmlns:a="http://schemas.openxmlformats.org/drawingml/2006/main">
              <a:ext uri="{FF2B5EF4-FFF2-40B4-BE49-F238E27FC236}">
                <a16:creationId xmlns:a16="http://schemas.microsoft.com/office/drawing/2014/main" id="{20F7E283-502B-425F-8D1B-B4EFB0134F12}"/>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5" name="42-shape-18">
            <a:extLst xmlns:a="http://schemas.openxmlformats.org/drawingml/2006/main">
              <a:ext uri="{FF2B5EF4-FFF2-40B4-BE49-F238E27FC236}">
                <a16:creationId xmlns:a16="http://schemas.microsoft.com/office/drawing/2014/main" id="{33D721DF-00F4-4363-878F-41D6089CC4A8}"/>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06" name="42-text-19">
            <a:extLst xmlns:a="http://schemas.openxmlformats.org/drawingml/2006/main">
              <a:ext uri="{FF2B5EF4-FFF2-40B4-BE49-F238E27FC236}">
                <a16:creationId xmlns:a16="http://schemas.microsoft.com/office/drawing/2014/main" id="{C3C8DE50-D3D5-4FE6-8E70-E5CF4E7F5703}"/>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07" name="narrative-number">
            <a:extLst xmlns:a="http://schemas.openxmlformats.org/drawingml/2006/main">
              <a:ext uri="{FF2B5EF4-FFF2-40B4-BE49-F238E27FC236}">
                <a16:creationId xmlns:a16="http://schemas.microsoft.com/office/drawing/2014/main" id="{7E88136E-093B-4CF8-A296-B6B7DB7FF9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07067756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D57BB417-1FD6-4F3A-B32B-FE8FEEE893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20" name="mini-map"/>
          <p:cNvPicPr>
            <a:picLocks xmlns:a="http://schemas.openxmlformats.org/drawingml/2006/main" noChangeAspect="1"/>
          </p:cNvPicPr>
          <p:nvPr/>
        </p:nvPicPr>
        <p:blipFill>
          <a:blip xmlns:r="http://schemas.openxmlformats.org/officeDocument/2006/relationships" xmlns:a="http://schemas.openxmlformats.org/drawingml/2006/main" r:embed="Ra5617d2215dd49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DAEBD92D-B206-41E5-A4FD-4FBE1CB4CF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11" name="header-divider">
            <a:extLst xmlns:a="http://schemas.openxmlformats.org/drawingml/2006/main">
              <a:ext uri="{FF2B5EF4-FFF2-40B4-BE49-F238E27FC236}">
                <a16:creationId xmlns:a16="http://schemas.microsoft.com/office/drawing/2014/main" id="{DF78D3E6-BC16-4187-8098-3E043A3171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43-text-1">
            <a:extLst xmlns:a="http://schemas.openxmlformats.org/drawingml/2006/main">
              <a:ext uri="{FF2B5EF4-FFF2-40B4-BE49-F238E27FC236}">
                <a16:creationId xmlns:a16="http://schemas.microsoft.com/office/drawing/2014/main" id="{EF8D452B-41B1-482B-A7DD-6DDEF17C93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13" name="43-text-2">
            <a:extLst xmlns:a="http://schemas.openxmlformats.org/drawingml/2006/main">
              <a:ext uri="{FF2B5EF4-FFF2-40B4-BE49-F238E27FC236}">
                <a16:creationId xmlns:a16="http://schemas.microsoft.com/office/drawing/2014/main" id="{EDB5E8C2-69C7-4C2A-A308-724E9C06294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 and protect access.</a:t>
            </a:r>
          </a:p>
        </p:txBody>
      </p:sp>
      <p:sp>
        <p:nvSpPr>
          <p:cNvPr id="414" name="43-text-3">
            <a:extLst xmlns:a="http://schemas.openxmlformats.org/drawingml/2006/main">
              <a:ext uri="{FF2B5EF4-FFF2-40B4-BE49-F238E27FC236}">
                <a16:creationId xmlns:a16="http://schemas.microsoft.com/office/drawing/2014/main" id="{70674F9C-A6A0-4B2E-ABD8-FD401D63CCD7}"/>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15" name="43-text-4">
            <a:extLst xmlns:a="http://schemas.openxmlformats.org/drawingml/2006/main">
              <a:ext uri="{FF2B5EF4-FFF2-40B4-BE49-F238E27FC236}">
                <a16:creationId xmlns:a16="http://schemas.microsoft.com/office/drawing/2014/main" id="{AE293F83-5036-422C-A462-B9551BE4DA89}"/>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changes, then limit initial exposure.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pause and rollback conditions.</a:t>
            </a:r>
          </a:p>
        </p:txBody>
      </p:sp>
      <p:sp>
        <p:nvSpPr>
          <p:cNvPr id="416" name="43-text-5">
            <a:extLst xmlns:a="http://schemas.openxmlformats.org/drawingml/2006/main">
              <a:ext uri="{FF2B5EF4-FFF2-40B4-BE49-F238E27FC236}">
                <a16:creationId xmlns:a16="http://schemas.microsoft.com/office/drawing/2014/main" id="{2D4959C8-7173-44B3-AF3E-8BD0182383FE}"/>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17" name="43-text-6">
            <a:extLst xmlns:a="http://schemas.openxmlformats.org/drawingml/2006/main">
              <a:ext uri="{FF2B5EF4-FFF2-40B4-BE49-F238E27FC236}">
                <a16:creationId xmlns:a16="http://schemas.microsoft.com/office/drawing/2014/main" id="{ACE77EEB-6EF7-4171-A18C-F12DBD35F34D}"/>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and resource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someone authorized to intervene.</a:t>
            </a:r>
          </a:p>
        </p:txBody>
      </p:sp>
      <p:sp>
        <p:nvSpPr>
          <p:cNvPr id="418" name="narrative-number">
            <a:extLst xmlns:a="http://schemas.openxmlformats.org/drawingml/2006/main">
              <a:ext uri="{FF2B5EF4-FFF2-40B4-BE49-F238E27FC236}">
                <a16:creationId xmlns:a16="http://schemas.microsoft.com/office/drawing/2014/main" id="{63D3D6A9-8847-4C10-B7D2-432C02D79F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961743520"/>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9" name="!!area-name">
            <a:extLst xmlns:a="http://schemas.openxmlformats.org/drawingml/2006/main">
              <a:ext uri="{FF2B5EF4-FFF2-40B4-BE49-F238E27FC236}">
                <a16:creationId xmlns:a16="http://schemas.microsoft.com/office/drawing/2014/main" id="{0818AFBC-0F34-4FF6-B011-219F424B86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b6d2dac9b4ec44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1" name="slide-title">
            <a:extLst xmlns:a="http://schemas.openxmlformats.org/drawingml/2006/main">
              <a:ext uri="{FF2B5EF4-FFF2-40B4-BE49-F238E27FC236}">
                <a16:creationId xmlns:a16="http://schemas.microsoft.com/office/drawing/2014/main" id="{3AFA68CD-BD1E-4D25-B697-E8FE9D0EAE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22" name="header-divider">
            <a:extLst xmlns:a="http://schemas.openxmlformats.org/drawingml/2006/main">
              <a:ext uri="{FF2B5EF4-FFF2-40B4-BE49-F238E27FC236}">
                <a16:creationId xmlns:a16="http://schemas.microsoft.com/office/drawing/2014/main" id="{C83DB923-A415-43D4-B1EA-B0A4E42819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3" name="44-text-1">
            <a:extLst xmlns:a="http://schemas.openxmlformats.org/drawingml/2006/main">
              <a:ext uri="{FF2B5EF4-FFF2-40B4-BE49-F238E27FC236}">
                <a16:creationId xmlns:a16="http://schemas.microsoft.com/office/drawing/2014/main" id="{D0679AB1-BB47-4DA6-89A9-A2E1D6A37EB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24" name="44-text-2">
            <a:extLst xmlns:a="http://schemas.openxmlformats.org/drawingml/2006/main">
              <a:ext uri="{FF2B5EF4-FFF2-40B4-BE49-F238E27FC236}">
                <a16:creationId xmlns:a16="http://schemas.microsoft.com/office/drawing/2014/main" id="{4642C28C-E212-4A04-BE0A-0D419EA3ED3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Sensitive records, including CUI/ECI.</a:t>
            </a:r>
          </a:p>
        </p:txBody>
      </p:sp>
      <p:sp>
        <p:nvSpPr>
          <p:cNvPr id="425" name="44-text-3">
            <a:extLst xmlns:a="http://schemas.openxmlformats.org/drawingml/2006/main">
              <a:ext uri="{FF2B5EF4-FFF2-40B4-BE49-F238E27FC236}">
                <a16:creationId xmlns:a16="http://schemas.microsoft.com/office/drawing/2014/main" id="{3B24D6CF-0D28-4895-9A42-9EB2DC0D0EB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26" name="44-text-4">
            <a:extLst xmlns:a="http://schemas.openxmlformats.org/drawingml/2006/main">
              <a:ext uri="{FF2B5EF4-FFF2-40B4-BE49-F238E27FC236}">
                <a16:creationId xmlns:a16="http://schemas.microsoft.com/office/drawing/2014/main" id="{909D62CA-9B7E-4C85-BC44-F6007FCCC24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Documents or messages may contain malicious instructions.</a:t>
            </a:r>
          </a:p>
        </p:txBody>
      </p:sp>
      <p:sp>
        <p:nvSpPr>
          <p:cNvPr id="427" name="44-text-5">
            <a:extLst xmlns:a="http://schemas.openxmlformats.org/drawingml/2006/main">
              <a:ext uri="{FF2B5EF4-FFF2-40B4-BE49-F238E27FC236}">
                <a16:creationId xmlns:a16="http://schemas.microsoft.com/office/drawing/2014/main" id="{F2A6728C-6843-402C-9A0A-7889A600A25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Outbound access</a:t>
            </a:r>
          </a:p>
        </p:txBody>
      </p:sp>
      <p:sp>
        <p:nvSpPr>
          <p:cNvPr id="428" name="44-text-6">
            <a:extLst xmlns:a="http://schemas.openxmlformats.org/drawingml/2006/main">
              <a:ext uri="{FF2B5EF4-FFF2-40B4-BE49-F238E27FC236}">
                <a16:creationId xmlns:a16="http://schemas.microsoft.com/office/drawing/2014/main" id="{A4F9F92E-F5FF-41C8-A76A-F145AED2A40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Requests or actions can send information outside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approved environment.</a:t>
            </a:r>
          </a:p>
        </p:txBody>
      </p:sp>
      <p:sp>
        <p:nvSpPr>
          <p:cNvPr id="429" name="44-text-7">
            <a:extLst xmlns:a="http://schemas.openxmlformats.org/drawingml/2006/main">
              <a:ext uri="{FF2B5EF4-FFF2-40B4-BE49-F238E27FC236}">
                <a16:creationId xmlns:a16="http://schemas.microsoft.com/office/drawing/2014/main" id="{F7C567C0-7C72-4359-B44F-90AEC9BF1D2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30" name="44-text-8">
            <a:extLst xmlns:a="http://schemas.openxmlformats.org/drawingml/2006/main">
              <a:ext uri="{FF2B5EF4-FFF2-40B4-BE49-F238E27FC236}">
                <a16:creationId xmlns:a16="http://schemas.microsoft.com/office/drawing/2014/main" id="{FCF7AD9A-4AF2-4F94-A94E-3D24FF00B49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31" name="44-text-9">
            <a:extLst xmlns:a="http://schemas.openxmlformats.org/drawingml/2006/main">
              <a:ext uri="{FF2B5EF4-FFF2-40B4-BE49-F238E27FC236}">
                <a16:creationId xmlns:a16="http://schemas.microsoft.com/office/drawing/2014/main" id="{5E9DAD95-802D-4F81-9882-1DC8C888E09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32" name="narrative-number">
            <a:extLst xmlns:a="http://schemas.openxmlformats.org/drawingml/2006/main">
              <a:ext uri="{FF2B5EF4-FFF2-40B4-BE49-F238E27FC236}">
                <a16:creationId xmlns:a16="http://schemas.microsoft.com/office/drawing/2014/main" id="{23297320-750F-4E00-94B6-4BAD390E3A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2349483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C61DD2EA-242C-46A0-843A-6F3B75AC77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Agent</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8048c8d2f3834a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slide-title">
            <a:extLst xmlns:a="http://schemas.openxmlformats.org/drawingml/2006/main">
              <a:ext uri="{FF2B5EF4-FFF2-40B4-BE49-F238E27FC236}">
                <a16:creationId xmlns:a16="http://schemas.microsoft.com/office/drawing/2014/main" id="{A92040D6-DCEF-43D8-A273-08A7AD55B0A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36" name="header-divider">
            <a:extLst xmlns:a="http://schemas.openxmlformats.org/drawingml/2006/main">
              <a:ext uri="{FF2B5EF4-FFF2-40B4-BE49-F238E27FC236}">
                <a16:creationId xmlns:a16="http://schemas.microsoft.com/office/drawing/2014/main" id="{1DDA37F5-F085-444F-BDA1-3F7D91388B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7" name="narrative-number">
            <a:extLst xmlns:a="http://schemas.openxmlformats.org/drawingml/2006/main">
              <a:ext uri="{FF2B5EF4-FFF2-40B4-BE49-F238E27FC236}">
                <a16:creationId xmlns:a16="http://schemas.microsoft.com/office/drawing/2014/main" id="{0EF40087-5FF2-4D2A-BC23-1D91BB09A0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73308153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47" name="46-image-1"/>
          <p:cNvPicPr>
            <a:picLocks xmlns:a="http://schemas.openxmlformats.org/drawingml/2006/main" noChangeAspect="1"/>
          </p:cNvPicPr>
          <p:nvPr/>
        </p:nvPicPr>
        <p:blipFill>
          <a:blip xmlns:r="http://schemas.openxmlformats.org/officeDocument/2006/relationships" xmlns:a="http://schemas.openxmlformats.org/drawingml/2006/main" r:embed="R9ea63b5caa1541f8"/>
          <a:stretch xmlns:a="http://schemas.openxmlformats.org/drawingml/2006/main"/>
        </p:blipFill>
        <p:spPr>
          <a:xfrm xmlns:a="http://schemas.openxmlformats.org/drawingml/2006/main">
            <a:off x="304800" y="190500"/>
            <a:ext cx="11582400" cy="6515100"/>
          </a:xfrm>
          <a:prstGeom xmlns:a="http://schemas.openxmlformats.org/drawingml/2006/main" prst="rect">
            <a:avLst/>
          </a:prstGeom>
        </p:spPr>
      </p:pic>
      <p:sp>
        <p:nvSpPr>
          <p:cNvPr id="439" name="slide-title">
            <a:extLst xmlns:a="http://schemas.openxmlformats.org/drawingml/2006/main">
              <a:ext uri="{FF2B5EF4-FFF2-40B4-BE49-F238E27FC236}">
                <a16:creationId xmlns:a16="http://schemas.microsoft.com/office/drawing/2014/main" id="{B06884A7-27F5-4541-90DD-6CFA7CBB874D}"/>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40" name="area-key-1">
            <a:extLst xmlns:a="http://schemas.openxmlformats.org/drawingml/2006/main">
              <a:ext uri="{FF2B5EF4-FFF2-40B4-BE49-F238E27FC236}">
                <a16:creationId xmlns:a16="http://schemas.microsoft.com/office/drawing/2014/main" id="{AFD672AA-E387-4776-A984-EA3D6EEFDD02}"/>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441" name="area-key-2">
            <a:extLst xmlns:a="http://schemas.openxmlformats.org/drawingml/2006/main">
              <a:ext uri="{FF2B5EF4-FFF2-40B4-BE49-F238E27FC236}">
                <a16:creationId xmlns:a16="http://schemas.microsoft.com/office/drawing/2014/main" id="{CE969AF6-AEC7-4D42-981F-6193DDFDF391}"/>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442" name="area-key-3">
            <a:extLst xmlns:a="http://schemas.openxmlformats.org/drawingml/2006/main">
              <a:ext uri="{FF2B5EF4-FFF2-40B4-BE49-F238E27FC236}">
                <a16:creationId xmlns:a16="http://schemas.microsoft.com/office/drawing/2014/main" id="{368C0DE6-93E1-46F3-ACA4-3090A48CA91C}"/>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443" name="area-key-4">
            <a:extLst xmlns:a="http://schemas.openxmlformats.org/drawingml/2006/main">
              <a:ext uri="{FF2B5EF4-FFF2-40B4-BE49-F238E27FC236}">
                <a16:creationId xmlns:a16="http://schemas.microsoft.com/office/drawing/2014/main" id="{25B149B2-54D8-4F0C-B966-24F1B9C85146}"/>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444" name="area-key-5">
            <a:extLst xmlns:a="http://schemas.openxmlformats.org/drawingml/2006/main">
              <a:ext uri="{FF2B5EF4-FFF2-40B4-BE49-F238E27FC236}">
                <a16:creationId xmlns:a16="http://schemas.microsoft.com/office/drawing/2014/main" id="{109A060F-C014-4285-BD95-3AB5B7C46455}"/>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445" name="area-key-6">
            <a:extLst xmlns:a="http://schemas.openxmlformats.org/drawingml/2006/main">
              <a:ext uri="{FF2B5EF4-FFF2-40B4-BE49-F238E27FC236}">
                <a16:creationId xmlns:a16="http://schemas.microsoft.com/office/drawing/2014/main" id="{483994C9-CEB1-48CA-AFBD-9DB6B3A40F2D}"/>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446" name="narrative-number">
            <a:extLst xmlns:a="http://schemas.openxmlformats.org/drawingml/2006/main">
              <a:ext uri="{FF2B5EF4-FFF2-40B4-BE49-F238E27FC236}">
                <a16:creationId xmlns:a16="http://schemas.microsoft.com/office/drawing/2014/main" id="{4236969F-80AD-4795-A687-4C5E59288B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674593246"/>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section-label">
            <a:extLst xmlns:a="http://schemas.openxmlformats.org/drawingml/2006/main">
              <a:ext uri="{FF2B5EF4-FFF2-40B4-BE49-F238E27FC236}">
                <a16:creationId xmlns:a16="http://schemas.microsoft.com/office/drawing/2014/main" id="{03C6055D-DF89-4E78-A007-557B4197F3F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48" name="section-rule">
            <a:extLst xmlns:a="http://schemas.openxmlformats.org/drawingml/2006/main">
              <a:ext uri="{FF2B5EF4-FFF2-40B4-BE49-F238E27FC236}">
                <a16:creationId xmlns:a16="http://schemas.microsoft.com/office/drawing/2014/main" id="{1AFA2F08-C672-4AF7-BD54-30B5019BA42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section-title">
            <a:extLst xmlns:a="http://schemas.openxmlformats.org/drawingml/2006/main">
              <a:ext uri="{FF2B5EF4-FFF2-40B4-BE49-F238E27FC236}">
                <a16:creationId xmlns:a16="http://schemas.microsoft.com/office/drawing/2014/main" id="{FF574F02-102B-4BB2-9CA5-4CE1B7A8FA1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50" name="narrative-number">
            <a:extLst xmlns:a="http://schemas.openxmlformats.org/drawingml/2006/main">
              <a:ext uri="{FF2B5EF4-FFF2-40B4-BE49-F238E27FC236}">
                <a16:creationId xmlns:a16="http://schemas.microsoft.com/office/drawing/2014/main" id="{A179DC46-229C-4D88-B317-2640D47BDA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565144665"/>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CCC71521-688D-4A6D-B68F-7C127C3595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58" name="mini-map"/>
          <p:cNvPicPr>
            <a:picLocks xmlns:a="http://schemas.openxmlformats.org/drawingml/2006/main" noChangeAspect="1"/>
          </p:cNvPicPr>
          <p:nvPr/>
        </p:nvPicPr>
        <p:blipFill>
          <a:blip xmlns:r="http://schemas.openxmlformats.org/officeDocument/2006/relationships" xmlns:a="http://schemas.openxmlformats.org/drawingml/2006/main" r:embed="Rc2bbb8ca37b243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A74A9D3D-4F8E-4F26-8B8D-1878D04B43B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54" name="header-divider">
            <a:extLst xmlns:a="http://schemas.openxmlformats.org/drawingml/2006/main">
              <a:ext uri="{FF2B5EF4-FFF2-40B4-BE49-F238E27FC236}">
                <a16:creationId xmlns:a16="http://schemas.microsoft.com/office/drawing/2014/main" id="{CF7AEF33-7264-47F1-817A-14F5670669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1" name="48-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6" name="narrative-number">
            <a:extLst xmlns:a="http://schemas.openxmlformats.org/drawingml/2006/main">
              <a:ext uri="{FF2B5EF4-FFF2-40B4-BE49-F238E27FC236}">
                <a16:creationId xmlns:a16="http://schemas.microsoft.com/office/drawing/2014/main" id="{90159B03-8751-45DB-80DC-DA0748A4F1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301735287"/>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F0FC476F-245A-44D8-8820-3CCFC56BA7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64" name="mini-map"/>
          <p:cNvPicPr>
            <a:picLocks xmlns:a="http://schemas.openxmlformats.org/drawingml/2006/main" noChangeAspect="1"/>
          </p:cNvPicPr>
          <p:nvPr/>
        </p:nvPicPr>
        <p:blipFill>
          <a:blip xmlns:r="http://schemas.openxmlformats.org/officeDocument/2006/relationships" xmlns:a="http://schemas.openxmlformats.org/drawingml/2006/main" r:embed="Rc14523fd271c45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EBBAC514-37DB-4C5D-9A6D-0FD93CA448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60" name="header-divider">
            <a:extLst xmlns:a="http://schemas.openxmlformats.org/drawingml/2006/main">
              <a:ext uri="{FF2B5EF4-FFF2-40B4-BE49-F238E27FC236}">
                <a16:creationId xmlns:a16="http://schemas.microsoft.com/office/drawing/2014/main" id="{F85C1415-7028-4448-A53F-1D0DD5EA00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7" name="49-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2" name="narrative-number">
            <a:extLst xmlns:a="http://schemas.openxmlformats.org/drawingml/2006/main">
              <a:ext uri="{FF2B5EF4-FFF2-40B4-BE49-F238E27FC236}">
                <a16:creationId xmlns:a16="http://schemas.microsoft.com/office/drawing/2014/main" id="{0DD4FD9F-B750-4031-A73D-290A195F51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49</a:t>
            </a:r>
          </a:p>
        </p:txBody>
      </p:sp>
    </p:spTree>
    <p:extLst>
      <p:ext uri="{BB962C8B-B14F-4D97-AF65-F5344CB8AC3E}">
        <p14:creationId xmlns:p14="http://schemas.microsoft.com/office/powerpoint/2010/main" val="489614384"/>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3" name="!!area-name">
            <a:extLst xmlns:a="http://schemas.openxmlformats.org/drawingml/2006/main">
              <a:ext uri="{FF2B5EF4-FFF2-40B4-BE49-F238E27FC236}">
                <a16:creationId xmlns:a16="http://schemas.microsoft.com/office/drawing/2014/main" id="{59464EFC-297A-4F42-AC78-98D6D0477E31}"/>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64" name="header-divider">
            <a:extLst xmlns:a="http://schemas.openxmlformats.org/drawingml/2006/main">
              <a:ext uri="{FF2B5EF4-FFF2-40B4-BE49-F238E27FC236}">
                <a16:creationId xmlns:a16="http://schemas.microsoft.com/office/drawing/2014/main" id="{0A19BF88-682D-4A8A-9AA9-C7287347F04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50-shape-1">
            <a:extLst xmlns:a="http://schemas.openxmlformats.org/drawingml/2006/main">
              <a:ext uri="{FF2B5EF4-FFF2-40B4-BE49-F238E27FC236}">
                <a16:creationId xmlns:a16="http://schemas.microsoft.com/office/drawing/2014/main" id="{AA6B6162-1D47-49BA-83A2-8CA1FAB7878C}"/>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50-shape-2">
            <a:extLst xmlns:a="http://schemas.openxmlformats.org/drawingml/2006/main">
              <a:ext uri="{FF2B5EF4-FFF2-40B4-BE49-F238E27FC236}">
                <a16:creationId xmlns:a16="http://schemas.microsoft.com/office/drawing/2014/main" id="{BE229EE8-A1B3-45EB-8EF4-A630F2CAFA99}"/>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67" name="50-text-3">
            <a:extLst xmlns:a="http://schemas.openxmlformats.org/drawingml/2006/main">
              <a:ext uri="{FF2B5EF4-FFF2-40B4-BE49-F238E27FC236}">
                <a16:creationId xmlns:a16="http://schemas.microsoft.com/office/drawing/2014/main" id="{108F9BB2-526F-4D68-A671-7B1FFEEDD470}"/>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68" name="50-text-4">
            <a:extLst xmlns:a="http://schemas.openxmlformats.org/drawingml/2006/main">
              <a:ext uri="{FF2B5EF4-FFF2-40B4-BE49-F238E27FC236}">
                <a16:creationId xmlns:a16="http://schemas.microsoft.com/office/drawing/2014/main" id="{062C5BDC-9D02-448B-8BE1-76BF15C80459}"/>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69" name="50-shape-5">
            <a:extLst xmlns:a="http://schemas.openxmlformats.org/drawingml/2006/main">
              <a:ext uri="{FF2B5EF4-FFF2-40B4-BE49-F238E27FC236}">
                <a16:creationId xmlns:a16="http://schemas.microsoft.com/office/drawing/2014/main" id="{796EF71B-7DCA-4F07-A0D8-BE46233359DC}"/>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50-shape-6">
            <a:extLst xmlns:a="http://schemas.openxmlformats.org/drawingml/2006/main">
              <a:ext uri="{FF2B5EF4-FFF2-40B4-BE49-F238E27FC236}">
                <a16:creationId xmlns:a16="http://schemas.microsoft.com/office/drawing/2014/main" id="{D702187B-F39C-4F1C-A32C-6A79772CC2DB}"/>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1" name="50-text-7">
            <a:extLst xmlns:a="http://schemas.openxmlformats.org/drawingml/2006/main">
              <a:ext uri="{FF2B5EF4-FFF2-40B4-BE49-F238E27FC236}">
                <a16:creationId xmlns:a16="http://schemas.microsoft.com/office/drawing/2014/main" id="{4FC9E054-3A1B-416D-866C-F50949C0A1CF}"/>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72" name="50-text-8">
            <a:extLst xmlns:a="http://schemas.openxmlformats.org/drawingml/2006/main">
              <a:ext uri="{FF2B5EF4-FFF2-40B4-BE49-F238E27FC236}">
                <a16:creationId xmlns:a16="http://schemas.microsoft.com/office/drawing/2014/main" id="{28B731B0-68D2-4F46-94DF-EEE48E2B95F2}"/>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73" name="50-shape-9">
            <a:extLst xmlns:a="http://schemas.openxmlformats.org/drawingml/2006/main">
              <a:ext uri="{FF2B5EF4-FFF2-40B4-BE49-F238E27FC236}">
                <a16:creationId xmlns:a16="http://schemas.microsoft.com/office/drawing/2014/main" id="{E942F233-6BAE-4B02-900D-944F4ED0FC10}"/>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50-shape-10">
            <a:extLst xmlns:a="http://schemas.openxmlformats.org/drawingml/2006/main">
              <a:ext uri="{FF2B5EF4-FFF2-40B4-BE49-F238E27FC236}">
                <a16:creationId xmlns:a16="http://schemas.microsoft.com/office/drawing/2014/main" id="{937D288B-CD4F-4E12-A5A1-D34E3240A276}"/>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5" name="50-text-11">
            <a:extLst xmlns:a="http://schemas.openxmlformats.org/drawingml/2006/main">
              <a:ext uri="{FF2B5EF4-FFF2-40B4-BE49-F238E27FC236}">
                <a16:creationId xmlns:a16="http://schemas.microsoft.com/office/drawing/2014/main" id="{EA266D56-2589-4116-9FC7-9F821DD7661D}"/>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76" name="50-text-12">
            <a:extLst xmlns:a="http://schemas.openxmlformats.org/drawingml/2006/main">
              <a:ext uri="{FF2B5EF4-FFF2-40B4-BE49-F238E27FC236}">
                <a16:creationId xmlns:a16="http://schemas.microsoft.com/office/drawing/2014/main" id="{6F9FC15C-C544-4A01-8397-60ED5DDC002A}"/>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77" name="50-shape-13">
            <a:extLst xmlns:a="http://schemas.openxmlformats.org/drawingml/2006/main">
              <a:ext uri="{FF2B5EF4-FFF2-40B4-BE49-F238E27FC236}">
                <a16:creationId xmlns:a16="http://schemas.microsoft.com/office/drawing/2014/main" id="{C614F0D4-6A2C-4DFC-A474-98CFC9ED953E}"/>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8" name="50-shape-14">
            <a:extLst xmlns:a="http://schemas.openxmlformats.org/drawingml/2006/main">
              <a:ext uri="{FF2B5EF4-FFF2-40B4-BE49-F238E27FC236}">
                <a16:creationId xmlns:a16="http://schemas.microsoft.com/office/drawing/2014/main" id="{9005363E-517E-493E-8A36-BCC9D36653A5}"/>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9" name="50-text-15">
            <a:extLst xmlns:a="http://schemas.openxmlformats.org/drawingml/2006/main">
              <a:ext uri="{FF2B5EF4-FFF2-40B4-BE49-F238E27FC236}">
                <a16:creationId xmlns:a16="http://schemas.microsoft.com/office/drawing/2014/main" id="{CC1E9FFF-D124-4E8F-BE73-E45328618F2B}"/>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80" name="50-text-16">
            <a:extLst xmlns:a="http://schemas.openxmlformats.org/drawingml/2006/main">
              <a:ext uri="{FF2B5EF4-FFF2-40B4-BE49-F238E27FC236}">
                <a16:creationId xmlns:a16="http://schemas.microsoft.com/office/drawing/2014/main" id="{ED33E027-A61A-4BBA-9FE1-0D5C82680A9A}"/>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81" name="50-shape-17">
            <a:extLst xmlns:a="http://schemas.openxmlformats.org/drawingml/2006/main">
              <a:ext uri="{FF2B5EF4-FFF2-40B4-BE49-F238E27FC236}">
                <a16:creationId xmlns:a16="http://schemas.microsoft.com/office/drawing/2014/main" id="{420CCD0F-AEBB-4A8D-B5F9-83C6A5AEE65D}"/>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2" name="50-shape-18">
            <a:extLst xmlns:a="http://schemas.openxmlformats.org/drawingml/2006/main">
              <a:ext uri="{FF2B5EF4-FFF2-40B4-BE49-F238E27FC236}">
                <a16:creationId xmlns:a16="http://schemas.microsoft.com/office/drawing/2014/main" id="{B1C43F3A-F9B6-48A0-8D3B-856718425AC2}"/>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83" name="50-text-19">
            <a:extLst xmlns:a="http://schemas.openxmlformats.org/drawingml/2006/main">
              <a:ext uri="{FF2B5EF4-FFF2-40B4-BE49-F238E27FC236}">
                <a16:creationId xmlns:a16="http://schemas.microsoft.com/office/drawing/2014/main" id="{528A3C28-8A18-41B5-8D97-65DF7A58CC4D}"/>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84" name="50-text-20">
            <a:extLst xmlns:a="http://schemas.openxmlformats.org/drawingml/2006/main">
              <a:ext uri="{FF2B5EF4-FFF2-40B4-BE49-F238E27FC236}">
                <a16:creationId xmlns:a16="http://schemas.microsoft.com/office/drawing/2014/main" id="{B08C9783-9ED9-49FF-B4A2-35978A2AD178}"/>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85" name="50-shape-21">
            <a:extLst xmlns:a="http://schemas.openxmlformats.org/drawingml/2006/main">
              <a:ext uri="{FF2B5EF4-FFF2-40B4-BE49-F238E27FC236}">
                <a16:creationId xmlns:a16="http://schemas.microsoft.com/office/drawing/2014/main" id="{F165597F-D5CB-4535-9673-B9A19F50775F}"/>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6" name="50-shape-22">
            <a:extLst xmlns:a="http://schemas.openxmlformats.org/drawingml/2006/main">
              <a:ext uri="{FF2B5EF4-FFF2-40B4-BE49-F238E27FC236}">
                <a16:creationId xmlns:a16="http://schemas.microsoft.com/office/drawing/2014/main" id="{E2431C7E-855C-415D-8280-C522F67C5D59}"/>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7" name="50-text-23">
            <a:extLst xmlns:a="http://schemas.openxmlformats.org/drawingml/2006/main">
              <a:ext uri="{FF2B5EF4-FFF2-40B4-BE49-F238E27FC236}">
                <a16:creationId xmlns:a16="http://schemas.microsoft.com/office/drawing/2014/main" id="{05879639-9704-49BD-A9A4-5332CF2443A7}"/>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88" name="50-text-24">
            <a:extLst xmlns:a="http://schemas.openxmlformats.org/drawingml/2006/main">
              <a:ext uri="{FF2B5EF4-FFF2-40B4-BE49-F238E27FC236}">
                <a16:creationId xmlns:a16="http://schemas.microsoft.com/office/drawing/2014/main" id="{295326D6-C347-4849-A269-0D88A411A963}"/>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89" name="narrative-number">
            <a:extLst xmlns:a="http://schemas.openxmlformats.org/drawingml/2006/main">
              <a:ext uri="{FF2B5EF4-FFF2-40B4-BE49-F238E27FC236}">
                <a16:creationId xmlns:a16="http://schemas.microsoft.com/office/drawing/2014/main" id="{F1FF655A-9043-48AC-8CF3-2CBB5988C0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50</a:t>
            </a:r>
          </a:p>
        </p:txBody>
      </p:sp>
    </p:spTree>
    <p:extLst>
      <p:ext uri="{BB962C8B-B14F-4D97-AF65-F5344CB8AC3E}">
        <p14:creationId xmlns:p14="http://schemas.microsoft.com/office/powerpoint/2010/main" val="3077394405"/>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85093E05-0D90-4FC7-9AB4-BBD9D52920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7ad61d9618e743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470EECA3-68F0-4F93-8D96-CD03C9EB51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3" name="header-divider">
            <a:extLst xmlns:a="http://schemas.openxmlformats.org/drawingml/2006/main">
              <a:ext uri="{FF2B5EF4-FFF2-40B4-BE49-F238E27FC236}">
                <a16:creationId xmlns:a16="http://schemas.microsoft.com/office/drawing/2014/main" id="{363EC2B6-2CA8-4C89-AF94-7BFAE96495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4" name="51-shape-1">
            <a:extLst xmlns:a="http://schemas.openxmlformats.org/drawingml/2006/main">
              <a:ext uri="{FF2B5EF4-FFF2-40B4-BE49-F238E27FC236}">
                <a16:creationId xmlns:a16="http://schemas.microsoft.com/office/drawing/2014/main" id="{04841EF6-5DC3-4BA5-8CC2-949FCBAD8A56}"/>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5" name="51-text-2">
            <a:extLst xmlns:a="http://schemas.openxmlformats.org/drawingml/2006/main">
              <a:ext uri="{FF2B5EF4-FFF2-40B4-BE49-F238E27FC236}">
                <a16:creationId xmlns:a16="http://schemas.microsoft.com/office/drawing/2014/main" id="{3915123F-4492-4B9E-B347-C212A5467773}"/>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96" name="51-text-3">
            <a:extLst xmlns:a="http://schemas.openxmlformats.org/drawingml/2006/main">
              <a:ext uri="{FF2B5EF4-FFF2-40B4-BE49-F238E27FC236}">
                <a16:creationId xmlns:a16="http://schemas.microsoft.com/office/drawing/2014/main" id="{28C9366B-10A2-4482-8A5D-3D8FF6C34BFB}"/>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97" name="51-shape-4">
            <a:extLst xmlns:a="http://schemas.openxmlformats.org/drawingml/2006/main">
              <a:ext uri="{FF2B5EF4-FFF2-40B4-BE49-F238E27FC236}">
                <a16:creationId xmlns:a16="http://schemas.microsoft.com/office/drawing/2014/main" id="{31D0769A-0B50-42F3-95B8-AC315694F6AC}"/>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8" name="51-text-5">
            <a:extLst xmlns:a="http://schemas.openxmlformats.org/drawingml/2006/main">
              <a:ext uri="{FF2B5EF4-FFF2-40B4-BE49-F238E27FC236}">
                <a16:creationId xmlns:a16="http://schemas.microsoft.com/office/drawing/2014/main" id="{5E06A801-32AB-48F1-8088-FB578F39A8E0}"/>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9" name="51-text-6">
            <a:extLst xmlns:a="http://schemas.openxmlformats.org/drawingml/2006/main">
              <a:ext uri="{FF2B5EF4-FFF2-40B4-BE49-F238E27FC236}">
                <a16:creationId xmlns:a16="http://schemas.microsoft.com/office/drawing/2014/main" id="{72801B6E-FA8D-4277-A2C8-798214875F5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00" name="51-shape-7">
            <a:extLst xmlns:a="http://schemas.openxmlformats.org/drawingml/2006/main">
              <a:ext uri="{FF2B5EF4-FFF2-40B4-BE49-F238E27FC236}">
                <a16:creationId xmlns:a16="http://schemas.microsoft.com/office/drawing/2014/main" id="{C628B6BF-A67E-4EDA-A3CD-522E49A2F834}"/>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1" name="51-text-8">
            <a:extLst xmlns:a="http://schemas.openxmlformats.org/drawingml/2006/main">
              <a:ext uri="{FF2B5EF4-FFF2-40B4-BE49-F238E27FC236}">
                <a16:creationId xmlns:a16="http://schemas.microsoft.com/office/drawing/2014/main" id="{09B1B275-AB10-436A-AEA2-27AE3937DC3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02" name="51-text-9">
            <a:extLst xmlns:a="http://schemas.openxmlformats.org/drawingml/2006/main">
              <a:ext uri="{FF2B5EF4-FFF2-40B4-BE49-F238E27FC236}">
                <a16:creationId xmlns:a16="http://schemas.microsoft.com/office/drawing/2014/main" id="{873DC719-E70F-4145-ADD3-DCA4501AA2B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03" name="51-shape-10">
            <a:extLst xmlns:a="http://schemas.openxmlformats.org/drawingml/2006/main">
              <a:ext uri="{FF2B5EF4-FFF2-40B4-BE49-F238E27FC236}">
                <a16:creationId xmlns:a16="http://schemas.microsoft.com/office/drawing/2014/main" id="{1D004EA1-AAB9-4721-B920-EC630037832E}"/>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4" name="51-text-11">
            <a:extLst xmlns:a="http://schemas.openxmlformats.org/drawingml/2006/main">
              <a:ext uri="{FF2B5EF4-FFF2-40B4-BE49-F238E27FC236}">
                <a16:creationId xmlns:a16="http://schemas.microsoft.com/office/drawing/2014/main" id="{3FA055E4-5C80-4403-A668-2371248F4D3E}"/>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05" name="51-text-12">
            <a:extLst xmlns:a="http://schemas.openxmlformats.org/drawingml/2006/main">
              <a:ext uri="{FF2B5EF4-FFF2-40B4-BE49-F238E27FC236}">
                <a16:creationId xmlns:a16="http://schemas.microsoft.com/office/drawing/2014/main" id="{1C95147C-8BD1-49FE-91A7-DCA4EB70755C}"/>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06" name="narrative-number">
            <a:extLst xmlns:a="http://schemas.openxmlformats.org/drawingml/2006/main">
              <a:ext uri="{FF2B5EF4-FFF2-40B4-BE49-F238E27FC236}">
                <a16:creationId xmlns:a16="http://schemas.microsoft.com/office/drawing/2014/main" id="{5F8971E9-10F6-4595-9753-53468EC0DF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51</a:t>
            </a:r>
          </a:p>
        </p:txBody>
      </p:sp>
    </p:spTree>
    <p:extLst>
      <p:ext uri="{BB962C8B-B14F-4D97-AF65-F5344CB8AC3E}">
        <p14:creationId xmlns:p14="http://schemas.microsoft.com/office/powerpoint/2010/main" val="3835041352"/>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52-text-1">
            <a:extLst xmlns:a="http://schemas.openxmlformats.org/drawingml/2006/main">
              <a:ext uri="{FF2B5EF4-FFF2-40B4-BE49-F238E27FC236}">
                <a16:creationId xmlns:a16="http://schemas.microsoft.com/office/drawing/2014/main" id="{784C6B19-A83D-4C08-973E-8AFD4EF18FB6}"/>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8" name="52-text-2">
            <a:extLst xmlns:a="http://schemas.openxmlformats.org/drawingml/2006/main">
              <a:ext uri="{FF2B5EF4-FFF2-40B4-BE49-F238E27FC236}">
                <a16:creationId xmlns:a16="http://schemas.microsoft.com/office/drawing/2014/main" id="{3A5B2D74-D68D-4590-9409-E4AEF10FD3D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9" name="52-text-3">
            <a:extLst xmlns:a="http://schemas.openxmlformats.org/drawingml/2006/main">
              <a:ext uri="{FF2B5EF4-FFF2-40B4-BE49-F238E27FC236}">
                <a16:creationId xmlns:a16="http://schemas.microsoft.com/office/drawing/2014/main" id="{57557D39-2983-4A03-93B8-51E51E6F372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0" name="narrative-number">
            <a:extLst xmlns:a="http://schemas.openxmlformats.org/drawingml/2006/main">
              <a:ext uri="{FF2B5EF4-FFF2-40B4-BE49-F238E27FC236}">
                <a16:creationId xmlns:a16="http://schemas.microsoft.com/office/drawing/2014/main" id="{4E9ED498-C1B7-42EB-A369-C3FC10A9B2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52</a:t>
            </a:r>
          </a:p>
        </p:txBody>
      </p:sp>
    </p:spTree>
    <p:extLst>
      <p:ext uri="{BB962C8B-B14F-4D97-AF65-F5344CB8AC3E}">
        <p14:creationId xmlns:p14="http://schemas.microsoft.com/office/powerpoint/2010/main" val="15704263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1" name="slide-title">
            <a:extLst xmlns:a="http://schemas.openxmlformats.org/drawingml/2006/main">
              <a:ext uri="{FF2B5EF4-FFF2-40B4-BE49-F238E27FC236}">
                <a16:creationId xmlns:a16="http://schemas.microsoft.com/office/drawing/2014/main" id="{0BDC3CC6-5BFE-4923-9F3C-71D961AE43BC}"/>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Core learning path</a:t>
            </a:r>
          </a:p>
        </p:txBody>
      </p:sp>
      <p:sp>
        <p:nvSpPr>
          <p:cNvPr id="512" name="header-divider">
            <a:extLst xmlns:a="http://schemas.openxmlformats.org/drawingml/2006/main">
              <a:ext uri="{FF2B5EF4-FFF2-40B4-BE49-F238E27FC236}">
                <a16:creationId xmlns:a16="http://schemas.microsoft.com/office/drawing/2014/main" id="{811B7D95-D675-4C99-A9C1-E5A2C26FBD84}"/>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resource-1-name">
            <a:extLst xmlns:a="http://schemas.openxmlformats.org/drawingml/2006/main">
              <a:ext uri="{FF2B5EF4-FFF2-40B4-BE49-F238E27FC236}">
                <a16:creationId xmlns:a16="http://schemas.microsoft.com/office/drawing/2014/main" id="{0780675E-DCFF-42B3-B726-30BF2F3F5715}"/>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bab28fdde40541bc"/>
              </a:rPr>
              <a:t>AI Engineering</a:t>
            </a:r>
            <a:r>
              <a:rPr sz="1600">
                <a:solidFill>
                  <a:srgbClr val="ADACA9"/>
                </a:solidFill>
                <a:latin typeface="Helvetica"/>
                <a:ea typeface="Helvetica"/>
                <a:cs typeface="Helvetica"/>
              </a:rPr>
              <a:t>   Chip Huyen, Book + supplements</a:t>
            </a:r>
          </a:p>
        </p:txBody>
      </p:sp>
      <p:sp>
        <p:nvSpPr>
          <p:cNvPr id="514" name="resource-1-purpose">
            <a:extLst xmlns:a="http://schemas.openxmlformats.org/drawingml/2006/main">
              <a:ext uri="{FF2B5EF4-FFF2-40B4-BE49-F238E27FC236}">
                <a16:creationId xmlns:a16="http://schemas.microsoft.com/office/drawing/2014/main" id="{5B42CAD4-4553-430A-B6FF-1E3355AF0785}"/>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design decisions across the discipline</a:t>
            </a:r>
          </a:p>
        </p:txBody>
      </p:sp>
      <p:sp>
        <p:nvSpPr>
          <p:cNvPr id="515" name="resource-1-url">
            <a:extLst xmlns:a="http://schemas.openxmlformats.org/drawingml/2006/main">
              <a:ext uri="{FF2B5EF4-FFF2-40B4-BE49-F238E27FC236}">
                <a16:creationId xmlns:a16="http://schemas.microsoft.com/office/drawing/2014/main" id="{FDF51082-9284-40DB-82C4-935B1B142D77}"/>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bc28555b5a29467b"/>
              </a:rPr>
              <a:t>github.com/chiphuyen/aie-book</a:t>
            </a:r>
          </a:p>
        </p:txBody>
      </p:sp>
      <p:sp>
        <p:nvSpPr>
          <p:cNvPr id="516" name="resource-2-name">
            <a:extLst xmlns:a="http://schemas.openxmlformats.org/drawingml/2006/main">
              <a:ext uri="{FF2B5EF4-FFF2-40B4-BE49-F238E27FC236}">
                <a16:creationId xmlns:a16="http://schemas.microsoft.com/office/drawing/2014/main" id="{0D9E113F-8701-4DA7-992E-17B063FB0AE3}"/>
              </a:ext>
            </a:extLst>
          </p:cNvPr>
          <p:cNvSpPr>
            <a:spLocks xmlns:a="http://schemas.openxmlformats.org/drawingml/2006/main"/>
          </p:cNvSpPr>
          <p:nvPr/>
        </p:nvSpPr>
        <p:spPr>
          <a:xfrm xmlns:a="http://schemas.openxmlformats.org/drawingml/2006/main">
            <a:off x="609600" y="2870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8fa07ebffb3479d"/>
              </a:rPr>
              <a:t>Agentic AI</a:t>
            </a:r>
            <a:r>
              <a:rPr sz="1600">
                <a:solidFill>
                  <a:srgbClr val="ADACA9"/>
                </a:solidFill>
                <a:latin typeface="Helvetica"/>
                <a:ea typeface="Helvetica"/>
                <a:cs typeface="Helvetica"/>
              </a:rPr>
              <a:t>   Andrew Ng / DeepLearning.AI, Course</a:t>
            </a:r>
          </a:p>
        </p:txBody>
      </p:sp>
      <p:sp>
        <p:nvSpPr>
          <p:cNvPr id="517" name="resource-2-purpose">
            <a:extLst xmlns:a="http://schemas.openxmlformats.org/drawingml/2006/main">
              <a:ext uri="{FF2B5EF4-FFF2-40B4-BE49-F238E27FC236}">
                <a16:creationId xmlns:a16="http://schemas.microsoft.com/office/drawing/2014/main" id="{4ABBAF57-D86E-4880-B1C5-92B35895496B}"/>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 agentic workflow patterns in Python</a:t>
            </a:r>
          </a:p>
        </p:txBody>
      </p:sp>
      <p:sp>
        <p:nvSpPr>
          <p:cNvPr id="518" name="resource-2-url">
            <a:extLst xmlns:a="http://schemas.openxmlformats.org/drawingml/2006/main">
              <a:ext uri="{FF2B5EF4-FFF2-40B4-BE49-F238E27FC236}">
                <a16:creationId xmlns:a16="http://schemas.microsoft.com/office/drawing/2014/main" id="{047FFF91-2A41-4AC6-A474-92B4AF2F2515}"/>
              </a:ext>
            </a:extLst>
          </p:cNvPr>
          <p:cNvSpPr>
            <a:spLocks xmlns:a="http://schemas.openxmlformats.org/drawingml/2006/main"/>
          </p:cNvSpPr>
          <p:nvPr/>
        </p:nvSpPr>
        <p:spPr>
          <a:xfrm xmlns:a="http://schemas.openxmlformats.org/drawingml/2006/main">
            <a:off x="609600" y="3479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fe6d454aa3ed4551"/>
              </a:rPr>
              <a:t>deeplearning.ai/courses/agentic-ai</a:t>
            </a:r>
          </a:p>
        </p:txBody>
      </p:sp>
      <p:sp>
        <p:nvSpPr>
          <p:cNvPr id="519" name="resource-3-name">
            <a:extLst xmlns:a="http://schemas.openxmlformats.org/drawingml/2006/main">
              <a:ext uri="{FF2B5EF4-FFF2-40B4-BE49-F238E27FC236}">
                <a16:creationId xmlns:a16="http://schemas.microsoft.com/office/drawing/2014/main" id="{0EC6F5F8-5FBF-49AB-863B-BD5D8514C36B}"/>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a57131100a884ded"/>
              </a:rPr>
              <a:t>LLM Zoomcamp</a:t>
            </a:r>
            <a:r>
              <a:rPr sz="1600">
                <a:solidFill>
                  <a:srgbClr val="ADACA9"/>
                </a:solidFill>
                <a:latin typeface="Helvetica"/>
                <a:ea typeface="Helvetica"/>
                <a:cs typeface="Helvetica"/>
              </a:rPr>
              <a:t>   DataTalks.Club, Course + project</a:t>
            </a:r>
          </a:p>
        </p:txBody>
      </p:sp>
      <p:sp>
        <p:nvSpPr>
          <p:cNvPr id="520" name="resource-3-purpose">
            <a:extLst xmlns:a="http://schemas.openxmlformats.org/drawingml/2006/main">
              <a:ext uri="{FF2B5EF4-FFF2-40B4-BE49-F238E27FC236}">
                <a16:creationId xmlns:a16="http://schemas.microsoft.com/office/drawing/2014/main" id="{6E1F9DBB-DF77-4ADF-8EF6-46E8CEBAA166}"/>
              </a:ext>
            </a:extLst>
          </p:cNvPr>
          <p:cNvSpPr>
            <a:spLocks xmlns:a="http://schemas.openxmlformats.org/drawingml/2006/main"/>
          </p:cNvSpPr>
          <p:nvPr/>
        </p:nvSpPr>
        <p:spPr>
          <a:xfrm xmlns:a="http://schemas.openxmlformats.org/drawingml/2006/main">
            <a:off x="609600" y="4191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Build a substantial retrieval-based application</a:t>
            </a:r>
          </a:p>
        </p:txBody>
      </p:sp>
      <p:sp>
        <p:nvSpPr>
          <p:cNvPr id="521" name="resource-3-url">
            <a:extLst xmlns:a="http://schemas.openxmlformats.org/drawingml/2006/main">
              <a:ext uri="{FF2B5EF4-FFF2-40B4-BE49-F238E27FC236}">
                <a16:creationId xmlns:a16="http://schemas.microsoft.com/office/drawing/2014/main" id="{DBE7AD37-80BE-4FE5-A3E4-AD23D80C7051}"/>
              </a:ext>
            </a:extLst>
          </p:cNvPr>
          <p:cNvSpPr>
            <a:spLocks xmlns:a="http://schemas.openxmlformats.org/drawingml/2006/main"/>
          </p:cNvSpPr>
          <p:nvPr/>
        </p:nvSpPr>
        <p:spPr>
          <a:xfrm xmlns:a="http://schemas.openxmlformats.org/drawingml/2006/main">
            <a:off x="609600" y="449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bb7f54693a454cba"/>
              </a:rPr>
              <a:t>github.com/DataTalksClub/llm-zoomcamp</a:t>
            </a:r>
          </a:p>
        </p:txBody>
      </p:sp>
      <p:sp>
        <p:nvSpPr>
          <p:cNvPr id="522" name="resource-4-name">
            <a:extLst xmlns:a="http://schemas.openxmlformats.org/drawingml/2006/main">
              <a:ext uri="{FF2B5EF4-FFF2-40B4-BE49-F238E27FC236}">
                <a16:creationId xmlns:a16="http://schemas.microsoft.com/office/drawing/2014/main" id="{DFF34786-A826-47F0-A83B-5E537EB44DA3}"/>
              </a:ext>
            </a:extLst>
          </p:cNvPr>
          <p:cNvSpPr>
            <a:spLocks xmlns:a="http://schemas.openxmlformats.org/drawingml/2006/main"/>
          </p:cNvSpPr>
          <p:nvPr/>
        </p:nvSpPr>
        <p:spPr>
          <a:xfrm xmlns:a="http://schemas.openxmlformats.org/drawingml/2006/main">
            <a:off x="609600" y="4902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226e72dd613a4254"/>
              </a:rPr>
              <a:t>AI Evals Guides</a:t>
            </a:r>
            <a:r>
              <a:rPr sz="1600">
                <a:solidFill>
                  <a:srgbClr val="ADACA9"/>
                </a:solidFill>
                <a:latin typeface="Helvetica"/>
                <a:ea typeface="Helvetica"/>
                <a:cs typeface="Helvetica"/>
              </a:rPr>
              <a:t>   Hamel Husain &amp; Shreya Shankar, Guides</a:t>
            </a:r>
          </a:p>
        </p:txBody>
      </p:sp>
      <p:sp>
        <p:nvSpPr>
          <p:cNvPr id="523" name="resource-4-purpose">
            <a:extLst xmlns:a="http://schemas.openxmlformats.org/drawingml/2006/main">
              <a:ext uri="{FF2B5EF4-FFF2-40B4-BE49-F238E27FC236}">
                <a16:creationId xmlns:a16="http://schemas.microsoft.com/office/drawing/2014/main" id="{29B264B2-CCAC-4CC5-9B11-B1E1779A2CEC}"/>
              </a:ext>
            </a:extLst>
          </p:cNvPr>
          <p:cNvSpPr>
            <a:spLocks xmlns:a="http://schemas.openxmlformats.org/drawingml/2006/main"/>
          </p:cNvSpPr>
          <p:nvPr/>
        </p:nvSpPr>
        <p:spPr>
          <a:xfrm xmlns:a="http://schemas.openxmlformats.org/drawingml/2006/main">
            <a:off x="609600" y="5207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failures and measure improvements while building</a:t>
            </a:r>
          </a:p>
        </p:txBody>
      </p:sp>
      <p:sp>
        <p:nvSpPr>
          <p:cNvPr id="524" name="resource-4-url">
            <a:extLst xmlns:a="http://schemas.openxmlformats.org/drawingml/2006/main">
              <a:ext uri="{FF2B5EF4-FFF2-40B4-BE49-F238E27FC236}">
                <a16:creationId xmlns:a16="http://schemas.microsoft.com/office/drawing/2014/main" id="{09AE9710-AC3B-405C-99CD-C431203876DF}"/>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24d32cd83d454904"/>
              </a:rPr>
              <a:t>hamel.dev/blog/posts/evals-faq/</a:t>
            </a:r>
          </a:p>
        </p:txBody>
      </p:sp>
      <p:sp>
        <p:nvSpPr>
          <p:cNvPr id="525" name="resource-guidance">
            <a:extLst xmlns:a="http://schemas.openxmlformats.org/drawingml/2006/main">
              <a:ext uri="{FF2B5EF4-FFF2-40B4-BE49-F238E27FC236}">
                <a16:creationId xmlns:a16="http://schemas.microsoft.com/office/drawing/2014/main" id="{01F9F5F8-21AE-4B03-A409-89E706F4FB86}"/>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500"/>
              </a:lnSpc>
              <a:defRPr sz="2000" b="0">
                <a:solidFill>
                  <a:srgbClr val="FE7026"/>
                </a:solidFill>
                <a:latin typeface="Helvetica"/>
                <a:ea typeface="Helvetica"/>
                <a:cs typeface="Helvetica"/>
              </a:defRPr>
            </a:pPr>
            <a:r>
              <a:rPr b="0">
                <a:solidFill>
                  <a:srgbClr val="FE7026"/>
                </a:solidFill>
                <a:latin typeface="Helvetica"/>
                <a:ea typeface="Helvetica"/>
                <a:cs typeface="Helvetica"/>
              </a:rPr>
              <a:t>Apply evaluation while building your project.</a:t>
            </a:r>
          </a:p>
        </p:txBody>
      </p:sp>
      <p:sp>
        <p:nvSpPr>
          <p:cNvPr id="526" name="narrative-number">
            <a:extLst xmlns:a="http://schemas.openxmlformats.org/drawingml/2006/main">
              <a:ext uri="{FF2B5EF4-FFF2-40B4-BE49-F238E27FC236}">
                <a16:creationId xmlns:a16="http://schemas.microsoft.com/office/drawing/2014/main" id="{0D584456-4767-414F-A357-37BDAE2427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53</a:t>
            </a:r>
          </a:p>
        </p:txBody>
      </p:sp>
    </p:spTree>
    <p:extLst>
      <p:ext uri="{BB962C8B-B14F-4D97-AF65-F5344CB8AC3E}">
        <p14:creationId xmlns:p14="http://schemas.microsoft.com/office/powerpoint/2010/main" val="3169958216"/>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7" name="slide-title">
            <a:extLst xmlns:a="http://schemas.openxmlformats.org/drawingml/2006/main">
              <a:ext uri="{FF2B5EF4-FFF2-40B4-BE49-F238E27FC236}">
                <a16:creationId xmlns:a16="http://schemas.microsoft.com/office/drawing/2014/main" id="{9095845B-E8EE-46C4-B6CB-A9E1FF8E8671}"/>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Building and operating systems</a:t>
            </a:r>
          </a:p>
        </p:txBody>
      </p:sp>
      <p:sp>
        <p:nvSpPr>
          <p:cNvPr id="528" name="header-divider">
            <a:extLst xmlns:a="http://schemas.openxmlformats.org/drawingml/2006/main">
              <a:ext uri="{FF2B5EF4-FFF2-40B4-BE49-F238E27FC236}">
                <a16:creationId xmlns:a16="http://schemas.microsoft.com/office/drawing/2014/main" id="{0AD1C831-25E5-4920-AF5D-79CBC037FE5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resource-1-name">
            <a:extLst xmlns:a="http://schemas.openxmlformats.org/drawingml/2006/main">
              <a:ext uri="{FF2B5EF4-FFF2-40B4-BE49-F238E27FC236}">
                <a16:creationId xmlns:a16="http://schemas.microsoft.com/office/drawing/2014/main" id="{81FAF68E-7D88-4FF6-ACEE-F912A771726A}"/>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84d1297c33e342b0"/>
              </a:rPr>
              <a:t>Anthropic Engineering</a:t>
            </a:r>
            <a:r>
              <a:rPr sz="1600">
                <a:solidFill>
                  <a:srgbClr val="ADACA9"/>
                </a:solidFill>
                <a:latin typeface="Helvetica"/>
                <a:ea typeface="Helvetica"/>
                <a:cs typeface="Helvetica"/>
              </a:rPr>
              <a:t>   Articles</a:t>
            </a:r>
          </a:p>
        </p:txBody>
      </p:sp>
      <p:sp>
        <p:nvSpPr>
          <p:cNvPr id="530" name="resource-1-purpose">
            <a:extLst xmlns:a="http://schemas.openxmlformats.org/drawingml/2006/main">
              <a:ext uri="{FF2B5EF4-FFF2-40B4-BE49-F238E27FC236}">
                <a16:creationId xmlns:a16="http://schemas.microsoft.com/office/drawing/2014/main" id="{28574C3E-1826-44FC-A74A-05FE227416D7}"/>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architecture, context, and reliability</a:t>
            </a:r>
          </a:p>
        </p:txBody>
      </p:sp>
      <p:sp>
        <p:nvSpPr>
          <p:cNvPr id="531" name="resource-1-url">
            <a:extLst xmlns:a="http://schemas.openxmlformats.org/drawingml/2006/main">
              <a:ext uri="{FF2B5EF4-FFF2-40B4-BE49-F238E27FC236}">
                <a16:creationId xmlns:a16="http://schemas.microsoft.com/office/drawing/2014/main" id="{77FC49EA-41AF-4877-8BCC-D7C494C469B0}"/>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6350fc4c937343e7"/>
              </a:rPr>
              <a:t>anthropic.com/engineering</a:t>
            </a:r>
          </a:p>
        </p:txBody>
      </p:sp>
      <p:sp>
        <p:nvSpPr>
          <p:cNvPr id="532" name="resource-2-name">
            <a:extLst xmlns:a="http://schemas.openxmlformats.org/drawingml/2006/main">
              <a:ext uri="{FF2B5EF4-FFF2-40B4-BE49-F238E27FC236}">
                <a16:creationId xmlns:a16="http://schemas.microsoft.com/office/drawing/2014/main" id="{03B9A351-140D-4418-AD1A-40E0283D5AF6}"/>
              </a:ext>
            </a:extLst>
          </p:cNvPr>
          <p:cNvSpPr>
            <a:spLocks xmlns:a="http://schemas.openxmlformats.org/drawingml/2006/main"/>
          </p:cNvSpPr>
          <p:nvPr/>
        </p:nvSpPr>
        <p:spPr>
          <a:xfrm xmlns:a="http://schemas.openxmlformats.org/drawingml/2006/main">
            <a:off x="609600" y="2717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47c48d43849a4531"/>
              </a:rPr>
              <a:t>Made With ML</a:t>
            </a:r>
            <a:r>
              <a:rPr sz="1600">
                <a:solidFill>
                  <a:srgbClr val="ADACA9"/>
                </a:solidFill>
                <a:latin typeface="Helvetica"/>
                <a:ea typeface="Helvetica"/>
                <a:cs typeface="Helvetica"/>
              </a:rPr>
              <a:t>   Goku Mohandas / Anyscale, Course + code</a:t>
            </a:r>
          </a:p>
        </p:txBody>
      </p:sp>
      <p:sp>
        <p:nvSpPr>
          <p:cNvPr id="533" name="resource-2-purpose">
            <a:extLst xmlns:a="http://schemas.openxmlformats.org/drawingml/2006/main">
              <a:ext uri="{FF2B5EF4-FFF2-40B4-BE49-F238E27FC236}">
                <a16:creationId xmlns:a16="http://schemas.microsoft.com/office/drawing/2014/main" id="{1BB7FB10-F726-4A85-B7C7-C25F77178A57}"/>
              </a:ext>
            </a:extLst>
          </p:cNvPr>
          <p:cNvSpPr>
            <a:spLocks xmlns:a="http://schemas.openxmlformats.org/drawingml/2006/main"/>
          </p:cNvSpPr>
          <p:nvPr/>
        </p:nvSpPr>
        <p:spPr>
          <a:xfrm xmlns:a="http://schemas.openxmlformats.org/drawingml/2006/main">
            <a:off x="609600" y="3022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ML testing, deployment, and monitoring</a:t>
            </a:r>
          </a:p>
        </p:txBody>
      </p:sp>
      <p:sp>
        <p:nvSpPr>
          <p:cNvPr id="534" name="resource-2-url">
            <a:extLst xmlns:a="http://schemas.openxmlformats.org/drawingml/2006/main">
              <a:ext uri="{FF2B5EF4-FFF2-40B4-BE49-F238E27FC236}">
                <a16:creationId xmlns:a16="http://schemas.microsoft.com/office/drawing/2014/main" id="{C01AD411-E0B8-481C-853F-D8FDFC77150C}"/>
              </a:ext>
            </a:extLst>
          </p:cNvPr>
          <p:cNvSpPr>
            <a:spLocks xmlns:a="http://schemas.openxmlformats.org/drawingml/2006/main"/>
          </p:cNvSpPr>
          <p:nvPr/>
        </p:nvSpPr>
        <p:spPr>
          <a:xfrm xmlns:a="http://schemas.openxmlformats.org/drawingml/2006/main">
            <a:off x="609600" y="3327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2683f33901ee463e"/>
              </a:rPr>
              <a:t>madewithml.com/</a:t>
            </a:r>
          </a:p>
        </p:txBody>
      </p:sp>
      <p:sp>
        <p:nvSpPr>
          <p:cNvPr id="535" name="resource-3-name">
            <a:extLst xmlns:a="http://schemas.openxmlformats.org/drawingml/2006/main">
              <a:ext uri="{FF2B5EF4-FFF2-40B4-BE49-F238E27FC236}">
                <a16:creationId xmlns:a16="http://schemas.microsoft.com/office/drawing/2014/main" id="{A75E516F-0A3B-4174-8807-68C1ED5B140F}"/>
              </a:ext>
            </a:extLst>
          </p:cNvPr>
          <p:cNvSpPr>
            <a:spLocks xmlns:a="http://schemas.openxmlformats.org/drawingml/2006/main"/>
          </p:cNvSpPr>
          <p:nvPr/>
        </p:nvSpPr>
        <p:spPr>
          <a:xfrm xmlns:a="http://schemas.openxmlformats.org/drawingml/2006/main">
            <a:off x="609600" y="3581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53f7f5930c444fa9"/>
              </a:rPr>
              <a:t>LangChain Academy</a:t>
            </a:r>
            <a:r>
              <a:rPr sz="1600">
                <a:solidFill>
                  <a:srgbClr val="ADACA9"/>
                </a:solidFill>
                <a:latin typeface="Helvetica"/>
                <a:ea typeface="Helvetica"/>
                <a:cs typeface="Helvetica"/>
              </a:rPr>
              <a:t>   Courses</a:t>
            </a:r>
          </a:p>
        </p:txBody>
      </p:sp>
      <p:sp>
        <p:nvSpPr>
          <p:cNvPr id="536" name="resource-3-purpose">
            <a:extLst xmlns:a="http://schemas.openxmlformats.org/drawingml/2006/main">
              <a:ext uri="{FF2B5EF4-FFF2-40B4-BE49-F238E27FC236}">
                <a16:creationId xmlns:a16="http://schemas.microsoft.com/office/drawing/2014/main" id="{7128D56F-7716-453A-B559-77A70DF10E8D}"/>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Stateful agents with LangGraph</a:t>
            </a:r>
          </a:p>
        </p:txBody>
      </p:sp>
      <p:sp>
        <p:nvSpPr>
          <p:cNvPr id="537" name="resource-3-url">
            <a:extLst xmlns:a="http://schemas.openxmlformats.org/drawingml/2006/main">
              <a:ext uri="{FF2B5EF4-FFF2-40B4-BE49-F238E27FC236}">
                <a16:creationId xmlns:a16="http://schemas.microsoft.com/office/drawing/2014/main" id="{9B855E0F-5AD6-4074-87F5-B25F45F90B9E}"/>
              </a:ext>
            </a:extLst>
          </p:cNvPr>
          <p:cNvSpPr>
            <a:spLocks xmlns:a="http://schemas.openxmlformats.org/drawingml/2006/main"/>
          </p:cNvSpPr>
          <p:nvPr/>
        </p:nvSpPr>
        <p:spPr>
          <a:xfrm xmlns:a="http://schemas.openxmlformats.org/drawingml/2006/main">
            <a:off x="609600" y="4191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a4402edfd0e44303"/>
              </a:rPr>
              <a:t>academy.langchain.com/</a:t>
            </a:r>
          </a:p>
        </p:txBody>
      </p:sp>
      <p:sp>
        <p:nvSpPr>
          <p:cNvPr id="538" name="resource-4-name">
            <a:extLst xmlns:a="http://schemas.openxmlformats.org/drawingml/2006/main">
              <a:ext uri="{FF2B5EF4-FFF2-40B4-BE49-F238E27FC236}">
                <a16:creationId xmlns:a16="http://schemas.microsoft.com/office/drawing/2014/main" id="{1467211D-56F7-4501-8BDC-67E968B58C7C}"/>
              </a:ext>
            </a:extLst>
          </p:cNvPr>
          <p:cNvSpPr>
            <a:spLocks xmlns:a="http://schemas.openxmlformats.org/drawingml/2006/main"/>
          </p:cNvSpPr>
          <p:nvPr/>
        </p:nvSpPr>
        <p:spPr>
          <a:xfrm xmlns:a="http://schemas.openxmlformats.org/drawingml/2006/main">
            <a:off x="609600" y="444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c12bf4e1f9874e61"/>
              </a:rPr>
              <a:t>Hugging Face AI Agents Course</a:t>
            </a:r>
            <a:r>
              <a:rPr sz="1600">
                <a:solidFill>
                  <a:srgbClr val="ADACA9"/>
                </a:solidFill>
                <a:latin typeface="Helvetica"/>
                <a:ea typeface="Helvetica"/>
                <a:cs typeface="Helvetica"/>
              </a:rPr>
              <a:t>   Course + assignments</a:t>
            </a:r>
          </a:p>
        </p:txBody>
      </p:sp>
      <p:sp>
        <p:nvSpPr>
          <p:cNvPr id="539" name="resource-4-purpose">
            <a:extLst xmlns:a="http://schemas.openxmlformats.org/drawingml/2006/main">
              <a:ext uri="{FF2B5EF4-FFF2-40B4-BE49-F238E27FC236}">
                <a16:creationId xmlns:a16="http://schemas.microsoft.com/office/drawing/2014/main" id="{FE3917E6-1FEA-492B-BFB8-CBF841957360}"/>
              </a:ext>
            </a:extLst>
          </p:cNvPr>
          <p:cNvSpPr>
            <a:spLocks xmlns:a="http://schemas.openxmlformats.org/drawingml/2006/main"/>
          </p:cNvSpPr>
          <p:nvPr/>
        </p:nvSpPr>
        <p:spPr>
          <a:xfrm xmlns:a="http://schemas.openxmlformats.org/drawingml/2006/main">
            <a:off x="609600" y="474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mechanics and framework practice</a:t>
            </a:r>
          </a:p>
        </p:txBody>
      </p:sp>
      <p:sp>
        <p:nvSpPr>
          <p:cNvPr id="540" name="resource-4-url">
            <a:extLst xmlns:a="http://schemas.openxmlformats.org/drawingml/2006/main">
              <a:ext uri="{FF2B5EF4-FFF2-40B4-BE49-F238E27FC236}">
                <a16:creationId xmlns:a16="http://schemas.microsoft.com/office/drawing/2014/main" id="{C277B212-708A-40A9-ABC2-4586CC9E6296}"/>
              </a:ext>
            </a:extLst>
          </p:cNvPr>
          <p:cNvSpPr>
            <a:spLocks xmlns:a="http://schemas.openxmlformats.org/drawingml/2006/main"/>
          </p:cNvSpPr>
          <p:nvPr/>
        </p:nvSpPr>
        <p:spPr>
          <a:xfrm xmlns:a="http://schemas.openxmlformats.org/drawingml/2006/main">
            <a:off x="609600" y="505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dc815e4cfca449a1"/>
              </a:rPr>
              <a:t>huggingface.co/learn/agents-course/unit0/introduction</a:t>
            </a:r>
          </a:p>
        </p:txBody>
      </p:sp>
      <p:sp>
        <p:nvSpPr>
          <p:cNvPr id="541" name="resource-5-name">
            <a:extLst xmlns:a="http://schemas.openxmlformats.org/drawingml/2006/main">
              <a:ext uri="{FF2B5EF4-FFF2-40B4-BE49-F238E27FC236}">
                <a16:creationId xmlns:a16="http://schemas.microsoft.com/office/drawing/2014/main" id="{56B23A00-6BBE-422B-9194-FB1DCF35FFED}"/>
              </a:ext>
            </a:extLst>
          </p:cNvPr>
          <p:cNvSpPr>
            <a:spLocks xmlns:a="http://schemas.openxmlformats.org/drawingml/2006/main"/>
          </p:cNvSpPr>
          <p:nvPr/>
        </p:nvSpPr>
        <p:spPr>
          <a:xfrm xmlns:a="http://schemas.openxmlformats.org/drawingml/2006/main">
            <a:off x="609600" y="5308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8f30dcd4871490b"/>
              </a:rPr>
              <a:t>OpenAI Cookbook</a:t>
            </a:r>
            <a:r>
              <a:rPr sz="1600">
                <a:solidFill>
                  <a:srgbClr val="ADACA9"/>
                </a:solidFill>
                <a:latin typeface="Helvetica"/>
                <a:ea typeface="Helvetica"/>
                <a:cs typeface="Helvetica"/>
              </a:rPr>
              <a:t>   Code examples</a:t>
            </a:r>
          </a:p>
        </p:txBody>
      </p:sp>
      <p:sp>
        <p:nvSpPr>
          <p:cNvPr id="542" name="resource-5-purpose">
            <a:extLst xmlns:a="http://schemas.openxmlformats.org/drawingml/2006/main">
              <a:ext uri="{FF2B5EF4-FFF2-40B4-BE49-F238E27FC236}">
                <a16:creationId xmlns:a16="http://schemas.microsoft.com/office/drawing/2014/main" id="{A0CBAD1E-867D-4201-9F4B-FC9148BE4944}"/>
              </a:ext>
            </a:extLst>
          </p:cNvPr>
          <p:cNvSpPr>
            <a:spLocks xmlns:a="http://schemas.openxmlformats.org/drawingml/2006/main"/>
          </p:cNvSpPr>
          <p:nvPr/>
        </p:nvSpPr>
        <p:spPr>
          <a:xfrm xmlns:a="http://schemas.openxmlformats.org/drawingml/2006/main">
            <a:off x="609600" y="5613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Implementation examples for OpenAI applications</a:t>
            </a:r>
          </a:p>
        </p:txBody>
      </p:sp>
      <p:sp>
        <p:nvSpPr>
          <p:cNvPr id="543" name="resource-5-url">
            <a:extLst xmlns:a="http://schemas.openxmlformats.org/drawingml/2006/main">
              <a:ext uri="{FF2B5EF4-FFF2-40B4-BE49-F238E27FC236}">
                <a16:creationId xmlns:a16="http://schemas.microsoft.com/office/drawing/2014/main" id="{26BA9D73-CA50-4874-ACFB-7DABB2271C11}"/>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17355d7f91ae4b77"/>
              </a:rPr>
              <a:t>developers.openai.com/cookbook</a:t>
            </a:r>
          </a:p>
        </p:txBody>
      </p:sp>
      <p:sp>
        <p:nvSpPr>
          <p:cNvPr id="544" name="narrative-number">
            <a:extLst xmlns:a="http://schemas.openxmlformats.org/drawingml/2006/main">
              <a:ext uri="{FF2B5EF4-FFF2-40B4-BE49-F238E27FC236}">
                <a16:creationId xmlns:a16="http://schemas.microsoft.com/office/drawing/2014/main" id="{5F0B3573-6494-4FD1-BF61-63248EE026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54</a:t>
            </a:r>
          </a:p>
        </p:txBody>
      </p:sp>
    </p:spTree>
    <p:extLst>
      <p:ext uri="{BB962C8B-B14F-4D97-AF65-F5344CB8AC3E}">
        <p14:creationId xmlns:p14="http://schemas.microsoft.com/office/powerpoint/2010/main" val="2493308650"/>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5" name="slide-title">
            <a:extLst xmlns:a="http://schemas.openxmlformats.org/drawingml/2006/main">
              <a:ext uri="{FF2B5EF4-FFF2-40B4-BE49-F238E27FC236}">
                <a16:creationId xmlns:a16="http://schemas.microsoft.com/office/drawing/2014/main" id="{0A4F8590-E74F-464C-8B0E-2EB4F212205A}"/>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Model knowledge</a:t>
            </a:r>
          </a:p>
        </p:txBody>
      </p:sp>
      <p:sp>
        <p:nvSpPr>
          <p:cNvPr id="546" name="header-divider">
            <a:extLst xmlns:a="http://schemas.openxmlformats.org/drawingml/2006/main">
              <a:ext uri="{FF2B5EF4-FFF2-40B4-BE49-F238E27FC236}">
                <a16:creationId xmlns:a16="http://schemas.microsoft.com/office/drawing/2014/main" id="{1A25FC23-0DBF-4D01-9B25-796D6E8BAC5B}"/>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7" name="resource-1-name">
            <a:extLst xmlns:a="http://schemas.openxmlformats.org/drawingml/2006/main">
              <a:ext uri="{FF2B5EF4-FFF2-40B4-BE49-F238E27FC236}">
                <a16:creationId xmlns:a16="http://schemas.microsoft.com/office/drawing/2014/main" id="{CA451607-FDAE-4C58-946C-BC288472D9E8}"/>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40c8526549ee4022"/>
              </a:rPr>
              <a:t>Hugging Face LLM Course</a:t>
            </a:r>
            <a:r>
              <a:rPr sz="1600">
                <a:solidFill>
                  <a:srgbClr val="ADACA9"/>
                </a:solidFill>
                <a:latin typeface="Helvetica"/>
                <a:ea typeface="Helvetica"/>
                <a:cs typeface="Helvetica"/>
              </a:rPr>
              <a:t>   Course + code</a:t>
            </a:r>
          </a:p>
        </p:txBody>
      </p:sp>
      <p:sp>
        <p:nvSpPr>
          <p:cNvPr id="548" name="resource-1-purpose">
            <a:extLst xmlns:a="http://schemas.openxmlformats.org/drawingml/2006/main">
              <a:ext uri="{FF2B5EF4-FFF2-40B4-BE49-F238E27FC236}">
                <a16:creationId xmlns:a16="http://schemas.microsoft.com/office/drawing/2014/main" id="{0B8F579F-4061-4FE8-B71E-1135694DEB40}"/>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 models, datasets, and fine-tuning</a:t>
            </a:r>
          </a:p>
        </p:txBody>
      </p:sp>
      <p:sp>
        <p:nvSpPr>
          <p:cNvPr id="549" name="resource-1-url">
            <a:extLst xmlns:a="http://schemas.openxmlformats.org/drawingml/2006/main">
              <a:ext uri="{FF2B5EF4-FFF2-40B4-BE49-F238E27FC236}">
                <a16:creationId xmlns:a16="http://schemas.microsoft.com/office/drawing/2014/main" id="{6FCC96ED-2171-4222-831D-4933DA4D4D91}"/>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f494d3b7686b4ace"/>
              </a:rPr>
              <a:t>huggingface.co/learn/llm-course/chapter1/1</a:t>
            </a:r>
          </a:p>
        </p:txBody>
      </p:sp>
      <p:sp>
        <p:nvSpPr>
          <p:cNvPr id="550" name="resource-2-name">
            <a:extLst xmlns:a="http://schemas.openxmlformats.org/drawingml/2006/main">
              <a:ext uri="{FF2B5EF4-FFF2-40B4-BE49-F238E27FC236}">
                <a16:creationId xmlns:a16="http://schemas.microsoft.com/office/drawing/2014/main" id="{5603B825-0449-4971-A015-4D6AD2DAF5B8}"/>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0874855acb96469a"/>
              </a:rPr>
              <a:t>Hands-On Large Language Models</a:t>
            </a:r>
            <a:r>
              <a:rPr sz="1600">
                <a:solidFill>
                  <a:srgbClr val="ADACA9"/>
                </a:solidFill>
                <a:latin typeface="Helvetica"/>
                <a:ea typeface="Helvetica"/>
                <a:cs typeface="Helvetica"/>
              </a:rPr>
              <a:t>   Jay Alammar &amp; Maarten Grootendorst, Book + notebooks</a:t>
            </a:r>
          </a:p>
        </p:txBody>
      </p:sp>
      <p:sp>
        <p:nvSpPr>
          <p:cNvPr id="551" name="resource-2-purpose">
            <a:extLst xmlns:a="http://schemas.openxmlformats.org/drawingml/2006/main">
              <a:ext uri="{FF2B5EF4-FFF2-40B4-BE49-F238E27FC236}">
                <a16:creationId xmlns:a16="http://schemas.microsoft.com/office/drawing/2014/main" id="{7E1D3EC7-050C-420F-B3BF-6E3507EC5109}"/>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Visual explanations and practical notebooks</a:t>
            </a:r>
          </a:p>
        </p:txBody>
      </p:sp>
      <p:sp>
        <p:nvSpPr>
          <p:cNvPr id="552" name="resource-2-url">
            <a:extLst xmlns:a="http://schemas.openxmlformats.org/drawingml/2006/main">
              <a:ext uri="{FF2B5EF4-FFF2-40B4-BE49-F238E27FC236}">
                <a16:creationId xmlns:a16="http://schemas.microsoft.com/office/drawing/2014/main" id="{DB8D4077-C719-4961-A49E-40861819273D}"/>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010b154480e94165"/>
              </a:rPr>
              <a:t>llm-book.com/</a:t>
            </a:r>
          </a:p>
        </p:txBody>
      </p:sp>
      <p:sp>
        <p:nvSpPr>
          <p:cNvPr id="553" name="resource-3-name">
            <a:extLst xmlns:a="http://schemas.openxmlformats.org/drawingml/2006/main">
              <a:ext uri="{FF2B5EF4-FFF2-40B4-BE49-F238E27FC236}">
                <a16:creationId xmlns:a16="http://schemas.microsoft.com/office/drawing/2014/main" id="{F6442329-E01C-4F0F-8345-85D77A192128}"/>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d5ad3ee94ee84b1e"/>
              </a:rPr>
              <a:t>Neural Networks: Zero to Hero</a:t>
            </a:r>
            <a:r>
              <a:rPr sz="1600">
                <a:solidFill>
                  <a:srgbClr val="ADACA9"/>
                </a:solidFill>
                <a:latin typeface="Helvetica"/>
                <a:ea typeface="Helvetica"/>
                <a:cs typeface="Helvetica"/>
              </a:rPr>
              <a:t>   Andrej Karpathy, Video course + code</a:t>
            </a:r>
          </a:p>
        </p:txBody>
      </p:sp>
      <p:sp>
        <p:nvSpPr>
          <p:cNvPr id="554" name="resource-3-purpose">
            <a:extLst xmlns:a="http://schemas.openxmlformats.org/drawingml/2006/main">
              <a:ext uri="{FF2B5EF4-FFF2-40B4-BE49-F238E27FC236}">
                <a16:creationId xmlns:a16="http://schemas.microsoft.com/office/drawing/2014/main" id="{A02025DE-41A1-44B8-AC07-B323963B8E45}"/>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internals through coding</a:t>
            </a:r>
          </a:p>
        </p:txBody>
      </p:sp>
      <p:sp>
        <p:nvSpPr>
          <p:cNvPr id="555" name="resource-3-url">
            <a:extLst xmlns:a="http://schemas.openxmlformats.org/drawingml/2006/main">
              <a:ext uri="{FF2B5EF4-FFF2-40B4-BE49-F238E27FC236}">
                <a16:creationId xmlns:a16="http://schemas.microsoft.com/office/drawing/2014/main" id="{398BCD59-A326-47FB-AC74-D908EB55DEC8}"/>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11a3c8d323134c9d"/>
              </a:rPr>
              <a:t>karpathy.ai/zero-to-hero.html</a:t>
            </a:r>
          </a:p>
        </p:txBody>
      </p:sp>
      <p:sp>
        <p:nvSpPr>
          <p:cNvPr id="556" name="resource-guidance">
            <a:extLst xmlns:a="http://schemas.openxmlformats.org/drawingml/2006/main">
              <a:ext uri="{FF2B5EF4-FFF2-40B4-BE49-F238E27FC236}">
                <a16:creationId xmlns:a16="http://schemas.microsoft.com/office/drawing/2014/main" id="{2B1FE04D-B0F2-425F-8236-2639475B7A2C}"/>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Optional depth for work closer to models and data.</a:t>
            </a:r>
          </a:p>
        </p:txBody>
      </p:sp>
      <p:sp>
        <p:nvSpPr>
          <p:cNvPr id="557" name="narrative-number">
            <a:extLst xmlns:a="http://schemas.openxmlformats.org/drawingml/2006/main">
              <a:ext uri="{FF2B5EF4-FFF2-40B4-BE49-F238E27FC236}">
                <a16:creationId xmlns:a16="http://schemas.microsoft.com/office/drawing/2014/main" id="{F1A6B6AA-B23A-4814-BBF2-83CB92B967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55</a:t>
            </a:r>
          </a:p>
        </p:txBody>
      </p:sp>
    </p:spTree>
    <p:extLst>
      <p:ext uri="{BB962C8B-B14F-4D97-AF65-F5344CB8AC3E}">
        <p14:creationId xmlns:p14="http://schemas.microsoft.com/office/powerpoint/2010/main" val="2034861060"/>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8" name="slide-title">
            <a:extLst xmlns:a="http://schemas.openxmlformats.org/drawingml/2006/main">
              <a:ext uri="{FF2B5EF4-FFF2-40B4-BE49-F238E27FC236}">
                <a16:creationId xmlns:a16="http://schemas.microsoft.com/office/drawing/2014/main" id="{CB11EA64-4E75-469D-BEF0-8AE41C7E0C3B}"/>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Continuing education</a:t>
            </a:r>
          </a:p>
        </p:txBody>
      </p:sp>
      <p:sp>
        <p:nvSpPr>
          <p:cNvPr id="559" name="header-divider">
            <a:extLst xmlns:a="http://schemas.openxmlformats.org/drawingml/2006/main">
              <a:ext uri="{FF2B5EF4-FFF2-40B4-BE49-F238E27FC236}">
                <a16:creationId xmlns:a16="http://schemas.microsoft.com/office/drawing/2014/main" id="{E3CD5439-50AE-4175-9D36-C95EB2D8E269}"/>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resource-1-name">
            <a:extLst xmlns:a="http://schemas.openxmlformats.org/drawingml/2006/main">
              <a:ext uri="{FF2B5EF4-FFF2-40B4-BE49-F238E27FC236}">
                <a16:creationId xmlns:a16="http://schemas.microsoft.com/office/drawing/2014/main" id="{B7B13C6F-F956-4517-8CF3-0D9748DF5932}"/>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2c8a51b86384404f"/>
              </a:rPr>
              <a:t>AI Engineer</a:t>
            </a:r>
            <a:r>
              <a:rPr b="1">
                <a:solidFill>
                  <a:srgbClr val="FFFCF5"/>
                </a:solidFill>
                <a:latin typeface="Helvetica"/>
                <a:ea typeface="Helvetica"/>
                <a:cs typeface="Helvetica"/>
              </a:rPr>
              <a:t> + </a:t>
            </a:r>
            <a:r>
              <a:rPr b="1">
                <a:solidFill>
                  <a:srgbClr val="FFFCF5"/>
                </a:solidFill>
                <a:latin typeface="Helvetica"/>
                <a:ea typeface="Helvetica"/>
                <a:cs typeface="Helvetica"/>
                <a:hlinkClick xmlns:r="http://schemas.openxmlformats.org/officeDocument/2006/relationships" r:id="R027228d066804fe5"/>
              </a:rPr>
              <a:t>Latent Space</a:t>
            </a:r>
            <a:r>
              <a:rPr sz="1600">
                <a:solidFill>
                  <a:srgbClr val="ADACA9"/>
                </a:solidFill>
                <a:latin typeface="Helvetica"/>
                <a:ea typeface="Helvetica"/>
                <a:cs typeface="Helvetica"/>
              </a:rPr>
              <a:t>   swyx and collaborators, Talks + podcast + newsletter</a:t>
            </a:r>
          </a:p>
        </p:txBody>
      </p:sp>
      <p:sp>
        <p:nvSpPr>
          <p:cNvPr id="561" name="resource-1-purpose">
            <a:extLst xmlns:a="http://schemas.openxmlformats.org/drawingml/2006/main">
              <a:ext uri="{FF2B5EF4-FFF2-40B4-BE49-F238E27FC236}">
                <a16:creationId xmlns:a16="http://schemas.microsoft.com/office/drawing/2014/main" id="{CD108621-2F8C-4ED8-BF83-F37B8CB95B1B}"/>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Practitioner talks, workshops, and interviews</a:t>
            </a:r>
          </a:p>
        </p:txBody>
      </p:sp>
      <p:sp>
        <p:nvSpPr>
          <p:cNvPr id="562" name="resource-1-url">
            <a:extLst xmlns:a="http://schemas.openxmlformats.org/drawingml/2006/main">
              <a:ext uri="{FF2B5EF4-FFF2-40B4-BE49-F238E27FC236}">
                <a16:creationId xmlns:a16="http://schemas.microsoft.com/office/drawing/2014/main" id="{3F5D8FC8-4777-4016-9A0A-D1943DC77A6E}"/>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0adadf0a3f684f53"/>
              </a:rPr>
              <a:t>ai.engineer/</a:t>
            </a:r>
            <a:r>
              <a:rPr b="0">
                <a:solidFill>
                  <a:srgbClr val="ADACA9"/>
                </a:solidFill>
                <a:latin typeface="Helvetica"/>
                <a:ea typeface="Helvetica"/>
                <a:cs typeface="Helvetica"/>
              </a:rPr>
              <a:t>    </a:t>
            </a:r>
            <a:r>
              <a:rPr b="0">
                <a:solidFill>
                  <a:srgbClr val="ADACA9"/>
                </a:solidFill>
                <a:latin typeface="Helvetica"/>
                <a:ea typeface="Helvetica"/>
                <a:cs typeface="Helvetica"/>
                <a:hlinkClick xmlns:r="http://schemas.openxmlformats.org/officeDocument/2006/relationships" r:id="R49a87c7f951a4523"/>
              </a:rPr>
              <a:t>latent.space/</a:t>
            </a:r>
          </a:p>
        </p:txBody>
      </p:sp>
      <p:sp>
        <p:nvSpPr>
          <p:cNvPr id="563" name="resource-2-name">
            <a:extLst xmlns:a="http://schemas.openxmlformats.org/drawingml/2006/main">
              <a:ext uri="{FF2B5EF4-FFF2-40B4-BE49-F238E27FC236}">
                <a16:creationId xmlns:a16="http://schemas.microsoft.com/office/drawing/2014/main" id="{5E190517-C14C-45F7-B056-5B9CD011D22F}"/>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b1cfeee25a354d6e"/>
              </a:rPr>
              <a:t>Simon Willison's Weblog</a:t>
            </a:r>
            <a:r>
              <a:rPr sz="1600">
                <a:solidFill>
                  <a:srgbClr val="ADACA9"/>
                </a:solidFill>
                <a:latin typeface="Helvetica"/>
                <a:ea typeface="Helvetica"/>
                <a:cs typeface="Helvetica"/>
              </a:rPr>
              <a:t>   Blog + experiments</a:t>
            </a:r>
          </a:p>
        </p:txBody>
      </p:sp>
      <p:sp>
        <p:nvSpPr>
          <p:cNvPr id="564" name="resource-2-purpose">
            <a:extLst xmlns:a="http://schemas.openxmlformats.org/drawingml/2006/main">
              <a:ext uri="{FF2B5EF4-FFF2-40B4-BE49-F238E27FC236}">
                <a16:creationId xmlns:a16="http://schemas.microsoft.com/office/drawing/2014/main" id="{0B8A857F-1035-4EAB-B65E-3A08E60E16FD}"/>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Experiments, tools, and application security</a:t>
            </a:r>
          </a:p>
        </p:txBody>
      </p:sp>
      <p:sp>
        <p:nvSpPr>
          <p:cNvPr id="565" name="resource-2-url">
            <a:extLst xmlns:a="http://schemas.openxmlformats.org/drawingml/2006/main">
              <a:ext uri="{FF2B5EF4-FFF2-40B4-BE49-F238E27FC236}">
                <a16:creationId xmlns:a16="http://schemas.microsoft.com/office/drawing/2014/main" id="{EAF8F05D-33BC-45AB-AECC-25C5FB08B78D}"/>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2d64354f2b674e69"/>
              </a:rPr>
              <a:t>simonwillison.net/</a:t>
            </a:r>
          </a:p>
        </p:txBody>
      </p:sp>
      <p:sp>
        <p:nvSpPr>
          <p:cNvPr id="566" name="resource-3-name">
            <a:extLst xmlns:a="http://schemas.openxmlformats.org/drawingml/2006/main">
              <a:ext uri="{FF2B5EF4-FFF2-40B4-BE49-F238E27FC236}">
                <a16:creationId xmlns:a16="http://schemas.microsoft.com/office/drawing/2014/main" id="{26C1F47C-1E86-47AC-91A8-D36F96BF8A56}"/>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5ca095d3fea24d88"/>
              </a:rPr>
              <a:t>Dwarkesh Podcast + Substack</a:t>
            </a:r>
            <a:r>
              <a:rPr sz="1600">
                <a:solidFill>
                  <a:srgbClr val="ADACA9"/>
                </a:solidFill>
                <a:latin typeface="Helvetica"/>
                <a:ea typeface="Helvetica"/>
                <a:cs typeface="Helvetica"/>
              </a:rPr>
              <a:t>   Dwarkesh Patel, Interviews + essays</a:t>
            </a:r>
          </a:p>
        </p:txBody>
      </p:sp>
      <p:sp>
        <p:nvSpPr>
          <p:cNvPr id="567" name="resource-3-purpose">
            <a:extLst xmlns:a="http://schemas.openxmlformats.org/drawingml/2006/main">
              <a:ext uri="{FF2B5EF4-FFF2-40B4-BE49-F238E27FC236}">
                <a16:creationId xmlns:a16="http://schemas.microsoft.com/office/drawing/2014/main" id="{B7E6D852-E89F-4434-9E25-39897CB9D1AA}"/>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Frontier research discussions and perspectives</a:t>
            </a:r>
          </a:p>
        </p:txBody>
      </p:sp>
      <p:sp>
        <p:nvSpPr>
          <p:cNvPr id="568" name="resource-3-url">
            <a:extLst xmlns:a="http://schemas.openxmlformats.org/drawingml/2006/main">
              <a:ext uri="{FF2B5EF4-FFF2-40B4-BE49-F238E27FC236}">
                <a16:creationId xmlns:a16="http://schemas.microsoft.com/office/drawing/2014/main" id="{A9582ED9-1249-49B2-9F8E-748ABDD54A63}"/>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30f6ba5d76924805"/>
              </a:rPr>
              <a:t>dwarkesh.com/</a:t>
            </a:r>
          </a:p>
        </p:txBody>
      </p:sp>
      <p:sp>
        <p:nvSpPr>
          <p:cNvPr id="569" name="resource-guidance">
            <a:extLst xmlns:a="http://schemas.openxmlformats.org/drawingml/2006/main">
              <a:ext uri="{FF2B5EF4-FFF2-40B4-BE49-F238E27FC236}">
                <a16:creationId xmlns:a16="http://schemas.microsoft.com/office/drawing/2014/main" id="{84E61595-0860-436E-B76F-52161B5B6F46}"/>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Supplementary learning alongside your project.</a:t>
            </a:r>
          </a:p>
        </p:txBody>
      </p:sp>
      <p:sp>
        <p:nvSpPr>
          <p:cNvPr id="570" name="narrative-number">
            <a:extLst xmlns:a="http://schemas.openxmlformats.org/drawingml/2006/main">
              <a:ext uri="{FF2B5EF4-FFF2-40B4-BE49-F238E27FC236}">
                <a16:creationId xmlns:a16="http://schemas.microsoft.com/office/drawing/2014/main" id="{5EC3AB40-DB7D-47E1-AEDA-26DB3A2ECD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56</a:t>
            </a:r>
          </a:p>
        </p:txBody>
      </p:sp>
    </p:spTree>
    <p:extLst>
      <p:ext uri="{BB962C8B-B14F-4D97-AF65-F5344CB8AC3E}">
        <p14:creationId xmlns:p14="http://schemas.microsoft.com/office/powerpoint/2010/main" val="4120663519"/>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2026-09-17T01:28:17.7420000Z</dcterms:created>
  <dcterms:modified xsi:type="dcterms:W3CDTF">2026-09-17T01:28:17.7420000Z</dcterms:modified>
</coreProperties>
</file>