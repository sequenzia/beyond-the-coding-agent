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eae13a7ebd4d5d" /><Relationship Type="http://schemas.openxmlformats.org/officeDocument/2006/relationships/extended-properties" Target="/docProps/app.xml" Id="R3e0e8f9a615d4840" /><Relationship Type="http://schemas.openxmlformats.org/officeDocument/2006/relationships/officeDocument" Target="/ppt/presentation.xml" Id="R2e787abf89f44a2c"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ce1b95521f584e1e"/>
    <p:sldMasterId xmlns:r="http://schemas.openxmlformats.org/officeDocument/2006/relationships" id="2147483650" r:id="R2c720c217f68415b"/>
  </p:sldMasterIdLst>
  <p:notesMasterIdLst>
    <p:notesMasterId xmlns:r="http://schemas.openxmlformats.org/officeDocument/2006/relationships" r:id="R4251262c6b834f91"/>
  </p:notesMasterIdLst>
  <p:sldIdLst>
    <p:sldId xmlns:r="http://schemas.openxmlformats.org/officeDocument/2006/relationships" id="256" r:id="R41b2bd3b5b2e428b"/>
    <p:sldId xmlns:r="http://schemas.openxmlformats.org/officeDocument/2006/relationships" id="257" r:id="R1e3a1983a8d84e37"/>
    <p:sldId xmlns:r="http://schemas.openxmlformats.org/officeDocument/2006/relationships" id="258" r:id="Rda2ee3239c194567"/>
    <p:sldId xmlns:r="http://schemas.openxmlformats.org/officeDocument/2006/relationships" id="259" r:id="R27e8b27d665e497c"/>
    <p:sldId xmlns:r="http://schemas.openxmlformats.org/officeDocument/2006/relationships" id="260" r:id="R60f49bef317a4678"/>
    <p:sldId xmlns:r="http://schemas.openxmlformats.org/officeDocument/2006/relationships" id="261" r:id="Ra2901af97c804cf7"/>
    <p:sldId xmlns:r="http://schemas.openxmlformats.org/officeDocument/2006/relationships" id="262" r:id="R08bc77cec0754e99"/>
    <p:sldId xmlns:r="http://schemas.openxmlformats.org/officeDocument/2006/relationships" id="263" r:id="Rfab5599aad724c2b"/>
    <p:sldId xmlns:r="http://schemas.openxmlformats.org/officeDocument/2006/relationships" id="264" r:id="Rfc30b555e5f04b52"/>
    <p:sldId xmlns:r="http://schemas.openxmlformats.org/officeDocument/2006/relationships" id="265" r:id="R5af02ebdaa784a42"/>
    <p:sldId xmlns:r="http://schemas.openxmlformats.org/officeDocument/2006/relationships" id="266" r:id="Ra76e88ea26854112"/>
    <p:sldId xmlns:r="http://schemas.openxmlformats.org/officeDocument/2006/relationships" id="267" r:id="R4c871ee7f4bf4dfb"/>
    <p:sldId xmlns:r="http://schemas.openxmlformats.org/officeDocument/2006/relationships" id="268" r:id="R1ffa0f2db50042b5"/>
    <p:sldId xmlns:r="http://schemas.openxmlformats.org/officeDocument/2006/relationships" id="269" r:id="R7904d6c5e54a4d75"/>
    <p:sldId xmlns:r="http://schemas.openxmlformats.org/officeDocument/2006/relationships" id="270" r:id="R977d6b530811480a"/>
    <p:sldId xmlns:r="http://schemas.openxmlformats.org/officeDocument/2006/relationships" id="271" r:id="R33f108cae5d846a5"/>
    <p:sldId xmlns:r="http://schemas.openxmlformats.org/officeDocument/2006/relationships" id="272" r:id="Rb7a14ed415934f62"/>
    <p:sldId xmlns:r="http://schemas.openxmlformats.org/officeDocument/2006/relationships" id="273" r:id="R25a6bbe8f1484705"/>
    <p:sldId xmlns:r="http://schemas.openxmlformats.org/officeDocument/2006/relationships" id="274" r:id="R1f3a990b97f647a7"/>
    <p:sldId xmlns:r="http://schemas.openxmlformats.org/officeDocument/2006/relationships" id="275" r:id="R76365047b8354598"/>
    <p:sldId xmlns:r="http://schemas.openxmlformats.org/officeDocument/2006/relationships" id="276" r:id="Rcb30809483384ce1"/>
    <p:sldId xmlns:r="http://schemas.openxmlformats.org/officeDocument/2006/relationships" id="277" r:id="R78aff38a7f7640eb"/>
    <p:sldId xmlns:r="http://schemas.openxmlformats.org/officeDocument/2006/relationships" id="278" r:id="Re8c71a223e3f4db8"/>
    <p:sldId xmlns:r="http://schemas.openxmlformats.org/officeDocument/2006/relationships" id="279" r:id="Rbcf1d2aa51d949cc"/>
    <p:sldId xmlns:r="http://schemas.openxmlformats.org/officeDocument/2006/relationships" id="280" r:id="R9900fbdf4ac94acc"/>
    <p:sldId xmlns:r="http://schemas.openxmlformats.org/officeDocument/2006/relationships" id="281" r:id="R4aa3dd4914a34cba"/>
    <p:sldId xmlns:r="http://schemas.openxmlformats.org/officeDocument/2006/relationships" id="282" r:id="Rd1183dfccddc44c4"/>
    <p:sldId xmlns:r="http://schemas.openxmlformats.org/officeDocument/2006/relationships" id="283" r:id="R9e14099221964699"/>
    <p:sldId xmlns:r="http://schemas.openxmlformats.org/officeDocument/2006/relationships" id="284" r:id="R1d946e6a844c4db0"/>
    <p:sldId xmlns:r="http://schemas.openxmlformats.org/officeDocument/2006/relationships" id="285" r:id="R818d73e9198a40c6"/>
    <p:sldId xmlns:r="http://schemas.openxmlformats.org/officeDocument/2006/relationships" id="286" r:id="R97737155aa004809"/>
    <p:sldId xmlns:r="http://schemas.openxmlformats.org/officeDocument/2006/relationships" id="287" r:id="R28df71378e904932"/>
    <p:sldId xmlns:r="http://schemas.openxmlformats.org/officeDocument/2006/relationships" id="288" r:id="R738503e2c2d94418"/>
    <p:sldId xmlns:r="http://schemas.openxmlformats.org/officeDocument/2006/relationships" id="289" r:id="Rbbe7508e959f4ab0"/>
    <p:sldId xmlns:r="http://schemas.openxmlformats.org/officeDocument/2006/relationships" id="290" r:id="R168f371b71ab4e85"/>
    <p:sldId xmlns:r="http://schemas.openxmlformats.org/officeDocument/2006/relationships" id="291" r:id="R00697c2bcb564e2f"/>
    <p:sldId xmlns:r="http://schemas.openxmlformats.org/officeDocument/2006/relationships" id="292" r:id="Rb1c949a0700f4170"/>
    <p:sldId xmlns:r="http://schemas.openxmlformats.org/officeDocument/2006/relationships" id="293" r:id="R22a1ca6f02f74727"/>
    <p:sldId xmlns:r="http://schemas.openxmlformats.org/officeDocument/2006/relationships" id="294" r:id="R23f07c1ec24c4068"/>
    <p:sldId xmlns:r="http://schemas.openxmlformats.org/officeDocument/2006/relationships" id="295" r:id="Rb97b6ee953154d23"/>
    <p:sldId xmlns:r="http://schemas.openxmlformats.org/officeDocument/2006/relationships" id="296" r:id="Rb8412d538322477e"/>
    <p:sldId xmlns:r="http://schemas.openxmlformats.org/officeDocument/2006/relationships" id="297" r:id="Recf0ba3b409344df"/>
    <p:sldId xmlns:r="http://schemas.openxmlformats.org/officeDocument/2006/relationships" id="298" r:id="Rb71c191839f94410"/>
    <p:sldId xmlns:r="http://schemas.openxmlformats.org/officeDocument/2006/relationships" id="299" r:id="R8f576c266acb4878"/>
    <p:sldId xmlns:r="http://schemas.openxmlformats.org/officeDocument/2006/relationships" id="300" r:id="R9305813a1fd6484e"/>
    <p:sldId xmlns:r="http://schemas.openxmlformats.org/officeDocument/2006/relationships" id="301" r:id="Rab37407d534348e8"/>
    <p:sldId xmlns:r="http://schemas.openxmlformats.org/officeDocument/2006/relationships" id="302" r:id="R04ba4c8e573f4072"/>
    <p:sldId xmlns:r="http://schemas.openxmlformats.org/officeDocument/2006/relationships" id="303" r:id="Ra17649b973e34de0"/>
    <p:sldId xmlns:r="http://schemas.openxmlformats.org/officeDocument/2006/relationships" id="304" r:id="R6275cdd789954af8"/>
    <p:sldId xmlns:r="http://schemas.openxmlformats.org/officeDocument/2006/relationships" id="305" r:id="R41828210f8774f9a"/>
    <p:sldId xmlns:r="http://schemas.openxmlformats.org/officeDocument/2006/relationships" id="306" r:id="R85b72399805b4003"/>
    <p:sldId xmlns:r="http://schemas.openxmlformats.org/officeDocument/2006/relationships" id="307" r:id="R4dd6c1c62a8148eb"/>
    <p:sldId xmlns:r="http://schemas.openxmlformats.org/officeDocument/2006/relationships" id="308" r:id="R4b34a50f10c643b0"/>
    <p:sldId xmlns:r="http://schemas.openxmlformats.org/officeDocument/2006/relationships" id="309" r:id="Rf433a9719e2f491c"/>
    <p:sldId xmlns:r="http://schemas.openxmlformats.org/officeDocument/2006/relationships" id="310" r:id="R1cd5dfee89434892"/>
    <p:sldId xmlns:r="http://schemas.openxmlformats.org/officeDocument/2006/relationships" id="311" r:id="Rdd9d1f9903a84feb"/>
    <p:sldId xmlns:r="http://schemas.openxmlformats.org/officeDocument/2006/relationships" id="312" r:id="R5f03d4dc57ad43db"/>
    <p:sldId xmlns:r="http://schemas.openxmlformats.org/officeDocument/2006/relationships" id="313" r:id="R9450654ad41b4413"/>
    <p:sldId xmlns:r="http://schemas.openxmlformats.org/officeDocument/2006/relationships" id="314" r:id="Rf1a27af7c75d4627"/>
    <p:sldId xmlns:r="http://schemas.openxmlformats.org/officeDocument/2006/relationships" id="315" r:id="R3cb9afaf5e884349"/>
    <p:sldId xmlns:r="http://schemas.openxmlformats.org/officeDocument/2006/relationships" id="316" r:id="R7c45c7aafbbf4d5a"/>
    <p:sldId xmlns:r="http://schemas.openxmlformats.org/officeDocument/2006/relationships" id="317" r:id="R4c7e2eb66cae4029"/>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4fae0efda1e4601" /><Relationship Type="http://schemas.openxmlformats.org/officeDocument/2006/relationships/slideMaster" Target="/ppt/slideMasters/slideMaster1.xml" Id="Rce1b95521f584e1e" /><Relationship Type="http://schemas.openxmlformats.org/officeDocument/2006/relationships/slideMaster" Target="/ppt/slideMasters/slideMaster2.xml" Id="R2c720c217f68415b" /><Relationship Type="http://schemas.openxmlformats.org/officeDocument/2006/relationships/notesMaster" Target="/ppt/notesMasters/notesMaster1.xml" Id="R4251262c6b834f91" /><Relationship Type="http://schemas.openxmlformats.org/officeDocument/2006/relationships/presProps" Target="/ppt/presProps.xml" Id="R3b8e57ec48b547f4" /><Relationship Type="http://schemas.openxmlformats.org/officeDocument/2006/relationships/tableStyles" Target="/ppt/tableStyles.xml" Id="R80c1b49cff5341d2" /><Relationship Type="http://schemas.openxmlformats.org/officeDocument/2006/relationships/slide" Target="/ppt/slides/slide1.xml" Id="R41b2bd3b5b2e428b" /><Relationship Type="http://schemas.openxmlformats.org/officeDocument/2006/relationships/slide" Target="/ppt/slides/slide2.xml" Id="R1e3a1983a8d84e37" /><Relationship Type="http://schemas.openxmlformats.org/officeDocument/2006/relationships/slide" Target="/ppt/slides/slide3.xml" Id="Rda2ee3239c194567" /><Relationship Type="http://schemas.openxmlformats.org/officeDocument/2006/relationships/slide" Target="/ppt/slides/slide4.xml" Id="R27e8b27d665e497c" /><Relationship Type="http://schemas.openxmlformats.org/officeDocument/2006/relationships/slide" Target="/ppt/slides/slide5.xml" Id="R60f49bef317a4678" /><Relationship Type="http://schemas.openxmlformats.org/officeDocument/2006/relationships/slide" Target="/ppt/slides/slide6.xml" Id="Ra2901af97c804cf7" /><Relationship Type="http://schemas.openxmlformats.org/officeDocument/2006/relationships/slide" Target="/ppt/slides/slide7.xml" Id="R08bc77cec0754e99" /><Relationship Type="http://schemas.openxmlformats.org/officeDocument/2006/relationships/slide" Target="/ppt/slides/slide8.xml" Id="Rfab5599aad724c2b" /><Relationship Type="http://schemas.openxmlformats.org/officeDocument/2006/relationships/slide" Target="/ppt/slides/slide9.xml" Id="Rfc30b555e5f04b52" /><Relationship Type="http://schemas.openxmlformats.org/officeDocument/2006/relationships/slide" Target="/ppt/slides/slide10.xml" Id="R5af02ebdaa784a42" /><Relationship Type="http://schemas.openxmlformats.org/officeDocument/2006/relationships/slide" Target="/ppt/slides/slide11.xml" Id="Ra76e88ea26854112" /><Relationship Type="http://schemas.openxmlformats.org/officeDocument/2006/relationships/slide" Target="/ppt/slides/slide12.xml" Id="R4c871ee7f4bf4dfb" /><Relationship Type="http://schemas.openxmlformats.org/officeDocument/2006/relationships/slide" Target="/ppt/slides/slide13.xml" Id="R1ffa0f2db50042b5" /><Relationship Type="http://schemas.openxmlformats.org/officeDocument/2006/relationships/slide" Target="/ppt/slides/slide14.xml" Id="R7904d6c5e54a4d75" /><Relationship Type="http://schemas.openxmlformats.org/officeDocument/2006/relationships/slide" Target="/ppt/slides/slide15.xml" Id="R977d6b530811480a" /><Relationship Type="http://schemas.openxmlformats.org/officeDocument/2006/relationships/slide" Target="/ppt/slides/slide16.xml" Id="R33f108cae5d846a5" /><Relationship Type="http://schemas.openxmlformats.org/officeDocument/2006/relationships/slide" Target="/ppt/slides/slide17.xml" Id="Rb7a14ed415934f62" /><Relationship Type="http://schemas.openxmlformats.org/officeDocument/2006/relationships/slide" Target="/ppt/slides/slide18.xml" Id="R25a6bbe8f1484705" /><Relationship Type="http://schemas.openxmlformats.org/officeDocument/2006/relationships/slide" Target="/ppt/slides/slide19.xml" Id="R1f3a990b97f647a7" /><Relationship Type="http://schemas.openxmlformats.org/officeDocument/2006/relationships/slide" Target="/ppt/slides/slide20.xml" Id="R76365047b8354598" /><Relationship Type="http://schemas.openxmlformats.org/officeDocument/2006/relationships/slide" Target="/ppt/slides/slide21.xml" Id="Rcb30809483384ce1" /><Relationship Type="http://schemas.openxmlformats.org/officeDocument/2006/relationships/slide" Target="/ppt/slides/slide22.xml" Id="R78aff38a7f7640eb" /><Relationship Type="http://schemas.openxmlformats.org/officeDocument/2006/relationships/slide" Target="/ppt/slides/slide23.xml" Id="Re8c71a223e3f4db8" /><Relationship Type="http://schemas.openxmlformats.org/officeDocument/2006/relationships/slide" Target="/ppt/slides/slide24.xml" Id="Rbcf1d2aa51d949cc" /><Relationship Type="http://schemas.openxmlformats.org/officeDocument/2006/relationships/slide" Target="/ppt/slides/slide25.xml" Id="R9900fbdf4ac94acc" /><Relationship Type="http://schemas.openxmlformats.org/officeDocument/2006/relationships/slide" Target="/ppt/slides/slide26.xml" Id="R4aa3dd4914a34cba" /><Relationship Type="http://schemas.openxmlformats.org/officeDocument/2006/relationships/slide" Target="/ppt/slides/slide27.xml" Id="Rd1183dfccddc44c4" /><Relationship Type="http://schemas.openxmlformats.org/officeDocument/2006/relationships/slide" Target="/ppt/slides/slide28.xml" Id="R9e14099221964699" /><Relationship Type="http://schemas.openxmlformats.org/officeDocument/2006/relationships/slide" Target="/ppt/slides/slide29.xml" Id="R1d946e6a844c4db0" /><Relationship Type="http://schemas.openxmlformats.org/officeDocument/2006/relationships/slide" Target="/ppt/slides/slide30.xml" Id="R818d73e9198a40c6" /><Relationship Type="http://schemas.openxmlformats.org/officeDocument/2006/relationships/slide" Target="/ppt/slides/slide31.xml" Id="R97737155aa004809" /><Relationship Type="http://schemas.openxmlformats.org/officeDocument/2006/relationships/slide" Target="/ppt/slides/slide32.xml" Id="R28df71378e904932" /><Relationship Type="http://schemas.openxmlformats.org/officeDocument/2006/relationships/slide" Target="/ppt/slides/slide33.xml" Id="R738503e2c2d94418" /><Relationship Type="http://schemas.openxmlformats.org/officeDocument/2006/relationships/slide" Target="/ppt/slides/slide34.xml" Id="Rbbe7508e959f4ab0" /><Relationship Type="http://schemas.openxmlformats.org/officeDocument/2006/relationships/slide" Target="/ppt/slides/slide35.xml" Id="R168f371b71ab4e85" /><Relationship Type="http://schemas.openxmlformats.org/officeDocument/2006/relationships/slide" Target="/ppt/slides/slide36.xml" Id="R00697c2bcb564e2f" /><Relationship Type="http://schemas.openxmlformats.org/officeDocument/2006/relationships/slide" Target="/ppt/slides/slide37.xml" Id="Rb1c949a0700f4170" /><Relationship Type="http://schemas.openxmlformats.org/officeDocument/2006/relationships/slide" Target="/ppt/slides/slide38.xml" Id="R22a1ca6f02f74727" /><Relationship Type="http://schemas.openxmlformats.org/officeDocument/2006/relationships/slide" Target="/ppt/slides/slide39.xml" Id="R23f07c1ec24c4068" /><Relationship Type="http://schemas.openxmlformats.org/officeDocument/2006/relationships/slide" Target="/ppt/slides/slide40.xml" Id="Rb97b6ee953154d23" /><Relationship Type="http://schemas.openxmlformats.org/officeDocument/2006/relationships/slide" Target="/ppt/slides/slide41.xml" Id="Rb8412d538322477e" /><Relationship Type="http://schemas.openxmlformats.org/officeDocument/2006/relationships/slide" Target="/ppt/slides/slide42.xml" Id="Recf0ba3b409344df" /><Relationship Type="http://schemas.openxmlformats.org/officeDocument/2006/relationships/slide" Target="/ppt/slides/slide43.xml" Id="Rb71c191839f94410" /><Relationship Type="http://schemas.openxmlformats.org/officeDocument/2006/relationships/slide" Target="/ppt/slides/slide44.xml" Id="R8f576c266acb4878" /><Relationship Type="http://schemas.openxmlformats.org/officeDocument/2006/relationships/slide" Target="/ppt/slides/slide45.xml" Id="R9305813a1fd6484e" /><Relationship Type="http://schemas.openxmlformats.org/officeDocument/2006/relationships/slide" Target="/ppt/slides/slide46.xml" Id="Rab37407d534348e8" /><Relationship Type="http://schemas.openxmlformats.org/officeDocument/2006/relationships/slide" Target="/ppt/slides/slide47.xml" Id="R04ba4c8e573f4072" /><Relationship Type="http://schemas.openxmlformats.org/officeDocument/2006/relationships/slide" Target="/ppt/slides/slide48.xml" Id="Ra17649b973e34de0" /><Relationship Type="http://schemas.openxmlformats.org/officeDocument/2006/relationships/slide" Target="/ppt/slides/slide49.xml" Id="R6275cdd789954af8" /><Relationship Type="http://schemas.openxmlformats.org/officeDocument/2006/relationships/slide" Target="/ppt/slides/slide50.xml" Id="R41828210f8774f9a" /><Relationship Type="http://schemas.openxmlformats.org/officeDocument/2006/relationships/slide" Target="/ppt/slides/slide51.xml" Id="R85b72399805b4003" /><Relationship Type="http://schemas.openxmlformats.org/officeDocument/2006/relationships/slide" Target="/ppt/slides/slide52.xml" Id="R4dd6c1c62a8148eb" /><Relationship Type="http://schemas.openxmlformats.org/officeDocument/2006/relationships/slide" Target="/ppt/slides/slide53.xml" Id="R4b34a50f10c643b0" /><Relationship Type="http://schemas.openxmlformats.org/officeDocument/2006/relationships/slide" Target="/ppt/slides/slide54.xml" Id="Rf433a9719e2f491c" /><Relationship Type="http://schemas.openxmlformats.org/officeDocument/2006/relationships/slide" Target="/ppt/slides/slide55.xml" Id="R1cd5dfee89434892" /><Relationship Type="http://schemas.openxmlformats.org/officeDocument/2006/relationships/slide" Target="/ppt/slides/slide56.xml" Id="Rdd9d1f9903a84feb" /><Relationship Type="http://schemas.openxmlformats.org/officeDocument/2006/relationships/slide" Target="/ppt/slides/slide57.xml" Id="R5f03d4dc57ad43db" /><Relationship Type="http://schemas.openxmlformats.org/officeDocument/2006/relationships/slide" Target="/ppt/slides/slide58.xml" Id="R9450654ad41b4413" /><Relationship Type="http://schemas.openxmlformats.org/officeDocument/2006/relationships/slide" Target="/ppt/slides/slide59.xml" Id="Rf1a27af7c75d4627" /><Relationship Type="http://schemas.openxmlformats.org/officeDocument/2006/relationships/slide" Target="/ppt/slides/slide60.xml" Id="R3cb9afaf5e884349" /><Relationship Type="http://schemas.openxmlformats.org/officeDocument/2006/relationships/slide" Target="/ppt/slides/slide61.xml" Id="R7c45c7aafbbf4d5a" /><Relationship Type="http://schemas.openxmlformats.org/officeDocument/2006/relationships/slide" Target="/ppt/slides/slide62.xml" Id="R4c7e2eb66cae40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023bb0a84e4e40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6b962ff0634e0e" /><Relationship Type="http://schemas.openxmlformats.org/officeDocument/2006/relationships/notesMaster" Target="/ppt/notesMasters/notesMaster1.xml" Id="R9a976cbc2f2c4a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73de398a6249a2" /><Relationship Type="http://schemas.openxmlformats.org/officeDocument/2006/relationships/notesMaster" Target="/ppt/notesMasters/notesMaster1.xml" Id="Rddc06abb592f4d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819541fd9b4c7a" /><Relationship Type="http://schemas.openxmlformats.org/officeDocument/2006/relationships/notesMaster" Target="/ppt/notesMasters/notesMaster1.xml" Id="R611551f925b54c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a123d4f05b347fd" /><Relationship Type="http://schemas.openxmlformats.org/officeDocument/2006/relationships/notesMaster" Target="/ppt/notesMasters/notesMaster1.xml" Id="R98cace2080a54f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6e7abe536d4bc7" /><Relationship Type="http://schemas.openxmlformats.org/officeDocument/2006/relationships/notesMaster" Target="/ppt/notesMasters/notesMaster1.xml" Id="R4be3bee2878f43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932c6377c44fce" /><Relationship Type="http://schemas.openxmlformats.org/officeDocument/2006/relationships/notesMaster" Target="/ppt/notesMasters/notesMaster1.xml" Id="R4d1b5f9a4689428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75d41fe2d7a4845" /><Relationship Type="http://schemas.openxmlformats.org/officeDocument/2006/relationships/notesMaster" Target="/ppt/notesMasters/notesMaster1.xml" Id="R5ffce337c6d045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0050dc234c4df6" /><Relationship Type="http://schemas.openxmlformats.org/officeDocument/2006/relationships/notesMaster" Target="/ppt/notesMasters/notesMaster1.xml" Id="Ra7639814823f46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6d49ae5fd64d6a" /><Relationship Type="http://schemas.openxmlformats.org/officeDocument/2006/relationships/notesMaster" Target="/ppt/notesMasters/notesMaster1.xml" Id="Rf57d2421de324a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7be87a923c547a8" /><Relationship Type="http://schemas.openxmlformats.org/officeDocument/2006/relationships/notesMaster" Target="/ppt/notesMasters/notesMaster1.xml" Id="R62df1946e17247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c42cc5cefa647c0" /><Relationship Type="http://schemas.openxmlformats.org/officeDocument/2006/relationships/notesMaster" Target="/ppt/notesMasters/notesMaster1.xml" Id="Ra1341f3372ad447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09884c4a7b48cc" /><Relationship Type="http://schemas.openxmlformats.org/officeDocument/2006/relationships/notesMaster" Target="/ppt/notesMasters/notesMaster1.xml" Id="Rc4c18006e54d4e1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d40ebfaacc74bba" /><Relationship Type="http://schemas.openxmlformats.org/officeDocument/2006/relationships/notesMaster" Target="/ppt/notesMasters/notesMaster1.xml" Id="R66123bad2be6484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266625913bb4a06" /><Relationship Type="http://schemas.openxmlformats.org/officeDocument/2006/relationships/notesMaster" Target="/ppt/notesMasters/notesMaster1.xml" Id="R30318c8a7adb42a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dafa8875347462d" /><Relationship Type="http://schemas.openxmlformats.org/officeDocument/2006/relationships/notesMaster" Target="/ppt/notesMasters/notesMaster1.xml" Id="R08f5421f0dd5412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02daa07d77e45eb" /><Relationship Type="http://schemas.openxmlformats.org/officeDocument/2006/relationships/notesMaster" Target="/ppt/notesMasters/notesMaster1.xml" Id="R55992c1ac858416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f4f28a1c1c24480" /><Relationship Type="http://schemas.openxmlformats.org/officeDocument/2006/relationships/notesMaster" Target="/ppt/notesMasters/notesMaster1.xml" Id="R0558d4c0629e497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0a120cc1d034364" /><Relationship Type="http://schemas.openxmlformats.org/officeDocument/2006/relationships/notesMaster" Target="/ppt/notesMasters/notesMaster1.xml" Id="R76612b1b65bf497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69e74496786467c" /><Relationship Type="http://schemas.openxmlformats.org/officeDocument/2006/relationships/notesMaster" Target="/ppt/notesMasters/notesMaster1.xml" Id="R65ffb833a5914f7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0f4861c7cb94a34" /><Relationship Type="http://schemas.openxmlformats.org/officeDocument/2006/relationships/notesMaster" Target="/ppt/notesMasters/notesMaster1.xml" Id="R238839da708a42b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c692d3410c84d6a" /><Relationship Type="http://schemas.openxmlformats.org/officeDocument/2006/relationships/notesMaster" Target="/ppt/notesMasters/notesMaster1.xml" Id="Rcb60611e696c449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4c56d3e07304a37" /><Relationship Type="http://schemas.openxmlformats.org/officeDocument/2006/relationships/notesMaster" Target="/ppt/notesMasters/notesMaster1.xml" Id="Rd2cb109e5d26441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ead19e5303a4b70" /><Relationship Type="http://schemas.openxmlformats.org/officeDocument/2006/relationships/notesMaster" Target="/ppt/notesMasters/notesMaster1.xml" Id="R0c495b7bb66f41a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a5d5f28b4bb4b37" /><Relationship Type="http://schemas.openxmlformats.org/officeDocument/2006/relationships/notesMaster" Target="/ppt/notesMasters/notesMaster1.xml" Id="Rf884e7c329e0464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f2dc2a125b24963" /><Relationship Type="http://schemas.openxmlformats.org/officeDocument/2006/relationships/notesMaster" Target="/ppt/notesMasters/notesMaster1.xml" Id="R02fbd833b79d40b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03cf9356a12433a" /><Relationship Type="http://schemas.openxmlformats.org/officeDocument/2006/relationships/notesMaster" Target="/ppt/notesMasters/notesMaster1.xml" Id="R830148c10e79463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53d36c214eb43ed" /><Relationship Type="http://schemas.openxmlformats.org/officeDocument/2006/relationships/notesMaster" Target="/ppt/notesMasters/notesMaster1.xml" Id="Rbd99bb9d3e574b7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ff57e8d6db643ff" /><Relationship Type="http://schemas.openxmlformats.org/officeDocument/2006/relationships/notesMaster" Target="/ppt/notesMasters/notesMaster1.xml" Id="R228ab1e2c562466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44636d1a0d148a1" /><Relationship Type="http://schemas.openxmlformats.org/officeDocument/2006/relationships/notesMaster" Target="/ppt/notesMasters/notesMaster1.xml" Id="Rc48a670d6f374bd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832832fe1404067" /><Relationship Type="http://schemas.openxmlformats.org/officeDocument/2006/relationships/notesMaster" Target="/ppt/notesMasters/notesMaster1.xml" Id="R981c1687b6644a6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21039dea3354cd3" /><Relationship Type="http://schemas.openxmlformats.org/officeDocument/2006/relationships/notesMaster" Target="/ppt/notesMasters/notesMaster1.xml" Id="R60efbe8621ea484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e7ba9a3e80c4b37" /><Relationship Type="http://schemas.openxmlformats.org/officeDocument/2006/relationships/notesMaster" Target="/ppt/notesMasters/notesMaster1.xml" Id="Rb7f4226d28374b3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102f7c5d2674642" /><Relationship Type="http://schemas.openxmlformats.org/officeDocument/2006/relationships/notesMaster" Target="/ppt/notesMasters/notesMaster1.xml" Id="Rf6f2bddfec684cd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a97762fa43b43ab" /><Relationship Type="http://schemas.openxmlformats.org/officeDocument/2006/relationships/notesMaster" Target="/ppt/notesMasters/notesMaster1.xml" Id="Ra1ba4e669c2e4fa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bf849bb660c46b2" /><Relationship Type="http://schemas.openxmlformats.org/officeDocument/2006/relationships/notesMaster" Target="/ppt/notesMasters/notesMaster1.xml" Id="R28c579b682094c4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5a04011e3eb4e12" /><Relationship Type="http://schemas.openxmlformats.org/officeDocument/2006/relationships/notesMaster" Target="/ppt/notesMasters/notesMaster1.xml" Id="R41ed5c052996428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330ea44cce04131" /><Relationship Type="http://schemas.openxmlformats.org/officeDocument/2006/relationships/notesMaster" Target="/ppt/notesMasters/notesMaster1.xml" Id="R1f72b831347941c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083f05cc4274e0b" /><Relationship Type="http://schemas.openxmlformats.org/officeDocument/2006/relationships/notesMaster" Target="/ppt/notesMasters/notesMaster1.xml" Id="Rfbdc225233f9492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c424777fcc34393" /><Relationship Type="http://schemas.openxmlformats.org/officeDocument/2006/relationships/notesMaster" Target="/ppt/notesMasters/notesMaster1.xml" Id="R978aa97e97374c8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0f829d9f88a4626" /><Relationship Type="http://schemas.openxmlformats.org/officeDocument/2006/relationships/notesMaster" Target="/ppt/notesMasters/notesMaster1.xml" Id="R961b2987e5d9479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0c113ea5afb4947" /><Relationship Type="http://schemas.openxmlformats.org/officeDocument/2006/relationships/notesMaster" Target="/ppt/notesMasters/notesMaster1.xml" Id="Rc64538198d7244a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013079192be4bdc" /><Relationship Type="http://schemas.openxmlformats.org/officeDocument/2006/relationships/notesMaster" Target="/ppt/notesMasters/notesMaster1.xml" Id="Rc2ed4d32f2414fd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6bf686ed8e84f60" /><Relationship Type="http://schemas.openxmlformats.org/officeDocument/2006/relationships/notesMaster" Target="/ppt/notesMasters/notesMaster1.xml" Id="Rb04bbc431bf445c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e9a6ef560c647f7" /><Relationship Type="http://schemas.openxmlformats.org/officeDocument/2006/relationships/notesMaster" Target="/ppt/notesMasters/notesMaster1.xml" Id="R972f2745e68d4a6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aec8f999fd14b3f" /><Relationship Type="http://schemas.openxmlformats.org/officeDocument/2006/relationships/notesMaster" Target="/ppt/notesMasters/notesMaster1.xml" Id="R46f409233f644b9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c46d663481947c9" /><Relationship Type="http://schemas.openxmlformats.org/officeDocument/2006/relationships/notesMaster" Target="/ppt/notesMasters/notesMaster1.xml" Id="R8fae34e0ebd6415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66eaead65c94a58" /><Relationship Type="http://schemas.openxmlformats.org/officeDocument/2006/relationships/notesMaster" Target="/ppt/notesMasters/notesMaster1.xml" Id="R71201e11c3ef4fd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3cefff5f8ec4e9d" /><Relationship Type="http://schemas.openxmlformats.org/officeDocument/2006/relationships/notesMaster" Target="/ppt/notesMasters/notesMaster1.xml" Id="Rad0ad1469e794e0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7032b587df1b48a6" /><Relationship Type="http://schemas.openxmlformats.org/officeDocument/2006/relationships/notesMaster" Target="/ppt/notesMasters/notesMaster1.xml" Id="Rd711efaaa7e6491a"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3ab26ad47ee4db9" /><Relationship Type="http://schemas.openxmlformats.org/officeDocument/2006/relationships/notesMaster" Target="/ppt/notesMasters/notesMaster1.xml" Id="R59f99925b3c74f37"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f0d6db6d890c4bb7" /><Relationship Type="http://schemas.openxmlformats.org/officeDocument/2006/relationships/notesMaster" Target="/ppt/notesMasters/notesMaster1.xml" Id="Re304a4572e8a45ab"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e4cda7e0b8f4a5c" /><Relationship Type="http://schemas.openxmlformats.org/officeDocument/2006/relationships/notesMaster" Target="/ppt/notesMasters/notesMaster1.xml" Id="Rc7ffb1970c3949c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750105ccf52425e" /><Relationship Type="http://schemas.openxmlformats.org/officeDocument/2006/relationships/notesMaster" Target="/ppt/notesMasters/notesMaster1.xml" Id="Rcaf936e28fbc4a83"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8995dec48464012" /><Relationship Type="http://schemas.openxmlformats.org/officeDocument/2006/relationships/notesMaster" Target="/ppt/notesMasters/notesMaster1.xml" Id="R995397e855784d5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ad025946766f4732" /><Relationship Type="http://schemas.openxmlformats.org/officeDocument/2006/relationships/notesMaster" Target="/ppt/notesMasters/notesMaster1.xml" Id="R940a6b76149f485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94d5ed8d152c47a6" /><Relationship Type="http://schemas.openxmlformats.org/officeDocument/2006/relationships/notesMaster" Target="/ppt/notesMasters/notesMaster1.xml" Id="Rd54ebe2f04b84dc6"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c477e2bc5c24f00" /><Relationship Type="http://schemas.openxmlformats.org/officeDocument/2006/relationships/notesMaster" Target="/ppt/notesMasters/notesMaster1.xml" Id="R9c56623159ce4d7b"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d973d20b3b944a21" /><Relationship Type="http://schemas.openxmlformats.org/officeDocument/2006/relationships/notesMaster" Target="/ppt/notesMasters/notesMaster1.xml" Id="R3f8e3295a77740a4"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d88847cfb6704de9" /><Relationship Type="http://schemas.openxmlformats.org/officeDocument/2006/relationships/notesMaster" Target="/ppt/notesMasters/notesMaster1.xml" Id="Ra69f61cb7c444f64"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7c78258a27841d5" /><Relationship Type="http://schemas.openxmlformats.org/officeDocument/2006/relationships/notesMaster" Target="/ppt/notesMasters/notesMaster1.xml" Id="R3e5c5987b71849f8"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60f2f391cefa431a" /><Relationship Type="http://schemas.openxmlformats.org/officeDocument/2006/relationships/notesMaster" Target="/ppt/notesMasters/notesMaster1.xml" Id="R381714e4ca714807"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a349fac7909347d7" /><Relationship Type="http://schemas.openxmlformats.org/officeDocument/2006/relationships/notesMaster" Target="/ppt/notesMasters/notesMaster1.xml" Id="R011a1877647643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Using AI makes you an AI-enabled software engineer. Engineering systems that depend on AI makes you an AI engineer.</a:t>
            </a:r>
          </a:p>
          <a:p xmlns:a="http://schemas.openxmlformats.org/drawingml/2006/main">
            <a:r>
              <a:t/>
            </a:r>
          </a:p>
          <a:p xmlns:a="http://schemas.openxmlformats.org/drawingml/2006/main">
            <a:r>
              <a:rPr b="1"/>
              <a:t>This talk focuses on building products around foundation models.</a:t>
            </a:r>
            <a:r>
              <a:rPr b="0"/>
              <a:t> Your software engineering skills are the foundation. The additional responsibility is measuring and controlling model-dependent behavior.</a:t>
            </a:r>
          </a:p>
          <a:p xmlns:a="http://schemas.openxmlformats.org/drawingml/2006/main">
            <a:r>
              <a:t/>
            </a:r>
          </a:p>
          <a:p xmlns:a="http://schemas.openxmlformats.org/drawingml/2006/main">
            <a:r>
              <a:rPr b="0"/>
              <a:t>ML engineers typically focus on models and the pipelines that produce them. AI engineers typically focus on products around models. The roles overlap, including adaptation and fine-tuning.</a:t>
            </a:r>
          </a:p>
          <a:p xmlns:a="http://schemas.openxmlformats.org/drawingml/2006/main">
            <a:r>
              <a:t/>
            </a:r>
          </a:p>
          <a:p xmlns:a="http://schemas.openxmlformats.org/drawingml/2006/main">
            <a:r>
              <a:rPr b="1"/>
              <a:t>Owner means the engineer or team accountable for the delivered product's behavior and operating limits.</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things to leave with. </a:t>
            </a:r>
            <a:r>
              <a:rPr b="1"/>
              <a:t>A conceptual map of the discipline. An honest sense of how much there is. And a roadmap for making the transition.</a:t>
            </a:r>
          </a:p>
          <a:p xmlns:a="http://schemas.openxmlformats.org/drawingml/2006/main">
            <a:r>
              <a:t/>
            </a:r>
          </a:p>
          <a:p xmlns:a="http://schemas.openxmlformats.org/drawingml/2006/main">
            <a:r>
              <a:rPr b="0"/>
              <a:t>The agenda. The map, two minutes. Six areas, twenty-three minutes: models, context and knowledge, tools, orchestration, verification and evals, and operating it. The transition, five minutes. Then fifteen minutes for your questions.</a:t>
            </a:r>
          </a:p>
          <a:p xmlns:a="http://schemas.openxmlformats.org/drawingml/2006/main">
            <a:r>
              <a:t/>
            </a:r>
          </a:p>
          <a:p xmlns:a="http://schemas.openxmlformats.org/drawingml/2006/main">
            <a:r>
              <a:rPr b="1"/>
              <a:t>For each area: When you are the user, including what someone engineered, then When you are the owner.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for a moment.</a:t>
            </a:r>
          </a:p>
          <a:p xmlns:a="http://schemas.openxmlformats.org/drawingml/2006/main">
            <a:r>
              <a:t/>
            </a:r>
          </a:p>
          <a:p xmlns:a="http://schemas.openxmlformats.org/drawingml/2006/main">
            <a:r>
              <a:rPr b="1"/>
              <a:t>Let's open up the tool you used this morning.</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This is the model picker in Devin Desktop. You choose a model for a coding task and set the reasoning effort with the slider.</a:t>
            </a:r>
          </a:p>
          <a:p xmlns:a="http://schemas.openxmlformats.org/drawingml/2006/main">
            <a:r>
              <a:t/>
            </a:r>
          </a:p>
          <a:p xmlns:a="http://schemas.openxmlformats.org/drawingml/2006/main">
            <a:r>
              <a:rPr b="1"/>
              <a:t>Choose a model and reasoning effort for a coding task.</a:t>
            </a:r>
            <a:r>
              <a:rPr b="0"/>
              <a:t> That familiar choice is our starting point. Now carry it into the product you are building.</a:t>
            </a:r>
          </a:p>
          <a:p xmlns:a="http://schemas.openxmlformats.org/drawingml/2006/main">
            <a:r>
              <a:t/>
            </a:r>
          </a:p>
          <a:p xmlns:a="http://schemas.openxmlformats.org/drawingml/2006/main">
            <a:r>
              <a:rPr b="0"/>
              <a:t>Advance to the owner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THE DECISION</a:t>
            </a:r>
          </a:p>
          <a:p xmlns:a="http://schemas.openxmlformats.org/drawingml/2006/main">
            <a:r>
              <a:t/>
            </a:r>
          </a:p>
          <a:p xmlns:a="http://schemas.openxmlformats.org/drawingml/2006/main">
            <a:r>
              <a:rPr b="1"/>
              <a:t>You own model selection and change.</a:t>
            </a:r>
            <a:r>
              <a:rPr b="0"/>
              <a:t> Our illustrative task is to summarize FRB-042's discussion and decisions, compare similar FRBs, and export a cited brief. Research stays within authorized internal records and attachments.</a:t>
            </a:r>
          </a:p>
          <a:p xmlns:a="http://schemas.openxmlformats.org/drawingml/2006/main">
            <a:r>
              <a:t/>
            </a:r>
          </a:p>
          <a:p xmlns:a="http://schemas.openxmlformats.org/drawingml/2006/main">
            <a:r>
              <a:rPr b="1"/>
              <a:t>Compare candidates on representative FRB cases.</a:t>
            </a:r>
            <a:r>
              <a:rPr b="0"/>
              <a:t> A useful brief must summarize the discussion faithfully and support its findings. The preliminary briefing names bearing wear as a possible cause. The later minutes leave the cause unresolved and call for inspection. </a:t>
            </a:r>
            <a:r>
              <a:rPr b="1"/>
              <a:t>A possible cause must remain a possible cause.</a:t>
            </a:r>
          </a:p>
          <a:p xmlns:a="http://schemas.openxmlformats.org/drawingml/2006/main">
            <a:r>
              <a:t/>
            </a:r>
          </a:p>
          <a:p xmlns:a="http://schemas.openxmlformats.org/drawingml/2006/main">
            <a:r>
              <a:rPr b="0"/>
              <a:t>Read quality, cost, and latency together. Count retries and verification in cost per completed brief and end-to-end time. p95 describes the time within which 95 percent of briefs finish. Context limits, tool reliability, and data residency also constrain the choice. This table names what to assess. </a:t>
            </a:r>
            <a:r>
              <a:rPr b="1"/>
              <a:t>It reports no measured results or winning model.</a:t>
            </a:r>
          </a:p>
          <a:p xmlns:a="http://schemas.openxmlformats.org/drawingml/2006/main">
            <a:r>
              <a:t/>
            </a:r>
          </a:p>
          <a:p xmlns:a="http://schemas.openxmlformats.org/drawingml/2006/main">
            <a:r>
              <a:rPr b="1"/>
              <a:t>BUILD 2: MAINTAINING THE CHOICE</a:t>
            </a:r>
          </a:p>
          <a:p xmlns:a="http://schemas.openxmlformats.org/drawingml/2006/main">
            <a:r>
              <a:t/>
            </a:r>
          </a:p>
          <a:p xmlns:a="http://schemas.openxmlformats.org/drawingml/2006/main">
            <a:r>
              <a:rPr b="1"/>
              <a:t>Pinned version: controlled migration and lifecycle management. Moving alias: automatic updates and regression monitoring.</a:t>
            </a:r>
            <a:r>
              <a:rPr b="0"/>
              <a:t> With a pinned version, plan for replacement. With an alias, check whether updates change behavior on your tasks.</a:t>
            </a:r>
          </a:p>
          <a:p xmlns:a="http://schemas.openxmlformats.org/drawingml/2006/main">
            <a:r>
              <a:t/>
            </a:r>
          </a:p>
          <a:p xmlns:a="http://schemas.openxmlformats.org/drawingml/2006/main">
            <a:r>
              <a:rPr b="0"/>
              <a:t>Reuse representative FRB cases when you assess a change. Does the candidate still preserve uncertainty, summarize decisions faithfully, and meet the operating budget? </a:t>
            </a:r>
            <a:r>
              <a:rPr b="1"/>
              <a:t>A snapshot does not freeze the whole system.</a:t>
            </a:r>
            <a:r>
              <a:rPr b="0"/>
              <a:t> Prompts, retrieval, tools, and the environment can change too. Keep those conditions clear when comparing results.</a:t>
            </a:r>
          </a:p>
          <a:p xmlns:a="http://schemas.openxmlformats.org/drawingml/2006/main">
            <a:r>
              <a:t/>
            </a:r>
          </a:p>
          <a:p xmlns:a="http://schemas.openxmlformats.org/drawingml/2006/main">
            <a:r>
              <a:rPr b="1"/>
              <a:t>BUILD 3: THE PITFALL</a:t>
            </a:r>
          </a:p>
          <a:p xmlns:a="http://schemas.openxmlformats.org/drawingml/2006/main">
            <a:r>
              <a:t/>
            </a:r>
          </a:p>
          <a:p xmlns:a="http://schemas.openxmlformats.org/drawingml/2006/main">
            <a:r>
              <a:rPr b="1"/>
              <a:t>Choosing and changing models without testing them on your task.</a:t>
            </a:r>
            <a:r>
              <a:rPr b="0"/>
              <a:t> A model may look convincing on one brief. Without representative cases, you cannot establish whether its replacement still preserves the distinction between possible and confirmed causes.</a:t>
            </a:r>
          </a:p>
          <a:p xmlns:a="http://schemas.openxmlformats.org/drawingml/2006/main">
            <a:r>
              <a:t/>
            </a:r>
          </a:p>
          <a:p xmlns:a="http://schemas.openxmlformats.org/drawingml/2006/main">
            <a:r>
              <a:rPr b="1"/>
              <a:t>Rerun the same FRB cases. Compare evidence quality, cost, and latency.</a:t>
            </a:r>
            <a:r>
              <a:rPr b="0"/>
              <a:t> That gives the team evidence for the change. Pinning can be a deliberate choice with a migration plan. The pitfall is making the choice without task evidence.</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THE DECISION</a:t>
            </a:r>
          </a:p>
          <a:p xmlns:a="http://schemas.openxmlformats.org/drawingml/2006/main">
            <a:r>
              <a:t/>
            </a:r>
          </a:p>
          <a:p xmlns:a="http://schemas.openxmlformats.org/drawingml/2006/main">
            <a:r>
              <a:rPr b="1"/>
              <a:t>You own model selection and change.</a:t>
            </a:r>
            <a:r>
              <a:rPr b="0"/>
              <a:t> Our illustrative task is to summarize FRB-042's discussion and decisions, compare similar FRBs, and export a cited brief. Research stays within authorized internal records and attachments.</a:t>
            </a:r>
          </a:p>
          <a:p xmlns:a="http://schemas.openxmlformats.org/drawingml/2006/main">
            <a:r>
              <a:t/>
            </a:r>
          </a:p>
          <a:p xmlns:a="http://schemas.openxmlformats.org/drawingml/2006/main">
            <a:r>
              <a:rPr b="1"/>
              <a:t>Compare candidates on representative FRB cases.</a:t>
            </a:r>
            <a:r>
              <a:rPr b="0"/>
              <a:t> A useful brief must summarize the discussion faithfully and support its findings. The preliminary briefing names bearing wear as a possible cause. The later minutes leave the cause unresolved and call for inspection. </a:t>
            </a:r>
            <a:r>
              <a:rPr b="1"/>
              <a:t>A possible cause must remain a possible cause.</a:t>
            </a:r>
          </a:p>
          <a:p xmlns:a="http://schemas.openxmlformats.org/drawingml/2006/main">
            <a:r>
              <a:t/>
            </a:r>
          </a:p>
          <a:p xmlns:a="http://schemas.openxmlformats.org/drawingml/2006/main">
            <a:r>
              <a:rPr b="0"/>
              <a:t>Read quality, cost, and latency together. Count retries and verification in cost per completed brief and end-to-end time. p95 describes the time within which 95 percent of briefs finish. Context limits, tool reliability, and data residency also constrain the choice. This table names what to assess. </a:t>
            </a:r>
            <a:r>
              <a:rPr b="1"/>
              <a:t>It reports no measured results or winning model.</a:t>
            </a:r>
          </a:p>
          <a:p xmlns:a="http://schemas.openxmlformats.org/drawingml/2006/main">
            <a:r>
              <a:t/>
            </a:r>
          </a:p>
          <a:p xmlns:a="http://schemas.openxmlformats.org/drawingml/2006/main">
            <a:r>
              <a:rPr b="1"/>
              <a:t>BUILD 2: MAINTAINING THE CHOICE</a:t>
            </a:r>
          </a:p>
          <a:p xmlns:a="http://schemas.openxmlformats.org/drawingml/2006/main">
            <a:r>
              <a:t/>
            </a:r>
          </a:p>
          <a:p xmlns:a="http://schemas.openxmlformats.org/drawingml/2006/main">
            <a:r>
              <a:rPr b="1"/>
              <a:t>Pinned version: controlled migration and lifecycle management. Moving alias: automatic updates and regression monitoring.</a:t>
            </a:r>
            <a:r>
              <a:rPr b="0"/>
              <a:t> With a pinned version, plan for replacement. With an alias, check whether updates change behavior on your tasks.</a:t>
            </a:r>
          </a:p>
          <a:p xmlns:a="http://schemas.openxmlformats.org/drawingml/2006/main">
            <a:r>
              <a:t/>
            </a:r>
          </a:p>
          <a:p xmlns:a="http://schemas.openxmlformats.org/drawingml/2006/main">
            <a:r>
              <a:rPr b="0"/>
              <a:t>Reuse representative FRB cases when you assess a change. Does the candidate still preserve uncertainty, summarize decisions faithfully, and meet the operating budget? </a:t>
            </a:r>
            <a:r>
              <a:rPr b="1"/>
              <a:t>A snapshot does not freeze the whole system.</a:t>
            </a:r>
            <a:r>
              <a:rPr b="0"/>
              <a:t> Prompts, retrieval, tools, and the environment can change too. Keep those conditions clear when comparing results.</a:t>
            </a:r>
          </a:p>
          <a:p xmlns:a="http://schemas.openxmlformats.org/drawingml/2006/main">
            <a:r>
              <a:t/>
            </a:r>
          </a:p>
          <a:p xmlns:a="http://schemas.openxmlformats.org/drawingml/2006/main">
            <a:r>
              <a:rPr b="1"/>
              <a:t>BUILD 3: THE PITFALL</a:t>
            </a:r>
          </a:p>
          <a:p xmlns:a="http://schemas.openxmlformats.org/drawingml/2006/main">
            <a:r>
              <a:t/>
            </a:r>
          </a:p>
          <a:p xmlns:a="http://schemas.openxmlformats.org/drawingml/2006/main">
            <a:r>
              <a:rPr b="1"/>
              <a:t>Choosing and changing models without testing them on your task.</a:t>
            </a:r>
            <a:r>
              <a:rPr b="0"/>
              <a:t> A model may look convincing on one brief. Without representative cases, you cannot establish whether its replacement still preserves the distinction between possible and confirmed causes.</a:t>
            </a:r>
          </a:p>
          <a:p xmlns:a="http://schemas.openxmlformats.org/drawingml/2006/main">
            <a:r>
              <a:t/>
            </a:r>
          </a:p>
          <a:p xmlns:a="http://schemas.openxmlformats.org/drawingml/2006/main">
            <a:r>
              <a:rPr b="1"/>
              <a:t>Rerun the same FRB cases. Compare evidence quality, cost, and latency.</a:t>
            </a:r>
            <a:r>
              <a:rPr b="0"/>
              <a:t> That gives the team evidence for the change. Pinning can be a deliberate choice with a migration plan. The pitfall is making the choice without task evidence.</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THE DECISION</a:t>
            </a:r>
          </a:p>
          <a:p xmlns:a="http://schemas.openxmlformats.org/drawingml/2006/main">
            <a:r>
              <a:t/>
            </a:r>
          </a:p>
          <a:p xmlns:a="http://schemas.openxmlformats.org/drawingml/2006/main">
            <a:r>
              <a:rPr b="1"/>
              <a:t>You own model selection and change.</a:t>
            </a:r>
            <a:r>
              <a:rPr b="0"/>
              <a:t> Our illustrative task is to summarize FRB-042's discussion and decisions, compare similar FRBs, and export a cited brief. Research stays within authorized internal records and attachments.</a:t>
            </a:r>
          </a:p>
          <a:p xmlns:a="http://schemas.openxmlformats.org/drawingml/2006/main">
            <a:r>
              <a:t/>
            </a:r>
          </a:p>
          <a:p xmlns:a="http://schemas.openxmlformats.org/drawingml/2006/main">
            <a:r>
              <a:rPr b="1"/>
              <a:t>Compare candidates on representative FRB cases.</a:t>
            </a:r>
            <a:r>
              <a:rPr b="0"/>
              <a:t> A useful brief must summarize the discussion faithfully and support its findings. The preliminary briefing names bearing wear as a possible cause. The later minutes leave the cause unresolved and call for inspection. </a:t>
            </a:r>
            <a:r>
              <a:rPr b="1"/>
              <a:t>A possible cause must remain a possible cause.</a:t>
            </a:r>
          </a:p>
          <a:p xmlns:a="http://schemas.openxmlformats.org/drawingml/2006/main">
            <a:r>
              <a:t/>
            </a:r>
          </a:p>
          <a:p xmlns:a="http://schemas.openxmlformats.org/drawingml/2006/main">
            <a:r>
              <a:rPr b="0"/>
              <a:t>Read quality, cost, and latency together. Count retries and verification in cost per completed brief and end-to-end time. p95 describes the time within which 95 percent of briefs finish. Context limits, tool reliability, and data residency also constrain the choice. This table names what to assess. </a:t>
            </a:r>
            <a:r>
              <a:rPr b="1"/>
              <a:t>It reports no measured results or winning model.</a:t>
            </a:r>
          </a:p>
          <a:p xmlns:a="http://schemas.openxmlformats.org/drawingml/2006/main">
            <a:r>
              <a:t/>
            </a:r>
          </a:p>
          <a:p xmlns:a="http://schemas.openxmlformats.org/drawingml/2006/main">
            <a:r>
              <a:rPr b="1"/>
              <a:t>BUILD 2: MAINTAINING THE CHOICE</a:t>
            </a:r>
          </a:p>
          <a:p xmlns:a="http://schemas.openxmlformats.org/drawingml/2006/main">
            <a:r>
              <a:t/>
            </a:r>
          </a:p>
          <a:p xmlns:a="http://schemas.openxmlformats.org/drawingml/2006/main">
            <a:r>
              <a:rPr b="1"/>
              <a:t>Pinned version: controlled migration and lifecycle management. Moving alias: automatic updates and regression monitoring.</a:t>
            </a:r>
            <a:r>
              <a:rPr b="0"/>
              <a:t> With a pinned version, plan for replacement. With an alias, check whether updates change behavior on your tasks.</a:t>
            </a:r>
          </a:p>
          <a:p xmlns:a="http://schemas.openxmlformats.org/drawingml/2006/main">
            <a:r>
              <a:t/>
            </a:r>
          </a:p>
          <a:p xmlns:a="http://schemas.openxmlformats.org/drawingml/2006/main">
            <a:r>
              <a:rPr b="0"/>
              <a:t>Reuse representative FRB cases when you assess a change. Does the candidate still preserve uncertainty, summarize decisions faithfully, and meet the operating budget? </a:t>
            </a:r>
            <a:r>
              <a:rPr b="1"/>
              <a:t>A snapshot does not freeze the whole system.</a:t>
            </a:r>
            <a:r>
              <a:rPr b="0"/>
              <a:t> Prompts, retrieval, tools, and the environment can change too. Keep those conditions clear when comparing results.</a:t>
            </a:r>
          </a:p>
          <a:p xmlns:a="http://schemas.openxmlformats.org/drawingml/2006/main">
            <a:r>
              <a:t/>
            </a:r>
          </a:p>
          <a:p xmlns:a="http://schemas.openxmlformats.org/drawingml/2006/main">
            <a:r>
              <a:rPr b="1"/>
              <a:t>BUILD 3: THE PITFALL</a:t>
            </a:r>
          </a:p>
          <a:p xmlns:a="http://schemas.openxmlformats.org/drawingml/2006/main">
            <a:r>
              <a:t/>
            </a:r>
          </a:p>
          <a:p xmlns:a="http://schemas.openxmlformats.org/drawingml/2006/main">
            <a:r>
              <a:rPr b="1"/>
              <a:t>Choosing and changing models without testing them on your task.</a:t>
            </a:r>
            <a:r>
              <a:rPr b="0"/>
              <a:t> A model may look convincing on one brief. Without representative cases, you cannot establish whether its replacement still preserves the distinction between possible and confirmed causes.</a:t>
            </a:r>
          </a:p>
          <a:p xmlns:a="http://schemas.openxmlformats.org/drawingml/2006/main">
            <a:r>
              <a:t/>
            </a:r>
          </a:p>
          <a:p xmlns:a="http://schemas.openxmlformats.org/drawingml/2006/main">
            <a:r>
              <a:rPr b="1"/>
              <a:t>Rerun the same FRB cases. Compare evidence quality, cost, and latency.</a:t>
            </a:r>
            <a:r>
              <a:rPr b="0"/>
              <a:t> That gives the team evidence for the change. Pinning can be a deliberate choice with a migration plan. The pitfall is making the choice without task evidence.</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Anthropic calls context </a:t>
            </a:r>
            <a:r>
              <a:rPr b="1"/>
              <a:t>a finite resource with diminishing marginal returns</a:t>
            </a:r>
            <a:r>
              <a:rPr b="0"/>
              <a:t>.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provider engineered instructions, compaction, memory, and retrieval. </a:t>
            </a:r>
            <a:r>
              <a:rPr b="1"/>
              <a:t>RAG means retrieving relevant external information and supplying it to the model.</a:t>
            </a:r>
            <a:r>
              <a:rPr b="0"/>
              <a:t>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Caching is another context decision. Manus reported about a hundred input tokens per output token, with a tenfold cached-input price gap in its July 2025 example. These are that team's experience and prices. </a:t>
            </a:r>
            <a:r>
              <a:rPr b="1"/>
              <a:t>Preserve stable prompt prefixes when useful. Measure the savings, and update context or tool access when correctness or authorization requires it.</a:t>
            </a:r>
            <a:r>
              <a:rPr b="0"/>
              <a:t> A stale policy is not acceptable just because it improves cache hits.</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Anthropic calls context </a:t>
            </a:r>
            <a:r>
              <a:rPr b="1"/>
              <a:t>a finite resource with diminishing marginal returns</a:t>
            </a:r>
            <a:r>
              <a:rPr b="0"/>
              <a:t>.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provider engineered instructions, compaction, memory, and retrieval. </a:t>
            </a:r>
            <a:r>
              <a:rPr b="1"/>
              <a:t>RAG means retrieving relevant external information and supplying it to the model.</a:t>
            </a:r>
            <a:r>
              <a:rPr b="0"/>
              <a:t>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Caching is another context decision. Manus reported about a hundred input tokens per output token, with a tenfold cached-input price gap in its July 2025 example. These are that team's experience and prices. </a:t>
            </a:r>
            <a:r>
              <a:rPr b="1"/>
              <a:t>Preserve stable prompt prefixes when useful. Measure the savings, and update context or tool access when correctness or authorization requires it.</a:t>
            </a:r>
            <a:r>
              <a:rPr b="0"/>
              <a:t> A stale policy is not acceptable just because it improves cache hits.</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Anthropic calls context </a:t>
            </a:r>
            <a:r>
              <a:rPr b="1"/>
              <a:t>a finite resource with diminishing marginal returns</a:t>
            </a:r>
            <a:r>
              <a:rPr b="0"/>
              <a:t>.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provider engineered instructions, compaction, memory, and retrieval. </a:t>
            </a:r>
            <a:r>
              <a:rPr b="1"/>
              <a:t>RAG means retrieving relevant external information and supplying it to the model.</a:t>
            </a:r>
            <a:r>
              <a:rPr b="0"/>
              <a:t>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Caching is another context decision. Manus reported about a hundred input tokens per output token, with a tenfold cached-input price gap in its July 2025 example. These are that team's experience and prices. </a:t>
            </a:r>
            <a:r>
              <a:rPr b="1"/>
              <a:t>Preserve stable prompt prefixes when useful. Measure the savings, and update context or tool access when correctness or authorization requires it.</a:t>
            </a:r>
            <a:r>
              <a:rPr b="0"/>
              <a:t> A stale policy is not acceptable just because it improves cache hits.</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Anthropic calls context </a:t>
            </a:r>
            <a:r>
              <a:rPr b="1"/>
              <a:t>a finite resource with diminishing marginal returns</a:t>
            </a:r>
            <a:r>
              <a:rPr b="0"/>
              <a:t>.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provider engineered instructions, compaction, memory, and retrieval. </a:t>
            </a:r>
            <a:r>
              <a:rPr b="1"/>
              <a:t>RAG means retrieving relevant external information and supplying it to the model.</a:t>
            </a:r>
            <a:r>
              <a:rPr b="0"/>
              <a:t>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Caching is another context decision. Manus reported about a hundred input tokens per output token, with a tenfold cached-input price gap in its July 2025 example. These are that team's experience and prices. </a:t>
            </a:r>
            <a:r>
              <a:rPr b="1"/>
              <a:t>Preserve stable prompt prefixes when useful. Measure the savings, and update context or tool access when correctness or authorization requires it.</a:t>
            </a:r>
            <a:r>
              <a:rPr b="0"/>
              <a:t> A stale policy is not acceptable just because it improves cache hits.</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From the large authorized corpus, retrieve relevant passages. The preliminary briefing says bearing wear is possible. </a:t>
            </a:r>
            <a:r>
              <a:rPr b="1"/>
              <a:t>The later minutes leave the cause unresolved and call for inspection.</a:t>
            </a:r>
            <a:r>
              <a:rPr b="0"/>
              <a:t> Keep these documents distinct.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Preserve revision, source location, and decision status. Refresh retrieval when records arrive. </a:t>
            </a:r>
            <a:r>
              <a:rPr b="1"/>
              <a:t>You own relevance, freshness, provenance, and the context budget.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Compaction must preserve the unresolved cause, inspection constraint, and access scope.</a:t>
            </a:r>
            <a:r>
              <a:rPr b="0"/>
              <a:t> Compare the sensor fault in FRB-017 and bearing wear in FRB-031. Similar symptoms do not prove a common cause. Missing, unreadable, conflicting, or unauthorized evidence needs an explicit limitation.</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Adding instead of curating.</a:t>
            </a:r>
            <a:r>
              <a:rPr b="0"/>
              <a:t> A bigger window does not solve selection.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From the large authorized corpus, retrieve relevant passages. The preliminary briefing says bearing wear is possible. </a:t>
            </a:r>
            <a:r>
              <a:rPr b="1"/>
              <a:t>The later minutes leave the cause unresolved and call for inspection.</a:t>
            </a:r>
            <a:r>
              <a:rPr b="0"/>
              <a:t> Keep these documents distinct.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Preserve revision, source location, and decision status. Refresh retrieval when records arrive. </a:t>
            </a:r>
            <a:r>
              <a:rPr b="1"/>
              <a:t>You own relevance, freshness, provenance, and the context budget.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Compaction must preserve the unresolved cause, inspection constraint, and access scope.</a:t>
            </a:r>
            <a:r>
              <a:rPr b="0"/>
              <a:t> Compare the sensor fault in FRB-017 and bearing wear in FRB-031. Similar symptoms do not prove a common cause. Missing, unreadable, conflicting, or unauthorized evidence needs an explicit limitation.</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Adding instead of curating.</a:t>
            </a:r>
            <a:r>
              <a:rPr b="0"/>
              <a:t> A bigger window does not solve selection.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MCP configuration connects tools. The permission prompt exposes a policy choice. Codex and Devin provide sandbox and approval settings. A model can recommend approving a command, but </a:t>
            </a:r>
            <a:r>
              <a:rPr b="1"/>
              <a:t>that recommendation does not establish permission</a:t>
            </a:r>
            <a:r>
              <a:rPr b="0"/>
              <a: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tool is a contract between code and a model caller.</a:t>
            </a:r>
            <a:r>
              <a:rPr b="0"/>
              <a:t> Evaluate granularity for the task. A scheduling tool can consolidate several operations, but consolidation is an option to test. Namespace related tools. </a:t>
            </a:r>
            <a:r>
              <a:rPr b="1"/>
              <a:t>Return meaningful names alongside stable IDs needed to act.</a:t>
            </a:r>
            <a:r>
              <a:rPr b="0"/>
              <a:t> Two customers may share a name. Offer concise and detailed payloads where useful.</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MCP configuration connects tools. The permission prompt exposes a policy choice. Codex and Devin provide sandbox and approval settings. A model can recommend approving a command, but </a:t>
            </a:r>
            <a:r>
              <a:rPr b="1"/>
              <a:t>that recommendation does not establish permission</a:t>
            </a:r>
            <a:r>
              <a:rPr b="0"/>
              <a: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tool is a contract between code and a model caller.</a:t>
            </a:r>
            <a:r>
              <a:rPr b="0"/>
              <a:t> Evaluate granularity for the task. A scheduling tool can consolidate several operations, but consolidation is an option to test. Namespace related tools. </a:t>
            </a:r>
            <a:r>
              <a:rPr b="1"/>
              <a:t>Return meaningful names alongside stable IDs needed to act.</a:t>
            </a:r>
            <a:r>
              <a:rPr b="0"/>
              <a:t> Two customers may share a name. Offer concise and detailed payloads where useful.</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MCP configuration connects tools. The permission prompt exposes a policy choice. Codex and Devin provide sandbox and approval settings. A model can recommend approving a command, but </a:t>
            </a:r>
            <a:r>
              <a:rPr b="1"/>
              <a:t>that recommendation does not establish permission</a:t>
            </a:r>
            <a:r>
              <a:rPr b="0"/>
              <a: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tool is a contract between code and a model caller.</a:t>
            </a:r>
            <a:r>
              <a:rPr b="0"/>
              <a:t> Evaluate granularity for the task. A scheduling tool can consolidate several operations, but consolidation is an option to test. Namespace related tools. </a:t>
            </a:r>
            <a:r>
              <a:rPr b="1"/>
              <a:t>Return meaningful names alongside stable IDs needed to act.</a:t>
            </a:r>
            <a:r>
              <a:rPr b="0"/>
              <a:t> Two customers may share a name. Offer concise and detailed payloads where useful.</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write the contract and build the gate.</a:t>
            </a:r>
            <a:r>
              <a:rPr b="0"/>
              <a:t> In our illustration, background services parse and index PDF reports, Word minutes, and PowerPoint briefings. These are separate from the tools the agent calls.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Search by ID, date, or category. Retrieve exact source passages. Export selected records, or export the checked brief. Each tool needs a clear input and result contract.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Results retain IDs, revisions, and source locations.</a:t>
            </a:r>
            <a:r>
              <a:rPr b="0"/>
              <a:t> Parsing failures and incomplete results are explicit. Exports match the selected records or checked draft, with citations and uncertainty intact. </a:t>
            </a:r>
            <a:r>
              <a:rPr b="1"/>
              <a:t>Enforce authorization outside the model for reads and exports, including the destination.</a:t>
            </a:r>
            <a:r>
              <a:rPr b="0"/>
              <a:t> A model recommendation does not establish permission.</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Copying the API surface without evaluating task fit.</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write the contract and build the gate.</a:t>
            </a:r>
            <a:r>
              <a:rPr b="0"/>
              <a:t> In our illustration, background services parse and index PDF reports, Word minutes, and PowerPoint briefings. These are separate from the tools the agent calls.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Search by ID, date, or category. Retrieve exact source passages. Export selected records, or export the checked brief. Each tool needs a clear input and result contract.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Results retain IDs, revisions, and source locations.</a:t>
            </a:r>
            <a:r>
              <a:rPr b="0"/>
              <a:t> Parsing failures and incomplete results are explicit. Exports match the selected records or checked draft, with citations and uncertainty intact. </a:t>
            </a:r>
            <a:r>
              <a:rPr b="1"/>
              <a:t>Enforce authorization outside the model for reads and exports, including the destination.</a:t>
            </a:r>
            <a:r>
              <a:rPr b="0"/>
              <a:t> A model recommendation does not establish permission.</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Copying the API surface without evaluating task fit.</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Retrieve the target packet, inspect evidence, compare cases, reconcile findings, verify, export. Start with that bounded workflow.</a:t>
            </a:r>
            <a:r>
              <a:rPr b="0"/>
              <a:t> The process can use predefined paths before adding model-selected actions.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After measuring that workflow, optional workers can compare FRB-017 and FRB-031 independently. </a:t>
            </a:r>
            <a:r>
              <a:rPr b="1"/>
              <a:t>They return evidence and uncertainty to the main analyst, using only authorized internal FRB records and attachments.</a:t>
            </a:r>
            <a:r>
              <a:rPr b="0"/>
              <a:t> Save completed steps and exact revisions for resume. Recheck freshness and access. Bound retries and check the prior export receipt before repeating an export.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Conflicting findings trigger source inspection or an unresolved result.</a:t>
            </a:r>
            <a:r>
              <a:rPr b="0"/>
              <a:t> Similar symptoms and duplicate documents cannot establish a common cause. Incomplete indexing must be visible. Set action, token, and end-to-end latency limits. At a limit, return an explicit limitation or hand off to a person.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Multi-agent before a workflow was tried.</a:t>
            </a:r>
            <a:r>
              <a:rPr b="0"/>
              <a:t> More workers have to earn their cost and complexity.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Retrieve the target packet, inspect evidence, compare cases, reconcile findings, verify, export. Start with that bounded workflow.</a:t>
            </a:r>
            <a:r>
              <a:rPr b="0"/>
              <a:t> The process can use predefined paths before adding model-selected actions.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After measuring that workflow, optional workers can compare FRB-017 and FRB-031 independently. </a:t>
            </a:r>
            <a:r>
              <a:rPr b="1"/>
              <a:t>They return evidence and uncertainty to the main analyst, using only authorized internal FRB records and attachments.</a:t>
            </a:r>
            <a:r>
              <a:rPr b="0"/>
              <a:t> Save completed steps and exact revisions for resume. Recheck freshness and access. Bound retries and check the prior export receipt before repeating an export.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Conflicting findings trigger source inspection or an unresolved result.</a:t>
            </a:r>
            <a:r>
              <a:rPr b="0"/>
              <a:t> Similar symptoms and duplicate documents cannot establish a common cause. Incomplete indexing must be visible. Set action, token, and end-to-end latency limits. At a limit, return an explicit limitation or hand off to a person.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Multi-agent before a workflow was tried.</a:t>
            </a:r>
            <a:r>
              <a:rPr b="0"/>
              <a:t> More workers have to earn their cost and complexity.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Retrieve the target packet, inspect evidence, compare cases, reconcile findings, verify, export. Start with that bounded workflow.</a:t>
            </a:r>
            <a:r>
              <a:rPr b="0"/>
              <a:t> The process can use predefined paths before adding model-selected actions.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After measuring that workflow, optional workers can compare FRB-017 and FRB-031 independently. </a:t>
            </a:r>
            <a:r>
              <a:rPr b="1"/>
              <a:t>They return evidence and uncertainty to the main analyst, using only authorized internal FRB records and attachments.</a:t>
            </a:r>
            <a:r>
              <a:rPr b="0"/>
              <a:t> Save completed steps and exact revisions for resume. Recheck freshness and access. Bound retries and check the prior export receipt before repeating an export.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Conflicting findings trigger source inspection or an unresolved result.</a:t>
            </a:r>
            <a:r>
              <a:rPr b="0"/>
              <a:t> Similar symptoms and duplicate documents cannot establish a common cause. Incomplete indexing must be visible. Set action, token, and end-to-end latency limits. At a limit, return an explicit limitation or hand off to a person.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Multi-agent before a workflow was tried.</a:t>
            </a:r>
            <a:r>
              <a:rPr b="0"/>
              <a:t> More workers have to earn their cost and complexity.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must define the checks your domain needs.</a:t>
            </a:r>
            <a:r>
              <a:rPr b="0"/>
              <a:t> FRB IDs, revisions, permissions, source locations, and exported content can be checked directly. Experts judge faithfulness, useful synthesis, and warranted uncertainty. </a:t>
            </a:r>
            <a:r>
              <a:rPr b="1"/>
              <a:t>Citation existence and semantic support are different checks.</a:t>
            </a:r>
            <a:r>
              <a:rPr b="0"/>
              <a:t> Calibrate model graders to experts.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Inspect the false confirmation and its trace. Did parsing lose the qualification, retrieval miss later minutes, compaction drop a constraint, a worker overstate evidence, or synthesis ignore it? </a:t>
            </a:r>
            <a:r>
              <a:rPr b="1"/>
              <a:t>Identify the responsible component before changing it.</a:t>
            </a:r>
            <a:r>
              <a:rPr b="0"/>
              <a:t> Rerun representative cases with repeated trials. Monitor production samples and add new failures to regression cases.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Your eval suite gives evidence for a migration decision.</a:t>
            </a:r>
            <a:r>
              <a:rPr b="0"/>
              <a:t> It also checks prompt, retrieval, and tool changes.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 generic judge instead of error analysis. Trusting the success claim without checking the result.</a:t>
            </a:r>
          </a:p>
          <a:p xmlns:a="http://schemas.openxmlformats.org/drawingml/2006/main">
            <a:r>
              <a:t/>
            </a:r>
          </a:p>
          <a:p xmlns:a="http://schemas.openxmlformats.org/drawingml/2006/main">
            <a:r>
              <a:rPr b="1"/>
              <a:t>Check the action. Measure across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must define the checks your domain needs.</a:t>
            </a:r>
            <a:r>
              <a:rPr b="0"/>
              <a:t> FRB IDs, revisions, permissions, source locations, and exported content can be checked directly. Experts judge faithfulness, useful synthesis, and warranted uncertainty. </a:t>
            </a:r>
            <a:r>
              <a:rPr b="1"/>
              <a:t>Citation existence and semantic support are different checks.</a:t>
            </a:r>
            <a:r>
              <a:rPr b="0"/>
              <a:t> Calibrate model graders to experts.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Inspect the false confirmation and its trace. Did parsing lose the qualification, retrieval miss later minutes, compaction drop a constraint, a worker overstate evidence, or synthesis ignore it? </a:t>
            </a:r>
            <a:r>
              <a:rPr b="1"/>
              <a:t>Identify the responsible component before changing it.</a:t>
            </a:r>
            <a:r>
              <a:rPr b="0"/>
              <a:t> Rerun representative cases with repeated trials. Monitor production samples and add new failures to regression cases.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Your eval suite gives evidence for a migration decision.</a:t>
            </a:r>
            <a:r>
              <a:rPr b="0"/>
              <a:t> It also checks prompt, retrieval, and tool changes.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 generic judge instead of error analysis. Trusting the success claim without checking the result.</a:t>
            </a:r>
          </a:p>
          <a:p xmlns:a="http://schemas.openxmlformats.org/drawingml/2006/main">
            <a:r>
              <a:t/>
            </a:r>
          </a:p>
          <a:p xmlns:a="http://schemas.openxmlformats.org/drawingml/2006/main">
            <a:r>
              <a:rPr b="1"/>
              <a:t>Check the action. Measure across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own the approval process.</a:t>
            </a:r>
            <a:r>
              <a:rPr b="0"/>
              <a:t> Enforce FRB access and permitted export destinations outside the model. </a:t>
            </a:r>
            <a:r>
              <a:rPr b="1"/>
              <a:t>People own official causes, decisions, and board records.</a:t>
            </a:r>
          </a:p>
          <a:p xmlns:a="http://schemas.openxmlformats.org/drawingml/2006/main">
            <a:r>
              <a:t/>
            </a:r>
          </a:p>
          <a:p xmlns:a="http://schemas.openxmlformats.org/drawingml/2006/main">
            <a:r>
              <a:rPr b="0"/>
              <a:t>Trace the request through retrieved revisions, worker evidence, synthesis, verification, and export. Restrict trace access. Monitor freshness, parsing/tool failures, quality failures, cost per completed brief, and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lethal trifecta, assembled one integration at a time.</a:t>
            </a:r>
            <a:r>
              <a:rPr b="0"/>
              <a:t> Internal attachments can contain untrusted instructions. An export provides communication. Count capabilities and constrain the path.</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That is the map. Every box on it is something you can engineer, because most of it is engineering you already know how to do.</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own the approval process.</a:t>
            </a:r>
            <a:r>
              <a:rPr b="0"/>
              <a:t> Enforce FRB access and permitted export destinations outside the model. </a:t>
            </a:r>
            <a:r>
              <a:rPr b="1"/>
              <a:t>People own official causes, decisions, and board records.</a:t>
            </a:r>
          </a:p>
          <a:p xmlns:a="http://schemas.openxmlformats.org/drawingml/2006/main">
            <a:r>
              <a:t/>
            </a:r>
          </a:p>
          <a:p xmlns:a="http://schemas.openxmlformats.org/drawingml/2006/main">
            <a:r>
              <a:rPr b="0"/>
              <a:t>Trace the request through retrieved revisions, worker evidence, synthesis, verification, and export. Restrict trace access. Monitor freshness, parsing/tool failures, quality failures, cost per completed brief, and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lethal trifecta, assembled one integration at a time.</a:t>
            </a:r>
            <a:r>
              <a:rPr b="0"/>
              <a:t> Internal attachments can contain untrusted instructions. An export provides communication. Count capabilities and constrain the path.</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That is the map. Every box on it is something you can engineer, because most of it is engineering you already know how to do.</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Everything in the last twenty-five minutes was engineering. </a:t>
            </a:r>
            <a:r>
              <a:rPr b="1"/>
              <a:t>Most of it is engineering you already do.</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20.</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20.</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 Let them read it.</a:t>
            </a:r>
          </a:p>
          <a:p xmlns:a="http://schemas.openxmlformats.org/drawingml/2006/main">
            <a:r>
              <a:t/>
            </a:r>
          </a:p>
          <a:p xmlns:a="http://schemas.openxmlformats.org/drawingml/2006/main">
            <a:r>
              <a:rPr b="0"/>
              <a:t>You have seen all six.</a:t>
            </a:r>
          </a:p>
          <a:p xmlns:a="http://schemas.openxmlformats.org/drawingml/2006/main">
            <a:r>
              <a:t/>
            </a:r>
          </a:p>
          <a:p xmlns:a="http://schemas.openxmlformats.org/drawingml/2006/main">
            <a:r>
              <a:rPr b="1"/>
              <a:t>Every one is a symptom of the same thing: treating the demo as the product.</a:t>
            </a:r>
            <a:r>
              <a:rPr b="0"/>
              <a:t> works.any() shipped as works.all().</a:t>
            </a:r>
          </a:p>
          <a:p xmlns:a="http://schemas.openxmlformats.org/drawingml/2006/main">
            <a:r>
              <a:t/>
            </a:r>
          </a:p>
          <a:p xmlns:a="http://schemas.openxmlformats.org/drawingml/2006/main">
            <a:r>
              <a:rPr b="0"/>
              <a:t>One more that is not on the map: reaching for a framework before understanding the loop. Anthropic's warning is that frameworks "create extra layers of abstraction that can obscure the underlying prompts and responses." Learn the loop first.</a:t>
            </a:r>
          </a:p>
          <a:p xmlns:a="http://schemas.openxmlformats.org/drawingml/2006/main">
            <a:r>
              <a:t/>
            </a:r>
          </a:p>
          <a:p xmlns:a="http://schemas.openxmlformats.org/drawingml/2006/main">
            <a:r>
              <a:rPr b="1"/>
              <a:t>Every pitfall on this list is a demo mistaken for a product.</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25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25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We have fifteen minutes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4fe9e329124ae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09a6393165ab4be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dcdbcf965e544e4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47469763-FA13-4A86-B9CA-2DFD8A50E6DC}"/>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f75fe7c3c4434a" /><Relationship Type="http://schemas.openxmlformats.org/officeDocument/2006/relationships/slideLayout" Target="/ppt/slideLayouts/slideLayout1.xml" Id="R56fd8a2c05f545d7"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4e384825cb6a4f8f" /><Relationship Type="http://schemas.openxmlformats.org/officeDocument/2006/relationships/slideLayout" Target="/ppt/slideLayouts/slideLayout2.xml" Id="R11694e4a16604633" /><Relationship Type="http://schemas.openxmlformats.org/officeDocument/2006/relationships/slideLayout" Target="/ppt/slideLayouts/slideLayout3.xml" Id="R1afe8b36260648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fd8a2c05f545d7"/>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11694e4a16604633"/>
    <p:sldLayoutId xmlns:r="http://schemas.openxmlformats.org/officeDocument/2006/relationships" id="2147483652" r:id="R1afe8b362606486a"/>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c16e808a92fd476b" /><Relationship Type="http://schemas.openxmlformats.org/officeDocument/2006/relationships/notesSlide" Target="/ppt/notesSlides/notesSlide1.xml" Id="Rc67c171f7a6a45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3a53ccbd8b5348e0" /><Relationship Type="http://schemas.openxmlformats.org/officeDocument/2006/relationships/notesSlide" Target="/ppt/notesSlides/notesSlide2.xml" Id="R0c38fddbc29848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9dfc4fe31f34985" /><Relationship Type="http://schemas.openxmlformats.org/officeDocument/2006/relationships/image" Target="/ppt/media/image.png" Id="R053bab8e559948d3" /><Relationship Type="http://schemas.openxmlformats.org/officeDocument/2006/relationships/notesSlide" Target="/ppt/notesSlides/notesSlide3.xml" Id="Ra622f02eddfb42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8381de522b54060" /><Relationship Type="http://schemas.openxmlformats.org/officeDocument/2006/relationships/notesSlide" Target="/ppt/notesSlides/notesSlide4.xml" Id="R7b4b5b1707164a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05e234e9bb648cf" /><Relationship Type="http://schemas.openxmlformats.org/officeDocument/2006/relationships/notesSlide" Target="/ppt/notesSlides/notesSlide5.xml" Id="R0e74f54fe77a4b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24a2e0badda4b14" /><Relationship Type="http://schemas.openxmlformats.org/officeDocument/2006/relationships/notesSlide" Target="/ppt/notesSlides/notesSlide6.xml" Id="R0f793ba95a7e45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51f02a7179494b81" /><Relationship Type="http://schemas.openxmlformats.org/officeDocument/2006/relationships/notesSlide" Target="/ppt/notesSlides/notesSlide7.xml" Id="R1416b33beb4149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e29e11a1150c4a0c" /><Relationship Type="http://schemas.openxmlformats.org/officeDocument/2006/relationships/notesSlide" Target="/ppt/notesSlides/notesSlide8.xml" Id="R65567e24da2d4a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99c1c4041c1041e0" /><Relationship Type="http://schemas.openxmlformats.org/officeDocument/2006/relationships/image" Target="/ppt/media/image2.png" Id="Ra50e5372b1de48c9" /><Relationship Type="http://schemas.openxmlformats.org/officeDocument/2006/relationships/notesSlide" Target="/ppt/notesSlides/notesSlide9.xml" Id="Rfb0efba527da49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be36b6b45344b01" /><Relationship Type="http://schemas.openxmlformats.org/officeDocument/2006/relationships/image" Target="/ppt/media/image3.png" Id="R0e43254759de46c7" /><Relationship Type="http://schemas.openxmlformats.org/officeDocument/2006/relationships/notesSlide" Target="/ppt/notesSlides/notesSlide10.xml" Id="R7d47b3bc39814a5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07bb60c758c1434f" /><Relationship Type="http://schemas.openxmlformats.org/officeDocument/2006/relationships/image" Target="/ppt/media/image4.png" Id="R52e8543e3e994bdb" /><Relationship Type="http://schemas.openxmlformats.org/officeDocument/2006/relationships/notesSlide" Target="/ppt/notesSlides/notesSlide11.xml" Id="Rbdb196a307f845d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20041cb3a0224fd8" /><Relationship Type="http://schemas.openxmlformats.org/officeDocument/2006/relationships/image" Target="/ppt/media/image5.png" Id="Rd4864fac0b8542ac" /><Relationship Type="http://schemas.openxmlformats.org/officeDocument/2006/relationships/notesSlide" Target="/ppt/notesSlides/notesSlide12.xml" Id="R1c2cb517aaee4c2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a3437937da95490d" /><Relationship Type="http://schemas.openxmlformats.org/officeDocument/2006/relationships/image" Target="/ppt/media/image6.png" Id="R7af494dc182e471b" /><Relationship Type="http://schemas.openxmlformats.org/officeDocument/2006/relationships/notesSlide" Target="/ppt/notesSlides/notesSlide13.xml" Id="R709e1898d43f442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39a562497c3a4dcb" /><Relationship Type="http://schemas.openxmlformats.org/officeDocument/2006/relationships/image" Target="/ppt/media/image7.png" Id="Re07a0ab51ce74e36" /><Relationship Type="http://schemas.openxmlformats.org/officeDocument/2006/relationships/notesSlide" Target="/ppt/notesSlides/notesSlide14.xml" Id="R2161c2287c034d5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6370c0831f834828" /><Relationship Type="http://schemas.openxmlformats.org/officeDocument/2006/relationships/notesSlide" Target="/ppt/notesSlides/notesSlide15.xml" Id="R3b08531dfe5d46c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348030bcbd8445cf" /><Relationship Type="http://schemas.openxmlformats.org/officeDocument/2006/relationships/image" Target="/ppt/media/image8.png" Id="Rf4cc21f634c34ffd" /><Relationship Type="http://schemas.openxmlformats.org/officeDocument/2006/relationships/notesSlide" Target="/ppt/notesSlides/notesSlide16.xml" Id="R89283e988a1e489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d24c52505e61489d" /><Relationship Type="http://schemas.openxmlformats.org/officeDocument/2006/relationships/image" Target="/ppt/media/image8.png" Id="R4a917c39ddc34a32" /><Relationship Type="http://schemas.openxmlformats.org/officeDocument/2006/relationships/notesSlide" Target="/ppt/notesSlides/notesSlide17.xml" Id="R55039672e76d455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1fc839d5e2d94fae" /><Relationship Type="http://schemas.openxmlformats.org/officeDocument/2006/relationships/image" Target="/ppt/media/image8.png" Id="R4303c74158cc4b05" /><Relationship Type="http://schemas.openxmlformats.org/officeDocument/2006/relationships/notesSlide" Target="/ppt/notesSlides/notesSlide18.xml" Id="R3f6ca32eceee422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9f2829082fe047e9" /><Relationship Type="http://schemas.openxmlformats.org/officeDocument/2006/relationships/notesSlide" Target="/ppt/notesSlides/notesSlide19.xml" Id="R313a529f9ae74a9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e2c59d83df244012" /><Relationship Type="http://schemas.openxmlformats.org/officeDocument/2006/relationships/image" Target="/ppt/media/image9.png" Id="Rb6c1c15a2e1c4886" /><Relationship Type="http://schemas.openxmlformats.org/officeDocument/2006/relationships/notesSlide" Target="/ppt/notesSlides/notesSlide20.xml" Id="R76297283b2b64a4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9e22e809690e41a1" /><Relationship Type="http://schemas.openxmlformats.org/officeDocument/2006/relationships/image" Target="/ppt/media/image9.png" Id="Re38d7f3075664ecf" /><Relationship Type="http://schemas.openxmlformats.org/officeDocument/2006/relationships/notesSlide" Target="/ppt/notesSlides/notesSlide21.xml" Id="Rec81ea460911435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c774fce9f8174411" /><Relationship Type="http://schemas.openxmlformats.org/officeDocument/2006/relationships/image" Target="/ppt/media/image9.png" Id="R3a12b92b5229481e" /><Relationship Type="http://schemas.openxmlformats.org/officeDocument/2006/relationships/notesSlide" Target="/ppt/notesSlides/notesSlide22.xml" Id="R036097da6fe2463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c72edbe6405e42a8" /><Relationship Type="http://schemas.openxmlformats.org/officeDocument/2006/relationships/image" Target="/ppt/media/image10.png" Id="Rdf37459b368a4a27" /><Relationship Type="http://schemas.openxmlformats.org/officeDocument/2006/relationships/notesSlide" Target="/ppt/notesSlides/notesSlide23.xml" Id="Rf1802c5c963f43d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b4e8284f5ea54631" /><Relationship Type="http://schemas.openxmlformats.org/officeDocument/2006/relationships/image" Target="/ppt/media/image10.png" Id="Rcccf4aeb1e9b485b" /><Relationship Type="http://schemas.openxmlformats.org/officeDocument/2006/relationships/notesSlide" Target="/ppt/notesSlides/notesSlide24.xml" Id="Rb45eb0248e4b473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25370ca78ebb4c91" /><Relationship Type="http://schemas.openxmlformats.org/officeDocument/2006/relationships/notesSlide" Target="/ppt/notesSlides/notesSlide25.xml" Id="R4ebcd7cdafc74a1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eb98b48045be481f" /><Relationship Type="http://schemas.openxmlformats.org/officeDocument/2006/relationships/image" Target="/ppt/media/image11.png" Id="Ree30dd8ceecd43bb" /><Relationship Type="http://schemas.openxmlformats.org/officeDocument/2006/relationships/notesSlide" Target="/ppt/notesSlides/notesSlide26.xml" Id="Rf919ba0d52694c4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ea7a2a32f1244f69" /><Relationship Type="http://schemas.openxmlformats.org/officeDocument/2006/relationships/image" Target="/ppt/media/image11.png" Id="R39aa074da8854c88" /><Relationship Type="http://schemas.openxmlformats.org/officeDocument/2006/relationships/notesSlide" Target="/ppt/notesSlides/notesSlide27.xml" Id="Rcec48886e608444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63286ef7a1944813" /><Relationship Type="http://schemas.openxmlformats.org/officeDocument/2006/relationships/image" Target="/ppt/media/image12.png" Id="R7691bde338f64eb6" /><Relationship Type="http://schemas.openxmlformats.org/officeDocument/2006/relationships/notesSlide" Target="/ppt/notesSlides/notesSlide28.xml" Id="Rd1b88e18903f47c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534239d19bc54c77" /><Relationship Type="http://schemas.openxmlformats.org/officeDocument/2006/relationships/image" Target="/ppt/media/image12.png" Id="Rf6b41dc240244f43" /><Relationship Type="http://schemas.openxmlformats.org/officeDocument/2006/relationships/notesSlide" Target="/ppt/notesSlides/notesSlide29.xml" Id="R6a54580d416b4e3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7af726510a8f4d32" /><Relationship Type="http://schemas.openxmlformats.org/officeDocument/2006/relationships/notesSlide" Target="/ppt/notesSlides/notesSlide30.xml" Id="Re46e139019034af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e1f41ea04d784e62" /><Relationship Type="http://schemas.openxmlformats.org/officeDocument/2006/relationships/image" Target="/ppt/media/image13.png" Id="R398503fae2c64560" /><Relationship Type="http://schemas.openxmlformats.org/officeDocument/2006/relationships/notesSlide" Target="/ppt/notesSlides/notesSlide31.xml" Id="Rfa27658b4aa34c9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b19b9b88ed154a40" /><Relationship Type="http://schemas.openxmlformats.org/officeDocument/2006/relationships/image" Target="/ppt/media/image13.png" Id="R6c36e3373ec74360" /><Relationship Type="http://schemas.openxmlformats.org/officeDocument/2006/relationships/notesSlide" Target="/ppt/notesSlides/notesSlide32.xml" Id="Rad23d010d1ae4df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5bd6573cd7734cb7" /><Relationship Type="http://schemas.openxmlformats.org/officeDocument/2006/relationships/image" Target="/ppt/media/image13.png" Id="Rf0035a0a9a31400d" /><Relationship Type="http://schemas.openxmlformats.org/officeDocument/2006/relationships/notesSlide" Target="/ppt/notesSlides/notesSlide33.xml" Id="R07cab5c3bf5e41c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588b2d12dec64f94" /><Relationship Type="http://schemas.openxmlformats.org/officeDocument/2006/relationships/image" Target="/ppt/media/image13.png" Id="R3a556634cdd441a9" /><Relationship Type="http://schemas.openxmlformats.org/officeDocument/2006/relationships/notesSlide" Target="/ppt/notesSlides/notesSlide34.xml" Id="R69f94808082e4c4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932175b6ebfc4681" /><Relationship Type="http://schemas.openxmlformats.org/officeDocument/2006/relationships/image" Target="/ppt/media/image14.png" Id="R142486f9b2704597" /><Relationship Type="http://schemas.openxmlformats.org/officeDocument/2006/relationships/notesSlide" Target="/ppt/notesSlides/notesSlide35.xml" Id="R7ff89fdbfbb8457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84171df28e5542c8" /><Relationship Type="http://schemas.openxmlformats.org/officeDocument/2006/relationships/image" Target="/ppt/media/image14.png" Id="Rd7018337f2894771" /><Relationship Type="http://schemas.openxmlformats.org/officeDocument/2006/relationships/notesSlide" Target="/ppt/notesSlides/notesSlide36.xml" Id="R79a8530ee765457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bbb8b3b066384171" /><Relationship Type="http://schemas.openxmlformats.org/officeDocument/2006/relationships/image" Target="/ppt/media/image14.png" Id="R4d7e5ee2c0444a3b" /><Relationship Type="http://schemas.openxmlformats.org/officeDocument/2006/relationships/notesSlide" Target="/ppt/notesSlides/notesSlide37.xml" Id="Rdbb92149baa44c1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d44222e3f28b4eb3" /><Relationship Type="http://schemas.openxmlformats.org/officeDocument/2006/relationships/notesSlide" Target="/ppt/notesSlides/notesSlide38.xml" Id="Rb621f73e5c8846b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6b43b65454e447ee" /><Relationship Type="http://schemas.openxmlformats.org/officeDocument/2006/relationships/image" Target="/ppt/media/image15.png" Id="Rc290ff0b87be47df" /><Relationship Type="http://schemas.openxmlformats.org/officeDocument/2006/relationships/notesSlide" Target="/ppt/notesSlides/notesSlide39.xml" Id="Rfe5c3489805e479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f443959a665a4094" /><Relationship Type="http://schemas.openxmlformats.org/officeDocument/2006/relationships/image" Target="/ppt/media/image15.png" Id="R88f7394338134295" /><Relationship Type="http://schemas.openxmlformats.org/officeDocument/2006/relationships/notesSlide" Target="/ppt/notesSlides/notesSlide40.xml" Id="R926c78e3eee8431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1da3421546ba4840" /><Relationship Type="http://schemas.openxmlformats.org/officeDocument/2006/relationships/image" Target="/ppt/media/image15.png" Id="R81875dec904b4615" /><Relationship Type="http://schemas.openxmlformats.org/officeDocument/2006/relationships/notesSlide" Target="/ppt/notesSlides/notesSlide41.xml" Id="R82a545234898473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1abc41d404cf4fc6" /><Relationship Type="http://schemas.openxmlformats.org/officeDocument/2006/relationships/image" Target="/ppt/media/image15.png" Id="Rb9432c07c3d84eb2" /><Relationship Type="http://schemas.openxmlformats.org/officeDocument/2006/relationships/notesSlide" Target="/ppt/notesSlides/notesSlide42.xml" Id="Rfe505b40209e41b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a5f2911467f04469" /><Relationship Type="http://schemas.openxmlformats.org/officeDocument/2006/relationships/image" Target="/ppt/media/image16.png" Id="R09df0c7dd0a24636" /><Relationship Type="http://schemas.openxmlformats.org/officeDocument/2006/relationships/notesSlide" Target="/ppt/notesSlides/notesSlide43.xml" Id="R281cf7ef872f4b6d"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04cc47260d0f41b7" /><Relationship Type="http://schemas.openxmlformats.org/officeDocument/2006/relationships/image" Target="/ppt/media/image16.png" Id="R94b62a95a9354a2f" /><Relationship Type="http://schemas.openxmlformats.org/officeDocument/2006/relationships/notesSlide" Target="/ppt/notesSlides/notesSlide44.xml" Id="R93cee82ab894458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b6abda35eaa142d7" /><Relationship Type="http://schemas.openxmlformats.org/officeDocument/2006/relationships/notesSlide" Target="/ppt/notesSlides/notesSlide45.xml" Id="R4a9f2c95a964496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fe1137b839804799" /><Relationship Type="http://schemas.openxmlformats.org/officeDocument/2006/relationships/image" Target="/ppt/media/image17.png" Id="Rddd3bf8dda3440ae" /><Relationship Type="http://schemas.openxmlformats.org/officeDocument/2006/relationships/notesSlide" Target="/ppt/notesSlides/notesSlide46.xml" Id="Ra113e76adf7c499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a44672505b4c4ad7" /><Relationship Type="http://schemas.openxmlformats.org/officeDocument/2006/relationships/image" Target="/ppt/media/image17.png" Id="Ra4c98a3c603a4cfc" /><Relationship Type="http://schemas.openxmlformats.org/officeDocument/2006/relationships/notesSlide" Target="/ppt/notesSlides/notesSlide47.xml" Id="R8e1d1b88042b475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4dcad45277fb4363" /><Relationship Type="http://schemas.openxmlformats.org/officeDocument/2006/relationships/image" Target="/ppt/media/image17.png" Id="Ra7f2dd881bda4d97" /><Relationship Type="http://schemas.openxmlformats.org/officeDocument/2006/relationships/notesSlide" Target="/ppt/notesSlides/notesSlide48.xml" Id="R4442bd985e6e426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c108f4e5982f44fb" /><Relationship Type="http://schemas.openxmlformats.org/officeDocument/2006/relationships/image" Target="/ppt/media/image17.png" Id="R8ca57bda0e464b84" /><Relationship Type="http://schemas.openxmlformats.org/officeDocument/2006/relationships/notesSlide" Target="/ppt/notesSlides/notesSlide49.xml" Id="R6e6e8341c71d422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d5834026322e459e" /><Relationship Type="http://schemas.openxmlformats.org/officeDocument/2006/relationships/image" Target="/ppt/media/image18.png" Id="R9b0c790c96d0466c" /><Relationship Type="http://schemas.openxmlformats.org/officeDocument/2006/relationships/notesSlide" Target="/ppt/notesSlides/notesSlide50.xml" Id="R09a4c6305cd94165"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4cd39d67094042e9" /><Relationship Type="http://schemas.openxmlformats.org/officeDocument/2006/relationships/image" Target="/ppt/media/image19.png" Id="Reeb01b4757dd4430" /><Relationship Type="http://schemas.openxmlformats.org/officeDocument/2006/relationships/notesSlide" Target="/ppt/notesSlides/notesSlide51.xml" Id="R54e0b8ded08c4bac"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3d54afbe2d064cbc" /><Relationship Type="http://schemas.openxmlformats.org/officeDocument/2006/relationships/notesSlide" Target="/ppt/notesSlides/notesSlide52.xml" Id="R9b77d6af16914dc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b0d7b47491be4d07" /><Relationship Type="http://schemas.openxmlformats.org/officeDocument/2006/relationships/image" Target="/ppt/media/image20.png" Id="R09101c2240534695" /><Relationship Type="http://schemas.openxmlformats.org/officeDocument/2006/relationships/notesSlide" Target="/ppt/notesSlides/notesSlide53.xml" Id="R9935fb9392eb4f3c"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774d456d53d74a33" /><Relationship Type="http://schemas.openxmlformats.org/officeDocument/2006/relationships/image" Target="/ppt/media/image20.png" Id="R30286b59c7c54e6a" /><Relationship Type="http://schemas.openxmlformats.org/officeDocument/2006/relationships/notesSlide" Target="/ppt/notesSlides/notesSlide54.xml" Id="Refba5e06b2f44c86"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b3617d66212640aa" /><Relationship Type="http://schemas.openxmlformats.org/officeDocument/2006/relationships/image" Target="/ppt/media/image21.png" Id="R5c4da1853c5d4221" /><Relationship Type="http://schemas.openxmlformats.org/officeDocument/2006/relationships/notesSlide" Target="/ppt/notesSlides/notesSlide55.xml" Id="R673d5dfa38ad41a4"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a438a33b2ff84f99" /><Relationship Type="http://schemas.openxmlformats.org/officeDocument/2006/relationships/image" Target="/ppt/media/image22.png" Id="R9e7566ec2d4d4258" /><Relationship Type="http://schemas.openxmlformats.org/officeDocument/2006/relationships/notesSlide" Target="/ppt/notesSlides/notesSlide56.xml" Id="Ra60dfc5f123440cf" /></Relationships>
</file>

<file path=ppt/slides/_rels/slide57.xml.rels>&#65279;<?xml version="1.0" encoding="utf-8"?><Relationships xmlns="http://schemas.openxmlformats.org/package/2006/relationships"><Relationship Type="http://schemas.openxmlformats.org/officeDocument/2006/relationships/slideLayout" Target="/ppt/slideLayouts/slideLayout2.xml" Id="Rb6fdc5793fa7424c" /><Relationship Type="http://schemas.openxmlformats.org/officeDocument/2006/relationships/image" Target="/ppt/media/image22.png" Id="R2b2a7563125e4be3" /><Relationship Type="http://schemas.openxmlformats.org/officeDocument/2006/relationships/notesSlide" Target="/ppt/notesSlides/notesSlide57.xml" Id="Rc527d249a9bb4247" /></Relationships>
</file>

<file path=ppt/slides/_rels/slide58.xml.rels>&#65279;<?xml version="1.0" encoding="utf-8"?><Relationships xmlns="http://schemas.openxmlformats.org/package/2006/relationships"><Relationship Type="http://schemas.openxmlformats.org/officeDocument/2006/relationships/slideLayout" Target="/ppt/slideLayouts/slideLayout2.xml" Id="R8dc9b6befb774856" /><Relationship Type="http://schemas.openxmlformats.org/officeDocument/2006/relationships/notesSlide" Target="/ppt/notesSlides/notesSlide58.xml" Id="Rc4de3b8914804d58" /></Relationships>
</file>

<file path=ppt/slides/_rels/slide59.xml.rels>&#65279;<?xml version="1.0" encoding="utf-8"?><Relationships xmlns="http://schemas.openxmlformats.org/package/2006/relationships"><Relationship Type="http://schemas.openxmlformats.org/officeDocument/2006/relationships/slideLayout" Target="/ppt/slideLayouts/slideLayout2.xml" Id="R003f164b04a143a6" /><Relationship Type="http://schemas.openxmlformats.org/officeDocument/2006/relationships/image" Target="/ppt/media/image23.png" Id="R0f850357fa9b4e2b" /><Relationship Type="http://schemas.openxmlformats.org/officeDocument/2006/relationships/notesSlide" Target="/ppt/notesSlides/notesSlide59.xml" Id="R5d48b8a0fc724ef7" /></Relationships>
</file>

<file path=ppt/slides/_rels/slide60.xml.rels>&#65279;<?xml version="1.0" encoding="utf-8"?><Relationships xmlns="http://schemas.openxmlformats.org/package/2006/relationships"><Relationship Type="http://schemas.openxmlformats.org/officeDocument/2006/relationships/slideLayout" Target="/ppt/slideLayouts/slideLayout2.xml" Id="R4ba47cdf9b014540" /><Relationship Type="http://schemas.openxmlformats.org/officeDocument/2006/relationships/image" Target="/ppt/media/image23.png" Id="R12481b33b91b4308" /><Relationship Type="http://schemas.openxmlformats.org/officeDocument/2006/relationships/notesSlide" Target="/ppt/notesSlides/notesSlide60.xml" Id="Rb81d739f41534eda" /></Relationships>
</file>

<file path=ppt/slides/_rels/slide61.xml.rels>&#65279;<?xml version="1.0" encoding="utf-8"?><Relationships xmlns="http://schemas.openxmlformats.org/package/2006/relationships"><Relationship Type="http://schemas.openxmlformats.org/officeDocument/2006/relationships/slideLayout" Target="/ppt/slideLayouts/slideLayout2.xml" Id="Raae56bfee8c747d4" /><Relationship Type="http://schemas.openxmlformats.org/officeDocument/2006/relationships/notesSlide" Target="/ppt/notesSlides/notesSlide61.xml" Id="R9ebc6858f7764e9b" /></Relationships>
</file>

<file path=ppt/slides/_rels/slide62.xml.rels>&#65279;<?xml version="1.0" encoding="utf-8"?><Relationships xmlns="http://schemas.openxmlformats.org/package/2006/relationships"><Relationship Type="http://schemas.openxmlformats.org/officeDocument/2006/relationships/slideLayout" Target="/ppt/slideLayouts/slideLayout2.xml" Id="R4b3b80f167264b40" /><Relationship Type="http://schemas.openxmlformats.org/officeDocument/2006/relationships/notesSlide" Target="/ppt/notesSlides/notesSlide62.xml" Id="Rc8ad8bb9d6d74245"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5EB44E94-A6BE-4C93-8C14-56BD633DFF61}"/>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A76EE51E-94A7-4A0A-AC72-77FA300C8795}"/>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74E1867B-B566-4363-84DD-B0E3E8A31AC1}"/>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CDB287F3-B2E3-4A80-AE80-8265ACED83B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990350226"/>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4">
            <a:extLst xmlns:a="http://schemas.openxmlformats.org/drawingml/2006/main">
              <a:ext uri="{FF2B5EF4-FFF2-40B4-BE49-F238E27FC236}">
                <a16:creationId xmlns:a16="http://schemas.microsoft.com/office/drawing/2014/main" id="{E0E9B9E1-2D08-43C2-B657-87CA22FB19C9}"/>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6" name="01-text-5">
            <a:extLst xmlns:a="http://schemas.openxmlformats.org/drawingml/2006/main">
              <a:ext uri="{FF2B5EF4-FFF2-40B4-BE49-F238E27FC236}">
                <a16:creationId xmlns:a16="http://schemas.microsoft.com/office/drawing/2014/main" id="{CF8BCA05-B3BC-4DBA-829B-22FE312E845B}"/>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7" name="narrative-number">
            <a:extLst xmlns:a="http://schemas.openxmlformats.org/drawingml/2006/main">
              <a:ext uri="{FF2B5EF4-FFF2-40B4-BE49-F238E27FC236}">
                <a16:creationId xmlns:a16="http://schemas.microsoft.com/office/drawing/2014/main" id="{568C47C7-60E3-443A-BF2C-38990B10536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432448059"/>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5" name="02-image-1"/>
          <p:cNvPicPr>
            <a:picLocks xmlns:a="http://schemas.openxmlformats.org/drawingml/2006/main" noChangeAspect="1"/>
          </p:cNvPicPr>
          <p:nvPr/>
        </p:nvPicPr>
        <p:blipFill>
          <a:blip xmlns:r="http://schemas.openxmlformats.org/officeDocument/2006/relationships" xmlns:a="http://schemas.openxmlformats.org/drawingml/2006/main" r:embed="R053bab8e559948d3"/>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9" name="02-text-2">
            <a:extLst xmlns:a="http://schemas.openxmlformats.org/drawingml/2006/main">
              <a:ext uri="{FF2B5EF4-FFF2-40B4-BE49-F238E27FC236}">
                <a16:creationId xmlns:a16="http://schemas.microsoft.com/office/drawing/2014/main" id="{384B7592-6B3A-47F0-9377-6DE39EE25714}"/>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10" name="02-text-3">
            <a:extLst xmlns:a="http://schemas.openxmlformats.org/drawingml/2006/main">
              <a:ext uri="{FF2B5EF4-FFF2-40B4-BE49-F238E27FC236}">
                <a16:creationId xmlns:a16="http://schemas.microsoft.com/office/drawing/2014/main" id="{1A4C1216-A606-4336-A108-9CC65098AF94}"/>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11" name="02-text-4">
            <a:extLst xmlns:a="http://schemas.openxmlformats.org/drawingml/2006/main">
              <a:ext uri="{FF2B5EF4-FFF2-40B4-BE49-F238E27FC236}">
                <a16:creationId xmlns:a16="http://schemas.microsoft.com/office/drawing/2014/main" id="{20E64AC0-DCFA-491D-B2E3-FD19D3AD729B}"/>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12" name="02-text-5">
            <a:extLst xmlns:a="http://schemas.openxmlformats.org/drawingml/2006/main">
              <a:ext uri="{FF2B5EF4-FFF2-40B4-BE49-F238E27FC236}">
                <a16:creationId xmlns:a16="http://schemas.microsoft.com/office/drawing/2014/main" id="{D8CEFF7F-C591-476C-A7A0-13F17A1F45ED}"/>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3" name="02-text-6">
            <a:extLst xmlns:a="http://schemas.openxmlformats.org/drawingml/2006/main">
              <a:ext uri="{FF2B5EF4-FFF2-40B4-BE49-F238E27FC236}">
                <a16:creationId xmlns:a16="http://schemas.microsoft.com/office/drawing/2014/main" id="{57AF9E64-ECEB-4D48-A972-696567CDFA13}"/>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4" name="narrative-number">
            <a:extLst xmlns:a="http://schemas.openxmlformats.org/drawingml/2006/main">
              <a:ext uri="{FF2B5EF4-FFF2-40B4-BE49-F238E27FC236}">
                <a16:creationId xmlns:a16="http://schemas.microsoft.com/office/drawing/2014/main" id="{0AF8FE97-1049-4BE6-AEE3-8B717570865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673709500"/>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03-text-1">
            <a:extLst xmlns:a="http://schemas.openxmlformats.org/drawingml/2006/main">
              <a:ext uri="{FF2B5EF4-FFF2-40B4-BE49-F238E27FC236}">
                <a16:creationId xmlns:a16="http://schemas.microsoft.com/office/drawing/2014/main" id="{201C8D15-C872-4684-A640-42B89B74FEED}"/>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16" name="03-text-2">
            <a:extLst xmlns:a="http://schemas.openxmlformats.org/drawingml/2006/main">
              <a:ext uri="{FF2B5EF4-FFF2-40B4-BE49-F238E27FC236}">
                <a16:creationId xmlns:a16="http://schemas.microsoft.com/office/drawing/2014/main" id="{A831DD0C-3557-4FDA-90A3-3A83811C0594}"/>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17" name="narrative-number">
            <a:extLst xmlns:a="http://schemas.openxmlformats.org/drawingml/2006/main">
              <a:ext uri="{FF2B5EF4-FFF2-40B4-BE49-F238E27FC236}">
                <a16:creationId xmlns:a16="http://schemas.microsoft.com/office/drawing/2014/main" id="{767C9AA6-1460-4810-844E-98277AB7A7A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2219724075"/>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20" name="04-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in your development</a:t>
                      </a:r>
                    </a:p>
                    <a:p>
                      <a:pPr>
                        <a:lnSpc>
                          <a:spcPct val="125000"/>
                        </a:lnSpc>
                        <a:buNone/>
                      </a:pPr>
                      <a:r>
                        <a:rPr sz="2400" b="1">
                          <a:solidFill>
                            <a:srgbClr val="F948BE"/>
                          </a:solidFill>
                          <a:latin typeface="Helvetica"/>
                          <a:ea typeface="Helvetica"/>
                          <a:cs typeface="Helvetica"/>
                        </a:rPr>
                        <a:t>workflow</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You use model output to help</a:t>
                      </a:r>
                    </a:p>
                    <a:p>
                      <a:pPr>
                        <a:lnSpc>
                          <a:spcPct val="125000"/>
                        </a:lnSpc>
                        <a:buNone/>
                      </a:pPr>
                      <a:r>
                        <a:rPr sz="2000" b="0">
                          <a:solidFill>
                            <a:srgbClr val="FFFCF5"/>
                          </a:solidFill>
                          <a:latin typeface="Helvetica"/>
                          <a:ea typeface="Helvetica"/>
                          <a:cs typeface="Helvetica"/>
                        </a:rPr>
                        <a:t>build an artifact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Users depend on model output or</a:t>
                      </a:r>
                    </a:p>
                    <a:p>
                      <a:pPr>
                        <a:lnSpc>
                          <a:spcPct val="125000"/>
                        </a:lnSpc>
                        <a:buNone/>
                      </a:pPr>
                      <a:r>
                        <a:rPr sz="2000" b="0">
                          <a:solidFill>
                            <a:srgbClr val="FFFCF5"/>
                          </a:solidFill>
                          <a:latin typeface="Helvetica"/>
                          <a:ea typeface="Helvetica"/>
                          <a:cs typeface="Helvetica"/>
                        </a:rPr>
                        <a:t>decisions during operation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decide what to accept and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design checks, approval steps,</a:t>
                      </a:r>
                    </a:p>
                    <a:p>
                      <a:pPr>
                        <a:lnSpc>
                          <a:spcPct val="125000"/>
                        </a:lnSpc>
                        <a:buNone/>
                      </a:pPr>
                      <a:r>
                        <a:rPr sz="2000" b="0">
                          <a:solidFill>
                            <a:srgbClr val="FFFCF5"/>
                          </a:solidFill>
                          <a:latin typeface="Helvetica"/>
                          <a:ea typeface="Helvetica"/>
                          <a:cs typeface="Helvetica"/>
                        </a:rPr>
                        <a:t>and failure handling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product's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9" name="narrative-number">
            <a:extLst xmlns:a="http://schemas.openxmlformats.org/drawingml/2006/main">
              <a:ext uri="{FF2B5EF4-FFF2-40B4-BE49-F238E27FC236}">
                <a16:creationId xmlns:a16="http://schemas.microsoft.com/office/drawing/2014/main" id="{AED2FCD0-B0D4-4A60-AF69-D5587EBF1BF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809471639"/>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 name="04-text-2">
            <a:extLst xmlns:a="http://schemas.openxmlformats.org/drawingml/2006/main">
              <a:ext uri="{FF2B5EF4-FFF2-40B4-BE49-F238E27FC236}">
                <a16:creationId xmlns:a16="http://schemas.microsoft.com/office/drawing/2014/main" id="{6EB82F7C-1A0E-4042-BF68-1DB92FD242E4}"/>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1" name="04-text-3">
            <a:extLst xmlns:a="http://schemas.openxmlformats.org/drawingml/2006/main">
              <a:ext uri="{FF2B5EF4-FFF2-40B4-BE49-F238E27FC236}">
                <a16:creationId xmlns:a16="http://schemas.microsoft.com/office/drawing/2014/main" id="{C526A626-5ADA-46FB-8DA7-09630D079ED3}"/>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22" name="04-text-4">
            <a:extLst xmlns:a="http://schemas.openxmlformats.org/drawingml/2006/main">
              <a:ext uri="{FF2B5EF4-FFF2-40B4-BE49-F238E27FC236}">
                <a16:creationId xmlns:a16="http://schemas.microsoft.com/office/drawing/2014/main" id="{6FAC43A0-A4B2-4E9F-B58C-6C3DC0786FE1}"/>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3" name="04-text-5">
            <a:extLst xmlns:a="http://schemas.openxmlformats.org/drawingml/2006/main">
              <a:ext uri="{FF2B5EF4-FFF2-40B4-BE49-F238E27FC236}">
                <a16:creationId xmlns:a16="http://schemas.microsoft.com/office/drawing/2014/main" id="{B444A6DB-1B31-4BEA-A119-B5B9326E36EF}"/>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24" name="04-text-6">
            <a:extLst xmlns:a="http://schemas.openxmlformats.org/drawingml/2006/main">
              <a:ext uri="{FF2B5EF4-FFF2-40B4-BE49-F238E27FC236}">
                <a16:creationId xmlns:a16="http://schemas.microsoft.com/office/drawing/2014/main" id="{04F92206-FF12-4879-AF82-7793A6C2B9A4}"/>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5" name="04-text-7">
            <a:extLst xmlns:a="http://schemas.openxmlformats.org/drawingml/2006/main">
              <a:ext uri="{FF2B5EF4-FFF2-40B4-BE49-F238E27FC236}">
                <a16:creationId xmlns:a16="http://schemas.microsoft.com/office/drawing/2014/main" id="{CBA9DC66-45AF-4C63-A85B-3F57CEF34A03}"/>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26" name="04-text-8">
            <a:extLst xmlns:a="http://schemas.openxmlformats.org/drawingml/2006/main">
              <a:ext uri="{FF2B5EF4-FFF2-40B4-BE49-F238E27FC236}">
                <a16:creationId xmlns:a16="http://schemas.microsoft.com/office/drawing/2014/main" id="{27DBABF0-1943-4076-B583-B6404F3A8BCC}"/>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27" name="narrative-number">
            <a:extLst xmlns:a="http://schemas.openxmlformats.org/drawingml/2006/main">
              <a:ext uri="{FF2B5EF4-FFF2-40B4-BE49-F238E27FC236}">
                <a16:creationId xmlns:a16="http://schemas.microsoft.com/office/drawing/2014/main" id="{E41E83BB-AAA9-4092-A02A-E2BB85F51AA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208967031"/>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 name="05-text-1">
            <a:extLst xmlns:a="http://schemas.openxmlformats.org/drawingml/2006/main">
              <a:ext uri="{FF2B5EF4-FFF2-40B4-BE49-F238E27FC236}">
                <a16:creationId xmlns:a16="http://schemas.microsoft.com/office/drawing/2014/main" id="{3D48A29B-9E77-41E2-B288-1B61C2FDBA5C}"/>
              </a:ext>
            </a:extLst>
          </p:cNvPr>
          <p:cNvSpPr>
            <a:spLocks xmlns:a="http://schemas.openxmlformats.org/drawingml/2006/main"/>
          </p:cNvSpPr>
          <p:nvPr/>
        </p:nvSpPr>
        <p:spPr>
          <a:xfrm xmlns:a="http://schemas.openxmlformats.org/drawingml/2006/main">
            <a:off x="6096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You will leave with</a:t>
            </a:r>
          </a:p>
        </p:txBody>
      </p:sp>
      <p:sp>
        <p:nvSpPr>
          <p:cNvPr id="29" name="05-text-2">
            <a:extLst xmlns:a="http://schemas.openxmlformats.org/drawingml/2006/main">
              <a:ext uri="{FF2B5EF4-FFF2-40B4-BE49-F238E27FC236}">
                <a16:creationId xmlns:a16="http://schemas.microsoft.com/office/drawing/2014/main" id="{18EAE03A-5138-4814-B32C-ACC7D8A87CDF}"/>
              </a:ext>
            </a:extLst>
          </p:cNvPr>
          <p:cNvSpPr>
            <a:spLocks xmlns:a="http://schemas.openxmlformats.org/drawingml/2006/main"/>
          </p:cNvSpPr>
          <p:nvPr/>
        </p:nvSpPr>
        <p:spPr>
          <a:xfrm xmlns:a="http://schemas.openxmlformats.org/drawingml/2006/main">
            <a:off x="62484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Agenda</a:t>
            </a:r>
          </a:p>
        </p:txBody>
      </p:sp>
      <p:sp>
        <p:nvSpPr>
          <p:cNvPr id="30" name="05-text-3">
            <a:extLst xmlns:a="http://schemas.openxmlformats.org/drawingml/2006/main">
              <a:ext uri="{FF2B5EF4-FFF2-40B4-BE49-F238E27FC236}">
                <a16:creationId xmlns:a16="http://schemas.microsoft.com/office/drawing/2014/main" id="{2D17B5D6-A379-492D-AEE2-14626040AC98}"/>
              </a:ext>
            </a:extLst>
          </p:cNvPr>
          <p:cNvSpPr>
            <a:spLocks xmlns:a="http://schemas.openxmlformats.org/drawingml/2006/main"/>
          </p:cNvSpPr>
          <p:nvPr/>
        </p:nvSpPr>
        <p:spPr>
          <a:xfrm xmlns:a="http://schemas.openxmlformats.org/drawingml/2006/main">
            <a:off x="609600" y="173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1" name="05-text-4">
            <a:extLst xmlns:a="http://schemas.openxmlformats.org/drawingml/2006/main">
              <a:ext uri="{FF2B5EF4-FFF2-40B4-BE49-F238E27FC236}">
                <a16:creationId xmlns:a16="http://schemas.microsoft.com/office/drawing/2014/main" id="{144772C8-C5C6-4EC3-97DA-2D06885041DB}"/>
              </a:ext>
            </a:extLst>
          </p:cNvPr>
          <p:cNvSpPr>
            <a:spLocks xmlns:a="http://schemas.openxmlformats.org/drawingml/2006/main"/>
          </p:cNvSpPr>
          <p:nvPr/>
        </p:nvSpPr>
        <p:spPr>
          <a:xfrm xmlns:a="http://schemas.openxmlformats.org/drawingml/2006/main">
            <a:off x="1117600" y="173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conceptual map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discipline.</a:t>
            </a:r>
          </a:p>
        </p:txBody>
      </p:sp>
      <p:sp>
        <p:nvSpPr>
          <p:cNvPr id="32" name="05-text-5">
            <a:extLst xmlns:a="http://schemas.openxmlformats.org/drawingml/2006/main">
              <a:ext uri="{FF2B5EF4-FFF2-40B4-BE49-F238E27FC236}">
                <a16:creationId xmlns:a16="http://schemas.microsoft.com/office/drawing/2014/main" id="{3CF19CD3-4547-463D-8A63-F75501E6450A}"/>
              </a:ext>
            </a:extLst>
          </p:cNvPr>
          <p:cNvSpPr>
            <a:spLocks xmlns:a="http://schemas.openxmlformats.org/drawingml/2006/main"/>
          </p:cNvSpPr>
          <p:nvPr/>
        </p:nvSpPr>
        <p:spPr>
          <a:xfrm xmlns:a="http://schemas.openxmlformats.org/drawingml/2006/main">
            <a:off x="609600" y="300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3" name="05-text-6">
            <a:extLst xmlns:a="http://schemas.openxmlformats.org/drawingml/2006/main">
              <a:ext uri="{FF2B5EF4-FFF2-40B4-BE49-F238E27FC236}">
                <a16:creationId xmlns:a16="http://schemas.microsoft.com/office/drawing/2014/main" id="{24178B58-4040-42A4-9C57-60A603033092}"/>
              </a:ext>
            </a:extLst>
          </p:cNvPr>
          <p:cNvSpPr>
            <a:spLocks xmlns:a="http://schemas.openxmlformats.org/drawingml/2006/main"/>
          </p:cNvSpPr>
          <p:nvPr/>
        </p:nvSpPr>
        <p:spPr>
          <a:xfrm xmlns:a="http://schemas.openxmlformats.org/drawingml/2006/main">
            <a:off x="1117600" y="300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 honest sense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much there is.</a:t>
            </a:r>
          </a:p>
        </p:txBody>
      </p:sp>
      <p:sp>
        <p:nvSpPr>
          <p:cNvPr id="34" name="05-text-7">
            <a:extLst xmlns:a="http://schemas.openxmlformats.org/drawingml/2006/main">
              <a:ext uri="{FF2B5EF4-FFF2-40B4-BE49-F238E27FC236}">
                <a16:creationId xmlns:a16="http://schemas.microsoft.com/office/drawing/2014/main" id="{3481A8AA-CB64-40D2-849D-5257B525935E}"/>
              </a:ext>
            </a:extLst>
          </p:cNvPr>
          <p:cNvSpPr>
            <a:spLocks xmlns:a="http://schemas.openxmlformats.org/drawingml/2006/main"/>
          </p:cNvSpPr>
          <p:nvPr/>
        </p:nvSpPr>
        <p:spPr>
          <a:xfrm xmlns:a="http://schemas.openxmlformats.org/drawingml/2006/main">
            <a:off x="609600" y="427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5" name="05-text-8">
            <a:extLst xmlns:a="http://schemas.openxmlformats.org/drawingml/2006/main">
              <a:ext uri="{FF2B5EF4-FFF2-40B4-BE49-F238E27FC236}">
                <a16:creationId xmlns:a16="http://schemas.microsoft.com/office/drawing/2014/main" id="{F239CA2D-7A0D-4BAC-A51B-C91109229CBF}"/>
              </a:ext>
            </a:extLst>
          </p:cNvPr>
          <p:cNvSpPr>
            <a:spLocks xmlns:a="http://schemas.openxmlformats.org/drawingml/2006/main"/>
          </p:cNvSpPr>
          <p:nvPr/>
        </p:nvSpPr>
        <p:spPr>
          <a:xfrm xmlns:a="http://schemas.openxmlformats.org/drawingml/2006/main">
            <a:off x="1117600" y="427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roadmap for making</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36" name="05-text-9">
            <a:extLst xmlns:a="http://schemas.openxmlformats.org/drawingml/2006/main">
              <a:ext uri="{FF2B5EF4-FFF2-40B4-BE49-F238E27FC236}">
                <a16:creationId xmlns:a16="http://schemas.microsoft.com/office/drawing/2014/main" id="{05A7D918-D116-4DCE-8180-560DFB5C1457}"/>
              </a:ext>
            </a:extLst>
          </p:cNvPr>
          <p:cNvSpPr>
            <a:spLocks xmlns:a="http://schemas.openxmlformats.org/drawingml/2006/main"/>
          </p:cNvSpPr>
          <p:nvPr/>
        </p:nvSpPr>
        <p:spPr>
          <a:xfrm xmlns:a="http://schemas.openxmlformats.org/drawingml/2006/main">
            <a:off x="6248400" y="1739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map.</a:t>
            </a:r>
          </a:p>
        </p:txBody>
      </p:sp>
      <p:sp>
        <p:nvSpPr>
          <p:cNvPr id="37" name="05-text-10">
            <a:extLst xmlns:a="http://schemas.openxmlformats.org/drawingml/2006/main">
              <a:ext uri="{FF2B5EF4-FFF2-40B4-BE49-F238E27FC236}">
                <a16:creationId xmlns:a16="http://schemas.microsoft.com/office/drawing/2014/main" id="{F1CF43D4-65E8-4CF4-9D65-D6C08564B106}"/>
              </a:ext>
            </a:extLst>
          </p:cNvPr>
          <p:cNvSpPr>
            <a:spLocks xmlns:a="http://schemas.openxmlformats.org/drawingml/2006/main"/>
          </p:cNvSpPr>
          <p:nvPr/>
        </p:nvSpPr>
        <p:spPr>
          <a:xfrm xmlns:a="http://schemas.openxmlformats.org/drawingml/2006/main">
            <a:off x="10185400" y="1739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 min</a:t>
            </a:r>
          </a:p>
        </p:txBody>
      </p:sp>
      <p:sp>
        <p:nvSpPr>
          <p:cNvPr id="38" name="05-text-11">
            <a:extLst xmlns:a="http://schemas.openxmlformats.org/drawingml/2006/main">
              <a:ext uri="{FF2B5EF4-FFF2-40B4-BE49-F238E27FC236}">
                <a16:creationId xmlns:a16="http://schemas.microsoft.com/office/drawing/2014/main" id="{0EF265D1-2B74-4BF1-99B4-4EFB70EEBD07}"/>
              </a:ext>
            </a:extLst>
          </p:cNvPr>
          <p:cNvSpPr>
            <a:spLocks xmlns:a="http://schemas.openxmlformats.org/drawingml/2006/main"/>
          </p:cNvSpPr>
          <p:nvPr/>
        </p:nvSpPr>
        <p:spPr>
          <a:xfrm xmlns:a="http://schemas.openxmlformats.org/drawingml/2006/main">
            <a:off x="6248400" y="2628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Six areas.</a:t>
            </a:r>
          </a:p>
        </p:txBody>
      </p:sp>
      <p:sp>
        <p:nvSpPr>
          <p:cNvPr id="39" name="05-text-12">
            <a:extLst xmlns:a="http://schemas.openxmlformats.org/drawingml/2006/main">
              <a:ext uri="{FF2B5EF4-FFF2-40B4-BE49-F238E27FC236}">
                <a16:creationId xmlns:a16="http://schemas.microsoft.com/office/drawing/2014/main" id="{775F13FA-4F1F-42F1-9C77-5B84FD1D30ED}"/>
              </a:ext>
            </a:extLst>
          </p:cNvPr>
          <p:cNvSpPr>
            <a:spLocks xmlns:a="http://schemas.openxmlformats.org/drawingml/2006/main"/>
          </p:cNvSpPr>
          <p:nvPr/>
        </p:nvSpPr>
        <p:spPr>
          <a:xfrm xmlns:a="http://schemas.openxmlformats.org/drawingml/2006/main">
            <a:off x="10185400" y="2628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23 min</a:t>
            </a:r>
          </a:p>
        </p:txBody>
      </p:sp>
      <p:sp>
        <p:nvSpPr>
          <p:cNvPr id="40" name="05-text-13">
            <a:extLst xmlns:a="http://schemas.openxmlformats.org/drawingml/2006/main">
              <a:ext uri="{FF2B5EF4-FFF2-40B4-BE49-F238E27FC236}">
                <a16:creationId xmlns:a16="http://schemas.microsoft.com/office/drawing/2014/main" id="{06081DB9-DA81-4026-A9A1-2F951911F63F}"/>
              </a:ext>
            </a:extLst>
          </p:cNvPr>
          <p:cNvSpPr>
            <a:spLocks xmlns:a="http://schemas.openxmlformats.org/drawingml/2006/main"/>
          </p:cNvSpPr>
          <p:nvPr/>
        </p:nvSpPr>
        <p:spPr>
          <a:xfrm xmlns:a="http://schemas.openxmlformats.org/drawingml/2006/main">
            <a:off x="6248400" y="4343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41" name="05-text-14">
            <a:extLst xmlns:a="http://schemas.openxmlformats.org/drawingml/2006/main">
              <a:ext uri="{FF2B5EF4-FFF2-40B4-BE49-F238E27FC236}">
                <a16:creationId xmlns:a16="http://schemas.microsoft.com/office/drawing/2014/main" id="{102EAB8E-8A99-477C-946C-0059C43394B3}"/>
              </a:ext>
            </a:extLst>
          </p:cNvPr>
          <p:cNvSpPr>
            <a:spLocks xmlns:a="http://schemas.openxmlformats.org/drawingml/2006/main"/>
          </p:cNvSpPr>
          <p:nvPr/>
        </p:nvSpPr>
        <p:spPr>
          <a:xfrm xmlns:a="http://schemas.openxmlformats.org/drawingml/2006/main">
            <a:off x="10185400" y="4343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5 min</a:t>
            </a:r>
          </a:p>
        </p:txBody>
      </p:sp>
      <p:sp>
        <p:nvSpPr>
          <p:cNvPr id="42" name="05-text-15">
            <a:extLst xmlns:a="http://schemas.openxmlformats.org/drawingml/2006/main">
              <a:ext uri="{FF2B5EF4-FFF2-40B4-BE49-F238E27FC236}">
                <a16:creationId xmlns:a16="http://schemas.microsoft.com/office/drawing/2014/main" id="{E025F373-436B-458B-AA4D-F945775DC2C1}"/>
              </a:ext>
            </a:extLst>
          </p:cNvPr>
          <p:cNvSpPr>
            <a:spLocks xmlns:a="http://schemas.openxmlformats.org/drawingml/2006/main"/>
          </p:cNvSpPr>
          <p:nvPr/>
        </p:nvSpPr>
        <p:spPr>
          <a:xfrm xmlns:a="http://schemas.openxmlformats.org/drawingml/2006/main">
            <a:off x="6248400" y="5232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questions.</a:t>
            </a:r>
          </a:p>
        </p:txBody>
      </p:sp>
      <p:sp>
        <p:nvSpPr>
          <p:cNvPr id="43" name="05-text-16">
            <a:extLst xmlns:a="http://schemas.openxmlformats.org/drawingml/2006/main">
              <a:ext uri="{FF2B5EF4-FFF2-40B4-BE49-F238E27FC236}">
                <a16:creationId xmlns:a16="http://schemas.microsoft.com/office/drawing/2014/main" id="{177137B4-B965-4267-983A-CA673DD4C838}"/>
              </a:ext>
            </a:extLst>
          </p:cNvPr>
          <p:cNvSpPr>
            <a:spLocks xmlns:a="http://schemas.openxmlformats.org/drawingml/2006/main"/>
          </p:cNvSpPr>
          <p:nvPr/>
        </p:nvSpPr>
        <p:spPr>
          <a:xfrm xmlns:a="http://schemas.openxmlformats.org/drawingml/2006/main">
            <a:off x="10185400" y="5232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15 min</a:t>
            </a:r>
          </a:p>
        </p:txBody>
      </p:sp>
      <p:sp>
        <p:nvSpPr>
          <p:cNvPr id="44" name="05-text-17">
            <a:extLst xmlns:a="http://schemas.openxmlformats.org/drawingml/2006/main">
              <a:ext uri="{FF2B5EF4-FFF2-40B4-BE49-F238E27FC236}">
                <a16:creationId xmlns:a16="http://schemas.microsoft.com/office/drawing/2014/main" id="{BCBDD707-945D-4210-BA90-7D8B39400119}"/>
              </a:ext>
            </a:extLst>
          </p:cNvPr>
          <p:cNvSpPr>
            <a:spLocks xmlns:a="http://schemas.openxmlformats.org/drawingml/2006/main"/>
          </p:cNvSpPr>
          <p:nvPr/>
        </p:nvSpPr>
        <p:spPr>
          <a:xfrm xmlns:a="http://schemas.openxmlformats.org/drawingml/2006/main">
            <a:off x="6502400" y="3149600"/>
            <a:ext cx="5080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1064F8"/>
                </a:solidFill>
                <a:latin typeface="Helvetica"/>
                <a:ea typeface="Helvetica"/>
                <a:cs typeface="Helvetica"/>
              </a:rPr>
              <a:t>Models</a:t>
            </a:r>
            <a:r>
              <a:rPr b="0">
                <a:solidFill>
                  <a:srgbClr val="ADACA9"/>
                </a:solidFill>
                <a:latin typeface="Helvetica"/>
                <a:ea typeface="Helvetica"/>
                <a:cs typeface="Helvetica"/>
              </a:rPr>
              <a:t> · </a:t>
            </a:r>
            <a:r>
              <a:rPr b="0">
                <a:solidFill>
                  <a:srgbClr val="F948BE"/>
                </a:solidFill>
                <a:latin typeface="Helvetica"/>
                <a:ea typeface="Helvetica"/>
                <a:cs typeface="Helvetica"/>
              </a:rPr>
              <a:t>Context and knowledge</a:t>
            </a:r>
            <a:r>
              <a:rPr b="0">
                <a:solidFill>
                  <a:srgbClr val="ADACA9"/>
                </a:solidFill>
                <a:latin typeface="Helvetica"/>
                <a:ea typeface="Helvetica"/>
                <a:cs typeface="Helvetica"/>
              </a:rPr>
              <a:t> · </a:t>
            </a:r>
            <a:r>
              <a:rPr b="0">
                <a:solidFill>
                  <a:srgbClr val="F948BE"/>
                </a:solidFill>
                <a:latin typeface="Helvetica"/>
                <a:ea typeface="Helvetica"/>
                <a:cs typeface="Helvetica"/>
              </a:rPr>
              <a:t>Tools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948BE"/>
                </a:solidFill>
                <a:latin typeface="Helvetica"/>
                <a:ea typeface="Helvetica"/>
                <a:cs typeface="Helvetica"/>
              </a:rPr>
              <a:t>Orchestration</a:t>
            </a:r>
            <a:r>
              <a:rPr b="0">
                <a:solidFill>
                  <a:srgbClr val="ADACA9"/>
                </a:solidFill>
                <a:latin typeface="Helvetica"/>
                <a:ea typeface="Helvetica"/>
                <a:cs typeface="Helvetica"/>
              </a:rPr>
              <a:t> · </a:t>
            </a:r>
            <a:r>
              <a:rPr b="0">
                <a:solidFill>
                  <a:srgbClr val="01B66D"/>
                </a:solidFill>
                <a:latin typeface="Helvetica"/>
                <a:ea typeface="Helvetica"/>
                <a:cs typeface="Helvetica"/>
              </a:rPr>
              <a:t>Verification and evals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DAD00"/>
                </a:solidFill>
                <a:latin typeface="Helvetica"/>
                <a:ea typeface="Helvetica"/>
                <a:cs typeface="Helvetica"/>
              </a:rPr>
              <a:t>Operating it</a:t>
            </a:r>
          </a:p>
        </p:txBody>
      </p:sp>
      <p:sp>
        <p:nvSpPr>
          <p:cNvPr id="45" name="05-text-18">
            <a:extLst xmlns:a="http://schemas.openxmlformats.org/drawingml/2006/main">
              <a:ext uri="{FF2B5EF4-FFF2-40B4-BE49-F238E27FC236}">
                <a16:creationId xmlns:a16="http://schemas.microsoft.com/office/drawing/2014/main" id="{798006A1-C780-457C-9E41-B1F10B695751}"/>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When you are the user · What someone engineered · When you are the owner</a:t>
            </a:r>
          </a:p>
        </p:txBody>
      </p:sp>
      <p:sp>
        <p:nvSpPr>
          <p:cNvPr id="46" name="narrative-number">
            <a:extLst xmlns:a="http://schemas.openxmlformats.org/drawingml/2006/main">
              <a:ext uri="{FF2B5EF4-FFF2-40B4-BE49-F238E27FC236}">
                <a16:creationId xmlns:a16="http://schemas.microsoft.com/office/drawing/2014/main" id="{47DCF68A-87FC-41B9-B564-8A301811B02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401271468"/>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 name="section-label">
            <a:extLst xmlns:a="http://schemas.openxmlformats.org/drawingml/2006/main">
              <a:ext uri="{FF2B5EF4-FFF2-40B4-BE49-F238E27FC236}">
                <a16:creationId xmlns:a16="http://schemas.microsoft.com/office/drawing/2014/main" id="{C31C5070-221F-49AF-887C-32906070942E}"/>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48" name="section-rule">
            <a:extLst xmlns:a="http://schemas.openxmlformats.org/drawingml/2006/main">
              <a:ext uri="{FF2B5EF4-FFF2-40B4-BE49-F238E27FC236}">
                <a16:creationId xmlns:a16="http://schemas.microsoft.com/office/drawing/2014/main" id="{C05E9338-035D-4725-BC80-79747764A6CA}"/>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 name="section-title">
            <a:extLst xmlns:a="http://schemas.openxmlformats.org/drawingml/2006/main">
              <a:ext uri="{FF2B5EF4-FFF2-40B4-BE49-F238E27FC236}">
                <a16:creationId xmlns:a16="http://schemas.microsoft.com/office/drawing/2014/main" id="{A93EEC5A-AC74-4489-8386-509990C873E5}"/>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0" name="narrative-number">
            <a:extLst xmlns:a="http://schemas.openxmlformats.org/drawingml/2006/main">
              <a:ext uri="{FF2B5EF4-FFF2-40B4-BE49-F238E27FC236}">
                <a16:creationId xmlns:a16="http://schemas.microsoft.com/office/drawing/2014/main" id="{2E657C54-66EB-402D-906C-4C96788C25D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3206262696"/>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3" name="07-image-1"/>
          <p:cNvPicPr>
            <a:picLocks xmlns:a="http://schemas.openxmlformats.org/drawingml/2006/main" noChangeAspect="1"/>
          </p:cNvPicPr>
          <p:nvPr/>
        </p:nvPicPr>
        <p:blipFill>
          <a:blip xmlns:r="http://schemas.openxmlformats.org/officeDocument/2006/relationships" xmlns:a="http://schemas.openxmlformats.org/drawingml/2006/main" r:embed="Ra50e5372b1de48c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2" name="narrative-number">
            <a:extLst xmlns:a="http://schemas.openxmlformats.org/drawingml/2006/main">
              <a:ext uri="{FF2B5EF4-FFF2-40B4-BE49-F238E27FC236}">
                <a16:creationId xmlns:a16="http://schemas.microsoft.com/office/drawing/2014/main" id="{2291403B-E6B4-430D-B8DE-8519BFF3901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073769370"/>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5" name="07-image-2"/>
          <p:cNvPicPr>
            <a:picLocks xmlns:a="http://schemas.openxmlformats.org/drawingml/2006/main" noChangeAspect="1"/>
          </p:cNvPicPr>
          <p:nvPr/>
        </p:nvPicPr>
        <p:blipFill>
          <a:blip xmlns:r="http://schemas.openxmlformats.org/officeDocument/2006/relationships" xmlns:a="http://schemas.openxmlformats.org/drawingml/2006/main" r:embed="R0e43254759de46c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4" name="narrative-number">
            <a:extLst xmlns:a="http://schemas.openxmlformats.org/drawingml/2006/main">
              <a:ext uri="{FF2B5EF4-FFF2-40B4-BE49-F238E27FC236}">
                <a16:creationId xmlns:a16="http://schemas.microsoft.com/office/drawing/2014/main" id="{98683E71-FA8E-4B84-A920-C8B2CE0F277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771550945"/>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7" name="07-image-3"/>
          <p:cNvPicPr>
            <a:picLocks xmlns:a="http://schemas.openxmlformats.org/drawingml/2006/main" noChangeAspect="1"/>
          </p:cNvPicPr>
          <p:nvPr/>
        </p:nvPicPr>
        <p:blipFill>
          <a:blip xmlns:r="http://schemas.openxmlformats.org/officeDocument/2006/relationships" xmlns:a="http://schemas.openxmlformats.org/drawingml/2006/main" r:embed="R52e8543e3e994bd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6" name="narrative-number">
            <a:extLst xmlns:a="http://schemas.openxmlformats.org/drawingml/2006/main">
              <a:ext uri="{FF2B5EF4-FFF2-40B4-BE49-F238E27FC236}">
                <a16:creationId xmlns:a16="http://schemas.microsoft.com/office/drawing/2014/main" id="{47FA2C46-5DBF-47B2-AB2B-CBA00BE3759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871593099"/>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9" name="07-image-4"/>
          <p:cNvPicPr>
            <a:picLocks xmlns:a="http://schemas.openxmlformats.org/drawingml/2006/main" noChangeAspect="1"/>
          </p:cNvPicPr>
          <p:nvPr/>
        </p:nvPicPr>
        <p:blipFill>
          <a:blip xmlns:r="http://schemas.openxmlformats.org/officeDocument/2006/relationships" xmlns:a="http://schemas.openxmlformats.org/drawingml/2006/main" r:embed="Rd4864fac0b8542a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8" name="narrative-number">
            <a:extLst xmlns:a="http://schemas.openxmlformats.org/drawingml/2006/main">
              <a:ext uri="{FF2B5EF4-FFF2-40B4-BE49-F238E27FC236}">
                <a16:creationId xmlns:a16="http://schemas.microsoft.com/office/drawing/2014/main" id="{9B55E7ED-699A-4EF6-A6F5-1570A322CEC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134062832"/>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7-image-5"/>
          <p:cNvPicPr>
            <a:picLocks xmlns:a="http://schemas.openxmlformats.org/drawingml/2006/main" noChangeAspect="1"/>
          </p:cNvPicPr>
          <p:nvPr/>
        </p:nvPicPr>
        <p:blipFill>
          <a:blip xmlns:r="http://schemas.openxmlformats.org/officeDocument/2006/relationships" xmlns:a="http://schemas.openxmlformats.org/drawingml/2006/main" r:embed="R7af494dc182e471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6A5D88E1-7572-492D-85A8-F8461086F06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508879762"/>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7-image-6"/>
          <p:cNvPicPr>
            <a:picLocks xmlns:a="http://schemas.openxmlformats.org/drawingml/2006/main" noChangeAspect="1"/>
          </p:cNvPicPr>
          <p:nvPr/>
        </p:nvPicPr>
        <p:blipFill>
          <a:blip xmlns:r="http://schemas.openxmlformats.org/officeDocument/2006/relationships" xmlns:a="http://schemas.openxmlformats.org/drawingml/2006/main" r:embed="Re07a0ab51ce74e3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0755BA95-E651-4C64-990D-A652B08766B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916979092"/>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3" name="!!area-header">
            <a:extLst xmlns:a="http://schemas.openxmlformats.org/drawingml/2006/main">
              <a:ext uri="{FF2B5EF4-FFF2-40B4-BE49-F238E27FC236}">
                <a16:creationId xmlns:a16="http://schemas.microsoft.com/office/drawing/2014/main" id="{25E9E425-98DB-4550-94AE-01EEAE850363}"/>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64" name="!!area-name">
            <a:extLst xmlns:a="http://schemas.openxmlformats.org/drawingml/2006/main">
              <a:ext uri="{FF2B5EF4-FFF2-40B4-BE49-F238E27FC236}">
                <a16:creationId xmlns:a16="http://schemas.microsoft.com/office/drawing/2014/main" id="{28020295-A240-4FBB-855D-B73345BFB0BB}"/>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65" name="!!area-beat">
            <a:extLst xmlns:a="http://schemas.openxmlformats.org/drawingml/2006/main">
              <a:ext uri="{FF2B5EF4-FFF2-40B4-BE49-F238E27FC236}">
                <a16:creationId xmlns:a16="http://schemas.microsoft.com/office/drawing/2014/main" id="{2AEFD56B-A7EE-4351-8994-960C8929AD49}"/>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When you are the user</a:t>
            </a:r>
          </a:p>
        </p:txBody>
      </p:sp>
      <p:sp>
        <p:nvSpPr>
          <p:cNvPr id="66" name="header-divider">
            <a:extLst xmlns:a="http://schemas.openxmlformats.org/drawingml/2006/main">
              <a:ext uri="{FF2B5EF4-FFF2-40B4-BE49-F238E27FC236}">
                <a16:creationId xmlns:a16="http://schemas.microsoft.com/office/drawing/2014/main" id="{13854643-1813-493D-A4D5-2610416A396D}"/>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7" name="!!screenshot-Devin Desktop">
            <a:extLst xmlns:a="http://schemas.openxmlformats.org/drawingml/2006/main">
              <a:ext uri="{FF2B5EF4-FFF2-40B4-BE49-F238E27FC236}">
                <a16:creationId xmlns:a16="http://schemas.microsoft.com/office/drawing/2014/main" id="{CCF99EE0-E7D7-4EE6-B261-695A30D0100C}"/>
              </a:ext>
            </a:extLst>
          </p:cNvPr>
          <p:cNvSpPr>
            <a:spLocks xmlns:a="http://schemas.openxmlformats.org/drawingml/2006/main"/>
          </p:cNvSpPr>
          <p:nvPr/>
        </p:nvSpPr>
        <p:spPr>
          <a:xfrm xmlns:a="http://schemas.openxmlformats.org/drawingml/2006/main">
            <a:off x="609600" y="2082800"/>
            <a:ext cx="109728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68" name="08-text-1">
            <a:extLst xmlns:a="http://schemas.openxmlformats.org/drawingml/2006/main">
              <a:ext uri="{FF2B5EF4-FFF2-40B4-BE49-F238E27FC236}">
                <a16:creationId xmlns:a16="http://schemas.microsoft.com/office/drawing/2014/main" id="{02BC3282-D590-493A-ADE2-9DEE2DDD10FC}"/>
              </a:ext>
            </a:extLst>
          </p:cNvPr>
          <p:cNvSpPr>
            <a:spLocks xmlns:a="http://schemas.openxmlformats.org/drawingml/2006/main"/>
          </p:cNvSpPr>
          <p:nvPr/>
        </p:nvSpPr>
        <p:spPr>
          <a:xfrm xmlns:a="http://schemas.openxmlformats.org/drawingml/2006/main">
            <a:off x="812800" y="2781300"/>
            <a:ext cx="105664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69" name="08-text-2">
            <a:extLst xmlns:a="http://schemas.openxmlformats.org/drawingml/2006/main">
              <a:ext uri="{FF2B5EF4-FFF2-40B4-BE49-F238E27FC236}">
                <a16:creationId xmlns:a16="http://schemas.microsoft.com/office/drawing/2014/main" id="{8406D22E-EE9F-4351-8F71-D1F776B61E98}"/>
              </a:ext>
            </a:extLst>
          </p:cNvPr>
          <p:cNvSpPr>
            <a:spLocks xmlns:a="http://schemas.openxmlformats.org/drawingml/2006/main"/>
          </p:cNvSpPr>
          <p:nvPr/>
        </p:nvSpPr>
        <p:spPr>
          <a:xfrm xmlns:a="http://schemas.openxmlformats.org/drawingml/2006/main">
            <a:off x="812800" y="3302000"/>
            <a:ext cx="105664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Devin Desktop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Reasoning-effort slider visible</a:t>
            </a:r>
          </a:p>
        </p:txBody>
      </p:sp>
      <p:sp>
        <p:nvSpPr>
          <p:cNvPr id="70" name="08-text-3">
            <a:extLst xmlns:a="http://schemas.openxmlformats.org/drawingml/2006/main">
              <a:ext uri="{FF2B5EF4-FFF2-40B4-BE49-F238E27FC236}">
                <a16:creationId xmlns:a16="http://schemas.microsoft.com/office/drawing/2014/main" id="{CF0CEA33-FC34-486E-AD7A-B191785582AB}"/>
              </a:ext>
            </a:extLst>
          </p:cNvPr>
          <p:cNvSpPr>
            <a:spLocks xmlns:a="http://schemas.openxmlformats.org/drawingml/2006/main"/>
          </p:cNvSpPr>
          <p:nvPr/>
        </p:nvSpPr>
        <p:spPr>
          <a:xfrm xmlns:a="http://schemas.openxmlformats.org/drawingml/2006/main">
            <a:off x="609600" y="5689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Choose a model and reasoning effort for a coding task.</a:t>
            </a:r>
          </a:p>
        </p:txBody>
      </p:sp>
      <p:sp>
        <p:nvSpPr>
          <p:cNvPr id="71" name="narrative-number">
            <a:extLst xmlns:a="http://schemas.openxmlformats.org/drawingml/2006/main">
              <a:ext uri="{FF2B5EF4-FFF2-40B4-BE49-F238E27FC236}">
                <a16:creationId xmlns:a16="http://schemas.microsoft.com/office/drawing/2014/main" id="{FF2520F0-C4A1-4E5B-92CE-B9FE6A3FC62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2546752346"/>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2" name="!!area-name">
            <a:extLst xmlns:a="http://schemas.openxmlformats.org/drawingml/2006/main">
              <a:ext uri="{FF2B5EF4-FFF2-40B4-BE49-F238E27FC236}">
                <a16:creationId xmlns:a16="http://schemas.microsoft.com/office/drawing/2014/main" id="{2F668726-2D03-422B-9E3B-97BA62BA6A6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81" name="mini-map"/>
          <p:cNvPicPr>
            <a:picLocks xmlns:a="http://schemas.openxmlformats.org/drawingml/2006/main" noChangeAspect="1"/>
          </p:cNvPicPr>
          <p:nvPr/>
        </p:nvPicPr>
        <p:blipFill>
          <a:blip xmlns:r="http://schemas.openxmlformats.org/officeDocument/2006/relationships" xmlns:a="http://schemas.openxmlformats.org/drawingml/2006/main" r:embed="Rf4cc21f634c34ff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4" name="slide-title">
            <a:extLst xmlns:a="http://schemas.openxmlformats.org/drawingml/2006/main">
              <a:ext uri="{FF2B5EF4-FFF2-40B4-BE49-F238E27FC236}">
                <a16:creationId xmlns:a16="http://schemas.microsoft.com/office/drawing/2014/main" id="{28EF1775-0119-4429-A5CD-008E3F312C7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own model selection and change</a:t>
            </a:r>
          </a:p>
        </p:txBody>
      </p:sp>
      <p:sp>
        <p:nvSpPr>
          <p:cNvPr id="75" name="header-divider">
            <a:extLst xmlns:a="http://schemas.openxmlformats.org/drawingml/2006/main">
              <a:ext uri="{FF2B5EF4-FFF2-40B4-BE49-F238E27FC236}">
                <a16:creationId xmlns:a16="http://schemas.microsoft.com/office/drawing/2014/main" id="{CD3DC106-2C40-43D9-91F9-636CAA4F26A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6" name="09-text-1">
            <a:extLst xmlns:a="http://schemas.openxmlformats.org/drawingml/2006/main">
              <a:ext uri="{FF2B5EF4-FFF2-40B4-BE49-F238E27FC236}">
                <a16:creationId xmlns:a16="http://schemas.microsoft.com/office/drawing/2014/main" id="{F669D2AD-1C1D-42B8-950E-6B67031E9953}"/>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task. No model results claimed.</a:t>
            </a:r>
          </a:p>
        </p:txBody>
      </p:sp>
      <p:sp>
        <p:nvSpPr>
          <p:cNvPr id="77" name="09-text-2">
            <a:extLst xmlns:a="http://schemas.openxmlformats.org/drawingml/2006/main">
              <a:ext uri="{FF2B5EF4-FFF2-40B4-BE49-F238E27FC236}">
                <a16:creationId xmlns:a16="http://schemas.microsoft.com/office/drawing/2014/main" id="{0FB032F6-A2F3-4BE1-AC0A-C88F0E8F66F5}"/>
              </a:ext>
            </a:extLst>
          </p:cNvPr>
          <p:cNvSpPr>
            <a:spLocks xmlns:a="http://schemas.openxmlformats.org/drawingml/2006/main"/>
          </p:cNvSpPr>
          <p:nvPr/>
        </p:nvSpPr>
        <p:spPr>
          <a:xfrm xmlns:a="http://schemas.openxmlformats.org/drawingml/2006/main">
            <a:off x="609600" y="28448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Summarize FRB-042’s discussion and decisions.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similar FRBs and export a cited brief.</a:t>
            </a:r>
          </a:p>
        </p:txBody>
      </p:sp>
      <p:graphicFrame>
        <p:nvGraphicFramePr>
          <p:cNvPr id="86" name="09-table-3"/>
          <p:cNvGraphicFramePr/>
          <p:nvPr/>
        </p:nvGraphicFramePr>
        <p:xfrm>
          <a:off xmlns:a="http://schemas.openxmlformats.org/drawingml/2006/main" x="609600" y="3962400"/>
          <a:ext xmlns:a="http://schemas.openxmlformats.org/drawingml/2006/main" cx="10972800" cy="2159000"/>
        </p:xfrm>
        <a:graphic xmlns:a="http://schemas.openxmlformats.org/drawingml/2006/main">
          <a:graphicData uri="http://schemas.openxmlformats.org/drawingml/2006/table">
            <a:tbl>
              <a:tblPr firstRow="0" firstCol="0" lastCol="0" bandRow="0" bandCol="0"/>
              <a:tblGrid>
                <a:gridCol w="3302000"/>
                <a:gridCol w="7670800"/>
              </a:tblGrid>
              <a:tr h="457200">
                <a:tc>
                  <a:txBody>
                    <a:bodyPr>
                      <a:noAutofit/>
                    </a:bodyPr>
                    <a:lstStyle/>
                    <a:p>
                      <a:pPr>
                        <a:lnSpc>
                          <a:spcPct val="125000"/>
                        </a:lnSpc>
                        <a:buNone/>
                      </a:pPr>
                      <a:r>
                        <a:rPr sz="2000" b="1">
                          <a:solidFill>
                            <a:srgbClr val="1064F8"/>
                          </a:solidFill>
                          <a:latin typeface="Helvetica"/>
                          <a:ea typeface="Helvetica"/>
                          <a:cs typeface="Helvetica"/>
                        </a:rPr>
                        <a:t>Assess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For this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Evidence 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Faithful summaries. Supported findings.</a:t>
                      </a:r>
                    </a:p>
                    <a:p>
                      <a:pPr>
                        <a:lnSpc>
                          <a:spcPct val="125000"/>
                        </a:lnSpc>
                        <a:buNone/>
                      </a:pPr>
                      <a:r>
                        <a:rPr sz="2000" b="0">
                          <a:solidFill>
                            <a:srgbClr val="FFFCF5"/>
                          </a:solidFill>
                          <a:latin typeface="Helvetica"/>
                          <a:ea typeface="Helvetica"/>
                          <a:cs typeface="Helvetica"/>
                        </a:rPr>
                        <a:t>Possible causes remain possible.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Cost per completed brief, including retries and verification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p95 end-to-end time to the completed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79" name="narrative-number">
            <a:extLst xmlns:a="http://schemas.openxmlformats.org/drawingml/2006/main">
              <a:ext uri="{FF2B5EF4-FFF2-40B4-BE49-F238E27FC236}">
                <a16:creationId xmlns:a16="http://schemas.microsoft.com/office/drawing/2014/main" id="{C9F3CBD8-6228-44CE-A842-A72BC94BB46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164509280"/>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80" name="!!area-name">
            <a:extLst xmlns:a="http://schemas.openxmlformats.org/drawingml/2006/main">
              <a:ext uri="{FF2B5EF4-FFF2-40B4-BE49-F238E27FC236}">
                <a16:creationId xmlns:a16="http://schemas.microsoft.com/office/drawing/2014/main" id="{996AEA2E-2586-4CC6-B89E-B6E571A3147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93" name="mini-map"/>
          <p:cNvPicPr>
            <a:picLocks xmlns:a="http://schemas.openxmlformats.org/drawingml/2006/main" noChangeAspect="1"/>
          </p:cNvPicPr>
          <p:nvPr/>
        </p:nvPicPr>
        <p:blipFill>
          <a:blip xmlns:r="http://schemas.openxmlformats.org/officeDocument/2006/relationships" xmlns:a="http://schemas.openxmlformats.org/drawingml/2006/main" r:embed="R4a917c39ddc34a3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2" name="slide-title">
            <a:extLst xmlns:a="http://schemas.openxmlformats.org/drawingml/2006/main">
              <a:ext uri="{FF2B5EF4-FFF2-40B4-BE49-F238E27FC236}">
                <a16:creationId xmlns:a16="http://schemas.microsoft.com/office/drawing/2014/main" id="{FBFE01ED-A1AE-4BA3-80B0-0ED3582603C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own model selection and change</a:t>
            </a:r>
          </a:p>
        </p:txBody>
      </p:sp>
      <p:sp>
        <p:nvSpPr>
          <p:cNvPr id="83" name="header-divider">
            <a:extLst xmlns:a="http://schemas.openxmlformats.org/drawingml/2006/main">
              <a:ext uri="{FF2B5EF4-FFF2-40B4-BE49-F238E27FC236}">
                <a16:creationId xmlns:a16="http://schemas.microsoft.com/office/drawing/2014/main" id="{8C9AADDE-27C8-439D-95FA-EA0CB189E23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4" name="09-text-1">
            <a:extLst xmlns:a="http://schemas.openxmlformats.org/drawingml/2006/main">
              <a:ext uri="{FF2B5EF4-FFF2-40B4-BE49-F238E27FC236}">
                <a16:creationId xmlns:a16="http://schemas.microsoft.com/office/drawing/2014/main" id="{906BC779-1822-4B0F-B471-10F526A4F3E0}"/>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task. No model results claimed.</a:t>
            </a:r>
          </a:p>
        </p:txBody>
      </p:sp>
      <p:sp>
        <p:nvSpPr>
          <p:cNvPr id="85" name="09-text-4">
            <a:extLst xmlns:a="http://schemas.openxmlformats.org/drawingml/2006/main">
              <a:ext uri="{FF2B5EF4-FFF2-40B4-BE49-F238E27FC236}">
                <a16:creationId xmlns:a16="http://schemas.microsoft.com/office/drawing/2014/main" id="{385AE421-BD99-41D7-B816-2302DF5D3358}"/>
              </a:ext>
            </a:extLst>
          </p:cNvPr>
          <p:cNvSpPr>
            <a:spLocks xmlns:a="http://schemas.openxmlformats.org/drawingml/2006/main"/>
          </p:cNvSpPr>
          <p:nvPr/>
        </p:nvSpPr>
        <p:spPr>
          <a:xfrm xmlns:a="http://schemas.openxmlformats.org/drawingml/2006/main">
            <a:off x="609600" y="2946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1064F8"/>
                </a:solidFill>
                <a:latin typeface="Helvetica"/>
                <a:ea typeface="Helvetica"/>
                <a:cs typeface="Helvetica"/>
              </a:defRPr>
            </a:pPr>
            <a:r>
              <a:rPr b="1">
                <a:solidFill>
                  <a:srgbClr val="1064F8"/>
                </a:solidFill>
                <a:latin typeface="Helvetica"/>
                <a:ea typeface="Helvetica"/>
                <a:cs typeface="Helvetica"/>
              </a:rPr>
              <a:t>Pinned version</a:t>
            </a:r>
          </a:p>
        </p:txBody>
      </p:sp>
      <p:sp>
        <p:nvSpPr>
          <p:cNvPr id="86" name="09-text-5">
            <a:extLst xmlns:a="http://schemas.openxmlformats.org/drawingml/2006/main">
              <a:ext uri="{FF2B5EF4-FFF2-40B4-BE49-F238E27FC236}">
                <a16:creationId xmlns:a16="http://schemas.microsoft.com/office/drawing/2014/main" id="{D52CDC82-CDE0-44AD-A045-B38872694D67}"/>
              </a:ext>
            </a:extLst>
          </p:cNvPr>
          <p:cNvSpPr>
            <a:spLocks xmlns:a="http://schemas.openxmlformats.org/drawingml/2006/main"/>
          </p:cNvSpPr>
          <p:nvPr/>
        </p:nvSpPr>
        <p:spPr>
          <a:xfrm xmlns:a="http://schemas.openxmlformats.org/drawingml/2006/main">
            <a:off x="6248400" y="2946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1064F8"/>
                </a:solidFill>
                <a:latin typeface="Helvetica"/>
                <a:ea typeface="Helvetica"/>
                <a:cs typeface="Helvetica"/>
              </a:defRPr>
            </a:pPr>
            <a:r>
              <a:rPr b="1">
                <a:solidFill>
                  <a:srgbClr val="1064F8"/>
                </a:solidFill>
                <a:latin typeface="Helvetica"/>
                <a:ea typeface="Helvetica"/>
                <a:cs typeface="Helvetica"/>
              </a:rPr>
              <a:t>Moving alias</a:t>
            </a:r>
          </a:p>
        </p:txBody>
      </p:sp>
      <p:sp>
        <p:nvSpPr>
          <p:cNvPr id="87" name="09-text-6">
            <a:extLst xmlns:a="http://schemas.openxmlformats.org/drawingml/2006/main">
              <a:ext uri="{FF2B5EF4-FFF2-40B4-BE49-F238E27FC236}">
                <a16:creationId xmlns:a16="http://schemas.microsoft.com/office/drawing/2014/main" id="{F315444E-BFF9-44C2-B99F-600F47B52738}"/>
              </a:ext>
            </a:extLst>
          </p:cNvPr>
          <p:cNvSpPr>
            <a:spLocks xmlns:a="http://schemas.openxmlformats.org/drawingml/2006/main"/>
          </p:cNvSpPr>
          <p:nvPr/>
        </p:nvSpPr>
        <p:spPr>
          <a:xfrm xmlns:a="http://schemas.openxmlformats.org/drawingml/2006/main">
            <a:off x="609600" y="35306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Controlled migration and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lifecycle management.</a:t>
            </a:r>
          </a:p>
        </p:txBody>
      </p:sp>
      <p:sp>
        <p:nvSpPr>
          <p:cNvPr id="88" name="09-text-7">
            <a:extLst xmlns:a="http://schemas.openxmlformats.org/drawingml/2006/main">
              <a:ext uri="{FF2B5EF4-FFF2-40B4-BE49-F238E27FC236}">
                <a16:creationId xmlns:a16="http://schemas.microsoft.com/office/drawing/2014/main" id="{E68677BA-5B93-4AAB-A7E2-702764B7DAF0}"/>
              </a:ext>
            </a:extLst>
          </p:cNvPr>
          <p:cNvSpPr>
            <a:spLocks xmlns:a="http://schemas.openxmlformats.org/drawingml/2006/main"/>
          </p:cNvSpPr>
          <p:nvPr/>
        </p:nvSpPr>
        <p:spPr>
          <a:xfrm xmlns:a="http://schemas.openxmlformats.org/drawingml/2006/main">
            <a:off x="6248400" y="35306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Automatic updates and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regression monitoring.</a:t>
            </a:r>
          </a:p>
        </p:txBody>
      </p:sp>
      <p:sp>
        <p:nvSpPr>
          <p:cNvPr id="89" name="09-text-8">
            <a:extLst xmlns:a="http://schemas.openxmlformats.org/drawingml/2006/main">
              <a:ext uri="{FF2B5EF4-FFF2-40B4-BE49-F238E27FC236}">
                <a16:creationId xmlns:a16="http://schemas.microsoft.com/office/drawing/2014/main" id="{0421970F-73A3-4A7B-B0B5-3AF1D0C16D01}"/>
              </a:ext>
            </a:extLst>
          </p:cNvPr>
          <p:cNvSpPr>
            <a:spLocks xmlns:a="http://schemas.openxmlformats.org/drawingml/2006/main"/>
          </p:cNvSpPr>
          <p:nvPr/>
        </p:nvSpPr>
        <p:spPr>
          <a:xfrm xmlns:a="http://schemas.openxmlformats.org/drawingml/2006/main">
            <a:off x="609600" y="47498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Reuse representative FRB cases to assess changes.</a:t>
            </a:r>
          </a:p>
        </p:txBody>
      </p:sp>
      <p:sp>
        <p:nvSpPr>
          <p:cNvPr id="90" name="09-text-9">
            <a:extLst xmlns:a="http://schemas.openxmlformats.org/drawingml/2006/main">
              <a:ext uri="{FF2B5EF4-FFF2-40B4-BE49-F238E27FC236}">
                <a16:creationId xmlns:a16="http://schemas.microsoft.com/office/drawing/2014/main" id="{EEF46745-845E-468F-B37E-A883DB7A281F}"/>
              </a:ext>
            </a:extLst>
          </p:cNvPr>
          <p:cNvSpPr>
            <a:spLocks xmlns:a="http://schemas.openxmlformats.org/drawingml/2006/main"/>
          </p:cNvSpPr>
          <p:nvPr/>
        </p:nvSpPr>
        <p:spPr>
          <a:xfrm xmlns:a="http://schemas.openxmlformats.org/drawingml/2006/main">
            <a:off x="609600" y="5740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snapshot does not freeze the whole system.</a:t>
            </a:r>
          </a:p>
        </p:txBody>
      </p:sp>
      <p:sp>
        <p:nvSpPr>
          <p:cNvPr id="91" name="narrative-number">
            <a:extLst xmlns:a="http://schemas.openxmlformats.org/drawingml/2006/main">
              <a:ext uri="{FF2B5EF4-FFF2-40B4-BE49-F238E27FC236}">
                <a16:creationId xmlns:a16="http://schemas.microsoft.com/office/drawing/2014/main" id="{C3BC4183-2CE8-4DA9-8FC8-07219375E0C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397429168"/>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2" name="!!area-name">
            <a:extLst xmlns:a="http://schemas.openxmlformats.org/drawingml/2006/main">
              <a:ext uri="{FF2B5EF4-FFF2-40B4-BE49-F238E27FC236}">
                <a16:creationId xmlns:a16="http://schemas.microsoft.com/office/drawing/2014/main" id="{72293854-4619-4215-BB55-0BEC8A9368F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05" name="mini-map"/>
          <p:cNvPicPr>
            <a:picLocks xmlns:a="http://schemas.openxmlformats.org/drawingml/2006/main" noChangeAspect="1"/>
          </p:cNvPicPr>
          <p:nvPr/>
        </p:nvPicPr>
        <p:blipFill>
          <a:blip xmlns:r="http://schemas.openxmlformats.org/officeDocument/2006/relationships" xmlns:a="http://schemas.openxmlformats.org/drawingml/2006/main" r:embed="R4303c74158cc4b0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4" name="slide-title">
            <a:extLst xmlns:a="http://schemas.openxmlformats.org/drawingml/2006/main">
              <a:ext uri="{FF2B5EF4-FFF2-40B4-BE49-F238E27FC236}">
                <a16:creationId xmlns:a16="http://schemas.microsoft.com/office/drawing/2014/main" id="{CD88071B-8D77-4FE8-8C8C-A9FDB913A3E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own model selection and change</a:t>
            </a:r>
          </a:p>
        </p:txBody>
      </p:sp>
      <p:sp>
        <p:nvSpPr>
          <p:cNvPr id="95" name="header-divider">
            <a:extLst xmlns:a="http://schemas.openxmlformats.org/drawingml/2006/main">
              <a:ext uri="{FF2B5EF4-FFF2-40B4-BE49-F238E27FC236}">
                <a16:creationId xmlns:a16="http://schemas.microsoft.com/office/drawing/2014/main" id="{748209F4-48BA-42DA-87DF-A73ED0057D4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6" name="09-text-1">
            <a:extLst xmlns:a="http://schemas.openxmlformats.org/drawingml/2006/main">
              <a:ext uri="{FF2B5EF4-FFF2-40B4-BE49-F238E27FC236}">
                <a16:creationId xmlns:a16="http://schemas.microsoft.com/office/drawing/2014/main" id="{2527B28C-41C5-4317-96C3-E5F357AD536F}"/>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task. No model results claimed.</a:t>
            </a:r>
          </a:p>
        </p:txBody>
      </p:sp>
      <p:sp>
        <p:nvSpPr>
          <p:cNvPr id="97" name="09-text-10">
            <a:extLst xmlns:a="http://schemas.openxmlformats.org/drawingml/2006/main">
              <a:ext uri="{FF2B5EF4-FFF2-40B4-BE49-F238E27FC236}">
                <a16:creationId xmlns:a16="http://schemas.microsoft.com/office/drawing/2014/main" id="{1785F539-C95C-407E-9ED1-2FDDF9DB2DF7}"/>
              </a:ext>
            </a:extLst>
          </p:cNvPr>
          <p:cNvSpPr>
            <a:spLocks xmlns:a="http://schemas.openxmlformats.org/drawingml/2006/main"/>
          </p:cNvSpPr>
          <p:nvPr/>
        </p:nvSpPr>
        <p:spPr>
          <a:xfrm xmlns:a="http://schemas.openxmlformats.org/drawingml/2006/main">
            <a:off x="609600" y="2895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98" name="09-text-11">
            <a:extLst xmlns:a="http://schemas.openxmlformats.org/drawingml/2006/main">
              <a:ext uri="{FF2B5EF4-FFF2-40B4-BE49-F238E27FC236}">
                <a16:creationId xmlns:a16="http://schemas.microsoft.com/office/drawing/2014/main" id="{CF310968-E813-4E48-A1B2-12C378C5D9F7}"/>
              </a:ext>
            </a:extLst>
          </p:cNvPr>
          <p:cNvSpPr>
            <a:spLocks xmlns:a="http://schemas.openxmlformats.org/drawingml/2006/main"/>
          </p:cNvSpPr>
          <p:nvPr/>
        </p:nvSpPr>
        <p:spPr>
          <a:xfrm xmlns:a="http://schemas.openxmlformats.org/drawingml/2006/main">
            <a:off x="609600" y="33528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and changing models</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99" name="09-text-12">
            <a:extLst xmlns:a="http://schemas.openxmlformats.org/drawingml/2006/main">
              <a:ext uri="{FF2B5EF4-FFF2-40B4-BE49-F238E27FC236}">
                <a16:creationId xmlns:a16="http://schemas.microsoft.com/office/drawing/2014/main" id="{78642F7F-C66A-448F-80C6-82115CF7E194}"/>
              </a:ext>
            </a:extLst>
          </p:cNvPr>
          <p:cNvSpPr>
            <a:spLocks xmlns:a="http://schemas.openxmlformats.org/drawingml/2006/main"/>
          </p:cNvSpPr>
          <p:nvPr/>
        </p:nvSpPr>
        <p:spPr>
          <a:xfrm xmlns:a="http://schemas.openxmlformats.org/drawingml/2006/main">
            <a:off x="609600" y="4724400"/>
            <a:ext cx="218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Consequence</a:t>
            </a:r>
          </a:p>
        </p:txBody>
      </p:sp>
      <p:sp>
        <p:nvSpPr>
          <p:cNvPr id="100" name="09-text-13">
            <a:extLst xmlns:a="http://schemas.openxmlformats.org/drawingml/2006/main">
              <a:ext uri="{FF2B5EF4-FFF2-40B4-BE49-F238E27FC236}">
                <a16:creationId xmlns:a16="http://schemas.microsoft.com/office/drawing/2014/main" id="{FF6FA899-5C6E-4999-9055-F9F1515B0206}"/>
              </a:ext>
            </a:extLst>
          </p:cNvPr>
          <p:cNvSpPr>
            <a:spLocks xmlns:a="http://schemas.openxmlformats.org/drawingml/2006/main"/>
          </p:cNvSpPr>
          <p:nvPr/>
        </p:nvSpPr>
        <p:spPr>
          <a:xfrm xmlns:a="http://schemas.openxmlformats.org/drawingml/2006/main">
            <a:off x="2997200" y="4724400"/>
            <a:ext cx="858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 cannot establish whether a replacement still preserves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versus confirmed causes.</a:t>
            </a:r>
          </a:p>
        </p:txBody>
      </p:sp>
      <p:sp>
        <p:nvSpPr>
          <p:cNvPr id="101" name="09-text-14">
            <a:extLst xmlns:a="http://schemas.openxmlformats.org/drawingml/2006/main">
              <a:ext uri="{FF2B5EF4-FFF2-40B4-BE49-F238E27FC236}">
                <a16:creationId xmlns:a16="http://schemas.microsoft.com/office/drawing/2014/main" id="{19348FC6-6389-4F20-A7EB-5318012A26FB}"/>
              </a:ext>
            </a:extLst>
          </p:cNvPr>
          <p:cNvSpPr>
            <a:spLocks xmlns:a="http://schemas.openxmlformats.org/drawingml/2006/main"/>
          </p:cNvSpPr>
          <p:nvPr/>
        </p:nvSpPr>
        <p:spPr>
          <a:xfrm xmlns:a="http://schemas.openxmlformats.org/drawingml/2006/main">
            <a:off x="609600" y="5562600"/>
            <a:ext cx="218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Response</a:t>
            </a:r>
          </a:p>
        </p:txBody>
      </p:sp>
      <p:sp>
        <p:nvSpPr>
          <p:cNvPr id="102" name="09-text-15">
            <a:extLst xmlns:a="http://schemas.openxmlformats.org/drawingml/2006/main">
              <a:ext uri="{FF2B5EF4-FFF2-40B4-BE49-F238E27FC236}">
                <a16:creationId xmlns:a16="http://schemas.microsoft.com/office/drawing/2014/main" id="{3FA864A2-9615-445F-B48E-C54A329995D0}"/>
              </a:ext>
            </a:extLst>
          </p:cNvPr>
          <p:cNvSpPr>
            <a:spLocks xmlns:a="http://schemas.openxmlformats.org/drawingml/2006/main"/>
          </p:cNvSpPr>
          <p:nvPr/>
        </p:nvSpPr>
        <p:spPr>
          <a:xfrm xmlns:a="http://schemas.openxmlformats.org/drawingml/2006/main">
            <a:off x="2997200" y="5562600"/>
            <a:ext cx="858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Rerun the same FRB cases. Compare evidence quality,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and latency.</a:t>
            </a:r>
          </a:p>
        </p:txBody>
      </p:sp>
      <p:sp>
        <p:nvSpPr>
          <p:cNvPr id="103" name="narrative-number">
            <a:extLst xmlns:a="http://schemas.openxmlformats.org/drawingml/2006/main">
              <a:ext uri="{FF2B5EF4-FFF2-40B4-BE49-F238E27FC236}">
                <a16:creationId xmlns:a16="http://schemas.microsoft.com/office/drawing/2014/main" id="{4E94FA46-E3A7-4EE3-8134-65621253649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619107488"/>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4" name="!!area-header">
            <a:extLst xmlns:a="http://schemas.openxmlformats.org/drawingml/2006/main">
              <a:ext uri="{FF2B5EF4-FFF2-40B4-BE49-F238E27FC236}">
                <a16:creationId xmlns:a16="http://schemas.microsoft.com/office/drawing/2014/main" id="{A5B1EE25-E475-4C2E-8A63-EF49C8D5F1AA}"/>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05" name="!!area-name">
            <a:extLst xmlns:a="http://schemas.openxmlformats.org/drawingml/2006/main">
              <a:ext uri="{FF2B5EF4-FFF2-40B4-BE49-F238E27FC236}">
                <a16:creationId xmlns:a16="http://schemas.microsoft.com/office/drawing/2014/main" id="{1A422A0E-C74C-4322-8F7F-C5BD380AD3EC}"/>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Context and knowledge</a:t>
            </a:r>
          </a:p>
        </p:txBody>
      </p:sp>
      <p:sp>
        <p:nvSpPr>
          <p:cNvPr id="106" name="!!area-beat">
            <a:extLst xmlns:a="http://schemas.openxmlformats.org/drawingml/2006/main">
              <a:ext uri="{FF2B5EF4-FFF2-40B4-BE49-F238E27FC236}">
                <a16:creationId xmlns:a16="http://schemas.microsoft.com/office/drawing/2014/main" id="{C3D7A2FC-4D3B-4631-8911-02415BD0537C}"/>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107" name="header-divider">
            <a:extLst xmlns:a="http://schemas.openxmlformats.org/drawingml/2006/main">
              <a:ext uri="{FF2B5EF4-FFF2-40B4-BE49-F238E27FC236}">
                <a16:creationId xmlns:a16="http://schemas.microsoft.com/office/drawing/2014/main" id="{16102377-B04A-48B3-B72B-CC9846E300CF}"/>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8" name="!!screenshot-AGENTS.md">
            <a:extLst xmlns:a="http://schemas.openxmlformats.org/drawingml/2006/main">
              <a:ext uri="{FF2B5EF4-FFF2-40B4-BE49-F238E27FC236}">
                <a16:creationId xmlns:a16="http://schemas.microsoft.com/office/drawing/2014/main" id="{731F6F6D-A63C-47D0-9B5B-E552976A4008}"/>
              </a:ext>
            </a:extLst>
          </p:cNvPr>
          <p:cNvSpPr>
            <a:spLocks xmlns:a="http://schemas.openxmlformats.org/drawingml/2006/main"/>
          </p:cNvSpPr>
          <p:nvPr/>
        </p:nvSpPr>
        <p:spPr>
          <a:xfrm xmlns:a="http://schemas.openxmlformats.org/drawingml/2006/main">
            <a:off x="609600" y="2082800"/>
            <a:ext cx="53340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109" name="10-text-1">
            <a:extLst xmlns:a="http://schemas.openxmlformats.org/drawingml/2006/main">
              <a:ext uri="{FF2B5EF4-FFF2-40B4-BE49-F238E27FC236}">
                <a16:creationId xmlns:a16="http://schemas.microsoft.com/office/drawing/2014/main" id="{0DAF4F50-F326-4CB8-BD53-95EECC85469C}"/>
              </a:ext>
            </a:extLst>
          </p:cNvPr>
          <p:cNvSpPr>
            <a:spLocks xmlns:a="http://schemas.openxmlformats.org/drawingml/2006/main"/>
          </p:cNvSpPr>
          <p:nvPr/>
        </p:nvSpPr>
        <p:spPr>
          <a:xfrm xmlns:a="http://schemas.openxmlformats.org/drawingml/2006/main">
            <a:off x="8128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10" name="10-text-2">
            <a:extLst xmlns:a="http://schemas.openxmlformats.org/drawingml/2006/main">
              <a:ext uri="{FF2B5EF4-FFF2-40B4-BE49-F238E27FC236}">
                <a16:creationId xmlns:a16="http://schemas.microsoft.com/office/drawing/2014/main" id="{B8264D91-FD17-4278-8D97-39199C982D8B}"/>
              </a:ext>
            </a:extLst>
          </p:cNvPr>
          <p:cNvSpPr>
            <a:spLocks xmlns:a="http://schemas.openxmlformats.org/drawingml/2006/main"/>
          </p:cNvSpPr>
          <p:nvPr/>
        </p:nvSpPr>
        <p:spPr>
          <a:xfrm xmlns:a="http://schemas.openxmlformats.org/drawingml/2006/main">
            <a:off x="8128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AGENTS.md</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10 to 15 lines</a:t>
            </a:r>
          </a:p>
        </p:txBody>
      </p:sp>
      <p:sp>
        <p:nvSpPr>
          <p:cNvPr id="111" name="!!screenshot-Codex CLI">
            <a:extLst xmlns:a="http://schemas.openxmlformats.org/drawingml/2006/main">
              <a:ext uri="{FF2B5EF4-FFF2-40B4-BE49-F238E27FC236}">
                <a16:creationId xmlns:a16="http://schemas.microsoft.com/office/drawing/2014/main" id="{20A035E7-9C8F-41C2-B069-E8A4FD77DC8C}"/>
              </a:ext>
            </a:extLst>
          </p:cNvPr>
          <p:cNvSpPr>
            <a:spLocks xmlns:a="http://schemas.openxmlformats.org/drawingml/2006/main"/>
          </p:cNvSpPr>
          <p:nvPr/>
        </p:nvSpPr>
        <p:spPr>
          <a:xfrm xmlns:a="http://schemas.openxmlformats.org/drawingml/2006/main">
            <a:off x="6248400" y="2082800"/>
            <a:ext cx="53340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112" name="10-text-3">
            <a:extLst xmlns:a="http://schemas.openxmlformats.org/drawingml/2006/main">
              <a:ext uri="{FF2B5EF4-FFF2-40B4-BE49-F238E27FC236}">
                <a16:creationId xmlns:a16="http://schemas.microsoft.com/office/drawing/2014/main" id="{FF14CFA8-594C-475E-A0CB-883C27DD1966}"/>
              </a:ext>
            </a:extLst>
          </p:cNvPr>
          <p:cNvSpPr>
            <a:spLocks xmlns:a="http://schemas.openxmlformats.org/drawingml/2006/main"/>
          </p:cNvSpPr>
          <p:nvPr/>
        </p:nvSpPr>
        <p:spPr>
          <a:xfrm xmlns:a="http://schemas.openxmlformats.org/drawingml/2006/main">
            <a:off x="64516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13" name="10-text-4">
            <a:extLst xmlns:a="http://schemas.openxmlformats.org/drawingml/2006/main">
              <a:ext uri="{FF2B5EF4-FFF2-40B4-BE49-F238E27FC236}">
                <a16:creationId xmlns:a16="http://schemas.microsoft.com/office/drawing/2014/main" id="{35DA24D2-608C-4014-8273-D7CA8687E6E9}"/>
              </a:ext>
            </a:extLst>
          </p:cNvPr>
          <p:cNvSpPr>
            <a:spLocks xmlns:a="http://schemas.openxmlformats.org/drawingml/2006/main"/>
          </p:cNvSpPr>
          <p:nvPr/>
        </p:nvSpPr>
        <p:spPr>
          <a:xfrm xmlns:a="http://schemas.openxmlformats.org/drawingml/2006/main">
            <a:off x="64516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/compact notice</a:t>
            </a:r>
          </a:p>
        </p:txBody>
      </p:sp>
      <p:sp>
        <p:nvSpPr>
          <p:cNvPr id="114" name="10-text-5">
            <a:extLst xmlns:a="http://schemas.openxmlformats.org/drawingml/2006/main">
              <a:ext uri="{FF2B5EF4-FFF2-40B4-BE49-F238E27FC236}">
                <a16:creationId xmlns:a16="http://schemas.microsoft.com/office/drawing/2014/main" id="{A8CB1095-9AF9-4D46-A56C-29025B378499}"/>
              </a:ext>
            </a:extLst>
          </p:cNvPr>
          <p:cNvSpPr>
            <a:spLocks xmlns:a="http://schemas.openxmlformats.org/drawingml/2006/main"/>
          </p:cNvSpPr>
          <p:nvPr/>
        </p:nvSpPr>
        <p:spPr>
          <a:xfrm xmlns:a="http://schemas.openxmlformats.org/drawingml/2006/main">
            <a:off x="609600" y="5588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AGENTS.md</a:t>
            </a:r>
          </a:p>
        </p:txBody>
      </p:sp>
      <p:sp>
        <p:nvSpPr>
          <p:cNvPr id="115" name="10-text-6">
            <a:extLst xmlns:a="http://schemas.openxmlformats.org/drawingml/2006/main">
              <a:ext uri="{FF2B5EF4-FFF2-40B4-BE49-F238E27FC236}">
                <a16:creationId xmlns:a16="http://schemas.microsoft.com/office/drawing/2014/main" id="{17B89DA2-0928-45B6-A932-8340BBB075E1}"/>
              </a:ext>
            </a:extLst>
          </p:cNvPr>
          <p:cNvSpPr>
            <a:spLocks xmlns:a="http://schemas.openxmlformats.org/drawingml/2006/main"/>
          </p:cNvSpPr>
          <p:nvPr/>
        </p:nvSpPr>
        <p:spPr>
          <a:xfrm xmlns:a="http://schemas.openxmlformats.org/drawingml/2006/main">
            <a:off x="6248400" y="5588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/compact</a:t>
            </a:r>
          </a:p>
        </p:txBody>
      </p:sp>
      <p:sp>
        <p:nvSpPr>
          <p:cNvPr id="116" name="narrative-number">
            <a:extLst xmlns:a="http://schemas.openxmlformats.org/drawingml/2006/main">
              <a:ext uri="{FF2B5EF4-FFF2-40B4-BE49-F238E27FC236}">
                <a16:creationId xmlns:a16="http://schemas.microsoft.com/office/drawing/2014/main" id="{D16964F8-EB91-44CB-9901-E1B6D7349C4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479657131"/>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7" name="!!area-name">
            <a:extLst xmlns:a="http://schemas.openxmlformats.org/drawingml/2006/main">
              <a:ext uri="{FF2B5EF4-FFF2-40B4-BE49-F238E27FC236}">
                <a16:creationId xmlns:a16="http://schemas.microsoft.com/office/drawing/2014/main" id="{B207D35D-10B1-457C-8825-32D5D16502D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131" name="mini-map"/>
          <p:cNvPicPr>
            <a:picLocks xmlns:a="http://schemas.openxmlformats.org/drawingml/2006/main" noChangeAspect="1"/>
          </p:cNvPicPr>
          <p:nvPr/>
        </p:nvPicPr>
        <p:blipFill>
          <a:blip xmlns:r="http://schemas.openxmlformats.org/officeDocument/2006/relationships" xmlns:a="http://schemas.openxmlformats.org/drawingml/2006/main" r:embed="Rb6c1c15a2e1c488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9" name="header-divider">
            <a:extLst xmlns:a="http://schemas.openxmlformats.org/drawingml/2006/main">
              <a:ext uri="{FF2B5EF4-FFF2-40B4-BE49-F238E27FC236}">
                <a16:creationId xmlns:a16="http://schemas.microsoft.com/office/drawing/2014/main" id="{58CD0918-59A7-4D8E-8ED6-7155C11703E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0" name="!!screenshot-AGENTS.md">
            <a:extLst xmlns:a="http://schemas.openxmlformats.org/drawingml/2006/main">
              <a:ext uri="{FF2B5EF4-FFF2-40B4-BE49-F238E27FC236}">
                <a16:creationId xmlns:a16="http://schemas.microsoft.com/office/drawing/2014/main" id="{600F0311-FA89-4C68-889C-4E8E5319E6A5}"/>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21" name="10b-text-1">
            <a:extLst xmlns:a="http://schemas.openxmlformats.org/drawingml/2006/main">
              <a:ext uri="{FF2B5EF4-FFF2-40B4-BE49-F238E27FC236}">
                <a16:creationId xmlns:a16="http://schemas.microsoft.com/office/drawing/2014/main" id="{6D713AB2-B6DA-46F5-9F35-F0BF6C5D4FDA}"/>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22" name="10b-text-2">
            <a:extLst xmlns:a="http://schemas.openxmlformats.org/drawingml/2006/main">
              <a:ext uri="{FF2B5EF4-FFF2-40B4-BE49-F238E27FC236}">
                <a16:creationId xmlns:a16="http://schemas.microsoft.com/office/drawing/2014/main" id="{DD2574C2-C496-4E3F-99EE-01DBAA38EBFB}"/>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123" name="!!screenshot-Codex CLI">
            <a:extLst xmlns:a="http://schemas.openxmlformats.org/drawingml/2006/main">
              <a:ext uri="{FF2B5EF4-FFF2-40B4-BE49-F238E27FC236}">
                <a16:creationId xmlns:a16="http://schemas.microsoft.com/office/drawing/2014/main" id="{0702EB53-5A05-4342-AD7D-8FB23C6031CA}"/>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24" name="10b-text-3">
            <a:extLst xmlns:a="http://schemas.openxmlformats.org/drawingml/2006/main">
              <a:ext uri="{FF2B5EF4-FFF2-40B4-BE49-F238E27FC236}">
                <a16:creationId xmlns:a16="http://schemas.microsoft.com/office/drawing/2014/main" id="{07AD48EE-8543-40CC-8AA3-6DA399992186}"/>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25" name="10b-text-4">
            <a:extLst xmlns:a="http://schemas.openxmlformats.org/drawingml/2006/main">
              <a:ext uri="{FF2B5EF4-FFF2-40B4-BE49-F238E27FC236}">
                <a16:creationId xmlns:a16="http://schemas.microsoft.com/office/drawing/2014/main" id="{4C281599-0A9C-4045-A0C0-062CBA143CD9}"/>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126" name="10b-text-5">
            <a:extLst xmlns:a="http://schemas.openxmlformats.org/drawingml/2006/main">
              <a:ext uri="{FF2B5EF4-FFF2-40B4-BE49-F238E27FC236}">
                <a16:creationId xmlns:a16="http://schemas.microsoft.com/office/drawing/2014/main" id="{66F55494-8371-4654-93D4-B73F64FF1448}"/>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context fails:</a:t>
            </a:r>
          </a:p>
        </p:txBody>
      </p:sp>
      <p:sp>
        <p:nvSpPr>
          <p:cNvPr id="127" name="10b-text-6">
            <a:extLst xmlns:a="http://schemas.openxmlformats.org/drawingml/2006/main">
              <a:ext uri="{FF2B5EF4-FFF2-40B4-BE49-F238E27FC236}">
                <a16:creationId xmlns:a16="http://schemas.microsoft.com/office/drawing/2014/main" id="{13D4DCCF-C872-4369-A427-897FF423C511}"/>
              </a:ext>
            </a:extLst>
          </p:cNvPr>
          <p:cNvSpPr>
            <a:spLocks xmlns:a="http://schemas.openxmlformats.org/drawingml/2006/main"/>
          </p:cNvSpPr>
          <p:nvPr/>
        </p:nvSpPr>
        <p:spPr>
          <a:xfrm xmlns:a="http://schemas.openxmlformats.org/drawingml/2006/main">
            <a:off x="609600" y="292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Poisoning · Distraction · Confusion · Clash</a:t>
            </a:r>
          </a:p>
        </p:txBody>
      </p:sp>
      <p:sp>
        <p:nvSpPr>
          <p:cNvPr id="128" name="10b-text-7">
            <a:extLst xmlns:a="http://schemas.openxmlformats.org/drawingml/2006/main">
              <a:ext uri="{FF2B5EF4-FFF2-40B4-BE49-F238E27FC236}">
                <a16:creationId xmlns:a16="http://schemas.microsoft.com/office/drawing/2014/main" id="{937F4897-FD31-49D2-BDE1-65D68605980D}"/>
              </a:ext>
            </a:extLst>
          </p:cNvPr>
          <p:cNvSpPr>
            <a:spLocks xmlns:a="http://schemas.openxmlformats.org/drawingml/2006/main"/>
          </p:cNvSpPr>
          <p:nvPr/>
        </p:nvSpPr>
        <p:spPr>
          <a:xfrm xmlns:a="http://schemas.openxmlformats.org/drawingml/2006/main">
            <a:off x="609600" y="370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18 models tested. Performance degrades as input grows, on simple tasks.</a:t>
            </a:r>
          </a:p>
        </p:txBody>
      </p:sp>
      <p:sp>
        <p:nvSpPr>
          <p:cNvPr id="129" name="narrative-number">
            <a:extLst xmlns:a="http://schemas.openxmlformats.org/drawingml/2006/main">
              <a:ext uri="{FF2B5EF4-FFF2-40B4-BE49-F238E27FC236}">
                <a16:creationId xmlns:a16="http://schemas.microsoft.com/office/drawing/2014/main" id="{ECC71756-CCD3-4DC5-A79B-26BD18FF359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4245719409"/>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0" name="!!area-name">
            <a:extLst xmlns:a="http://schemas.openxmlformats.org/drawingml/2006/main">
              <a:ext uri="{FF2B5EF4-FFF2-40B4-BE49-F238E27FC236}">
                <a16:creationId xmlns:a16="http://schemas.microsoft.com/office/drawing/2014/main" id="{E5D41B9B-AE39-4541-A234-04E2E2D632C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145" name="mini-map"/>
          <p:cNvPicPr>
            <a:picLocks xmlns:a="http://schemas.openxmlformats.org/drawingml/2006/main" noChangeAspect="1"/>
          </p:cNvPicPr>
          <p:nvPr/>
        </p:nvPicPr>
        <p:blipFill>
          <a:blip xmlns:r="http://schemas.openxmlformats.org/officeDocument/2006/relationships" xmlns:a="http://schemas.openxmlformats.org/drawingml/2006/main" r:embed="Re38d7f3075664ec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2" name="header-divider">
            <a:extLst xmlns:a="http://schemas.openxmlformats.org/drawingml/2006/main">
              <a:ext uri="{FF2B5EF4-FFF2-40B4-BE49-F238E27FC236}">
                <a16:creationId xmlns:a16="http://schemas.microsoft.com/office/drawing/2014/main" id="{35B99279-D2F7-44CA-AC70-F902BF930E9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3" name="!!screenshot-AGENTS.md">
            <a:extLst xmlns:a="http://schemas.openxmlformats.org/drawingml/2006/main">
              <a:ext uri="{FF2B5EF4-FFF2-40B4-BE49-F238E27FC236}">
                <a16:creationId xmlns:a16="http://schemas.microsoft.com/office/drawing/2014/main" id="{FE8CC28E-FE57-4A97-9DFC-0FC6218E80E8}"/>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34" name="10b-text-1">
            <a:extLst xmlns:a="http://schemas.openxmlformats.org/drawingml/2006/main">
              <a:ext uri="{FF2B5EF4-FFF2-40B4-BE49-F238E27FC236}">
                <a16:creationId xmlns:a16="http://schemas.microsoft.com/office/drawing/2014/main" id="{9C934682-3DE1-4544-A181-07A26C344789}"/>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35" name="10b-text-2">
            <a:extLst xmlns:a="http://schemas.openxmlformats.org/drawingml/2006/main">
              <a:ext uri="{FF2B5EF4-FFF2-40B4-BE49-F238E27FC236}">
                <a16:creationId xmlns:a16="http://schemas.microsoft.com/office/drawing/2014/main" id="{259B5B46-D99E-480B-B45A-39E19A114C92}"/>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136" name="!!screenshot-Codex CLI">
            <a:extLst xmlns:a="http://schemas.openxmlformats.org/drawingml/2006/main">
              <a:ext uri="{FF2B5EF4-FFF2-40B4-BE49-F238E27FC236}">
                <a16:creationId xmlns:a16="http://schemas.microsoft.com/office/drawing/2014/main" id="{0142A825-F56D-4AC1-8CF7-2AA719DFBFFA}"/>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37" name="10b-text-3">
            <a:extLst xmlns:a="http://schemas.openxmlformats.org/drawingml/2006/main">
              <a:ext uri="{FF2B5EF4-FFF2-40B4-BE49-F238E27FC236}">
                <a16:creationId xmlns:a16="http://schemas.microsoft.com/office/drawing/2014/main" id="{B1E9E4B0-7A3F-4504-B824-25FA1A8B4222}"/>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38" name="10b-text-4">
            <a:extLst xmlns:a="http://schemas.openxmlformats.org/drawingml/2006/main">
              <a:ext uri="{FF2B5EF4-FFF2-40B4-BE49-F238E27FC236}">
                <a16:creationId xmlns:a16="http://schemas.microsoft.com/office/drawing/2014/main" id="{BDDA3C4B-F22F-4EC2-9D46-1C318677E84B}"/>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139" name="10b-text-8">
            <a:extLst xmlns:a="http://schemas.openxmlformats.org/drawingml/2006/main">
              <a:ext uri="{FF2B5EF4-FFF2-40B4-BE49-F238E27FC236}">
                <a16:creationId xmlns:a16="http://schemas.microsoft.com/office/drawing/2014/main" id="{3E49C55D-F51C-48C0-B32A-B47D7CFFBE57}"/>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someone engineered:</a:t>
            </a:r>
          </a:p>
        </p:txBody>
      </p:sp>
      <p:sp>
        <p:nvSpPr>
          <p:cNvPr id="140" name="10b-text-9">
            <a:extLst xmlns:a="http://schemas.openxmlformats.org/drawingml/2006/main">
              <a:ext uri="{FF2B5EF4-FFF2-40B4-BE49-F238E27FC236}">
                <a16:creationId xmlns:a16="http://schemas.microsoft.com/office/drawing/2014/main" id="{F4AB55CB-1DB9-4D39-BB53-EA94504F3FAE}"/>
              </a:ext>
            </a:extLst>
          </p:cNvPr>
          <p:cNvSpPr>
            <a:spLocks xmlns:a="http://schemas.openxmlformats.org/drawingml/2006/main"/>
          </p:cNvSpPr>
          <p:nvPr/>
        </p:nvSpPr>
        <p:spPr>
          <a:xfrm xmlns:a="http://schemas.openxmlformats.org/drawingml/2006/main">
            <a:off x="609600" y="2997200"/>
            <a:ext cx="109728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system prompt · A compaction policy · A memory convention</a:t>
            </a:r>
          </a:p>
        </p:txBody>
      </p:sp>
      <p:sp>
        <p:nvSpPr>
          <p:cNvPr id="141" name="10b-text-10">
            <a:extLst xmlns:a="http://schemas.openxmlformats.org/drawingml/2006/main">
              <a:ext uri="{FF2B5EF4-FFF2-40B4-BE49-F238E27FC236}">
                <a16:creationId xmlns:a16="http://schemas.microsoft.com/office/drawing/2014/main" id="{2D198172-DD03-4121-BB1C-2C6262333F29}"/>
              </a:ext>
            </a:extLst>
          </p:cNvPr>
          <p:cNvSpPr>
            <a:spLocks xmlns:a="http://schemas.openxmlformats.org/drawingml/2006/main"/>
          </p:cNvSpPr>
          <p:nvPr/>
        </p:nvSpPr>
        <p:spPr>
          <a:xfrm xmlns:a="http://schemas.openxmlformats.org/drawingml/2006/main">
            <a:off x="609600" y="36322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RAG retrieves relevant external information</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supplies it to the model.</a:t>
            </a:r>
          </a:p>
        </p:txBody>
      </p:sp>
      <p:sp>
        <p:nvSpPr>
          <p:cNvPr id="142" name="10b-text-11">
            <a:extLst xmlns:a="http://schemas.openxmlformats.org/drawingml/2006/main">
              <a:ext uri="{FF2B5EF4-FFF2-40B4-BE49-F238E27FC236}">
                <a16:creationId xmlns:a16="http://schemas.microsoft.com/office/drawing/2014/main" id="{FAA5C755-23B5-4AD8-8ABB-DE99377137EE}"/>
              </a:ext>
            </a:extLst>
          </p:cNvPr>
          <p:cNvSpPr>
            <a:spLocks xmlns:a="http://schemas.openxmlformats.org/drawingml/2006/main"/>
          </p:cNvSpPr>
          <p:nvPr/>
        </p:nvSpPr>
        <p:spPr>
          <a:xfrm xmlns:a="http://schemas.openxmlformats.org/drawingml/2006/main">
            <a:off x="609600" y="4749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retrieval for the data and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Grep · File reads · Embeddings · Hybrid retrieval</a:t>
            </a:r>
          </a:p>
        </p:txBody>
      </p:sp>
      <p:sp>
        <p:nvSpPr>
          <p:cNvPr id="143" name="narrative-number">
            <a:extLst xmlns:a="http://schemas.openxmlformats.org/drawingml/2006/main">
              <a:ext uri="{FF2B5EF4-FFF2-40B4-BE49-F238E27FC236}">
                <a16:creationId xmlns:a16="http://schemas.microsoft.com/office/drawing/2014/main" id="{DB218AC5-9A16-438A-8E93-EBA5773661F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1084186326"/>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4" name="!!area-name">
            <a:extLst xmlns:a="http://schemas.openxmlformats.org/drawingml/2006/main">
              <a:ext uri="{FF2B5EF4-FFF2-40B4-BE49-F238E27FC236}">
                <a16:creationId xmlns:a16="http://schemas.microsoft.com/office/drawing/2014/main" id="{D8521446-1FB1-4C7B-B984-5AD2B4733C2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158" name="mini-map"/>
          <p:cNvPicPr>
            <a:picLocks xmlns:a="http://schemas.openxmlformats.org/drawingml/2006/main" noChangeAspect="1"/>
          </p:cNvPicPr>
          <p:nvPr/>
        </p:nvPicPr>
        <p:blipFill>
          <a:blip xmlns:r="http://schemas.openxmlformats.org/officeDocument/2006/relationships" xmlns:a="http://schemas.openxmlformats.org/drawingml/2006/main" r:embed="R3a12b92b5229481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6" name="header-divider">
            <a:extLst xmlns:a="http://schemas.openxmlformats.org/drawingml/2006/main">
              <a:ext uri="{FF2B5EF4-FFF2-40B4-BE49-F238E27FC236}">
                <a16:creationId xmlns:a16="http://schemas.microsoft.com/office/drawing/2014/main" id="{1043F54D-6205-419A-B38B-EC43CAA893C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7" name="!!screenshot-AGENTS.md">
            <a:extLst xmlns:a="http://schemas.openxmlformats.org/drawingml/2006/main">
              <a:ext uri="{FF2B5EF4-FFF2-40B4-BE49-F238E27FC236}">
                <a16:creationId xmlns:a16="http://schemas.microsoft.com/office/drawing/2014/main" id="{5F074C61-3D22-4BA9-911F-88493E83B7C4}"/>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48" name="10b-text-1">
            <a:extLst xmlns:a="http://schemas.openxmlformats.org/drawingml/2006/main">
              <a:ext uri="{FF2B5EF4-FFF2-40B4-BE49-F238E27FC236}">
                <a16:creationId xmlns:a16="http://schemas.microsoft.com/office/drawing/2014/main" id="{AAFC47C0-4E46-4CA9-B42D-BAD14A0262D7}"/>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49" name="10b-text-2">
            <a:extLst xmlns:a="http://schemas.openxmlformats.org/drawingml/2006/main">
              <a:ext uri="{FF2B5EF4-FFF2-40B4-BE49-F238E27FC236}">
                <a16:creationId xmlns:a16="http://schemas.microsoft.com/office/drawing/2014/main" id="{B4C39AB5-ED2F-421C-95AF-C36432D87494}"/>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150" name="!!screenshot-Codex CLI">
            <a:extLst xmlns:a="http://schemas.openxmlformats.org/drawingml/2006/main">
              <a:ext uri="{FF2B5EF4-FFF2-40B4-BE49-F238E27FC236}">
                <a16:creationId xmlns:a16="http://schemas.microsoft.com/office/drawing/2014/main" id="{75B2F40D-B02A-4D0D-A0B4-4CA49A2DD9AE}"/>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51" name="10b-text-3">
            <a:extLst xmlns:a="http://schemas.openxmlformats.org/drawingml/2006/main">
              <a:ext uri="{FF2B5EF4-FFF2-40B4-BE49-F238E27FC236}">
                <a16:creationId xmlns:a16="http://schemas.microsoft.com/office/drawing/2014/main" id="{5D0ED6F1-FE54-4EAA-96F2-157A49C3473B}"/>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52" name="10b-text-4">
            <a:extLst xmlns:a="http://schemas.openxmlformats.org/drawingml/2006/main">
              <a:ext uri="{FF2B5EF4-FFF2-40B4-BE49-F238E27FC236}">
                <a16:creationId xmlns:a16="http://schemas.microsoft.com/office/drawing/2014/main" id="{781C7C6E-91F4-4FBA-8A90-31FAB93BFD92}"/>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153" name="10b-text-12">
            <a:extLst xmlns:a="http://schemas.openxmlformats.org/drawingml/2006/main">
              <a:ext uri="{FF2B5EF4-FFF2-40B4-BE49-F238E27FC236}">
                <a16:creationId xmlns:a16="http://schemas.microsoft.com/office/drawing/2014/main" id="{2FB9FDC1-25F1-4C69-AA9F-19C2D6C58379}"/>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Preserve useful stable prefixes.</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cache savings.</a:t>
            </a:r>
          </a:p>
        </p:txBody>
      </p:sp>
      <p:sp>
        <p:nvSpPr>
          <p:cNvPr id="154" name="10b-text-13">
            <a:extLst xmlns:a="http://schemas.openxmlformats.org/drawingml/2006/main">
              <a:ext uri="{FF2B5EF4-FFF2-40B4-BE49-F238E27FC236}">
                <a16:creationId xmlns:a16="http://schemas.microsoft.com/office/drawing/2014/main" id="{B4B7EC6A-9232-40AC-8842-0129A381E9EB}"/>
              </a:ext>
            </a:extLst>
          </p:cNvPr>
          <p:cNvSpPr>
            <a:spLocks xmlns:a="http://schemas.openxmlformats.org/drawingml/2006/main"/>
          </p:cNvSpPr>
          <p:nvPr/>
        </p:nvSpPr>
        <p:spPr>
          <a:xfrm xmlns:a="http://schemas.openxmlformats.org/drawingml/2006/main">
            <a:off x="609600" y="3886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Update context and tool access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correctness and authorization.</a:t>
            </a:r>
          </a:p>
        </p:txBody>
      </p:sp>
      <p:sp>
        <p:nvSpPr>
          <p:cNvPr id="155" name="10b-text-14">
            <a:extLst xmlns:a="http://schemas.openxmlformats.org/drawingml/2006/main">
              <a:ext uri="{FF2B5EF4-FFF2-40B4-BE49-F238E27FC236}">
                <a16:creationId xmlns:a16="http://schemas.microsoft.com/office/drawing/2014/main" id="{A389800B-3247-41ED-8FB4-56D967E594E7}"/>
              </a:ext>
            </a:extLst>
          </p:cNvPr>
          <p:cNvSpPr>
            <a:spLocks xmlns:a="http://schemas.openxmlformats.org/drawingml/2006/main"/>
          </p:cNvSpPr>
          <p:nvPr/>
        </p:nvSpPr>
        <p:spPr>
          <a:xfrm xmlns:a="http://schemas.openxmlformats.org/drawingml/2006/main">
            <a:off x="609600" y="5334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Manus, July 2025: reported 100:1 input/output; $0.30 cached vs $3 uncached</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per million input tokens in its pricing example.</a:t>
            </a:r>
          </a:p>
        </p:txBody>
      </p:sp>
      <p:sp>
        <p:nvSpPr>
          <p:cNvPr id="156" name="narrative-number">
            <a:extLst xmlns:a="http://schemas.openxmlformats.org/drawingml/2006/main">
              <a:ext uri="{FF2B5EF4-FFF2-40B4-BE49-F238E27FC236}">
                <a16:creationId xmlns:a16="http://schemas.microsoft.com/office/drawing/2014/main" id="{EDCBF266-F3B2-4EA2-82E3-B8FCD8E910D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103413329"/>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7" name="!!area-name">
            <a:extLst xmlns:a="http://schemas.openxmlformats.org/drawingml/2006/main">
              <a:ext uri="{FF2B5EF4-FFF2-40B4-BE49-F238E27FC236}">
                <a16:creationId xmlns:a16="http://schemas.microsoft.com/office/drawing/2014/main" id="{A6798A57-2FC1-4AFF-BB14-3E78F52E06A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69" name="mini-map"/>
          <p:cNvPicPr>
            <a:picLocks xmlns:a="http://schemas.openxmlformats.org/drawingml/2006/main" noChangeAspect="1"/>
          </p:cNvPicPr>
          <p:nvPr/>
        </p:nvPicPr>
        <p:blipFill>
          <a:blip xmlns:r="http://schemas.openxmlformats.org/officeDocument/2006/relationships" xmlns:a="http://schemas.openxmlformats.org/drawingml/2006/main" r:embed="Rdf37459b368a4a2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9" name="slide-title">
            <a:extLst xmlns:a="http://schemas.openxmlformats.org/drawingml/2006/main">
              <a:ext uri="{FF2B5EF4-FFF2-40B4-BE49-F238E27FC236}">
                <a16:creationId xmlns:a16="http://schemas.microsoft.com/office/drawing/2014/main" id="{EE8F615E-1692-4DC7-9CEE-51F473BC3DF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Every token in the window is now</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your decision.</a:t>
            </a:r>
          </a:p>
        </p:txBody>
      </p:sp>
      <p:sp>
        <p:nvSpPr>
          <p:cNvPr id="160" name="header-divider">
            <a:extLst xmlns:a="http://schemas.openxmlformats.org/drawingml/2006/main">
              <a:ext uri="{FF2B5EF4-FFF2-40B4-BE49-F238E27FC236}">
                <a16:creationId xmlns:a16="http://schemas.microsoft.com/office/drawing/2014/main" id="{B1EF8623-5BEC-44A4-A973-72A1AA4BBAE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1" name="11-text-1">
            <a:extLst xmlns:a="http://schemas.openxmlformats.org/drawingml/2006/main">
              <a:ext uri="{FF2B5EF4-FFF2-40B4-BE49-F238E27FC236}">
                <a16:creationId xmlns:a16="http://schemas.microsoft.com/office/drawing/2014/main" id="{0E029685-CBF7-4E4D-BE94-54FE16B6003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FRB-042 evidence</a:t>
            </a:r>
          </a:p>
        </p:txBody>
      </p:sp>
      <p:sp>
        <p:nvSpPr>
          <p:cNvPr id="162" name="11-text-2">
            <a:extLst xmlns:a="http://schemas.openxmlformats.org/drawingml/2006/main">
              <a:ext uri="{FF2B5EF4-FFF2-40B4-BE49-F238E27FC236}">
                <a16:creationId xmlns:a16="http://schemas.microsoft.com/office/drawing/2014/main" id="{E7C5F2FD-58E2-4D76-904D-7B25F76D3CD1}"/>
              </a:ext>
            </a:extLst>
          </p:cNvPr>
          <p:cNvSpPr>
            <a:spLocks xmlns:a="http://schemas.openxmlformats.org/drawingml/2006/main"/>
          </p:cNvSpPr>
          <p:nvPr/>
        </p:nvSpPr>
        <p:spPr>
          <a:xfrm xmlns:a="http://schemas.openxmlformats.org/drawingml/2006/main">
            <a:off x="609600" y="28448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slide 6 · preliminary</a:t>
            </a:r>
          </a:p>
        </p:txBody>
      </p:sp>
      <p:sp>
        <p:nvSpPr>
          <p:cNvPr id="163" name="11-text-3">
            <a:extLst xmlns:a="http://schemas.openxmlformats.org/drawingml/2006/main">
              <a:ext uri="{FF2B5EF4-FFF2-40B4-BE49-F238E27FC236}">
                <a16:creationId xmlns:a16="http://schemas.microsoft.com/office/drawing/2014/main" id="{22C72D22-381E-4F62-9E42-5240D2C7082B}"/>
              </a:ext>
            </a:extLst>
          </p:cNvPr>
          <p:cNvSpPr>
            <a:spLocks xmlns:a="http://schemas.openxmlformats.org/drawingml/2006/main"/>
          </p:cNvSpPr>
          <p:nvPr/>
        </p:nvSpPr>
        <p:spPr>
          <a:xfrm xmlns:a="http://schemas.openxmlformats.org/drawingml/2006/main">
            <a:off x="6248400" y="28448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 · later</a:t>
            </a:r>
          </a:p>
        </p:txBody>
      </p:sp>
      <p:sp>
        <p:nvSpPr>
          <p:cNvPr id="164" name="11-text-4">
            <a:extLst xmlns:a="http://schemas.openxmlformats.org/drawingml/2006/main">
              <a:ext uri="{FF2B5EF4-FFF2-40B4-BE49-F238E27FC236}">
                <a16:creationId xmlns:a16="http://schemas.microsoft.com/office/drawing/2014/main" id="{C42090A8-C67A-4CAD-94C3-1525EAF06850}"/>
              </a:ext>
            </a:extLst>
          </p:cNvPr>
          <p:cNvSpPr>
            <a:spLocks xmlns:a="http://schemas.openxmlformats.org/drawingml/2006/main"/>
          </p:cNvSpPr>
          <p:nvPr/>
        </p:nvSpPr>
        <p:spPr>
          <a:xfrm xmlns:a="http://schemas.openxmlformats.org/drawingml/2006/main">
            <a:off x="609600" y="3251200"/>
            <a:ext cx="5334000" cy="157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 possible cause.”</a:t>
            </a:r>
          </a:p>
        </p:txBody>
      </p:sp>
      <p:sp>
        <p:nvSpPr>
          <p:cNvPr id="165" name="11-text-5">
            <a:extLst xmlns:a="http://schemas.openxmlformats.org/drawingml/2006/main">
              <a:ext uri="{FF2B5EF4-FFF2-40B4-BE49-F238E27FC236}">
                <a16:creationId xmlns:a16="http://schemas.microsoft.com/office/drawing/2014/main" id="{88B512C1-3000-42EC-B328-BE11148B271F}"/>
              </a:ext>
            </a:extLst>
          </p:cNvPr>
          <p:cNvSpPr>
            <a:spLocks xmlns:a="http://schemas.openxmlformats.org/drawingml/2006/main"/>
          </p:cNvSpPr>
          <p:nvPr/>
        </p:nvSpPr>
        <p:spPr>
          <a:xfrm xmlns:a="http://schemas.openxmlformats.org/drawingml/2006/main">
            <a:off x="6248400" y="3251200"/>
            <a:ext cx="5334000" cy="157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66" name="11-text-6">
            <a:extLst xmlns:a="http://schemas.openxmlformats.org/drawingml/2006/main">
              <a:ext uri="{FF2B5EF4-FFF2-40B4-BE49-F238E27FC236}">
                <a16:creationId xmlns:a16="http://schemas.microsoft.com/office/drawing/2014/main" id="{222C121F-0F21-4DE2-B889-38FDF497E26E}"/>
              </a:ext>
            </a:extLst>
          </p:cNvPr>
          <p:cNvSpPr>
            <a:spLocks xmlns:a="http://schemas.openxmlformats.org/drawingml/2006/main"/>
          </p:cNvSpPr>
          <p:nvPr/>
        </p:nvSpPr>
        <p:spPr>
          <a:xfrm xmlns:a="http://schemas.openxmlformats.org/drawingml/2006/main">
            <a:off x="609600" y="5003800"/>
            <a:ext cx="109728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relevant excerpts with revision, source location,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decision status. Refresh as records arrive.</a:t>
            </a:r>
          </a:p>
        </p:txBody>
      </p:sp>
      <p:sp>
        <p:nvSpPr>
          <p:cNvPr id="167" name="narrative-number">
            <a:extLst xmlns:a="http://schemas.openxmlformats.org/drawingml/2006/main">
              <a:ext uri="{FF2B5EF4-FFF2-40B4-BE49-F238E27FC236}">
                <a16:creationId xmlns:a16="http://schemas.microsoft.com/office/drawing/2014/main" id="{DA967793-8DD0-44B4-883F-C3F30AC2309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91521468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8" name="!!area-name">
            <a:extLst xmlns:a="http://schemas.openxmlformats.org/drawingml/2006/main">
              <a:ext uri="{FF2B5EF4-FFF2-40B4-BE49-F238E27FC236}">
                <a16:creationId xmlns:a16="http://schemas.microsoft.com/office/drawing/2014/main" id="{BE0B254C-D743-4A42-8AEF-703640F844C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82" name="mini-map"/>
          <p:cNvPicPr>
            <a:picLocks xmlns:a="http://schemas.openxmlformats.org/drawingml/2006/main" noChangeAspect="1"/>
          </p:cNvPicPr>
          <p:nvPr/>
        </p:nvPicPr>
        <p:blipFill>
          <a:blip xmlns:r="http://schemas.openxmlformats.org/officeDocument/2006/relationships" xmlns:a="http://schemas.openxmlformats.org/drawingml/2006/main" r:embed="Rcccf4aeb1e9b485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0" name="slide-title">
            <a:extLst xmlns:a="http://schemas.openxmlformats.org/drawingml/2006/main">
              <a:ext uri="{FF2B5EF4-FFF2-40B4-BE49-F238E27FC236}">
                <a16:creationId xmlns:a16="http://schemas.microsoft.com/office/drawing/2014/main" id="{3F90B376-2381-4665-85CC-941B1BC603E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Every token in the window is now</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your decision.</a:t>
            </a:r>
          </a:p>
        </p:txBody>
      </p:sp>
      <p:sp>
        <p:nvSpPr>
          <p:cNvPr id="171" name="header-divider">
            <a:extLst xmlns:a="http://schemas.openxmlformats.org/drawingml/2006/main">
              <a:ext uri="{FF2B5EF4-FFF2-40B4-BE49-F238E27FC236}">
                <a16:creationId xmlns:a16="http://schemas.microsoft.com/office/drawing/2014/main" id="{D9AE0E15-78F7-46E9-9914-789BB0304FC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72" name="11-text-7">
            <a:extLst xmlns:a="http://schemas.openxmlformats.org/drawingml/2006/main">
              <a:ext uri="{FF2B5EF4-FFF2-40B4-BE49-F238E27FC236}">
                <a16:creationId xmlns:a16="http://schemas.microsoft.com/office/drawing/2014/main" id="{A7AAAC7B-8CAB-4213-88CF-964FCC0C3BC8}"/>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context</a:t>
            </a:r>
          </a:p>
        </p:txBody>
      </p:sp>
      <p:sp>
        <p:nvSpPr>
          <p:cNvPr id="173" name="11-text-8">
            <a:extLst xmlns:a="http://schemas.openxmlformats.org/drawingml/2006/main">
              <a:ext uri="{FF2B5EF4-FFF2-40B4-BE49-F238E27FC236}">
                <a16:creationId xmlns:a16="http://schemas.microsoft.com/office/drawing/2014/main" id="{C7F525B4-D8E9-4616-99F3-F49887209598}"/>
              </a:ext>
            </a:extLst>
          </p:cNvPr>
          <p:cNvSpPr>
            <a:spLocks xmlns:a="http://schemas.openxmlformats.org/drawingml/2006/main"/>
          </p:cNvSpPr>
          <p:nvPr/>
        </p:nvSpPr>
        <p:spPr>
          <a:xfrm xmlns:a="http://schemas.openxmlformats.org/drawingml/2006/main">
            <a:off x="609600" y="28448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Compaction must preserve: unresolved cause,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 authorized scope.</a:t>
            </a:r>
          </a:p>
        </p:txBody>
      </p:sp>
      <p:sp>
        <p:nvSpPr>
          <p:cNvPr id="174" name="11-text-9">
            <a:extLst xmlns:a="http://schemas.openxmlformats.org/drawingml/2006/main">
              <a:ext uri="{FF2B5EF4-FFF2-40B4-BE49-F238E27FC236}">
                <a16:creationId xmlns:a16="http://schemas.microsoft.com/office/drawing/2014/main" id="{6C794219-A3AE-4FB7-9D7D-21E49EB23251}"/>
              </a:ext>
            </a:extLst>
          </p:cNvPr>
          <p:cNvSpPr>
            <a:spLocks xmlns:a="http://schemas.openxmlformats.org/drawingml/2006/main"/>
          </p:cNvSpPr>
          <p:nvPr/>
        </p:nvSpPr>
        <p:spPr>
          <a:xfrm xmlns:a="http://schemas.openxmlformats.org/drawingml/2006/main">
            <a:off x="609600" y="38608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FRB-017’s sensor fault and FRB-031’s bearing wear.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Similar symptoms do not prove a common cause.</a:t>
            </a:r>
          </a:p>
        </p:txBody>
      </p:sp>
      <p:sp>
        <p:nvSpPr>
          <p:cNvPr id="175" name="11-text-10">
            <a:extLst xmlns:a="http://schemas.openxmlformats.org/drawingml/2006/main">
              <a:ext uri="{FF2B5EF4-FFF2-40B4-BE49-F238E27FC236}">
                <a16:creationId xmlns:a16="http://schemas.microsoft.com/office/drawing/2014/main" id="{89816CFA-03C3-47BA-B483-965860295525}"/>
              </a:ext>
            </a:extLst>
          </p:cNvPr>
          <p:cNvSpPr>
            <a:spLocks xmlns:a="http://schemas.openxmlformats.org/drawingml/2006/main"/>
          </p:cNvSpPr>
          <p:nvPr/>
        </p:nvSpPr>
        <p:spPr>
          <a:xfrm xmlns:a="http://schemas.openxmlformats.org/drawingml/2006/main">
            <a:off x="609600" y="48768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Missing or inaccessible evidence must stay an explicit limitation.</a:t>
            </a:r>
          </a:p>
        </p:txBody>
      </p:sp>
      <p:sp>
        <p:nvSpPr>
          <p:cNvPr id="176" name="11-shape-11">
            <a:extLst xmlns:a="http://schemas.openxmlformats.org/drawingml/2006/main">
              <a:ext uri="{FF2B5EF4-FFF2-40B4-BE49-F238E27FC236}">
                <a16:creationId xmlns:a16="http://schemas.microsoft.com/office/drawing/2014/main" id="{136F101B-8F92-4CDD-AC9C-A77A17C645F6}"/>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177" name="11-shape-12">
            <a:extLst xmlns:a="http://schemas.openxmlformats.org/drawingml/2006/main">
              <a:ext uri="{FF2B5EF4-FFF2-40B4-BE49-F238E27FC236}">
                <a16:creationId xmlns:a16="http://schemas.microsoft.com/office/drawing/2014/main" id="{B48DC67D-D727-4CCD-A6C7-49626B9B3976}"/>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78" name="11-text-13">
            <a:extLst xmlns:a="http://schemas.openxmlformats.org/drawingml/2006/main">
              <a:ext uri="{FF2B5EF4-FFF2-40B4-BE49-F238E27FC236}">
                <a16:creationId xmlns:a16="http://schemas.microsoft.com/office/drawing/2014/main" id="{18940FAD-2B34-4EB5-9438-EDB05F25C7AA}"/>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179" name="11-text-14">
            <a:extLst xmlns:a="http://schemas.openxmlformats.org/drawingml/2006/main">
              <a:ext uri="{FF2B5EF4-FFF2-40B4-BE49-F238E27FC236}">
                <a16:creationId xmlns:a16="http://schemas.microsoft.com/office/drawing/2014/main" id="{93F093D3-28FA-4AA0-8C1C-046C1B1B74B7}"/>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180" name="narrative-number">
            <a:extLst xmlns:a="http://schemas.openxmlformats.org/drawingml/2006/main">
              <a:ext uri="{FF2B5EF4-FFF2-40B4-BE49-F238E27FC236}">
                <a16:creationId xmlns:a16="http://schemas.microsoft.com/office/drawing/2014/main" id="{A7FFE3EA-2959-4C45-B2D4-72865310DF3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89767894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6"/>
                                        </p:tgtEl>
                                        <p:attrNameLst>
                                          <p:attrName>style.visibility</p:attrName>
                                        </p:attrNameLst>
                                      </p:cBhvr>
                                      <p:to>
                                        <p:strVal val="visible"/>
                                      </p:to>
                                    </p:set>
                                    <p:animEffect transition="in" filter="fade">
                                      <p:cBhvr>
                                        <p:cTn id="7" dur="300" fill="hold"/>
                                        <p:tgtEl>
                                          <p:spTgt spid="176"/>
                                        </p:tgtEl>
                                      </p:cBhvr>
                                    </p:animEffect>
                                  </p:childTnLst>
                                </p:cTn>
                              </p:par>
                              <p:par>
                                <p:cTn id="8" presetID="10" presetClass="entr" presetSubtype="0" fill="hold" nodeType="withEffect">
                                  <p:stCondLst>
                                    <p:cond delay="0"/>
                                  </p:stCondLst>
                                  <p:childTnLst>
                                    <p:set>
                                      <p:cBhvr>
                                        <p:cTn id="9" dur="1" fill="hold">
                                          <p:stCondLst>
                                            <p:cond delay="0"/>
                                          </p:stCondLst>
                                        </p:cTn>
                                        <p:tgtEl>
                                          <p:spTgt spid="177"/>
                                        </p:tgtEl>
                                        <p:attrNameLst>
                                          <p:attrName>style.visibility</p:attrName>
                                        </p:attrNameLst>
                                      </p:cBhvr>
                                      <p:to>
                                        <p:strVal val="visible"/>
                                      </p:to>
                                    </p:set>
                                    <p:animEffect transition="in" filter="fade">
                                      <p:cBhvr>
                                        <p:cTn id="10" dur="300" fill="hold"/>
                                        <p:tgtEl>
                                          <p:spTgt spid="177"/>
                                        </p:tgtEl>
                                      </p:cBhvr>
                                    </p:animEffect>
                                  </p:childTnLst>
                                </p:cTn>
                              </p:par>
                              <p:par>
                                <p:cTn id="11" presetID="10" presetClass="entr" presetSubtype="0" fill="hold" nodeType="withEffect">
                                  <p:stCondLst>
                                    <p:cond delay="0"/>
                                  </p:stCondLst>
                                  <p:childTnLst>
                                    <p:set>
                                      <p:cBhvr>
                                        <p:cTn id="12" dur="1" fill="hold">
                                          <p:stCondLst>
                                            <p:cond delay="0"/>
                                          </p:stCondLst>
                                        </p:cTn>
                                        <p:tgtEl>
                                          <p:spTgt spid="178"/>
                                        </p:tgtEl>
                                        <p:attrNameLst>
                                          <p:attrName>style.visibility</p:attrName>
                                        </p:attrNameLst>
                                      </p:cBhvr>
                                      <p:to>
                                        <p:strVal val="visible"/>
                                      </p:to>
                                    </p:set>
                                    <p:animEffect transition="in" filter="fade">
                                      <p:cBhvr>
                                        <p:cTn id="13" dur="300" fill="hold"/>
                                        <p:tgtEl>
                                          <p:spTgt spid="178"/>
                                        </p:tgtEl>
                                      </p:cBhvr>
                                    </p:animEffect>
                                  </p:childTnLst>
                                </p:cTn>
                              </p:par>
                              <p:par>
                                <p:cTn id="14" presetID="10" presetClass="entr" presetSubtype="0" fill="hold" nodeType="withEffect">
                                  <p:stCondLst>
                                    <p:cond delay="0"/>
                                  </p:stCondLst>
                                  <p:childTnLst>
                                    <p:set>
                                      <p:cBhvr>
                                        <p:cTn id="15" dur="1" fill="hold">
                                          <p:stCondLst>
                                            <p:cond delay="0"/>
                                          </p:stCondLst>
                                        </p:cTn>
                                        <p:tgtEl>
                                          <p:spTgt spid="179"/>
                                        </p:tgtEl>
                                        <p:attrNameLst>
                                          <p:attrName>style.visibility</p:attrName>
                                        </p:attrNameLst>
                                      </p:cBhvr>
                                      <p:to>
                                        <p:strVal val="visible"/>
                                      </p:to>
                                    </p:set>
                                    <p:animEffect transition="in" filter="fade">
                                      <p:cBhvr>
                                        <p:cTn id="16" dur="300" fill="hold"/>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1" name="!!area-header">
            <a:extLst xmlns:a="http://schemas.openxmlformats.org/drawingml/2006/main">
              <a:ext uri="{FF2B5EF4-FFF2-40B4-BE49-F238E27FC236}">
                <a16:creationId xmlns:a16="http://schemas.microsoft.com/office/drawing/2014/main" id="{A2947385-12FE-4D53-9A0A-2E6CAEEB30B8}"/>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82" name="!!area-name">
            <a:extLst xmlns:a="http://schemas.openxmlformats.org/drawingml/2006/main">
              <a:ext uri="{FF2B5EF4-FFF2-40B4-BE49-F238E27FC236}">
                <a16:creationId xmlns:a16="http://schemas.microsoft.com/office/drawing/2014/main" id="{74002D9E-0129-4221-8116-09FC3BC5FED9}"/>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Tools and extensibility</a:t>
            </a:r>
          </a:p>
        </p:txBody>
      </p:sp>
      <p:sp>
        <p:nvSpPr>
          <p:cNvPr id="183" name="!!area-beat">
            <a:extLst xmlns:a="http://schemas.openxmlformats.org/drawingml/2006/main">
              <a:ext uri="{FF2B5EF4-FFF2-40B4-BE49-F238E27FC236}">
                <a16:creationId xmlns:a16="http://schemas.microsoft.com/office/drawing/2014/main" id="{E17DAB84-D739-4508-95D7-4BB5CCF2B5C4}"/>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184" name="header-divider">
            <a:extLst xmlns:a="http://schemas.openxmlformats.org/drawingml/2006/main">
              <a:ext uri="{FF2B5EF4-FFF2-40B4-BE49-F238E27FC236}">
                <a16:creationId xmlns:a16="http://schemas.microsoft.com/office/drawing/2014/main" id="{5EF6E3CB-1165-4B14-AD4D-81DC681AAE61}"/>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5" name="!!screenshot-MCP configuration">
            <a:extLst xmlns:a="http://schemas.openxmlformats.org/drawingml/2006/main">
              <a:ext uri="{FF2B5EF4-FFF2-40B4-BE49-F238E27FC236}">
                <a16:creationId xmlns:a16="http://schemas.microsoft.com/office/drawing/2014/main" id="{0BCF557F-62D7-4E8C-87F2-C38FF3AE807D}"/>
              </a:ext>
            </a:extLst>
          </p:cNvPr>
          <p:cNvSpPr>
            <a:spLocks xmlns:a="http://schemas.openxmlformats.org/drawingml/2006/main"/>
          </p:cNvSpPr>
          <p:nvPr/>
        </p:nvSpPr>
        <p:spPr>
          <a:xfrm xmlns:a="http://schemas.openxmlformats.org/drawingml/2006/main">
            <a:off x="609600" y="20828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186" name="12-text-1">
            <a:extLst xmlns:a="http://schemas.openxmlformats.org/drawingml/2006/main">
              <a:ext uri="{FF2B5EF4-FFF2-40B4-BE49-F238E27FC236}">
                <a16:creationId xmlns:a16="http://schemas.microsoft.com/office/drawing/2014/main" id="{7C6A16F6-BD4C-4FBD-B796-44A16BF1FE32}"/>
              </a:ext>
            </a:extLst>
          </p:cNvPr>
          <p:cNvSpPr>
            <a:spLocks xmlns:a="http://schemas.openxmlformats.org/drawingml/2006/main"/>
          </p:cNvSpPr>
          <p:nvPr/>
        </p:nvSpPr>
        <p:spPr>
          <a:xfrm xmlns:a="http://schemas.openxmlformats.org/drawingml/2006/main">
            <a:off x="8128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87" name="12-text-2">
            <a:extLst xmlns:a="http://schemas.openxmlformats.org/drawingml/2006/main">
              <a:ext uri="{FF2B5EF4-FFF2-40B4-BE49-F238E27FC236}">
                <a16:creationId xmlns:a16="http://schemas.microsoft.com/office/drawing/2014/main" id="{B12BDA08-81DB-4E2F-AAC8-FFCD0B6FAE0C}"/>
              </a:ext>
            </a:extLst>
          </p:cNvPr>
          <p:cNvSpPr>
            <a:spLocks xmlns:a="http://schemas.openxmlformats.org/drawingml/2006/main"/>
          </p:cNvSpPr>
          <p:nvPr/>
        </p:nvSpPr>
        <p:spPr>
          <a:xfrm xmlns:a="http://schemas.openxmlformats.org/drawingml/2006/main">
            <a:off x="8128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MCP server configuration</a:t>
            </a:r>
          </a:p>
        </p:txBody>
      </p:sp>
      <p:sp>
        <p:nvSpPr>
          <p:cNvPr id="188" name="!!screenshot-The permission prompt">
            <a:extLst xmlns:a="http://schemas.openxmlformats.org/drawingml/2006/main">
              <a:ext uri="{FF2B5EF4-FFF2-40B4-BE49-F238E27FC236}">
                <a16:creationId xmlns:a16="http://schemas.microsoft.com/office/drawing/2014/main" id="{37DBE742-F5A4-4B62-985B-001B6830F261}"/>
              </a:ext>
            </a:extLst>
          </p:cNvPr>
          <p:cNvSpPr>
            <a:spLocks xmlns:a="http://schemas.openxmlformats.org/drawingml/2006/main"/>
          </p:cNvSpPr>
          <p:nvPr/>
        </p:nvSpPr>
        <p:spPr>
          <a:xfrm xmlns:a="http://schemas.openxmlformats.org/drawingml/2006/main">
            <a:off x="6248400" y="20828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189" name="12-text-3">
            <a:extLst xmlns:a="http://schemas.openxmlformats.org/drawingml/2006/main">
              <a:ext uri="{FF2B5EF4-FFF2-40B4-BE49-F238E27FC236}">
                <a16:creationId xmlns:a16="http://schemas.microsoft.com/office/drawing/2014/main" id="{C85B4BDB-53B6-42FD-A024-5B55D2EA5939}"/>
              </a:ext>
            </a:extLst>
          </p:cNvPr>
          <p:cNvSpPr>
            <a:spLocks xmlns:a="http://schemas.openxmlformats.org/drawingml/2006/main"/>
          </p:cNvSpPr>
          <p:nvPr/>
        </p:nvSpPr>
        <p:spPr>
          <a:xfrm xmlns:a="http://schemas.openxmlformats.org/drawingml/2006/main">
            <a:off x="64516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90" name="12-text-4">
            <a:extLst xmlns:a="http://schemas.openxmlformats.org/drawingml/2006/main">
              <a:ext uri="{FF2B5EF4-FFF2-40B4-BE49-F238E27FC236}">
                <a16:creationId xmlns:a16="http://schemas.microsoft.com/office/drawing/2014/main" id="{33E535AB-6E97-493A-9089-3A087EEF246D}"/>
              </a:ext>
            </a:extLst>
          </p:cNvPr>
          <p:cNvSpPr>
            <a:spLocks xmlns:a="http://schemas.openxmlformats.org/drawingml/2006/main"/>
          </p:cNvSpPr>
          <p:nvPr/>
        </p:nvSpPr>
        <p:spPr>
          <a:xfrm xmlns:a="http://schemas.openxmlformats.org/drawingml/2006/main">
            <a:off x="64516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Live shell-command approval prompt</a:t>
            </a:r>
          </a:p>
        </p:txBody>
      </p:sp>
      <p:sp>
        <p:nvSpPr>
          <p:cNvPr id="191" name="12-text-5">
            <a:extLst xmlns:a="http://schemas.openxmlformats.org/drawingml/2006/main">
              <a:ext uri="{FF2B5EF4-FFF2-40B4-BE49-F238E27FC236}">
                <a16:creationId xmlns:a16="http://schemas.microsoft.com/office/drawing/2014/main" id="{E8BAC375-F6A8-40B6-BFBF-C3AF6BB4FF41}"/>
              </a:ext>
            </a:extLst>
          </p:cNvPr>
          <p:cNvSpPr>
            <a:spLocks xmlns:a="http://schemas.openxmlformats.org/drawingml/2006/main"/>
          </p:cNvSpPr>
          <p:nvPr/>
        </p:nvSpPr>
        <p:spPr>
          <a:xfrm xmlns:a="http://schemas.openxmlformats.org/drawingml/2006/main">
            <a:off x="609600" y="5054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a:t>
            </a:r>
            <a:r>
              <a:rPr b="0">
                <a:solidFill>
                  <a:srgbClr val="FFFCF5"/>
                </a:solidFill>
                <a:latin typeface="Consolas"/>
                <a:ea typeface="Consolas"/>
                <a:cs typeface="Consolas"/>
              </a:rPr>
              <a:t>config.toml</a:t>
            </a:r>
          </a:p>
        </p:txBody>
      </p:sp>
      <p:sp>
        <p:nvSpPr>
          <p:cNvPr id="192" name="12-text-6">
            <a:extLst xmlns:a="http://schemas.openxmlformats.org/drawingml/2006/main">
              <a:ext uri="{FF2B5EF4-FFF2-40B4-BE49-F238E27FC236}">
                <a16:creationId xmlns:a16="http://schemas.microsoft.com/office/drawing/2014/main" id="{F005BC20-DBEE-4A7E-BBA6-C7344C0AED17}"/>
              </a:ext>
            </a:extLst>
          </p:cNvPr>
          <p:cNvSpPr>
            <a:spLocks xmlns:a="http://schemas.openxmlformats.org/drawingml/2006/main"/>
          </p:cNvSpPr>
          <p:nvPr/>
        </p:nvSpPr>
        <p:spPr>
          <a:xfrm xmlns:a="http://schemas.openxmlformats.org/drawingml/2006/main">
            <a:off x="6248400" y="5054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Shell command approval</a:t>
            </a:r>
          </a:p>
        </p:txBody>
      </p:sp>
      <p:sp>
        <p:nvSpPr>
          <p:cNvPr id="193" name="12-text-7">
            <a:extLst xmlns:a="http://schemas.openxmlformats.org/drawingml/2006/main">
              <a:ext uri="{FF2B5EF4-FFF2-40B4-BE49-F238E27FC236}">
                <a16:creationId xmlns:a16="http://schemas.microsoft.com/office/drawing/2014/main" id="{DCD3029D-BFF6-4F88-B6CE-1ADAC09F96E7}"/>
              </a:ext>
            </a:extLst>
          </p:cNvPr>
          <p:cNvSpPr>
            <a:spLocks xmlns:a="http://schemas.openxmlformats.org/drawingml/2006/main"/>
          </p:cNvSpPr>
          <p:nvPr/>
        </p:nvSpPr>
        <p:spPr>
          <a:xfrm xmlns:a="http://schemas.openxmlformats.org/drawingml/2006/main">
            <a:off x="609600" y="5511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sandbox: read-only · workspace-write · full access</a:t>
            </a:r>
          </a:p>
        </p:txBody>
      </p:sp>
      <p:sp>
        <p:nvSpPr>
          <p:cNvPr id="194" name="12-text-8">
            <a:extLst xmlns:a="http://schemas.openxmlformats.org/drawingml/2006/main">
              <a:ext uri="{FF2B5EF4-FFF2-40B4-BE49-F238E27FC236}">
                <a16:creationId xmlns:a16="http://schemas.microsoft.com/office/drawing/2014/main" id="{25321BEB-F298-43E1-877A-76199B41A4E4}"/>
              </a:ext>
            </a:extLst>
          </p:cNvPr>
          <p:cNvSpPr>
            <a:spLocks xmlns:a="http://schemas.openxmlformats.org/drawingml/2006/main"/>
          </p:cNvSpPr>
          <p:nvPr/>
        </p:nvSpPr>
        <p:spPr>
          <a:xfrm xmlns:a="http://schemas.openxmlformats.org/drawingml/2006/main">
            <a:off x="609600" y="5918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Devin CLI modes: Normal · Accept Edits · Smart · Bypass · Autonomous</a:t>
            </a:r>
          </a:p>
        </p:txBody>
      </p:sp>
      <p:sp>
        <p:nvSpPr>
          <p:cNvPr id="195" name="narrative-number">
            <a:extLst xmlns:a="http://schemas.openxmlformats.org/drawingml/2006/main">
              <a:ext uri="{FF2B5EF4-FFF2-40B4-BE49-F238E27FC236}">
                <a16:creationId xmlns:a16="http://schemas.microsoft.com/office/drawing/2014/main" id="{E10ED9CF-38DB-4777-BBBC-55F704D5BDD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57056136"/>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6" name="!!area-name">
            <a:extLst xmlns:a="http://schemas.openxmlformats.org/drawingml/2006/main">
              <a:ext uri="{FF2B5EF4-FFF2-40B4-BE49-F238E27FC236}">
                <a16:creationId xmlns:a16="http://schemas.microsoft.com/office/drawing/2014/main" id="{96B0E348-A3BF-471A-B35D-BA2E7BB32CD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user</a:t>
            </a:r>
          </a:p>
        </p:txBody>
      </p:sp>
      <p:pic>
        <p:nvPicPr>
          <p:cNvPr id="212" name="mini-map"/>
          <p:cNvPicPr>
            <a:picLocks xmlns:a="http://schemas.openxmlformats.org/drawingml/2006/main" noChangeAspect="1"/>
          </p:cNvPicPr>
          <p:nvPr/>
        </p:nvPicPr>
        <p:blipFill>
          <a:blip xmlns:r="http://schemas.openxmlformats.org/officeDocument/2006/relationships" xmlns:a="http://schemas.openxmlformats.org/drawingml/2006/main" r:embed="Ree30dd8ceecd43b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8" name="header-divider">
            <a:extLst xmlns:a="http://schemas.openxmlformats.org/drawingml/2006/main">
              <a:ext uri="{FF2B5EF4-FFF2-40B4-BE49-F238E27FC236}">
                <a16:creationId xmlns:a16="http://schemas.microsoft.com/office/drawing/2014/main" id="{664AB926-4E71-4EBF-BBEA-62AE5D2377C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9" name="!!screenshot-MCP configuration">
            <a:extLst xmlns:a="http://schemas.openxmlformats.org/drawingml/2006/main">
              <a:ext uri="{FF2B5EF4-FFF2-40B4-BE49-F238E27FC236}">
                <a16:creationId xmlns:a16="http://schemas.microsoft.com/office/drawing/2014/main" id="{FCBE296B-C704-49CF-940A-54F5B12EE301}"/>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00" name="12b-text-1">
            <a:extLst xmlns:a="http://schemas.openxmlformats.org/drawingml/2006/main">
              <a:ext uri="{FF2B5EF4-FFF2-40B4-BE49-F238E27FC236}">
                <a16:creationId xmlns:a16="http://schemas.microsoft.com/office/drawing/2014/main" id="{7D74563D-57E0-400D-9656-92838217A1F4}"/>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01" name="12b-text-2">
            <a:extLst xmlns:a="http://schemas.openxmlformats.org/drawingml/2006/main">
              <a:ext uri="{FF2B5EF4-FFF2-40B4-BE49-F238E27FC236}">
                <a16:creationId xmlns:a16="http://schemas.microsoft.com/office/drawing/2014/main" id="{4378B406-A26E-4B90-B4CF-A77DE9844AAC}"/>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MCP config</a:t>
            </a:r>
          </a:p>
        </p:txBody>
      </p:sp>
      <p:sp>
        <p:nvSpPr>
          <p:cNvPr id="202" name="!!screenshot-The permission prompt">
            <a:extLst xmlns:a="http://schemas.openxmlformats.org/drawingml/2006/main">
              <a:ext uri="{FF2B5EF4-FFF2-40B4-BE49-F238E27FC236}">
                <a16:creationId xmlns:a16="http://schemas.microsoft.com/office/drawing/2014/main" id="{C5C27DE2-2AFD-40DA-A32D-BE0C09233B31}"/>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03" name="12b-text-3">
            <a:extLst xmlns:a="http://schemas.openxmlformats.org/drawingml/2006/main">
              <a:ext uri="{FF2B5EF4-FFF2-40B4-BE49-F238E27FC236}">
                <a16:creationId xmlns:a16="http://schemas.microsoft.com/office/drawing/2014/main" id="{60AECD83-6D4E-44D8-A9FB-DF1168E62B88}"/>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04" name="12b-text-4">
            <a:extLst xmlns:a="http://schemas.openxmlformats.org/drawingml/2006/main">
              <a:ext uri="{FF2B5EF4-FFF2-40B4-BE49-F238E27FC236}">
                <a16:creationId xmlns:a16="http://schemas.microsoft.com/office/drawing/2014/main" id="{0D9151D0-A5D4-49D3-AF79-0B91AB5F5A26}"/>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Approval</a:t>
            </a:r>
          </a:p>
        </p:txBody>
      </p:sp>
      <p:sp>
        <p:nvSpPr>
          <p:cNvPr id="205" name="12b-text-5">
            <a:extLst xmlns:a="http://schemas.openxmlformats.org/drawingml/2006/main">
              <a:ext uri="{FF2B5EF4-FFF2-40B4-BE49-F238E27FC236}">
                <a16:creationId xmlns:a16="http://schemas.microsoft.com/office/drawing/2014/main" id="{FECE6E59-5BA1-4614-9CDC-33FF9410C613}"/>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Design the tool for the caller:</a:t>
            </a:r>
          </a:p>
        </p:txBody>
      </p:sp>
      <p:sp>
        <p:nvSpPr>
          <p:cNvPr id="206" name="12b-text-6">
            <a:extLst xmlns:a="http://schemas.openxmlformats.org/drawingml/2006/main">
              <a:ext uri="{FF2B5EF4-FFF2-40B4-BE49-F238E27FC236}">
                <a16:creationId xmlns:a16="http://schemas.microsoft.com/office/drawing/2014/main" id="{D9162F8C-0B0E-486E-8D5F-C0095E62C506}"/>
              </a:ext>
            </a:extLst>
          </p:cNvPr>
          <p:cNvSpPr>
            <a:spLocks xmlns:a="http://schemas.openxmlformats.org/drawingml/2006/main"/>
          </p:cNvSpPr>
          <p:nvPr/>
        </p:nvSpPr>
        <p:spPr>
          <a:xfrm xmlns:a="http://schemas.openxmlformats.org/drawingml/2006/main">
            <a:off x="609600" y="29972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Consider consolidation for the task. One </a:t>
            </a:r>
            <a:r>
              <a:rPr b="0">
                <a:solidFill>
                  <a:srgbClr val="1064F8"/>
                </a:solidFill>
                <a:latin typeface="Consolas"/>
                <a:ea typeface="Consolas"/>
                <a:cs typeface="Consolas"/>
              </a:rPr>
              <a:t>schedule_event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can combine several API operations.</a:t>
            </a:r>
          </a:p>
        </p:txBody>
      </p:sp>
      <p:sp>
        <p:nvSpPr>
          <p:cNvPr id="207" name="12b-text-7">
            <a:extLst xmlns:a="http://schemas.openxmlformats.org/drawingml/2006/main">
              <a:ext uri="{FF2B5EF4-FFF2-40B4-BE49-F238E27FC236}">
                <a16:creationId xmlns:a16="http://schemas.microsoft.com/office/drawing/2014/main" id="{5EAD05B1-AF05-4D25-A057-497B7D0FB7D0}"/>
              </a:ext>
            </a:extLst>
          </p:cNvPr>
          <p:cNvSpPr>
            <a:spLocks xmlns:a="http://schemas.openxmlformats.org/drawingml/2006/main"/>
          </p:cNvSpPr>
          <p:nvPr/>
        </p:nvSpPr>
        <p:spPr>
          <a:xfrm xmlns:a="http://schemas.openxmlformats.org/drawingml/2006/main">
            <a:off x="609600" y="3937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Namespace. Prefix versus suffix moved the evals.</a:t>
            </a:r>
          </a:p>
        </p:txBody>
      </p:sp>
      <p:sp>
        <p:nvSpPr>
          <p:cNvPr id="208" name="12b-text-8">
            <a:extLst xmlns:a="http://schemas.openxmlformats.org/drawingml/2006/main">
              <a:ext uri="{FF2B5EF4-FFF2-40B4-BE49-F238E27FC236}">
                <a16:creationId xmlns:a16="http://schemas.microsoft.com/office/drawing/2014/main" id="{913CA819-537D-46B7-A1AC-19C982EAE5A8}"/>
              </a:ext>
            </a:extLst>
          </p:cNvPr>
          <p:cNvSpPr>
            <a:spLocks xmlns:a="http://schemas.openxmlformats.org/drawingml/2006/main"/>
          </p:cNvSpPr>
          <p:nvPr/>
        </p:nvSpPr>
        <p:spPr>
          <a:xfrm xmlns:a="http://schemas.openxmlformats.org/drawingml/2006/main">
            <a:off x="609600" y="44958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Return meaningful names alongside stable IDs needed to act.</a:t>
            </a:r>
          </a:p>
        </p:txBody>
      </p:sp>
      <p:sp>
        <p:nvSpPr>
          <p:cNvPr id="209" name="12b-text-9">
            <a:extLst xmlns:a="http://schemas.openxmlformats.org/drawingml/2006/main">
              <a:ext uri="{FF2B5EF4-FFF2-40B4-BE49-F238E27FC236}">
                <a16:creationId xmlns:a16="http://schemas.microsoft.com/office/drawing/2014/main" id="{889B96C9-B0FA-477B-91A3-0FF3B3D2ED6D}"/>
              </a:ext>
            </a:extLst>
          </p:cNvPr>
          <p:cNvSpPr>
            <a:spLocks xmlns:a="http://schemas.openxmlformats.org/drawingml/2006/main"/>
          </p:cNvSpPr>
          <p:nvPr/>
        </p:nvSpPr>
        <p:spPr>
          <a:xfrm xmlns:a="http://schemas.openxmlformats.org/drawingml/2006/main">
            <a:off x="609600" y="50546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Offer concise or detailed results: 72 tokens versus 206</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 Anthropic's example.</a:t>
            </a:r>
          </a:p>
        </p:txBody>
      </p:sp>
      <p:sp>
        <p:nvSpPr>
          <p:cNvPr id="210" name="narrative-number">
            <a:extLst xmlns:a="http://schemas.openxmlformats.org/drawingml/2006/main">
              <a:ext uri="{FF2B5EF4-FFF2-40B4-BE49-F238E27FC236}">
                <a16:creationId xmlns:a16="http://schemas.microsoft.com/office/drawing/2014/main" id="{B26BCA74-C442-4EF3-9987-BD9ECED0D73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3993234898"/>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1" name="!!area-name">
            <a:extLst xmlns:a="http://schemas.openxmlformats.org/drawingml/2006/main">
              <a:ext uri="{FF2B5EF4-FFF2-40B4-BE49-F238E27FC236}">
                <a16:creationId xmlns:a16="http://schemas.microsoft.com/office/drawing/2014/main" id="{43264C38-03CA-4D6D-8538-04A7B4EF0D3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user</a:t>
            </a:r>
          </a:p>
        </p:txBody>
      </p:sp>
      <p:pic>
        <p:nvPicPr>
          <p:cNvPr id="225" name="mini-map"/>
          <p:cNvPicPr>
            <a:picLocks xmlns:a="http://schemas.openxmlformats.org/drawingml/2006/main" noChangeAspect="1"/>
          </p:cNvPicPr>
          <p:nvPr/>
        </p:nvPicPr>
        <p:blipFill>
          <a:blip xmlns:r="http://schemas.openxmlformats.org/officeDocument/2006/relationships" xmlns:a="http://schemas.openxmlformats.org/drawingml/2006/main" r:embed="R39aa074da8854c8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3" name="header-divider">
            <a:extLst xmlns:a="http://schemas.openxmlformats.org/drawingml/2006/main">
              <a:ext uri="{FF2B5EF4-FFF2-40B4-BE49-F238E27FC236}">
                <a16:creationId xmlns:a16="http://schemas.microsoft.com/office/drawing/2014/main" id="{FF49F14C-9E6D-4DD2-B510-8B3CDE87BFC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4" name="!!screenshot-MCP configuration">
            <a:extLst xmlns:a="http://schemas.openxmlformats.org/drawingml/2006/main">
              <a:ext uri="{FF2B5EF4-FFF2-40B4-BE49-F238E27FC236}">
                <a16:creationId xmlns:a16="http://schemas.microsoft.com/office/drawing/2014/main" id="{124C9B3C-D24E-4EBA-B509-CBDD3E72E83B}"/>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15" name="12b-text-1">
            <a:extLst xmlns:a="http://schemas.openxmlformats.org/drawingml/2006/main">
              <a:ext uri="{FF2B5EF4-FFF2-40B4-BE49-F238E27FC236}">
                <a16:creationId xmlns:a16="http://schemas.microsoft.com/office/drawing/2014/main" id="{3395F432-1839-474F-AD36-D53718984A8C}"/>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16" name="12b-text-2">
            <a:extLst xmlns:a="http://schemas.openxmlformats.org/drawingml/2006/main">
              <a:ext uri="{FF2B5EF4-FFF2-40B4-BE49-F238E27FC236}">
                <a16:creationId xmlns:a16="http://schemas.microsoft.com/office/drawing/2014/main" id="{8FE578E8-277C-4AFE-98CA-E1A77C14D9B9}"/>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MCP config</a:t>
            </a:r>
          </a:p>
        </p:txBody>
      </p:sp>
      <p:sp>
        <p:nvSpPr>
          <p:cNvPr id="217" name="!!screenshot-The permission prompt">
            <a:extLst xmlns:a="http://schemas.openxmlformats.org/drawingml/2006/main">
              <a:ext uri="{FF2B5EF4-FFF2-40B4-BE49-F238E27FC236}">
                <a16:creationId xmlns:a16="http://schemas.microsoft.com/office/drawing/2014/main" id="{B3B8B746-4AD4-4EFB-80C1-07F5C43A77EC}"/>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18" name="12b-text-3">
            <a:extLst xmlns:a="http://schemas.openxmlformats.org/drawingml/2006/main">
              <a:ext uri="{FF2B5EF4-FFF2-40B4-BE49-F238E27FC236}">
                <a16:creationId xmlns:a16="http://schemas.microsoft.com/office/drawing/2014/main" id="{A1AD9059-2D1D-4F0B-9A69-52B95CCB4E2E}"/>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19" name="12b-text-4">
            <a:extLst xmlns:a="http://schemas.openxmlformats.org/drawingml/2006/main">
              <a:ext uri="{FF2B5EF4-FFF2-40B4-BE49-F238E27FC236}">
                <a16:creationId xmlns:a16="http://schemas.microsoft.com/office/drawing/2014/main" id="{928B39A5-73E8-4CDC-BA0A-525469A1B388}"/>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Approval</a:t>
            </a:r>
          </a:p>
        </p:txBody>
      </p:sp>
      <p:sp>
        <p:nvSpPr>
          <p:cNvPr id="220" name="12b-text-10">
            <a:extLst xmlns:a="http://schemas.openxmlformats.org/drawingml/2006/main">
              <a:ext uri="{FF2B5EF4-FFF2-40B4-BE49-F238E27FC236}">
                <a16:creationId xmlns:a16="http://schemas.microsoft.com/office/drawing/2014/main" id="{73FD7E1C-0F4B-4CE5-B5FE-D9BD16CD8746}"/>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Tool-description refinements improved</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Claude Sonnet 3.5 on SWE-bench Verified.</a:t>
            </a:r>
          </a:p>
        </p:txBody>
      </p:sp>
      <p:sp>
        <p:nvSpPr>
          <p:cNvPr id="221" name="12b-text-11">
            <a:extLst xmlns:a="http://schemas.openxmlformats.org/drawingml/2006/main">
              <a:ext uri="{FF2B5EF4-FFF2-40B4-BE49-F238E27FC236}">
                <a16:creationId xmlns:a16="http://schemas.microsoft.com/office/drawing/2014/main" id="{8D35CF1C-0C21-4C68-91BE-D0E357313F80}"/>
              </a:ext>
            </a:extLst>
          </p:cNvPr>
          <p:cNvSpPr>
            <a:spLocks xmlns:a="http://schemas.openxmlformats.org/drawingml/2006/main"/>
          </p:cNvSpPr>
          <p:nvPr/>
        </p:nvSpPr>
        <p:spPr>
          <a:xfrm xmlns:a="http://schemas.openxmlformats.org/drawingml/2006/main">
            <a:off x="609600" y="3860800"/>
            <a:ext cx="10972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Anthropic's five-server example: about 55,000 tokens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before the first message. Tool search reduced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definition overhead by 85%.</a:t>
            </a:r>
          </a:p>
        </p:txBody>
      </p:sp>
      <p:sp>
        <p:nvSpPr>
          <p:cNvPr id="222" name="12b-text-12">
            <a:extLst xmlns:a="http://schemas.openxmlformats.org/drawingml/2006/main">
              <a:ext uri="{FF2B5EF4-FFF2-40B4-BE49-F238E27FC236}">
                <a16:creationId xmlns:a16="http://schemas.microsoft.com/office/drawing/2014/main" id="{B2E6634B-669F-4CEF-9FF1-DAF25ABD8879}"/>
              </a:ext>
            </a:extLst>
          </p:cNvPr>
          <p:cNvSpPr>
            <a:spLocks xmlns:a="http://schemas.openxmlformats.org/drawingml/2006/main"/>
          </p:cNvSpPr>
          <p:nvPr/>
        </p:nvSpPr>
        <p:spPr>
          <a:xfrm xmlns:a="http://schemas.openxmlformats.org/drawingml/2006/main">
            <a:off x="609600" y="56896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The protocol's floor: no token passthrough · minimal scopes · consent before local commands</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 sandboxed execution</a:t>
            </a:r>
          </a:p>
        </p:txBody>
      </p:sp>
      <p:sp>
        <p:nvSpPr>
          <p:cNvPr id="223" name="narrative-number">
            <a:extLst xmlns:a="http://schemas.openxmlformats.org/drawingml/2006/main">
              <a:ext uri="{FF2B5EF4-FFF2-40B4-BE49-F238E27FC236}">
                <a16:creationId xmlns:a16="http://schemas.microsoft.com/office/drawing/2014/main" id="{EAC18C07-B547-4BE4-86F8-FC92D393B34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258268638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4" name="!!area-name">
            <a:extLst xmlns:a="http://schemas.openxmlformats.org/drawingml/2006/main">
              <a:ext uri="{FF2B5EF4-FFF2-40B4-BE49-F238E27FC236}">
                <a16:creationId xmlns:a16="http://schemas.microsoft.com/office/drawing/2014/main" id="{4A51E206-A7B0-4A85-874C-6B72AB00CFF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33" name="mini-map"/>
          <p:cNvPicPr>
            <a:picLocks xmlns:a="http://schemas.openxmlformats.org/drawingml/2006/main" noChangeAspect="1"/>
          </p:cNvPicPr>
          <p:nvPr/>
        </p:nvPicPr>
        <p:blipFill>
          <a:blip xmlns:r="http://schemas.openxmlformats.org/officeDocument/2006/relationships" xmlns:a="http://schemas.openxmlformats.org/drawingml/2006/main" r:embed="R7691bde338f64eb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6" name="slide-title">
            <a:extLst xmlns:a="http://schemas.openxmlformats.org/drawingml/2006/main">
              <a:ext uri="{FF2B5EF4-FFF2-40B4-BE49-F238E27FC236}">
                <a16:creationId xmlns:a16="http://schemas.microsoft.com/office/drawing/2014/main" id="{60CD5E4E-D5F8-4489-BA72-4B5E3B51087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write the contract.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build the gate.</a:t>
            </a:r>
          </a:p>
        </p:txBody>
      </p:sp>
      <p:sp>
        <p:nvSpPr>
          <p:cNvPr id="227" name="header-divider">
            <a:extLst xmlns:a="http://schemas.openxmlformats.org/drawingml/2006/main">
              <a:ext uri="{FF2B5EF4-FFF2-40B4-BE49-F238E27FC236}">
                <a16:creationId xmlns:a16="http://schemas.microsoft.com/office/drawing/2014/main" id="{802657AC-90BB-4866-8953-454DDD66627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8" name="13-text-1">
            <a:extLst xmlns:a="http://schemas.openxmlformats.org/drawingml/2006/main">
              <a:ext uri="{FF2B5EF4-FFF2-40B4-BE49-F238E27FC236}">
                <a16:creationId xmlns:a16="http://schemas.microsoft.com/office/drawing/2014/main" id="{03B6FAA5-C431-4547-A79B-112A599AD61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tool contract</a:t>
            </a:r>
          </a:p>
        </p:txBody>
      </p:sp>
      <p:sp>
        <p:nvSpPr>
          <p:cNvPr id="229" name="13-text-2">
            <a:extLst xmlns:a="http://schemas.openxmlformats.org/drawingml/2006/main">
              <a:ext uri="{FF2B5EF4-FFF2-40B4-BE49-F238E27FC236}">
                <a16:creationId xmlns:a16="http://schemas.microsoft.com/office/drawing/2014/main" id="{7DEB2594-A778-4C4A-AF17-66D2697C4D68}"/>
              </a:ext>
            </a:extLst>
          </p:cNvPr>
          <p:cNvSpPr>
            <a:spLocks xmlns:a="http://schemas.openxmlformats.org/drawingml/2006/main"/>
          </p:cNvSpPr>
          <p:nvPr/>
        </p:nvSpPr>
        <p:spPr>
          <a:xfrm xmlns:a="http://schemas.openxmlformats.org/drawingml/2006/main">
            <a:off x="609600" y="2794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Background: parse and index PDF reports, Word minutes,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PowerPoint briefings.</a:t>
            </a:r>
          </a:p>
        </p:txBody>
      </p:sp>
      <p:graphicFrame>
        <p:nvGraphicFramePr>
          <p:cNvPr id="238" name="13-table-3"/>
          <p:cNvGraphicFramePr/>
          <p:nvPr/>
        </p:nvGraphicFramePr>
        <p:xfrm>
          <a:off xmlns:a="http://schemas.openxmlformats.org/drawingml/2006/main" x="609600" y="3606800"/>
          <a:ext xmlns:a="http://schemas.openxmlformats.org/drawingml/2006/main" cx="10972800" cy="2463800"/>
        </p:xfrm>
        <a:graphic xmlns:a="http://schemas.openxmlformats.org/drawingml/2006/main">
          <a:graphicData uri="http://schemas.openxmlformats.org/drawingml/2006/table">
            <a:tbl>
              <a:tblPr firstRow="0" firstCol="0" lastCol="0" bandRow="0" bandCol="0"/>
              <a:tblGrid>
                <a:gridCol w="2743200"/>
                <a:gridCol w="3606800"/>
                <a:gridCol w="4622800"/>
              </a:tblGrid>
              <a:tr h="406400">
                <a:tc>
                  <a:txBody>
                    <a:bodyPr>
                      <a:noAutofit/>
                    </a:bodyPr>
                    <a:lstStyle/>
                    <a:p>
                      <a:pPr>
                        <a:lnSpc>
                          <a:spcPct val="125000"/>
                        </a:lnSpc>
                        <a:buNone/>
                      </a:pPr>
                      <a:r>
                        <a:rPr sz="2000" b="1">
                          <a:solidFill>
                            <a:srgbClr val="F948BE"/>
                          </a:solidFill>
                          <a:latin typeface="Helvetica"/>
                          <a:ea typeface="Helvetica"/>
                          <a:cs typeface="Helvetica"/>
                        </a:rPr>
                        <a:t>Agent tool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Returns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Search</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ID, date, category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Authorized record IDs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Retrieve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ID, revision, location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Exact source passages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Export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Selected IDs + revisions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 manifest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85800">
                <a:tc>
                  <a:txBody>
                    <a:bodyPr>
                      <a:noAutofit/>
                    </a:bodyPr>
                    <a:lstStyle/>
                    <a:p>
                      <a:pPr>
                        <a:lnSpc>
                          <a:spcPct val="125000"/>
                        </a:lnSpc>
                        <a:buNone/>
                      </a:pPr>
                      <a:r>
                        <a:rPr sz="2000" b="0">
                          <a:solidFill>
                            <a:srgbClr val="FFFCF5"/>
                          </a:solidFill>
                          <a:latin typeface="Helvetica"/>
                          <a:ea typeface="Helvetica"/>
                          <a:cs typeface="Helvetica"/>
                        </a:rPr>
                        <a:t>Export cited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 citations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Brief + 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31" name="narrative-number">
            <a:extLst xmlns:a="http://schemas.openxmlformats.org/drawingml/2006/main">
              <a:ext uri="{FF2B5EF4-FFF2-40B4-BE49-F238E27FC236}">
                <a16:creationId xmlns:a16="http://schemas.microsoft.com/office/drawing/2014/main" id="{6F026363-C092-4537-84E7-637A795AEED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283254477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2" name="!!area-name">
            <a:extLst xmlns:a="http://schemas.openxmlformats.org/drawingml/2006/main">
              <a:ext uri="{FF2B5EF4-FFF2-40B4-BE49-F238E27FC236}">
                <a16:creationId xmlns:a16="http://schemas.microsoft.com/office/drawing/2014/main" id="{B9C4895A-2C2D-469A-AE1F-AD9377FC145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49" name="mini-map"/>
          <p:cNvPicPr>
            <a:picLocks xmlns:a="http://schemas.openxmlformats.org/drawingml/2006/main" noChangeAspect="1"/>
          </p:cNvPicPr>
          <p:nvPr/>
        </p:nvPicPr>
        <p:blipFill>
          <a:blip xmlns:r="http://schemas.openxmlformats.org/officeDocument/2006/relationships" xmlns:a="http://schemas.openxmlformats.org/drawingml/2006/main" r:embed="Rf6b41dc240244f4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4" name="slide-title">
            <a:extLst xmlns:a="http://schemas.openxmlformats.org/drawingml/2006/main">
              <a:ext uri="{FF2B5EF4-FFF2-40B4-BE49-F238E27FC236}">
                <a16:creationId xmlns:a16="http://schemas.microsoft.com/office/drawing/2014/main" id="{287F439C-BE16-4546-A15B-76AEC916138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write the contract.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build the gate.</a:t>
            </a:r>
          </a:p>
        </p:txBody>
      </p:sp>
      <p:sp>
        <p:nvSpPr>
          <p:cNvPr id="235" name="header-divider">
            <a:extLst xmlns:a="http://schemas.openxmlformats.org/drawingml/2006/main">
              <a:ext uri="{FF2B5EF4-FFF2-40B4-BE49-F238E27FC236}">
                <a16:creationId xmlns:a16="http://schemas.microsoft.com/office/drawing/2014/main" id="{0A3B5AB0-B012-4A65-864A-AF22B3D2113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6" name="13-text-4">
            <a:extLst xmlns:a="http://schemas.openxmlformats.org/drawingml/2006/main">
              <a:ext uri="{FF2B5EF4-FFF2-40B4-BE49-F238E27FC236}">
                <a16:creationId xmlns:a16="http://schemas.microsoft.com/office/drawing/2014/main" id="{E94CFF13-A60C-4E9C-900F-D9FE0E218E1D}"/>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result contract</a:t>
            </a:r>
          </a:p>
        </p:txBody>
      </p:sp>
      <p:sp>
        <p:nvSpPr>
          <p:cNvPr id="237" name="13-text-5">
            <a:extLst xmlns:a="http://schemas.openxmlformats.org/drawingml/2006/main">
              <a:ext uri="{FF2B5EF4-FFF2-40B4-BE49-F238E27FC236}">
                <a16:creationId xmlns:a16="http://schemas.microsoft.com/office/drawing/2014/main" id="{9E87F871-2644-44E4-897B-1959932F8287}"/>
              </a:ext>
            </a:extLst>
          </p:cNvPr>
          <p:cNvSpPr>
            <a:spLocks xmlns:a="http://schemas.openxmlformats.org/drawingml/2006/main"/>
          </p:cNvSpPr>
          <p:nvPr/>
        </p:nvSpPr>
        <p:spPr>
          <a:xfrm xmlns:a="http://schemas.openxmlformats.org/drawingml/2006/main">
            <a:off x="609600" y="28956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p:txBody>
      </p:sp>
      <p:sp>
        <p:nvSpPr>
          <p:cNvPr id="238" name="13-text-6">
            <a:extLst xmlns:a="http://schemas.openxmlformats.org/drawingml/2006/main">
              <a:ext uri="{FF2B5EF4-FFF2-40B4-BE49-F238E27FC236}">
                <a16:creationId xmlns:a16="http://schemas.microsoft.com/office/drawing/2014/main" id="{736B1FE3-27BB-4E4F-9F72-3865D24A735E}"/>
              </a:ext>
            </a:extLst>
          </p:cNvPr>
          <p:cNvSpPr>
            <a:spLocks xmlns:a="http://schemas.openxmlformats.org/drawingml/2006/main"/>
          </p:cNvSpPr>
          <p:nvPr/>
        </p:nvSpPr>
        <p:spPr>
          <a:xfrm xmlns:a="http://schemas.openxmlformats.org/drawingml/2006/main">
            <a:off x="2489200" y="28956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Stable IDs, revisions, source locations.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Parsing failures and incomplete results are explicit.</a:t>
            </a:r>
          </a:p>
        </p:txBody>
      </p:sp>
      <p:sp>
        <p:nvSpPr>
          <p:cNvPr id="239" name="13-text-7">
            <a:extLst xmlns:a="http://schemas.openxmlformats.org/drawingml/2006/main">
              <a:ext uri="{FF2B5EF4-FFF2-40B4-BE49-F238E27FC236}">
                <a16:creationId xmlns:a16="http://schemas.microsoft.com/office/drawing/2014/main" id="{DA0309FC-CB39-4AAA-B03F-DCCD31EE80F9}"/>
              </a:ext>
            </a:extLst>
          </p:cNvPr>
          <p:cNvSpPr>
            <a:spLocks xmlns:a="http://schemas.openxmlformats.org/drawingml/2006/main"/>
          </p:cNvSpPr>
          <p:nvPr/>
        </p:nvSpPr>
        <p:spPr>
          <a:xfrm xmlns:a="http://schemas.openxmlformats.org/drawingml/2006/main">
            <a:off x="609600" y="38608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a:t>
            </a:r>
          </a:p>
        </p:txBody>
      </p:sp>
      <p:sp>
        <p:nvSpPr>
          <p:cNvPr id="240" name="13-text-8">
            <a:extLst xmlns:a="http://schemas.openxmlformats.org/drawingml/2006/main">
              <a:ext uri="{FF2B5EF4-FFF2-40B4-BE49-F238E27FC236}">
                <a16:creationId xmlns:a16="http://schemas.microsoft.com/office/drawing/2014/main" id="{D564579D-1912-48B1-9A0A-E5EA2DBFA238}"/>
              </a:ext>
            </a:extLst>
          </p:cNvPr>
          <p:cNvSpPr>
            <a:spLocks xmlns:a="http://schemas.openxmlformats.org/drawingml/2006/main"/>
          </p:cNvSpPr>
          <p:nvPr/>
        </p:nvSpPr>
        <p:spPr>
          <a:xfrm xmlns:a="http://schemas.openxmlformats.org/drawingml/2006/main">
            <a:off x="2489200" y="38608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Selected records or the checked brief,</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citations and uncertainty intact.</a:t>
            </a:r>
          </a:p>
        </p:txBody>
      </p:sp>
      <p:sp>
        <p:nvSpPr>
          <p:cNvPr id="241" name="13-text-9">
            <a:extLst xmlns:a="http://schemas.openxmlformats.org/drawingml/2006/main">
              <a:ext uri="{FF2B5EF4-FFF2-40B4-BE49-F238E27FC236}">
                <a16:creationId xmlns:a16="http://schemas.microsoft.com/office/drawing/2014/main" id="{20D9241B-ED8E-4206-A173-FC6A32187FCB}"/>
              </a:ext>
            </a:extLst>
          </p:cNvPr>
          <p:cNvSpPr>
            <a:spLocks xmlns:a="http://schemas.openxmlformats.org/drawingml/2006/main"/>
          </p:cNvSpPr>
          <p:nvPr/>
        </p:nvSpPr>
        <p:spPr>
          <a:xfrm xmlns:a="http://schemas.openxmlformats.org/drawingml/2006/main">
            <a:off x="609600" y="48260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a:t>
            </a:r>
          </a:p>
        </p:txBody>
      </p:sp>
      <p:sp>
        <p:nvSpPr>
          <p:cNvPr id="242" name="13-text-10">
            <a:extLst xmlns:a="http://schemas.openxmlformats.org/drawingml/2006/main">
              <a:ext uri="{FF2B5EF4-FFF2-40B4-BE49-F238E27FC236}">
                <a16:creationId xmlns:a16="http://schemas.microsoft.com/office/drawing/2014/main" id="{5988C4C7-E6AB-4A66-BD56-1E22C5BDAB2D}"/>
              </a:ext>
            </a:extLst>
          </p:cNvPr>
          <p:cNvSpPr>
            <a:spLocks xmlns:a="http://schemas.openxmlformats.org/drawingml/2006/main"/>
          </p:cNvSpPr>
          <p:nvPr/>
        </p:nvSpPr>
        <p:spPr>
          <a:xfrm xmlns:a="http://schemas.openxmlformats.org/drawingml/2006/main">
            <a:off x="2489200" y="48260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access and allowed destinations outside the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reads and exports.</a:t>
            </a:r>
          </a:p>
        </p:txBody>
      </p:sp>
      <p:sp>
        <p:nvSpPr>
          <p:cNvPr id="243" name="13-shape-11">
            <a:extLst xmlns:a="http://schemas.openxmlformats.org/drawingml/2006/main">
              <a:ext uri="{FF2B5EF4-FFF2-40B4-BE49-F238E27FC236}">
                <a16:creationId xmlns:a16="http://schemas.microsoft.com/office/drawing/2014/main" id="{2C42BC4F-6D82-4003-A6E6-628AE30AAC1E}"/>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44" name="13-shape-12">
            <a:extLst xmlns:a="http://schemas.openxmlformats.org/drawingml/2006/main">
              <a:ext uri="{FF2B5EF4-FFF2-40B4-BE49-F238E27FC236}">
                <a16:creationId xmlns:a16="http://schemas.microsoft.com/office/drawing/2014/main" id="{F7E2FBEF-02DC-428C-99A5-8EE6843C7603}"/>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45" name="13-text-13">
            <a:extLst xmlns:a="http://schemas.openxmlformats.org/drawingml/2006/main">
              <a:ext uri="{FF2B5EF4-FFF2-40B4-BE49-F238E27FC236}">
                <a16:creationId xmlns:a16="http://schemas.microsoft.com/office/drawing/2014/main" id="{58F8305F-F68C-46EA-95EC-BDAE8E29A829}"/>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246" name="13-text-14">
            <a:extLst xmlns:a="http://schemas.openxmlformats.org/drawingml/2006/main">
              <a:ext uri="{FF2B5EF4-FFF2-40B4-BE49-F238E27FC236}">
                <a16:creationId xmlns:a16="http://schemas.microsoft.com/office/drawing/2014/main" id="{C9B92169-8865-4873-97C6-A6AEA6419BDF}"/>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247" name="narrative-number">
            <a:extLst xmlns:a="http://schemas.openxmlformats.org/drawingml/2006/main">
              <a:ext uri="{FF2B5EF4-FFF2-40B4-BE49-F238E27FC236}">
                <a16:creationId xmlns:a16="http://schemas.microsoft.com/office/drawing/2014/main" id="{B50AC23A-E853-49F7-9C4A-65287B89BB0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228604475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3"/>
                                        </p:tgtEl>
                                        <p:attrNameLst>
                                          <p:attrName>style.visibility</p:attrName>
                                        </p:attrNameLst>
                                      </p:cBhvr>
                                      <p:to>
                                        <p:strVal val="visible"/>
                                      </p:to>
                                    </p:set>
                                    <p:animEffect transition="in" filter="fade">
                                      <p:cBhvr>
                                        <p:cTn id="7" dur="300" fill="hold"/>
                                        <p:tgtEl>
                                          <p:spTgt spid="243"/>
                                        </p:tgtEl>
                                      </p:cBhvr>
                                    </p:animEffect>
                                  </p:childTnLst>
                                </p:cTn>
                              </p:par>
                              <p:par>
                                <p:cTn id="8" presetID="10" presetClass="entr" presetSubtype="0" fill="hold" nodeType="withEffect">
                                  <p:stCondLst>
                                    <p:cond delay="0"/>
                                  </p:stCondLst>
                                  <p:childTnLst>
                                    <p:set>
                                      <p:cBhvr>
                                        <p:cTn id="9" dur="1" fill="hold">
                                          <p:stCondLst>
                                            <p:cond delay="0"/>
                                          </p:stCondLst>
                                        </p:cTn>
                                        <p:tgtEl>
                                          <p:spTgt spid="244"/>
                                        </p:tgtEl>
                                        <p:attrNameLst>
                                          <p:attrName>style.visibility</p:attrName>
                                        </p:attrNameLst>
                                      </p:cBhvr>
                                      <p:to>
                                        <p:strVal val="visible"/>
                                      </p:to>
                                    </p:set>
                                    <p:animEffect transition="in" filter="fade">
                                      <p:cBhvr>
                                        <p:cTn id="10" dur="300" fill="hold"/>
                                        <p:tgtEl>
                                          <p:spTgt spid="244"/>
                                        </p:tgtEl>
                                      </p:cBhvr>
                                    </p:animEffect>
                                  </p:childTnLst>
                                </p:cTn>
                              </p:par>
                              <p:par>
                                <p:cTn id="11" presetID="10" presetClass="entr" presetSubtype="0" fill="hold" nodeType="withEffect">
                                  <p:stCondLst>
                                    <p:cond delay="0"/>
                                  </p:stCondLst>
                                  <p:childTnLst>
                                    <p:set>
                                      <p:cBhvr>
                                        <p:cTn id="12" dur="1" fill="hold">
                                          <p:stCondLst>
                                            <p:cond delay="0"/>
                                          </p:stCondLst>
                                        </p:cTn>
                                        <p:tgtEl>
                                          <p:spTgt spid="245"/>
                                        </p:tgtEl>
                                        <p:attrNameLst>
                                          <p:attrName>style.visibility</p:attrName>
                                        </p:attrNameLst>
                                      </p:cBhvr>
                                      <p:to>
                                        <p:strVal val="visible"/>
                                      </p:to>
                                    </p:set>
                                    <p:animEffect transition="in" filter="fade">
                                      <p:cBhvr>
                                        <p:cTn id="13" dur="300" fill="hold"/>
                                        <p:tgtEl>
                                          <p:spTgt spid="245"/>
                                        </p:tgtEl>
                                      </p:cBhvr>
                                    </p:animEffect>
                                  </p:childTnLst>
                                </p:cTn>
                              </p:par>
                              <p:par>
                                <p:cTn id="14" presetID="10" presetClass="entr" presetSubtype="0" fill="hold" nodeType="withEffect">
                                  <p:stCondLst>
                                    <p:cond delay="0"/>
                                  </p:stCondLst>
                                  <p:childTnLst>
                                    <p:set>
                                      <p:cBhvr>
                                        <p:cTn id="15" dur="1" fill="hold">
                                          <p:stCondLst>
                                            <p:cond delay="0"/>
                                          </p:stCondLst>
                                        </p:cTn>
                                        <p:tgtEl>
                                          <p:spTgt spid="246"/>
                                        </p:tgtEl>
                                        <p:attrNameLst>
                                          <p:attrName>style.visibility</p:attrName>
                                        </p:attrNameLst>
                                      </p:cBhvr>
                                      <p:to>
                                        <p:strVal val="visible"/>
                                      </p:to>
                                    </p:set>
                                    <p:animEffect transition="in" filter="fade">
                                      <p:cBhvr>
                                        <p:cTn id="16" dur="300" fill="hold"/>
                                        <p:tgtEl>
                                          <p:spTgt spid="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8" name="!!area-header">
            <a:extLst xmlns:a="http://schemas.openxmlformats.org/drawingml/2006/main">
              <a:ext uri="{FF2B5EF4-FFF2-40B4-BE49-F238E27FC236}">
                <a16:creationId xmlns:a16="http://schemas.microsoft.com/office/drawing/2014/main" id="{2A5F4D6E-381D-4529-8253-BD27E7D1DFA8}"/>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49" name="!!area-name">
            <a:extLst xmlns:a="http://schemas.openxmlformats.org/drawingml/2006/main">
              <a:ext uri="{FF2B5EF4-FFF2-40B4-BE49-F238E27FC236}">
                <a16:creationId xmlns:a16="http://schemas.microsoft.com/office/drawing/2014/main" id="{693A0EC4-102E-4279-80E7-58B111332413}"/>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250" name="!!area-beat">
            <a:extLst xmlns:a="http://schemas.openxmlformats.org/drawingml/2006/main">
              <a:ext uri="{FF2B5EF4-FFF2-40B4-BE49-F238E27FC236}">
                <a16:creationId xmlns:a16="http://schemas.microsoft.com/office/drawing/2014/main" id="{68FED8CD-CFDB-492E-A623-F582774C93CC}"/>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251" name="header-divider">
            <a:extLst xmlns:a="http://schemas.openxmlformats.org/drawingml/2006/main">
              <a:ext uri="{FF2B5EF4-FFF2-40B4-BE49-F238E27FC236}">
                <a16:creationId xmlns:a16="http://schemas.microsoft.com/office/drawing/2014/main" id="{327AB0C3-C236-4B7C-86B6-D25EC1482C17}"/>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2" name="14-shape-1">
            <a:extLst xmlns:a="http://schemas.openxmlformats.org/drawingml/2006/main">
              <a:ext uri="{FF2B5EF4-FFF2-40B4-BE49-F238E27FC236}">
                <a16:creationId xmlns:a16="http://schemas.microsoft.com/office/drawing/2014/main" id="{9CF16258-7BB1-4B21-94B1-F3478405E2A5}"/>
              </a:ext>
            </a:extLst>
          </p:cNvPr>
          <p:cNvSpPr>
            <a:spLocks xmlns:a="http://schemas.openxmlformats.org/drawingml/2006/main"/>
          </p:cNvSpPr>
          <p:nvPr/>
        </p:nvSpPr>
        <p:spPr>
          <a:xfrm xmlns:a="http://schemas.openxmlformats.org/drawingml/2006/main">
            <a:off x="6096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53" name="14-text-2">
            <a:extLst xmlns:a="http://schemas.openxmlformats.org/drawingml/2006/main">
              <a:ext uri="{FF2B5EF4-FFF2-40B4-BE49-F238E27FC236}">
                <a16:creationId xmlns:a16="http://schemas.microsoft.com/office/drawing/2014/main" id="{5F0EEE85-947A-4333-B1DA-81F4190B5434}"/>
              </a:ext>
            </a:extLst>
          </p:cNvPr>
          <p:cNvSpPr>
            <a:spLocks xmlns:a="http://schemas.openxmlformats.org/drawingml/2006/main"/>
          </p:cNvSpPr>
          <p:nvPr/>
        </p:nvSpPr>
        <p:spPr>
          <a:xfrm xmlns:a="http://schemas.openxmlformats.org/drawingml/2006/main">
            <a:off x="7620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/plan</a:t>
            </a:r>
          </a:p>
        </p:txBody>
      </p:sp>
      <p:sp>
        <p:nvSpPr>
          <p:cNvPr id="254" name="14-shape-3">
            <a:extLst xmlns:a="http://schemas.openxmlformats.org/drawingml/2006/main">
              <a:ext uri="{FF2B5EF4-FFF2-40B4-BE49-F238E27FC236}">
                <a16:creationId xmlns:a16="http://schemas.microsoft.com/office/drawing/2014/main" id="{A72E7292-5E51-4A1F-AA96-402FC01CCC1A}"/>
              </a:ext>
            </a:extLst>
          </p:cNvPr>
          <p:cNvSpPr>
            <a:spLocks xmlns:a="http://schemas.openxmlformats.org/drawingml/2006/main"/>
          </p:cNvSpPr>
          <p:nvPr/>
        </p:nvSpPr>
        <p:spPr>
          <a:xfrm xmlns:a="http://schemas.openxmlformats.org/drawingml/2006/main">
            <a:off x="1714500" y="2082800"/>
            <a:ext cx="14859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55" name="14-text-4">
            <a:extLst xmlns:a="http://schemas.openxmlformats.org/drawingml/2006/main">
              <a:ext uri="{FF2B5EF4-FFF2-40B4-BE49-F238E27FC236}">
                <a16:creationId xmlns:a16="http://schemas.microsoft.com/office/drawing/2014/main" id="{933AB441-10C0-4D68-BE4F-90565213BEE2}"/>
              </a:ext>
            </a:extLst>
          </p:cNvPr>
          <p:cNvSpPr>
            <a:spLocks xmlns:a="http://schemas.openxmlformats.org/drawingml/2006/main"/>
          </p:cNvSpPr>
          <p:nvPr/>
        </p:nvSpPr>
        <p:spPr>
          <a:xfrm xmlns:a="http://schemas.openxmlformats.org/drawingml/2006/main">
            <a:off x="1866900" y="2120900"/>
            <a:ext cx="1181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subagents</a:t>
            </a:r>
          </a:p>
        </p:txBody>
      </p:sp>
      <p:sp>
        <p:nvSpPr>
          <p:cNvPr id="256" name="14-shape-5">
            <a:extLst xmlns:a="http://schemas.openxmlformats.org/drawingml/2006/main">
              <a:ext uri="{FF2B5EF4-FFF2-40B4-BE49-F238E27FC236}">
                <a16:creationId xmlns:a16="http://schemas.microsoft.com/office/drawing/2014/main" id="{D1CF99A5-3D71-4BDB-8D0A-DBB2E6388D1B}"/>
              </a:ext>
            </a:extLst>
          </p:cNvPr>
          <p:cNvSpPr>
            <a:spLocks xmlns:a="http://schemas.openxmlformats.org/drawingml/2006/main"/>
          </p:cNvSpPr>
          <p:nvPr/>
        </p:nvSpPr>
        <p:spPr>
          <a:xfrm xmlns:a="http://schemas.openxmlformats.org/drawingml/2006/main">
            <a:off x="3302000" y="2082800"/>
            <a:ext cx="990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57" name="14-text-6">
            <a:extLst xmlns:a="http://schemas.openxmlformats.org/drawingml/2006/main">
              <a:ext uri="{FF2B5EF4-FFF2-40B4-BE49-F238E27FC236}">
                <a16:creationId xmlns:a16="http://schemas.microsoft.com/office/drawing/2014/main" id="{C507B52A-14D4-412E-A8BE-71C882DD01B8}"/>
              </a:ext>
            </a:extLst>
          </p:cNvPr>
          <p:cNvSpPr>
            <a:spLocks xmlns:a="http://schemas.openxmlformats.org/drawingml/2006/main"/>
          </p:cNvSpPr>
          <p:nvPr/>
        </p:nvSpPr>
        <p:spPr>
          <a:xfrm xmlns:a="http://schemas.openxmlformats.org/drawingml/2006/main">
            <a:off x="3454400" y="2120900"/>
            <a:ext cx="685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hooks</a:t>
            </a:r>
          </a:p>
        </p:txBody>
      </p:sp>
      <p:sp>
        <p:nvSpPr>
          <p:cNvPr id="258" name="14-shape-7">
            <a:extLst xmlns:a="http://schemas.openxmlformats.org/drawingml/2006/main">
              <a:ext uri="{FF2B5EF4-FFF2-40B4-BE49-F238E27FC236}">
                <a16:creationId xmlns:a16="http://schemas.microsoft.com/office/drawing/2014/main" id="{87291B83-11FF-43E0-82DA-796C45F5A8AF}"/>
              </a:ext>
            </a:extLst>
          </p:cNvPr>
          <p:cNvSpPr>
            <a:spLocks xmlns:a="http://schemas.openxmlformats.org/drawingml/2006/main"/>
          </p:cNvSpPr>
          <p:nvPr/>
        </p:nvSpPr>
        <p:spPr>
          <a:xfrm xmlns:a="http://schemas.openxmlformats.org/drawingml/2006/main">
            <a:off x="4394200" y="2082800"/>
            <a:ext cx="14224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59" name="14-text-8">
            <a:extLst xmlns:a="http://schemas.openxmlformats.org/drawingml/2006/main">
              <a:ext uri="{FF2B5EF4-FFF2-40B4-BE49-F238E27FC236}">
                <a16:creationId xmlns:a16="http://schemas.microsoft.com/office/drawing/2014/main" id="{A60502BA-782D-4022-97F2-F7675D70CFBE}"/>
              </a:ext>
            </a:extLst>
          </p:cNvPr>
          <p:cNvSpPr>
            <a:spLocks xmlns:a="http://schemas.openxmlformats.org/drawingml/2006/main"/>
          </p:cNvSpPr>
          <p:nvPr/>
        </p:nvSpPr>
        <p:spPr>
          <a:xfrm xmlns:a="http://schemas.openxmlformats.org/drawingml/2006/main">
            <a:off x="4546600" y="2120900"/>
            <a:ext cx="111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/compact</a:t>
            </a:r>
          </a:p>
        </p:txBody>
      </p:sp>
      <p:sp>
        <p:nvSpPr>
          <p:cNvPr id="260" name="14-shape-9">
            <a:extLst xmlns:a="http://schemas.openxmlformats.org/drawingml/2006/main">
              <a:ext uri="{FF2B5EF4-FFF2-40B4-BE49-F238E27FC236}">
                <a16:creationId xmlns:a16="http://schemas.microsoft.com/office/drawing/2014/main" id="{4BDF37F5-A7F2-4EF8-944D-4BCCCF925B47}"/>
              </a:ext>
            </a:extLst>
          </p:cNvPr>
          <p:cNvSpPr>
            <a:spLocks xmlns:a="http://schemas.openxmlformats.org/drawingml/2006/main"/>
          </p:cNvSpPr>
          <p:nvPr/>
        </p:nvSpPr>
        <p:spPr>
          <a:xfrm xmlns:a="http://schemas.openxmlformats.org/drawingml/2006/main">
            <a:off x="5918200" y="2082800"/>
            <a:ext cx="12827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61" name="14-text-10">
            <a:extLst xmlns:a="http://schemas.openxmlformats.org/drawingml/2006/main">
              <a:ext uri="{FF2B5EF4-FFF2-40B4-BE49-F238E27FC236}">
                <a16:creationId xmlns:a16="http://schemas.microsoft.com/office/drawing/2014/main" id="{D24C93B0-AC2D-4DA1-B8F4-AB2D853BA7DC}"/>
              </a:ext>
            </a:extLst>
          </p:cNvPr>
          <p:cNvSpPr>
            <a:spLocks xmlns:a="http://schemas.openxmlformats.org/drawingml/2006/main"/>
          </p:cNvSpPr>
          <p:nvPr/>
        </p:nvSpPr>
        <p:spPr>
          <a:xfrm xmlns:a="http://schemas.openxmlformats.org/drawingml/2006/main">
            <a:off x="6070600" y="2120900"/>
            <a:ext cx="977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/resume</a:t>
            </a:r>
          </a:p>
        </p:txBody>
      </p:sp>
      <p:sp>
        <p:nvSpPr>
          <p:cNvPr id="262" name="14-shape-11">
            <a:extLst xmlns:a="http://schemas.openxmlformats.org/drawingml/2006/main">
              <a:ext uri="{FF2B5EF4-FFF2-40B4-BE49-F238E27FC236}">
                <a16:creationId xmlns:a16="http://schemas.microsoft.com/office/drawing/2014/main" id="{7B27ECA4-DD79-4402-A22B-32410F4DD2F9}"/>
              </a:ext>
            </a:extLst>
          </p:cNvPr>
          <p:cNvSpPr>
            <a:spLocks xmlns:a="http://schemas.openxmlformats.org/drawingml/2006/main"/>
          </p:cNvSpPr>
          <p:nvPr/>
        </p:nvSpPr>
        <p:spPr>
          <a:xfrm xmlns:a="http://schemas.openxmlformats.org/drawingml/2006/main">
            <a:off x="73025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63" name="14-text-12">
            <a:extLst xmlns:a="http://schemas.openxmlformats.org/drawingml/2006/main">
              <a:ext uri="{FF2B5EF4-FFF2-40B4-BE49-F238E27FC236}">
                <a16:creationId xmlns:a16="http://schemas.microsoft.com/office/drawing/2014/main" id="{C9BD0FEB-0850-480C-B95F-925ECE3D4E85}"/>
              </a:ext>
            </a:extLst>
          </p:cNvPr>
          <p:cNvSpPr>
            <a:spLocks xmlns:a="http://schemas.openxmlformats.org/drawingml/2006/main"/>
          </p:cNvSpPr>
          <p:nvPr/>
        </p:nvSpPr>
        <p:spPr>
          <a:xfrm xmlns:a="http://schemas.openxmlformats.org/drawingml/2006/main">
            <a:off x="74549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/fork</a:t>
            </a:r>
          </a:p>
        </p:txBody>
      </p:sp>
      <p:sp>
        <p:nvSpPr>
          <p:cNvPr id="264" name="14-text-13">
            <a:extLst xmlns:a="http://schemas.openxmlformats.org/drawingml/2006/main">
              <a:ext uri="{FF2B5EF4-FFF2-40B4-BE49-F238E27FC236}">
                <a16:creationId xmlns:a16="http://schemas.microsoft.com/office/drawing/2014/main" id="{75CEFFAF-B8DF-438B-AEC3-FC448AB332F3}"/>
              </a:ext>
            </a:extLst>
          </p:cNvPr>
          <p:cNvSpPr>
            <a:spLocks xmlns:a="http://schemas.openxmlformats.org/drawingml/2006/main"/>
          </p:cNvSpPr>
          <p:nvPr/>
        </p:nvSpPr>
        <p:spPr>
          <a:xfrm xmlns:a="http://schemas.openxmlformats.org/drawingml/2006/main">
            <a:off x="3810000" y="3022600"/>
            <a:ext cx="4572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gather context</a:t>
            </a:r>
          </a:p>
        </p:txBody>
      </p:sp>
      <p:sp>
        <p:nvSpPr>
          <p:cNvPr id="265" name="14-text-14">
            <a:extLst xmlns:a="http://schemas.openxmlformats.org/drawingml/2006/main">
              <a:ext uri="{FF2B5EF4-FFF2-40B4-BE49-F238E27FC236}">
                <a16:creationId xmlns:a16="http://schemas.microsoft.com/office/drawing/2014/main" id="{3A0889E4-CAA1-4511-8BD3-221FD08B04F1}"/>
              </a:ext>
            </a:extLst>
          </p:cNvPr>
          <p:cNvSpPr>
            <a:spLocks xmlns:a="http://schemas.openxmlformats.org/drawingml/2006/main"/>
          </p:cNvSpPr>
          <p:nvPr/>
        </p:nvSpPr>
        <p:spPr>
          <a:xfrm xmlns:a="http://schemas.openxmlformats.org/drawingml/2006/main">
            <a:off x="7289800" y="48133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take action</a:t>
            </a:r>
          </a:p>
        </p:txBody>
      </p:sp>
      <p:sp>
        <p:nvSpPr>
          <p:cNvPr id="266" name="14-text-15">
            <a:extLst xmlns:a="http://schemas.openxmlformats.org/drawingml/2006/main">
              <a:ext uri="{FF2B5EF4-FFF2-40B4-BE49-F238E27FC236}">
                <a16:creationId xmlns:a16="http://schemas.microsoft.com/office/drawing/2014/main" id="{5CCB67BC-2886-451F-BF24-BEE3A3267744}"/>
              </a:ext>
            </a:extLst>
          </p:cNvPr>
          <p:cNvSpPr>
            <a:spLocks xmlns:a="http://schemas.openxmlformats.org/drawingml/2006/main"/>
          </p:cNvSpPr>
          <p:nvPr/>
        </p:nvSpPr>
        <p:spPr>
          <a:xfrm xmlns:a="http://schemas.openxmlformats.org/drawingml/2006/main">
            <a:off x="2260600" y="4813300"/>
            <a:ext cx="2286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267" name="14-line-17">
            <a:extLst xmlns:a="http://schemas.openxmlformats.org/drawingml/2006/main">
              <a:ext uri="{FF2B5EF4-FFF2-40B4-BE49-F238E27FC236}">
                <a16:creationId xmlns:a16="http://schemas.microsoft.com/office/drawing/2014/main" id="{67E1D92D-B491-4691-8B08-D774EF395792}"/>
              </a:ext>
            </a:extLst>
          </p:cNvPr>
          <p:cNvSpPr>
            <a:spLocks xmlns:a="http://schemas.openxmlformats.org/drawingml/2006/main"/>
          </p:cNvSpPr>
          <p:nvPr/>
        </p:nvSpPr>
        <p:spPr>
          <a:xfrm xmlns:a="http://schemas.openxmlformats.org/drawingml/2006/main" flipH="0" flipV="0">
            <a:off x="7035800" y="3556000"/>
            <a:ext cx="1028700" cy="8509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68" name="14-line-19">
            <a:extLst xmlns:a="http://schemas.openxmlformats.org/drawingml/2006/main">
              <a:ext uri="{FF2B5EF4-FFF2-40B4-BE49-F238E27FC236}">
                <a16:creationId xmlns:a16="http://schemas.microsoft.com/office/drawing/2014/main" id="{86CDECAE-EC47-450B-89D8-00310CFEA551}"/>
              </a:ext>
            </a:extLst>
          </p:cNvPr>
          <p:cNvSpPr>
            <a:spLocks xmlns:a="http://schemas.openxmlformats.org/drawingml/2006/main"/>
          </p:cNvSpPr>
          <p:nvPr/>
        </p:nvSpPr>
        <p:spPr>
          <a:xfrm xmlns:a="http://schemas.openxmlformats.org/drawingml/2006/main" flipH="1" flipV="0">
            <a:off x="4597400" y="5092700"/>
            <a:ext cx="2565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69" name="14-line-21">
            <a:extLst xmlns:a="http://schemas.openxmlformats.org/drawingml/2006/main">
              <a:ext uri="{FF2B5EF4-FFF2-40B4-BE49-F238E27FC236}">
                <a16:creationId xmlns:a16="http://schemas.microsoft.com/office/drawing/2014/main" id="{2A90E587-484B-4298-B4B3-1E23D56262C5}"/>
              </a:ext>
            </a:extLst>
          </p:cNvPr>
          <p:cNvSpPr>
            <a:spLocks xmlns:a="http://schemas.openxmlformats.org/drawingml/2006/main"/>
          </p:cNvSpPr>
          <p:nvPr/>
        </p:nvSpPr>
        <p:spPr>
          <a:xfrm xmlns:a="http://schemas.openxmlformats.org/drawingml/2006/main" flipH="0" flipV="1">
            <a:off x="3644900" y="3556000"/>
            <a:ext cx="1270000" cy="8890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70" name="narrative-number">
            <a:extLst xmlns:a="http://schemas.openxmlformats.org/drawingml/2006/main">
              <a:ext uri="{FF2B5EF4-FFF2-40B4-BE49-F238E27FC236}">
                <a16:creationId xmlns:a16="http://schemas.microsoft.com/office/drawing/2014/main" id="{3E653B81-DA64-4C9D-900F-EBB895398DD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247746798"/>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1" name="!!area-name">
            <a:extLst xmlns:a="http://schemas.openxmlformats.org/drawingml/2006/main">
              <a:ext uri="{FF2B5EF4-FFF2-40B4-BE49-F238E27FC236}">
                <a16:creationId xmlns:a16="http://schemas.microsoft.com/office/drawing/2014/main" id="{2908ADF8-FBB6-41DC-B12A-3C2DB2B317A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283" name="mini-map"/>
          <p:cNvPicPr>
            <a:picLocks xmlns:a="http://schemas.openxmlformats.org/drawingml/2006/main" noChangeAspect="1"/>
          </p:cNvPicPr>
          <p:nvPr/>
        </p:nvPicPr>
        <p:blipFill>
          <a:blip xmlns:r="http://schemas.openxmlformats.org/officeDocument/2006/relationships" xmlns:a="http://schemas.openxmlformats.org/drawingml/2006/main" r:embed="R398503fae2c6456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3" name="header-divider">
            <a:extLst xmlns:a="http://schemas.openxmlformats.org/drawingml/2006/main">
              <a:ext uri="{FF2B5EF4-FFF2-40B4-BE49-F238E27FC236}">
                <a16:creationId xmlns:a16="http://schemas.microsoft.com/office/drawing/2014/main" id="{219EAE2E-376B-4A82-A50D-98268736DD8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4" name="14b-text-1">
            <a:extLst xmlns:a="http://schemas.openxmlformats.org/drawingml/2006/main">
              <a:ext uri="{FF2B5EF4-FFF2-40B4-BE49-F238E27FC236}">
                <a16:creationId xmlns:a16="http://schemas.microsoft.com/office/drawing/2014/main" id="{564CAD01-4E66-407A-80E0-8E6A1DA7405F}"/>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275" name="14b-text-2">
            <a:extLst xmlns:a="http://schemas.openxmlformats.org/drawingml/2006/main">
              <a:ext uri="{FF2B5EF4-FFF2-40B4-BE49-F238E27FC236}">
                <a16:creationId xmlns:a16="http://schemas.microsoft.com/office/drawing/2014/main" id="{32AB16CA-1D80-42C8-A34A-5BBF82F267E5}"/>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loop's decisions:</a:t>
            </a:r>
          </a:p>
        </p:txBody>
      </p:sp>
      <p:sp>
        <p:nvSpPr>
          <p:cNvPr id="276" name="14b-text-3">
            <a:extLst xmlns:a="http://schemas.openxmlformats.org/drawingml/2006/main">
              <a:ext uri="{FF2B5EF4-FFF2-40B4-BE49-F238E27FC236}">
                <a16:creationId xmlns:a16="http://schemas.microsoft.com/office/drawing/2014/main" id="{6C79468D-5A1C-45A5-AECD-09CD7FF22DD9}"/>
              </a:ext>
            </a:extLst>
          </p:cNvPr>
          <p:cNvSpPr>
            <a:spLocks xmlns:a="http://schemas.openxmlformats.org/drawingml/2006/main"/>
          </p:cNvSpPr>
          <p:nvPr/>
        </p:nvSpPr>
        <p:spPr>
          <a:xfrm xmlns:a="http://schemas.openxmlformats.org/drawingml/2006/main">
            <a:off x="609600" y="29718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stop.</a:t>
            </a:r>
          </a:p>
        </p:txBody>
      </p:sp>
      <p:sp>
        <p:nvSpPr>
          <p:cNvPr id="277" name="14b-text-4">
            <a:extLst xmlns:a="http://schemas.openxmlformats.org/drawingml/2006/main">
              <a:ext uri="{FF2B5EF4-FFF2-40B4-BE49-F238E27FC236}">
                <a16:creationId xmlns:a16="http://schemas.microsoft.com/office/drawing/2014/main" id="{13276FDD-8F08-4847-BA90-51CF7E40676A}"/>
              </a:ext>
            </a:extLst>
          </p:cNvPr>
          <p:cNvSpPr>
            <a:spLocks xmlns:a="http://schemas.openxmlformats.org/drawingml/2006/main"/>
          </p:cNvSpPr>
          <p:nvPr/>
        </p:nvSpPr>
        <p:spPr>
          <a:xfrm xmlns:a="http://schemas.openxmlformats.org/drawingml/2006/main">
            <a:off x="609600" y="35814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carries between turns.</a:t>
            </a:r>
          </a:p>
        </p:txBody>
      </p:sp>
      <p:sp>
        <p:nvSpPr>
          <p:cNvPr id="278" name="14b-text-5">
            <a:extLst xmlns:a="http://schemas.openxmlformats.org/drawingml/2006/main">
              <a:ext uri="{FF2B5EF4-FFF2-40B4-BE49-F238E27FC236}">
                <a16:creationId xmlns:a16="http://schemas.microsoft.com/office/drawing/2014/main" id="{81053CDA-BFD8-4323-A794-3720B2FF34A0}"/>
              </a:ext>
            </a:extLst>
          </p:cNvPr>
          <p:cNvSpPr>
            <a:spLocks xmlns:a="http://schemas.openxmlformats.org/drawingml/2006/main"/>
          </p:cNvSpPr>
          <p:nvPr/>
        </p:nvSpPr>
        <p:spPr>
          <a:xfrm xmlns:a="http://schemas.openxmlformats.org/drawingml/2006/main">
            <a:off x="609600" y="419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compact.</a:t>
            </a:r>
          </a:p>
        </p:txBody>
      </p:sp>
      <p:sp>
        <p:nvSpPr>
          <p:cNvPr id="279" name="14b-text-6">
            <a:extLst xmlns:a="http://schemas.openxmlformats.org/drawingml/2006/main">
              <a:ext uri="{FF2B5EF4-FFF2-40B4-BE49-F238E27FC236}">
                <a16:creationId xmlns:a16="http://schemas.microsoft.com/office/drawing/2014/main" id="{DE57556F-D2B3-4C21-A1F2-4317BD11FCE1}"/>
              </a:ext>
            </a:extLst>
          </p:cNvPr>
          <p:cNvSpPr>
            <a:spLocks xmlns:a="http://schemas.openxmlformats.org/drawingml/2006/main"/>
          </p:cNvSpPr>
          <p:nvPr/>
        </p:nvSpPr>
        <p:spPr>
          <a:xfrm xmlns:a="http://schemas.openxmlformats.org/drawingml/2006/main">
            <a:off x="609600" y="4800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spawn a subagent, and what to hand it.</a:t>
            </a:r>
          </a:p>
        </p:txBody>
      </p:sp>
      <p:sp>
        <p:nvSpPr>
          <p:cNvPr id="280" name="14b-text-7">
            <a:extLst xmlns:a="http://schemas.openxmlformats.org/drawingml/2006/main">
              <a:ext uri="{FF2B5EF4-FFF2-40B4-BE49-F238E27FC236}">
                <a16:creationId xmlns:a16="http://schemas.microsoft.com/office/drawing/2014/main" id="{D055FB8D-633E-4382-9C2B-AEBA4D6C2E3E}"/>
              </a:ext>
            </a:extLst>
          </p:cNvPr>
          <p:cNvSpPr>
            <a:spLocks xmlns:a="http://schemas.openxmlformats.org/drawingml/2006/main"/>
          </p:cNvSpPr>
          <p:nvPr/>
        </p:nvSpPr>
        <p:spPr>
          <a:xfrm xmlns:a="http://schemas.openxmlformats.org/drawingml/2006/main">
            <a:off x="609600" y="5410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Where a hook fires.</a:t>
            </a:r>
          </a:p>
        </p:txBody>
      </p:sp>
      <p:sp>
        <p:nvSpPr>
          <p:cNvPr id="281" name="narrative-number">
            <a:extLst xmlns:a="http://schemas.openxmlformats.org/drawingml/2006/main">
              <a:ext uri="{FF2B5EF4-FFF2-40B4-BE49-F238E27FC236}">
                <a16:creationId xmlns:a16="http://schemas.microsoft.com/office/drawing/2014/main" id="{B8BD986B-9A94-4506-9735-396A534DE2E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276089398"/>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2" name="!!area-name">
            <a:extLst xmlns:a="http://schemas.openxmlformats.org/drawingml/2006/main">
              <a:ext uri="{FF2B5EF4-FFF2-40B4-BE49-F238E27FC236}">
                <a16:creationId xmlns:a16="http://schemas.microsoft.com/office/drawing/2014/main" id="{EA584179-64EA-4CC5-A930-EC891C7C7D0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291" name="mini-map"/>
          <p:cNvPicPr>
            <a:picLocks xmlns:a="http://schemas.openxmlformats.org/drawingml/2006/main" noChangeAspect="1"/>
          </p:cNvPicPr>
          <p:nvPr/>
        </p:nvPicPr>
        <p:blipFill>
          <a:blip xmlns:r="http://schemas.openxmlformats.org/officeDocument/2006/relationships" xmlns:a="http://schemas.openxmlformats.org/drawingml/2006/main" r:embed="R6c36e3373ec7436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4" name="header-divider">
            <a:extLst xmlns:a="http://schemas.openxmlformats.org/drawingml/2006/main">
              <a:ext uri="{FF2B5EF4-FFF2-40B4-BE49-F238E27FC236}">
                <a16:creationId xmlns:a16="http://schemas.microsoft.com/office/drawing/2014/main" id="{E31D20F4-8650-49BB-BE19-A4EEC3BCCEF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5" name="14b-text-1">
            <a:extLst xmlns:a="http://schemas.openxmlformats.org/drawingml/2006/main">
              <a:ext uri="{FF2B5EF4-FFF2-40B4-BE49-F238E27FC236}">
                <a16:creationId xmlns:a16="http://schemas.microsoft.com/office/drawing/2014/main" id="{5CAC50AD-4C46-4287-99B0-9591228D5E9E}"/>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286" name="14b-text-8">
            <a:extLst xmlns:a="http://schemas.openxmlformats.org/drawingml/2006/main">
              <a:ext uri="{FF2B5EF4-FFF2-40B4-BE49-F238E27FC236}">
                <a16:creationId xmlns:a16="http://schemas.microsoft.com/office/drawing/2014/main" id="{ADE3F291-5AAD-41D9-A3F4-F222E29EC6A0}"/>
              </a:ext>
            </a:extLst>
          </p:cNvPr>
          <p:cNvSpPr>
            <a:spLocks xmlns:a="http://schemas.openxmlformats.org/drawingml/2006/main"/>
          </p:cNvSpPr>
          <p:nvPr/>
        </p:nvSpPr>
        <p:spPr>
          <a:xfrm xmlns:a="http://schemas.openxmlformats.org/drawingml/2006/main">
            <a:off x="609600" y="2438400"/>
            <a:ext cx="10972800" cy="210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 great harness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beats a great model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a bad harness."</a:t>
            </a:r>
          </a:p>
        </p:txBody>
      </p:sp>
      <p:sp>
        <p:nvSpPr>
          <p:cNvPr id="287" name="14b-text-9">
            <a:extLst xmlns:a="http://schemas.openxmlformats.org/drawingml/2006/main">
              <a:ext uri="{FF2B5EF4-FFF2-40B4-BE49-F238E27FC236}">
                <a16:creationId xmlns:a16="http://schemas.microsoft.com/office/drawing/2014/main" id="{9BE9B1A6-F4E8-4CF3-85EC-CC779AAE77D1}"/>
              </a:ext>
            </a:extLst>
          </p:cNvPr>
          <p:cNvSpPr>
            <a:spLocks xmlns:a="http://schemas.openxmlformats.org/drawingml/2006/main"/>
          </p:cNvSpPr>
          <p:nvPr/>
        </p:nvSpPr>
        <p:spPr>
          <a:xfrm xmlns:a="http://schemas.openxmlformats.org/drawingml/2006/main">
            <a:off x="609600" y="4572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Addy Osmani, April 2026</a:t>
            </a:r>
          </a:p>
        </p:txBody>
      </p:sp>
      <p:sp>
        <p:nvSpPr>
          <p:cNvPr id="288" name="14b-text-10">
            <a:extLst xmlns:a="http://schemas.openxmlformats.org/drawingml/2006/main">
              <a:ext uri="{FF2B5EF4-FFF2-40B4-BE49-F238E27FC236}">
                <a16:creationId xmlns:a16="http://schemas.microsoft.com/office/drawing/2014/main" id="{D8D1A9CA-2C91-4A40-A255-FB3294604AF7}"/>
              </a:ext>
            </a:extLst>
          </p:cNvPr>
          <p:cNvSpPr>
            <a:spLocks xmlns:a="http://schemas.openxmlformats.org/drawingml/2006/main"/>
          </p:cNvSpPr>
          <p:nvPr/>
        </p:nvSpPr>
        <p:spPr>
          <a:xfrm xmlns:a="http://schemas.openxmlformats.org/drawingml/2006/main">
            <a:off x="609600" y="5105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Same model, better loop: 13% to 38% on ARC-AGI-3,</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 six times fewer output tokens.</a:t>
            </a:r>
          </a:p>
        </p:txBody>
      </p:sp>
      <p:sp>
        <p:nvSpPr>
          <p:cNvPr id="289" name="narrative-number">
            <a:extLst xmlns:a="http://schemas.openxmlformats.org/drawingml/2006/main">
              <a:ext uri="{FF2B5EF4-FFF2-40B4-BE49-F238E27FC236}">
                <a16:creationId xmlns:a16="http://schemas.microsoft.com/office/drawing/2014/main" id="{B83BE112-FA9F-463D-A533-B9BAC5B1E59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1531634745"/>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0" name="!!area-name">
            <a:extLst xmlns:a="http://schemas.openxmlformats.org/drawingml/2006/main">
              <a:ext uri="{FF2B5EF4-FFF2-40B4-BE49-F238E27FC236}">
                <a16:creationId xmlns:a16="http://schemas.microsoft.com/office/drawing/2014/main" id="{A62F0287-18EE-40E1-8305-D370A0F55E2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298" name="mini-map"/>
          <p:cNvPicPr>
            <a:picLocks xmlns:a="http://schemas.openxmlformats.org/drawingml/2006/main" noChangeAspect="1"/>
          </p:cNvPicPr>
          <p:nvPr/>
        </p:nvPicPr>
        <p:blipFill>
          <a:blip xmlns:r="http://schemas.openxmlformats.org/officeDocument/2006/relationships" xmlns:a="http://schemas.openxmlformats.org/drawingml/2006/main" r:embed="Rf0035a0a9a31400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2" name="header-divider">
            <a:extLst xmlns:a="http://schemas.openxmlformats.org/drawingml/2006/main">
              <a:ext uri="{FF2B5EF4-FFF2-40B4-BE49-F238E27FC236}">
                <a16:creationId xmlns:a16="http://schemas.microsoft.com/office/drawing/2014/main" id="{9BFF456C-F358-487B-B54C-07CEC1830CF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3" name="14b-text-1">
            <a:extLst xmlns:a="http://schemas.openxmlformats.org/drawingml/2006/main">
              <a:ext uri="{FF2B5EF4-FFF2-40B4-BE49-F238E27FC236}">
                <a16:creationId xmlns:a16="http://schemas.microsoft.com/office/drawing/2014/main" id="{AAC74859-35FC-4419-8CB0-AE1EFE8FA3C7}"/>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294" name="14b-text-11">
            <a:extLst xmlns:a="http://schemas.openxmlformats.org/drawingml/2006/main">
              <a:ext uri="{FF2B5EF4-FFF2-40B4-BE49-F238E27FC236}">
                <a16:creationId xmlns:a16="http://schemas.microsoft.com/office/drawing/2014/main" id="{87DDFAE8-09F2-468D-90DE-70AAD482F6A9}"/>
              </a:ext>
            </a:extLst>
          </p:cNvPr>
          <p:cNvSpPr>
            <a:spLocks xmlns:a="http://schemas.openxmlformats.org/drawingml/2006/main"/>
          </p:cNvSpPr>
          <p:nvPr/>
        </p:nvSpPr>
        <p:spPr>
          <a:xfrm xmlns:a="http://schemas.openxmlformats.org/drawingml/2006/main">
            <a:off x="609600" y="2438400"/>
            <a:ext cx="10972800" cy="195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Over-ambition:</a:t>
            </a:r>
            <a:r>
              <a:rPr b="0">
                <a:solidFill>
                  <a:srgbClr val="FFFCF5"/>
                </a:solidFill>
                <a:latin typeface="Helvetica"/>
                <a:ea typeface="Helvetica"/>
                <a:cs typeface="Helvetica"/>
              </a:rPr>
              <a:t> try to one-shot the whole app.</a:t>
            </a:r>
          </a:p>
          <a:p xmlns:a="http://schemas.openxmlformats.org/drawingml/2006/main">
            <a:pPr algn="l">
              <a:lnSpc>
                <a:spcPct val="125000"/>
              </a:lnSpc>
              <a:defRPr sz="2400" b="0">
                <a:solidFill>
                  <a:srgbClr val="FFFCF5"/>
                </a:solidFill>
                <a:latin typeface="Helvetica"/>
                <a:ea typeface="Helvetica"/>
                <a:cs typeface="Helvetica"/>
              </a:defRPr>
            </a:pPr>
          </a:p>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Premature completion:</a:t>
            </a:r>
            <a:r>
              <a:rPr b="0">
                <a:solidFill>
                  <a:srgbClr val="FFFCF5"/>
                </a:solidFill>
                <a:latin typeface="Helvetica"/>
                <a:ea typeface="Helvetica"/>
                <a:cs typeface="Helvetica"/>
              </a:rPr>
              <a:t> see progress, declare the job done.</a:t>
            </a:r>
          </a:p>
        </p:txBody>
      </p:sp>
      <p:sp>
        <p:nvSpPr>
          <p:cNvPr id="295" name="14b-text-12">
            <a:extLst xmlns:a="http://schemas.openxmlformats.org/drawingml/2006/main">
              <a:ext uri="{FF2B5EF4-FFF2-40B4-BE49-F238E27FC236}">
                <a16:creationId xmlns:a16="http://schemas.microsoft.com/office/drawing/2014/main" id="{00F6BF30-8BEC-49FD-B651-4CE24BE2A77A}"/>
              </a:ext>
            </a:extLst>
          </p:cNvPr>
          <p:cNvSpPr>
            <a:spLocks xmlns:a="http://schemas.openxmlformats.org/drawingml/2006/main"/>
          </p:cNvSpPr>
          <p:nvPr/>
        </p:nvSpPr>
        <p:spPr>
          <a:xfrm xmlns:a="http://schemas.openxmlformats.org/drawingml/2006/main">
            <a:off x="609600" y="4572000"/>
            <a:ext cx="109728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fix: an initializer, a feature list, a progress file,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feature per session, and protected acceptance criteria.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Faulty or obsolete tests may change through review.</a:t>
            </a:r>
          </a:p>
        </p:txBody>
      </p:sp>
      <p:sp>
        <p:nvSpPr>
          <p:cNvPr id="296" name="narrative-number">
            <a:extLst xmlns:a="http://schemas.openxmlformats.org/drawingml/2006/main">
              <a:ext uri="{FF2B5EF4-FFF2-40B4-BE49-F238E27FC236}">
                <a16:creationId xmlns:a16="http://schemas.microsoft.com/office/drawing/2014/main" id="{FBB3CA23-286D-439C-BF97-051B707927C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4118483442"/>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7" name="!!area-name">
            <a:extLst xmlns:a="http://schemas.openxmlformats.org/drawingml/2006/main">
              <a:ext uri="{FF2B5EF4-FFF2-40B4-BE49-F238E27FC236}">
                <a16:creationId xmlns:a16="http://schemas.microsoft.com/office/drawing/2014/main" id="{C30F3BE5-5DBF-4AF3-8C93-0C670797A2B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07" name="mini-map"/>
          <p:cNvPicPr>
            <a:picLocks xmlns:a="http://schemas.openxmlformats.org/drawingml/2006/main" noChangeAspect="1"/>
          </p:cNvPicPr>
          <p:nvPr/>
        </p:nvPicPr>
        <p:blipFill>
          <a:blip xmlns:r="http://schemas.openxmlformats.org/officeDocument/2006/relationships" xmlns:a="http://schemas.openxmlformats.org/drawingml/2006/main" r:embed="R3a556634cdd441a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9" name="header-divider">
            <a:extLst xmlns:a="http://schemas.openxmlformats.org/drawingml/2006/main">
              <a:ext uri="{FF2B5EF4-FFF2-40B4-BE49-F238E27FC236}">
                <a16:creationId xmlns:a16="http://schemas.microsoft.com/office/drawing/2014/main" id="{ABADF1A0-89F0-478B-A702-C63307E21FB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0" name="14b-text-1">
            <a:extLst xmlns:a="http://schemas.openxmlformats.org/drawingml/2006/main">
              <a:ext uri="{FF2B5EF4-FFF2-40B4-BE49-F238E27FC236}">
                <a16:creationId xmlns:a16="http://schemas.microsoft.com/office/drawing/2014/main" id="{698AEF24-44FD-40AD-B65B-CAFF5F2F54B7}"/>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301" name="14b-text-13">
            <a:extLst xmlns:a="http://schemas.openxmlformats.org/drawingml/2006/main">
              <a:ext uri="{FF2B5EF4-FFF2-40B4-BE49-F238E27FC236}">
                <a16:creationId xmlns:a16="http://schemas.microsoft.com/office/drawing/2014/main" id="{309AC346-17B7-40C7-A05E-E9F52B464F09}"/>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Internal research eval: </a:t>
            </a:r>
            <a:r>
              <a:rPr b="1">
                <a:solidFill>
                  <a:srgbClr val="FFFCF5"/>
                </a:solidFill>
                <a:latin typeface="Helvetica"/>
                <a:ea typeface="Helvetica"/>
                <a:cs typeface="Helvetica"/>
              </a:rPr>
              <a:t>90.2% improvement</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over the single-agent research system.</a:t>
            </a:r>
          </a:p>
        </p:txBody>
      </p:sp>
      <p:sp>
        <p:nvSpPr>
          <p:cNvPr id="302" name="14b-text-14">
            <a:extLst xmlns:a="http://schemas.openxmlformats.org/drawingml/2006/main">
              <a:ext uri="{FF2B5EF4-FFF2-40B4-BE49-F238E27FC236}">
                <a16:creationId xmlns:a16="http://schemas.microsoft.com/office/drawing/2014/main" id="{B022B6F3-A115-456F-AE5E-3FF4C0BD8C46}"/>
              </a:ext>
            </a:extLst>
          </p:cNvPr>
          <p:cNvSpPr>
            <a:spLocks xmlns:a="http://schemas.openxmlformats.org/drawingml/2006/main"/>
          </p:cNvSpPr>
          <p:nvPr/>
        </p:nvSpPr>
        <p:spPr>
          <a:xfrm xmlns:a="http://schemas.openxmlformats.org/drawingml/2006/main">
            <a:off x="609600" y="37338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Separate token comparison:</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multi-agent systems used about </a:t>
            </a:r>
            <a:r>
              <a:rPr b="1">
                <a:solidFill>
                  <a:srgbClr val="FFFCF5"/>
                </a:solidFill>
                <a:latin typeface="Helvetica"/>
                <a:ea typeface="Helvetica"/>
                <a:cs typeface="Helvetica"/>
              </a:rPr>
              <a:t>15x chat tokens</a:t>
            </a:r>
            <a:r>
              <a:rPr b="0">
                <a:solidFill>
                  <a:srgbClr val="FFFCF5"/>
                </a:solidFill>
                <a:latin typeface="Helvetica"/>
                <a:ea typeface="Helvetica"/>
                <a:cs typeface="Helvetica"/>
              </a:rPr>
              <a:t>.</a:t>
            </a:r>
          </a:p>
        </p:txBody>
      </p:sp>
      <p:sp>
        <p:nvSpPr>
          <p:cNvPr id="303" name="14b-text-15">
            <a:extLst xmlns:a="http://schemas.openxmlformats.org/drawingml/2006/main">
              <a:ext uri="{FF2B5EF4-FFF2-40B4-BE49-F238E27FC236}">
                <a16:creationId xmlns:a16="http://schemas.microsoft.com/office/drawing/2014/main" id="{370ED5AA-83E1-4859-B1D8-32413BCC4AA1}"/>
              </a:ext>
            </a:extLst>
          </p:cNvPr>
          <p:cNvSpPr>
            <a:spLocks xmlns:a="http://schemas.openxmlformats.org/drawingml/2006/main"/>
          </p:cNvSpPr>
          <p:nvPr/>
        </p:nvSpPr>
        <p:spPr>
          <a:xfrm xmlns:a="http://schemas.openxmlformats.org/drawingml/2006/main">
            <a:off x="609600" y="5207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Poor fit when agents need shared context.</a:t>
            </a:r>
          </a:p>
        </p:txBody>
      </p:sp>
      <p:sp>
        <p:nvSpPr>
          <p:cNvPr id="304" name="14b-text-16">
            <a:extLst xmlns:a="http://schemas.openxmlformats.org/drawingml/2006/main">
              <a:ext uri="{FF2B5EF4-FFF2-40B4-BE49-F238E27FC236}">
                <a16:creationId xmlns:a16="http://schemas.microsoft.com/office/drawing/2014/main" id="{30279C5B-43A0-4EF0-B07C-AE0FE60A2C3C}"/>
              </a:ext>
            </a:extLst>
          </p:cNvPr>
          <p:cNvSpPr>
            <a:spLocks xmlns:a="http://schemas.openxmlformats.org/drawingml/2006/main"/>
          </p:cNvSpPr>
          <p:nvPr/>
        </p:nvSpPr>
        <p:spPr>
          <a:xfrm xmlns:a="http://schemas.openxmlformats.org/drawingml/2006/main">
            <a:off x="609600" y="5816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Anthropic, June 13, 2025</a:t>
            </a:r>
          </a:p>
        </p:txBody>
      </p:sp>
      <p:sp>
        <p:nvSpPr>
          <p:cNvPr id="305" name="narrative-number">
            <a:extLst xmlns:a="http://schemas.openxmlformats.org/drawingml/2006/main">
              <a:ext uri="{FF2B5EF4-FFF2-40B4-BE49-F238E27FC236}">
                <a16:creationId xmlns:a16="http://schemas.microsoft.com/office/drawing/2014/main" id="{1E00638B-5DAB-4379-9CC5-4CA1847866A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273280702"/>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6" name="!!area-name">
            <a:extLst xmlns:a="http://schemas.openxmlformats.org/drawingml/2006/main">
              <a:ext uri="{FF2B5EF4-FFF2-40B4-BE49-F238E27FC236}">
                <a16:creationId xmlns:a16="http://schemas.microsoft.com/office/drawing/2014/main" id="{0A57B364-B9B5-4EB9-8434-BDD4E71697B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25" name="mini-map"/>
          <p:cNvPicPr>
            <a:picLocks xmlns:a="http://schemas.openxmlformats.org/drawingml/2006/main" noChangeAspect="1"/>
          </p:cNvPicPr>
          <p:nvPr/>
        </p:nvPicPr>
        <p:blipFill>
          <a:blip xmlns:r="http://schemas.openxmlformats.org/officeDocument/2006/relationships" xmlns:a="http://schemas.openxmlformats.org/drawingml/2006/main" r:embed="R142486f9b270459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8" name="slide-title">
            <a:extLst xmlns:a="http://schemas.openxmlformats.org/drawingml/2006/main">
              <a:ext uri="{FF2B5EF4-FFF2-40B4-BE49-F238E27FC236}">
                <a16:creationId xmlns:a16="http://schemas.microsoft.com/office/drawing/2014/main" id="{3AC4D82A-3BEB-4A06-80C9-54F509F1860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09" name="header-divider">
            <a:extLst xmlns:a="http://schemas.openxmlformats.org/drawingml/2006/main">
              <a:ext uri="{FF2B5EF4-FFF2-40B4-BE49-F238E27FC236}">
                <a16:creationId xmlns:a16="http://schemas.microsoft.com/office/drawing/2014/main" id="{DDD69E2F-83ED-4981-82E7-1F189F0030D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0" name="15-text-1">
            <a:extLst xmlns:a="http://schemas.openxmlformats.org/drawingml/2006/main">
              <a:ext uri="{FF2B5EF4-FFF2-40B4-BE49-F238E27FC236}">
                <a16:creationId xmlns:a16="http://schemas.microsoft.com/office/drawing/2014/main" id="{AE40D7CA-01BB-4844-9E07-136BE7D7B06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311" name="15-text-2">
            <a:extLst xmlns:a="http://schemas.openxmlformats.org/drawingml/2006/main">
              <a:ext uri="{FF2B5EF4-FFF2-40B4-BE49-F238E27FC236}">
                <a16:creationId xmlns:a16="http://schemas.microsoft.com/office/drawing/2014/main" id="{3BDBE3A1-8305-4D35-B13B-6105CB15979B}"/>
              </a:ext>
            </a:extLst>
          </p:cNvPr>
          <p:cNvSpPr>
            <a:spLocks xmlns:a="http://schemas.openxmlformats.org/drawingml/2006/main"/>
          </p:cNvSpPr>
          <p:nvPr/>
        </p:nvSpPr>
        <p:spPr>
          <a:xfrm xmlns:a="http://schemas.openxmlformats.org/drawingml/2006/main">
            <a:off x="609600" y="28956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12" name="15-text-3">
            <a:extLst xmlns:a="http://schemas.openxmlformats.org/drawingml/2006/main">
              <a:ext uri="{FF2B5EF4-FFF2-40B4-BE49-F238E27FC236}">
                <a16:creationId xmlns:a16="http://schemas.microsoft.com/office/drawing/2014/main" id="{D8934CEC-C929-4F3E-B009-CFEC2AE26E86}"/>
              </a:ext>
            </a:extLst>
          </p:cNvPr>
          <p:cNvSpPr>
            <a:spLocks xmlns:a="http://schemas.openxmlformats.org/drawingml/2006/main"/>
          </p:cNvSpPr>
          <p:nvPr/>
        </p:nvSpPr>
        <p:spPr>
          <a:xfrm xmlns:a="http://schemas.openxmlformats.org/drawingml/2006/main">
            <a:off x="1219200" y="28956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target packet.</a:t>
            </a:r>
          </a:p>
        </p:txBody>
      </p:sp>
      <p:sp>
        <p:nvSpPr>
          <p:cNvPr id="313" name="15-text-4">
            <a:extLst xmlns:a="http://schemas.openxmlformats.org/drawingml/2006/main">
              <a:ext uri="{FF2B5EF4-FFF2-40B4-BE49-F238E27FC236}">
                <a16:creationId xmlns:a16="http://schemas.microsoft.com/office/drawing/2014/main" id="{16A2C204-EABB-4F6E-986A-6891ED239D3E}"/>
              </a:ext>
            </a:extLst>
          </p:cNvPr>
          <p:cNvSpPr>
            <a:spLocks xmlns:a="http://schemas.openxmlformats.org/drawingml/2006/main"/>
          </p:cNvSpPr>
          <p:nvPr/>
        </p:nvSpPr>
        <p:spPr>
          <a:xfrm xmlns:a="http://schemas.openxmlformats.org/drawingml/2006/main">
            <a:off x="609600" y="38100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14" name="15-text-5">
            <a:extLst xmlns:a="http://schemas.openxmlformats.org/drawingml/2006/main">
              <a:ext uri="{FF2B5EF4-FFF2-40B4-BE49-F238E27FC236}">
                <a16:creationId xmlns:a16="http://schemas.microsoft.com/office/drawing/2014/main" id="{B24C452A-D5BC-4FB8-8DBF-30FC1F312FCE}"/>
              </a:ext>
            </a:extLst>
          </p:cNvPr>
          <p:cNvSpPr>
            <a:spLocks xmlns:a="http://schemas.openxmlformats.org/drawingml/2006/main"/>
          </p:cNvSpPr>
          <p:nvPr/>
        </p:nvSpPr>
        <p:spPr>
          <a:xfrm xmlns:a="http://schemas.openxmlformats.org/drawingml/2006/main">
            <a:off x="1219200" y="38100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315" name="15-text-6">
            <a:extLst xmlns:a="http://schemas.openxmlformats.org/drawingml/2006/main">
              <a:ext uri="{FF2B5EF4-FFF2-40B4-BE49-F238E27FC236}">
                <a16:creationId xmlns:a16="http://schemas.microsoft.com/office/drawing/2014/main" id="{83E44A02-DA12-4B60-AF4F-5B8ACF93B410}"/>
              </a:ext>
            </a:extLst>
          </p:cNvPr>
          <p:cNvSpPr>
            <a:spLocks xmlns:a="http://schemas.openxmlformats.org/drawingml/2006/main"/>
          </p:cNvSpPr>
          <p:nvPr/>
        </p:nvSpPr>
        <p:spPr>
          <a:xfrm xmlns:a="http://schemas.openxmlformats.org/drawingml/2006/main">
            <a:off x="609600" y="47244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16" name="15-text-7">
            <a:extLst xmlns:a="http://schemas.openxmlformats.org/drawingml/2006/main">
              <a:ext uri="{FF2B5EF4-FFF2-40B4-BE49-F238E27FC236}">
                <a16:creationId xmlns:a16="http://schemas.microsoft.com/office/drawing/2014/main" id="{56C5D683-D683-4B90-AE66-4498F747574E}"/>
              </a:ext>
            </a:extLst>
          </p:cNvPr>
          <p:cNvSpPr>
            <a:spLocks xmlns:a="http://schemas.openxmlformats.org/drawingml/2006/main"/>
          </p:cNvSpPr>
          <p:nvPr/>
        </p:nvSpPr>
        <p:spPr>
          <a:xfrm xmlns:a="http://schemas.openxmlformats.org/drawingml/2006/main">
            <a:off x="1219200" y="47244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317" name="15-text-8">
            <a:extLst xmlns:a="http://schemas.openxmlformats.org/drawingml/2006/main">
              <a:ext uri="{FF2B5EF4-FFF2-40B4-BE49-F238E27FC236}">
                <a16:creationId xmlns:a16="http://schemas.microsoft.com/office/drawing/2014/main" id="{42616315-BB9F-4870-B523-B5AC3E2F1523}"/>
              </a:ext>
            </a:extLst>
          </p:cNvPr>
          <p:cNvSpPr>
            <a:spLocks xmlns:a="http://schemas.openxmlformats.org/drawingml/2006/main"/>
          </p:cNvSpPr>
          <p:nvPr/>
        </p:nvSpPr>
        <p:spPr>
          <a:xfrm xmlns:a="http://schemas.openxmlformats.org/drawingml/2006/main">
            <a:off x="6248400" y="28956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318" name="15-text-9">
            <a:extLst xmlns:a="http://schemas.openxmlformats.org/drawingml/2006/main">
              <a:ext uri="{FF2B5EF4-FFF2-40B4-BE49-F238E27FC236}">
                <a16:creationId xmlns:a16="http://schemas.microsoft.com/office/drawing/2014/main" id="{8F3E382C-F0F7-4ACE-AEDA-40435DD0F554}"/>
              </a:ext>
            </a:extLst>
          </p:cNvPr>
          <p:cNvSpPr>
            <a:spLocks xmlns:a="http://schemas.openxmlformats.org/drawingml/2006/main"/>
          </p:cNvSpPr>
          <p:nvPr/>
        </p:nvSpPr>
        <p:spPr>
          <a:xfrm xmlns:a="http://schemas.openxmlformats.org/drawingml/2006/main">
            <a:off x="6858000" y="28956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319" name="15-text-10">
            <a:extLst xmlns:a="http://schemas.openxmlformats.org/drawingml/2006/main">
              <a:ext uri="{FF2B5EF4-FFF2-40B4-BE49-F238E27FC236}">
                <a16:creationId xmlns:a16="http://schemas.microsoft.com/office/drawing/2014/main" id="{BE5CD10D-F4FB-47CE-A8C8-A28D1E58BD21}"/>
              </a:ext>
            </a:extLst>
          </p:cNvPr>
          <p:cNvSpPr>
            <a:spLocks xmlns:a="http://schemas.openxmlformats.org/drawingml/2006/main"/>
          </p:cNvSpPr>
          <p:nvPr/>
        </p:nvSpPr>
        <p:spPr>
          <a:xfrm xmlns:a="http://schemas.openxmlformats.org/drawingml/2006/main">
            <a:off x="6248400" y="38100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320" name="15-text-11">
            <a:extLst xmlns:a="http://schemas.openxmlformats.org/drawingml/2006/main">
              <a:ext uri="{FF2B5EF4-FFF2-40B4-BE49-F238E27FC236}">
                <a16:creationId xmlns:a16="http://schemas.microsoft.com/office/drawing/2014/main" id="{726F0C5F-96E6-4AD5-BD23-D9A49F0A65A7}"/>
              </a:ext>
            </a:extLst>
          </p:cNvPr>
          <p:cNvSpPr>
            <a:spLocks xmlns:a="http://schemas.openxmlformats.org/drawingml/2006/main"/>
          </p:cNvSpPr>
          <p:nvPr/>
        </p:nvSpPr>
        <p:spPr>
          <a:xfrm xmlns:a="http://schemas.openxmlformats.org/drawingml/2006/main">
            <a:off x="6858000" y="38100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321" name="15-text-12">
            <a:extLst xmlns:a="http://schemas.openxmlformats.org/drawingml/2006/main">
              <a:ext uri="{FF2B5EF4-FFF2-40B4-BE49-F238E27FC236}">
                <a16:creationId xmlns:a16="http://schemas.microsoft.com/office/drawing/2014/main" id="{6F05785D-E5B5-4B07-883D-EA0F1844F6D1}"/>
              </a:ext>
            </a:extLst>
          </p:cNvPr>
          <p:cNvSpPr>
            <a:spLocks xmlns:a="http://schemas.openxmlformats.org/drawingml/2006/main"/>
          </p:cNvSpPr>
          <p:nvPr/>
        </p:nvSpPr>
        <p:spPr>
          <a:xfrm xmlns:a="http://schemas.openxmlformats.org/drawingml/2006/main">
            <a:off x="6248400" y="47244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322" name="15-text-13">
            <a:extLst xmlns:a="http://schemas.openxmlformats.org/drawingml/2006/main">
              <a:ext uri="{FF2B5EF4-FFF2-40B4-BE49-F238E27FC236}">
                <a16:creationId xmlns:a16="http://schemas.microsoft.com/office/drawing/2014/main" id="{C71C7456-96C1-4E8D-8A61-DAD4B2E10D3E}"/>
              </a:ext>
            </a:extLst>
          </p:cNvPr>
          <p:cNvSpPr>
            <a:spLocks xmlns:a="http://schemas.openxmlformats.org/drawingml/2006/main"/>
          </p:cNvSpPr>
          <p:nvPr/>
        </p:nvSpPr>
        <p:spPr>
          <a:xfrm xmlns:a="http://schemas.openxmlformats.org/drawingml/2006/main">
            <a:off x="6858000" y="47244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323" name="narrative-number">
            <a:extLst xmlns:a="http://schemas.openxmlformats.org/drawingml/2006/main">
              <a:ext uri="{FF2B5EF4-FFF2-40B4-BE49-F238E27FC236}">
                <a16:creationId xmlns:a16="http://schemas.microsoft.com/office/drawing/2014/main" id="{32D53969-BB54-434A-9136-701A00CEF5D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133079093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4" name="!!area-name">
            <a:extLst xmlns:a="http://schemas.openxmlformats.org/drawingml/2006/main">
              <a:ext uri="{FF2B5EF4-FFF2-40B4-BE49-F238E27FC236}">
                <a16:creationId xmlns:a16="http://schemas.microsoft.com/office/drawing/2014/main" id="{045D731A-9DF5-4720-A355-CE00029EE6B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34" name="mini-map"/>
          <p:cNvPicPr>
            <a:picLocks xmlns:a="http://schemas.openxmlformats.org/drawingml/2006/main" noChangeAspect="1"/>
          </p:cNvPicPr>
          <p:nvPr/>
        </p:nvPicPr>
        <p:blipFill>
          <a:blip xmlns:r="http://schemas.openxmlformats.org/officeDocument/2006/relationships" xmlns:a="http://schemas.openxmlformats.org/drawingml/2006/main" r:embed="Rd7018337f289477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6" name="slide-title">
            <a:extLst xmlns:a="http://schemas.openxmlformats.org/drawingml/2006/main">
              <a:ext uri="{FF2B5EF4-FFF2-40B4-BE49-F238E27FC236}">
                <a16:creationId xmlns:a16="http://schemas.microsoft.com/office/drawing/2014/main" id="{EAA05804-6C88-40C5-A873-F0054BF831B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27" name="header-divider">
            <a:extLst xmlns:a="http://schemas.openxmlformats.org/drawingml/2006/main">
              <a:ext uri="{FF2B5EF4-FFF2-40B4-BE49-F238E27FC236}">
                <a16:creationId xmlns:a16="http://schemas.microsoft.com/office/drawing/2014/main" id="{B3982A51-F528-4908-9CCA-34EDA00C6A6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8" name="15-text-14">
            <a:extLst xmlns:a="http://schemas.openxmlformats.org/drawingml/2006/main">
              <a:ext uri="{FF2B5EF4-FFF2-40B4-BE49-F238E27FC236}">
                <a16:creationId xmlns:a16="http://schemas.microsoft.com/office/drawing/2014/main" id="{00C87462-AA36-498D-B827-1C754C93125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extension after measuring the workflow</a:t>
            </a:r>
          </a:p>
        </p:txBody>
      </p:sp>
      <p:sp>
        <p:nvSpPr>
          <p:cNvPr id="329" name="15-text-15">
            <a:extLst xmlns:a="http://schemas.openxmlformats.org/drawingml/2006/main">
              <a:ext uri="{FF2B5EF4-FFF2-40B4-BE49-F238E27FC236}">
                <a16:creationId xmlns:a16="http://schemas.microsoft.com/office/drawing/2014/main" id="{2C0216F4-CE3C-4B6A-BFCF-5CE3C06A5C48}"/>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Optional workers: compare FRB-017 and FRB-031 independently.</a:t>
            </a:r>
          </a:p>
        </p:txBody>
      </p:sp>
      <p:sp>
        <p:nvSpPr>
          <p:cNvPr id="330" name="15-text-16">
            <a:extLst xmlns:a="http://schemas.openxmlformats.org/drawingml/2006/main">
              <a:ext uri="{FF2B5EF4-FFF2-40B4-BE49-F238E27FC236}">
                <a16:creationId xmlns:a16="http://schemas.microsoft.com/office/drawing/2014/main" id="{DC0EA29B-DC0E-4ABB-B77B-54AA7AC0A49A}"/>
              </a:ext>
            </a:extLst>
          </p:cNvPr>
          <p:cNvSpPr>
            <a:spLocks xmlns:a="http://schemas.openxmlformats.org/drawingml/2006/main"/>
          </p:cNvSpPr>
          <p:nvPr/>
        </p:nvSpPr>
        <p:spPr>
          <a:xfrm xmlns:a="http://schemas.openxmlformats.org/drawingml/2006/main">
            <a:off x="609600" y="35814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evidence and uncertainty to the main analyst.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Authorized internal FRB corpus and attachments only.</a:t>
            </a:r>
          </a:p>
        </p:txBody>
      </p:sp>
      <p:sp>
        <p:nvSpPr>
          <p:cNvPr id="331" name="15-text-17">
            <a:extLst xmlns:a="http://schemas.openxmlformats.org/drawingml/2006/main">
              <a:ext uri="{FF2B5EF4-FFF2-40B4-BE49-F238E27FC236}">
                <a16:creationId xmlns:a16="http://schemas.microsoft.com/office/drawing/2014/main" id="{D705A455-9CA2-4D52-9EB8-86C8A0F9FF33}"/>
              </a:ext>
            </a:extLst>
          </p:cNvPr>
          <p:cNvSpPr>
            <a:spLocks xmlns:a="http://schemas.openxmlformats.org/drawingml/2006/main"/>
          </p:cNvSpPr>
          <p:nvPr/>
        </p:nvSpPr>
        <p:spPr>
          <a:xfrm xmlns:a="http://schemas.openxmlformats.org/drawingml/2006/main">
            <a:off x="609600" y="46990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Bound retries. Save steps and revisions for resume.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Recheck freshness, access, and export receipts.</a:t>
            </a:r>
          </a:p>
        </p:txBody>
      </p:sp>
      <p:sp>
        <p:nvSpPr>
          <p:cNvPr id="332" name="narrative-number">
            <a:extLst xmlns:a="http://schemas.openxmlformats.org/drawingml/2006/main">
              <a:ext uri="{FF2B5EF4-FFF2-40B4-BE49-F238E27FC236}">
                <a16:creationId xmlns:a16="http://schemas.microsoft.com/office/drawing/2014/main" id="{479ABF80-5E92-40DA-AFA5-FA1D98AF57D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675577648"/>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3" name="!!area-name">
            <a:extLst xmlns:a="http://schemas.openxmlformats.org/drawingml/2006/main">
              <a:ext uri="{FF2B5EF4-FFF2-40B4-BE49-F238E27FC236}">
                <a16:creationId xmlns:a16="http://schemas.microsoft.com/office/drawing/2014/main" id="{88374094-F0AD-46C2-B79A-519B6718812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48" name="mini-map"/>
          <p:cNvPicPr>
            <a:picLocks xmlns:a="http://schemas.openxmlformats.org/drawingml/2006/main" noChangeAspect="1"/>
          </p:cNvPicPr>
          <p:nvPr/>
        </p:nvPicPr>
        <p:blipFill>
          <a:blip xmlns:r="http://schemas.openxmlformats.org/officeDocument/2006/relationships" xmlns:a="http://schemas.openxmlformats.org/drawingml/2006/main" r:embed="R4d7e5ee2c0444a3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5" name="slide-title">
            <a:extLst xmlns:a="http://schemas.openxmlformats.org/drawingml/2006/main">
              <a:ext uri="{FF2B5EF4-FFF2-40B4-BE49-F238E27FC236}">
                <a16:creationId xmlns:a16="http://schemas.microsoft.com/office/drawing/2014/main" id="{47C6213D-6E29-4D7F-90C5-31D8C7E8E9C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36" name="header-divider">
            <a:extLst xmlns:a="http://schemas.openxmlformats.org/drawingml/2006/main">
              <a:ext uri="{FF2B5EF4-FFF2-40B4-BE49-F238E27FC236}">
                <a16:creationId xmlns:a16="http://schemas.microsoft.com/office/drawing/2014/main" id="{5B161B53-AB7C-4505-B4C1-0C49AE5B0D4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7" name="15-text-18">
            <a:extLst xmlns:a="http://schemas.openxmlformats.org/drawingml/2006/main">
              <a:ext uri="{FF2B5EF4-FFF2-40B4-BE49-F238E27FC236}">
                <a16:creationId xmlns:a16="http://schemas.microsoft.com/office/drawing/2014/main" id="{CBEAD8E3-C686-4DBD-9FAE-232A331C13E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operating limits</a:t>
            </a:r>
          </a:p>
        </p:txBody>
      </p:sp>
      <p:sp>
        <p:nvSpPr>
          <p:cNvPr id="338" name="15-text-19">
            <a:extLst xmlns:a="http://schemas.openxmlformats.org/drawingml/2006/main">
              <a:ext uri="{FF2B5EF4-FFF2-40B4-BE49-F238E27FC236}">
                <a16:creationId xmlns:a16="http://schemas.microsoft.com/office/drawing/2014/main" id="{1538E643-43AD-49E9-9AE2-FA6EECEF4DB0}"/>
              </a:ext>
            </a:extLst>
          </p:cNvPr>
          <p:cNvSpPr>
            <a:spLocks xmlns:a="http://schemas.openxmlformats.org/drawingml/2006/main"/>
          </p:cNvSpPr>
          <p:nvPr/>
        </p:nvSpPr>
        <p:spPr>
          <a:xfrm xmlns:a="http://schemas.openxmlformats.org/drawingml/2006/main">
            <a:off x="609600" y="28448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Conflicting findings: inspect sources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or leave the result unresolved.</a:t>
            </a:r>
          </a:p>
        </p:txBody>
      </p:sp>
      <p:sp>
        <p:nvSpPr>
          <p:cNvPr id="339" name="15-text-20">
            <a:extLst xmlns:a="http://schemas.openxmlformats.org/drawingml/2006/main">
              <a:ext uri="{FF2B5EF4-FFF2-40B4-BE49-F238E27FC236}">
                <a16:creationId xmlns:a16="http://schemas.microsoft.com/office/drawing/2014/main" id="{17062191-BE79-4385-A8FC-252BB18BF3E4}"/>
              </a:ext>
            </a:extLst>
          </p:cNvPr>
          <p:cNvSpPr>
            <a:spLocks xmlns:a="http://schemas.openxmlformats.org/drawingml/2006/main"/>
          </p:cNvSpPr>
          <p:nvPr/>
        </p:nvSpPr>
        <p:spPr>
          <a:xfrm xmlns:a="http://schemas.openxmlformats.org/drawingml/2006/main">
            <a:off x="609600" y="3860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Incomplete indexing must be explicit.</a:t>
            </a:r>
          </a:p>
        </p:txBody>
      </p:sp>
      <p:sp>
        <p:nvSpPr>
          <p:cNvPr id="340" name="15-text-21">
            <a:extLst xmlns:a="http://schemas.openxmlformats.org/drawingml/2006/main">
              <a:ext uri="{FF2B5EF4-FFF2-40B4-BE49-F238E27FC236}">
                <a16:creationId xmlns:a16="http://schemas.microsoft.com/office/drawing/2014/main" id="{8F872F55-EC7E-4F3C-94DD-2702D0902368}"/>
              </a:ext>
            </a:extLst>
          </p:cNvPr>
          <p:cNvSpPr>
            <a:spLocks xmlns:a="http://schemas.openxmlformats.org/drawingml/2006/main"/>
          </p:cNvSpPr>
          <p:nvPr/>
        </p:nvSpPr>
        <p:spPr>
          <a:xfrm xmlns:a="http://schemas.openxmlformats.org/drawingml/2006/main">
            <a:off x="609600" y="4749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Bound actions, tokens, and end-to-end latency.</a:t>
            </a:r>
          </a:p>
        </p:txBody>
      </p:sp>
      <p:sp>
        <p:nvSpPr>
          <p:cNvPr id="341" name="15-shape-22">
            <a:extLst xmlns:a="http://schemas.openxmlformats.org/drawingml/2006/main">
              <a:ext uri="{FF2B5EF4-FFF2-40B4-BE49-F238E27FC236}">
                <a16:creationId xmlns:a16="http://schemas.microsoft.com/office/drawing/2014/main" id="{5F7A33E0-5334-4F8B-98BB-D06D39DB6778}"/>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42" name="15-shape-23">
            <a:extLst xmlns:a="http://schemas.openxmlformats.org/drawingml/2006/main">
              <a:ext uri="{FF2B5EF4-FFF2-40B4-BE49-F238E27FC236}">
                <a16:creationId xmlns:a16="http://schemas.microsoft.com/office/drawing/2014/main" id="{828EA463-3FC0-43CF-B3AB-A48F8147716A}"/>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343" name="15-text-24">
            <a:extLst xmlns:a="http://schemas.openxmlformats.org/drawingml/2006/main">
              <a:ext uri="{FF2B5EF4-FFF2-40B4-BE49-F238E27FC236}">
                <a16:creationId xmlns:a16="http://schemas.microsoft.com/office/drawing/2014/main" id="{7241594D-D576-4C8B-8308-18E3E31159BA}"/>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344" name="15-text-25">
            <a:extLst xmlns:a="http://schemas.openxmlformats.org/drawingml/2006/main">
              <a:ext uri="{FF2B5EF4-FFF2-40B4-BE49-F238E27FC236}">
                <a16:creationId xmlns:a16="http://schemas.microsoft.com/office/drawing/2014/main" id="{FF196494-DE5B-4149-950D-E63589573EE6}"/>
              </a:ext>
            </a:extLst>
          </p:cNvPr>
          <p:cNvSpPr>
            <a:spLocks xmlns:a="http://schemas.openxmlformats.org/drawingml/2006/main"/>
          </p:cNvSpPr>
          <p:nvPr/>
        </p:nvSpPr>
        <p:spPr>
          <a:xfrm xmlns:a="http://schemas.openxmlformats.org/drawingml/2006/main">
            <a:off x="2489200" y="5740400"/>
            <a:ext cx="909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345" name="15-text-26">
            <a:extLst xmlns:a="http://schemas.openxmlformats.org/drawingml/2006/main">
              <a:ext uri="{FF2B5EF4-FFF2-40B4-BE49-F238E27FC236}">
                <a16:creationId xmlns:a16="http://schemas.microsoft.com/office/drawing/2014/main" id="{6C42FDFB-B487-420A-81D0-F8BF7C845132}"/>
              </a:ext>
            </a:extLst>
          </p:cNvPr>
          <p:cNvSpPr>
            <a:spLocks xmlns:a="http://schemas.openxmlformats.org/drawingml/2006/main"/>
          </p:cNvSpPr>
          <p:nvPr/>
        </p:nvSpPr>
        <p:spPr>
          <a:xfrm xmlns:a="http://schemas.openxmlformats.org/drawingml/2006/main">
            <a:off x="2489200" y="6172200"/>
            <a:ext cx="909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 bounded result can be an explicit limitation or a human handoff.</a:t>
            </a:r>
          </a:p>
        </p:txBody>
      </p:sp>
      <p:sp>
        <p:nvSpPr>
          <p:cNvPr id="346" name="narrative-number">
            <a:extLst xmlns:a="http://schemas.openxmlformats.org/drawingml/2006/main">
              <a:ext uri="{FF2B5EF4-FFF2-40B4-BE49-F238E27FC236}">
                <a16:creationId xmlns:a16="http://schemas.microsoft.com/office/drawing/2014/main" id="{253D1674-A72B-46B1-B556-D8D732330AB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80634179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1"/>
                                        </p:tgtEl>
                                        <p:attrNameLst>
                                          <p:attrName>style.visibility</p:attrName>
                                        </p:attrNameLst>
                                      </p:cBhvr>
                                      <p:to>
                                        <p:strVal val="visible"/>
                                      </p:to>
                                    </p:set>
                                    <p:animEffect transition="in" filter="fade">
                                      <p:cBhvr>
                                        <p:cTn id="7" dur="300" fill="hold"/>
                                        <p:tgtEl>
                                          <p:spTgt spid="341"/>
                                        </p:tgtEl>
                                      </p:cBhvr>
                                    </p:animEffect>
                                  </p:childTnLst>
                                </p:cTn>
                              </p:par>
                              <p:par>
                                <p:cTn id="8" presetID="10" presetClass="entr" presetSubtype="0" fill="hold" nodeType="withEffect">
                                  <p:stCondLst>
                                    <p:cond delay="0"/>
                                  </p:stCondLst>
                                  <p:childTnLst>
                                    <p:set>
                                      <p:cBhvr>
                                        <p:cTn id="9" dur="1" fill="hold">
                                          <p:stCondLst>
                                            <p:cond delay="0"/>
                                          </p:stCondLst>
                                        </p:cTn>
                                        <p:tgtEl>
                                          <p:spTgt spid="342"/>
                                        </p:tgtEl>
                                        <p:attrNameLst>
                                          <p:attrName>style.visibility</p:attrName>
                                        </p:attrNameLst>
                                      </p:cBhvr>
                                      <p:to>
                                        <p:strVal val="visible"/>
                                      </p:to>
                                    </p:set>
                                    <p:animEffect transition="in" filter="fade">
                                      <p:cBhvr>
                                        <p:cTn id="10" dur="300" fill="hold"/>
                                        <p:tgtEl>
                                          <p:spTgt spid="342"/>
                                        </p:tgtEl>
                                      </p:cBhvr>
                                    </p:animEffect>
                                  </p:childTnLst>
                                </p:cTn>
                              </p:par>
                              <p:par>
                                <p:cTn id="11" presetID="10" presetClass="entr" presetSubtype="0" fill="hold" nodeType="withEffect">
                                  <p:stCondLst>
                                    <p:cond delay="0"/>
                                  </p:stCondLst>
                                  <p:childTnLst>
                                    <p:set>
                                      <p:cBhvr>
                                        <p:cTn id="12" dur="1" fill="hold">
                                          <p:stCondLst>
                                            <p:cond delay="0"/>
                                          </p:stCondLst>
                                        </p:cTn>
                                        <p:tgtEl>
                                          <p:spTgt spid="343"/>
                                        </p:tgtEl>
                                        <p:attrNameLst>
                                          <p:attrName>style.visibility</p:attrName>
                                        </p:attrNameLst>
                                      </p:cBhvr>
                                      <p:to>
                                        <p:strVal val="visible"/>
                                      </p:to>
                                    </p:set>
                                    <p:animEffect transition="in" filter="fade">
                                      <p:cBhvr>
                                        <p:cTn id="13" dur="300" fill="hold"/>
                                        <p:tgtEl>
                                          <p:spTgt spid="343"/>
                                        </p:tgtEl>
                                      </p:cBhvr>
                                    </p:animEffect>
                                  </p:childTnLst>
                                </p:cTn>
                              </p:par>
                              <p:par>
                                <p:cTn id="14" presetID="10" presetClass="entr" presetSubtype="0" fill="hold" nodeType="withEffect">
                                  <p:stCondLst>
                                    <p:cond delay="0"/>
                                  </p:stCondLst>
                                  <p:childTnLst>
                                    <p:set>
                                      <p:cBhvr>
                                        <p:cTn id="15" dur="1" fill="hold">
                                          <p:stCondLst>
                                            <p:cond delay="0"/>
                                          </p:stCondLst>
                                        </p:cTn>
                                        <p:tgtEl>
                                          <p:spTgt spid="344"/>
                                        </p:tgtEl>
                                        <p:attrNameLst>
                                          <p:attrName>style.visibility</p:attrName>
                                        </p:attrNameLst>
                                      </p:cBhvr>
                                      <p:to>
                                        <p:strVal val="visible"/>
                                      </p:to>
                                    </p:set>
                                    <p:animEffect transition="in" filter="fade">
                                      <p:cBhvr>
                                        <p:cTn id="16" dur="300" fill="hold"/>
                                        <p:tgtEl>
                                          <p:spTgt spid="344"/>
                                        </p:tgtEl>
                                      </p:cBhvr>
                                    </p:animEffect>
                                  </p:childTnLst>
                                </p:cTn>
                              </p:par>
                              <p:par>
                                <p:cTn id="17" presetID="1" presetClass="entr" presetSubtype="0" fill="hold" nodeType="withEffect">
                                  <p:stCondLst>
                                    <p:cond delay="0"/>
                                  </p:stCondLst>
                                  <p:childTnLst>
                                    <p:set>
                                      <p:cBhvr>
                                        <p:cTn id="18" dur="1" fill="hold">
                                          <p:stCondLst>
                                            <p:cond delay="0"/>
                                          </p:stCondLst>
                                        </p:cTn>
                                        <p:tgtEl>
                                          <p:spTgt spid="3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7" name="!!area-header">
            <a:extLst xmlns:a="http://schemas.openxmlformats.org/drawingml/2006/main">
              <a:ext uri="{FF2B5EF4-FFF2-40B4-BE49-F238E27FC236}">
                <a16:creationId xmlns:a16="http://schemas.microsoft.com/office/drawing/2014/main" id="{47C614B6-2DA0-4412-BE71-1F6AC223D8BA}"/>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348" name="!!area-name">
            <a:extLst xmlns:a="http://schemas.openxmlformats.org/drawingml/2006/main">
              <a:ext uri="{FF2B5EF4-FFF2-40B4-BE49-F238E27FC236}">
                <a16:creationId xmlns:a16="http://schemas.microsoft.com/office/drawing/2014/main" id="{7EC6E12E-997B-4667-9D1F-A9E7097322D1}"/>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Verification and evals</a:t>
            </a:r>
          </a:p>
        </p:txBody>
      </p:sp>
      <p:sp>
        <p:nvSpPr>
          <p:cNvPr id="349" name="!!area-beat">
            <a:extLst xmlns:a="http://schemas.openxmlformats.org/drawingml/2006/main">
              <a:ext uri="{FF2B5EF4-FFF2-40B4-BE49-F238E27FC236}">
                <a16:creationId xmlns:a16="http://schemas.microsoft.com/office/drawing/2014/main" id="{4C083DD6-110E-4335-9837-3147D8809999}"/>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350" name="header-divider">
            <a:extLst xmlns:a="http://schemas.openxmlformats.org/drawingml/2006/main">
              <a:ext uri="{FF2B5EF4-FFF2-40B4-BE49-F238E27FC236}">
                <a16:creationId xmlns:a16="http://schemas.microsoft.com/office/drawing/2014/main" id="{A3C318DC-31AE-4DC6-8760-FE8883ADFAD2}"/>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1" name="16-text-1">
            <a:extLst xmlns:a="http://schemas.openxmlformats.org/drawingml/2006/main">
              <a:ext uri="{FF2B5EF4-FFF2-40B4-BE49-F238E27FC236}">
                <a16:creationId xmlns:a16="http://schemas.microsoft.com/office/drawing/2014/main" id="{6DCA36B0-BA76-4608-8822-3683E2C70466}"/>
              </a:ext>
            </a:extLst>
          </p:cNvPr>
          <p:cNvSpPr>
            <a:spLocks xmlns:a="http://schemas.openxmlformats.org/drawingml/2006/main"/>
          </p:cNvSpPr>
          <p:nvPr/>
        </p:nvSpPr>
        <p:spPr>
          <a:xfrm xmlns:a="http://schemas.openxmlformats.org/drawingml/2006/main">
            <a:off x="6096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write</a:t>
            </a:r>
          </a:p>
        </p:txBody>
      </p:sp>
      <p:sp>
        <p:nvSpPr>
          <p:cNvPr id="352" name="16-text-2">
            <a:extLst xmlns:a="http://schemas.openxmlformats.org/drawingml/2006/main">
              <a:ext uri="{FF2B5EF4-FFF2-40B4-BE49-F238E27FC236}">
                <a16:creationId xmlns:a16="http://schemas.microsoft.com/office/drawing/2014/main" id="{02AD4C78-B8B2-402C-A310-047F01E8A7B8}"/>
              </a:ext>
            </a:extLst>
          </p:cNvPr>
          <p:cNvSpPr>
            <a:spLocks xmlns:a="http://schemas.openxmlformats.org/drawingml/2006/main"/>
          </p:cNvSpPr>
          <p:nvPr/>
        </p:nvSpPr>
        <p:spPr>
          <a:xfrm xmlns:a="http://schemas.openxmlformats.org/drawingml/2006/main">
            <a:off x="34290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a:t>
            </a:r>
          </a:p>
        </p:txBody>
      </p:sp>
      <p:sp>
        <p:nvSpPr>
          <p:cNvPr id="353" name="16-text-3">
            <a:extLst xmlns:a="http://schemas.openxmlformats.org/drawingml/2006/main">
              <a:ext uri="{FF2B5EF4-FFF2-40B4-BE49-F238E27FC236}">
                <a16:creationId xmlns:a16="http://schemas.microsoft.com/office/drawing/2014/main" id="{F87AE60D-0B53-4D0C-BDEC-92AC900C1615}"/>
              </a:ext>
            </a:extLst>
          </p:cNvPr>
          <p:cNvSpPr>
            <a:spLocks xmlns:a="http://schemas.openxmlformats.org/drawingml/2006/main"/>
          </p:cNvSpPr>
          <p:nvPr/>
        </p:nvSpPr>
        <p:spPr>
          <a:xfrm xmlns:a="http://schemas.openxmlformats.org/drawingml/2006/main">
            <a:off x="62484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read the failure</a:t>
            </a:r>
          </a:p>
        </p:txBody>
      </p:sp>
      <p:sp>
        <p:nvSpPr>
          <p:cNvPr id="354" name="16-text-4">
            <a:extLst xmlns:a="http://schemas.openxmlformats.org/drawingml/2006/main">
              <a:ext uri="{FF2B5EF4-FFF2-40B4-BE49-F238E27FC236}">
                <a16:creationId xmlns:a16="http://schemas.microsoft.com/office/drawing/2014/main" id="{5E93576D-9E28-48D9-B347-90531AED6B6A}"/>
              </a:ext>
            </a:extLst>
          </p:cNvPr>
          <p:cNvSpPr>
            <a:spLocks xmlns:a="http://schemas.openxmlformats.org/drawingml/2006/main"/>
          </p:cNvSpPr>
          <p:nvPr/>
        </p:nvSpPr>
        <p:spPr>
          <a:xfrm xmlns:a="http://schemas.openxmlformats.org/drawingml/2006/main">
            <a:off x="90678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a:t>
            </a:r>
          </a:p>
        </p:txBody>
      </p:sp>
      <p:sp>
        <p:nvSpPr>
          <p:cNvPr id="355" name="16-line-6">
            <a:extLst xmlns:a="http://schemas.openxmlformats.org/drawingml/2006/main">
              <a:ext uri="{FF2B5EF4-FFF2-40B4-BE49-F238E27FC236}">
                <a16:creationId xmlns:a16="http://schemas.microsoft.com/office/drawing/2014/main" id="{2E575893-B15F-41EB-8D4F-CB5112057902}"/>
              </a:ext>
            </a:extLst>
          </p:cNvPr>
          <p:cNvSpPr>
            <a:spLocks xmlns:a="http://schemas.openxmlformats.org/drawingml/2006/main"/>
          </p:cNvSpPr>
          <p:nvPr/>
        </p:nvSpPr>
        <p:spPr>
          <a:xfrm xmlns:a="http://schemas.openxmlformats.org/drawingml/2006/main" flipH="0" flipV="0">
            <a:off x="27305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56" name="16-line-8">
            <a:extLst xmlns:a="http://schemas.openxmlformats.org/drawingml/2006/main">
              <a:ext uri="{FF2B5EF4-FFF2-40B4-BE49-F238E27FC236}">
                <a16:creationId xmlns:a16="http://schemas.microsoft.com/office/drawing/2014/main" id="{B0C7C833-6015-42F2-8E49-AB84390F29B5}"/>
              </a:ext>
            </a:extLst>
          </p:cNvPr>
          <p:cNvSpPr>
            <a:spLocks xmlns:a="http://schemas.openxmlformats.org/drawingml/2006/main"/>
          </p:cNvSpPr>
          <p:nvPr/>
        </p:nvSpPr>
        <p:spPr>
          <a:xfrm xmlns:a="http://schemas.openxmlformats.org/drawingml/2006/main" flipH="0" flipV="0">
            <a:off x="55499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57" name="16-line-10">
            <a:extLst xmlns:a="http://schemas.openxmlformats.org/drawingml/2006/main">
              <a:ext uri="{FF2B5EF4-FFF2-40B4-BE49-F238E27FC236}">
                <a16:creationId xmlns:a16="http://schemas.microsoft.com/office/drawing/2014/main" id="{2CD7743D-B33E-424E-BAEA-18851A3F423E}"/>
              </a:ext>
            </a:extLst>
          </p:cNvPr>
          <p:cNvSpPr>
            <a:spLocks xmlns:a="http://schemas.openxmlformats.org/drawingml/2006/main"/>
          </p:cNvSpPr>
          <p:nvPr/>
        </p:nvSpPr>
        <p:spPr>
          <a:xfrm xmlns:a="http://schemas.openxmlformats.org/drawingml/2006/main" flipH="0" flipV="0">
            <a:off x="83693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58" name="16-text-11">
            <a:extLst xmlns:a="http://schemas.openxmlformats.org/drawingml/2006/main">
              <a:ext uri="{FF2B5EF4-FFF2-40B4-BE49-F238E27FC236}">
                <a16:creationId xmlns:a16="http://schemas.microsoft.com/office/drawing/2014/main" id="{2CB93F43-E479-4224-9579-5B35EE9DA1C1}"/>
              </a:ext>
            </a:extLst>
          </p:cNvPr>
          <p:cNvSpPr>
            <a:spLocks xmlns:a="http://schemas.openxmlformats.org/drawingml/2006/main"/>
          </p:cNvSpPr>
          <p:nvPr/>
        </p:nvSpPr>
        <p:spPr>
          <a:xfrm xmlns:a="http://schemas.openxmlformats.org/drawingml/2006/main">
            <a:off x="609600" y="3581400"/>
            <a:ext cx="10972800" cy="20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"LLMs are quite happy to say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'all tests green', yet when I run them,</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there are failures."</a:t>
            </a:r>
          </a:p>
        </p:txBody>
      </p:sp>
      <p:sp>
        <p:nvSpPr>
          <p:cNvPr id="359" name="16-text-12">
            <a:extLst xmlns:a="http://schemas.openxmlformats.org/drawingml/2006/main">
              <a:ext uri="{FF2B5EF4-FFF2-40B4-BE49-F238E27FC236}">
                <a16:creationId xmlns:a16="http://schemas.microsoft.com/office/drawing/2014/main" id="{FBDEB8A5-0961-41DA-A85B-786454680496}"/>
              </a:ext>
            </a:extLst>
          </p:cNvPr>
          <p:cNvSpPr>
            <a:spLocks xmlns:a="http://schemas.openxmlformats.org/drawingml/2006/main"/>
          </p:cNvSpPr>
          <p:nvPr/>
        </p:nvSpPr>
        <p:spPr>
          <a:xfrm xmlns:a="http://schemas.openxmlformats.org/drawingml/2006/main">
            <a:off x="609600" y="5765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Martin Fowler, August 2025</a:t>
            </a:r>
          </a:p>
        </p:txBody>
      </p:sp>
      <p:sp>
        <p:nvSpPr>
          <p:cNvPr id="360" name="narrative-number">
            <a:extLst xmlns:a="http://schemas.openxmlformats.org/drawingml/2006/main">
              <a:ext uri="{FF2B5EF4-FFF2-40B4-BE49-F238E27FC236}">
                <a16:creationId xmlns:a16="http://schemas.microsoft.com/office/drawing/2014/main" id="{81A53DEA-3C8A-4E56-A7A1-0FCABB60800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809009832"/>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1" name="!!area-name">
            <a:extLst xmlns:a="http://schemas.openxmlformats.org/drawingml/2006/main">
              <a:ext uri="{FF2B5EF4-FFF2-40B4-BE49-F238E27FC236}">
                <a16:creationId xmlns:a16="http://schemas.microsoft.com/office/drawing/2014/main" id="{DBF21760-FB1A-4212-80A1-4269C0E6DBE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370" name="mini-map"/>
          <p:cNvPicPr>
            <a:picLocks xmlns:a="http://schemas.openxmlformats.org/drawingml/2006/main" noChangeAspect="1"/>
          </p:cNvPicPr>
          <p:nvPr/>
        </p:nvPicPr>
        <p:blipFill>
          <a:blip xmlns:r="http://schemas.openxmlformats.org/officeDocument/2006/relationships" xmlns:a="http://schemas.openxmlformats.org/drawingml/2006/main" r:embed="Rc290ff0b87be47d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3" name="header-divider">
            <a:extLst xmlns:a="http://schemas.openxmlformats.org/drawingml/2006/main">
              <a:ext uri="{FF2B5EF4-FFF2-40B4-BE49-F238E27FC236}">
                <a16:creationId xmlns:a16="http://schemas.microsoft.com/office/drawing/2014/main" id="{8F1DA894-0232-4DDB-9B96-09A7EDE58D9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4" name="16b-text-1">
            <a:extLst xmlns:a="http://schemas.openxmlformats.org/drawingml/2006/main">
              <a:ext uri="{FF2B5EF4-FFF2-40B4-BE49-F238E27FC236}">
                <a16:creationId xmlns:a16="http://schemas.microsoft.com/office/drawing/2014/main" id="{A244F65C-0018-42E2-A067-7F668CF04CEC}"/>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65" name="16b-text-2">
            <a:extLst xmlns:a="http://schemas.openxmlformats.org/drawingml/2006/main">
              <a:ext uri="{FF2B5EF4-FFF2-40B4-BE49-F238E27FC236}">
                <a16:creationId xmlns:a16="http://schemas.microsoft.com/office/drawing/2014/main" id="{1EFAA33E-E9FA-422E-9192-37C0027CC5AC}"/>
              </a:ext>
            </a:extLst>
          </p:cNvPr>
          <p:cNvSpPr>
            <a:spLocks xmlns:a="http://schemas.openxmlformats.org/drawingml/2006/main"/>
          </p:cNvSpPr>
          <p:nvPr/>
        </p:nvSpPr>
        <p:spPr>
          <a:xfrm xmlns:a="http://schemas.openxmlformats.org/drawingml/2006/main">
            <a:off x="609600" y="243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Two complementary uses of checks. This talk's organizing model:</a:t>
            </a:r>
          </a:p>
        </p:txBody>
      </p:sp>
      <p:graphicFrame>
        <p:nvGraphicFramePr>
          <p:cNvPr id="374" name="16b-table-3"/>
          <p:cNvGraphicFramePr/>
          <p:nvPr/>
        </p:nvGraphicFramePr>
        <p:xfrm>
          <a:off xmlns:a="http://schemas.openxmlformats.org/drawingml/2006/main" x="609600" y="2921000"/>
          <a:ext xmlns:a="http://schemas.openxmlformats.org/drawingml/2006/main" cx="10972800" cy="2463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Verification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Evaluation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25500">
                <a:tc>
                  <a:txBody>
                    <a:bodyPr>
                      <a:noAutofit/>
                    </a:bodyPr>
                    <a:lstStyle/>
                    <a:p>
                      <a:pPr>
                        <a:lnSpc>
                          <a:spcPct val="125000"/>
                        </a:lnSpc>
                        <a:buNone/>
                      </a:pPr>
                      <a:r>
                        <a:rPr sz="2000" b="0">
                          <a:solidFill>
                            <a:srgbClr val="FFFCF5"/>
                          </a:solidFill>
                          <a:latin typeface="Helvetica"/>
                          <a:ea typeface="Helvetica"/>
                          <a:cs typeface="Helvetica"/>
                        </a:rPr>
                        <a:t>Check an action before accepting 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 behavior across</a:t>
                      </a:r>
                    </a:p>
                    <a:p>
                      <a:pPr>
                        <a:lnSpc>
                          <a:spcPct val="125000"/>
                        </a:lnSpc>
                        <a:buNone/>
                      </a:pPr>
                      <a:r>
                        <a:rPr sz="2000" b="0">
                          <a:solidFill>
                            <a:srgbClr val="FFFCF5"/>
                          </a:solidFill>
                          <a:latin typeface="Helvetica"/>
                          <a:ea typeface="Helvetica"/>
                          <a:cs typeface="Helvetica"/>
                        </a:rPr>
                        <a:t>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Inside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Outside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98500">
                <a:tc>
                  <a:txBody>
                    <a:bodyPr>
                      <a:noAutofit/>
                    </a:bodyPr>
                    <a:lstStyle/>
                    <a:p>
                      <a:pPr>
                        <a:lnSpc>
                          <a:spcPct val="125000"/>
                        </a:lnSpc>
                        <a:buNone/>
                      </a:pPr>
                      <a:r>
                        <a:rPr sz="2000" b="0">
                          <a:solidFill>
                            <a:srgbClr val="FFFCF5"/>
                          </a:solidFill>
                          <a:latin typeface="Helvetica"/>
                          <a:ea typeface="Helvetica"/>
                          <a:cs typeface="Helvetica"/>
                        </a:rPr>
                        <a:t>Rules, state checks, visual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Tasks, trials, graders, suites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67" name="16b-text-4">
            <a:extLst xmlns:a="http://schemas.openxmlformats.org/drawingml/2006/main">
              <a:ext uri="{FF2B5EF4-FFF2-40B4-BE49-F238E27FC236}">
                <a16:creationId xmlns:a16="http://schemas.microsoft.com/office/drawing/2014/main" id="{6EA5610E-0047-4DFD-B657-655658901DC3}"/>
              </a:ext>
            </a:extLst>
          </p:cNvPr>
          <p:cNvSpPr>
            <a:spLocks xmlns:a="http://schemas.openxmlformats.org/drawingml/2006/main"/>
          </p:cNvSpPr>
          <p:nvPr/>
        </p:nvSpPr>
        <p:spPr>
          <a:xfrm xmlns:a="http://schemas.openxmlformats.org/drawingml/2006/main">
            <a:off x="609600" y="5613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Graders: code · model, with expert calibration · human</a:t>
            </a:r>
          </a:p>
        </p:txBody>
      </p:sp>
      <p:sp>
        <p:nvSpPr>
          <p:cNvPr id="368" name="narrative-number">
            <a:extLst xmlns:a="http://schemas.openxmlformats.org/drawingml/2006/main">
              <a:ext uri="{FF2B5EF4-FFF2-40B4-BE49-F238E27FC236}">
                <a16:creationId xmlns:a16="http://schemas.microsoft.com/office/drawing/2014/main" id="{0369FD70-7E0A-4946-B042-24B7D1FF866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627913404"/>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9" name="!!area-name">
            <a:extLst xmlns:a="http://schemas.openxmlformats.org/drawingml/2006/main">
              <a:ext uri="{FF2B5EF4-FFF2-40B4-BE49-F238E27FC236}">
                <a16:creationId xmlns:a16="http://schemas.microsoft.com/office/drawing/2014/main" id="{56045680-4ADB-43A0-9DA1-EB1DA7F6DBC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385" name="mini-map"/>
          <p:cNvPicPr>
            <a:picLocks xmlns:a="http://schemas.openxmlformats.org/drawingml/2006/main" noChangeAspect="1"/>
          </p:cNvPicPr>
          <p:nvPr/>
        </p:nvPicPr>
        <p:blipFill>
          <a:blip xmlns:r="http://schemas.openxmlformats.org/officeDocument/2006/relationships" xmlns:a="http://schemas.openxmlformats.org/drawingml/2006/main" r:embed="R88f739433813429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1" name="header-divider">
            <a:extLst xmlns:a="http://schemas.openxmlformats.org/drawingml/2006/main">
              <a:ext uri="{FF2B5EF4-FFF2-40B4-BE49-F238E27FC236}">
                <a16:creationId xmlns:a16="http://schemas.microsoft.com/office/drawing/2014/main" id="{EB25B34E-3CBF-4A53-A55E-DBAC91E2019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2" name="16b-text-1">
            <a:extLst xmlns:a="http://schemas.openxmlformats.org/drawingml/2006/main">
              <a:ext uri="{FF2B5EF4-FFF2-40B4-BE49-F238E27FC236}">
                <a16:creationId xmlns:a16="http://schemas.microsoft.com/office/drawing/2014/main" id="{25ABCF84-D343-46FF-B229-A38BB3A6A842}"/>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73" name="16b-text-5">
            <a:extLst xmlns:a="http://schemas.openxmlformats.org/drawingml/2006/main">
              <a:ext uri="{FF2B5EF4-FFF2-40B4-BE49-F238E27FC236}">
                <a16:creationId xmlns:a16="http://schemas.microsoft.com/office/drawing/2014/main" id="{CD3A7690-6419-4393-8399-422E2800DD0B}"/>
              </a:ext>
            </a:extLst>
          </p:cNvPr>
          <p:cNvSpPr>
            <a:spLocks xmlns:a="http://schemas.openxmlformats.org/drawingml/2006/main"/>
          </p:cNvSpPr>
          <p:nvPr/>
        </p:nvSpPr>
        <p:spPr>
          <a:xfrm xmlns:a="http://schemas.openxmlformats.org/drawingml/2006/main">
            <a:off x="609600" y="24384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Check the result. Inspect the trace.</a:t>
            </a:r>
          </a:p>
        </p:txBody>
      </p:sp>
      <p:sp>
        <p:nvSpPr>
          <p:cNvPr id="374" name="16b-text-6">
            <a:extLst xmlns:a="http://schemas.openxmlformats.org/drawingml/2006/main">
              <a:ext uri="{FF2B5EF4-FFF2-40B4-BE49-F238E27FC236}">
                <a16:creationId xmlns:a16="http://schemas.microsoft.com/office/drawing/2014/main" id="{74472A6A-A235-4DE5-BBFB-5A6D84686E98}"/>
              </a:ext>
            </a:extLst>
          </p:cNvPr>
          <p:cNvSpPr>
            <a:spLocks xmlns:a="http://schemas.openxmlformats.org/drawingml/2006/main"/>
          </p:cNvSpPr>
          <p:nvPr/>
        </p:nvSpPr>
        <p:spPr>
          <a:xfrm xmlns:a="http://schemas.openxmlformats.org/drawingml/2006/main">
            <a:off x="609600" y="3098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FRB-042 grader</a:t>
            </a:r>
          </a:p>
        </p:txBody>
      </p:sp>
      <p:sp>
        <p:nvSpPr>
          <p:cNvPr id="375" name="16b-text-7">
            <a:extLst xmlns:a="http://schemas.openxmlformats.org/drawingml/2006/main">
              <a:ext uri="{FF2B5EF4-FFF2-40B4-BE49-F238E27FC236}">
                <a16:creationId xmlns:a16="http://schemas.microsoft.com/office/drawing/2014/main" id="{E351FB76-D3CE-4AA3-8477-EDC8F6F93178}"/>
              </a:ext>
            </a:extLst>
          </p:cNvPr>
          <p:cNvSpPr>
            <a:spLocks xmlns:a="http://schemas.openxmlformats.org/drawingml/2006/main"/>
          </p:cNvSpPr>
          <p:nvPr/>
        </p:nvSpPr>
        <p:spPr>
          <a:xfrm xmlns:a="http://schemas.openxmlformats.org/drawingml/2006/main">
            <a:off x="609600" y="3530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slide 6</a:t>
            </a:r>
          </a:p>
        </p:txBody>
      </p:sp>
      <p:sp>
        <p:nvSpPr>
          <p:cNvPr id="376" name="16b-text-8">
            <a:extLst xmlns:a="http://schemas.openxmlformats.org/drawingml/2006/main">
              <a:ext uri="{FF2B5EF4-FFF2-40B4-BE49-F238E27FC236}">
                <a16:creationId xmlns:a16="http://schemas.microsoft.com/office/drawing/2014/main" id="{4283F28B-1739-40D9-A54F-7148955C23A2}"/>
              </a:ext>
            </a:extLst>
          </p:cNvPr>
          <p:cNvSpPr>
            <a:spLocks xmlns:a="http://schemas.openxmlformats.org/drawingml/2006/main"/>
          </p:cNvSpPr>
          <p:nvPr/>
        </p:nvSpPr>
        <p:spPr>
          <a:xfrm xmlns:a="http://schemas.openxmlformats.org/drawingml/2006/main">
            <a:off x="609600" y="3886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“Bearing wear is a possible cause.”</a:t>
            </a:r>
          </a:p>
        </p:txBody>
      </p:sp>
      <p:sp>
        <p:nvSpPr>
          <p:cNvPr id="377" name="16b-text-9">
            <a:extLst xmlns:a="http://schemas.openxmlformats.org/drawingml/2006/main">
              <a:ext uri="{FF2B5EF4-FFF2-40B4-BE49-F238E27FC236}">
                <a16:creationId xmlns:a16="http://schemas.microsoft.com/office/drawing/2014/main" id="{B0098E2A-FF51-4725-BFC5-79836B7CCC03}"/>
              </a:ext>
            </a:extLst>
          </p:cNvPr>
          <p:cNvSpPr>
            <a:spLocks xmlns:a="http://schemas.openxmlformats.org/drawingml/2006/main"/>
          </p:cNvSpPr>
          <p:nvPr/>
        </p:nvSpPr>
        <p:spPr>
          <a:xfrm xmlns:a="http://schemas.openxmlformats.org/drawingml/2006/main">
            <a:off x="609600" y="4673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378" name="16b-text-10">
            <a:extLst xmlns:a="http://schemas.openxmlformats.org/drawingml/2006/main">
              <a:ext uri="{FF2B5EF4-FFF2-40B4-BE49-F238E27FC236}">
                <a16:creationId xmlns:a16="http://schemas.microsoft.com/office/drawing/2014/main" id="{340B9807-0B76-4C16-873B-81B11FD76B4E}"/>
              </a:ext>
            </a:extLst>
          </p:cNvPr>
          <p:cNvSpPr>
            <a:spLocks xmlns:a="http://schemas.openxmlformats.org/drawingml/2006/main"/>
          </p:cNvSpPr>
          <p:nvPr/>
        </p:nvSpPr>
        <p:spPr>
          <a:xfrm xmlns:a="http://schemas.openxmlformats.org/drawingml/2006/main">
            <a:off x="609600" y="50292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379" name="16b-text-11">
            <a:extLst xmlns:a="http://schemas.openxmlformats.org/drawingml/2006/main">
              <a:ext uri="{FF2B5EF4-FFF2-40B4-BE49-F238E27FC236}">
                <a16:creationId xmlns:a16="http://schemas.microsoft.com/office/drawing/2014/main" id="{BFDE93F2-B6AA-4DDC-BA88-C79363AE3BC2}"/>
              </a:ext>
            </a:extLst>
          </p:cNvPr>
          <p:cNvSpPr>
            <a:spLocks xmlns:a="http://schemas.openxmlformats.org/drawingml/2006/main"/>
          </p:cNvSpPr>
          <p:nvPr/>
        </p:nvSpPr>
        <p:spPr>
          <a:xfrm xmlns:a="http://schemas.openxmlformats.org/drawingml/2006/main">
            <a:off x="6248400" y="3530600"/>
            <a:ext cx="5334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Observed answer</a:t>
            </a:r>
          </a:p>
        </p:txBody>
      </p:sp>
      <p:sp>
        <p:nvSpPr>
          <p:cNvPr id="380" name="16b-text-12">
            <a:extLst xmlns:a="http://schemas.openxmlformats.org/drawingml/2006/main">
              <a:ext uri="{FF2B5EF4-FFF2-40B4-BE49-F238E27FC236}">
                <a16:creationId xmlns:a16="http://schemas.microsoft.com/office/drawing/2014/main" id="{7398F65E-3E66-4BA1-9664-B3A8704B93E0}"/>
              </a:ext>
            </a:extLst>
          </p:cNvPr>
          <p:cNvSpPr>
            <a:spLocks xmlns:a="http://schemas.openxmlformats.org/drawingml/2006/main"/>
          </p:cNvSpPr>
          <p:nvPr/>
        </p:nvSpPr>
        <p:spPr>
          <a:xfrm xmlns:a="http://schemas.openxmlformats.org/drawingml/2006/main">
            <a:off x="6248400" y="3937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381" name="16b-text-13">
            <a:extLst xmlns:a="http://schemas.openxmlformats.org/drawingml/2006/main">
              <a:ext uri="{FF2B5EF4-FFF2-40B4-BE49-F238E27FC236}">
                <a16:creationId xmlns:a16="http://schemas.microsoft.com/office/drawing/2014/main" id="{706F14D9-6AC9-478B-9BA5-2DDABED3922F}"/>
              </a:ext>
            </a:extLst>
          </p:cNvPr>
          <p:cNvSpPr>
            <a:spLocks xmlns:a="http://schemas.openxmlformats.org/drawingml/2006/main"/>
          </p:cNvSpPr>
          <p:nvPr/>
        </p:nvSpPr>
        <p:spPr>
          <a:xfrm xmlns:a="http://schemas.openxmlformats.org/drawingml/2006/main">
            <a:off x="6248400" y="48768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 hypothesis reported</a:t>
            </a:r>
          </a:p>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as a finding.</a:t>
            </a:r>
          </a:p>
        </p:txBody>
      </p:sp>
      <p:sp>
        <p:nvSpPr>
          <p:cNvPr id="382" name="16b-text-14">
            <a:extLst xmlns:a="http://schemas.openxmlformats.org/drawingml/2006/main">
              <a:ext uri="{FF2B5EF4-FFF2-40B4-BE49-F238E27FC236}">
                <a16:creationId xmlns:a16="http://schemas.microsoft.com/office/drawing/2014/main" id="{6B2EDCF9-0C4A-4AE6-A87B-149D97A03B94}"/>
              </a:ext>
            </a:extLst>
          </p:cNvPr>
          <p:cNvSpPr>
            <a:spLocks xmlns:a="http://schemas.openxmlformats.org/drawingml/2006/main"/>
          </p:cNvSpPr>
          <p:nvPr/>
        </p:nvSpPr>
        <p:spPr>
          <a:xfrm xmlns:a="http://schemas.openxmlformats.org/drawingml/2006/main">
            <a:off x="62484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before assigning a cause.</a:t>
            </a:r>
          </a:p>
        </p:txBody>
      </p:sp>
      <p:sp>
        <p:nvSpPr>
          <p:cNvPr id="383" name="narrative-number">
            <a:extLst xmlns:a="http://schemas.openxmlformats.org/drawingml/2006/main">
              <a:ext uri="{FF2B5EF4-FFF2-40B4-BE49-F238E27FC236}">
                <a16:creationId xmlns:a16="http://schemas.microsoft.com/office/drawing/2014/main" id="{49949AA6-2E8C-4A59-A538-F05E458F5D5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4193762908"/>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4" name="!!area-name">
            <a:extLst xmlns:a="http://schemas.openxmlformats.org/drawingml/2006/main">
              <a:ext uri="{FF2B5EF4-FFF2-40B4-BE49-F238E27FC236}">
                <a16:creationId xmlns:a16="http://schemas.microsoft.com/office/drawing/2014/main" id="{23E6C3E4-E3F3-4F69-BE50-32890D74AB8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395" name="mini-map"/>
          <p:cNvPicPr>
            <a:picLocks xmlns:a="http://schemas.openxmlformats.org/drawingml/2006/main" noChangeAspect="1"/>
          </p:cNvPicPr>
          <p:nvPr/>
        </p:nvPicPr>
        <p:blipFill>
          <a:blip xmlns:r="http://schemas.openxmlformats.org/officeDocument/2006/relationships" xmlns:a="http://schemas.openxmlformats.org/drawingml/2006/main" r:embed="R81875dec904b461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6" name="header-divider">
            <a:extLst xmlns:a="http://schemas.openxmlformats.org/drawingml/2006/main">
              <a:ext uri="{FF2B5EF4-FFF2-40B4-BE49-F238E27FC236}">
                <a16:creationId xmlns:a16="http://schemas.microsoft.com/office/drawing/2014/main" id="{B6BD360F-6D90-4548-B01F-A238CE64576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7" name="16b-text-1">
            <a:extLst xmlns:a="http://schemas.openxmlformats.org/drawingml/2006/main">
              <a:ext uri="{FF2B5EF4-FFF2-40B4-BE49-F238E27FC236}">
                <a16:creationId xmlns:a16="http://schemas.microsoft.com/office/drawing/2014/main" id="{A1367C42-8B82-4FA6-9443-A4A8DB9E70D0}"/>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88" name="16b-text-15">
            <a:extLst xmlns:a="http://schemas.openxmlformats.org/drawingml/2006/main">
              <a:ext uri="{FF2B5EF4-FFF2-40B4-BE49-F238E27FC236}">
                <a16:creationId xmlns:a16="http://schemas.microsoft.com/office/drawing/2014/main" id="{329FD6C7-8409-41DD-9E1F-B9429291347D}"/>
              </a:ext>
            </a:extLst>
          </p:cNvPr>
          <p:cNvSpPr>
            <a:spLocks xmlns:a="http://schemas.openxmlformats.org/drawingml/2006/main"/>
          </p:cNvSpPr>
          <p:nvPr/>
        </p:nvSpPr>
        <p:spPr>
          <a:xfrm xmlns:a="http://schemas.openxmlformats.org/drawingml/2006/main">
            <a:off x="609600" y="2438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389" name="16b-text-16">
            <a:extLst xmlns:a="http://schemas.openxmlformats.org/drawingml/2006/main">
              <a:ext uri="{FF2B5EF4-FFF2-40B4-BE49-F238E27FC236}">
                <a16:creationId xmlns:a16="http://schemas.microsoft.com/office/drawing/2014/main" id="{C051DC29-F2DB-4EC3-9E27-C23CE792B0F2}"/>
              </a:ext>
            </a:extLst>
          </p:cNvPr>
          <p:cNvSpPr>
            <a:spLocks xmlns:a="http://schemas.openxmlformats.org/drawingml/2006/main"/>
          </p:cNvSpPr>
          <p:nvPr/>
        </p:nvSpPr>
        <p:spPr>
          <a:xfrm xmlns:a="http://schemas.openxmlformats.org/drawingml/2006/main">
            <a:off x="4064000" y="2565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at least one of k trials succeeds.</a:t>
            </a:r>
          </a:p>
        </p:txBody>
      </p:sp>
      <p:sp>
        <p:nvSpPr>
          <p:cNvPr id="390" name="16b-text-17">
            <a:extLst xmlns:a="http://schemas.openxmlformats.org/drawingml/2006/main">
              <a:ext uri="{FF2B5EF4-FFF2-40B4-BE49-F238E27FC236}">
                <a16:creationId xmlns:a16="http://schemas.microsoft.com/office/drawing/2014/main" id="{9BD8A17F-D6CD-4B7D-AED8-0E306EC4580C}"/>
              </a:ext>
            </a:extLst>
          </p:cNvPr>
          <p:cNvSpPr>
            <a:spLocks xmlns:a="http://schemas.openxmlformats.org/drawingml/2006/main"/>
          </p:cNvSpPr>
          <p:nvPr/>
        </p:nvSpPr>
        <p:spPr>
          <a:xfrm xmlns:a="http://schemas.openxmlformats.org/drawingml/2006/main">
            <a:off x="609600" y="3835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391" name="16b-text-18">
            <a:extLst xmlns:a="http://schemas.openxmlformats.org/drawingml/2006/main">
              <a:ext uri="{FF2B5EF4-FFF2-40B4-BE49-F238E27FC236}">
                <a16:creationId xmlns:a16="http://schemas.microsoft.com/office/drawing/2014/main" id="{11B8D188-360D-42A1-8E3A-3A7D6E4E94C0}"/>
              </a:ext>
            </a:extLst>
          </p:cNvPr>
          <p:cNvSpPr>
            <a:spLocks xmlns:a="http://schemas.openxmlformats.org/drawingml/2006/main"/>
          </p:cNvSpPr>
          <p:nvPr/>
        </p:nvSpPr>
        <p:spPr>
          <a:xfrm xmlns:a="http://schemas.openxmlformats.org/drawingml/2006/main">
            <a:off x="4064000" y="3962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all k trials succeed.</a:t>
            </a:r>
          </a:p>
        </p:txBody>
      </p:sp>
      <p:sp>
        <p:nvSpPr>
          <p:cNvPr id="392" name="16b-text-19">
            <a:extLst xmlns:a="http://schemas.openxmlformats.org/drawingml/2006/main">
              <a:ext uri="{FF2B5EF4-FFF2-40B4-BE49-F238E27FC236}">
                <a16:creationId xmlns:a16="http://schemas.microsoft.com/office/drawing/2014/main" id="{AA295DC0-6C26-4944-B200-6BF61A42FFA3}"/>
              </a:ext>
            </a:extLst>
          </p:cNvPr>
          <p:cNvSpPr>
            <a:spLocks xmlns:a="http://schemas.openxmlformats.org/drawingml/2006/main"/>
          </p:cNvSpPr>
          <p:nvPr/>
        </p:nvSpPr>
        <p:spPr>
          <a:xfrm xmlns:a="http://schemas.openxmlformats.org/drawingml/2006/main">
            <a:off x="609600" y="5168900"/>
            <a:ext cx="109728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Identical at k = 1. Opposite stories at k = 10.</a:t>
            </a:r>
          </a:p>
        </p:txBody>
      </p:sp>
      <p:sp>
        <p:nvSpPr>
          <p:cNvPr id="393" name="narrative-number">
            <a:extLst xmlns:a="http://schemas.openxmlformats.org/drawingml/2006/main">
              <a:ext uri="{FF2B5EF4-FFF2-40B4-BE49-F238E27FC236}">
                <a16:creationId xmlns:a16="http://schemas.microsoft.com/office/drawing/2014/main" id="{03CEF724-20E8-444E-9F11-9ADF0860AD2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733192269"/>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4" name="!!area-name">
            <a:extLst xmlns:a="http://schemas.openxmlformats.org/drawingml/2006/main">
              <a:ext uri="{FF2B5EF4-FFF2-40B4-BE49-F238E27FC236}">
                <a16:creationId xmlns:a16="http://schemas.microsoft.com/office/drawing/2014/main" id="{204F06D8-80EE-40B8-BAE9-EAF226BC54C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403" name="mini-map"/>
          <p:cNvPicPr>
            <a:picLocks xmlns:a="http://schemas.openxmlformats.org/drawingml/2006/main" noChangeAspect="1"/>
          </p:cNvPicPr>
          <p:nvPr/>
        </p:nvPicPr>
        <p:blipFill>
          <a:blip xmlns:r="http://schemas.openxmlformats.org/officeDocument/2006/relationships" xmlns:a="http://schemas.openxmlformats.org/drawingml/2006/main" r:embed="Rb9432c07c3d84eb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6" name="header-divider">
            <a:extLst xmlns:a="http://schemas.openxmlformats.org/drawingml/2006/main">
              <a:ext uri="{FF2B5EF4-FFF2-40B4-BE49-F238E27FC236}">
                <a16:creationId xmlns:a16="http://schemas.microsoft.com/office/drawing/2014/main" id="{98DA6153-4D87-47CA-A643-DB2984285B6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7" name="16b-text-1">
            <a:extLst xmlns:a="http://schemas.openxmlformats.org/drawingml/2006/main">
              <a:ext uri="{FF2B5EF4-FFF2-40B4-BE49-F238E27FC236}">
                <a16:creationId xmlns:a16="http://schemas.microsoft.com/office/drawing/2014/main" id="{07A345FF-F87B-482B-9B77-76C71B9DCD4E}"/>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98" name="16b-text-20">
            <a:extLst xmlns:a="http://schemas.openxmlformats.org/drawingml/2006/main">
              <a:ext uri="{FF2B5EF4-FFF2-40B4-BE49-F238E27FC236}">
                <a16:creationId xmlns:a16="http://schemas.microsoft.com/office/drawing/2014/main" id="{5B5FEF18-BE61-43FB-9847-3E9064C3AB89}"/>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Start with </a:t>
            </a:r>
            <a:r>
              <a:rPr b="1">
                <a:solidFill>
                  <a:srgbClr val="FFFCF5"/>
                </a:solidFill>
                <a:latin typeface="Helvetica"/>
                <a:ea typeface="Helvetica"/>
                <a:cs typeface="Helvetica"/>
              </a:rPr>
              <a:t>20 to 50 tasks</a:t>
            </a:r>
            <a:r>
              <a:rPr b="0">
                <a:solidFill>
                  <a:srgbClr val="FFFCF5"/>
                </a:solidFill>
                <a:latin typeface="Helvetica"/>
                <a:ea typeface="Helvetica"/>
                <a:cs typeface="Helvetica"/>
              </a:rPr>
              <a:t> drawn from real failures.</a:t>
            </a:r>
          </a:p>
        </p:txBody>
      </p:sp>
      <p:sp>
        <p:nvSpPr>
          <p:cNvPr id="399" name="16b-text-21">
            <a:extLst xmlns:a="http://schemas.openxmlformats.org/drawingml/2006/main">
              <a:ext uri="{FF2B5EF4-FFF2-40B4-BE49-F238E27FC236}">
                <a16:creationId xmlns:a16="http://schemas.microsoft.com/office/drawing/2014/main" id="{01B87B4F-832D-48F2-9D07-90605640DE0D}"/>
              </a:ext>
            </a:extLst>
          </p:cNvPr>
          <p:cNvSpPr>
            <a:spLocks xmlns:a="http://schemas.openxmlformats.org/drawingml/2006/main"/>
          </p:cNvSpPr>
          <p:nvPr/>
        </p:nvSpPr>
        <p:spPr>
          <a:xfrm xmlns:a="http://schemas.openxmlformats.org/drawingml/2006/main">
            <a:off x="609600" y="36830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Read failures and refine the criteria.</a:t>
            </a:r>
          </a:p>
        </p:txBody>
      </p:sp>
      <p:sp>
        <p:nvSpPr>
          <p:cNvPr id="400" name="16b-text-22">
            <a:extLst xmlns:a="http://schemas.openxmlformats.org/drawingml/2006/main">
              <a:ext uri="{FF2B5EF4-FFF2-40B4-BE49-F238E27FC236}">
                <a16:creationId xmlns:a16="http://schemas.microsoft.com/office/drawing/2014/main" id="{5A4B16AA-3D29-4B35-9C31-C0DD49E8A065}"/>
              </a:ext>
            </a:extLst>
          </p:cNvPr>
          <p:cNvSpPr>
            <a:spLocks xmlns:a="http://schemas.openxmlformats.org/drawingml/2006/main"/>
          </p:cNvSpPr>
          <p:nvPr/>
        </p:nvSpPr>
        <p:spPr>
          <a:xfrm xmlns:a="http://schemas.openxmlformats.org/drawingml/2006/main">
            <a:off x="609600" y="49276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Review grader disagreements.</a:t>
            </a:r>
          </a:p>
        </p:txBody>
      </p:sp>
      <p:sp>
        <p:nvSpPr>
          <p:cNvPr id="401" name="narrative-number">
            <a:extLst xmlns:a="http://schemas.openxmlformats.org/drawingml/2006/main">
              <a:ext uri="{FF2B5EF4-FFF2-40B4-BE49-F238E27FC236}">
                <a16:creationId xmlns:a16="http://schemas.microsoft.com/office/drawing/2014/main" id="{4837BC76-5360-4A2B-841C-3D6742FC310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619717391"/>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2" name="!!area-name">
            <a:extLst xmlns:a="http://schemas.openxmlformats.org/drawingml/2006/main">
              <a:ext uri="{FF2B5EF4-FFF2-40B4-BE49-F238E27FC236}">
                <a16:creationId xmlns:a16="http://schemas.microsoft.com/office/drawing/2014/main" id="{AE43D152-2A21-4A7F-A600-5E3CF7F285C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410" name="mini-map"/>
          <p:cNvPicPr>
            <a:picLocks xmlns:a="http://schemas.openxmlformats.org/drawingml/2006/main" noChangeAspect="1"/>
          </p:cNvPicPr>
          <p:nvPr/>
        </p:nvPicPr>
        <p:blipFill>
          <a:blip xmlns:r="http://schemas.openxmlformats.org/officeDocument/2006/relationships" xmlns:a="http://schemas.openxmlformats.org/drawingml/2006/main" r:embed="R09df0c7dd0a2463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4" name="slide-title">
            <a:extLst xmlns:a="http://schemas.openxmlformats.org/drawingml/2006/main">
              <a:ext uri="{FF2B5EF4-FFF2-40B4-BE49-F238E27FC236}">
                <a16:creationId xmlns:a16="http://schemas.microsoft.com/office/drawing/2014/main" id="{4E9F9CF5-D7DD-41C8-AFAA-621BBCF3B19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405" name="header-divider">
            <a:extLst xmlns:a="http://schemas.openxmlformats.org/drawingml/2006/main">
              <a:ext uri="{FF2B5EF4-FFF2-40B4-BE49-F238E27FC236}">
                <a16:creationId xmlns:a16="http://schemas.microsoft.com/office/drawing/2014/main" id="{8E60A2A6-D550-4816-9C56-6737147859B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6" name="17-text-1">
            <a:extLst xmlns:a="http://schemas.openxmlformats.org/drawingml/2006/main">
              <a:ext uri="{FF2B5EF4-FFF2-40B4-BE49-F238E27FC236}">
                <a16:creationId xmlns:a16="http://schemas.microsoft.com/office/drawing/2014/main" id="{19A2ACF1-2D96-4E59-8695-9CFE651FC95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checks</a:t>
            </a:r>
          </a:p>
        </p:txBody>
      </p:sp>
      <p:graphicFrame>
        <p:nvGraphicFramePr>
          <p:cNvPr id="414" name="17-table-2"/>
          <p:cNvGraphicFramePr/>
          <p:nvPr/>
        </p:nvGraphicFramePr>
        <p:xfrm>
          <a:off xmlns:a="http://schemas.openxmlformats.org/drawingml/2006/main" x="609600" y="29210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Direct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Expert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IDs and revisions match</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Faithfulness to the evidence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Permissions and locations valid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Useful synthesis across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Exports match selected content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Warranted uncertainty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Citation exists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Citation supports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08" name="narrative-number">
            <a:extLst xmlns:a="http://schemas.openxmlformats.org/drawingml/2006/main">
              <a:ext uri="{FF2B5EF4-FFF2-40B4-BE49-F238E27FC236}">
                <a16:creationId xmlns:a16="http://schemas.microsoft.com/office/drawing/2014/main" id="{40856A34-DEA6-4DD4-98D6-711DE4C7F4C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63196519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9" name="!!area-name">
            <a:extLst xmlns:a="http://schemas.openxmlformats.org/drawingml/2006/main">
              <a:ext uri="{FF2B5EF4-FFF2-40B4-BE49-F238E27FC236}">
                <a16:creationId xmlns:a16="http://schemas.microsoft.com/office/drawing/2014/main" id="{C514BC08-A6EB-4120-8C57-92EDD26CA9A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430" name="mini-map"/>
          <p:cNvPicPr>
            <a:picLocks xmlns:a="http://schemas.openxmlformats.org/drawingml/2006/main" noChangeAspect="1"/>
          </p:cNvPicPr>
          <p:nvPr/>
        </p:nvPicPr>
        <p:blipFill>
          <a:blip xmlns:r="http://schemas.openxmlformats.org/officeDocument/2006/relationships" xmlns:a="http://schemas.openxmlformats.org/drawingml/2006/main" r:embed="R94b62a95a9354a2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1" name="slide-title">
            <a:extLst xmlns:a="http://schemas.openxmlformats.org/drawingml/2006/main">
              <a:ext uri="{FF2B5EF4-FFF2-40B4-BE49-F238E27FC236}">
                <a16:creationId xmlns:a16="http://schemas.microsoft.com/office/drawing/2014/main" id="{A27F29C9-A0ED-4C9E-8202-264CCDA3352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412" name="header-divider">
            <a:extLst xmlns:a="http://schemas.openxmlformats.org/drawingml/2006/main">
              <a:ext uri="{FF2B5EF4-FFF2-40B4-BE49-F238E27FC236}">
                <a16:creationId xmlns:a16="http://schemas.microsoft.com/office/drawing/2014/main" id="{E0B9AE8F-082F-4B84-9DC4-D5401531F90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3" name="17-text-3">
            <a:extLst xmlns:a="http://schemas.openxmlformats.org/drawingml/2006/main">
              <a:ext uri="{FF2B5EF4-FFF2-40B4-BE49-F238E27FC236}">
                <a16:creationId xmlns:a16="http://schemas.microsoft.com/office/drawing/2014/main" id="{73A96F88-2768-4881-9C14-7EE2A247F2A9}"/>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failure</a:t>
            </a:r>
          </a:p>
        </p:txBody>
      </p:sp>
      <p:sp>
        <p:nvSpPr>
          <p:cNvPr id="414" name="17-text-4">
            <a:extLst xmlns:a="http://schemas.openxmlformats.org/drawingml/2006/main">
              <a:ext uri="{FF2B5EF4-FFF2-40B4-BE49-F238E27FC236}">
                <a16:creationId xmlns:a16="http://schemas.microsoft.com/office/drawing/2014/main" id="{163D2B81-1659-442B-9A37-7F9EBA920C75}"/>
              </a:ext>
            </a:extLst>
          </p:cNvPr>
          <p:cNvSpPr>
            <a:spLocks xmlns:a="http://schemas.openxmlformats.org/drawingml/2006/main"/>
          </p:cNvSpPr>
          <p:nvPr/>
        </p:nvSpPr>
        <p:spPr>
          <a:xfrm xmlns:a="http://schemas.openxmlformats.org/drawingml/2006/main">
            <a:off x="609600" y="28448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15" name="17-text-5">
            <a:extLst xmlns:a="http://schemas.openxmlformats.org/drawingml/2006/main">
              <a:ext uri="{FF2B5EF4-FFF2-40B4-BE49-F238E27FC236}">
                <a16:creationId xmlns:a16="http://schemas.microsoft.com/office/drawing/2014/main" id="{B409D125-2426-49C9-9A83-0D2534C62B9E}"/>
              </a:ext>
            </a:extLst>
          </p:cNvPr>
          <p:cNvSpPr>
            <a:spLocks xmlns:a="http://schemas.openxmlformats.org/drawingml/2006/main"/>
          </p:cNvSpPr>
          <p:nvPr/>
        </p:nvSpPr>
        <p:spPr>
          <a:xfrm xmlns:a="http://schemas.openxmlformats.org/drawingml/2006/main">
            <a:off x="1219200" y="28448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Inspect the failure and trace.</a:t>
            </a:r>
          </a:p>
        </p:txBody>
      </p:sp>
      <p:sp>
        <p:nvSpPr>
          <p:cNvPr id="416" name="17-text-6">
            <a:extLst xmlns:a="http://schemas.openxmlformats.org/drawingml/2006/main">
              <a:ext uri="{FF2B5EF4-FFF2-40B4-BE49-F238E27FC236}">
                <a16:creationId xmlns:a16="http://schemas.microsoft.com/office/drawing/2014/main" id="{538A7975-3720-4571-9D4F-DCE3FEECA5D1}"/>
              </a:ext>
            </a:extLst>
          </p:cNvPr>
          <p:cNvSpPr>
            <a:spLocks xmlns:a="http://schemas.openxmlformats.org/drawingml/2006/main"/>
          </p:cNvSpPr>
          <p:nvPr/>
        </p:nvSpPr>
        <p:spPr>
          <a:xfrm xmlns:a="http://schemas.openxmlformats.org/drawingml/2006/main">
            <a:off x="1219200" y="32258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Find the responsible component.</a:t>
            </a:r>
          </a:p>
        </p:txBody>
      </p:sp>
      <p:sp>
        <p:nvSpPr>
          <p:cNvPr id="417" name="17-text-7">
            <a:extLst xmlns:a="http://schemas.openxmlformats.org/drawingml/2006/main">
              <a:ext uri="{FF2B5EF4-FFF2-40B4-BE49-F238E27FC236}">
                <a16:creationId xmlns:a16="http://schemas.microsoft.com/office/drawing/2014/main" id="{9DF763DE-4938-48C3-87F2-ADE123AE5D3D}"/>
              </a:ext>
            </a:extLst>
          </p:cNvPr>
          <p:cNvSpPr>
            <a:spLocks xmlns:a="http://schemas.openxmlformats.org/drawingml/2006/main"/>
          </p:cNvSpPr>
          <p:nvPr/>
        </p:nvSpPr>
        <p:spPr>
          <a:xfrm xmlns:a="http://schemas.openxmlformats.org/drawingml/2006/main">
            <a:off x="609600" y="38100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18" name="17-text-8">
            <a:extLst xmlns:a="http://schemas.openxmlformats.org/drawingml/2006/main">
              <a:ext uri="{FF2B5EF4-FFF2-40B4-BE49-F238E27FC236}">
                <a16:creationId xmlns:a16="http://schemas.microsoft.com/office/drawing/2014/main" id="{B3FAD93B-3385-4CC6-8F39-361B2CA8DB68}"/>
              </a:ext>
            </a:extLst>
          </p:cNvPr>
          <p:cNvSpPr>
            <a:spLocks xmlns:a="http://schemas.openxmlformats.org/drawingml/2006/main"/>
          </p:cNvSpPr>
          <p:nvPr/>
        </p:nvSpPr>
        <p:spPr>
          <a:xfrm xmlns:a="http://schemas.openxmlformats.org/drawingml/2006/main">
            <a:off x="1219200" y="38100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Change that component.</a:t>
            </a:r>
          </a:p>
        </p:txBody>
      </p:sp>
      <p:sp>
        <p:nvSpPr>
          <p:cNvPr id="419" name="17-text-9">
            <a:extLst xmlns:a="http://schemas.openxmlformats.org/drawingml/2006/main">
              <a:ext uri="{FF2B5EF4-FFF2-40B4-BE49-F238E27FC236}">
                <a16:creationId xmlns:a16="http://schemas.microsoft.com/office/drawing/2014/main" id="{7968435F-0CD0-45B1-B830-7E730E8B847B}"/>
              </a:ext>
            </a:extLst>
          </p:cNvPr>
          <p:cNvSpPr>
            <a:spLocks xmlns:a="http://schemas.openxmlformats.org/drawingml/2006/main"/>
          </p:cNvSpPr>
          <p:nvPr/>
        </p:nvSpPr>
        <p:spPr>
          <a:xfrm xmlns:a="http://schemas.openxmlformats.org/drawingml/2006/main">
            <a:off x="1219200" y="41910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Rerun the suite with repeated trials.</a:t>
            </a:r>
          </a:p>
        </p:txBody>
      </p:sp>
      <p:sp>
        <p:nvSpPr>
          <p:cNvPr id="420" name="17-text-10">
            <a:extLst xmlns:a="http://schemas.openxmlformats.org/drawingml/2006/main">
              <a:ext uri="{FF2B5EF4-FFF2-40B4-BE49-F238E27FC236}">
                <a16:creationId xmlns:a16="http://schemas.microsoft.com/office/drawing/2014/main" id="{4CEA12A2-E3BA-4010-8BAB-64EF15FCC3C2}"/>
              </a:ext>
            </a:extLst>
          </p:cNvPr>
          <p:cNvSpPr>
            <a:spLocks xmlns:a="http://schemas.openxmlformats.org/drawingml/2006/main"/>
          </p:cNvSpPr>
          <p:nvPr/>
        </p:nvSpPr>
        <p:spPr>
          <a:xfrm xmlns:a="http://schemas.openxmlformats.org/drawingml/2006/main">
            <a:off x="609600" y="47752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21" name="17-text-11">
            <a:extLst xmlns:a="http://schemas.openxmlformats.org/drawingml/2006/main">
              <a:ext uri="{FF2B5EF4-FFF2-40B4-BE49-F238E27FC236}">
                <a16:creationId xmlns:a16="http://schemas.microsoft.com/office/drawing/2014/main" id="{56AC6E0C-C91B-4DAC-8C79-598684DA5791}"/>
              </a:ext>
            </a:extLst>
          </p:cNvPr>
          <p:cNvSpPr>
            <a:spLocks xmlns:a="http://schemas.openxmlformats.org/drawingml/2006/main"/>
          </p:cNvSpPr>
          <p:nvPr/>
        </p:nvSpPr>
        <p:spPr>
          <a:xfrm xmlns:a="http://schemas.openxmlformats.org/drawingml/2006/main">
            <a:off x="1219200" y="47752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Monitor production samples.</a:t>
            </a:r>
          </a:p>
        </p:txBody>
      </p:sp>
      <p:sp>
        <p:nvSpPr>
          <p:cNvPr id="422" name="17-text-12">
            <a:extLst xmlns:a="http://schemas.openxmlformats.org/drawingml/2006/main">
              <a:ext uri="{FF2B5EF4-FFF2-40B4-BE49-F238E27FC236}">
                <a16:creationId xmlns:a16="http://schemas.microsoft.com/office/drawing/2014/main" id="{AA62751F-121D-4119-9A18-4A6BEF72D4AD}"/>
              </a:ext>
            </a:extLst>
          </p:cNvPr>
          <p:cNvSpPr>
            <a:spLocks xmlns:a="http://schemas.openxmlformats.org/drawingml/2006/main"/>
          </p:cNvSpPr>
          <p:nvPr/>
        </p:nvSpPr>
        <p:spPr>
          <a:xfrm xmlns:a="http://schemas.openxmlformats.org/drawingml/2006/main">
            <a:off x="1219200" y="51562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new failures to regression cases.</a:t>
            </a:r>
          </a:p>
        </p:txBody>
      </p:sp>
      <p:sp>
        <p:nvSpPr>
          <p:cNvPr id="423" name="17-text-13">
            <a:extLst xmlns:a="http://schemas.openxmlformats.org/drawingml/2006/main">
              <a:ext uri="{FF2B5EF4-FFF2-40B4-BE49-F238E27FC236}">
                <a16:creationId xmlns:a16="http://schemas.microsoft.com/office/drawing/2014/main" id="{BEFB0CD4-3C75-4F76-89BE-EFF6A08FBC67}"/>
              </a:ext>
            </a:extLst>
          </p:cNvPr>
          <p:cNvSpPr>
            <a:spLocks xmlns:a="http://schemas.openxmlformats.org/drawingml/2006/main"/>
          </p:cNvSpPr>
          <p:nvPr/>
        </p:nvSpPr>
        <p:spPr>
          <a:xfrm xmlns:a="http://schemas.openxmlformats.org/drawingml/2006/main">
            <a:off x="609600" y="5613400"/>
            <a:ext cx="109728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eval suite gives evidence for a migration decision.</a:t>
            </a:r>
          </a:p>
        </p:txBody>
      </p:sp>
      <p:sp>
        <p:nvSpPr>
          <p:cNvPr id="424" name="17-shape-14">
            <a:extLst xmlns:a="http://schemas.openxmlformats.org/drawingml/2006/main">
              <a:ext uri="{FF2B5EF4-FFF2-40B4-BE49-F238E27FC236}">
                <a16:creationId xmlns:a16="http://schemas.microsoft.com/office/drawing/2014/main" id="{64E41750-68F2-453D-A106-7BD70A5A1B52}"/>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25" name="17-shape-15">
            <a:extLst xmlns:a="http://schemas.openxmlformats.org/drawingml/2006/main">
              <a:ext uri="{FF2B5EF4-FFF2-40B4-BE49-F238E27FC236}">
                <a16:creationId xmlns:a16="http://schemas.microsoft.com/office/drawing/2014/main" id="{4B6A8300-D968-43A9-BDB4-C502C1F96E38}"/>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26" name="17-text-16">
            <a:extLst xmlns:a="http://schemas.openxmlformats.org/drawingml/2006/main">
              <a:ext uri="{FF2B5EF4-FFF2-40B4-BE49-F238E27FC236}">
                <a16:creationId xmlns:a16="http://schemas.microsoft.com/office/drawing/2014/main" id="{52270C92-5CCE-495C-BC9E-402F600EDAD6}"/>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427" name="17-text-17">
            <a:extLst xmlns:a="http://schemas.openxmlformats.org/drawingml/2006/main">
              <a:ext uri="{FF2B5EF4-FFF2-40B4-BE49-F238E27FC236}">
                <a16:creationId xmlns:a16="http://schemas.microsoft.com/office/drawing/2014/main" id="{07A4A72F-564B-4789-A59E-056FB3A21C72}"/>
              </a:ext>
            </a:extLst>
          </p:cNvPr>
          <p:cNvSpPr>
            <a:spLocks xmlns:a="http://schemas.openxmlformats.org/drawingml/2006/main"/>
          </p:cNvSpPr>
          <p:nvPr/>
        </p:nvSpPr>
        <p:spPr>
          <a:xfrm xmlns:a="http://schemas.openxmlformats.org/drawingml/2006/main">
            <a:off x="2489200" y="6096000"/>
            <a:ext cx="90932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428" name="narrative-number">
            <a:extLst xmlns:a="http://schemas.openxmlformats.org/drawingml/2006/main">
              <a:ext uri="{FF2B5EF4-FFF2-40B4-BE49-F238E27FC236}">
                <a16:creationId xmlns:a16="http://schemas.microsoft.com/office/drawing/2014/main" id="{B6972AAE-6E81-4884-B760-2FF48A9EA33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397053901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24"/>
                                        </p:tgtEl>
                                        <p:attrNameLst>
                                          <p:attrName>style.visibility</p:attrName>
                                        </p:attrNameLst>
                                      </p:cBhvr>
                                      <p:to>
                                        <p:strVal val="visible"/>
                                      </p:to>
                                    </p:set>
                                    <p:animEffect transition="in" filter="fade">
                                      <p:cBhvr>
                                        <p:cTn id="11" dur="300" fill="hold"/>
                                        <p:tgtEl>
                                          <p:spTgt spid="424"/>
                                        </p:tgtEl>
                                      </p:cBhvr>
                                    </p:animEffect>
                                  </p:childTnLst>
                                </p:cTn>
                              </p:par>
                              <p:par>
                                <p:cTn id="12" presetID="10" presetClass="entr" presetSubtype="0" fill="hold" nodeType="withEffect">
                                  <p:stCondLst>
                                    <p:cond delay="0"/>
                                  </p:stCondLst>
                                  <p:childTnLst>
                                    <p:set>
                                      <p:cBhvr>
                                        <p:cTn id="13" dur="1" fill="hold">
                                          <p:stCondLst>
                                            <p:cond delay="0"/>
                                          </p:stCondLst>
                                        </p:cTn>
                                        <p:tgtEl>
                                          <p:spTgt spid="425"/>
                                        </p:tgtEl>
                                        <p:attrNameLst>
                                          <p:attrName>style.visibility</p:attrName>
                                        </p:attrNameLst>
                                      </p:cBhvr>
                                      <p:to>
                                        <p:strVal val="visible"/>
                                      </p:to>
                                    </p:set>
                                    <p:animEffect transition="in" filter="fade">
                                      <p:cBhvr>
                                        <p:cTn id="14" dur="300" fill="hold"/>
                                        <p:tgtEl>
                                          <p:spTgt spid="425"/>
                                        </p:tgtEl>
                                      </p:cBhvr>
                                    </p:animEffect>
                                  </p:childTnLst>
                                </p:cTn>
                              </p:par>
                              <p:par>
                                <p:cTn id="15" presetID="10" presetClass="entr" presetSubtype="0" fill="hold" nodeType="withEffect">
                                  <p:stCondLst>
                                    <p:cond delay="0"/>
                                  </p:stCondLst>
                                  <p:childTnLst>
                                    <p:set>
                                      <p:cBhvr>
                                        <p:cTn id="16" dur="1" fill="hold">
                                          <p:stCondLst>
                                            <p:cond delay="0"/>
                                          </p:stCondLst>
                                        </p:cTn>
                                        <p:tgtEl>
                                          <p:spTgt spid="426"/>
                                        </p:tgtEl>
                                        <p:attrNameLst>
                                          <p:attrName>style.visibility</p:attrName>
                                        </p:attrNameLst>
                                      </p:cBhvr>
                                      <p:to>
                                        <p:strVal val="visible"/>
                                      </p:to>
                                    </p:set>
                                    <p:animEffect transition="in" filter="fade">
                                      <p:cBhvr>
                                        <p:cTn id="17" dur="300" fill="hold"/>
                                        <p:tgtEl>
                                          <p:spTgt spid="426"/>
                                        </p:tgtEl>
                                      </p:cBhvr>
                                    </p:animEffect>
                                  </p:childTnLst>
                                </p:cTn>
                              </p:par>
                              <p:par>
                                <p:cTn id="18" presetID="10" presetClass="entr" presetSubtype="0" fill="hold" nodeType="withEffect">
                                  <p:stCondLst>
                                    <p:cond delay="0"/>
                                  </p:stCondLst>
                                  <p:childTnLst>
                                    <p:set>
                                      <p:cBhvr>
                                        <p:cTn id="19" dur="1" fill="hold">
                                          <p:stCondLst>
                                            <p:cond delay="0"/>
                                          </p:stCondLst>
                                        </p:cTn>
                                        <p:tgtEl>
                                          <p:spTgt spid="427"/>
                                        </p:tgtEl>
                                        <p:attrNameLst>
                                          <p:attrName>style.visibility</p:attrName>
                                        </p:attrNameLst>
                                      </p:cBhvr>
                                      <p:to>
                                        <p:strVal val="visible"/>
                                      </p:to>
                                    </p:set>
                                    <p:animEffect transition="in" filter="fade">
                                      <p:cBhvr>
                                        <p:cTn id="20" dur="300" fill="hold"/>
                                        <p:tgtEl>
                                          <p:spTgt spid="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9" name="!!area-header">
            <a:extLst xmlns:a="http://schemas.openxmlformats.org/drawingml/2006/main">
              <a:ext uri="{FF2B5EF4-FFF2-40B4-BE49-F238E27FC236}">
                <a16:creationId xmlns:a16="http://schemas.microsoft.com/office/drawing/2014/main" id="{71CB8398-8706-48ED-8CB2-C1B3D83D16A2}"/>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30" name="!!area-name">
            <a:extLst xmlns:a="http://schemas.openxmlformats.org/drawingml/2006/main">
              <a:ext uri="{FF2B5EF4-FFF2-40B4-BE49-F238E27FC236}">
                <a16:creationId xmlns:a16="http://schemas.microsoft.com/office/drawing/2014/main" id="{794522A1-3BA8-461C-A37C-2D3EFB3574D0}"/>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Operating it</a:t>
            </a:r>
          </a:p>
        </p:txBody>
      </p:sp>
      <p:sp>
        <p:nvSpPr>
          <p:cNvPr id="431" name="!!area-beat">
            <a:extLst xmlns:a="http://schemas.openxmlformats.org/drawingml/2006/main">
              <a:ext uri="{FF2B5EF4-FFF2-40B4-BE49-F238E27FC236}">
                <a16:creationId xmlns:a16="http://schemas.microsoft.com/office/drawing/2014/main" id="{1F8406C8-36B1-40FC-82A6-500F01E55655}"/>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32" name="header-divider">
            <a:extLst xmlns:a="http://schemas.openxmlformats.org/drawingml/2006/main">
              <a:ext uri="{FF2B5EF4-FFF2-40B4-BE49-F238E27FC236}">
                <a16:creationId xmlns:a16="http://schemas.microsoft.com/office/drawing/2014/main" id="{6122393C-841C-4547-8151-909CAFCD13CA}"/>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3" name="18-shape-1">
            <a:extLst xmlns:a="http://schemas.openxmlformats.org/drawingml/2006/main">
              <a:ext uri="{FF2B5EF4-FFF2-40B4-BE49-F238E27FC236}">
                <a16:creationId xmlns:a16="http://schemas.microsoft.com/office/drawing/2014/main" id="{B02CFFFA-6202-451D-A693-740F6035FDD5}"/>
              </a:ext>
            </a:extLst>
          </p:cNvPr>
          <p:cNvSpPr>
            <a:spLocks xmlns:a="http://schemas.openxmlformats.org/drawingml/2006/main"/>
          </p:cNvSpPr>
          <p:nvPr/>
        </p:nvSpPr>
        <p:spPr>
          <a:xfrm xmlns:a="http://schemas.openxmlformats.org/drawingml/2006/main">
            <a:off x="609600" y="2489200"/>
            <a:ext cx="11430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434" name="18-text-2">
            <a:extLst xmlns:a="http://schemas.openxmlformats.org/drawingml/2006/main">
              <a:ext uri="{FF2B5EF4-FFF2-40B4-BE49-F238E27FC236}">
                <a16:creationId xmlns:a16="http://schemas.microsoft.com/office/drawing/2014/main" id="{5F2FEF19-52BE-4CE5-8722-19DBD69AE415}"/>
              </a:ext>
            </a:extLst>
          </p:cNvPr>
          <p:cNvSpPr>
            <a:spLocks xmlns:a="http://schemas.openxmlformats.org/drawingml/2006/main"/>
          </p:cNvSpPr>
          <p:nvPr/>
        </p:nvSpPr>
        <p:spPr>
          <a:xfrm xmlns:a="http://schemas.openxmlformats.org/drawingml/2006/main">
            <a:off x="762000" y="2527300"/>
            <a:ext cx="838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/usage</a:t>
            </a:r>
          </a:p>
        </p:txBody>
      </p:sp>
      <p:sp>
        <p:nvSpPr>
          <p:cNvPr id="435" name="18-shape-3">
            <a:extLst xmlns:a="http://schemas.openxmlformats.org/drawingml/2006/main">
              <a:ext uri="{FF2B5EF4-FFF2-40B4-BE49-F238E27FC236}">
                <a16:creationId xmlns:a16="http://schemas.microsoft.com/office/drawing/2014/main" id="{302BB01F-177C-4BB2-8143-4B505E12EC73}"/>
              </a:ext>
            </a:extLst>
          </p:cNvPr>
          <p:cNvSpPr>
            <a:spLocks xmlns:a="http://schemas.openxmlformats.org/drawingml/2006/main"/>
          </p:cNvSpPr>
          <p:nvPr/>
        </p:nvSpPr>
        <p:spPr>
          <a:xfrm xmlns:a="http://schemas.openxmlformats.org/drawingml/2006/main">
            <a:off x="1854200" y="2489200"/>
            <a:ext cx="3454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436" name="18-text-4">
            <a:extLst xmlns:a="http://schemas.openxmlformats.org/drawingml/2006/main">
              <a:ext uri="{FF2B5EF4-FFF2-40B4-BE49-F238E27FC236}">
                <a16:creationId xmlns:a16="http://schemas.microsoft.com/office/drawing/2014/main" id="{A6B34A27-177B-4DEA-B1C3-5DAFA1EC47FE}"/>
              </a:ext>
            </a:extLst>
          </p:cNvPr>
          <p:cNvSpPr>
            <a:spLocks xmlns:a="http://schemas.openxmlformats.org/drawingml/2006/main"/>
          </p:cNvSpPr>
          <p:nvPr/>
        </p:nvSpPr>
        <p:spPr>
          <a:xfrm xmlns:a="http://schemas.openxmlformats.org/drawingml/2006/main">
            <a:off x="2006600" y="2527300"/>
            <a:ext cx="314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OpenTelemetry exporter</a:t>
            </a:r>
          </a:p>
        </p:txBody>
      </p:sp>
      <p:sp>
        <p:nvSpPr>
          <p:cNvPr id="437" name="18-shape-5">
            <a:extLst xmlns:a="http://schemas.openxmlformats.org/drawingml/2006/main">
              <a:ext uri="{FF2B5EF4-FFF2-40B4-BE49-F238E27FC236}">
                <a16:creationId xmlns:a16="http://schemas.microsoft.com/office/drawing/2014/main" id="{54F6E76D-409A-4FFC-B514-CA9384DC844A}"/>
              </a:ext>
            </a:extLst>
          </p:cNvPr>
          <p:cNvSpPr>
            <a:spLocks xmlns:a="http://schemas.openxmlformats.org/drawingml/2006/main"/>
          </p:cNvSpPr>
          <p:nvPr/>
        </p:nvSpPr>
        <p:spPr>
          <a:xfrm xmlns:a="http://schemas.openxmlformats.org/drawingml/2006/main">
            <a:off x="5410200" y="2489200"/>
            <a:ext cx="1689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438" name="18-text-6">
            <a:extLst xmlns:a="http://schemas.openxmlformats.org/drawingml/2006/main">
              <a:ext uri="{FF2B5EF4-FFF2-40B4-BE49-F238E27FC236}">
                <a16:creationId xmlns:a16="http://schemas.microsoft.com/office/drawing/2014/main" id="{A7FEF484-9F1B-4993-9165-9E0E1D0B72A7}"/>
              </a:ext>
            </a:extLst>
          </p:cNvPr>
          <p:cNvSpPr>
            <a:spLocks xmlns:a="http://schemas.openxmlformats.org/drawingml/2006/main"/>
          </p:cNvSpPr>
          <p:nvPr/>
        </p:nvSpPr>
        <p:spPr>
          <a:xfrm xmlns:a="http://schemas.openxmlformats.org/drawingml/2006/main">
            <a:off x="5562600" y="2527300"/>
            <a:ext cx="1384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sandbox</a:t>
            </a:r>
          </a:p>
        </p:txBody>
      </p:sp>
      <p:sp>
        <p:nvSpPr>
          <p:cNvPr id="439" name="18-shape-7">
            <a:extLst xmlns:a="http://schemas.openxmlformats.org/drawingml/2006/main">
              <a:ext uri="{FF2B5EF4-FFF2-40B4-BE49-F238E27FC236}">
                <a16:creationId xmlns:a16="http://schemas.microsoft.com/office/drawing/2014/main" id="{CB86D969-4F97-49FA-B11F-7888DA7131F4}"/>
              </a:ext>
            </a:extLst>
          </p:cNvPr>
          <p:cNvSpPr>
            <a:spLocks xmlns:a="http://schemas.openxmlformats.org/drawingml/2006/main"/>
          </p:cNvSpPr>
          <p:nvPr/>
        </p:nvSpPr>
        <p:spPr>
          <a:xfrm xmlns:a="http://schemas.openxmlformats.org/drawingml/2006/main">
            <a:off x="7200900" y="2489200"/>
            <a:ext cx="2057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440" name="18-text-8">
            <a:extLst xmlns:a="http://schemas.openxmlformats.org/drawingml/2006/main">
              <a:ext uri="{FF2B5EF4-FFF2-40B4-BE49-F238E27FC236}">
                <a16:creationId xmlns:a16="http://schemas.microsoft.com/office/drawing/2014/main" id="{1C49284B-388B-4995-8B9C-684C7EA96D56}"/>
              </a:ext>
            </a:extLst>
          </p:cNvPr>
          <p:cNvSpPr>
            <a:spLocks xmlns:a="http://schemas.openxmlformats.org/drawingml/2006/main"/>
          </p:cNvSpPr>
          <p:nvPr/>
        </p:nvSpPr>
        <p:spPr>
          <a:xfrm xmlns:a="http://schemas.openxmlformats.org/drawingml/2006/main">
            <a:off x="7353300" y="2527300"/>
            <a:ext cx="1752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OAuth login</a:t>
            </a:r>
          </a:p>
        </p:txBody>
      </p:sp>
      <p:sp>
        <p:nvSpPr>
          <p:cNvPr id="441" name="18-text-9">
            <a:extLst xmlns:a="http://schemas.openxmlformats.org/drawingml/2006/main">
              <a:ext uri="{FF2B5EF4-FFF2-40B4-BE49-F238E27FC236}">
                <a16:creationId xmlns:a16="http://schemas.microsoft.com/office/drawing/2014/main" id="{EA211701-FA88-4AA6-A040-7B7731880650}"/>
              </a:ext>
            </a:extLst>
          </p:cNvPr>
          <p:cNvSpPr>
            <a:spLocks xmlns:a="http://schemas.openxmlformats.org/drawingml/2006/main"/>
          </p:cNvSpPr>
          <p:nvPr/>
        </p:nvSpPr>
        <p:spPr>
          <a:xfrm xmlns:a="http://schemas.openxmlformats.org/drawingml/2006/main">
            <a:off x="609600" y="38354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And a trust and safety team you have never met.</a:t>
            </a:r>
          </a:p>
        </p:txBody>
      </p:sp>
      <p:sp>
        <p:nvSpPr>
          <p:cNvPr id="442" name="narrative-number">
            <a:extLst xmlns:a="http://schemas.openxmlformats.org/drawingml/2006/main">
              <a:ext uri="{FF2B5EF4-FFF2-40B4-BE49-F238E27FC236}">
                <a16:creationId xmlns:a16="http://schemas.microsoft.com/office/drawing/2014/main" id="{AAB4ED79-E8E6-4373-89D3-FD805CFB89E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61958897"/>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3" name="!!area-name">
            <a:extLst xmlns:a="http://schemas.openxmlformats.org/drawingml/2006/main">
              <a:ext uri="{FF2B5EF4-FFF2-40B4-BE49-F238E27FC236}">
                <a16:creationId xmlns:a16="http://schemas.microsoft.com/office/drawing/2014/main" id="{DD9788ED-8BAA-4C06-B1F6-A90A4ADC57C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53" name="mini-map"/>
          <p:cNvPicPr>
            <a:picLocks xmlns:a="http://schemas.openxmlformats.org/drawingml/2006/main" noChangeAspect="1"/>
          </p:cNvPicPr>
          <p:nvPr/>
        </p:nvPicPr>
        <p:blipFill>
          <a:blip xmlns:r="http://schemas.openxmlformats.org/officeDocument/2006/relationships" xmlns:a="http://schemas.openxmlformats.org/drawingml/2006/main" r:embed="Rddd3bf8dda3440a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5" name="header-divider">
            <a:extLst xmlns:a="http://schemas.openxmlformats.org/drawingml/2006/main">
              <a:ext uri="{FF2B5EF4-FFF2-40B4-BE49-F238E27FC236}">
                <a16:creationId xmlns:a16="http://schemas.microsoft.com/office/drawing/2014/main" id="{F462B001-174E-4F1E-854E-F1226948473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6" name="18b-text-1">
            <a:extLst xmlns:a="http://schemas.openxmlformats.org/drawingml/2006/main">
              <a:ext uri="{FF2B5EF4-FFF2-40B4-BE49-F238E27FC236}">
                <a16:creationId xmlns:a16="http://schemas.microsoft.com/office/drawing/2014/main" id="{9742C146-21E0-4179-99FE-49D5BF4C8013}"/>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47" name="18b-text-2">
            <a:extLst xmlns:a="http://schemas.openxmlformats.org/drawingml/2006/main">
              <a:ext uri="{FF2B5EF4-FFF2-40B4-BE49-F238E27FC236}">
                <a16:creationId xmlns:a16="http://schemas.microsoft.com/office/drawing/2014/main" id="{8E9A8145-B6B1-4CBA-BD76-3D008A8C6062}"/>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Observability</a:t>
            </a:r>
          </a:p>
        </p:txBody>
      </p:sp>
      <p:sp>
        <p:nvSpPr>
          <p:cNvPr id="448" name="18b-text-3">
            <a:extLst xmlns:a="http://schemas.openxmlformats.org/drawingml/2006/main">
              <a:ext uri="{FF2B5EF4-FFF2-40B4-BE49-F238E27FC236}">
                <a16:creationId xmlns:a16="http://schemas.microsoft.com/office/drawing/2014/main" id="{69192482-6919-4ABA-8C74-F444464D42F8}"/>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task · p95 and p99 tokens · cache hit rate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loop iterations · tool failures</a:t>
            </a:r>
          </a:p>
        </p:txBody>
      </p:sp>
      <p:sp>
        <p:nvSpPr>
          <p:cNvPr id="449" name="18b-text-4">
            <a:extLst xmlns:a="http://schemas.openxmlformats.org/drawingml/2006/main">
              <a:ext uri="{FF2B5EF4-FFF2-40B4-BE49-F238E27FC236}">
                <a16:creationId xmlns:a16="http://schemas.microsoft.com/office/drawing/2014/main" id="{4A533DEC-982F-460A-BB56-EE35D549FBC7}"/>
              </a:ext>
            </a:extLst>
          </p:cNvPr>
          <p:cNvSpPr>
            <a:spLocks xmlns:a="http://schemas.openxmlformats.org/drawingml/2006/main"/>
          </p:cNvSpPr>
          <p:nvPr/>
        </p:nvSpPr>
        <p:spPr>
          <a:xfrm xmlns:a="http://schemas.openxmlformats.org/drawingml/2006/main">
            <a:off x="609600" y="3733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Guardrails</a:t>
            </a:r>
          </a:p>
        </p:txBody>
      </p:sp>
      <p:sp>
        <p:nvSpPr>
          <p:cNvPr id="450" name="18b-text-5">
            <a:extLst xmlns:a="http://schemas.openxmlformats.org/drawingml/2006/main">
              <a:ext uri="{FF2B5EF4-FFF2-40B4-BE49-F238E27FC236}">
                <a16:creationId xmlns:a16="http://schemas.microsoft.com/office/drawing/2014/main" id="{6EAEC3AD-7482-47D0-9621-A62E4C334E49}"/>
              </a:ext>
            </a:extLst>
          </p:cNvPr>
          <p:cNvSpPr>
            <a:spLocks xmlns:a="http://schemas.openxmlformats.org/drawingml/2006/main"/>
          </p:cNvSpPr>
          <p:nvPr/>
        </p:nvSpPr>
        <p:spPr>
          <a:xfrm xmlns:a="http://schemas.openxmlformats.org/drawingml/2006/main">
            <a:off x="2489200" y="3683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classification · provenance · sandboxing · validation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circuit breakers · approvals · least privilege</a:t>
            </a:r>
          </a:p>
        </p:txBody>
      </p:sp>
      <p:sp>
        <p:nvSpPr>
          <p:cNvPr id="451" name="narrative-number">
            <a:extLst xmlns:a="http://schemas.openxmlformats.org/drawingml/2006/main">
              <a:ext uri="{FF2B5EF4-FFF2-40B4-BE49-F238E27FC236}">
                <a16:creationId xmlns:a16="http://schemas.microsoft.com/office/drawing/2014/main" id="{A75B4F8B-0A12-4A24-ADCA-6F1A309ED57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254772541"/>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2" name="!!area-name">
            <a:extLst xmlns:a="http://schemas.openxmlformats.org/drawingml/2006/main">
              <a:ext uri="{FF2B5EF4-FFF2-40B4-BE49-F238E27FC236}">
                <a16:creationId xmlns:a16="http://schemas.microsoft.com/office/drawing/2014/main" id="{22B2475B-3464-42E6-8B03-4EFAD6D983C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67" name="mini-map"/>
          <p:cNvPicPr>
            <a:picLocks xmlns:a="http://schemas.openxmlformats.org/drawingml/2006/main" noChangeAspect="1"/>
          </p:cNvPicPr>
          <p:nvPr/>
        </p:nvPicPr>
        <p:blipFill>
          <a:blip xmlns:r="http://schemas.openxmlformats.org/officeDocument/2006/relationships" xmlns:a="http://schemas.openxmlformats.org/drawingml/2006/main" r:embed="Ra4c98a3c603a4cf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4" name="header-divider">
            <a:extLst xmlns:a="http://schemas.openxmlformats.org/drawingml/2006/main">
              <a:ext uri="{FF2B5EF4-FFF2-40B4-BE49-F238E27FC236}">
                <a16:creationId xmlns:a16="http://schemas.microsoft.com/office/drawing/2014/main" id="{E32976D1-A9F2-4522-A677-9AEBEA93ED2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5" name="18b-text-1">
            <a:extLst xmlns:a="http://schemas.openxmlformats.org/drawingml/2006/main">
              <a:ext uri="{FF2B5EF4-FFF2-40B4-BE49-F238E27FC236}">
                <a16:creationId xmlns:a16="http://schemas.microsoft.com/office/drawing/2014/main" id="{4C82E234-7766-47A0-ADCD-0888FB243242}"/>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56" name="18b-text-10">
            <a:extLst xmlns:a="http://schemas.openxmlformats.org/drawingml/2006/main">
              <a:ext uri="{FF2B5EF4-FFF2-40B4-BE49-F238E27FC236}">
                <a16:creationId xmlns:a16="http://schemas.microsoft.com/office/drawing/2014/main" id="{F82B5CEE-C5F6-4751-8210-048B8E080843}"/>
              </a:ext>
            </a:extLst>
          </p:cNvPr>
          <p:cNvSpPr>
            <a:spLocks xmlns:a="http://schemas.openxmlformats.org/drawingml/2006/main"/>
          </p:cNvSpPr>
          <p:nvPr/>
        </p:nvSpPr>
        <p:spPr>
          <a:xfrm xmlns:a="http://schemas.openxmlformats.org/drawingml/2006/main">
            <a:off x="609600" y="24384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Security</a:t>
            </a:r>
          </a:p>
        </p:txBody>
      </p:sp>
      <p:sp>
        <p:nvSpPr>
          <p:cNvPr id="457" name="18b-line-12">
            <a:extLst xmlns:a="http://schemas.openxmlformats.org/drawingml/2006/main">
              <a:ext uri="{FF2B5EF4-FFF2-40B4-BE49-F238E27FC236}">
                <a16:creationId xmlns:a16="http://schemas.microsoft.com/office/drawing/2014/main" id="{E2ED3853-0D83-4CE1-8DEB-73B7822E6D3D}"/>
              </a:ext>
            </a:extLst>
          </p:cNvPr>
          <p:cNvSpPr>
            <a:spLocks xmlns:a="http://schemas.openxmlformats.org/drawingml/2006/main"/>
          </p:cNvSpPr>
          <p:nvPr/>
        </p:nvSpPr>
        <p:spPr>
          <a:xfrm xmlns:a="http://schemas.openxmlformats.org/drawingml/2006/main" flipH="0" flipV="0">
            <a:off x="33782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58" name="18b-line-14">
            <a:extLst xmlns:a="http://schemas.openxmlformats.org/drawingml/2006/main">
              <a:ext uri="{FF2B5EF4-FFF2-40B4-BE49-F238E27FC236}">
                <a16:creationId xmlns:a16="http://schemas.microsoft.com/office/drawing/2014/main" id="{B589E692-000A-4D74-A54B-06801C1829FF}"/>
              </a:ext>
            </a:extLst>
          </p:cNvPr>
          <p:cNvSpPr>
            <a:spLocks xmlns:a="http://schemas.openxmlformats.org/drawingml/2006/main"/>
          </p:cNvSpPr>
          <p:nvPr/>
        </p:nvSpPr>
        <p:spPr>
          <a:xfrm xmlns:a="http://schemas.openxmlformats.org/drawingml/2006/main" flipH="1" flipV="0">
            <a:off x="1574800" y="4953000"/>
            <a:ext cx="3606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59" name="18b-line-16">
            <a:extLst xmlns:a="http://schemas.openxmlformats.org/drawingml/2006/main">
              <a:ext uri="{FF2B5EF4-FFF2-40B4-BE49-F238E27FC236}">
                <a16:creationId xmlns:a16="http://schemas.microsoft.com/office/drawing/2014/main" id="{9E2F548A-E24D-4AF3-96B9-46CA9DD41D98}"/>
              </a:ext>
            </a:extLst>
          </p:cNvPr>
          <p:cNvSpPr>
            <a:spLocks xmlns:a="http://schemas.openxmlformats.org/drawingml/2006/main"/>
          </p:cNvSpPr>
          <p:nvPr/>
        </p:nvSpPr>
        <p:spPr>
          <a:xfrm xmlns:a="http://schemas.openxmlformats.org/drawingml/2006/main" flipH="0" flipV="1">
            <a:off x="15748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60" name="18b-text-17">
            <a:extLst xmlns:a="http://schemas.openxmlformats.org/drawingml/2006/main">
              <a:ext uri="{FF2B5EF4-FFF2-40B4-BE49-F238E27FC236}">
                <a16:creationId xmlns:a16="http://schemas.microsoft.com/office/drawing/2014/main" id="{3A90686F-2601-404C-865C-7B77E5C3A4AF}"/>
              </a:ext>
            </a:extLst>
          </p:cNvPr>
          <p:cNvSpPr>
            <a:spLocks xmlns:a="http://schemas.openxmlformats.org/drawingml/2006/main"/>
          </p:cNvSpPr>
          <p:nvPr/>
        </p:nvSpPr>
        <p:spPr>
          <a:xfrm xmlns:a="http://schemas.openxmlformats.org/drawingml/2006/main">
            <a:off x="2667000" y="3022600"/>
            <a:ext cx="1676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461" name="18b-text-18">
            <a:extLst xmlns:a="http://schemas.openxmlformats.org/drawingml/2006/main">
              <a:ext uri="{FF2B5EF4-FFF2-40B4-BE49-F238E27FC236}">
                <a16:creationId xmlns:a16="http://schemas.microsoft.com/office/drawing/2014/main" id="{BFCDFA67-4E16-4A02-BA88-7344591B4B3D}"/>
              </a:ext>
            </a:extLst>
          </p:cNvPr>
          <p:cNvSpPr>
            <a:spLocks xmlns:a="http://schemas.openxmlformats.org/drawingml/2006/main"/>
          </p:cNvSpPr>
          <p:nvPr/>
        </p:nvSpPr>
        <p:spPr>
          <a:xfrm xmlns:a="http://schemas.openxmlformats.org/drawingml/2006/main">
            <a:off x="609600" y="5207000"/>
            <a:ext cx="264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462" name="18b-text-19">
            <a:extLst xmlns:a="http://schemas.openxmlformats.org/drawingml/2006/main">
              <a:ext uri="{FF2B5EF4-FFF2-40B4-BE49-F238E27FC236}">
                <a16:creationId xmlns:a16="http://schemas.microsoft.com/office/drawing/2014/main" id="{0D22DE3C-92FD-45EC-B4AA-23064020F8FE}"/>
              </a:ext>
            </a:extLst>
          </p:cNvPr>
          <p:cNvSpPr>
            <a:spLocks xmlns:a="http://schemas.openxmlformats.org/drawingml/2006/main"/>
          </p:cNvSpPr>
          <p:nvPr/>
        </p:nvSpPr>
        <p:spPr>
          <a:xfrm xmlns:a="http://schemas.openxmlformats.org/drawingml/2006/main">
            <a:off x="3657600" y="5207000"/>
            <a:ext cx="2590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463" name="18b-text-20">
            <a:extLst xmlns:a="http://schemas.openxmlformats.org/drawingml/2006/main">
              <a:ext uri="{FF2B5EF4-FFF2-40B4-BE49-F238E27FC236}">
                <a16:creationId xmlns:a16="http://schemas.microsoft.com/office/drawing/2014/main" id="{167485C6-F360-4291-AA9A-76B0B2CF211A}"/>
              </a:ext>
            </a:extLst>
          </p:cNvPr>
          <p:cNvSpPr>
            <a:spLocks xmlns:a="http://schemas.openxmlformats.org/drawingml/2006/main"/>
          </p:cNvSpPr>
          <p:nvPr/>
        </p:nvSpPr>
        <p:spPr>
          <a:xfrm xmlns:a="http://schemas.openxmlformats.org/drawingml/2006/main">
            <a:off x="6248400" y="3683000"/>
            <a:ext cx="53340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Together: exfiltration risk.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Break or constrain the path.</a:t>
            </a:r>
          </a:p>
        </p:txBody>
      </p:sp>
      <p:sp>
        <p:nvSpPr>
          <p:cNvPr id="464" name="18b-text-21">
            <a:extLst xmlns:a="http://schemas.openxmlformats.org/drawingml/2006/main">
              <a:ext uri="{FF2B5EF4-FFF2-40B4-BE49-F238E27FC236}">
                <a16:creationId xmlns:a16="http://schemas.microsoft.com/office/drawing/2014/main" id="{4E7A4BAA-3C8E-4DF1-A81B-722AE5B0E233}"/>
              </a:ext>
            </a:extLst>
          </p:cNvPr>
          <p:cNvSpPr>
            <a:spLocks xmlns:a="http://schemas.openxmlformats.org/drawingml/2006/main"/>
          </p:cNvSpPr>
          <p:nvPr/>
        </p:nvSpPr>
        <p:spPr>
          <a:xfrm xmlns:a="http://schemas.openxmlformats.org/drawingml/2006/main">
            <a:off x="6248400" y="4953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Simon Willison, June 2025</a:t>
            </a:r>
          </a:p>
        </p:txBody>
      </p:sp>
      <p:sp>
        <p:nvSpPr>
          <p:cNvPr id="465" name="narrative-number">
            <a:extLst xmlns:a="http://schemas.openxmlformats.org/drawingml/2006/main">
              <a:ext uri="{FF2B5EF4-FFF2-40B4-BE49-F238E27FC236}">
                <a16:creationId xmlns:a16="http://schemas.microsoft.com/office/drawing/2014/main" id="{852E0E5F-348D-4294-ABB3-494F016CA33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222044070"/>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6" name="!!area-name">
            <a:extLst xmlns:a="http://schemas.openxmlformats.org/drawingml/2006/main">
              <a:ext uri="{FF2B5EF4-FFF2-40B4-BE49-F238E27FC236}">
                <a16:creationId xmlns:a16="http://schemas.microsoft.com/office/drawing/2014/main" id="{CF52C9AE-0563-47BE-A166-33B67E0A53C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76" name="mini-map"/>
          <p:cNvPicPr>
            <a:picLocks xmlns:a="http://schemas.openxmlformats.org/drawingml/2006/main" noChangeAspect="1"/>
          </p:cNvPicPr>
          <p:nvPr/>
        </p:nvPicPr>
        <p:blipFill>
          <a:blip xmlns:r="http://schemas.openxmlformats.org/officeDocument/2006/relationships" xmlns:a="http://schemas.openxmlformats.org/drawingml/2006/main" r:embed="Ra7f2dd881bda4d9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8" name="header-divider">
            <a:extLst xmlns:a="http://schemas.openxmlformats.org/drawingml/2006/main">
              <a:ext uri="{FF2B5EF4-FFF2-40B4-BE49-F238E27FC236}">
                <a16:creationId xmlns:a16="http://schemas.microsoft.com/office/drawing/2014/main" id="{A9D5BE6B-9BC4-48A4-9F99-07AC416280A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9" name="18b-text-1">
            <a:extLst xmlns:a="http://schemas.openxmlformats.org/drawingml/2006/main">
              <a:ext uri="{FF2B5EF4-FFF2-40B4-BE49-F238E27FC236}">
                <a16:creationId xmlns:a16="http://schemas.microsoft.com/office/drawing/2014/main" id="{72D8E4A7-4B37-41BC-BB94-EAED46B1A7E0}"/>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70" name="18b-text-6">
            <a:extLst xmlns:a="http://schemas.openxmlformats.org/drawingml/2006/main">
              <a:ext uri="{FF2B5EF4-FFF2-40B4-BE49-F238E27FC236}">
                <a16:creationId xmlns:a16="http://schemas.microsoft.com/office/drawing/2014/main" id="{98452A86-A57C-4D3B-9938-2123FA3A18FA}"/>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Identity</a:t>
            </a:r>
          </a:p>
        </p:txBody>
      </p:sp>
      <p:sp>
        <p:nvSpPr>
          <p:cNvPr id="471" name="18b-text-7">
            <a:extLst xmlns:a="http://schemas.openxmlformats.org/drawingml/2006/main">
              <a:ext uri="{FF2B5EF4-FFF2-40B4-BE49-F238E27FC236}">
                <a16:creationId xmlns:a16="http://schemas.microsoft.com/office/drawing/2014/main" id="{FD68BB1B-13CD-4B1C-ACA2-37912DF776D9}"/>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Design pattern: workload identity with short-lived delegation.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Requirements: no token passthrough; minimal scopes.</a:t>
            </a:r>
          </a:p>
        </p:txBody>
      </p:sp>
      <p:sp>
        <p:nvSpPr>
          <p:cNvPr id="472" name="18b-text-8">
            <a:extLst xmlns:a="http://schemas.openxmlformats.org/drawingml/2006/main">
              <a:ext uri="{FF2B5EF4-FFF2-40B4-BE49-F238E27FC236}">
                <a16:creationId xmlns:a16="http://schemas.microsoft.com/office/drawing/2014/main" id="{E69C7A1F-53AB-4D35-BED9-DFD7C37A312B}"/>
              </a:ext>
            </a:extLst>
          </p:cNvPr>
          <p:cNvSpPr>
            <a:spLocks xmlns:a="http://schemas.openxmlformats.org/drawingml/2006/main"/>
          </p:cNvSpPr>
          <p:nvPr/>
        </p:nvSpPr>
        <p:spPr>
          <a:xfrm xmlns:a="http://schemas.openxmlformats.org/drawingml/2006/main">
            <a:off x="609600" y="3860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Governance</a:t>
            </a:r>
          </a:p>
        </p:txBody>
      </p:sp>
      <p:sp>
        <p:nvSpPr>
          <p:cNvPr id="473" name="18b-text-9">
            <a:extLst xmlns:a="http://schemas.openxmlformats.org/drawingml/2006/main">
              <a:ext uri="{FF2B5EF4-FFF2-40B4-BE49-F238E27FC236}">
                <a16:creationId xmlns:a16="http://schemas.microsoft.com/office/drawing/2014/main" id="{6BBFDD82-D5C5-42F3-8582-81B4563AF4F2}"/>
              </a:ext>
            </a:extLst>
          </p:cNvPr>
          <p:cNvSpPr>
            <a:spLocks xmlns:a="http://schemas.openxmlformats.org/drawingml/2006/main"/>
          </p:cNvSpPr>
          <p:nvPr/>
        </p:nvSpPr>
        <p:spPr>
          <a:xfrm xmlns:a="http://schemas.openxmlformats.org/drawingml/2006/main">
            <a:off x="2489200" y="3810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EU AI Act Article 50: disclosure duties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covered direct AI interactions.</a:t>
            </a:r>
          </a:p>
        </p:txBody>
      </p:sp>
      <p:sp>
        <p:nvSpPr>
          <p:cNvPr id="474" name="narrative-number">
            <a:extLst xmlns:a="http://schemas.openxmlformats.org/drawingml/2006/main">
              <a:ext uri="{FF2B5EF4-FFF2-40B4-BE49-F238E27FC236}">
                <a16:creationId xmlns:a16="http://schemas.microsoft.com/office/drawing/2014/main" id="{B7D47E7B-2581-481D-825B-E07BC19FD27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16847097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5" name="!!area-name">
            <a:extLst xmlns:a="http://schemas.openxmlformats.org/drawingml/2006/main">
              <a:ext uri="{FF2B5EF4-FFF2-40B4-BE49-F238E27FC236}">
                <a16:creationId xmlns:a16="http://schemas.microsoft.com/office/drawing/2014/main" id="{14BDDEBE-20FC-4FA0-B94C-986B0DFE13D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84" name="mini-map"/>
          <p:cNvPicPr>
            <a:picLocks xmlns:a="http://schemas.openxmlformats.org/drawingml/2006/main" noChangeAspect="1"/>
          </p:cNvPicPr>
          <p:nvPr/>
        </p:nvPicPr>
        <p:blipFill>
          <a:blip xmlns:r="http://schemas.openxmlformats.org/officeDocument/2006/relationships" xmlns:a="http://schemas.openxmlformats.org/drawingml/2006/main" r:embed="R8ca57bda0e464b8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7" name="header-divider">
            <a:extLst xmlns:a="http://schemas.openxmlformats.org/drawingml/2006/main">
              <a:ext uri="{FF2B5EF4-FFF2-40B4-BE49-F238E27FC236}">
                <a16:creationId xmlns:a16="http://schemas.microsoft.com/office/drawing/2014/main" id="{2CEB0840-D89F-40B0-A39A-65276F4A6AA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8" name="18b-text-1">
            <a:extLst xmlns:a="http://schemas.openxmlformats.org/drawingml/2006/main">
              <a:ext uri="{FF2B5EF4-FFF2-40B4-BE49-F238E27FC236}">
                <a16:creationId xmlns:a16="http://schemas.microsoft.com/office/drawing/2014/main" id="{0E68D1CB-5B0C-4A42-B063-E14F22CBF2E1}"/>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79" name="18b-text-22">
            <a:extLst xmlns:a="http://schemas.openxmlformats.org/drawingml/2006/main">
              <a:ext uri="{FF2B5EF4-FFF2-40B4-BE49-F238E27FC236}">
                <a16:creationId xmlns:a16="http://schemas.microsoft.com/office/drawing/2014/main" id="{027581EE-ADD9-453A-BDCE-FAE7780DA2AB}"/>
              </a:ext>
            </a:extLst>
          </p:cNvPr>
          <p:cNvSpPr>
            <a:spLocks xmlns:a="http://schemas.openxmlformats.org/drawingml/2006/main"/>
          </p:cNvSpPr>
          <p:nvPr/>
        </p:nvSpPr>
        <p:spPr>
          <a:xfrm xmlns:a="http://schemas.openxmlformats.org/drawingml/2006/main">
            <a:off x="609600" y="2438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EchoLeak, June 2025.</a:t>
            </a:r>
            <a:r>
              <a:rPr b="0">
                <a:solidFill>
                  <a:srgbClr val="FFFCF5"/>
                </a:solidFill>
                <a:latin typeface="Helvetica"/>
                <a:ea typeface="Helvetica"/>
                <a:cs typeface="Helvetica"/>
              </a:rPr>
              <a:t> Researcher-demonstrated vulnerability.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evidence of exploitation reported.</a:t>
            </a:r>
          </a:p>
        </p:txBody>
      </p:sp>
      <p:sp>
        <p:nvSpPr>
          <p:cNvPr id="480" name="18b-text-23">
            <a:extLst xmlns:a="http://schemas.openxmlformats.org/drawingml/2006/main">
              <a:ext uri="{FF2B5EF4-FFF2-40B4-BE49-F238E27FC236}">
                <a16:creationId xmlns:a16="http://schemas.microsoft.com/office/drawing/2014/main" id="{E48D282D-03AD-4771-AE5D-C287CAAC8FDF}"/>
              </a:ext>
            </a:extLst>
          </p:cNvPr>
          <p:cNvSpPr>
            <a:spLocks xmlns:a="http://schemas.openxmlformats.org/drawingml/2006/main"/>
          </p:cNvSpPr>
          <p:nvPr/>
        </p:nvSpPr>
        <p:spPr>
          <a:xfrm xmlns:a="http://schemas.openxmlformats.org/drawingml/2006/main">
            <a:off x="609600" y="3581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Replit, July 2025.</a:t>
            </a:r>
            <a:r>
              <a:rPr b="0">
                <a:solidFill>
                  <a:srgbClr val="FFFCF5"/>
                </a:solidFill>
                <a:latin typeface="Helvetica"/>
                <a:ea typeface="Helvetica"/>
                <a:cs typeface="Helvetica"/>
              </a:rPr>
              <a:t> Reported production database deletion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during a code freeze. Fortune / AI Incident Database.</a:t>
            </a:r>
          </a:p>
        </p:txBody>
      </p:sp>
      <p:sp>
        <p:nvSpPr>
          <p:cNvPr id="481" name="18b-text-24">
            <a:extLst xmlns:a="http://schemas.openxmlformats.org/drawingml/2006/main">
              <a:ext uri="{FF2B5EF4-FFF2-40B4-BE49-F238E27FC236}">
                <a16:creationId xmlns:a16="http://schemas.microsoft.com/office/drawing/2014/main" id="{4975FBEB-73E0-459E-A12A-829F26B00993}"/>
              </a:ext>
            </a:extLst>
          </p:cNvPr>
          <p:cNvSpPr>
            <a:spLocks xmlns:a="http://schemas.openxmlformats.org/drawingml/2006/main"/>
          </p:cNvSpPr>
          <p:nvPr/>
        </p:nvSpPr>
        <p:spPr>
          <a:xfrm xmlns:a="http://schemas.openxmlformats.org/drawingml/2006/main">
            <a:off x="609600" y="4724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Moffatt v. Air Canada, February 2024.</a:t>
            </a:r>
            <a:r>
              <a:rPr b="0">
                <a:solidFill>
                  <a:srgbClr val="FFFCF5"/>
                </a:solidFill>
                <a:latin typeface="Helvetica"/>
                <a:ea typeface="Helvetica"/>
                <a:cs typeface="Helvetica"/>
              </a:rPr>
              <a:t> Reported liability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misleading chatbot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McCarthy Tétrault, secondary commentary.</a:t>
            </a:r>
          </a:p>
        </p:txBody>
      </p:sp>
      <p:sp>
        <p:nvSpPr>
          <p:cNvPr id="482" name="narrative-number">
            <a:extLst xmlns:a="http://schemas.openxmlformats.org/drawingml/2006/main">
              <a:ext uri="{FF2B5EF4-FFF2-40B4-BE49-F238E27FC236}">
                <a16:creationId xmlns:a16="http://schemas.microsoft.com/office/drawing/2014/main" id="{0F79EE18-BF84-4794-986C-010BFFE9837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725247173"/>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3" name="!!area-name">
            <a:extLst xmlns:a="http://schemas.openxmlformats.org/drawingml/2006/main">
              <a:ext uri="{FF2B5EF4-FFF2-40B4-BE49-F238E27FC236}">
                <a16:creationId xmlns:a16="http://schemas.microsoft.com/office/drawing/2014/main" id="{1CFF7C40-E158-4BE0-989C-530AFA082A7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owner</a:t>
            </a:r>
          </a:p>
        </p:txBody>
      </p:sp>
      <p:pic>
        <p:nvPicPr>
          <p:cNvPr id="502" name="mini-map"/>
          <p:cNvPicPr>
            <a:picLocks xmlns:a="http://schemas.openxmlformats.org/drawingml/2006/main" noChangeAspect="1"/>
          </p:cNvPicPr>
          <p:nvPr/>
        </p:nvPicPr>
        <p:blipFill>
          <a:blip xmlns:r="http://schemas.openxmlformats.org/officeDocument/2006/relationships" xmlns:a="http://schemas.openxmlformats.org/drawingml/2006/main" r:embed="R9b0c790c96d0466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5" name="slide-title">
            <a:extLst xmlns:a="http://schemas.openxmlformats.org/drawingml/2006/main">
              <a:ext uri="{FF2B5EF4-FFF2-40B4-BE49-F238E27FC236}">
                <a16:creationId xmlns:a16="http://schemas.microsoft.com/office/drawing/2014/main" id="{640EE77F-8CCE-496C-9980-56A18F6F98A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own the approval process.</a:t>
            </a:r>
          </a:p>
        </p:txBody>
      </p:sp>
      <p:sp>
        <p:nvSpPr>
          <p:cNvPr id="486" name="header-divider">
            <a:extLst xmlns:a="http://schemas.openxmlformats.org/drawingml/2006/main">
              <a:ext uri="{FF2B5EF4-FFF2-40B4-BE49-F238E27FC236}">
                <a16:creationId xmlns:a16="http://schemas.microsoft.com/office/drawing/2014/main" id="{9A0BFF05-DFE5-445D-855E-431AF00D87F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05" name="19-table-1"/>
          <p:cNvGraphicFramePr/>
          <p:nvPr/>
        </p:nvGraphicFramePr>
        <p:xfrm>
          <a:off xmlns:a="http://schemas.openxmlformats.org/drawingml/2006/main" x="609600" y="2438400"/>
          <a:ext xmlns:a="http://schemas.openxmlformats.org/drawingml/2006/main" cx="10972800" cy="1828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FDAD00"/>
                          </a:solidFill>
                          <a:latin typeface="Helvetica"/>
                          <a:ea typeface="Helvetica"/>
                          <a:cs typeface="Helvetica"/>
                        </a:rPr>
                        <a:t>Coding-agent control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DAD00"/>
                          </a:solidFill>
                          <a:latin typeface="Helvetica"/>
                          <a:ea typeface="Helvetica"/>
                          <a:cs typeface="Helvetica"/>
                        </a:rPr>
                        <a:t>Illustrative FRB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Sandbox and login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 FRB access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Approval prompt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Allowed exports. Human conclusions.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Audit log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accountable FRB trace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88" name="19-text-2">
            <a:extLst xmlns:a="http://schemas.openxmlformats.org/drawingml/2006/main">
              <a:ext uri="{FF2B5EF4-FFF2-40B4-BE49-F238E27FC236}">
                <a16:creationId xmlns:a16="http://schemas.microsoft.com/office/drawing/2014/main" id="{F8FFEEB9-55C9-4EFA-9A18-28F814B8FC65}"/>
              </a:ext>
            </a:extLst>
          </p:cNvPr>
          <p:cNvSpPr>
            <a:spLocks xmlns:a="http://schemas.openxmlformats.org/drawingml/2006/main"/>
          </p:cNvSpPr>
          <p:nvPr/>
        </p:nvSpPr>
        <p:spPr>
          <a:xfrm xmlns:a="http://schemas.openxmlformats.org/drawingml/2006/main">
            <a:off x="609600" y="4343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Trace: request · FRB-042-MIN r2 · workers · synthesis · export</a:t>
            </a:r>
          </a:p>
        </p:txBody>
      </p:sp>
      <p:sp>
        <p:nvSpPr>
          <p:cNvPr id="489" name="19-text-3">
            <a:extLst xmlns:a="http://schemas.openxmlformats.org/drawingml/2006/main">
              <a:ext uri="{FF2B5EF4-FFF2-40B4-BE49-F238E27FC236}">
                <a16:creationId xmlns:a16="http://schemas.microsoft.com/office/drawing/2014/main" id="{AB3CE442-B518-4FAF-8D2F-D1D7D7D45031}"/>
              </a:ext>
            </a:extLst>
          </p:cNvPr>
          <p:cNvSpPr>
            <a:spLocks xmlns:a="http://schemas.openxmlformats.org/drawingml/2006/main"/>
          </p:cNvSpPr>
          <p:nvPr/>
        </p:nvSpPr>
        <p:spPr>
          <a:xfrm xmlns:a="http://schemas.openxmlformats.org/drawingml/2006/main">
            <a:off x="609600" y="4826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Monitor freshness, parsing/tool and quality failures.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brief. End-to-end latency.</a:t>
            </a:r>
          </a:p>
        </p:txBody>
      </p:sp>
      <p:sp>
        <p:nvSpPr>
          <p:cNvPr id="490" name="19-shape-4">
            <a:extLst xmlns:a="http://schemas.openxmlformats.org/drawingml/2006/main">
              <a:ext uri="{FF2B5EF4-FFF2-40B4-BE49-F238E27FC236}">
                <a16:creationId xmlns:a16="http://schemas.microsoft.com/office/drawing/2014/main" id="{6C4C9FF7-57F0-4FA9-8883-3DFA7C11D230}"/>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91" name="19-shape-5">
            <a:extLst xmlns:a="http://schemas.openxmlformats.org/drawingml/2006/main">
              <a:ext uri="{FF2B5EF4-FFF2-40B4-BE49-F238E27FC236}">
                <a16:creationId xmlns:a16="http://schemas.microsoft.com/office/drawing/2014/main" id="{6EF07797-60D8-48F9-ABDA-7071EF0F1D3F}"/>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92" name="19-text-6">
            <a:extLst xmlns:a="http://schemas.openxmlformats.org/drawingml/2006/main">
              <a:ext uri="{FF2B5EF4-FFF2-40B4-BE49-F238E27FC236}">
                <a16:creationId xmlns:a16="http://schemas.microsoft.com/office/drawing/2014/main" id="{8649565C-1B57-45AE-A464-F3C4B9BBD469}"/>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493" name="19-text-7">
            <a:extLst xmlns:a="http://schemas.openxmlformats.org/drawingml/2006/main">
              <a:ext uri="{FF2B5EF4-FFF2-40B4-BE49-F238E27FC236}">
                <a16:creationId xmlns:a16="http://schemas.microsoft.com/office/drawing/2014/main" id="{E3F8DFA7-C14D-4002-97DC-FE2548EE57E3}"/>
              </a:ext>
            </a:extLst>
          </p:cNvPr>
          <p:cNvSpPr>
            <a:spLocks xmlns:a="http://schemas.openxmlformats.org/drawingml/2006/main"/>
          </p:cNvSpPr>
          <p:nvPr/>
        </p:nvSpPr>
        <p:spPr>
          <a:xfrm xmlns:a="http://schemas.openxmlformats.org/drawingml/2006/main">
            <a:off x="2489200" y="5803900"/>
            <a:ext cx="49530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494" name="19-line-9">
            <a:extLst xmlns:a="http://schemas.openxmlformats.org/drawingml/2006/main">
              <a:ext uri="{FF2B5EF4-FFF2-40B4-BE49-F238E27FC236}">
                <a16:creationId xmlns:a16="http://schemas.microsoft.com/office/drawing/2014/main" id="{E50CAE17-B186-41E8-B0C5-E36D65CDA1BB}"/>
              </a:ext>
            </a:extLst>
          </p:cNvPr>
          <p:cNvSpPr>
            <a:spLocks xmlns:a="http://schemas.openxmlformats.org/drawingml/2006/main"/>
          </p:cNvSpPr>
          <p:nvPr/>
        </p:nvSpPr>
        <p:spPr>
          <a:xfrm xmlns:a="http://schemas.openxmlformats.org/drawingml/2006/main" flipH="0" flipV="0">
            <a:off x="9042400" y="5918200"/>
            <a:ext cx="10160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95" name="19-line-11">
            <a:extLst xmlns:a="http://schemas.openxmlformats.org/drawingml/2006/main">
              <a:ext uri="{FF2B5EF4-FFF2-40B4-BE49-F238E27FC236}">
                <a16:creationId xmlns:a16="http://schemas.microsoft.com/office/drawing/2014/main" id="{E8A77A92-DE13-4F03-8EA2-166C102E76B9}"/>
              </a:ext>
            </a:extLst>
          </p:cNvPr>
          <p:cNvSpPr>
            <a:spLocks xmlns:a="http://schemas.openxmlformats.org/drawingml/2006/main"/>
          </p:cNvSpPr>
          <p:nvPr/>
        </p:nvSpPr>
        <p:spPr>
          <a:xfrm xmlns:a="http://schemas.openxmlformats.org/drawingml/2006/main" flipH="1" flipV="0">
            <a:off x="8077200" y="6223000"/>
            <a:ext cx="19812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96" name="19-line-13">
            <a:extLst xmlns:a="http://schemas.openxmlformats.org/drawingml/2006/main">
              <a:ext uri="{FF2B5EF4-FFF2-40B4-BE49-F238E27FC236}">
                <a16:creationId xmlns:a16="http://schemas.microsoft.com/office/drawing/2014/main" id="{13FFFFD0-318B-4525-BBDE-3926DEC3E8D7}"/>
              </a:ext>
            </a:extLst>
          </p:cNvPr>
          <p:cNvSpPr>
            <a:spLocks xmlns:a="http://schemas.openxmlformats.org/drawingml/2006/main"/>
          </p:cNvSpPr>
          <p:nvPr/>
        </p:nvSpPr>
        <p:spPr>
          <a:xfrm xmlns:a="http://schemas.openxmlformats.org/drawingml/2006/main" flipH="0" flipV="1">
            <a:off x="8077200" y="5918200"/>
            <a:ext cx="9652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97" name="19-text-14">
            <a:extLst xmlns:a="http://schemas.openxmlformats.org/drawingml/2006/main">
              <a:ext uri="{FF2B5EF4-FFF2-40B4-BE49-F238E27FC236}">
                <a16:creationId xmlns:a16="http://schemas.microsoft.com/office/drawing/2014/main" id="{FCDD1AFB-D6F2-4F16-8949-E50B991D3A89}"/>
              </a:ext>
            </a:extLst>
          </p:cNvPr>
          <p:cNvSpPr>
            <a:spLocks xmlns:a="http://schemas.openxmlformats.org/drawingml/2006/main"/>
          </p:cNvSpPr>
          <p:nvPr/>
        </p:nvSpPr>
        <p:spPr>
          <a:xfrm xmlns:a="http://schemas.openxmlformats.org/drawingml/2006/main">
            <a:off x="8432800" y="5638800"/>
            <a:ext cx="1841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498" name="19-text-15">
            <a:extLst xmlns:a="http://schemas.openxmlformats.org/drawingml/2006/main">
              <a:ext uri="{FF2B5EF4-FFF2-40B4-BE49-F238E27FC236}">
                <a16:creationId xmlns:a16="http://schemas.microsoft.com/office/drawing/2014/main" id="{27675A7C-9E15-4D5C-9676-FFEEC562F5F4}"/>
              </a:ext>
            </a:extLst>
          </p:cNvPr>
          <p:cNvSpPr>
            <a:spLocks xmlns:a="http://schemas.openxmlformats.org/drawingml/2006/main"/>
          </p:cNvSpPr>
          <p:nvPr/>
        </p:nvSpPr>
        <p:spPr>
          <a:xfrm xmlns:a="http://schemas.openxmlformats.org/drawingml/2006/main">
            <a:off x="7061200" y="6426200"/>
            <a:ext cx="1981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499" name="19-text-16">
            <a:extLst xmlns:a="http://schemas.openxmlformats.org/drawingml/2006/main">
              <a:ext uri="{FF2B5EF4-FFF2-40B4-BE49-F238E27FC236}">
                <a16:creationId xmlns:a16="http://schemas.microsoft.com/office/drawing/2014/main" id="{168BD94B-510F-451C-9310-9E64DFFE0008}"/>
              </a:ext>
            </a:extLst>
          </p:cNvPr>
          <p:cNvSpPr>
            <a:spLocks xmlns:a="http://schemas.openxmlformats.org/drawingml/2006/main"/>
          </p:cNvSpPr>
          <p:nvPr/>
        </p:nvSpPr>
        <p:spPr>
          <a:xfrm xmlns:a="http://schemas.openxmlformats.org/drawingml/2006/main">
            <a:off x="9093200" y="6426200"/>
            <a:ext cx="2489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500" name="narrative-number">
            <a:extLst xmlns:a="http://schemas.openxmlformats.org/drawingml/2006/main">
              <a:ext uri="{FF2B5EF4-FFF2-40B4-BE49-F238E27FC236}">
                <a16:creationId xmlns:a16="http://schemas.microsoft.com/office/drawing/2014/main" id="{455F686A-5488-4392-852F-9007B935AD2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227266340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0"/>
                                        </p:tgtEl>
                                        <p:attrNameLst>
                                          <p:attrName>style.visibility</p:attrName>
                                        </p:attrNameLst>
                                      </p:cBhvr>
                                      <p:to>
                                        <p:strVal val="visible"/>
                                      </p:to>
                                    </p:set>
                                    <p:animEffect transition="in" filter="fade">
                                      <p:cBhvr>
                                        <p:cTn id="7" dur="300" fill="hold"/>
                                        <p:tgtEl>
                                          <p:spTgt spid="490"/>
                                        </p:tgtEl>
                                      </p:cBhvr>
                                    </p:animEffect>
                                  </p:childTnLst>
                                </p:cTn>
                              </p:par>
                              <p:par>
                                <p:cTn id="8" presetID="10" presetClass="entr" presetSubtype="0" fill="hold" nodeType="withEffect">
                                  <p:stCondLst>
                                    <p:cond delay="0"/>
                                  </p:stCondLst>
                                  <p:childTnLst>
                                    <p:set>
                                      <p:cBhvr>
                                        <p:cTn id="9" dur="1" fill="hold">
                                          <p:stCondLst>
                                            <p:cond delay="0"/>
                                          </p:stCondLst>
                                        </p:cTn>
                                        <p:tgtEl>
                                          <p:spTgt spid="491"/>
                                        </p:tgtEl>
                                        <p:attrNameLst>
                                          <p:attrName>style.visibility</p:attrName>
                                        </p:attrNameLst>
                                      </p:cBhvr>
                                      <p:to>
                                        <p:strVal val="visible"/>
                                      </p:to>
                                    </p:set>
                                    <p:animEffect transition="in" filter="fade">
                                      <p:cBhvr>
                                        <p:cTn id="10" dur="300" fill="hold"/>
                                        <p:tgtEl>
                                          <p:spTgt spid="491"/>
                                        </p:tgtEl>
                                      </p:cBhvr>
                                    </p:animEffect>
                                  </p:childTnLst>
                                </p:cTn>
                              </p:par>
                              <p:par>
                                <p:cTn id="11" presetID="10" presetClass="entr" presetSubtype="0" fill="hold" nodeType="withEffect">
                                  <p:stCondLst>
                                    <p:cond delay="0"/>
                                  </p:stCondLst>
                                  <p:childTnLst>
                                    <p:set>
                                      <p:cBhvr>
                                        <p:cTn id="12" dur="1" fill="hold">
                                          <p:stCondLst>
                                            <p:cond delay="0"/>
                                          </p:stCondLst>
                                        </p:cTn>
                                        <p:tgtEl>
                                          <p:spTgt spid="492"/>
                                        </p:tgtEl>
                                        <p:attrNameLst>
                                          <p:attrName>style.visibility</p:attrName>
                                        </p:attrNameLst>
                                      </p:cBhvr>
                                      <p:to>
                                        <p:strVal val="visible"/>
                                      </p:to>
                                    </p:set>
                                    <p:animEffect transition="in" filter="fade">
                                      <p:cBhvr>
                                        <p:cTn id="13" dur="300" fill="hold"/>
                                        <p:tgtEl>
                                          <p:spTgt spid="492"/>
                                        </p:tgtEl>
                                      </p:cBhvr>
                                    </p:animEffect>
                                  </p:childTnLst>
                                </p:cTn>
                              </p:par>
                              <p:par>
                                <p:cTn id="14" presetID="10" presetClass="entr" presetSubtype="0" fill="hold" nodeType="withEffect">
                                  <p:stCondLst>
                                    <p:cond delay="0"/>
                                  </p:stCondLst>
                                  <p:childTnLst>
                                    <p:set>
                                      <p:cBhvr>
                                        <p:cTn id="15" dur="1" fill="hold">
                                          <p:stCondLst>
                                            <p:cond delay="0"/>
                                          </p:stCondLst>
                                        </p:cTn>
                                        <p:tgtEl>
                                          <p:spTgt spid="493"/>
                                        </p:tgtEl>
                                        <p:attrNameLst>
                                          <p:attrName>style.visibility</p:attrName>
                                        </p:attrNameLst>
                                      </p:cBhvr>
                                      <p:to>
                                        <p:strVal val="visible"/>
                                      </p:to>
                                    </p:set>
                                    <p:animEffect transition="in" filter="fade">
                                      <p:cBhvr>
                                        <p:cTn id="16" dur="300" fill="hold"/>
                                        <p:tgtEl>
                                          <p:spTgt spid="493"/>
                                        </p:tgtEl>
                                      </p:cBhvr>
                                    </p:animEffect>
                                  </p:childTnLst>
                                </p:cTn>
                              </p:par>
                              <p:par>
                                <p:cTn id="17" presetID="1" presetClass="entr" presetSubtype="0" fill="hold" nodeType="withEffect">
                                  <p:stCondLst>
                                    <p:cond delay="0"/>
                                  </p:stCondLst>
                                  <p:childTnLst>
                                    <p:set>
                                      <p:cBhvr>
                                        <p:cTn id="18" dur="1" fill="hold">
                                          <p:stCondLst>
                                            <p:cond delay="0"/>
                                          </p:stCondLst>
                                        </p:cTn>
                                        <p:tgtEl>
                                          <p:spTgt spid="49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9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9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9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03" name="19b-image-1"/>
          <p:cNvPicPr>
            <a:picLocks xmlns:a="http://schemas.openxmlformats.org/drawingml/2006/main" noChangeAspect="1"/>
          </p:cNvPicPr>
          <p:nvPr/>
        </p:nvPicPr>
        <p:blipFill>
          <a:blip xmlns:r="http://schemas.openxmlformats.org/officeDocument/2006/relationships" xmlns:a="http://schemas.openxmlformats.org/drawingml/2006/main" r:embed="Reeb01b4757dd443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02" name="narrative-number">
            <a:extLst xmlns:a="http://schemas.openxmlformats.org/drawingml/2006/main">
              <a:ext uri="{FF2B5EF4-FFF2-40B4-BE49-F238E27FC236}">
                <a16:creationId xmlns:a16="http://schemas.microsoft.com/office/drawing/2014/main" id="{392645A7-9DD2-483D-861A-03641CD6C34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22132346"/>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3" name="section-label">
            <a:extLst xmlns:a="http://schemas.openxmlformats.org/drawingml/2006/main">
              <a:ext uri="{FF2B5EF4-FFF2-40B4-BE49-F238E27FC236}">
                <a16:creationId xmlns:a16="http://schemas.microsoft.com/office/drawing/2014/main" id="{5F94507D-C0C5-41BC-B651-23536361A651}"/>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04" name="section-rule">
            <a:extLst xmlns:a="http://schemas.openxmlformats.org/drawingml/2006/main">
              <a:ext uri="{FF2B5EF4-FFF2-40B4-BE49-F238E27FC236}">
                <a16:creationId xmlns:a16="http://schemas.microsoft.com/office/drawing/2014/main" id="{ED3D6398-A13E-4D99-BBA6-F2A4DBBD63CB}"/>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5" name="section-title">
            <a:extLst xmlns:a="http://schemas.openxmlformats.org/drawingml/2006/main">
              <a:ext uri="{FF2B5EF4-FFF2-40B4-BE49-F238E27FC236}">
                <a16:creationId xmlns:a16="http://schemas.microsoft.com/office/drawing/2014/main" id="{BC9850A6-8DBD-4FEA-9AAE-F6544D917A37}"/>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06" name="narrative-number">
            <a:extLst xmlns:a="http://schemas.openxmlformats.org/drawingml/2006/main">
              <a:ext uri="{FF2B5EF4-FFF2-40B4-BE49-F238E27FC236}">
                <a16:creationId xmlns:a16="http://schemas.microsoft.com/office/drawing/2014/main" id="{C5BA273D-E697-45C4-8070-3E1ABA4A3D2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2688815672"/>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7" name="!!area-name">
            <a:extLst xmlns:a="http://schemas.openxmlformats.org/drawingml/2006/main">
              <a:ext uri="{FF2B5EF4-FFF2-40B4-BE49-F238E27FC236}">
                <a16:creationId xmlns:a16="http://schemas.microsoft.com/office/drawing/2014/main" id="{55F64A40-45C4-428E-83C4-F775A56AF20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14" name="mini-map"/>
          <p:cNvPicPr>
            <a:picLocks xmlns:a="http://schemas.openxmlformats.org/drawingml/2006/main" noChangeAspect="1"/>
          </p:cNvPicPr>
          <p:nvPr/>
        </p:nvPicPr>
        <p:blipFill>
          <a:blip xmlns:r="http://schemas.openxmlformats.org/officeDocument/2006/relationships" xmlns:a="http://schemas.openxmlformats.org/drawingml/2006/main" r:embed="R09101c224053469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09" name="slide-title">
            <a:extLst xmlns:a="http://schemas.openxmlformats.org/drawingml/2006/main">
              <a:ext uri="{FF2B5EF4-FFF2-40B4-BE49-F238E27FC236}">
                <a16:creationId xmlns:a16="http://schemas.microsoft.com/office/drawing/2014/main" id="{ACE376A7-7662-43F9-951C-877076C24B7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10" name="header-divider">
            <a:extLst xmlns:a="http://schemas.openxmlformats.org/drawingml/2006/main">
              <a:ext uri="{FF2B5EF4-FFF2-40B4-BE49-F238E27FC236}">
                <a16:creationId xmlns:a16="http://schemas.microsoft.com/office/drawing/2014/main" id="{BF70F486-5C10-4CA3-BC3E-36BF4BF461C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17" name="21-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You already do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It becomes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Harness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Tool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Eval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with a new schema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Least privilege for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Operations: cost, latency,</a:t>
                      </a:r>
                    </a:p>
                    <a:p>
                      <a:pPr>
                        <a:lnSpc>
                          <a:spcPct val="125000"/>
                        </a:lnSpc>
                        <a:buNone/>
                      </a:pPr>
                      <a:r>
                        <a:rPr sz="2000" b="0">
                          <a:solidFill>
                            <a:srgbClr val="FFFCF5"/>
                          </a:solidFill>
                          <a:latin typeface="Helvetica"/>
                          <a:ea typeface="Helvetica"/>
                          <a:cs typeface="Helvetica"/>
                        </a:rPr>
                        <a:t>incidents, rollback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in tokens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12" name="narrative-number">
            <a:extLst xmlns:a="http://schemas.openxmlformats.org/drawingml/2006/main">
              <a:ext uri="{FF2B5EF4-FFF2-40B4-BE49-F238E27FC236}">
                <a16:creationId xmlns:a16="http://schemas.microsoft.com/office/drawing/2014/main" id="{7E50A878-261A-455C-83EA-2FBBE1CF738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3275383898"/>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3" name="!!area-name">
            <a:extLst xmlns:a="http://schemas.openxmlformats.org/drawingml/2006/main">
              <a:ext uri="{FF2B5EF4-FFF2-40B4-BE49-F238E27FC236}">
                <a16:creationId xmlns:a16="http://schemas.microsoft.com/office/drawing/2014/main" id="{2CB0901F-CEE6-4C71-9A95-D0CBF261488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22" name="mini-map"/>
          <p:cNvPicPr>
            <a:picLocks xmlns:a="http://schemas.openxmlformats.org/drawingml/2006/main" noChangeAspect="1"/>
          </p:cNvPicPr>
          <p:nvPr/>
        </p:nvPicPr>
        <p:blipFill>
          <a:blip xmlns:r="http://schemas.openxmlformats.org/officeDocument/2006/relationships" xmlns:a="http://schemas.openxmlformats.org/drawingml/2006/main" r:embed="R30286b59c7c54e6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5" name="slide-title">
            <a:extLst xmlns:a="http://schemas.openxmlformats.org/drawingml/2006/main">
              <a:ext uri="{FF2B5EF4-FFF2-40B4-BE49-F238E27FC236}">
                <a16:creationId xmlns:a16="http://schemas.microsoft.com/office/drawing/2014/main" id="{1BCCB7D7-5D15-48BA-B3C4-632923243A6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16" name="header-divider">
            <a:extLst xmlns:a="http://schemas.openxmlformats.org/drawingml/2006/main">
              <a:ext uri="{FF2B5EF4-FFF2-40B4-BE49-F238E27FC236}">
                <a16:creationId xmlns:a16="http://schemas.microsoft.com/office/drawing/2014/main" id="{BAFDC98A-2299-4442-8E88-9AB94B1D7F1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7" name="21-text-2">
            <a:extLst xmlns:a="http://schemas.openxmlformats.org/drawingml/2006/main">
              <a:ext uri="{FF2B5EF4-FFF2-40B4-BE49-F238E27FC236}">
                <a16:creationId xmlns:a16="http://schemas.microsoft.com/office/drawing/2014/main" id="{31DC78CE-5666-4195-9B64-136AB738B17D}"/>
              </a:ext>
            </a:extLst>
          </p:cNvPr>
          <p:cNvSpPr>
            <a:spLocks xmlns:a="http://schemas.openxmlformats.org/drawingml/2006/main"/>
          </p:cNvSpPr>
          <p:nvPr/>
        </p:nvSpPr>
        <p:spPr>
          <a:xfrm xmlns:a="http://schemas.openxmlformats.org/drawingml/2006/main">
            <a:off x="609600" y="243840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Engineers at incident.io, Sentry, Elsevier, and others crossed over in months, not years.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twenty-five-year veteran: about two months.</a:t>
            </a:r>
          </a:p>
        </p:txBody>
      </p:sp>
      <p:sp>
        <p:nvSpPr>
          <p:cNvPr id="518" name="21-text-3">
            <a:extLst xmlns:a="http://schemas.openxmlformats.org/drawingml/2006/main">
              <a:ext uri="{FF2B5EF4-FFF2-40B4-BE49-F238E27FC236}">
                <a16:creationId xmlns:a16="http://schemas.microsoft.com/office/drawing/2014/main" id="{F6385F40-7859-41F1-9EF8-ACE7B6A97732}"/>
              </a:ext>
            </a:extLst>
          </p:cNvPr>
          <p:cNvSpPr>
            <a:spLocks xmlns:a="http://schemas.openxmlformats.org/drawingml/2006/main"/>
          </p:cNvSpPr>
          <p:nvPr/>
        </p:nvSpPr>
        <p:spPr>
          <a:xfrm xmlns:a="http://schemas.openxmlformats.org/drawingml/2006/main">
            <a:off x="609600" y="4165600"/>
            <a:ext cx="109728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experienced engineers who know how to break problems down, AI tools are an incredible force multiplier."</a:t>
            </a:r>
          </a:p>
        </p:txBody>
      </p:sp>
      <p:sp>
        <p:nvSpPr>
          <p:cNvPr id="519" name="21-text-4">
            <a:extLst xmlns:a="http://schemas.openxmlformats.org/drawingml/2006/main">
              <a:ext uri="{FF2B5EF4-FFF2-40B4-BE49-F238E27FC236}">
                <a16:creationId xmlns:a16="http://schemas.microsoft.com/office/drawing/2014/main" id="{FE0AE208-CB56-4820-B676-B6B55805951B}"/>
              </a:ext>
            </a:extLst>
          </p:cNvPr>
          <p:cNvSpPr>
            <a:spLocks xmlns:a="http://schemas.openxmlformats.org/drawingml/2006/main"/>
          </p:cNvSpPr>
          <p:nvPr/>
        </p:nvSpPr>
        <p:spPr>
          <a:xfrm xmlns:a="http://schemas.openxmlformats.org/drawingml/2006/main">
            <a:off x="609600" y="5664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Matt Morgis, Elsevier, via The Pragmatic Engineer, March 2025</a:t>
            </a:r>
          </a:p>
        </p:txBody>
      </p:sp>
      <p:sp>
        <p:nvSpPr>
          <p:cNvPr id="520" name="narrative-number">
            <a:extLst xmlns:a="http://schemas.openxmlformats.org/drawingml/2006/main">
              <a:ext uri="{FF2B5EF4-FFF2-40B4-BE49-F238E27FC236}">
                <a16:creationId xmlns:a16="http://schemas.microsoft.com/office/drawing/2014/main" id="{7738AEA5-73B9-47F4-8936-65637098AB8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3184769568"/>
      </p:ext>
    </p:extLst>
  </p:cSld>
</p:sld>
</file>

<file path=ppt/slides/slide5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1" name="!!area-name">
            <a:extLst xmlns:a="http://schemas.openxmlformats.org/drawingml/2006/main">
              <a:ext uri="{FF2B5EF4-FFF2-40B4-BE49-F238E27FC236}">
                <a16:creationId xmlns:a16="http://schemas.microsoft.com/office/drawing/2014/main" id="{791DBAB3-BC35-47EB-9A6A-1985EC18081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37" name="mini-map"/>
          <p:cNvPicPr>
            <a:picLocks xmlns:a="http://schemas.openxmlformats.org/drawingml/2006/main" noChangeAspect="1"/>
          </p:cNvPicPr>
          <p:nvPr/>
        </p:nvPicPr>
        <p:blipFill>
          <a:blip xmlns:r="http://schemas.openxmlformats.org/officeDocument/2006/relationships" xmlns:a="http://schemas.openxmlformats.org/drawingml/2006/main" r:embed="R5c4da1853c5d422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23" name="slide-title">
            <a:extLst xmlns:a="http://schemas.openxmlformats.org/drawingml/2006/main">
              <a:ext uri="{FF2B5EF4-FFF2-40B4-BE49-F238E27FC236}">
                <a16:creationId xmlns:a16="http://schemas.microsoft.com/office/drawing/2014/main" id="{885F7A03-BEA2-4D7B-B139-968335CA616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is new</a:t>
            </a:r>
          </a:p>
        </p:txBody>
      </p:sp>
      <p:sp>
        <p:nvSpPr>
          <p:cNvPr id="524" name="header-divider">
            <a:extLst xmlns:a="http://schemas.openxmlformats.org/drawingml/2006/main">
              <a:ext uri="{FF2B5EF4-FFF2-40B4-BE49-F238E27FC236}">
                <a16:creationId xmlns:a16="http://schemas.microsoft.com/office/drawing/2014/main" id="{F88EAF14-30DA-40CC-A575-92B92505C31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5" name="22-text-1">
            <a:extLst xmlns:a="http://schemas.openxmlformats.org/drawingml/2006/main">
              <a:ext uri="{FF2B5EF4-FFF2-40B4-BE49-F238E27FC236}">
                <a16:creationId xmlns:a16="http://schemas.microsoft.com/office/drawing/2014/main" id="{DB6FA122-CED0-47BA-8500-0DF05489308B}"/>
              </a:ext>
            </a:extLst>
          </p:cNvPr>
          <p:cNvSpPr>
            <a:spLocks xmlns:a="http://schemas.openxmlformats.org/drawingml/2006/main"/>
          </p:cNvSpPr>
          <p:nvPr/>
        </p:nvSpPr>
        <p:spPr>
          <a:xfrm xmlns:a="http://schemas.openxmlformats.org/drawingml/2006/main">
            <a:off x="609600" y="4216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Prompt engineering</a:t>
            </a:r>
          </a:p>
        </p:txBody>
      </p:sp>
      <p:sp>
        <p:nvSpPr>
          <p:cNvPr id="526" name="22-line-3">
            <a:extLst xmlns:a="http://schemas.openxmlformats.org/drawingml/2006/main">
              <a:ext uri="{FF2B5EF4-FFF2-40B4-BE49-F238E27FC236}">
                <a16:creationId xmlns:a16="http://schemas.microsoft.com/office/drawing/2014/main" id="{C4E26FB7-6F20-466A-BF2A-6EE52D849D07}"/>
              </a:ext>
            </a:extLst>
          </p:cNvPr>
          <p:cNvSpPr>
            <a:spLocks xmlns:a="http://schemas.openxmlformats.org/drawingml/2006/main"/>
          </p:cNvSpPr>
          <p:nvPr/>
        </p:nvSpPr>
        <p:spPr>
          <a:xfrm xmlns:a="http://schemas.openxmlformats.org/drawingml/2006/main" flipH="0" flipV="0">
            <a:off x="609600" y="4699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27" name="22-text-4">
            <a:extLst xmlns:a="http://schemas.openxmlformats.org/drawingml/2006/main">
              <a:ext uri="{FF2B5EF4-FFF2-40B4-BE49-F238E27FC236}">
                <a16:creationId xmlns:a16="http://schemas.microsoft.com/office/drawing/2014/main" id="{D07145F7-D138-4C6E-A3A1-BC2EB4944C60}"/>
              </a:ext>
            </a:extLst>
          </p:cNvPr>
          <p:cNvSpPr>
            <a:spLocks xmlns:a="http://schemas.openxmlformats.org/drawingml/2006/main"/>
          </p:cNvSpPr>
          <p:nvPr/>
        </p:nvSpPr>
        <p:spPr>
          <a:xfrm xmlns:a="http://schemas.openxmlformats.org/drawingml/2006/main">
            <a:off x="609600" y="4851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2023</a:t>
            </a:r>
          </a:p>
        </p:txBody>
      </p:sp>
      <p:sp>
        <p:nvSpPr>
          <p:cNvPr id="528" name="22-text-5">
            <a:extLst xmlns:a="http://schemas.openxmlformats.org/drawingml/2006/main">
              <a:ext uri="{FF2B5EF4-FFF2-40B4-BE49-F238E27FC236}">
                <a16:creationId xmlns:a16="http://schemas.microsoft.com/office/drawing/2014/main" id="{3D0696FA-8FFD-4AEB-AF39-36C3F8300F96}"/>
              </a:ext>
            </a:extLst>
          </p:cNvPr>
          <p:cNvSpPr>
            <a:spLocks xmlns:a="http://schemas.openxmlformats.org/drawingml/2006/main"/>
          </p:cNvSpPr>
          <p:nvPr/>
        </p:nvSpPr>
        <p:spPr>
          <a:xfrm xmlns:a="http://schemas.openxmlformats.org/drawingml/2006/main">
            <a:off x="4368800" y="3327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529" name="22-line-7">
            <a:extLst xmlns:a="http://schemas.openxmlformats.org/drawingml/2006/main">
              <a:ext uri="{FF2B5EF4-FFF2-40B4-BE49-F238E27FC236}">
                <a16:creationId xmlns:a16="http://schemas.microsoft.com/office/drawing/2014/main" id="{A9B7AB67-1434-4880-9D91-056030F304A4}"/>
              </a:ext>
            </a:extLst>
          </p:cNvPr>
          <p:cNvSpPr>
            <a:spLocks xmlns:a="http://schemas.openxmlformats.org/drawingml/2006/main"/>
          </p:cNvSpPr>
          <p:nvPr/>
        </p:nvSpPr>
        <p:spPr>
          <a:xfrm xmlns:a="http://schemas.openxmlformats.org/drawingml/2006/main" flipH="0" flipV="0">
            <a:off x="4368800" y="3810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30" name="22-text-8">
            <a:extLst xmlns:a="http://schemas.openxmlformats.org/drawingml/2006/main">
              <a:ext uri="{FF2B5EF4-FFF2-40B4-BE49-F238E27FC236}">
                <a16:creationId xmlns:a16="http://schemas.microsoft.com/office/drawing/2014/main" id="{ABF82401-BCDC-4EBD-BAD8-9E6B93321587}"/>
              </a:ext>
            </a:extLst>
          </p:cNvPr>
          <p:cNvSpPr>
            <a:spLocks xmlns:a="http://schemas.openxmlformats.org/drawingml/2006/main"/>
          </p:cNvSpPr>
          <p:nvPr/>
        </p:nvSpPr>
        <p:spPr>
          <a:xfrm xmlns:a="http://schemas.openxmlformats.org/drawingml/2006/main">
            <a:off x="4368800" y="3962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2025</a:t>
            </a:r>
          </a:p>
        </p:txBody>
      </p:sp>
      <p:sp>
        <p:nvSpPr>
          <p:cNvPr id="531" name="22-text-9">
            <a:extLst xmlns:a="http://schemas.openxmlformats.org/drawingml/2006/main">
              <a:ext uri="{FF2B5EF4-FFF2-40B4-BE49-F238E27FC236}">
                <a16:creationId xmlns:a16="http://schemas.microsoft.com/office/drawing/2014/main" id="{33C1A750-505E-4FCA-AA94-9D3E193BE514}"/>
              </a:ext>
            </a:extLst>
          </p:cNvPr>
          <p:cNvSpPr>
            <a:spLocks xmlns:a="http://schemas.openxmlformats.org/drawingml/2006/main"/>
          </p:cNvSpPr>
          <p:nvPr/>
        </p:nvSpPr>
        <p:spPr>
          <a:xfrm xmlns:a="http://schemas.openxmlformats.org/drawingml/2006/main">
            <a:off x="8128000" y="2438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engineering</a:t>
            </a:r>
          </a:p>
        </p:txBody>
      </p:sp>
      <p:sp>
        <p:nvSpPr>
          <p:cNvPr id="532" name="22-line-11">
            <a:extLst xmlns:a="http://schemas.openxmlformats.org/drawingml/2006/main">
              <a:ext uri="{FF2B5EF4-FFF2-40B4-BE49-F238E27FC236}">
                <a16:creationId xmlns:a16="http://schemas.microsoft.com/office/drawing/2014/main" id="{4800FE8B-DF7F-4A3B-9BCC-F78A2E6C37E6}"/>
              </a:ext>
            </a:extLst>
          </p:cNvPr>
          <p:cNvSpPr>
            <a:spLocks xmlns:a="http://schemas.openxmlformats.org/drawingml/2006/main"/>
          </p:cNvSpPr>
          <p:nvPr/>
        </p:nvSpPr>
        <p:spPr>
          <a:xfrm xmlns:a="http://schemas.openxmlformats.org/drawingml/2006/main" flipH="0" flipV="0">
            <a:off x="8128000" y="2921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33" name="22-text-12">
            <a:extLst xmlns:a="http://schemas.openxmlformats.org/drawingml/2006/main">
              <a:ext uri="{FF2B5EF4-FFF2-40B4-BE49-F238E27FC236}">
                <a16:creationId xmlns:a16="http://schemas.microsoft.com/office/drawing/2014/main" id="{0991C013-1162-40DC-B8E4-BD72619F88E8}"/>
              </a:ext>
            </a:extLst>
          </p:cNvPr>
          <p:cNvSpPr>
            <a:spLocks xmlns:a="http://schemas.openxmlformats.org/drawingml/2006/main"/>
          </p:cNvSpPr>
          <p:nvPr/>
        </p:nvSpPr>
        <p:spPr>
          <a:xfrm xmlns:a="http://schemas.openxmlformats.org/drawingml/2006/main">
            <a:off x="8128000" y="3073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2026</a:t>
            </a:r>
          </a:p>
        </p:txBody>
      </p:sp>
      <p:sp>
        <p:nvSpPr>
          <p:cNvPr id="534" name="22-text-13">
            <a:extLst xmlns:a="http://schemas.openxmlformats.org/drawingml/2006/main">
              <a:ext uri="{FF2B5EF4-FFF2-40B4-BE49-F238E27FC236}">
                <a16:creationId xmlns:a16="http://schemas.microsoft.com/office/drawing/2014/main" id="{94E9C587-96EA-41BE-B717-AD72170DC5E1}"/>
              </a:ext>
            </a:extLst>
          </p:cNvPr>
          <p:cNvSpPr>
            <a:spLocks xmlns:a="http://schemas.openxmlformats.org/drawingml/2006/main"/>
          </p:cNvSpPr>
          <p:nvPr/>
        </p:nvSpPr>
        <p:spPr>
          <a:xfrm xmlns:a="http://schemas.openxmlformats.org/drawingml/2006/main">
            <a:off x="609600" y="5613400"/>
            <a:ext cx="10972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Each one absorbs the last.</a:t>
            </a:r>
          </a:p>
        </p:txBody>
      </p:sp>
      <p:sp>
        <p:nvSpPr>
          <p:cNvPr id="535" name="narrative-number">
            <a:extLst xmlns:a="http://schemas.openxmlformats.org/drawingml/2006/main">
              <a:ext uri="{FF2B5EF4-FFF2-40B4-BE49-F238E27FC236}">
                <a16:creationId xmlns:a16="http://schemas.microsoft.com/office/drawing/2014/main" id="{D6F08B65-77A2-4A32-91A6-6AA58B86353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805670859"/>
      </p:ext>
    </p:extLst>
  </p:cSld>
</p:sld>
</file>

<file path=ppt/slides/slide5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6" name="!!area-name">
            <a:extLst xmlns:a="http://schemas.openxmlformats.org/drawingml/2006/main">
              <a:ext uri="{FF2B5EF4-FFF2-40B4-BE49-F238E27FC236}">
                <a16:creationId xmlns:a16="http://schemas.microsoft.com/office/drawing/2014/main" id="{9182F1C4-F5D4-499F-9BE4-189CA573935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49" name="mini-map"/>
          <p:cNvPicPr>
            <a:picLocks xmlns:a="http://schemas.openxmlformats.org/drawingml/2006/main" noChangeAspect="1"/>
          </p:cNvPicPr>
          <p:nvPr/>
        </p:nvPicPr>
        <p:blipFill>
          <a:blip xmlns:r="http://schemas.openxmlformats.org/officeDocument/2006/relationships" xmlns:a="http://schemas.openxmlformats.org/drawingml/2006/main" r:embed="R9e7566ec2d4d425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38" name="header-divider">
            <a:extLst xmlns:a="http://schemas.openxmlformats.org/drawingml/2006/main">
              <a:ext uri="{FF2B5EF4-FFF2-40B4-BE49-F238E27FC236}">
                <a16:creationId xmlns:a16="http://schemas.microsoft.com/office/drawing/2014/main" id="{913EC234-DC09-43A8-B084-38D5689EFD3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9" name="22b-text-1">
            <a:extLst xmlns:a="http://schemas.openxmlformats.org/drawingml/2006/main">
              <a:ext uri="{FF2B5EF4-FFF2-40B4-BE49-F238E27FC236}">
                <a16:creationId xmlns:a16="http://schemas.microsoft.com/office/drawing/2014/main" id="{F7007AF7-1913-47FC-9E30-30D823F327B9}"/>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540" name="22b-text-2">
            <a:extLst xmlns:a="http://schemas.openxmlformats.org/drawingml/2006/main">
              <a:ext uri="{FF2B5EF4-FFF2-40B4-BE49-F238E27FC236}">
                <a16:creationId xmlns:a16="http://schemas.microsoft.com/office/drawing/2014/main" id="{896D3FC1-98FB-4C41-B66D-FF17D9360279}"/>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behavior intuition. Informed by reading outputs.</a:t>
            </a:r>
          </a:p>
        </p:txBody>
      </p:sp>
      <p:sp>
        <p:nvSpPr>
          <p:cNvPr id="541" name="22b-text-3">
            <a:extLst xmlns:a="http://schemas.openxmlformats.org/drawingml/2006/main">
              <a:ext uri="{FF2B5EF4-FFF2-40B4-BE49-F238E27FC236}">
                <a16:creationId xmlns:a16="http://schemas.microsoft.com/office/drawing/2014/main" id="{DD7CB2EE-461F-4B75-9133-A1BC1D1C3C60}"/>
              </a:ext>
            </a:extLst>
          </p:cNvPr>
          <p:cNvSpPr>
            <a:spLocks xmlns:a="http://schemas.openxmlformats.org/drawingml/2006/main"/>
          </p:cNvSpPr>
          <p:nvPr/>
        </p:nvSpPr>
        <p:spPr>
          <a:xfrm xmlns:a="http://schemas.openxmlformats.org/drawingml/2006/main">
            <a:off x="609600" y="297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542" name="22b-text-4">
            <a:extLst xmlns:a="http://schemas.openxmlformats.org/drawingml/2006/main">
              <a:ext uri="{FF2B5EF4-FFF2-40B4-BE49-F238E27FC236}">
                <a16:creationId xmlns:a16="http://schemas.microsoft.com/office/drawing/2014/main" id="{E0116E53-9C19-4542-B79F-5F3072890310}"/>
              </a:ext>
            </a:extLst>
          </p:cNvPr>
          <p:cNvSpPr>
            <a:spLocks xmlns:a="http://schemas.openxmlformats.org/drawingml/2006/main"/>
          </p:cNvSpPr>
          <p:nvPr/>
        </p:nvSpPr>
        <p:spPr>
          <a:xfrm xmlns:a="http://schemas.openxmlformats.org/drawingml/2006/main">
            <a:off x="609600" y="3505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 design, for a caller that reads the description every time.</a:t>
            </a:r>
          </a:p>
        </p:txBody>
      </p:sp>
      <p:sp>
        <p:nvSpPr>
          <p:cNvPr id="543" name="22b-text-5">
            <a:extLst xmlns:a="http://schemas.openxmlformats.org/drawingml/2006/main">
              <a:ext uri="{FF2B5EF4-FFF2-40B4-BE49-F238E27FC236}">
                <a16:creationId xmlns:a16="http://schemas.microsoft.com/office/drawing/2014/main" id="{938F674B-378C-44DB-A658-B044C294C1CC}"/>
              </a:ext>
            </a:extLst>
          </p:cNvPr>
          <p:cNvSpPr>
            <a:spLocks xmlns:a="http://schemas.openxmlformats.org/drawingml/2006/main"/>
          </p:cNvSpPr>
          <p:nvPr/>
        </p:nvSpPr>
        <p:spPr>
          <a:xfrm xmlns:a="http://schemas.openxmlformats.org/drawingml/2006/main">
            <a:off x="609600" y="4038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and loop design.</a:t>
            </a:r>
          </a:p>
        </p:txBody>
      </p:sp>
      <p:sp>
        <p:nvSpPr>
          <p:cNvPr id="544" name="22b-text-6">
            <a:extLst xmlns:a="http://schemas.openxmlformats.org/drawingml/2006/main">
              <a:ext uri="{FF2B5EF4-FFF2-40B4-BE49-F238E27FC236}">
                <a16:creationId xmlns:a16="http://schemas.microsoft.com/office/drawing/2014/main" id="{EC1C60DC-FD62-4616-A331-C57AD20D7F3A}"/>
              </a:ext>
            </a:extLst>
          </p:cNvPr>
          <p:cNvSpPr>
            <a:spLocks xmlns:a="http://schemas.openxmlformats.org/drawingml/2006/main"/>
          </p:cNvSpPr>
          <p:nvPr/>
        </p:nvSpPr>
        <p:spPr>
          <a:xfrm xmlns:a="http://schemas.openxmlformats.org/drawingml/2006/main">
            <a:off x="609600" y="457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Evals and error analysis.</a:t>
            </a:r>
          </a:p>
        </p:txBody>
      </p:sp>
      <p:sp>
        <p:nvSpPr>
          <p:cNvPr id="545" name="22b-text-7">
            <a:extLst xmlns:a="http://schemas.openxmlformats.org/drawingml/2006/main">
              <a:ext uri="{FF2B5EF4-FFF2-40B4-BE49-F238E27FC236}">
                <a16:creationId xmlns:a16="http://schemas.microsoft.com/office/drawing/2014/main" id="{28DAA4B5-F7EA-4437-BF5E-9C852B0AF620}"/>
              </a:ext>
            </a:extLst>
          </p:cNvPr>
          <p:cNvSpPr>
            <a:spLocks xmlns:a="http://schemas.openxmlformats.org/drawingml/2006/main"/>
          </p:cNvSpPr>
          <p:nvPr/>
        </p:nvSpPr>
        <p:spPr>
          <a:xfrm xmlns:a="http://schemas.openxmlformats.org/drawingml/2006/main">
            <a:off x="609600" y="5105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AI security. The attack surface is the model's reasoning.</a:t>
            </a:r>
          </a:p>
        </p:txBody>
      </p:sp>
      <p:sp>
        <p:nvSpPr>
          <p:cNvPr id="546" name="22b-text-8">
            <a:extLst xmlns:a="http://schemas.openxmlformats.org/drawingml/2006/main">
              <a:ext uri="{FF2B5EF4-FFF2-40B4-BE49-F238E27FC236}">
                <a16:creationId xmlns:a16="http://schemas.microsoft.com/office/drawing/2014/main" id="{414EAB87-AC9A-4F9F-A7DC-D6086C064E08}"/>
              </a:ext>
            </a:extLst>
          </p:cNvPr>
          <p:cNvSpPr>
            <a:spLocks xmlns:a="http://schemas.openxmlformats.org/drawingml/2006/main"/>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and latency as design constraints.</a:t>
            </a:r>
          </a:p>
        </p:txBody>
      </p:sp>
      <p:sp>
        <p:nvSpPr>
          <p:cNvPr id="547" name="narrative-number">
            <a:extLst xmlns:a="http://schemas.openxmlformats.org/drawingml/2006/main">
              <a:ext uri="{FF2B5EF4-FFF2-40B4-BE49-F238E27FC236}">
                <a16:creationId xmlns:a16="http://schemas.microsoft.com/office/drawing/2014/main" id="{D1E489A6-B7ED-414D-8C87-8C69ADC8090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4276639733"/>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5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8" name="!!area-name">
            <a:extLst xmlns:a="http://schemas.openxmlformats.org/drawingml/2006/main">
              <a:ext uri="{FF2B5EF4-FFF2-40B4-BE49-F238E27FC236}">
                <a16:creationId xmlns:a16="http://schemas.microsoft.com/office/drawing/2014/main" id="{F730CDDE-9EBB-4802-BFC9-4744038D52A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56" name="mini-map"/>
          <p:cNvPicPr>
            <a:picLocks xmlns:a="http://schemas.openxmlformats.org/drawingml/2006/main" noChangeAspect="1"/>
          </p:cNvPicPr>
          <p:nvPr/>
        </p:nvPicPr>
        <p:blipFill>
          <a:blip xmlns:r="http://schemas.openxmlformats.org/officeDocument/2006/relationships" xmlns:a="http://schemas.openxmlformats.org/drawingml/2006/main" r:embed="R2b2a7563125e4be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50" name="header-divider">
            <a:extLst xmlns:a="http://schemas.openxmlformats.org/drawingml/2006/main">
              <a:ext uri="{FF2B5EF4-FFF2-40B4-BE49-F238E27FC236}">
                <a16:creationId xmlns:a16="http://schemas.microsoft.com/office/drawing/2014/main" id="{620327C5-23AF-4779-98E2-198454F7124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1" name="22b-text-1">
            <a:extLst xmlns:a="http://schemas.openxmlformats.org/drawingml/2006/main">
              <a:ext uri="{FF2B5EF4-FFF2-40B4-BE49-F238E27FC236}">
                <a16:creationId xmlns:a16="http://schemas.microsoft.com/office/drawing/2014/main" id="{35C55877-AC78-4DD0-935F-31AF81A0214C}"/>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552" name="22b-text-9">
            <a:extLst xmlns:a="http://schemas.openxmlformats.org/drawingml/2006/main">
              <a:ext uri="{FF2B5EF4-FFF2-40B4-BE49-F238E27FC236}">
                <a16:creationId xmlns:a16="http://schemas.microsoft.com/office/drawing/2014/main" id="{B9D7230F-A4F3-4822-AFDE-B4C2005E64BA}"/>
              </a:ext>
            </a:extLst>
          </p:cNvPr>
          <p:cNvSpPr>
            <a:spLocks xmlns:a="http://schemas.openxmlformats.org/drawingml/2006/main"/>
          </p:cNvSpPr>
          <p:nvPr/>
        </p:nvSpPr>
        <p:spPr>
          <a:xfrm xmlns:a="http://schemas.openxmlformats.org/drawingml/2006/main">
            <a:off x="609600" y="2438400"/>
            <a:ext cx="10972800" cy="269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"Getting comfortable with evaluations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iterating on non-deterministic</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outputs is the biggest challenge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devs have."</a:t>
            </a:r>
          </a:p>
        </p:txBody>
      </p:sp>
      <p:sp>
        <p:nvSpPr>
          <p:cNvPr id="553" name="22b-text-10">
            <a:extLst xmlns:a="http://schemas.openxmlformats.org/drawingml/2006/main">
              <a:ext uri="{FF2B5EF4-FFF2-40B4-BE49-F238E27FC236}">
                <a16:creationId xmlns:a16="http://schemas.microsoft.com/office/drawing/2014/main" id="{0096E219-8D77-478B-86E6-AD5D2117C203}"/>
              </a:ext>
            </a:extLst>
          </p:cNvPr>
          <p:cNvSpPr>
            <a:spLocks xmlns:a="http://schemas.openxmlformats.org/drawingml/2006/main"/>
          </p:cNvSpPr>
          <p:nvPr/>
        </p:nvSpPr>
        <p:spPr>
          <a:xfrm xmlns:a="http://schemas.openxmlformats.org/drawingml/2006/main">
            <a:off x="609600" y="5435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Ross McNairn, Wordsmith, via The Pragmatic Engineer, March 2025</a:t>
            </a:r>
          </a:p>
        </p:txBody>
      </p:sp>
      <p:sp>
        <p:nvSpPr>
          <p:cNvPr id="554" name="narrative-number">
            <a:extLst xmlns:a="http://schemas.openxmlformats.org/drawingml/2006/main">
              <a:ext uri="{FF2B5EF4-FFF2-40B4-BE49-F238E27FC236}">
                <a16:creationId xmlns:a16="http://schemas.microsoft.com/office/drawing/2014/main" id="{7100E751-B6E5-4346-B8AF-DAA373E1E9B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3620360803"/>
      </p:ext>
    </p:extLst>
  </p:cSld>
</p:sld>
</file>

<file path=ppt/slides/slide5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5" name="!!area-name">
            <a:extLst xmlns:a="http://schemas.openxmlformats.org/drawingml/2006/main">
              <a:ext uri="{FF2B5EF4-FFF2-40B4-BE49-F238E27FC236}">
                <a16:creationId xmlns:a16="http://schemas.microsoft.com/office/drawing/2014/main" id="{825223C2-82B0-4765-A028-51DBDA008E80}"/>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56" name="header-divider">
            <a:extLst xmlns:a="http://schemas.openxmlformats.org/drawingml/2006/main">
              <a:ext uri="{FF2B5EF4-FFF2-40B4-BE49-F238E27FC236}">
                <a16:creationId xmlns:a16="http://schemas.microsoft.com/office/drawing/2014/main" id="{E7735CCC-DD84-4688-AB67-1D261EF79B6A}"/>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7" name="23-shape-1">
            <a:extLst xmlns:a="http://schemas.openxmlformats.org/drawingml/2006/main">
              <a:ext uri="{FF2B5EF4-FFF2-40B4-BE49-F238E27FC236}">
                <a16:creationId xmlns:a16="http://schemas.microsoft.com/office/drawing/2014/main" id="{644A7903-D5BA-4C9B-BB34-7CF8CFEBF4D0}"/>
              </a:ext>
            </a:extLst>
          </p:cNvPr>
          <p:cNvSpPr>
            <a:spLocks xmlns:a="http://schemas.openxmlformats.org/drawingml/2006/main"/>
          </p:cNvSpPr>
          <p:nvPr/>
        </p:nvSpPr>
        <p:spPr>
          <a:xfrm xmlns:a="http://schemas.openxmlformats.org/drawingml/2006/main">
            <a:off x="0" y="12700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8" name="23-shape-2">
            <a:extLst xmlns:a="http://schemas.openxmlformats.org/drawingml/2006/main">
              <a:ext uri="{FF2B5EF4-FFF2-40B4-BE49-F238E27FC236}">
                <a16:creationId xmlns:a16="http://schemas.microsoft.com/office/drawing/2014/main" id="{DA684541-5AC5-4C94-95AA-2647CF6321EF}"/>
              </a:ext>
            </a:extLst>
          </p:cNvPr>
          <p:cNvSpPr>
            <a:spLocks xmlns:a="http://schemas.openxmlformats.org/drawingml/2006/main"/>
          </p:cNvSpPr>
          <p:nvPr/>
        </p:nvSpPr>
        <p:spPr>
          <a:xfrm xmlns:a="http://schemas.openxmlformats.org/drawingml/2006/main">
            <a:off x="0" y="1270000"/>
            <a:ext cx="3454400" cy="7112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59" name="23-text-3">
            <a:extLst xmlns:a="http://schemas.openxmlformats.org/drawingml/2006/main">
              <a:ext uri="{FF2B5EF4-FFF2-40B4-BE49-F238E27FC236}">
                <a16:creationId xmlns:a16="http://schemas.microsoft.com/office/drawing/2014/main" id="{232C67B7-BB1A-4FB6-AE56-4946E98A6D48}"/>
              </a:ext>
            </a:extLst>
          </p:cNvPr>
          <p:cNvSpPr>
            <a:spLocks xmlns:a="http://schemas.openxmlformats.org/drawingml/2006/main"/>
          </p:cNvSpPr>
          <p:nvPr/>
        </p:nvSpPr>
        <p:spPr>
          <a:xfrm xmlns:a="http://schemas.openxmlformats.org/drawingml/2006/main">
            <a:off x="609600" y="1422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560" name="23-text-4">
            <a:extLst xmlns:a="http://schemas.openxmlformats.org/drawingml/2006/main">
              <a:ext uri="{FF2B5EF4-FFF2-40B4-BE49-F238E27FC236}">
                <a16:creationId xmlns:a16="http://schemas.microsoft.com/office/drawing/2014/main" id="{39DD0E3C-565B-4EB5-90CA-4B22A151E1DA}"/>
              </a:ext>
            </a:extLst>
          </p:cNvPr>
          <p:cNvSpPr>
            <a:spLocks xmlns:a="http://schemas.openxmlformats.org/drawingml/2006/main"/>
          </p:cNvSpPr>
          <p:nvPr/>
        </p:nvSpPr>
        <p:spPr>
          <a:xfrm xmlns:a="http://schemas.openxmlformats.org/drawingml/2006/main">
            <a:off x="3759200" y="13081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Choosing and changing models without testing them on your task.</a:t>
            </a:r>
          </a:p>
        </p:txBody>
      </p:sp>
      <p:sp>
        <p:nvSpPr>
          <p:cNvPr id="561" name="23-shape-5">
            <a:extLst xmlns:a="http://schemas.openxmlformats.org/drawingml/2006/main">
              <a:ext uri="{FF2B5EF4-FFF2-40B4-BE49-F238E27FC236}">
                <a16:creationId xmlns:a16="http://schemas.microsoft.com/office/drawing/2014/main" id="{FB5A6CBC-AFC4-434F-AFAE-19B4EC8C9CCC}"/>
              </a:ext>
            </a:extLst>
          </p:cNvPr>
          <p:cNvSpPr>
            <a:spLocks xmlns:a="http://schemas.openxmlformats.org/drawingml/2006/main"/>
          </p:cNvSpPr>
          <p:nvPr/>
        </p:nvSpPr>
        <p:spPr>
          <a:xfrm xmlns:a="http://schemas.openxmlformats.org/drawingml/2006/main">
            <a:off x="0" y="20701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62" name="23-shape-6">
            <a:extLst xmlns:a="http://schemas.openxmlformats.org/drawingml/2006/main">
              <a:ext uri="{FF2B5EF4-FFF2-40B4-BE49-F238E27FC236}">
                <a16:creationId xmlns:a16="http://schemas.microsoft.com/office/drawing/2014/main" id="{061D5F46-ACF4-4289-8B75-EBEC49020199}"/>
              </a:ext>
            </a:extLst>
          </p:cNvPr>
          <p:cNvSpPr>
            <a:spLocks xmlns:a="http://schemas.openxmlformats.org/drawingml/2006/main"/>
          </p:cNvSpPr>
          <p:nvPr/>
        </p:nvSpPr>
        <p:spPr>
          <a:xfrm xmlns:a="http://schemas.openxmlformats.org/drawingml/2006/main">
            <a:off x="0" y="20701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63" name="23-text-7">
            <a:extLst xmlns:a="http://schemas.openxmlformats.org/drawingml/2006/main">
              <a:ext uri="{FF2B5EF4-FFF2-40B4-BE49-F238E27FC236}">
                <a16:creationId xmlns:a16="http://schemas.microsoft.com/office/drawing/2014/main" id="{057C5AF6-7492-4553-B543-9F492FE6DAF9}"/>
              </a:ext>
            </a:extLst>
          </p:cNvPr>
          <p:cNvSpPr>
            <a:spLocks xmlns:a="http://schemas.openxmlformats.org/drawingml/2006/main"/>
          </p:cNvSpPr>
          <p:nvPr/>
        </p:nvSpPr>
        <p:spPr>
          <a:xfrm xmlns:a="http://schemas.openxmlformats.org/drawingml/2006/main">
            <a:off x="609600" y="22225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564" name="23-text-8">
            <a:extLst xmlns:a="http://schemas.openxmlformats.org/drawingml/2006/main">
              <a:ext uri="{FF2B5EF4-FFF2-40B4-BE49-F238E27FC236}">
                <a16:creationId xmlns:a16="http://schemas.microsoft.com/office/drawing/2014/main" id="{2DA7A1D7-FF5A-4B0B-BF39-C200D3409BCE}"/>
              </a:ext>
            </a:extLst>
          </p:cNvPr>
          <p:cNvSpPr>
            <a:spLocks xmlns:a="http://schemas.openxmlformats.org/drawingml/2006/main"/>
          </p:cNvSpPr>
          <p:nvPr/>
        </p:nvSpPr>
        <p:spPr>
          <a:xfrm xmlns:a="http://schemas.openxmlformats.org/drawingml/2006/main">
            <a:off x="3759200" y="21082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565" name="23-shape-9">
            <a:extLst xmlns:a="http://schemas.openxmlformats.org/drawingml/2006/main">
              <a:ext uri="{FF2B5EF4-FFF2-40B4-BE49-F238E27FC236}">
                <a16:creationId xmlns:a16="http://schemas.microsoft.com/office/drawing/2014/main" id="{CC9F42FA-92DD-4759-B107-C0F86A702474}"/>
              </a:ext>
            </a:extLst>
          </p:cNvPr>
          <p:cNvSpPr>
            <a:spLocks xmlns:a="http://schemas.openxmlformats.org/drawingml/2006/main"/>
          </p:cNvSpPr>
          <p:nvPr/>
        </p:nvSpPr>
        <p:spPr>
          <a:xfrm xmlns:a="http://schemas.openxmlformats.org/drawingml/2006/main">
            <a:off x="0" y="2870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66" name="23-shape-10">
            <a:extLst xmlns:a="http://schemas.openxmlformats.org/drawingml/2006/main">
              <a:ext uri="{FF2B5EF4-FFF2-40B4-BE49-F238E27FC236}">
                <a16:creationId xmlns:a16="http://schemas.microsoft.com/office/drawing/2014/main" id="{5B7759A2-E0C8-465E-AD9C-81D47918E3F7}"/>
              </a:ext>
            </a:extLst>
          </p:cNvPr>
          <p:cNvSpPr>
            <a:spLocks xmlns:a="http://schemas.openxmlformats.org/drawingml/2006/main"/>
          </p:cNvSpPr>
          <p:nvPr/>
        </p:nvSpPr>
        <p:spPr>
          <a:xfrm xmlns:a="http://schemas.openxmlformats.org/drawingml/2006/main">
            <a:off x="0" y="28702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67" name="23-text-11">
            <a:extLst xmlns:a="http://schemas.openxmlformats.org/drawingml/2006/main">
              <a:ext uri="{FF2B5EF4-FFF2-40B4-BE49-F238E27FC236}">
                <a16:creationId xmlns:a16="http://schemas.microsoft.com/office/drawing/2014/main" id="{98DBBC96-5EDA-4EC5-91AA-096D90E2D5C1}"/>
              </a:ext>
            </a:extLst>
          </p:cNvPr>
          <p:cNvSpPr>
            <a:spLocks xmlns:a="http://schemas.openxmlformats.org/drawingml/2006/main"/>
          </p:cNvSpPr>
          <p:nvPr/>
        </p:nvSpPr>
        <p:spPr>
          <a:xfrm xmlns:a="http://schemas.openxmlformats.org/drawingml/2006/main">
            <a:off x="609600" y="3022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568" name="23-text-12">
            <a:extLst xmlns:a="http://schemas.openxmlformats.org/drawingml/2006/main">
              <a:ext uri="{FF2B5EF4-FFF2-40B4-BE49-F238E27FC236}">
                <a16:creationId xmlns:a16="http://schemas.microsoft.com/office/drawing/2014/main" id="{8495E1B1-AEFD-47B2-BDDB-6FA7FB228509}"/>
              </a:ext>
            </a:extLst>
          </p:cNvPr>
          <p:cNvSpPr>
            <a:spLocks xmlns:a="http://schemas.openxmlformats.org/drawingml/2006/main"/>
          </p:cNvSpPr>
          <p:nvPr/>
        </p:nvSpPr>
        <p:spPr>
          <a:xfrm xmlns:a="http://schemas.openxmlformats.org/drawingml/2006/main">
            <a:off x="3759200" y="29083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569" name="23-shape-13">
            <a:extLst xmlns:a="http://schemas.openxmlformats.org/drawingml/2006/main">
              <a:ext uri="{FF2B5EF4-FFF2-40B4-BE49-F238E27FC236}">
                <a16:creationId xmlns:a16="http://schemas.microsoft.com/office/drawing/2014/main" id="{9D584CFE-AD38-4435-8819-F1D477FE9B4E}"/>
              </a:ext>
            </a:extLst>
          </p:cNvPr>
          <p:cNvSpPr>
            <a:spLocks xmlns:a="http://schemas.openxmlformats.org/drawingml/2006/main"/>
          </p:cNvSpPr>
          <p:nvPr/>
        </p:nvSpPr>
        <p:spPr>
          <a:xfrm xmlns:a="http://schemas.openxmlformats.org/drawingml/2006/main">
            <a:off x="0" y="36703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70" name="23-shape-14">
            <a:extLst xmlns:a="http://schemas.openxmlformats.org/drawingml/2006/main">
              <a:ext uri="{FF2B5EF4-FFF2-40B4-BE49-F238E27FC236}">
                <a16:creationId xmlns:a16="http://schemas.microsoft.com/office/drawing/2014/main" id="{CD974FA6-3073-4C1F-86F9-5E0005EA7D2F}"/>
              </a:ext>
            </a:extLst>
          </p:cNvPr>
          <p:cNvSpPr>
            <a:spLocks xmlns:a="http://schemas.openxmlformats.org/drawingml/2006/main"/>
          </p:cNvSpPr>
          <p:nvPr/>
        </p:nvSpPr>
        <p:spPr>
          <a:xfrm xmlns:a="http://schemas.openxmlformats.org/drawingml/2006/main">
            <a:off x="0" y="36703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71" name="23-text-15">
            <a:extLst xmlns:a="http://schemas.openxmlformats.org/drawingml/2006/main">
              <a:ext uri="{FF2B5EF4-FFF2-40B4-BE49-F238E27FC236}">
                <a16:creationId xmlns:a16="http://schemas.microsoft.com/office/drawing/2014/main" id="{D546863B-7B1B-4EF8-BF92-DF5B9E188BD1}"/>
              </a:ext>
            </a:extLst>
          </p:cNvPr>
          <p:cNvSpPr>
            <a:spLocks xmlns:a="http://schemas.openxmlformats.org/drawingml/2006/main"/>
          </p:cNvSpPr>
          <p:nvPr/>
        </p:nvSpPr>
        <p:spPr>
          <a:xfrm xmlns:a="http://schemas.openxmlformats.org/drawingml/2006/main">
            <a:off x="609600" y="38227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72" name="23-text-16">
            <a:extLst xmlns:a="http://schemas.openxmlformats.org/drawingml/2006/main">
              <a:ext uri="{FF2B5EF4-FFF2-40B4-BE49-F238E27FC236}">
                <a16:creationId xmlns:a16="http://schemas.microsoft.com/office/drawing/2014/main" id="{B91653AA-E5CD-4DE1-962C-302D6239D94B}"/>
              </a:ext>
            </a:extLst>
          </p:cNvPr>
          <p:cNvSpPr>
            <a:spLocks xmlns:a="http://schemas.openxmlformats.org/drawingml/2006/main"/>
          </p:cNvSpPr>
          <p:nvPr/>
        </p:nvSpPr>
        <p:spPr>
          <a:xfrm xmlns:a="http://schemas.openxmlformats.org/drawingml/2006/main">
            <a:off x="3759200" y="37084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573" name="23-shape-17">
            <a:extLst xmlns:a="http://schemas.openxmlformats.org/drawingml/2006/main">
              <a:ext uri="{FF2B5EF4-FFF2-40B4-BE49-F238E27FC236}">
                <a16:creationId xmlns:a16="http://schemas.microsoft.com/office/drawing/2014/main" id="{5867AEE1-D20F-43BB-81CC-0E6B8AD2225C}"/>
              </a:ext>
            </a:extLst>
          </p:cNvPr>
          <p:cNvSpPr>
            <a:spLocks xmlns:a="http://schemas.openxmlformats.org/drawingml/2006/main"/>
          </p:cNvSpPr>
          <p:nvPr/>
        </p:nvSpPr>
        <p:spPr>
          <a:xfrm xmlns:a="http://schemas.openxmlformats.org/drawingml/2006/main">
            <a:off x="0" y="4470400"/>
            <a:ext cx="12192000" cy="965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74" name="23-shape-18">
            <a:extLst xmlns:a="http://schemas.openxmlformats.org/drawingml/2006/main">
              <a:ext uri="{FF2B5EF4-FFF2-40B4-BE49-F238E27FC236}">
                <a16:creationId xmlns:a16="http://schemas.microsoft.com/office/drawing/2014/main" id="{2BE1252A-B343-4050-8180-650E02FAEEE5}"/>
              </a:ext>
            </a:extLst>
          </p:cNvPr>
          <p:cNvSpPr>
            <a:spLocks xmlns:a="http://schemas.openxmlformats.org/drawingml/2006/main"/>
          </p:cNvSpPr>
          <p:nvPr/>
        </p:nvSpPr>
        <p:spPr>
          <a:xfrm xmlns:a="http://schemas.openxmlformats.org/drawingml/2006/main">
            <a:off x="0" y="4470400"/>
            <a:ext cx="3454400" cy="9652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75" name="23-text-19">
            <a:extLst xmlns:a="http://schemas.openxmlformats.org/drawingml/2006/main">
              <a:ext uri="{FF2B5EF4-FFF2-40B4-BE49-F238E27FC236}">
                <a16:creationId xmlns:a16="http://schemas.microsoft.com/office/drawing/2014/main" id="{E66BE67A-E73F-4F79-BBC0-B96DA6483902}"/>
              </a:ext>
            </a:extLst>
          </p:cNvPr>
          <p:cNvSpPr>
            <a:spLocks xmlns:a="http://schemas.openxmlformats.org/drawingml/2006/main"/>
          </p:cNvSpPr>
          <p:nvPr/>
        </p:nvSpPr>
        <p:spPr>
          <a:xfrm xmlns:a="http://schemas.openxmlformats.org/drawingml/2006/main">
            <a:off x="609600" y="4749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576" name="23-text-20">
            <a:extLst xmlns:a="http://schemas.openxmlformats.org/drawingml/2006/main">
              <a:ext uri="{FF2B5EF4-FFF2-40B4-BE49-F238E27FC236}">
                <a16:creationId xmlns:a16="http://schemas.microsoft.com/office/drawing/2014/main" id="{940817F5-CB07-4DC9-B758-1460A506F0E1}"/>
              </a:ext>
            </a:extLst>
          </p:cNvPr>
          <p:cNvSpPr>
            <a:spLocks xmlns:a="http://schemas.openxmlformats.org/drawingml/2006/main"/>
          </p:cNvSpPr>
          <p:nvPr/>
        </p:nvSpPr>
        <p:spPr>
          <a:xfrm xmlns:a="http://schemas.openxmlformats.org/drawingml/2006/main">
            <a:off x="3759200" y="4508500"/>
            <a:ext cx="78232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577" name="23-shape-21">
            <a:extLst xmlns:a="http://schemas.openxmlformats.org/drawingml/2006/main">
              <a:ext uri="{FF2B5EF4-FFF2-40B4-BE49-F238E27FC236}">
                <a16:creationId xmlns:a16="http://schemas.microsoft.com/office/drawing/2014/main" id="{F3A77AFD-53CA-4684-88D3-99CDD12A9A5D}"/>
              </a:ext>
            </a:extLst>
          </p:cNvPr>
          <p:cNvSpPr>
            <a:spLocks xmlns:a="http://schemas.openxmlformats.org/drawingml/2006/main"/>
          </p:cNvSpPr>
          <p:nvPr/>
        </p:nvSpPr>
        <p:spPr>
          <a:xfrm xmlns:a="http://schemas.openxmlformats.org/drawingml/2006/main">
            <a:off x="0" y="55245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78" name="23-shape-22">
            <a:extLst xmlns:a="http://schemas.openxmlformats.org/drawingml/2006/main">
              <a:ext uri="{FF2B5EF4-FFF2-40B4-BE49-F238E27FC236}">
                <a16:creationId xmlns:a16="http://schemas.microsoft.com/office/drawing/2014/main" id="{AD86E99F-B780-40E1-B3D7-61427C81BFCC}"/>
              </a:ext>
            </a:extLst>
          </p:cNvPr>
          <p:cNvSpPr>
            <a:spLocks xmlns:a="http://schemas.openxmlformats.org/drawingml/2006/main"/>
          </p:cNvSpPr>
          <p:nvPr/>
        </p:nvSpPr>
        <p:spPr>
          <a:xfrm xmlns:a="http://schemas.openxmlformats.org/drawingml/2006/main">
            <a:off x="0" y="5524500"/>
            <a:ext cx="3454400" cy="711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79" name="23-text-23">
            <a:extLst xmlns:a="http://schemas.openxmlformats.org/drawingml/2006/main">
              <a:ext uri="{FF2B5EF4-FFF2-40B4-BE49-F238E27FC236}">
                <a16:creationId xmlns:a16="http://schemas.microsoft.com/office/drawing/2014/main" id="{B1305B48-D34D-4667-A109-449FA6E01A79}"/>
              </a:ext>
            </a:extLst>
          </p:cNvPr>
          <p:cNvSpPr>
            <a:spLocks xmlns:a="http://schemas.openxmlformats.org/drawingml/2006/main"/>
          </p:cNvSpPr>
          <p:nvPr/>
        </p:nvSpPr>
        <p:spPr>
          <a:xfrm xmlns:a="http://schemas.openxmlformats.org/drawingml/2006/main">
            <a:off x="609600" y="56769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Operating</a:t>
            </a:r>
          </a:p>
        </p:txBody>
      </p:sp>
      <p:sp>
        <p:nvSpPr>
          <p:cNvPr id="580" name="23-text-24">
            <a:extLst xmlns:a="http://schemas.openxmlformats.org/drawingml/2006/main">
              <a:ext uri="{FF2B5EF4-FFF2-40B4-BE49-F238E27FC236}">
                <a16:creationId xmlns:a16="http://schemas.microsoft.com/office/drawing/2014/main" id="{31B6F819-EE37-490D-A0D0-FDF0AC3C006B}"/>
              </a:ext>
            </a:extLst>
          </p:cNvPr>
          <p:cNvSpPr>
            <a:spLocks xmlns:a="http://schemas.openxmlformats.org/drawingml/2006/main"/>
          </p:cNvSpPr>
          <p:nvPr/>
        </p:nvSpPr>
        <p:spPr>
          <a:xfrm xmlns:a="http://schemas.openxmlformats.org/drawingml/2006/main">
            <a:off x="3759200" y="55626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581" name="narrative-number">
            <a:extLst xmlns:a="http://schemas.openxmlformats.org/drawingml/2006/main">
              <a:ext uri="{FF2B5EF4-FFF2-40B4-BE49-F238E27FC236}">
                <a16:creationId xmlns:a16="http://schemas.microsoft.com/office/drawing/2014/main" id="{DCD59165-F17F-4B3C-B075-35C7DE4DA34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1907152965"/>
      </p:ext>
    </p:extLst>
  </p:cSld>
</p:sld>
</file>

<file path=ppt/slides/slide5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82" name="!!area-name">
            <a:extLst xmlns:a="http://schemas.openxmlformats.org/drawingml/2006/main">
              <a:ext uri="{FF2B5EF4-FFF2-40B4-BE49-F238E27FC236}">
                <a16:creationId xmlns:a16="http://schemas.microsoft.com/office/drawing/2014/main" id="{5C9D3FDF-BD6E-4213-83BA-EDF3E23C7F1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600" name="mini-map"/>
          <p:cNvPicPr>
            <a:picLocks xmlns:a="http://schemas.openxmlformats.org/drawingml/2006/main" noChangeAspect="1"/>
          </p:cNvPicPr>
          <p:nvPr/>
        </p:nvPicPr>
        <p:blipFill>
          <a:blip xmlns:r="http://schemas.openxmlformats.org/officeDocument/2006/relationships" xmlns:a="http://schemas.openxmlformats.org/drawingml/2006/main" r:embed="R0f850357fa9b4e2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84" name="slide-title">
            <a:extLst xmlns:a="http://schemas.openxmlformats.org/drawingml/2006/main">
              <a:ext uri="{FF2B5EF4-FFF2-40B4-BE49-F238E27FC236}">
                <a16:creationId xmlns:a16="http://schemas.microsoft.com/office/drawing/2014/main" id="{DB6FCF38-F61B-4937-B94F-29E7C18F4C9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85" name="header-divider">
            <a:extLst xmlns:a="http://schemas.openxmlformats.org/drawingml/2006/main">
              <a:ext uri="{FF2B5EF4-FFF2-40B4-BE49-F238E27FC236}">
                <a16:creationId xmlns:a16="http://schemas.microsoft.com/office/drawing/2014/main" id="{640C31B5-4B8E-4C2E-929C-871CA49E90F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86" name="24-shape-1">
            <a:extLst xmlns:a="http://schemas.openxmlformats.org/drawingml/2006/main">
              <a:ext uri="{FF2B5EF4-FFF2-40B4-BE49-F238E27FC236}">
                <a16:creationId xmlns:a16="http://schemas.microsoft.com/office/drawing/2014/main" id="{A737338A-5611-4272-B4F1-311326E0798B}"/>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87" name="24-text-2">
            <a:extLst xmlns:a="http://schemas.openxmlformats.org/drawingml/2006/main">
              <a:ext uri="{FF2B5EF4-FFF2-40B4-BE49-F238E27FC236}">
                <a16:creationId xmlns:a16="http://schemas.microsoft.com/office/drawing/2014/main" id="{493F8F00-BF77-4B59-85AD-6F86E2901D7A}"/>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88" name="24-text-3">
            <a:extLst xmlns:a="http://schemas.openxmlformats.org/drawingml/2006/main">
              <a:ext uri="{FF2B5EF4-FFF2-40B4-BE49-F238E27FC236}">
                <a16:creationId xmlns:a16="http://schemas.microsoft.com/office/drawing/2014/main" id="{2736C94C-0AB1-4BD9-8D49-1A7B2ABA6FC1}"/>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589" name="24-shape-4">
            <a:extLst xmlns:a="http://schemas.openxmlformats.org/drawingml/2006/main">
              <a:ext uri="{FF2B5EF4-FFF2-40B4-BE49-F238E27FC236}">
                <a16:creationId xmlns:a16="http://schemas.microsoft.com/office/drawing/2014/main" id="{E0C53440-4F79-4B56-A2E8-9CB4442DFFEE}"/>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90" name="24-text-5">
            <a:extLst xmlns:a="http://schemas.openxmlformats.org/drawingml/2006/main">
              <a:ext uri="{FF2B5EF4-FFF2-40B4-BE49-F238E27FC236}">
                <a16:creationId xmlns:a16="http://schemas.microsoft.com/office/drawing/2014/main" id="{D35E837E-E2D3-4041-99AD-A84D58BC49F6}"/>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91" name="24-text-6">
            <a:extLst xmlns:a="http://schemas.openxmlformats.org/drawingml/2006/main">
              <a:ext uri="{FF2B5EF4-FFF2-40B4-BE49-F238E27FC236}">
                <a16:creationId xmlns:a16="http://schemas.microsoft.com/office/drawing/2014/main" id="{41474635-DC2E-4CC4-B6F8-31B6FB0D72AB}"/>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592" name="24-shape-7">
            <a:extLst xmlns:a="http://schemas.openxmlformats.org/drawingml/2006/main">
              <a:ext uri="{FF2B5EF4-FFF2-40B4-BE49-F238E27FC236}">
                <a16:creationId xmlns:a16="http://schemas.microsoft.com/office/drawing/2014/main" id="{3EA60B9E-772F-430F-9D7C-F22B2A3DFEF5}"/>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93" name="24-text-8">
            <a:extLst xmlns:a="http://schemas.openxmlformats.org/drawingml/2006/main">
              <a:ext uri="{FF2B5EF4-FFF2-40B4-BE49-F238E27FC236}">
                <a16:creationId xmlns:a16="http://schemas.microsoft.com/office/drawing/2014/main" id="{8E1155A2-7BC9-48A0-9321-4374CB718F3D}"/>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94" name="24-text-9">
            <a:extLst xmlns:a="http://schemas.openxmlformats.org/drawingml/2006/main">
              <a:ext uri="{FF2B5EF4-FFF2-40B4-BE49-F238E27FC236}">
                <a16:creationId xmlns:a16="http://schemas.microsoft.com/office/drawing/2014/main" id="{4D90BD23-CA42-44C8-96E9-A00BFA57BC3C}"/>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595" name="24-shape-10">
            <a:extLst xmlns:a="http://schemas.openxmlformats.org/drawingml/2006/main">
              <a:ext uri="{FF2B5EF4-FFF2-40B4-BE49-F238E27FC236}">
                <a16:creationId xmlns:a16="http://schemas.microsoft.com/office/drawing/2014/main" id="{983F975B-C378-4A81-A8B5-DB387CB431E7}"/>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96" name="24-text-11">
            <a:extLst xmlns:a="http://schemas.openxmlformats.org/drawingml/2006/main">
              <a:ext uri="{FF2B5EF4-FFF2-40B4-BE49-F238E27FC236}">
                <a16:creationId xmlns:a16="http://schemas.microsoft.com/office/drawing/2014/main" id="{89FD1926-59E5-436F-9A76-C316EDE88F01}"/>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97" name="24-text-12">
            <a:extLst xmlns:a="http://schemas.openxmlformats.org/drawingml/2006/main">
              <a:ext uri="{FF2B5EF4-FFF2-40B4-BE49-F238E27FC236}">
                <a16:creationId xmlns:a16="http://schemas.microsoft.com/office/drawing/2014/main" id="{8B6F9BE2-967B-4F83-B343-AAA161D50876}"/>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598" name="narrative-number">
            <a:extLst xmlns:a="http://schemas.openxmlformats.org/drawingml/2006/main">
              <a:ext uri="{FF2B5EF4-FFF2-40B4-BE49-F238E27FC236}">
                <a16:creationId xmlns:a16="http://schemas.microsoft.com/office/drawing/2014/main" id="{566B650D-6DEF-4194-9161-BC19C9DA283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3694210573"/>
      </p:ext>
    </p:extLst>
  </p:cSld>
</p:sld>
</file>

<file path=ppt/slides/slide6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99" name="!!area-name">
            <a:extLst xmlns:a="http://schemas.openxmlformats.org/drawingml/2006/main">
              <a:ext uri="{FF2B5EF4-FFF2-40B4-BE49-F238E27FC236}">
                <a16:creationId xmlns:a16="http://schemas.microsoft.com/office/drawing/2014/main" id="{A85A0DC6-015B-4AB2-87DD-1B0828F9AF4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609" name="mini-map"/>
          <p:cNvPicPr>
            <a:picLocks xmlns:a="http://schemas.openxmlformats.org/drawingml/2006/main" noChangeAspect="1"/>
          </p:cNvPicPr>
          <p:nvPr/>
        </p:nvPicPr>
        <p:blipFill>
          <a:blip xmlns:r="http://schemas.openxmlformats.org/officeDocument/2006/relationships" xmlns:a="http://schemas.openxmlformats.org/drawingml/2006/main" r:embed="R12481b33b91b430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601" name="slide-title">
            <a:extLst xmlns:a="http://schemas.openxmlformats.org/drawingml/2006/main">
              <a:ext uri="{FF2B5EF4-FFF2-40B4-BE49-F238E27FC236}">
                <a16:creationId xmlns:a16="http://schemas.microsoft.com/office/drawing/2014/main" id="{DFA72C2B-5EB8-4992-8886-0F979B72239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602" name="header-divider">
            <a:extLst xmlns:a="http://schemas.openxmlformats.org/drawingml/2006/main">
              <a:ext uri="{FF2B5EF4-FFF2-40B4-BE49-F238E27FC236}">
                <a16:creationId xmlns:a16="http://schemas.microsoft.com/office/drawing/2014/main" id="{AE8B16A5-DC71-4D09-984B-B8B23F73CBF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03" name="24-text-13">
            <a:extLst xmlns:a="http://schemas.openxmlformats.org/drawingml/2006/main">
              <a:ext uri="{FF2B5EF4-FFF2-40B4-BE49-F238E27FC236}">
                <a16:creationId xmlns:a16="http://schemas.microsoft.com/office/drawing/2014/main" id="{97D1CF1C-DB88-464B-B2B9-AACED0A887FD}"/>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a:t>
            </a:r>
          </a:p>
        </p:txBody>
      </p:sp>
      <p:sp>
        <p:nvSpPr>
          <p:cNvPr id="604" name="24-text-14">
            <a:extLst xmlns:a="http://schemas.openxmlformats.org/drawingml/2006/main">
              <a:ext uri="{FF2B5EF4-FFF2-40B4-BE49-F238E27FC236}">
                <a16:creationId xmlns:a16="http://schemas.microsoft.com/office/drawing/2014/main" id="{EB2019F6-3E31-40DD-BA6A-AD2256A199F8}"/>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605" name="24-text-15">
            <a:extLst xmlns:a="http://schemas.openxmlformats.org/drawingml/2006/main">
              <a:ext uri="{FF2B5EF4-FFF2-40B4-BE49-F238E27FC236}">
                <a16:creationId xmlns:a16="http://schemas.microsoft.com/office/drawing/2014/main" id="{7811F7A5-F120-4F5F-878E-83C2B98487E4}"/>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callback. Use your own system’s outputs.</a:t>
            </a:r>
          </a:p>
        </p:txBody>
      </p:sp>
      <p:graphicFrame>
        <p:nvGraphicFramePr>
          <p:cNvPr id="615" name="24-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607" name="narrative-number">
            <a:extLst xmlns:a="http://schemas.openxmlformats.org/drawingml/2006/main">
              <a:ext uri="{FF2B5EF4-FFF2-40B4-BE49-F238E27FC236}">
                <a16:creationId xmlns:a16="http://schemas.microsoft.com/office/drawing/2014/main" id="{919C0DEC-B2C4-487C-98D8-891CA98776A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2837860232"/>
      </p:ext>
    </p:extLst>
  </p:cSld>
</p:sld>
</file>

<file path=ppt/slides/slide6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8" name="slide-title">
            <a:extLst xmlns:a="http://schemas.openxmlformats.org/drawingml/2006/main">
              <a:ext uri="{FF2B5EF4-FFF2-40B4-BE49-F238E27FC236}">
                <a16:creationId xmlns:a16="http://schemas.microsoft.com/office/drawing/2014/main" id="{2CB933A9-0BBF-487D-8CD0-8208CB76B391}"/>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609" name="header-divider">
            <a:extLst xmlns:a="http://schemas.openxmlformats.org/drawingml/2006/main">
              <a:ext uri="{FF2B5EF4-FFF2-40B4-BE49-F238E27FC236}">
                <a16:creationId xmlns:a16="http://schemas.microsoft.com/office/drawing/2014/main" id="{8C8A82E7-27C5-49B1-9305-34EF9BC446C5}"/>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10" name="25-text-1">
            <a:extLst xmlns:a="http://schemas.openxmlformats.org/drawingml/2006/main">
              <a:ext uri="{FF2B5EF4-FFF2-40B4-BE49-F238E27FC236}">
                <a16:creationId xmlns:a16="http://schemas.microsoft.com/office/drawing/2014/main" id="{57EE5E84-2C9A-42BD-8869-87BE08BF64CF}"/>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611" name="25-text-2">
            <a:extLst xmlns:a="http://schemas.openxmlformats.org/drawingml/2006/main">
              <a:ext uri="{FF2B5EF4-FFF2-40B4-BE49-F238E27FC236}">
                <a16:creationId xmlns:a16="http://schemas.microsoft.com/office/drawing/2014/main" id="{0854677C-8548-41DD-B0F2-053B28A973F5}"/>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612" name="25-text-3">
            <a:extLst xmlns:a="http://schemas.openxmlformats.org/drawingml/2006/main">
              <a:ext uri="{FF2B5EF4-FFF2-40B4-BE49-F238E27FC236}">
                <a16:creationId xmlns:a16="http://schemas.microsoft.com/office/drawing/2014/main" id="{96CC8AA0-B2CC-4CB5-AA07-000710FF7599}"/>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613" name="25-text-4">
            <a:extLst xmlns:a="http://schemas.openxmlformats.org/drawingml/2006/main">
              <a:ext uri="{FF2B5EF4-FFF2-40B4-BE49-F238E27FC236}">
                <a16:creationId xmlns:a16="http://schemas.microsoft.com/office/drawing/2014/main" id="{67E90695-DB56-42FA-97B0-58847C1E7F98}"/>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614" name="25-text-5">
            <a:extLst xmlns:a="http://schemas.openxmlformats.org/drawingml/2006/main">
              <a:ext uri="{FF2B5EF4-FFF2-40B4-BE49-F238E27FC236}">
                <a16:creationId xmlns:a16="http://schemas.microsoft.com/office/drawing/2014/main" id="{A345B891-6C46-4632-AFB9-322CDA0F6477}"/>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615" name="25-text-6">
            <a:extLst xmlns:a="http://schemas.openxmlformats.org/drawingml/2006/main">
              <a:ext uri="{FF2B5EF4-FFF2-40B4-BE49-F238E27FC236}">
                <a16:creationId xmlns:a16="http://schemas.microsoft.com/office/drawing/2014/main" id="{62C65A5A-93B8-4240-930A-1725C9068E7E}"/>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616" name="25-text-7">
            <a:extLst xmlns:a="http://schemas.openxmlformats.org/drawingml/2006/main">
              <a:ext uri="{FF2B5EF4-FFF2-40B4-BE49-F238E27FC236}">
                <a16:creationId xmlns:a16="http://schemas.microsoft.com/office/drawing/2014/main" id="{CDEF69EC-0CD4-4829-8BAD-7A54F1372686}"/>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617" name="25-text-8">
            <a:extLst xmlns:a="http://schemas.openxmlformats.org/drawingml/2006/main">
              <a:ext uri="{FF2B5EF4-FFF2-40B4-BE49-F238E27FC236}">
                <a16:creationId xmlns:a16="http://schemas.microsoft.com/office/drawing/2014/main" id="{3E14CB89-CA72-458C-8623-C2287075CAF6}"/>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618" name="25-text-9">
            <a:extLst xmlns:a="http://schemas.openxmlformats.org/drawingml/2006/main">
              <a:ext uri="{FF2B5EF4-FFF2-40B4-BE49-F238E27FC236}">
                <a16:creationId xmlns:a16="http://schemas.microsoft.com/office/drawing/2014/main" id="{12542FAD-3904-48C1-BF0E-30803216D3F0}"/>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619" name="25-text-10">
            <a:extLst xmlns:a="http://schemas.openxmlformats.org/drawingml/2006/main">
              <a:ext uri="{FF2B5EF4-FFF2-40B4-BE49-F238E27FC236}">
                <a16:creationId xmlns:a16="http://schemas.microsoft.com/office/drawing/2014/main" id="{3383E336-B301-4207-928B-28236D897C77}"/>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620" name="25-text-11">
            <a:extLst xmlns:a="http://schemas.openxmlformats.org/drawingml/2006/main">
              <a:ext uri="{FF2B5EF4-FFF2-40B4-BE49-F238E27FC236}">
                <a16:creationId xmlns:a16="http://schemas.microsoft.com/office/drawing/2014/main" id="{BDA0AF81-82FD-44CF-8B1D-0B7FA35BC2FE}"/>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621" name="25-text-12">
            <a:extLst xmlns:a="http://schemas.openxmlformats.org/drawingml/2006/main">
              <a:ext uri="{FF2B5EF4-FFF2-40B4-BE49-F238E27FC236}">
                <a16:creationId xmlns:a16="http://schemas.microsoft.com/office/drawing/2014/main" id="{5621AB67-0AC4-46EE-8CAE-EDC93D574ADA}"/>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622" name="narrative-number">
            <a:extLst xmlns:a="http://schemas.openxmlformats.org/drawingml/2006/main">
              <a:ext uri="{FF2B5EF4-FFF2-40B4-BE49-F238E27FC236}">
                <a16:creationId xmlns:a16="http://schemas.microsoft.com/office/drawing/2014/main" id="{585646B2-3E8F-486D-B90F-FD337ED4FD2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408370745"/>
      </p:ext>
    </p:extLst>
  </p:cSld>
</p:sld>
</file>

<file path=ppt/slides/slide6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23" name="26-text-1">
            <a:extLst xmlns:a="http://schemas.openxmlformats.org/drawingml/2006/main">
              <a:ext uri="{FF2B5EF4-FFF2-40B4-BE49-F238E27FC236}">
                <a16:creationId xmlns:a16="http://schemas.microsoft.com/office/drawing/2014/main" id="{0C4153BB-5302-47C8-BB41-BB4DA7C378B5}"/>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624" name="26-text-2">
            <a:extLst xmlns:a="http://schemas.openxmlformats.org/drawingml/2006/main">
              <a:ext uri="{FF2B5EF4-FFF2-40B4-BE49-F238E27FC236}">
                <a16:creationId xmlns:a16="http://schemas.microsoft.com/office/drawing/2014/main" id="{21AEFEF2-DF0A-4BBD-9302-FD8CD4339BEF}"/>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625" name="26-text-3">
            <a:extLst xmlns:a="http://schemas.openxmlformats.org/drawingml/2006/main">
              <a:ext uri="{FF2B5EF4-FFF2-40B4-BE49-F238E27FC236}">
                <a16:creationId xmlns:a16="http://schemas.microsoft.com/office/drawing/2014/main" id="{D4F52D4F-B26E-4A8F-8078-ABFBD6D26D95}"/>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626" name="narrative-number">
            <a:extLst xmlns:a="http://schemas.openxmlformats.org/drawingml/2006/main">
              <a:ext uri="{FF2B5EF4-FFF2-40B4-BE49-F238E27FC236}">
                <a16:creationId xmlns:a16="http://schemas.microsoft.com/office/drawing/2014/main" id="{1ACC5470-B72D-41CC-A730-DEC30D5ADB1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131514270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2026-09-15T23:47:44.4650000Z</dcterms:created>
  <dcterms:modified xsi:type="dcterms:W3CDTF">2026-09-15T23:47:44.4650000Z</dcterms:modified>
</coreProperties>
</file>