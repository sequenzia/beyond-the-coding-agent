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00b2bb8b634765" /><Relationship Type="http://schemas.openxmlformats.org/officeDocument/2006/relationships/extended-properties" Target="/docProps/app.xml" Id="Rdabf007224d84aff" /><Relationship Type="http://schemas.openxmlformats.org/officeDocument/2006/relationships/officeDocument" Target="/ppt/presentation.xml" Id="R538c92bbf0d74cd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941eb0099d104176"/>
    <p:sldMasterId xmlns:r="http://schemas.openxmlformats.org/officeDocument/2006/relationships" id="2147483650" r:id="R19e46c83e9064113"/>
  </p:sldMasterIdLst>
  <p:notesMasterIdLst>
    <p:notesMasterId xmlns:r="http://schemas.openxmlformats.org/officeDocument/2006/relationships" r:id="R3d7c78724fdc4cc5"/>
  </p:notesMasterIdLst>
  <p:sldIdLst>
    <p:sldId xmlns:r="http://schemas.openxmlformats.org/officeDocument/2006/relationships" id="256" r:id="R80e42c19d06340ee"/>
    <p:sldId xmlns:r="http://schemas.openxmlformats.org/officeDocument/2006/relationships" id="257" r:id="R2439dc76c50149f4"/>
    <p:sldId xmlns:r="http://schemas.openxmlformats.org/officeDocument/2006/relationships" id="258" r:id="R17d6a01c449f4031"/>
    <p:sldId xmlns:r="http://schemas.openxmlformats.org/officeDocument/2006/relationships" id="259" r:id="R92884cd87382402a"/>
    <p:sldId xmlns:r="http://schemas.openxmlformats.org/officeDocument/2006/relationships" id="260" r:id="R66ae7763b59b4bea"/>
    <p:sldId xmlns:r="http://schemas.openxmlformats.org/officeDocument/2006/relationships" id="261" r:id="Ra8fc16b4edba4f93"/>
    <p:sldId xmlns:r="http://schemas.openxmlformats.org/officeDocument/2006/relationships" id="262" r:id="R57277b48ea094593"/>
    <p:sldId xmlns:r="http://schemas.openxmlformats.org/officeDocument/2006/relationships" id="263" r:id="R90664333be50487d"/>
    <p:sldId xmlns:r="http://schemas.openxmlformats.org/officeDocument/2006/relationships" id="264" r:id="R1a2004694e434dc4"/>
    <p:sldId xmlns:r="http://schemas.openxmlformats.org/officeDocument/2006/relationships" id="265" r:id="Rb479b8faef3649f1"/>
    <p:sldId xmlns:r="http://schemas.openxmlformats.org/officeDocument/2006/relationships" id="266" r:id="Rfc68f87da2394b46"/>
    <p:sldId xmlns:r="http://schemas.openxmlformats.org/officeDocument/2006/relationships" id="267" r:id="R6344e40f1ddf4e58"/>
    <p:sldId xmlns:r="http://schemas.openxmlformats.org/officeDocument/2006/relationships" id="268" r:id="R07798268ead04cb1"/>
    <p:sldId xmlns:r="http://schemas.openxmlformats.org/officeDocument/2006/relationships" id="269" r:id="Rf92312d7401148cf"/>
    <p:sldId xmlns:r="http://schemas.openxmlformats.org/officeDocument/2006/relationships" id="270" r:id="R3918368abcae4b78"/>
    <p:sldId xmlns:r="http://schemas.openxmlformats.org/officeDocument/2006/relationships" id="271" r:id="Rdd3a28d9ef994ec7"/>
    <p:sldId xmlns:r="http://schemas.openxmlformats.org/officeDocument/2006/relationships" id="272" r:id="R3469013c9ac649c0"/>
    <p:sldId xmlns:r="http://schemas.openxmlformats.org/officeDocument/2006/relationships" id="273" r:id="R8d45f49c2c4f466d"/>
    <p:sldId xmlns:r="http://schemas.openxmlformats.org/officeDocument/2006/relationships" id="274" r:id="Rbc963e0169824f48"/>
    <p:sldId xmlns:r="http://schemas.openxmlformats.org/officeDocument/2006/relationships" id="275" r:id="R86a74a19f8cb4c87"/>
    <p:sldId xmlns:r="http://schemas.openxmlformats.org/officeDocument/2006/relationships" id="276" r:id="R38ee506793d4417b"/>
    <p:sldId xmlns:r="http://schemas.openxmlformats.org/officeDocument/2006/relationships" id="277" r:id="R584d06a4a9104165"/>
    <p:sldId xmlns:r="http://schemas.openxmlformats.org/officeDocument/2006/relationships" id="278" r:id="R24299230f4d34d1f"/>
    <p:sldId xmlns:r="http://schemas.openxmlformats.org/officeDocument/2006/relationships" id="279" r:id="R25b594c0929c4ea4"/>
    <p:sldId xmlns:r="http://schemas.openxmlformats.org/officeDocument/2006/relationships" id="280" r:id="R3e86630671f442ec"/>
    <p:sldId xmlns:r="http://schemas.openxmlformats.org/officeDocument/2006/relationships" id="281" r:id="Rdf459433d5fc469b"/>
    <p:sldId xmlns:r="http://schemas.openxmlformats.org/officeDocument/2006/relationships" id="282" r:id="Rf4d70b21a17b4046"/>
    <p:sldId xmlns:r="http://schemas.openxmlformats.org/officeDocument/2006/relationships" id="283" r:id="R9e78b76149c248df"/>
    <p:sldId xmlns:r="http://schemas.openxmlformats.org/officeDocument/2006/relationships" id="284" r:id="Rceba823c32ec4b21"/>
    <p:sldId xmlns:r="http://schemas.openxmlformats.org/officeDocument/2006/relationships" id="285" r:id="R57c6f84e99d642c8"/>
    <p:sldId xmlns:r="http://schemas.openxmlformats.org/officeDocument/2006/relationships" id="286" r:id="Ra50454f8077248b7"/>
    <p:sldId xmlns:r="http://schemas.openxmlformats.org/officeDocument/2006/relationships" id="287" r:id="R3d1d8a9b00db4d23"/>
    <p:sldId xmlns:r="http://schemas.openxmlformats.org/officeDocument/2006/relationships" id="288" r:id="Rf7ab191db2fe4af0"/>
    <p:sldId xmlns:r="http://schemas.openxmlformats.org/officeDocument/2006/relationships" id="289" r:id="R090b9606bfac4065"/>
    <p:sldId xmlns:r="http://schemas.openxmlformats.org/officeDocument/2006/relationships" id="290" r:id="R75eed8a730864858"/>
    <p:sldId xmlns:r="http://schemas.openxmlformats.org/officeDocument/2006/relationships" id="291" r:id="Rf474eeaaaa4b4d7d"/>
    <p:sldId xmlns:r="http://schemas.openxmlformats.org/officeDocument/2006/relationships" id="292" r:id="R07e45be6f4fb4586"/>
    <p:sldId xmlns:r="http://schemas.openxmlformats.org/officeDocument/2006/relationships" id="293" r:id="R68e814b1a9c54a1b"/>
    <p:sldId xmlns:r="http://schemas.openxmlformats.org/officeDocument/2006/relationships" id="294" r:id="R5910fea97a164da1"/>
    <p:sldId xmlns:r="http://schemas.openxmlformats.org/officeDocument/2006/relationships" id="295" r:id="R94fd15de09dc48a5"/>
    <p:sldId xmlns:r="http://schemas.openxmlformats.org/officeDocument/2006/relationships" id="296" r:id="R3a2a0b03c0df419a"/>
    <p:sldId xmlns:r="http://schemas.openxmlformats.org/officeDocument/2006/relationships" id="297" r:id="R46ee9d1aaa654668"/>
    <p:sldId xmlns:r="http://schemas.openxmlformats.org/officeDocument/2006/relationships" id="298" r:id="Rc510e95c329949cc"/>
    <p:sldId xmlns:r="http://schemas.openxmlformats.org/officeDocument/2006/relationships" id="299" r:id="R262d05bd762b41b3"/>
    <p:sldId xmlns:r="http://schemas.openxmlformats.org/officeDocument/2006/relationships" id="300" r:id="R423da92fa925422c"/>
    <p:sldId xmlns:r="http://schemas.openxmlformats.org/officeDocument/2006/relationships" id="301" r:id="R8fa8b00547584eb9"/>
    <p:sldId xmlns:r="http://schemas.openxmlformats.org/officeDocument/2006/relationships" id="302" r:id="Re4fd802cdc8a4b35"/>
    <p:sldId xmlns:r="http://schemas.openxmlformats.org/officeDocument/2006/relationships" id="303" r:id="R8a9cf128b9804999"/>
    <p:sldId xmlns:r="http://schemas.openxmlformats.org/officeDocument/2006/relationships" id="304" r:id="R117e2337f6cf4de5"/>
    <p:sldId xmlns:r="http://schemas.openxmlformats.org/officeDocument/2006/relationships" id="305" r:id="R1d625e2eb88445d7"/>
    <p:sldId xmlns:r="http://schemas.openxmlformats.org/officeDocument/2006/relationships" id="306" r:id="R1a67a06277d0484c"/>
    <p:sldId xmlns:r="http://schemas.openxmlformats.org/officeDocument/2006/relationships" id="307" r:id="R3a69676433014c19"/>
    <p:sldId xmlns:r="http://schemas.openxmlformats.org/officeDocument/2006/relationships" id="308" r:id="R4ff95d22feb242d3"/>
    <p:sldId xmlns:r="http://schemas.openxmlformats.org/officeDocument/2006/relationships" id="309" r:id="R714167586dd44d0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fd879645c44d8e" /><Relationship Type="http://schemas.openxmlformats.org/officeDocument/2006/relationships/slideMaster" Target="/ppt/slideMasters/slideMaster1.xml" Id="R941eb0099d104176" /><Relationship Type="http://schemas.openxmlformats.org/officeDocument/2006/relationships/slideMaster" Target="/ppt/slideMasters/slideMaster2.xml" Id="R19e46c83e9064113" /><Relationship Type="http://schemas.openxmlformats.org/officeDocument/2006/relationships/notesMaster" Target="/ppt/notesMasters/notesMaster1.xml" Id="R3d7c78724fdc4cc5" /><Relationship Type="http://schemas.openxmlformats.org/officeDocument/2006/relationships/presProps" Target="/ppt/presProps.xml" Id="R0689dee70c3042fe" /><Relationship Type="http://schemas.openxmlformats.org/officeDocument/2006/relationships/tableStyles" Target="/ppt/tableStyles.xml" Id="R101f8775addc4bca" /><Relationship Type="http://schemas.openxmlformats.org/officeDocument/2006/relationships/slide" Target="/ppt/slides/slide1.xml" Id="R80e42c19d06340ee" /><Relationship Type="http://schemas.openxmlformats.org/officeDocument/2006/relationships/slide" Target="/ppt/slides/slide2.xml" Id="R2439dc76c50149f4" /><Relationship Type="http://schemas.openxmlformats.org/officeDocument/2006/relationships/slide" Target="/ppt/slides/slide3.xml" Id="R17d6a01c449f4031" /><Relationship Type="http://schemas.openxmlformats.org/officeDocument/2006/relationships/slide" Target="/ppt/slides/slide4.xml" Id="R92884cd87382402a" /><Relationship Type="http://schemas.openxmlformats.org/officeDocument/2006/relationships/slide" Target="/ppt/slides/slide5.xml" Id="R66ae7763b59b4bea" /><Relationship Type="http://schemas.openxmlformats.org/officeDocument/2006/relationships/slide" Target="/ppt/slides/slide6.xml" Id="Ra8fc16b4edba4f93" /><Relationship Type="http://schemas.openxmlformats.org/officeDocument/2006/relationships/slide" Target="/ppt/slides/slide7.xml" Id="R57277b48ea094593" /><Relationship Type="http://schemas.openxmlformats.org/officeDocument/2006/relationships/slide" Target="/ppt/slides/slide8.xml" Id="R90664333be50487d" /><Relationship Type="http://schemas.openxmlformats.org/officeDocument/2006/relationships/slide" Target="/ppt/slides/slide9.xml" Id="R1a2004694e434dc4" /><Relationship Type="http://schemas.openxmlformats.org/officeDocument/2006/relationships/slide" Target="/ppt/slides/slide10.xml" Id="Rb479b8faef3649f1" /><Relationship Type="http://schemas.openxmlformats.org/officeDocument/2006/relationships/slide" Target="/ppt/slides/slide11.xml" Id="Rfc68f87da2394b46" /><Relationship Type="http://schemas.openxmlformats.org/officeDocument/2006/relationships/slide" Target="/ppt/slides/slide12.xml" Id="R6344e40f1ddf4e58" /><Relationship Type="http://schemas.openxmlformats.org/officeDocument/2006/relationships/slide" Target="/ppt/slides/slide13.xml" Id="R07798268ead04cb1" /><Relationship Type="http://schemas.openxmlformats.org/officeDocument/2006/relationships/slide" Target="/ppt/slides/slide14.xml" Id="Rf92312d7401148cf" /><Relationship Type="http://schemas.openxmlformats.org/officeDocument/2006/relationships/slide" Target="/ppt/slides/slide15.xml" Id="R3918368abcae4b78" /><Relationship Type="http://schemas.openxmlformats.org/officeDocument/2006/relationships/slide" Target="/ppt/slides/slide16.xml" Id="Rdd3a28d9ef994ec7" /><Relationship Type="http://schemas.openxmlformats.org/officeDocument/2006/relationships/slide" Target="/ppt/slides/slide17.xml" Id="R3469013c9ac649c0" /><Relationship Type="http://schemas.openxmlformats.org/officeDocument/2006/relationships/slide" Target="/ppt/slides/slide18.xml" Id="R8d45f49c2c4f466d" /><Relationship Type="http://schemas.openxmlformats.org/officeDocument/2006/relationships/slide" Target="/ppt/slides/slide19.xml" Id="Rbc963e0169824f48" /><Relationship Type="http://schemas.openxmlformats.org/officeDocument/2006/relationships/slide" Target="/ppt/slides/slide20.xml" Id="R86a74a19f8cb4c87" /><Relationship Type="http://schemas.openxmlformats.org/officeDocument/2006/relationships/slide" Target="/ppt/slides/slide21.xml" Id="R38ee506793d4417b" /><Relationship Type="http://schemas.openxmlformats.org/officeDocument/2006/relationships/slide" Target="/ppt/slides/slide22.xml" Id="R584d06a4a9104165" /><Relationship Type="http://schemas.openxmlformats.org/officeDocument/2006/relationships/slide" Target="/ppt/slides/slide23.xml" Id="R24299230f4d34d1f" /><Relationship Type="http://schemas.openxmlformats.org/officeDocument/2006/relationships/slide" Target="/ppt/slides/slide24.xml" Id="R25b594c0929c4ea4" /><Relationship Type="http://schemas.openxmlformats.org/officeDocument/2006/relationships/slide" Target="/ppt/slides/slide25.xml" Id="R3e86630671f442ec" /><Relationship Type="http://schemas.openxmlformats.org/officeDocument/2006/relationships/slide" Target="/ppt/slides/slide26.xml" Id="Rdf459433d5fc469b" /><Relationship Type="http://schemas.openxmlformats.org/officeDocument/2006/relationships/slide" Target="/ppt/slides/slide27.xml" Id="Rf4d70b21a17b4046" /><Relationship Type="http://schemas.openxmlformats.org/officeDocument/2006/relationships/slide" Target="/ppt/slides/slide28.xml" Id="R9e78b76149c248df" /><Relationship Type="http://schemas.openxmlformats.org/officeDocument/2006/relationships/slide" Target="/ppt/slides/slide29.xml" Id="Rceba823c32ec4b21" /><Relationship Type="http://schemas.openxmlformats.org/officeDocument/2006/relationships/slide" Target="/ppt/slides/slide30.xml" Id="R57c6f84e99d642c8" /><Relationship Type="http://schemas.openxmlformats.org/officeDocument/2006/relationships/slide" Target="/ppt/slides/slide31.xml" Id="Ra50454f8077248b7" /><Relationship Type="http://schemas.openxmlformats.org/officeDocument/2006/relationships/slide" Target="/ppt/slides/slide32.xml" Id="R3d1d8a9b00db4d23" /><Relationship Type="http://schemas.openxmlformats.org/officeDocument/2006/relationships/slide" Target="/ppt/slides/slide33.xml" Id="Rf7ab191db2fe4af0" /><Relationship Type="http://schemas.openxmlformats.org/officeDocument/2006/relationships/slide" Target="/ppt/slides/slide34.xml" Id="R090b9606bfac4065" /><Relationship Type="http://schemas.openxmlformats.org/officeDocument/2006/relationships/slide" Target="/ppt/slides/slide35.xml" Id="R75eed8a730864858" /><Relationship Type="http://schemas.openxmlformats.org/officeDocument/2006/relationships/slide" Target="/ppt/slides/slide36.xml" Id="Rf474eeaaaa4b4d7d" /><Relationship Type="http://schemas.openxmlformats.org/officeDocument/2006/relationships/slide" Target="/ppt/slides/slide37.xml" Id="R07e45be6f4fb4586" /><Relationship Type="http://schemas.openxmlformats.org/officeDocument/2006/relationships/slide" Target="/ppt/slides/slide38.xml" Id="R68e814b1a9c54a1b" /><Relationship Type="http://schemas.openxmlformats.org/officeDocument/2006/relationships/slide" Target="/ppt/slides/slide39.xml" Id="R5910fea97a164da1" /><Relationship Type="http://schemas.openxmlformats.org/officeDocument/2006/relationships/slide" Target="/ppt/slides/slide40.xml" Id="R94fd15de09dc48a5" /><Relationship Type="http://schemas.openxmlformats.org/officeDocument/2006/relationships/slide" Target="/ppt/slides/slide41.xml" Id="R3a2a0b03c0df419a" /><Relationship Type="http://schemas.openxmlformats.org/officeDocument/2006/relationships/slide" Target="/ppt/slides/slide42.xml" Id="R46ee9d1aaa654668" /><Relationship Type="http://schemas.openxmlformats.org/officeDocument/2006/relationships/slide" Target="/ppt/slides/slide43.xml" Id="Rc510e95c329949cc" /><Relationship Type="http://schemas.openxmlformats.org/officeDocument/2006/relationships/slide" Target="/ppt/slides/slide44.xml" Id="R262d05bd762b41b3" /><Relationship Type="http://schemas.openxmlformats.org/officeDocument/2006/relationships/slide" Target="/ppt/slides/slide45.xml" Id="R423da92fa925422c" /><Relationship Type="http://schemas.openxmlformats.org/officeDocument/2006/relationships/slide" Target="/ppt/slides/slide46.xml" Id="R8fa8b00547584eb9" /><Relationship Type="http://schemas.openxmlformats.org/officeDocument/2006/relationships/slide" Target="/ppt/slides/slide47.xml" Id="Re4fd802cdc8a4b35" /><Relationship Type="http://schemas.openxmlformats.org/officeDocument/2006/relationships/slide" Target="/ppt/slides/slide48.xml" Id="R8a9cf128b9804999" /><Relationship Type="http://schemas.openxmlformats.org/officeDocument/2006/relationships/slide" Target="/ppt/slides/slide49.xml" Id="R117e2337f6cf4de5" /><Relationship Type="http://schemas.openxmlformats.org/officeDocument/2006/relationships/slide" Target="/ppt/slides/slide50.xml" Id="R1d625e2eb88445d7" /><Relationship Type="http://schemas.openxmlformats.org/officeDocument/2006/relationships/slide" Target="/ppt/slides/slide51.xml" Id="R1a67a06277d0484c" /><Relationship Type="http://schemas.openxmlformats.org/officeDocument/2006/relationships/slide" Target="/ppt/slides/slide52.xml" Id="R3a69676433014c19" /><Relationship Type="http://schemas.openxmlformats.org/officeDocument/2006/relationships/slide" Target="/ppt/slides/slide53.xml" Id="R4ff95d22feb242d3" /><Relationship Type="http://schemas.openxmlformats.org/officeDocument/2006/relationships/slide" Target="/ppt/slides/slide54.xml" Id="R714167586dd44d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03d8bb86aa749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e32ba9a2f54af9" /><Relationship Type="http://schemas.openxmlformats.org/officeDocument/2006/relationships/notesMaster" Target="/ppt/notesMasters/notesMaster1.xml" Id="R2c1bb6e6d4d441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7fab5ccd594b27" /><Relationship Type="http://schemas.openxmlformats.org/officeDocument/2006/relationships/notesMaster" Target="/ppt/notesMasters/notesMaster1.xml" Id="Ra3f6f62a1f974f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312d92253b45c3" /><Relationship Type="http://schemas.openxmlformats.org/officeDocument/2006/relationships/notesMaster" Target="/ppt/notesMasters/notesMaster1.xml" Id="R54b8613db34642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4e432ccd67428f" /><Relationship Type="http://schemas.openxmlformats.org/officeDocument/2006/relationships/notesMaster" Target="/ppt/notesMasters/notesMaster1.xml" Id="R22ec1936a1f141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fa2f9d18174182" /><Relationship Type="http://schemas.openxmlformats.org/officeDocument/2006/relationships/notesMaster" Target="/ppt/notesMasters/notesMaster1.xml" Id="R8c2f9164f84142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c0100bd4be416c" /><Relationship Type="http://schemas.openxmlformats.org/officeDocument/2006/relationships/notesMaster" Target="/ppt/notesMasters/notesMaster1.xml" Id="R22fc8adf050f44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62a7d8f2a5404c" /><Relationship Type="http://schemas.openxmlformats.org/officeDocument/2006/relationships/notesMaster" Target="/ppt/notesMasters/notesMaster1.xml" Id="Raf37fc55764b40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9ca4fa246b417a" /><Relationship Type="http://schemas.openxmlformats.org/officeDocument/2006/relationships/notesMaster" Target="/ppt/notesMasters/notesMaster1.xml" Id="Rb78bfa6c98ff43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792f78c4614b83" /><Relationship Type="http://schemas.openxmlformats.org/officeDocument/2006/relationships/notesMaster" Target="/ppt/notesMasters/notesMaster1.xml" Id="Red554d5003ef4a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50e609d8ac4fe8" /><Relationship Type="http://schemas.openxmlformats.org/officeDocument/2006/relationships/notesMaster" Target="/ppt/notesMasters/notesMaster1.xml" Id="R0bd55c1a9fa641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c5f86eb77e424c" /><Relationship Type="http://schemas.openxmlformats.org/officeDocument/2006/relationships/notesMaster" Target="/ppt/notesMasters/notesMaster1.xml" Id="Rdd1cc8d635fe44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02a38f472244ed" /><Relationship Type="http://schemas.openxmlformats.org/officeDocument/2006/relationships/notesMaster" Target="/ppt/notesMasters/notesMaster1.xml" Id="R552b271f1ca946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e12a0ca0124e46" /><Relationship Type="http://schemas.openxmlformats.org/officeDocument/2006/relationships/notesMaster" Target="/ppt/notesMasters/notesMaster1.xml" Id="R7c17415edc2a4d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efc5b2eac54f26" /><Relationship Type="http://schemas.openxmlformats.org/officeDocument/2006/relationships/notesMaster" Target="/ppt/notesMasters/notesMaster1.xml" Id="Rd766bfe1ba6b42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fa9792f7794339" /><Relationship Type="http://schemas.openxmlformats.org/officeDocument/2006/relationships/notesMaster" Target="/ppt/notesMasters/notesMaster1.xml" Id="R3790d0c29c194d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7ea364675648e1" /><Relationship Type="http://schemas.openxmlformats.org/officeDocument/2006/relationships/notesMaster" Target="/ppt/notesMasters/notesMaster1.xml" Id="R86fa9bdf73374d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397ddc9bb74dd8" /><Relationship Type="http://schemas.openxmlformats.org/officeDocument/2006/relationships/notesMaster" Target="/ppt/notesMasters/notesMaster1.xml" Id="R11e9fe269ba249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fd6e1f8f1c4a94" /><Relationship Type="http://schemas.openxmlformats.org/officeDocument/2006/relationships/notesMaster" Target="/ppt/notesMasters/notesMaster1.xml" Id="Rd93b7cbc44704b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d6fbc4f04e455e" /><Relationship Type="http://schemas.openxmlformats.org/officeDocument/2006/relationships/notesMaster" Target="/ppt/notesMasters/notesMaster1.xml" Id="R5260ba684e1c49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975a2282a94e06" /><Relationship Type="http://schemas.openxmlformats.org/officeDocument/2006/relationships/notesMaster" Target="/ppt/notesMasters/notesMaster1.xml" Id="R7273156402a34e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247f1fa1e3409e" /><Relationship Type="http://schemas.openxmlformats.org/officeDocument/2006/relationships/notesMaster" Target="/ppt/notesMasters/notesMaster1.xml" Id="Rcb03b3cb3b334fb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6bf0097c5d4007" /><Relationship Type="http://schemas.openxmlformats.org/officeDocument/2006/relationships/notesMaster" Target="/ppt/notesMasters/notesMaster1.xml" Id="Rb6407d28b3404cf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41ae135a944b0b" /><Relationship Type="http://schemas.openxmlformats.org/officeDocument/2006/relationships/notesMaster" Target="/ppt/notesMasters/notesMaster1.xml" Id="R2ab3d7d46edb4b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867a47e3204eba" /><Relationship Type="http://schemas.openxmlformats.org/officeDocument/2006/relationships/notesMaster" Target="/ppt/notesMasters/notesMaster1.xml" Id="Rc1f290f997a54a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f4b85b76404bbe" /><Relationship Type="http://schemas.openxmlformats.org/officeDocument/2006/relationships/notesMaster" Target="/ppt/notesMasters/notesMaster1.xml" Id="R703e3001916d45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f1117279cae4ec0" /><Relationship Type="http://schemas.openxmlformats.org/officeDocument/2006/relationships/notesMaster" Target="/ppt/notesMasters/notesMaster1.xml" Id="R2fba9e80726a4e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3a0baad720c4700" /><Relationship Type="http://schemas.openxmlformats.org/officeDocument/2006/relationships/notesMaster" Target="/ppt/notesMasters/notesMaster1.xml" Id="R7106c88a1a1c4c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322069e4dc543c2" /><Relationship Type="http://schemas.openxmlformats.org/officeDocument/2006/relationships/notesMaster" Target="/ppt/notesMasters/notesMaster1.xml" Id="Rf07a954968074c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c3139ef13fe45e9" /><Relationship Type="http://schemas.openxmlformats.org/officeDocument/2006/relationships/notesMaster" Target="/ppt/notesMasters/notesMaster1.xml" Id="R1e12e6827f7841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b7b23e65c64024" /><Relationship Type="http://schemas.openxmlformats.org/officeDocument/2006/relationships/notesMaster" Target="/ppt/notesMasters/notesMaster1.xml" Id="Re216f4ca0b6c419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a858033079e48cb" /><Relationship Type="http://schemas.openxmlformats.org/officeDocument/2006/relationships/notesMaster" Target="/ppt/notesMasters/notesMaster1.xml" Id="Rec0e2f5763ff4e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20c17dcaed4193" /><Relationship Type="http://schemas.openxmlformats.org/officeDocument/2006/relationships/notesMaster" Target="/ppt/notesMasters/notesMaster1.xml" Id="R8ac1da5d2d604ca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aa08617f3e04eb2" /><Relationship Type="http://schemas.openxmlformats.org/officeDocument/2006/relationships/notesMaster" Target="/ppt/notesMasters/notesMaster1.xml" Id="Rd5129f4bbc31485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b3cf8ac607c480a" /><Relationship Type="http://schemas.openxmlformats.org/officeDocument/2006/relationships/notesMaster" Target="/ppt/notesMasters/notesMaster1.xml" Id="Ra8d1f500dbea4a5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ad9b62a2851436f" /><Relationship Type="http://schemas.openxmlformats.org/officeDocument/2006/relationships/notesMaster" Target="/ppt/notesMasters/notesMaster1.xml" Id="R8325f286746b41b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fbc06919a6c4780" /><Relationship Type="http://schemas.openxmlformats.org/officeDocument/2006/relationships/notesMaster" Target="/ppt/notesMasters/notesMaster1.xml" Id="Rd36f5749c2d749b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7864b061b0d4b19" /><Relationship Type="http://schemas.openxmlformats.org/officeDocument/2006/relationships/notesMaster" Target="/ppt/notesMasters/notesMaster1.xml" Id="Rd59433dfe6fe457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9e99f6893ba496c" /><Relationship Type="http://schemas.openxmlformats.org/officeDocument/2006/relationships/notesMaster" Target="/ppt/notesMasters/notesMaster1.xml" Id="R7a76441da0e542f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cfc759104654bde" /><Relationship Type="http://schemas.openxmlformats.org/officeDocument/2006/relationships/notesMaster" Target="/ppt/notesMasters/notesMaster1.xml" Id="Rc9bcf7cae86a412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bf6bfa8609c4dba" /><Relationship Type="http://schemas.openxmlformats.org/officeDocument/2006/relationships/notesMaster" Target="/ppt/notesMasters/notesMaster1.xml" Id="Rd9f49525445a4cc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9ff70523869411d" /><Relationship Type="http://schemas.openxmlformats.org/officeDocument/2006/relationships/notesMaster" Target="/ppt/notesMasters/notesMaster1.xml" Id="R742722187da14eb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833d20fc2ad4d72" /><Relationship Type="http://schemas.openxmlformats.org/officeDocument/2006/relationships/notesMaster" Target="/ppt/notesMasters/notesMaster1.xml" Id="R6323354c8c7140d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f4560eb0ea6418b" /><Relationship Type="http://schemas.openxmlformats.org/officeDocument/2006/relationships/notesMaster" Target="/ppt/notesMasters/notesMaster1.xml" Id="R5e3421a51318452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e0e0ad890d14826" /><Relationship Type="http://schemas.openxmlformats.org/officeDocument/2006/relationships/notesMaster" Target="/ppt/notesMasters/notesMaster1.xml" Id="R7b4bd876fc34479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c10daaeb268423e" /><Relationship Type="http://schemas.openxmlformats.org/officeDocument/2006/relationships/notesMaster" Target="/ppt/notesMasters/notesMaster1.xml" Id="R56d926ac1a0b440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193da7708f94c57" /><Relationship Type="http://schemas.openxmlformats.org/officeDocument/2006/relationships/notesMaster" Target="/ppt/notesMasters/notesMaster1.xml" Id="Rbbda24d1456b47a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b3fddf98e32402c" /><Relationship Type="http://schemas.openxmlformats.org/officeDocument/2006/relationships/notesMaster" Target="/ppt/notesMasters/notesMaster1.xml" Id="R2f86f5b23cd64c5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c5e7c8e9424457b" /><Relationship Type="http://schemas.openxmlformats.org/officeDocument/2006/relationships/notesMaster" Target="/ppt/notesMasters/notesMaster1.xml" Id="Re86baac85f25435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6cfa625411642df" /><Relationship Type="http://schemas.openxmlformats.org/officeDocument/2006/relationships/notesMaster" Target="/ppt/notesMasters/notesMaster1.xml" Id="Rb4132be52a2f4e2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417007149204c70" /><Relationship Type="http://schemas.openxmlformats.org/officeDocument/2006/relationships/notesMaster" Target="/ppt/notesMasters/notesMaster1.xml" Id="R5fb8b8e7142c4f2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d6c7c32f82e47e0" /><Relationship Type="http://schemas.openxmlformats.org/officeDocument/2006/relationships/notesMaster" Target="/ppt/notesMasters/notesMaster1.xml" Id="Rc4878c0e1986420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13425f9116c4d42" /><Relationship Type="http://schemas.openxmlformats.org/officeDocument/2006/relationships/notesMaster" Target="/ppt/notesMasters/notesMaster1.xml" Id="R6a59483716b94c5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20da5256598453f" /><Relationship Type="http://schemas.openxmlformats.org/officeDocument/2006/relationships/notesMaster" Target="/ppt/notesMasters/notesMaster1.xml" Id="Ree1aff510226499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cb51d4ed5774cae" /><Relationship Type="http://schemas.openxmlformats.org/officeDocument/2006/relationships/notesMaster" Target="/ppt/notesMasters/notesMaster1.xml" Id="Ree9cbb692e4c49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49bcaf3cf144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62cf7633ba247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ad94d1de7ee4a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2054C57-9351-455C-9C28-3606798C71BA}"/>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2f48d85fda4334" /><Relationship Type="http://schemas.openxmlformats.org/officeDocument/2006/relationships/slideLayout" Target="/ppt/slideLayouts/slideLayout1.xml" Id="R8fafee6c1d56404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5fb521a9c3a4254" /><Relationship Type="http://schemas.openxmlformats.org/officeDocument/2006/relationships/slideLayout" Target="/ppt/slideLayouts/slideLayout2.xml" Id="Rd61c8490c3074b0d" /><Relationship Type="http://schemas.openxmlformats.org/officeDocument/2006/relationships/slideLayout" Target="/ppt/slideLayouts/slideLayout3.xml" Id="R26d2e535f67447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afee6c1d56404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d61c8490c3074b0d"/>
    <p:sldLayoutId xmlns:r="http://schemas.openxmlformats.org/officeDocument/2006/relationships" id="2147483652" r:id="R26d2e535f674475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2753083504540c5" /><Relationship Type="http://schemas.openxmlformats.org/officeDocument/2006/relationships/notesSlide" Target="/ppt/notesSlides/notesSlide1.xml" Id="Re366973bf73242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a8771dbac1f421c" /><Relationship Type="http://schemas.openxmlformats.org/officeDocument/2006/relationships/image" Target="/ppt/media/image.png" Id="R7a720648e9a24ea0" /><Relationship Type="http://schemas.openxmlformats.org/officeDocument/2006/relationships/notesSlide" Target="/ppt/notesSlides/notesSlide2.xml" Id="R111a5fcecae842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4369985464d47aa" /><Relationship Type="http://schemas.openxmlformats.org/officeDocument/2006/relationships/notesSlide" Target="/ppt/notesSlides/notesSlide3.xml" Id="Re8efb019bfd740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734a502cf854be1" /><Relationship Type="http://schemas.openxmlformats.org/officeDocument/2006/relationships/notesSlide" Target="/ppt/notesSlides/notesSlide4.xml" Id="Rf6202559b7a8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096e8e6fa384e2d" /><Relationship Type="http://schemas.openxmlformats.org/officeDocument/2006/relationships/notesSlide" Target="/ppt/notesSlides/notesSlide5.xml" Id="R20cb3b601ff24b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b5e39e3b6f04657" /><Relationship Type="http://schemas.openxmlformats.org/officeDocument/2006/relationships/notesSlide" Target="/ppt/notesSlides/notesSlide6.xml" Id="R92c47635f20b47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5c16af0cbb74e7c" /><Relationship Type="http://schemas.openxmlformats.org/officeDocument/2006/relationships/notesSlide" Target="/ppt/notesSlides/notesSlide7.xml" Id="R8ce1d9dbdf9d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e6b99900b244418" /><Relationship Type="http://schemas.openxmlformats.org/officeDocument/2006/relationships/notesSlide" Target="/ppt/notesSlides/notesSlide8.xml" Id="R5251b9124fb346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d6e145686584655" /><Relationship Type="http://schemas.openxmlformats.org/officeDocument/2006/relationships/notesSlide" Target="/ppt/notesSlides/notesSlide9.xml" Id="R2baf088a4cac4b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4fab208a71e4ee8" /><Relationship Type="http://schemas.openxmlformats.org/officeDocument/2006/relationships/image" Target="/ppt/media/image2.png" Id="Rd858ce9bda4d4e19" /><Relationship Type="http://schemas.openxmlformats.org/officeDocument/2006/relationships/notesSlide" Target="/ppt/notesSlides/notesSlide10.xml" Id="R32a6974afced4e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7fe020b3a684cd8" /><Relationship Type="http://schemas.openxmlformats.org/officeDocument/2006/relationships/image" Target="/ppt/media/image3.png" Id="R8cfb325a2a5e4cf0" /><Relationship Type="http://schemas.openxmlformats.org/officeDocument/2006/relationships/notesSlide" Target="/ppt/notesSlides/notesSlide11.xml" Id="R1bf46b7113bf42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6c8fbc2e6524296" /><Relationship Type="http://schemas.openxmlformats.org/officeDocument/2006/relationships/image" Target="/ppt/media/image4.png" Id="Rc1954f8d3316408d" /><Relationship Type="http://schemas.openxmlformats.org/officeDocument/2006/relationships/notesSlide" Target="/ppt/notesSlides/notesSlide12.xml" Id="Rcaec937a754644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91acda8f1194796" /><Relationship Type="http://schemas.openxmlformats.org/officeDocument/2006/relationships/image" Target="/ppt/media/image5.png" Id="R76c6259dc8384b30" /><Relationship Type="http://schemas.openxmlformats.org/officeDocument/2006/relationships/notesSlide" Target="/ppt/notesSlides/notesSlide13.xml" Id="R193cb3c53b3a4b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3f5e9ff34d94d7d" /><Relationship Type="http://schemas.openxmlformats.org/officeDocument/2006/relationships/image" Target="/ppt/media/image6.png" Id="Rbe25f19eeb68473f" /><Relationship Type="http://schemas.openxmlformats.org/officeDocument/2006/relationships/notesSlide" Target="/ppt/notesSlides/notesSlide14.xml" Id="Rf531b3bf00f644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4b6e468a70c4a3b" /><Relationship Type="http://schemas.openxmlformats.org/officeDocument/2006/relationships/image" Target="/ppt/media/image7.png" Id="Rdfd879d5100c484f" /><Relationship Type="http://schemas.openxmlformats.org/officeDocument/2006/relationships/notesSlide" Target="/ppt/notesSlides/notesSlide15.xml" Id="R0e4966b2947743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82e5b4270e24aa8" /><Relationship Type="http://schemas.openxmlformats.org/officeDocument/2006/relationships/image" Target="/ppt/media/image8.png" Id="R001a543fb6b44ca2" /><Relationship Type="http://schemas.openxmlformats.org/officeDocument/2006/relationships/image" Target="/ppt/media/image9.png" Id="R4ef885e9fbac4472" /><Relationship Type="http://schemas.openxmlformats.org/officeDocument/2006/relationships/notesSlide" Target="/ppt/notesSlides/notesSlide16.xml" Id="Rc95f0105a00945c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a499534f65d4b6e" /><Relationship Type="http://schemas.openxmlformats.org/officeDocument/2006/relationships/image" Target="/ppt/media/image10.png" Id="Rd6b7e44e281549b6" /><Relationship Type="http://schemas.openxmlformats.org/officeDocument/2006/relationships/notesSlide" Target="/ppt/notesSlides/notesSlide17.xml" Id="R864652ccd77c43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c8d786161d44e06" /><Relationship Type="http://schemas.openxmlformats.org/officeDocument/2006/relationships/image" Target="/ppt/media/image11.png" Id="R9b8d682c76204a44" /><Relationship Type="http://schemas.openxmlformats.org/officeDocument/2006/relationships/notesSlide" Target="/ppt/notesSlides/notesSlide18.xml" Id="R2a5b420708434f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c9df54b9d2748f7" /><Relationship Type="http://schemas.openxmlformats.org/officeDocument/2006/relationships/image" Target="/ppt/media/image12.png" Id="R4529255080004961" /><Relationship Type="http://schemas.openxmlformats.org/officeDocument/2006/relationships/notesSlide" Target="/ppt/notesSlides/notesSlide19.xml" Id="R93bfda6a93804f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2ef641da2594767" /><Relationship Type="http://schemas.openxmlformats.org/officeDocument/2006/relationships/image" Target="/ppt/media/image13.png" Id="R7a6e61a14dee47dd" /><Relationship Type="http://schemas.openxmlformats.org/officeDocument/2006/relationships/notesSlide" Target="/ppt/notesSlides/notesSlide20.xml" Id="R5040f7a7505548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c2cad2249274ae8" /><Relationship Type="http://schemas.openxmlformats.org/officeDocument/2006/relationships/image" Target="/ppt/media/image14.png" Id="R1db76d5bcb3f4fcf" /><Relationship Type="http://schemas.openxmlformats.org/officeDocument/2006/relationships/image" Target="/ppt/media/image15.png" Id="R3fefed2febf24452" /><Relationship Type="http://schemas.openxmlformats.org/officeDocument/2006/relationships/notesSlide" Target="/ppt/notesSlides/notesSlide21.xml" Id="R99bdb09a014a46c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314ae34b8e5e4b2b" /><Relationship Type="http://schemas.openxmlformats.org/officeDocument/2006/relationships/image" Target="/ppt/media/image16.png" Id="R3da0f9570a674ddf" /><Relationship Type="http://schemas.openxmlformats.org/officeDocument/2006/relationships/notesSlide" Target="/ppt/notesSlides/notesSlide22.xml" Id="Rd2e7d601ce7c46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c52cc6d7a564df5" /><Relationship Type="http://schemas.openxmlformats.org/officeDocument/2006/relationships/image" Target="/ppt/media/image17.png" Id="R67df4d98f28c4963" /><Relationship Type="http://schemas.openxmlformats.org/officeDocument/2006/relationships/notesSlide" Target="/ppt/notesSlides/notesSlide23.xml" Id="R09922468062d499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1ac5db8f5e44a19" /><Relationship Type="http://schemas.openxmlformats.org/officeDocument/2006/relationships/image" Target="/ppt/media/image18.png" Id="R806750527b844e69" /><Relationship Type="http://schemas.openxmlformats.org/officeDocument/2006/relationships/notesSlide" Target="/ppt/notesSlides/notesSlide24.xml" Id="R523941ab513f4c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b410b79f306b4a71" /><Relationship Type="http://schemas.openxmlformats.org/officeDocument/2006/relationships/image" Target="/ppt/media/image19.png" Id="R68719eaf6351419e" /><Relationship Type="http://schemas.openxmlformats.org/officeDocument/2006/relationships/notesSlide" Target="/ppt/notesSlides/notesSlide25.xml" Id="Rac0b3471902b41f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4b8608c8adf4d2c" /><Relationship Type="http://schemas.openxmlformats.org/officeDocument/2006/relationships/image" Target="/ppt/media/image20.png" Id="Rd8eb7034723941f1" /><Relationship Type="http://schemas.openxmlformats.org/officeDocument/2006/relationships/image" Target="/ppt/media/image21.png" Id="Rdd8f37f76a494e50" /><Relationship Type="http://schemas.openxmlformats.org/officeDocument/2006/relationships/notesSlide" Target="/ppt/notesSlides/notesSlide26.xml" Id="R8683edbd036547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c92d2ab95eb4275" /><Relationship Type="http://schemas.openxmlformats.org/officeDocument/2006/relationships/image" Target="/ppt/media/image22.png" Id="R65054f590d0b412e" /><Relationship Type="http://schemas.openxmlformats.org/officeDocument/2006/relationships/notesSlide" Target="/ppt/notesSlides/notesSlide27.xml" Id="Rea1667def5cd4c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5f774c52b324ba9" /><Relationship Type="http://schemas.openxmlformats.org/officeDocument/2006/relationships/image" Target="/ppt/media/image23.png" Id="Ra94f8d627aec4ade" /><Relationship Type="http://schemas.openxmlformats.org/officeDocument/2006/relationships/notesSlide" Target="/ppt/notesSlides/notesSlide28.xml" Id="R9518af0318d843b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f42430692c042ff" /><Relationship Type="http://schemas.openxmlformats.org/officeDocument/2006/relationships/image" Target="/ppt/media/image24.png" Id="R19fb0fa57a12457f" /><Relationship Type="http://schemas.openxmlformats.org/officeDocument/2006/relationships/notesSlide" Target="/ppt/notesSlides/notesSlide29.xml" Id="Rd5508c1341014c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805490c9a9a411d" /><Relationship Type="http://schemas.openxmlformats.org/officeDocument/2006/relationships/image" Target="/ppt/media/image25.png" Id="R57e57406b48f4cd1" /><Relationship Type="http://schemas.openxmlformats.org/officeDocument/2006/relationships/notesSlide" Target="/ppt/notesSlides/notesSlide30.xml" Id="R4a8bfb7b7b4a4d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17cb132575d4b2e" /><Relationship Type="http://schemas.openxmlformats.org/officeDocument/2006/relationships/image" Target="/ppt/media/image26.png" Id="R04fdd2b60ba54e5d" /><Relationship Type="http://schemas.openxmlformats.org/officeDocument/2006/relationships/image" Target="/ppt/media/image27.png" Id="R0bede4b4da054ad5" /><Relationship Type="http://schemas.openxmlformats.org/officeDocument/2006/relationships/notesSlide" Target="/ppt/notesSlides/notesSlide31.xml" Id="Rb077ac44dde8416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8eaa3c9b0b14454" /><Relationship Type="http://schemas.openxmlformats.org/officeDocument/2006/relationships/image" Target="/ppt/media/image28.png" Id="R74f9c31233484c51" /><Relationship Type="http://schemas.openxmlformats.org/officeDocument/2006/relationships/notesSlide" Target="/ppt/notesSlides/notesSlide32.xml" Id="Rb09375c4b73c45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bbc7cde1b3bd4d7f" /><Relationship Type="http://schemas.openxmlformats.org/officeDocument/2006/relationships/image" Target="/ppt/media/image29.png" Id="Rfd1344b50a6d411a" /><Relationship Type="http://schemas.openxmlformats.org/officeDocument/2006/relationships/notesSlide" Target="/ppt/notesSlides/notesSlide33.xml" Id="Racef4ff46a614c8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caaed364acf4ef2" /><Relationship Type="http://schemas.openxmlformats.org/officeDocument/2006/relationships/image" Target="/ppt/media/image30.png" Id="R56bd77dca7784eed" /><Relationship Type="http://schemas.openxmlformats.org/officeDocument/2006/relationships/notesSlide" Target="/ppt/notesSlides/notesSlide34.xml" Id="Rb11f5aed6b534b3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727a8806d4b46bb" /><Relationship Type="http://schemas.openxmlformats.org/officeDocument/2006/relationships/image" Target="/ppt/media/image31.png" Id="R6b28ca307133421b" /><Relationship Type="http://schemas.openxmlformats.org/officeDocument/2006/relationships/notesSlide" Target="/ppt/notesSlides/notesSlide35.xml" Id="R6c34ac11c296445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f27d43bd8fe24c7c" /><Relationship Type="http://schemas.openxmlformats.org/officeDocument/2006/relationships/image" Target="/ppt/media/image32.png" Id="R1801b58cd5f74d45" /><Relationship Type="http://schemas.openxmlformats.org/officeDocument/2006/relationships/image" Target="/ppt/media/image33.png" Id="Redd70fc40ceb44ab" /><Relationship Type="http://schemas.openxmlformats.org/officeDocument/2006/relationships/notesSlide" Target="/ppt/notesSlides/notesSlide36.xml" Id="R4d636c3698fa4c7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9c6a772a61574b31" /><Relationship Type="http://schemas.openxmlformats.org/officeDocument/2006/relationships/image" Target="/ppt/media/image34.png" Id="Rd06d5101164d45cc" /><Relationship Type="http://schemas.openxmlformats.org/officeDocument/2006/relationships/notesSlide" Target="/ppt/notesSlides/notesSlide37.xml" Id="R964fbab75ad7430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d6073d616f348bc" /><Relationship Type="http://schemas.openxmlformats.org/officeDocument/2006/relationships/image" Target="/ppt/media/image35.png" Id="R4d20447be8a1454c" /><Relationship Type="http://schemas.openxmlformats.org/officeDocument/2006/relationships/notesSlide" Target="/ppt/notesSlides/notesSlide38.xml" Id="Ra41620a04fcf4b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116104f6510f41b9" /><Relationship Type="http://schemas.openxmlformats.org/officeDocument/2006/relationships/image" Target="/ppt/media/image36.png" Id="R2955273888ca4634" /><Relationship Type="http://schemas.openxmlformats.org/officeDocument/2006/relationships/notesSlide" Target="/ppt/notesSlides/notesSlide39.xml" Id="Rb6fecf6bcdd246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85a4c1005924499a" /><Relationship Type="http://schemas.openxmlformats.org/officeDocument/2006/relationships/image" Target="/ppt/media/image37.png" Id="Ra45ec73ec62440af" /><Relationship Type="http://schemas.openxmlformats.org/officeDocument/2006/relationships/notesSlide" Target="/ppt/notesSlides/notesSlide40.xml" Id="R36608ca79171492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4fbd234b35fc484c" /><Relationship Type="http://schemas.openxmlformats.org/officeDocument/2006/relationships/image" Target="/ppt/media/image38.png" Id="R1ecb4029efde47b6" /><Relationship Type="http://schemas.openxmlformats.org/officeDocument/2006/relationships/image" Target="/ppt/media/image39.png" Id="R0506ae22d4594bd0" /><Relationship Type="http://schemas.openxmlformats.org/officeDocument/2006/relationships/notesSlide" Target="/ppt/notesSlides/notesSlide41.xml" Id="Rac4d724cdfa04a0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bf4d3f2a59c49d0" /><Relationship Type="http://schemas.openxmlformats.org/officeDocument/2006/relationships/image" Target="/ppt/media/image40.png" Id="Ra8cfb2877a1b40e8" /><Relationship Type="http://schemas.openxmlformats.org/officeDocument/2006/relationships/notesSlide" Target="/ppt/notesSlides/notesSlide42.xml" Id="Rf2f40501c33541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7faf3b6c566e434e" /><Relationship Type="http://schemas.openxmlformats.org/officeDocument/2006/relationships/image" Target="/ppt/media/image41.png" Id="Re7bf726f5e8a488d" /><Relationship Type="http://schemas.openxmlformats.org/officeDocument/2006/relationships/notesSlide" Target="/ppt/notesSlides/notesSlide43.xml" Id="R31c3970d1d414e3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9325169aab3b4fc9" /><Relationship Type="http://schemas.openxmlformats.org/officeDocument/2006/relationships/image" Target="/ppt/media/image42.png" Id="R983ca9ef3d67479e" /><Relationship Type="http://schemas.openxmlformats.org/officeDocument/2006/relationships/notesSlide" Target="/ppt/notesSlides/notesSlide44.xml" Id="R864005f98968447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6c888b1efa8425c" /><Relationship Type="http://schemas.openxmlformats.org/officeDocument/2006/relationships/image" Target="/ppt/media/image43.png" Id="Rf867e9314b4f4523" /><Relationship Type="http://schemas.openxmlformats.org/officeDocument/2006/relationships/notesSlide" Target="/ppt/notesSlides/notesSlide45.xml" Id="R189e9ee39bc7473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776e9a7167274f8d" /><Relationship Type="http://schemas.openxmlformats.org/officeDocument/2006/relationships/image" Target="/ppt/media/image44.png" Id="R0f9a9b73beee44f2" /><Relationship Type="http://schemas.openxmlformats.org/officeDocument/2006/relationships/notesSlide" Target="/ppt/notesSlides/notesSlide46.xml" Id="R8e33703062634a1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409cee3ac3fd4aa3" /><Relationship Type="http://schemas.openxmlformats.org/officeDocument/2006/relationships/notesSlide" Target="/ppt/notesSlides/notesSlide47.xml" Id="R9693df333672444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5eca658394b4d22" /><Relationship Type="http://schemas.openxmlformats.org/officeDocument/2006/relationships/image" Target="/ppt/media/image45.png" Id="Rf34c639414dc4db4" /><Relationship Type="http://schemas.openxmlformats.org/officeDocument/2006/relationships/notesSlide" Target="/ppt/notesSlides/notesSlide48.xml" Id="Refbdd8b33bba435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e6e8a065c1345dd" /><Relationship Type="http://schemas.openxmlformats.org/officeDocument/2006/relationships/image" Target="/ppt/media/image46.png" Id="R9b31da9b23614ad1" /><Relationship Type="http://schemas.openxmlformats.org/officeDocument/2006/relationships/notesSlide" Target="/ppt/notesSlides/notesSlide49.xml" Id="Rbbe78f352ae6446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fac9b666f1414629" /><Relationship Type="http://schemas.openxmlformats.org/officeDocument/2006/relationships/notesSlide" Target="/ppt/notesSlides/notesSlide50.xml" Id="Ra925e24b720e47f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bcb42d1bdd604650" /><Relationship Type="http://schemas.openxmlformats.org/officeDocument/2006/relationships/image" Target="/ppt/media/image47.png" Id="Rafb1989b82b44b2c" /><Relationship Type="http://schemas.openxmlformats.org/officeDocument/2006/relationships/notesSlide" Target="/ppt/notesSlides/notesSlide51.xml" Id="Rf2bd20342d7349e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ff26362d8d764e5a" /><Relationship Type="http://schemas.openxmlformats.org/officeDocument/2006/relationships/image" Target="/ppt/media/image47.png" Id="Rcd9668a7b2804e4a" /><Relationship Type="http://schemas.openxmlformats.org/officeDocument/2006/relationships/notesSlide" Target="/ppt/notesSlides/notesSlide52.xml" Id="R78f9b7f770fa4f6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35dced77c8c94466" /><Relationship Type="http://schemas.openxmlformats.org/officeDocument/2006/relationships/notesSlide" Target="/ppt/notesSlides/notesSlide53.xml" Id="Rc6ac7e0039d145b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0805769ab7b14af0" /><Relationship Type="http://schemas.openxmlformats.org/officeDocument/2006/relationships/notesSlide" Target="/ppt/notesSlides/notesSlide54.xml" Id="Rf23735f542ca4a1e"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B3AB340-1704-4D02-BC88-7C0B5DBBC73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814BBFF7-A81C-49E0-8C42-322523494047}"/>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706B5F0-D7F6-40E1-B966-DDF3A2523E9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77690797-AABB-4119-9278-D9A4E2CE90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420641822"/>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7a720648e9a24ea0"/>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314762F9-2864-4CC5-B2A1-60626E06B901}"/>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C9F28504-5E69-4DED-856F-91A5847C0DAB}"/>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BF6CB1D1-DB26-4E58-A69F-B7B5AC904CA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93342796-4756-4FB2-900E-742693277269}"/>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31C466F4-975C-4B40-A60E-2B9C3CE91F92}"/>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68ADC8AD-C3A8-49B5-A426-BA8E0CFB9B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771838779"/>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D74C5966-EAAE-4838-9759-8EB4DB1D359E}"/>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6E9FF198-2ACA-4BC6-87B5-324754FB9022}"/>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89112CAC-7DF1-46E3-91DF-BD4A8BD0ECCA}"/>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26FF967B-4A74-4F48-A9CE-A6F4EA917922}"/>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06829B31-FE01-4802-9158-FC9283D7CF52}"/>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C611D84A-2D44-4667-ABCF-C173BDEBC11E}"/>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6612D192-0589-46EA-AB9D-D0942E4140E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F8BD3E34-7DEF-48E9-950A-A6040EDE7773}"/>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DDE9E5D3-BC8B-43B1-999D-E8F67305AD59}"/>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58C2411F-51BB-4095-A694-E4EAB7D06F39}"/>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E732DA79-1981-4E6E-A5DB-173404989BD2}"/>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C5E0F665-F5F0-416D-889B-D5A081E455E5}"/>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21FEE128-3081-43D4-B37D-3229C0278CA2}"/>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FD07AD17-7AC3-4F52-935F-2CCCA7E18BD8}"/>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67D5EE2E-5DE1-4B36-93C5-1DA8885BBF71}"/>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35080B90-301D-4625-874E-0B94F28A4D73}"/>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73823868-D2AE-4261-87C3-09FA052E992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5B8EA342-7478-412F-807D-8044C7514A71}"/>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51E506AB-49DD-403C-A6E7-B9D2A9CD513C}"/>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623AF9C-7AD1-4C85-BF9A-042C928DB3EA}"/>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6039F73F-B790-48C2-A99F-6CCAF37F4F40}"/>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3DAB9B40-9608-4B0B-812F-850E0CDF5D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21657144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784BD8CA-8537-4498-9C9F-8AB9D8B6820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79A83648-5A10-461A-B3AF-A0CF6FE081B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6581C37F-4F2E-4C14-9849-752F7CDF8DC1}"/>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B62AB5BB-3B23-4310-9946-B767183C2E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11830825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86C2DFDD-66CD-443C-BC3D-F9122596BA49}"/>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7DCCE1FC-4BB3-4272-B53F-2C976894415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7E596103-B2EE-423A-B27D-66D883B711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36799471"/>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30763DC2-2A19-469C-8E82-1CD8F491061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D8A8ECE9-0FF0-4242-87F2-CB36FC4548E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28CE6871-29B3-40E1-A8AD-8D50FA347E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728578666"/>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11615680-185B-4CD1-A3D1-311DAC4049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640872205"/>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B4E0483F-F009-4889-AEF7-0451AB1AE9FE}"/>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9D4CEF5C-DEC6-4F08-AC88-7EB586E50842}"/>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07010096-F909-493B-8A7C-F9141106B9E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80B13763-2ECE-40F2-A63A-7136F35BCBC7}"/>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AEBD6AD8-38E8-4640-85AE-63EE08105C3B}"/>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FAEE779D-EACF-46D2-ABE7-78F5F239B719}"/>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16B85941-E27E-4335-8FEC-28FF620996A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85FBA0EF-4BA6-4C00-9B65-0A161EAA26EE}"/>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BE996FD8-B669-4F64-8946-EBE618D072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384751095"/>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717B60F5-73DA-421D-831F-7776B5C7D42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FC62D5CD-C69B-499E-936A-BB63C591991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E688903F-CF48-4647-BAC3-B6508575A10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485826DE-688C-4C7B-8142-7D82D82266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360332085"/>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d858ce9bda4d4e1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6E94B527-7499-4D5E-96CA-2A99879171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097345076"/>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8cfb325a2a5e4c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CB19B3AA-6B3D-4D3B-AFBB-3F37221D85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0251598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c1954f8d3316408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F258F0B3-7CD6-43E2-82F1-AE8C216425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0447334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76c6259dc8384b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3DC21CCB-EF6F-483F-B570-1BCFB60507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5685856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be25f19eeb68473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6BC7C9ED-E1BF-4055-A90C-D012710E16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5450299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dfd879d5100c48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FB4D845C-8690-48AE-8ED7-F085352022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644863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3FA80815-534A-4D28-A39A-B8A41E5F6E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001a543fb6b44c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D01D556E-527F-4E5B-86B7-2769569C4B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CDC1724D-F831-4D57-BD15-FA5F01B9204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765971DB-B76E-4933-93A8-369FE0FD370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F3DA72DC-3C47-48A6-BEAD-25E032057F4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4ef885e9fbac447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4D4FFD06-8FC9-4D0F-B7DF-846D9B3CDD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00713074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D83FA180-02DB-4974-A9B0-FBFF792BC0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d6b7e44e281549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8D7F38C3-DDE0-4AAA-A3A8-E99D5491AB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3A013DB2-CE73-4888-8484-CCDFAC57963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E402A671-1DAC-49F9-8FE9-D55A9A4CB6F7}"/>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6CB598DD-4513-4B82-BD7B-D649B0108DD7}"/>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E81C24B8-82CF-49CE-A90F-558E46C24439}"/>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DCD9E40C-AB48-474B-96F3-E61A2FAD9CF5}"/>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DF09345D-7A16-42A4-B6CB-FF2599B633E9}"/>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DD5B586F-76C4-4810-96AB-81E8BFFEDCB3}"/>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68FB03FE-783F-4A43-A6F3-99DA0469B71E}"/>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D9EE720F-94C8-4A99-AFBC-B0C05ACC9A67}"/>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9FA7B914-4439-466F-81FD-73B4C5509811}"/>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A90DA067-7BA5-4482-9B4D-CC461599C09B}"/>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84DF3B7D-5B0A-49B8-B0F9-576CC4CE45DA}"/>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12F6C213-4A7C-45F8-A7B5-BDAE600A2E8D}"/>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AE32BCD7-A2F8-4384-94D1-2A6A45FFD7D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725E3AEB-E6D4-418D-920D-AD2D393F2B7D}"/>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AA27292D-7D47-442E-9CD7-A700FFA2F20C}"/>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2FEF7E6B-DED2-428A-A2A8-FBD4D72B6B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85732337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B18938D4-D029-44B7-B799-1E87E0F41A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9b8d682c76204a4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D798D8B5-F98F-4195-94B1-818EB19814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0CD40994-2F0C-416A-A1C6-8F9C304DFC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5B13DC29-A757-48B4-AB45-106F64DC46A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7D346E85-3169-4F4D-8444-12D6450366D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7A0EFEFE-3649-4477-8196-E62B7167438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DEF40BCA-FE2E-4A94-8325-4AC617397FB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9164314D-B808-4A4B-88F9-C6188DBCD70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35FA41AC-2D59-4F3D-B646-D283BFB8FA4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3022D28A-1DE8-4745-AEC8-EB379B94DF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87532472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DCB69802-57CB-498F-8693-E31B4D7412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45292550800049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C56B54B7-2A18-4481-9003-102F152800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2BF2DB40-B269-47D2-AA08-3EB0D15E1A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68FC67EA-1B79-4747-A1AA-6A3CD96A26A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1EE21B20-0D2D-4184-A38D-CCEBE4DEEA4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F5B1A6C6-CA6B-4646-87EC-C89A7C8BFB2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09EEDF3A-750C-4749-B819-0CF37A49C5C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D8644AF0-78A7-48C7-94B1-9DE2A1A3EC2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41F22F1B-0C4F-438F-A648-3BABDFEAC8E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02AE31D8-8171-4BF3-9E56-C0B7BB3F5A4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F73A5641-A2D9-4E91-BDA6-EBF287F1AED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96EB5D0E-BB28-4FE9-B982-AADDD49090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63031004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B968218F-649B-4DAA-9742-142DA30254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7a6e61a14dee47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EAC356D9-2334-4755-91BC-335FE80D996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7BD6239D-F0F7-46EC-9CFE-BC60BA05AE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78FCC6BB-9744-4C59-BA06-6562A63C5B1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27E2B283-4C60-46DF-9541-926543F8882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89588CEC-0A8E-4045-9B32-AAEB313AEE47}"/>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21B3D6B0-02E0-4CC3-8F8D-32A87D35F09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10394B49-C9F3-4A63-A179-2152CDB5477C}"/>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2748BABE-FE1D-4BEC-B042-EC5CE764ED41}"/>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8E877039-F4EF-43EA-A62B-EF6B5FD1BFA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7EF5F010-54AB-469B-8318-C8277B33495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689582434"/>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0BA64389-4260-4A5A-8376-10F6446A814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1db76d5bcb3f4f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27F8E9BD-D6CC-4EF1-B6EC-104E3851E9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C6421425-CFA7-42B4-99CB-B3D98E72984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D0DFDD66-BF92-444F-BA7B-88C9F36B192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C4B5CCF2-677D-49F9-A55D-BB364ED9725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3fefed2febf2445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C52C8D03-3811-47D0-AE48-9A5C88F565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633460514"/>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579E9FAD-F252-43B7-AEE0-031C11E227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3da0f9570a674d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276DFBD6-C955-4360-B346-06853C6E7C6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6D9BB9C5-C879-4B0F-83F0-ABF3DE406C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954F0B1B-36D4-453C-9C6A-D2CFC7EE3AB6}"/>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C27783A8-3000-427C-B2A0-29438DFDA5E2}"/>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9A91C515-DFF2-4E83-BF37-103C8B754C05}"/>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D02CCE9C-A2C4-4C02-A18F-70B72975155B}"/>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E7EB8AD9-8AD9-41CB-8422-B09A5605BFA9}"/>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859986BC-AE0E-47DF-BC90-6A6B2597D89C}"/>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F763B1E1-0A66-40C9-A2B8-3EC57A306F77}"/>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64AD3AC6-B100-4E45-B595-0E125B42402A}"/>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C50717B5-2478-42C1-B731-F3E80B56C4AE}"/>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B7F52FF0-2344-406C-88F4-CAEA3E8741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610837678"/>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28560566-B89E-4A29-ACC3-8D97420C0F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67df4d98f28c496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517E3E9A-D60B-4708-838C-E9ACEE445D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08113458-1888-4F10-9A1D-2306B12F71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D6F747B6-A39D-4B27-AAF3-F1A13FC7AE98}"/>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42162268-4EA2-44D4-B7D4-02ECC300A219}"/>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F3094FB3-F10F-482E-9B6F-5F1447148963}"/>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C508CCAA-AAD6-4411-B1B1-E0D07A72DC22}"/>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015257D7-08F3-428A-82D7-BBD6D6E628E6}"/>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6CACA5C6-8076-44DF-8871-2BC003C7F3C0}"/>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7C211228-6E8C-402D-BF2C-0CFB1A944CCC}"/>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CF358C64-03FC-49C7-8616-D9F299B62799}"/>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622F2B82-B685-4645-A7B8-23106B41F844}"/>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E27D5684-F18F-467C-BC15-3C7500270472}"/>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E1402E0B-CB9A-4D7F-8CA7-4556C0042EB3}"/>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C8DA0260-105F-4317-ABD4-C9B0FE250F1F}"/>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DE0BAF26-5057-4152-8131-A44F191B9D8A}"/>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6E39DC97-D4D2-4BAA-A7C4-6CC1D394791C}"/>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1DD24B41-7CD0-47DE-A6CA-6075C0C5D5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58991342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098EA1B1-1BB2-46D1-A36C-B4951508C2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806750527b844e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7034350F-7562-4732-B1CD-E7C3ED7716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76222938-98E7-47EA-8A70-04D261A1A4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7CB0A339-F793-4478-885C-623B3D903A0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BD959C7B-22C8-4748-8112-E9ECF9CE7FF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2736D634-46A0-48D9-9528-621D7390042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C7CCD6E4-65B6-4397-9059-A643BC98561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B1319C5D-B1DA-4B86-B51C-A56B228441A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EA64A101-694A-44AD-9E63-0D928A0C346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6CF5DEB7-34E3-4DC3-BBD6-81E5F515613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E0A453A2-7979-4EEB-8D3A-BB9E46929CA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623E49C8-233E-4EA5-B278-DBF260DD75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93824864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B9204EA9-7BF1-4DC9-857F-D204463582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68719eaf635141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E28D004B-3412-4640-8273-2D1E0BC3A1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CC3535F8-C8BD-44C3-AB67-4D4D0AD2DA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682E46D6-BE99-4808-9F8D-5C7F930F383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7DA6E0C2-6653-4202-9D08-CA5BCC5E2030}"/>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34C4B606-B86E-474D-B941-4E29D50128CE}"/>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B2AFCAF5-B455-41D8-85A7-28AEDC1599D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E3A92885-4FFF-4176-9ED6-D3EB4C169D82}"/>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CD5F6F95-3652-4E2B-B122-D830B450C4A7}"/>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382ABE66-3872-45A7-A129-8EE68EC2D7BF}"/>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A7AF9066-F4BC-48D2-9860-781CD4BF8C2B}"/>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738CB4B2-702F-44BC-BA13-9295E080F2D3}"/>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FB2644FE-4CF4-4296-A791-536606A2A359}"/>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2B6584DF-B115-4311-AB41-6046BA6679EB}"/>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0F182FB9-E074-474E-8148-FA604E332B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55898557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4A48D466-4518-4C1A-9BC9-482806A5A4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d8eb7034723941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0B9F3F28-BFB9-4BD2-8B17-F3E8CB4D2DC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89DF8CED-161B-4D7A-97E6-9AEFF30D7DE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256774A9-7A04-4FF0-B62F-8764522D96D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6F925F00-978F-4065-A22A-F455535AA6C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dd8f37f76a494e5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A2F66080-E265-4C31-9CB6-9EDAF91B2A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67832696"/>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830F814A-13A2-45E3-81F4-729B845779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65054f590d0b41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27DD18E7-3E70-4EE7-9D30-39098EF6AD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
            <a:extLst xmlns:a="http://schemas.openxmlformats.org/drawingml/2006/main">
              <a:ext uri="{FF2B5EF4-FFF2-40B4-BE49-F238E27FC236}">
                <a16:creationId xmlns:a16="http://schemas.microsoft.com/office/drawing/2014/main" id="{53F9147B-8CE4-47DC-8D8E-FFA65E9707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F5921356-7CED-4A46-B58A-77E7003A7F9B}"/>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81F63D9A-8973-407F-9D8D-6709480F6063}"/>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FE241F8C-9754-47CF-829A-797E88AB65F9}"/>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E5665766-D1F6-4FD7-B603-804C38BCF2C1}"/>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ECF754F2-E8A4-499B-A9F7-3E403CD3C892}"/>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A075C559-2FBA-46C9-85E1-9DD49049B668}"/>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50EA5636-FDE6-4DCC-9FFE-FA045AF8A66A}"/>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C59D81AE-1DBA-4696-BFB7-E6A16B301B42}"/>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4B7ECDFD-95CE-4851-8652-1488AB348C47}"/>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DF860EBB-9487-445F-9DB3-527E40202ECF}"/>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846C7AFF-4B2D-4089-9012-46A9DEBFE2CD}"/>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6C1297F0-AC34-4FE8-972D-DFC965C9A214}"/>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AA270F21-E4AF-489E-BC32-F90A974D0A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18079118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18EA01CB-7E5C-41D0-9CA9-E6482D970B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
          <p:cNvPicPr>
            <a:picLocks xmlns:a="http://schemas.openxmlformats.org/drawingml/2006/main" noChangeAspect="1"/>
          </p:cNvPicPr>
          <p:nvPr/>
        </p:nvPicPr>
        <p:blipFill>
          <a:blip xmlns:r="http://schemas.openxmlformats.org/officeDocument/2006/relationships" xmlns:a="http://schemas.openxmlformats.org/drawingml/2006/main" r:embed="Ra94f8d627aec4a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A67B83FC-E463-4C19-A4B4-7800F13AC89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
            <a:extLst xmlns:a="http://schemas.openxmlformats.org/drawingml/2006/main">
              <a:ext uri="{FF2B5EF4-FFF2-40B4-BE49-F238E27FC236}">
                <a16:creationId xmlns:a16="http://schemas.microsoft.com/office/drawing/2014/main" id="{6D7A2225-600C-4408-905C-243C619011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175E5083-3EDB-4800-80D3-3EF0FF9FDFA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D614FCE8-0770-4F3C-8A52-08F1FF723B4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2BC06A93-3A66-4912-8F43-E3077146ABBE}"/>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8954F5D5-300C-42B6-800F-7757C5DF2A86}"/>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2FC4EF67-472C-499D-AC22-662605DB82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54474716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52552C38-09B5-4702-A5B3-1A8DF373CC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19fb0fa57a1245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23892EB4-DB1D-45CA-A976-BB42545900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
            <a:extLst xmlns:a="http://schemas.openxmlformats.org/drawingml/2006/main">
              <a:ext uri="{FF2B5EF4-FFF2-40B4-BE49-F238E27FC236}">
                <a16:creationId xmlns:a16="http://schemas.microsoft.com/office/drawing/2014/main" id="{9334547B-5457-4205-98D5-FC07E25479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B190D156-535A-4B11-B0A3-CFB8D5D4DCB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D45473D7-D483-4875-9D13-7F2C2032228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2D2A92A6-59B1-4772-A808-C326D07810F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76066B27-8BA4-4716-A211-0DF1547DD07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68A302A8-F949-40E7-86E9-C4EF7637BCF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3517FCB3-1BD1-430B-BB59-088138A5B19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E027772D-7A23-4D3B-94A5-0D0C5B874B2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86845A1C-237A-4B3E-B363-62FC897C360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27C5F9F2-D0BE-48B6-9943-7CAC5AB1AB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63402382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764585B7-1FD4-4BE0-93F0-4E168FDDBA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
          <p:cNvPicPr>
            <a:picLocks xmlns:a="http://schemas.openxmlformats.org/drawingml/2006/main" noChangeAspect="1"/>
          </p:cNvPicPr>
          <p:nvPr/>
        </p:nvPicPr>
        <p:blipFill>
          <a:blip xmlns:r="http://schemas.openxmlformats.org/officeDocument/2006/relationships" xmlns:a="http://schemas.openxmlformats.org/drawingml/2006/main" r:embed="R57e57406b48f4c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759605AC-3D76-4335-9218-3DD47868760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
            <a:extLst xmlns:a="http://schemas.openxmlformats.org/drawingml/2006/main">
              <a:ext uri="{FF2B5EF4-FFF2-40B4-BE49-F238E27FC236}">
                <a16:creationId xmlns:a16="http://schemas.microsoft.com/office/drawing/2014/main" id="{F7555708-01BF-4EAC-A68E-A8E76A6E21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48488D57-2399-4635-885D-BC6B799D24E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E6B747CB-3072-4E2B-A462-3F4680B40A43}"/>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126C210E-556C-4700-AD0C-E48CED3DB27F}"/>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ED442614-6574-47EF-B73A-3E09CE40C70A}"/>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A1E46EAC-6F83-4DB2-9B76-3CF246A84FA7}"/>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78925CDA-80A5-4A34-8C63-059741EC13E7}"/>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CF509417-EA76-48E8-AEE9-4A12FBDF2860}"/>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8F882F45-0BF6-4D60-8750-23C00A980E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59765410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F4A77D68-0F80-4E35-B609-194DEA5D20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04fdd2b60ba54e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2CC0BEB1-78B3-49BE-8C36-402A3D709D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BE639129-6CC8-4477-87AC-B1DC92ABE29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FC50789E-83B0-468A-A735-22F2EA7696C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3DE05F95-7DDB-4545-94C5-E0A04318691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0bede4b4da054ad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8F29FA38-3C5E-4A2E-8578-0DECE31BBF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401480412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040EE20D-238E-4061-9402-917FCA6A83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12" name="mini-map"/>
          <p:cNvPicPr>
            <a:picLocks xmlns:a="http://schemas.openxmlformats.org/drawingml/2006/main" noChangeAspect="1"/>
          </p:cNvPicPr>
          <p:nvPr/>
        </p:nvPicPr>
        <p:blipFill>
          <a:blip xmlns:r="http://schemas.openxmlformats.org/officeDocument/2006/relationships" xmlns:a="http://schemas.openxmlformats.org/drawingml/2006/main" r:embed="R74f9c31233484c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4F1E48E6-E524-4791-827B-BD77C0F08F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8" name="header-divider">
            <a:extLst xmlns:a="http://schemas.openxmlformats.org/drawingml/2006/main">
              <a:ext uri="{FF2B5EF4-FFF2-40B4-BE49-F238E27FC236}">
                <a16:creationId xmlns:a16="http://schemas.microsoft.com/office/drawing/2014/main" id="{C4FF45DF-7A69-4C21-A564-8A217D0685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F5EC231F-F9E9-4EA7-9EC6-DFDC3DAA0389}"/>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80" name="26-text-2">
            <a:extLst xmlns:a="http://schemas.openxmlformats.org/drawingml/2006/main">
              <a:ext uri="{FF2B5EF4-FFF2-40B4-BE49-F238E27FC236}">
                <a16:creationId xmlns:a16="http://schemas.microsoft.com/office/drawing/2014/main" id="{C3A917C9-8AE9-4BC8-8414-2702C5009380}"/>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281" name="26-text-3">
            <a:extLst xmlns:a="http://schemas.openxmlformats.org/drawingml/2006/main">
              <a:ext uri="{FF2B5EF4-FFF2-40B4-BE49-F238E27FC236}">
                <a16:creationId xmlns:a16="http://schemas.microsoft.com/office/drawing/2014/main" id="{92EF335E-7702-4C67-A872-F9BAEAA920FE}"/>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82" name="26-text-4">
            <a:extLst xmlns:a="http://schemas.openxmlformats.org/drawingml/2006/main">
              <a:ext uri="{FF2B5EF4-FFF2-40B4-BE49-F238E27FC236}">
                <a16:creationId xmlns:a16="http://schemas.microsoft.com/office/drawing/2014/main" id="{8BFCEEDB-A6A4-4F2E-817C-723FCFAF9E70}"/>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283" name="26-text-5">
            <a:extLst xmlns:a="http://schemas.openxmlformats.org/drawingml/2006/main">
              <a:ext uri="{FF2B5EF4-FFF2-40B4-BE49-F238E27FC236}">
                <a16:creationId xmlns:a16="http://schemas.microsoft.com/office/drawing/2014/main" id="{707A2D83-8A17-4333-8A44-84B42A36B5E8}"/>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284" name="26-text-6">
            <a:extLst xmlns:a="http://schemas.openxmlformats.org/drawingml/2006/main">
              <a:ext uri="{FF2B5EF4-FFF2-40B4-BE49-F238E27FC236}">
                <a16:creationId xmlns:a16="http://schemas.microsoft.com/office/drawing/2014/main" id="{926693B7-6AAC-4FC6-ADD8-7856D7AE43C0}"/>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285" name="26-text-7">
            <a:extLst xmlns:a="http://schemas.openxmlformats.org/drawingml/2006/main">
              <a:ext uri="{FF2B5EF4-FFF2-40B4-BE49-F238E27FC236}">
                <a16:creationId xmlns:a16="http://schemas.microsoft.com/office/drawing/2014/main" id="{E6B19002-2E76-4EB1-9D7C-75C83731DEC8}"/>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286" name="26-text-8">
            <a:extLst xmlns:a="http://schemas.openxmlformats.org/drawingml/2006/main">
              <a:ext uri="{FF2B5EF4-FFF2-40B4-BE49-F238E27FC236}">
                <a16:creationId xmlns:a16="http://schemas.microsoft.com/office/drawing/2014/main" id="{BF02E6A9-677B-4095-9A81-480F8B348B05}"/>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287" name="26-text-9">
            <a:extLst xmlns:a="http://schemas.openxmlformats.org/drawingml/2006/main">
              <a:ext uri="{FF2B5EF4-FFF2-40B4-BE49-F238E27FC236}">
                <a16:creationId xmlns:a16="http://schemas.microsoft.com/office/drawing/2014/main" id="{B27E0591-A3F3-4393-91B0-3C7020EBACC2}"/>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288" name="26-line-11">
            <a:extLst xmlns:a="http://schemas.openxmlformats.org/drawingml/2006/main">
              <a:ext uri="{FF2B5EF4-FFF2-40B4-BE49-F238E27FC236}">
                <a16:creationId xmlns:a16="http://schemas.microsoft.com/office/drawing/2014/main" id="{8F505284-67C2-45F5-8C24-750C178DB1FB}"/>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9" name="26-line-13">
            <a:extLst xmlns:a="http://schemas.openxmlformats.org/drawingml/2006/main">
              <a:ext uri="{FF2B5EF4-FFF2-40B4-BE49-F238E27FC236}">
                <a16:creationId xmlns:a16="http://schemas.microsoft.com/office/drawing/2014/main" id="{AADDCAA7-A85D-4D02-BA45-524AA6AD7AD9}"/>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6-line-15">
            <a:extLst xmlns:a="http://schemas.openxmlformats.org/drawingml/2006/main">
              <a:ext uri="{FF2B5EF4-FFF2-40B4-BE49-F238E27FC236}">
                <a16:creationId xmlns:a16="http://schemas.microsoft.com/office/drawing/2014/main" id="{239745BD-AD3A-4902-8A73-46FE45247E60}"/>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6-line-17">
            <a:extLst xmlns:a="http://schemas.openxmlformats.org/drawingml/2006/main">
              <a:ext uri="{FF2B5EF4-FFF2-40B4-BE49-F238E27FC236}">
                <a16:creationId xmlns:a16="http://schemas.microsoft.com/office/drawing/2014/main" id="{012C3A06-B732-4413-A0D1-C90DBF92FD7B}"/>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2" name="26-line-19">
            <a:extLst xmlns:a="http://schemas.openxmlformats.org/drawingml/2006/main">
              <a:ext uri="{FF2B5EF4-FFF2-40B4-BE49-F238E27FC236}">
                <a16:creationId xmlns:a16="http://schemas.microsoft.com/office/drawing/2014/main" id="{4AB66F3B-8804-472B-B7CA-D84E5F37749B}"/>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3" name="inspect-stage">
            <a:extLst xmlns:a="http://schemas.openxmlformats.org/drawingml/2006/main">
              <a:ext uri="{FF2B5EF4-FFF2-40B4-BE49-F238E27FC236}">
                <a16:creationId xmlns:a16="http://schemas.microsoft.com/office/drawing/2014/main" id="{4FB7BB58-5EBE-46EF-8475-4E2412B80015}"/>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4" name="26-line-21">
            <a:extLst xmlns:a="http://schemas.openxmlformats.org/drawingml/2006/main">
              <a:ext uri="{FF2B5EF4-FFF2-40B4-BE49-F238E27FC236}">
                <a16:creationId xmlns:a16="http://schemas.microsoft.com/office/drawing/2014/main" id="{5018672D-10CB-4648-BA94-4E744E2D4FC9}"/>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5" name="bounded-agent-loop">
            <a:extLst xmlns:a="http://schemas.openxmlformats.org/drawingml/2006/main">
              <a:ext uri="{FF2B5EF4-FFF2-40B4-BE49-F238E27FC236}">
                <a16:creationId xmlns:a16="http://schemas.microsoft.com/office/drawing/2014/main" id="{B1CA62C5-4E20-4C2C-86A9-F37B99D70DC0}"/>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6" name="26-text-22">
            <a:extLst xmlns:a="http://schemas.openxmlformats.org/drawingml/2006/main">
              <a:ext uri="{FF2B5EF4-FFF2-40B4-BE49-F238E27FC236}">
                <a16:creationId xmlns:a16="http://schemas.microsoft.com/office/drawing/2014/main" id="{DAD823A3-27E9-4013-BE73-CBB801ADD2B2}"/>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97" name="26-text-23">
            <a:extLst xmlns:a="http://schemas.openxmlformats.org/drawingml/2006/main">
              <a:ext uri="{FF2B5EF4-FFF2-40B4-BE49-F238E27FC236}">
                <a16:creationId xmlns:a16="http://schemas.microsoft.com/office/drawing/2014/main" id="{1F5BAE73-2F71-4E3D-A20A-445744655366}"/>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298" name="26-text-24">
            <a:extLst xmlns:a="http://schemas.openxmlformats.org/drawingml/2006/main">
              <a:ext uri="{FF2B5EF4-FFF2-40B4-BE49-F238E27FC236}">
                <a16:creationId xmlns:a16="http://schemas.microsoft.com/office/drawing/2014/main" id="{D57290D0-28C3-4667-A0C3-0981D205584C}"/>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99" name="26-text-25">
            <a:extLst xmlns:a="http://schemas.openxmlformats.org/drawingml/2006/main">
              <a:ext uri="{FF2B5EF4-FFF2-40B4-BE49-F238E27FC236}">
                <a16:creationId xmlns:a16="http://schemas.microsoft.com/office/drawing/2014/main" id="{6C273206-86A5-4C8F-9813-EF80977BF6A3}"/>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00" name="26-text-26">
            <a:extLst xmlns:a="http://schemas.openxmlformats.org/drawingml/2006/main">
              <a:ext uri="{FF2B5EF4-FFF2-40B4-BE49-F238E27FC236}">
                <a16:creationId xmlns:a16="http://schemas.microsoft.com/office/drawing/2014/main" id="{6D33C407-679C-462D-AFED-C1674DA68351}"/>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01" name="26-text-27">
            <a:extLst xmlns:a="http://schemas.openxmlformats.org/drawingml/2006/main">
              <a:ext uri="{FF2B5EF4-FFF2-40B4-BE49-F238E27FC236}">
                <a16:creationId xmlns:a16="http://schemas.microsoft.com/office/drawing/2014/main" id="{E6F6BFB7-BA40-4F26-8141-9DA2E2325D34}"/>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02" name="26-line-29">
            <a:extLst xmlns:a="http://schemas.openxmlformats.org/drawingml/2006/main">
              <a:ext uri="{FF2B5EF4-FFF2-40B4-BE49-F238E27FC236}">
                <a16:creationId xmlns:a16="http://schemas.microsoft.com/office/drawing/2014/main" id="{370AF398-6971-428D-B5D3-6EEE2E1A0B74}"/>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26-line-31">
            <a:extLst xmlns:a="http://schemas.openxmlformats.org/drawingml/2006/main">
              <a:ext uri="{FF2B5EF4-FFF2-40B4-BE49-F238E27FC236}">
                <a16:creationId xmlns:a16="http://schemas.microsoft.com/office/drawing/2014/main" id="{DB421B3F-80A2-4101-88FC-3DD862B0E519}"/>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26-line-33">
            <a:extLst xmlns:a="http://schemas.openxmlformats.org/drawingml/2006/main">
              <a:ext uri="{FF2B5EF4-FFF2-40B4-BE49-F238E27FC236}">
                <a16:creationId xmlns:a16="http://schemas.microsoft.com/office/drawing/2014/main" id="{C8290B9E-1202-4FE5-B280-9961D1C0D84B}"/>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26-line-35">
            <a:extLst xmlns:a="http://schemas.openxmlformats.org/drawingml/2006/main">
              <a:ext uri="{FF2B5EF4-FFF2-40B4-BE49-F238E27FC236}">
                <a16:creationId xmlns:a16="http://schemas.microsoft.com/office/drawing/2014/main" id="{96A3BC81-4FEB-4487-9299-D3BDA858C69F}"/>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6" name="26-line-37">
            <a:extLst xmlns:a="http://schemas.openxmlformats.org/drawingml/2006/main">
              <a:ext uri="{FF2B5EF4-FFF2-40B4-BE49-F238E27FC236}">
                <a16:creationId xmlns:a16="http://schemas.microsoft.com/office/drawing/2014/main" id="{44709BD2-1DAD-4A25-B3F6-AA47939A4268}"/>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7" name="26-line-39">
            <a:extLst xmlns:a="http://schemas.openxmlformats.org/drawingml/2006/main">
              <a:ext uri="{FF2B5EF4-FFF2-40B4-BE49-F238E27FC236}">
                <a16:creationId xmlns:a16="http://schemas.microsoft.com/office/drawing/2014/main" id="{740924AA-039B-45C4-B8C8-1D9FB38B2951}"/>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8" name="26-text-40">
            <a:extLst xmlns:a="http://schemas.openxmlformats.org/drawingml/2006/main">
              <a:ext uri="{FF2B5EF4-FFF2-40B4-BE49-F238E27FC236}">
                <a16:creationId xmlns:a16="http://schemas.microsoft.com/office/drawing/2014/main" id="{F2739BD4-9BCF-4668-848F-89825715575D}"/>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09" name="26-text-41">
            <a:extLst xmlns:a="http://schemas.openxmlformats.org/drawingml/2006/main">
              <a:ext uri="{FF2B5EF4-FFF2-40B4-BE49-F238E27FC236}">
                <a16:creationId xmlns:a16="http://schemas.microsoft.com/office/drawing/2014/main" id="{57EC5ADA-6CED-4BEA-9B73-A990BD460AB8}"/>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10" name="narrative-number">
            <a:extLst xmlns:a="http://schemas.openxmlformats.org/drawingml/2006/main">
              <a:ext uri="{FF2B5EF4-FFF2-40B4-BE49-F238E27FC236}">
                <a16:creationId xmlns:a16="http://schemas.microsoft.com/office/drawing/2014/main" id="{1C64D609-721D-4A15-AF9B-5D38D69237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92721102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1" name="!!area-name">
            <a:extLst xmlns:a="http://schemas.openxmlformats.org/drawingml/2006/main">
              <a:ext uri="{FF2B5EF4-FFF2-40B4-BE49-F238E27FC236}">
                <a16:creationId xmlns:a16="http://schemas.microsoft.com/office/drawing/2014/main" id="{E291E399-E388-4447-AA93-28917336C0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25" name="mini-map"/>
          <p:cNvPicPr>
            <a:picLocks xmlns:a="http://schemas.openxmlformats.org/drawingml/2006/main" noChangeAspect="1"/>
          </p:cNvPicPr>
          <p:nvPr/>
        </p:nvPicPr>
        <p:blipFill>
          <a:blip xmlns:r="http://schemas.openxmlformats.org/officeDocument/2006/relationships" xmlns:a="http://schemas.openxmlformats.org/drawingml/2006/main" r:embed="Rfd1344b50a6d411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3" name="slide-title">
            <a:extLst xmlns:a="http://schemas.openxmlformats.org/drawingml/2006/main">
              <a:ext uri="{FF2B5EF4-FFF2-40B4-BE49-F238E27FC236}">
                <a16:creationId xmlns:a16="http://schemas.microsoft.com/office/drawing/2014/main" id="{FF2BCE33-4B87-4E77-88B7-8AF38FB5D6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14" name="header-divider">
            <a:extLst xmlns:a="http://schemas.openxmlformats.org/drawingml/2006/main">
              <a:ext uri="{FF2B5EF4-FFF2-40B4-BE49-F238E27FC236}">
                <a16:creationId xmlns:a16="http://schemas.microsoft.com/office/drawing/2014/main" id="{F517331E-EAA5-4665-BB3F-18152DE4A9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5" name="27-text-1">
            <a:extLst xmlns:a="http://schemas.openxmlformats.org/drawingml/2006/main">
              <a:ext uri="{FF2B5EF4-FFF2-40B4-BE49-F238E27FC236}">
                <a16:creationId xmlns:a16="http://schemas.microsoft.com/office/drawing/2014/main" id="{33AE2F49-A53B-4924-8C36-EAC4181B822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16" name="27-text-2">
            <a:extLst xmlns:a="http://schemas.openxmlformats.org/drawingml/2006/main">
              <a:ext uri="{FF2B5EF4-FFF2-40B4-BE49-F238E27FC236}">
                <a16:creationId xmlns:a16="http://schemas.microsoft.com/office/drawing/2014/main" id="{A64EEFBC-F19A-47F7-AED0-5DE37FA1FAC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17" name="27-text-3">
            <a:extLst xmlns:a="http://schemas.openxmlformats.org/drawingml/2006/main">
              <a:ext uri="{FF2B5EF4-FFF2-40B4-BE49-F238E27FC236}">
                <a16:creationId xmlns:a16="http://schemas.microsoft.com/office/drawing/2014/main" id="{2338CC07-45BC-46EC-AA91-6B4FF9D8735B}"/>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8" name="27-text-4">
            <a:extLst xmlns:a="http://schemas.openxmlformats.org/drawingml/2006/main">
              <a:ext uri="{FF2B5EF4-FFF2-40B4-BE49-F238E27FC236}">
                <a16:creationId xmlns:a16="http://schemas.microsoft.com/office/drawing/2014/main" id="{9E320F39-3B7E-4AEE-A2A0-24A4C7CE3DE8}"/>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19" name="27-text-5">
            <a:extLst xmlns:a="http://schemas.openxmlformats.org/drawingml/2006/main">
              <a:ext uri="{FF2B5EF4-FFF2-40B4-BE49-F238E27FC236}">
                <a16:creationId xmlns:a16="http://schemas.microsoft.com/office/drawing/2014/main" id="{7901B6E7-D4D2-4D2C-BBF5-CD5FAF421BE7}"/>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20" name="27-text-6">
            <a:extLst xmlns:a="http://schemas.openxmlformats.org/drawingml/2006/main">
              <a:ext uri="{FF2B5EF4-FFF2-40B4-BE49-F238E27FC236}">
                <a16:creationId xmlns:a16="http://schemas.microsoft.com/office/drawing/2014/main" id="{70AD4977-987B-4337-BBC8-47C090BC49FA}"/>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21" name="27-text-7">
            <a:extLst xmlns:a="http://schemas.openxmlformats.org/drawingml/2006/main">
              <a:ext uri="{FF2B5EF4-FFF2-40B4-BE49-F238E27FC236}">
                <a16:creationId xmlns:a16="http://schemas.microsoft.com/office/drawing/2014/main" id="{C37676B2-F9F9-4C54-AE1D-56977B2938DA}"/>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22" name="27-text-8">
            <a:extLst xmlns:a="http://schemas.openxmlformats.org/drawingml/2006/main">
              <a:ext uri="{FF2B5EF4-FFF2-40B4-BE49-F238E27FC236}">
                <a16:creationId xmlns:a16="http://schemas.microsoft.com/office/drawing/2014/main" id="{62B3CAB7-CCE9-49FA-AF8A-A9076002B763}"/>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23" name="narrative-number">
            <a:extLst xmlns:a="http://schemas.openxmlformats.org/drawingml/2006/main">
              <a:ext uri="{FF2B5EF4-FFF2-40B4-BE49-F238E27FC236}">
                <a16:creationId xmlns:a16="http://schemas.microsoft.com/office/drawing/2014/main" id="{6A78251F-BBA8-4F1D-BABA-542EA6F48E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229695286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70393EE8-C689-4BA8-A946-C12E8B35A98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56bd77dca7784e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FBCC6C5B-C0A0-4F27-B95F-ACAEA76C3B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27" name="header-divider">
            <a:extLst xmlns:a="http://schemas.openxmlformats.org/drawingml/2006/main">
              <a:ext uri="{FF2B5EF4-FFF2-40B4-BE49-F238E27FC236}">
                <a16:creationId xmlns:a16="http://schemas.microsoft.com/office/drawing/2014/main" id="{CDC46B0A-3633-4B3A-9B33-C3956FB25B9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28-text-1">
            <a:extLst xmlns:a="http://schemas.openxmlformats.org/drawingml/2006/main">
              <a:ext uri="{FF2B5EF4-FFF2-40B4-BE49-F238E27FC236}">
                <a16:creationId xmlns:a16="http://schemas.microsoft.com/office/drawing/2014/main" id="{4E350E18-0D45-4BB0-8522-B365C0EA151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29" name="28-text-2">
            <a:extLst xmlns:a="http://schemas.openxmlformats.org/drawingml/2006/main">
              <a:ext uri="{FF2B5EF4-FFF2-40B4-BE49-F238E27FC236}">
                <a16:creationId xmlns:a16="http://schemas.microsoft.com/office/drawing/2014/main" id="{EFC93E5B-DAC1-41A7-891F-D331E020962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30" name="28-text-3">
            <a:extLst xmlns:a="http://schemas.openxmlformats.org/drawingml/2006/main">
              <a:ext uri="{FF2B5EF4-FFF2-40B4-BE49-F238E27FC236}">
                <a16:creationId xmlns:a16="http://schemas.microsoft.com/office/drawing/2014/main" id="{0438B3ED-AAF7-443A-8F2F-3555E4B8492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31" name="28-text-4">
            <a:extLst xmlns:a="http://schemas.openxmlformats.org/drawingml/2006/main">
              <a:ext uri="{FF2B5EF4-FFF2-40B4-BE49-F238E27FC236}">
                <a16:creationId xmlns:a16="http://schemas.microsoft.com/office/drawing/2014/main" id="{5186FB2C-69A3-4602-BD0B-57FAC0CC605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32" name="28-text-5">
            <a:extLst xmlns:a="http://schemas.openxmlformats.org/drawingml/2006/main">
              <a:ext uri="{FF2B5EF4-FFF2-40B4-BE49-F238E27FC236}">
                <a16:creationId xmlns:a16="http://schemas.microsoft.com/office/drawing/2014/main" id="{D09B3C8F-C1BC-47A1-933C-CBF78A29E1F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3" name="28-text-6">
            <a:extLst xmlns:a="http://schemas.openxmlformats.org/drawingml/2006/main">
              <a:ext uri="{FF2B5EF4-FFF2-40B4-BE49-F238E27FC236}">
                <a16:creationId xmlns:a16="http://schemas.microsoft.com/office/drawing/2014/main" id="{7EE31BA1-3A10-40B1-978D-486EC3BC476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34" name="28-text-7">
            <a:extLst xmlns:a="http://schemas.openxmlformats.org/drawingml/2006/main">
              <a:ext uri="{FF2B5EF4-FFF2-40B4-BE49-F238E27FC236}">
                <a16:creationId xmlns:a16="http://schemas.microsoft.com/office/drawing/2014/main" id="{93B0133A-F2C1-464A-B7F3-145456C755C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35" name="28-text-8">
            <a:extLst xmlns:a="http://schemas.openxmlformats.org/drawingml/2006/main">
              <a:ext uri="{FF2B5EF4-FFF2-40B4-BE49-F238E27FC236}">
                <a16:creationId xmlns:a16="http://schemas.microsoft.com/office/drawing/2014/main" id="{23E7B6E2-1FDA-4274-9908-8D3F3C13AD5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36" name="narrative-number">
            <a:extLst xmlns:a="http://schemas.openxmlformats.org/drawingml/2006/main">
              <a:ext uri="{FF2B5EF4-FFF2-40B4-BE49-F238E27FC236}">
                <a16:creationId xmlns:a16="http://schemas.microsoft.com/office/drawing/2014/main" id="{263BD46D-B86B-4DDA-9309-37EB07EF4E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47067813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DFDC84EE-00FF-4263-8D42-C7D9FEC93C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6b28ca30713342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F14A5A2F-CA6D-42B0-BED5-FB47671C35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40" name="header-divider">
            <a:extLst xmlns:a="http://schemas.openxmlformats.org/drawingml/2006/main">
              <a:ext uri="{FF2B5EF4-FFF2-40B4-BE49-F238E27FC236}">
                <a16:creationId xmlns:a16="http://schemas.microsoft.com/office/drawing/2014/main" id="{0A128D33-2E53-4A36-ABCE-BFC619F72F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2A86676D-D9CA-4735-AF66-49491B22C3C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42" name="29-text-2">
            <a:extLst xmlns:a="http://schemas.openxmlformats.org/drawingml/2006/main">
              <a:ext uri="{FF2B5EF4-FFF2-40B4-BE49-F238E27FC236}">
                <a16:creationId xmlns:a16="http://schemas.microsoft.com/office/drawing/2014/main" id="{56E1C189-AD44-4067-80AA-7015CC75849D}"/>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43" name="29-text-3">
            <a:extLst xmlns:a="http://schemas.openxmlformats.org/drawingml/2006/main">
              <a:ext uri="{FF2B5EF4-FFF2-40B4-BE49-F238E27FC236}">
                <a16:creationId xmlns:a16="http://schemas.microsoft.com/office/drawing/2014/main" id="{68B4833F-1C1A-4806-8BB3-41F08186FBBE}"/>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44" name="29-text-4">
            <a:extLst xmlns:a="http://schemas.openxmlformats.org/drawingml/2006/main">
              <a:ext uri="{FF2B5EF4-FFF2-40B4-BE49-F238E27FC236}">
                <a16:creationId xmlns:a16="http://schemas.microsoft.com/office/drawing/2014/main" id="{D47F2821-EC05-471E-BBDC-D677978556D4}"/>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45" name="29-text-5">
            <a:extLst xmlns:a="http://schemas.openxmlformats.org/drawingml/2006/main">
              <a:ext uri="{FF2B5EF4-FFF2-40B4-BE49-F238E27FC236}">
                <a16:creationId xmlns:a16="http://schemas.microsoft.com/office/drawing/2014/main" id="{9802B15B-D139-4B1A-96A2-F0D65FFACED7}"/>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46" name="29-line-7">
            <a:extLst xmlns:a="http://schemas.openxmlformats.org/drawingml/2006/main">
              <a:ext uri="{FF2B5EF4-FFF2-40B4-BE49-F238E27FC236}">
                <a16:creationId xmlns:a16="http://schemas.microsoft.com/office/drawing/2014/main" id="{282B7CE2-D2F8-45A0-8415-9CE7AF97E347}"/>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7" name="29-text-8">
            <a:extLst xmlns:a="http://schemas.openxmlformats.org/drawingml/2006/main">
              <a:ext uri="{FF2B5EF4-FFF2-40B4-BE49-F238E27FC236}">
                <a16:creationId xmlns:a16="http://schemas.microsoft.com/office/drawing/2014/main" id="{DFC8C8B8-A806-4C49-98D7-48BF6490BBF9}"/>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48" name="29-text-9">
            <a:extLst xmlns:a="http://schemas.openxmlformats.org/drawingml/2006/main">
              <a:ext uri="{FF2B5EF4-FFF2-40B4-BE49-F238E27FC236}">
                <a16:creationId xmlns:a16="http://schemas.microsoft.com/office/drawing/2014/main" id="{663E9765-F0E1-4A04-B641-1495CA2D0D6B}"/>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49" name="29-line-11">
            <a:extLst xmlns:a="http://schemas.openxmlformats.org/drawingml/2006/main">
              <a:ext uri="{FF2B5EF4-FFF2-40B4-BE49-F238E27FC236}">
                <a16:creationId xmlns:a16="http://schemas.microsoft.com/office/drawing/2014/main" id="{509B0938-55AD-4396-AB8E-16E9D3EC03C9}"/>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0" name="29-line-13">
            <a:extLst xmlns:a="http://schemas.openxmlformats.org/drawingml/2006/main">
              <a:ext uri="{FF2B5EF4-FFF2-40B4-BE49-F238E27FC236}">
                <a16:creationId xmlns:a16="http://schemas.microsoft.com/office/drawing/2014/main" id="{8CBC84A6-DCDD-4DB2-81A4-8B54E3F66570}"/>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1" name="29-line-15">
            <a:extLst xmlns:a="http://schemas.openxmlformats.org/drawingml/2006/main">
              <a:ext uri="{FF2B5EF4-FFF2-40B4-BE49-F238E27FC236}">
                <a16:creationId xmlns:a16="http://schemas.microsoft.com/office/drawing/2014/main" id="{E240542A-2636-40D2-AF40-FEB859387655}"/>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2" name="29-line-17">
            <a:extLst xmlns:a="http://schemas.openxmlformats.org/drawingml/2006/main">
              <a:ext uri="{FF2B5EF4-FFF2-40B4-BE49-F238E27FC236}">
                <a16:creationId xmlns:a16="http://schemas.microsoft.com/office/drawing/2014/main" id="{727C7B8B-EED0-4823-A9E6-3885CDAEC6C0}"/>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3" name="29-text-18">
            <a:extLst xmlns:a="http://schemas.openxmlformats.org/drawingml/2006/main">
              <a:ext uri="{FF2B5EF4-FFF2-40B4-BE49-F238E27FC236}">
                <a16:creationId xmlns:a16="http://schemas.microsoft.com/office/drawing/2014/main" id="{81DACC61-1AB5-440A-A6F8-45AC9EF07CB4}"/>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54" name="29-text-19">
            <a:extLst xmlns:a="http://schemas.openxmlformats.org/drawingml/2006/main">
              <a:ext uri="{FF2B5EF4-FFF2-40B4-BE49-F238E27FC236}">
                <a16:creationId xmlns:a16="http://schemas.microsoft.com/office/drawing/2014/main" id="{09A303FD-7D0C-4641-B5B3-63B8207D38EB}"/>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55" name="29-line-21">
            <a:extLst xmlns:a="http://schemas.openxmlformats.org/drawingml/2006/main">
              <a:ext uri="{FF2B5EF4-FFF2-40B4-BE49-F238E27FC236}">
                <a16:creationId xmlns:a16="http://schemas.microsoft.com/office/drawing/2014/main" id="{2DDD4B55-B9BA-4937-867E-531829989ED4}"/>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29-text-22">
            <a:extLst xmlns:a="http://schemas.openxmlformats.org/drawingml/2006/main">
              <a:ext uri="{FF2B5EF4-FFF2-40B4-BE49-F238E27FC236}">
                <a16:creationId xmlns:a16="http://schemas.microsoft.com/office/drawing/2014/main" id="{CAFD03CE-10C6-45CE-B8CD-A507724163F5}"/>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57" name="29-text-23">
            <a:extLst xmlns:a="http://schemas.openxmlformats.org/drawingml/2006/main">
              <a:ext uri="{FF2B5EF4-FFF2-40B4-BE49-F238E27FC236}">
                <a16:creationId xmlns:a16="http://schemas.microsoft.com/office/drawing/2014/main" id="{7389D967-A2C3-4269-BD1A-FF0D16258DA6}"/>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58" name="29-text-24">
            <a:extLst xmlns:a="http://schemas.openxmlformats.org/drawingml/2006/main">
              <a:ext uri="{FF2B5EF4-FFF2-40B4-BE49-F238E27FC236}">
                <a16:creationId xmlns:a16="http://schemas.microsoft.com/office/drawing/2014/main" id="{84BA4951-7D3E-40E6-AF7C-C658BEE6FE4F}"/>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59" name="narrative-number">
            <a:extLst xmlns:a="http://schemas.openxmlformats.org/drawingml/2006/main">
              <a:ext uri="{FF2B5EF4-FFF2-40B4-BE49-F238E27FC236}">
                <a16:creationId xmlns:a16="http://schemas.microsoft.com/office/drawing/2014/main" id="{EB380F7A-C710-4CDE-A128-A265808002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98022359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7868060A-A870-4475-BAC8-D96E56EC13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69" name="mini-map"/>
          <p:cNvPicPr>
            <a:picLocks xmlns:a="http://schemas.openxmlformats.org/drawingml/2006/main" noChangeAspect="1"/>
          </p:cNvPicPr>
          <p:nvPr/>
        </p:nvPicPr>
        <p:blipFill>
          <a:blip xmlns:r="http://schemas.openxmlformats.org/officeDocument/2006/relationships" xmlns:a="http://schemas.openxmlformats.org/drawingml/2006/main" r:embed="R1801b58cd5f74d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header-divider">
            <a:extLst xmlns:a="http://schemas.openxmlformats.org/drawingml/2006/main">
              <a:ext uri="{FF2B5EF4-FFF2-40B4-BE49-F238E27FC236}">
                <a16:creationId xmlns:a16="http://schemas.microsoft.com/office/drawing/2014/main" id="{EA8B6D2D-E832-4693-A34F-BCAAF35790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30-text-1">
            <a:extLst xmlns:a="http://schemas.openxmlformats.org/drawingml/2006/main">
              <a:ext uri="{FF2B5EF4-FFF2-40B4-BE49-F238E27FC236}">
                <a16:creationId xmlns:a16="http://schemas.microsoft.com/office/drawing/2014/main" id="{1101065E-44D3-46A5-B77E-4B6F5B0EAC2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64" name="30-text-2">
            <a:extLst xmlns:a="http://schemas.openxmlformats.org/drawingml/2006/main">
              <a:ext uri="{FF2B5EF4-FFF2-40B4-BE49-F238E27FC236}">
                <a16:creationId xmlns:a16="http://schemas.microsoft.com/office/drawing/2014/main" id="{F4074B94-245F-4EA2-B5DA-8C2C365731E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65" name="30-text-3">
            <a:extLst xmlns:a="http://schemas.openxmlformats.org/drawingml/2006/main">
              <a:ext uri="{FF2B5EF4-FFF2-40B4-BE49-F238E27FC236}">
                <a16:creationId xmlns:a16="http://schemas.microsoft.com/office/drawing/2014/main" id="{112193B7-3054-45BF-A32F-8FC3918F378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74" name="30-image-4"/>
          <p:cNvPicPr>
            <a:picLocks xmlns:a="http://schemas.openxmlformats.org/drawingml/2006/main" noChangeAspect="1"/>
          </p:cNvPicPr>
          <p:nvPr/>
        </p:nvPicPr>
        <p:blipFill>
          <a:blip xmlns:r="http://schemas.openxmlformats.org/officeDocument/2006/relationships" xmlns:a="http://schemas.openxmlformats.org/drawingml/2006/main" r:embed="Redd70fc40ceb44a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67" name="narrative-number">
            <a:extLst xmlns:a="http://schemas.openxmlformats.org/drawingml/2006/main">
              <a:ext uri="{FF2B5EF4-FFF2-40B4-BE49-F238E27FC236}">
                <a16:creationId xmlns:a16="http://schemas.microsoft.com/office/drawing/2014/main" id="{C880A994-9DBF-44AB-A3BF-85F97AD78E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406124542"/>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6FB0309B-08ED-440B-93B3-286C13F9F1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85" name="mini-map"/>
          <p:cNvPicPr>
            <a:picLocks xmlns:a="http://schemas.openxmlformats.org/drawingml/2006/main" noChangeAspect="1"/>
          </p:cNvPicPr>
          <p:nvPr/>
        </p:nvPicPr>
        <p:blipFill>
          <a:blip xmlns:r="http://schemas.openxmlformats.org/officeDocument/2006/relationships" xmlns:a="http://schemas.openxmlformats.org/drawingml/2006/main" r:embed="Rd06d5101164d45c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C89BFF79-54AE-433B-8354-23DB4748F79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71" name="header-divider">
            <a:extLst xmlns:a="http://schemas.openxmlformats.org/drawingml/2006/main">
              <a:ext uri="{FF2B5EF4-FFF2-40B4-BE49-F238E27FC236}">
                <a16:creationId xmlns:a16="http://schemas.microsoft.com/office/drawing/2014/main" id="{4EF1A44E-46CA-414D-8EAC-F171A02158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1-text-1">
            <a:extLst xmlns:a="http://schemas.openxmlformats.org/drawingml/2006/main">
              <a:ext uri="{FF2B5EF4-FFF2-40B4-BE49-F238E27FC236}">
                <a16:creationId xmlns:a16="http://schemas.microsoft.com/office/drawing/2014/main" id="{3935D47C-2616-4A71-B059-56F7FA22BB5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73" name="31-text-2">
            <a:extLst xmlns:a="http://schemas.openxmlformats.org/drawingml/2006/main">
              <a:ext uri="{FF2B5EF4-FFF2-40B4-BE49-F238E27FC236}">
                <a16:creationId xmlns:a16="http://schemas.microsoft.com/office/drawing/2014/main" id="{5C146384-E306-46BE-8B68-6F90168BDB8D}"/>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74" name="31-text-3">
            <a:extLst xmlns:a="http://schemas.openxmlformats.org/drawingml/2006/main">
              <a:ext uri="{FF2B5EF4-FFF2-40B4-BE49-F238E27FC236}">
                <a16:creationId xmlns:a16="http://schemas.microsoft.com/office/drawing/2014/main" id="{CBE2FB88-ACC3-42C1-9B57-3543B251192C}"/>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75" name="31-text-4">
            <a:extLst xmlns:a="http://schemas.openxmlformats.org/drawingml/2006/main">
              <a:ext uri="{FF2B5EF4-FFF2-40B4-BE49-F238E27FC236}">
                <a16:creationId xmlns:a16="http://schemas.microsoft.com/office/drawing/2014/main" id="{F864A972-C45D-49A4-8A32-B0D11AEE52BD}"/>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76" name="31-shape-5">
            <a:extLst xmlns:a="http://schemas.openxmlformats.org/drawingml/2006/main">
              <a:ext uri="{FF2B5EF4-FFF2-40B4-BE49-F238E27FC236}">
                <a16:creationId xmlns:a16="http://schemas.microsoft.com/office/drawing/2014/main" id="{6D253E74-7FE1-4452-908D-1BA150DD0B8B}"/>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7" name="31-text-6">
            <a:extLst xmlns:a="http://schemas.openxmlformats.org/drawingml/2006/main">
              <a:ext uri="{FF2B5EF4-FFF2-40B4-BE49-F238E27FC236}">
                <a16:creationId xmlns:a16="http://schemas.microsoft.com/office/drawing/2014/main" id="{A30CB837-A26C-4984-9808-EE7C5525E221}"/>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78" name="31-text-7">
            <a:extLst xmlns:a="http://schemas.openxmlformats.org/drawingml/2006/main">
              <a:ext uri="{FF2B5EF4-FFF2-40B4-BE49-F238E27FC236}">
                <a16:creationId xmlns:a16="http://schemas.microsoft.com/office/drawing/2014/main" id="{103DB7BF-9AF1-4EC8-952D-199498E8F115}"/>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79" name="31-text-8">
            <a:extLst xmlns:a="http://schemas.openxmlformats.org/drawingml/2006/main">
              <a:ext uri="{FF2B5EF4-FFF2-40B4-BE49-F238E27FC236}">
                <a16:creationId xmlns:a16="http://schemas.microsoft.com/office/drawing/2014/main" id="{24E95344-1977-459C-B7F0-A92038649C89}"/>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80" name="31-text-9">
            <a:extLst xmlns:a="http://schemas.openxmlformats.org/drawingml/2006/main">
              <a:ext uri="{FF2B5EF4-FFF2-40B4-BE49-F238E27FC236}">
                <a16:creationId xmlns:a16="http://schemas.microsoft.com/office/drawing/2014/main" id="{FD5D365E-3C38-4BC1-BE96-FA41BD870186}"/>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81" name="31-text-10">
            <a:extLst xmlns:a="http://schemas.openxmlformats.org/drawingml/2006/main">
              <a:ext uri="{FF2B5EF4-FFF2-40B4-BE49-F238E27FC236}">
                <a16:creationId xmlns:a16="http://schemas.microsoft.com/office/drawing/2014/main" id="{F8D55F08-D0F6-4B1E-9D31-030A0DA67FD3}"/>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82" name="31-text-11">
            <a:extLst xmlns:a="http://schemas.openxmlformats.org/drawingml/2006/main">
              <a:ext uri="{FF2B5EF4-FFF2-40B4-BE49-F238E27FC236}">
                <a16:creationId xmlns:a16="http://schemas.microsoft.com/office/drawing/2014/main" id="{7B4A4031-E807-44B8-BB0D-25F597EC9850}"/>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83" name="narrative-number">
            <a:extLst xmlns:a="http://schemas.openxmlformats.org/drawingml/2006/main">
              <a:ext uri="{FF2B5EF4-FFF2-40B4-BE49-F238E27FC236}">
                <a16:creationId xmlns:a16="http://schemas.microsoft.com/office/drawing/2014/main" id="{CB8A3E8B-6599-4664-8DAA-211D6FA8CF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924316891"/>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4" name="!!area-name">
            <a:extLst xmlns:a="http://schemas.openxmlformats.org/drawingml/2006/main">
              <a:ext uri="{FF2B5EF4-FFF2-40B4-BE49-F238E27FC236}">
                <a16:creationId xmlns:a16="http://schemas.microsoft.com/office/drawing/2014/main" id="{21930BBD-6A14-469E-857B-CD2C471DDD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94" name="mini-map"/>
          <p:cNvPicPr>
            <a:picLocks xmlns:a="http://schemas.openxmlformats.org/drawingml/2006/main" noChangeAspect="1"/>
          </p:cNvPicPr>
          <p:nvPr/>
        </p:nvPicPr>
        <p:blipFill>
          <a:blip xmlns:r="http://schemas.openxmlformats.org/officeDocument/2006/relationships" xmlns:a="http://schemas.openxmlformats.org/drawingml/2006/main" r:embed="R4d20447be8a145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6" name="slide-title">
            <a:extLst xmlns:a="http://schemas.openxmlformats.org/drawingml/2006/main">
              <a:ext uri="{FF2B5EF4-FFF2-40B4-BE49-F238E27FC236}">
                <a16:creationId xmlns:a16="http://schemas.microsoft.com/office/drawing/2014/main" id="{71FAF2EE-96DE-4449-8DB7-F88175F33D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87" name="header-divider">
            <a:extLst xmlns:a="http://schemas.openxmlformats.org/drawingml/2006/main">
              <a:ext uri="{FF2B5EF4-FFF2-40B4-BE49-F238E27FC236}">
                <a16:creationId xmlns:a16="http://schemas.microsoft.com/office/drawing/2014/main" id="{C88CE2F4-6E47-4E79-844F-A7CE490635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8" name="32-text-1">
            <a:extLst xmlns:a="http://schemas.openxmlformats.org/drawingml/2006/main">
              <a:ext uri="{FF2B5EF4-FFF2-40B4-BE49-F238E27FC236}">
                <a16:creationId xmlns:a16="http://schemas.microsoft.com/office/drawing/2014/main" id="{2BC57E37-ABEC-4DA6-A476-869CFC628B0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398" name="32-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0" name="32-text-3">
            <a:extLst xmlns:a="http://schemas.openxmlformats.org/drawingml/2006/main">
              <a:ext uri="{FF2B5EF4-FFF2-40B4-BE49-F238E27FC236}">
                <a16:creationId xmlns:a16="http://schemas.microsoft.com/office/drawing/2014/main" id="{D621C20A-9F24-4119-B0AD-25BE3D1F51DE}"/>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391" name="32-text-4">
            <a:extLst xmlns:a="http://schemas.openxmlformats.org/drawingml/2006/main">
              <a:ext uri="{FF2B5EF4-FFF2-40B4-BE49-F238E27FC236}">
                <a16:creationId xmlns:a16="http://schemas.microsoft.com/office/drawing/2014/main" id="{A6767F1E-7F8D-4EBD-8901-F35D6AF8452E}"/>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392" name="narrative-number">
            <a:extLst xmlns:a="http://schemas.openxmlformats.org/drawingml/2006/main">
              <a:ext uri="{FF2B5EF4-FFF2-40B4-BE49-F238E27FC236}">
                <a16:creationId xmlns:a16="http://schemas.microsoft.com/office/drawing/2014/main" id="{1253FF05-9494-4F34-A9D5-BEB191D8BB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39697176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3" name="!!area-name">
            <a:extLst xmlns:a="http://schemas.openxmlformats.org/drawingml/2006/main">
              <a:ext uri="{FF2B5EF4-FFF2-40B4-BE49-F238E27FC236}">
                <a16:creationId xmlns:a16="http://schemas.microsoft.com/office/drawing/2014/main" id="{A71D2AB7-6BF6-4FA1-B129-E52EA84A7D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08" name="mini-map"/>
          <p:cNvPicPr>
            <a:picLocks xmlns:a="http://schemas.openxmlformats.org/drawingml/2006/main" noChangeAspect="1"/>
          </p:cNvPicPr>
          <p:nvPr/>
        </p:nvPicPr>
        <p:blipFill>
          <a:blip xmlns:r="http://schemas.openxmlformats.org/officeDocument/2006/relationships" xmlns:a="http://schemas.openxmlformats.org/drawingml/2006/main" r:embed="R2955273888ca46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5" name="slide-title">
            <a:extLst xmlns:a="http://schemas.openxmlformats.org/drawingml/2006/main">
              <a:ext uri="{FF2B5EF4-FFF2-40B4-BE49-F238E27FC236}">
                <a16:creationId xmlns:a16="http://schemas.microsoft.com/office/drawing/2014/main" id="{BFE7F0A5-43FF-4AD7-AD32-A3C4D67EA9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96" name="header-divider">
            <a:extLst xmlns:a="http://schemas.openxmlformats.org/drawingml/2006/main">
              <a:ext uri="{FF2B5EF4-FFF2-40B4-BE49-F238E27FC236}">
                <a16:creationId xmlns:a16="http://schemas.microsoft.com/office/drawing/2014/main" id="{ECCED5C7-3318-4EA6-8390-3B3AF0CBDE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3-text-1">
            <a:extLst xmlns:a="http://schemas.openxmlformats.org/drawingml/2006/main">
              <a:ext uri="{FF2B5EF4-FFF2-40B4-BE49-F238E27FC236}">
                <a16:creationId xmlns:a16="http://schemas.microsoft.com/office/drawing/2014/main" id="{51E6F7B2-F80B-4A1C-AB0D-5F7E5352E0F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98" name="33-text-2">
            <a:extLst xmlns:a="http://schemas.openxmlformats.org/drawingml/2006/main">
              <a:ext uri="{FF2B5EF4-FFF2-40B4-BE49-F238E27FC236}">
                <a16:creationId xmlns:a16="http://schemas.microsoft.com/office/drawing/2014/main" id="{80366515-6E4A-478C-92CD-29834493374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99" name="33-text-3">
            <a:extLst xmlns:a="http://schemas.openxmlformats.org/drawingml/2006/main">
              <a:ext uri="{FF2B5EF4-FFF2-40B4-BE49-F238E27FC236}">
                <a16:creationId xmlns:a16="http://schemas.microsoft.com/office/drawing/2014/main" id="{92D02102-77BC-41AC-90E9-9D031389F56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0" name="33-text-4">
            <a:extLst xmlns:a="http://schemas.openxmlformats.org/drawingml/2006/main">
              <a:ext uri="{FF2B5EF4-FFF2-40B4-BE49-F238E27FC236}">
                <a16:creationId xmlns:a16="http://schemas.microsoft.com/office/drawing/2014/main" id="{796D34F6-4D00-400A-A406-B96946097EC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01" name="33-text-5">
            <a:extLst xmlns:a="http://schemas.openxmlformats.org/drawingml/2006/main">
              <a:ext uri="{FF2B5EF4-FFF2-40B4-BE49-F238E27FC236}">
                <a16:creationId xmlns:a16="http://schemas.microsoft.com/office/drawing/2014/main" id="{EC0D3E07-5FDF-4FF7-90EA-EF8AD6CBE51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02" name="33-text-6">
            <a:extLst xmlns:a="http://schemas.openxmlformats.org/drawingml/2006/main">
              <a:ext uri="{FF2B5EF4-FFF2-40B4-BE49-F238E27FC236}">
                <a16:creationId xmlns:a16="http://schemas.microsoft.com/office/drawing/2014/main" id="{6C843AFE-6EEA-4793-AAB4-D63C0CA5206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03" name="33-text-7">
            <a:extLst xmlns:a="http://schemas.openxmlformats.org/drawingml/2006/main">
              <a:ext uri="{FF2B5EF4-FFF2-40B4-BE49-F238E27FC236}">
                <a16:creationId xmlns:a16="http://schemas.microsoft.com/office/drawing/2014/main" id="{4928E12E-4069-4028-BA05-EB9416126F6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04" name="33-text-8">
            <a:extLst xmlns:a="http://schemas.openxmlformats.org/drawingml/2006/main">
              <a:ext uri="{FF2B5EF4-FFF2-40B4-BE49-F238E27FC236}">
                <a16:creationId xmlns:a16="http://schemas.microsoft.com/office/drawing/2014/main" id="{410DB5D8-95FE-4719-9E9E-7D8D4CE5101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05" name="33-text-9">
            <a:extLst xmlns:a="http://schemas.openxmlformats.org/drawingml/2006/main">
              <a:ext uri="{FF2B5EF4-FFF2-40B4-BE49-F238E27FC236}">
                <a16:creationId xmlns:a16="http://schemas.microsoft.com/office/drawing/2014/main" id="{27A2E6D8-4F86-40E9-956A-07868704B28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06" name="narrative-number">
            <a:extLst xmlns:a="http://schemas.openxmlformats.org/drawingml/2006/main">
              <a:ext uri="{FF2B5EF4-FFF2-40B4-BE49-F238E27FC236}">
                <a16:creationId xmlns:a16="http://schemas.microsoft.com/office/drawing/2014/main" id="{ECCC51E9-0474-4A92-B156-E0E3323446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163894093"/>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7" name="!!area-name">
            <a:extLst xmlns:a="http://schemas.openxmlformats.org/drawingml/2006/main">
              <a:ext uri="{FF2B5EF4-FFF2-40B4-BE49-F238E27FC236}">
                <a16:creationId xmlns:a16="http://schemas.microsoft.com/office/drawing/2014/main" id="{E8D4D256-E266-4AA2-8E46-827AE05159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a45ec73ec62440a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9" name="slide-title">
            <a:extLst xmlns:a="http://schemas.openxmlformats.org/drawingml/2006/main">
              <a:ext uri="{FF2B5EF4-FFF2-40B4-BE49-F238E27FC236}">
                <a16:creationId xmlns:a16="http://schemas.microsoft.com/office/drawing/2014/main" id="{526DB8A5-C620-4690-AB20-D222489375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10" name="header-divider">
            <a:extLst xmlns:a="http://schemas.openxmlformats.org/drawingml/2006/main">
              <a:ext uri="{FF2B5EF4-FFF2-40B4-BE49-F238E27FC236}">
                <a16:creationId xmlns:a16="http://schemas.microsoft.com/office/drawing/2014/main" id="{70959838-734B-4E9A-AC23-01C3EF1BAC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1" name="34-text-1">
            <a:extLst xmlns:a="http://schemas.openxmlformats.org/drawingml/2006/main">
              <a:ext uri="{FF2B5EF4-FFF2-40B4-BE49-F238E27FC236}">
                <a16:creationId xmlns:a16="http://schemas.microsoft.com/office/drawing/2014/main" id="{B793E2CA-DA01-4A2E-BBA6-DCDBD086186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12" name="34-text-2">
            <a:extLst xmlns:a="http://schemas.openxmlformats.org/drawingml/2006/main">
              <a:ext uri="{FF2B5EF4-FFF2-40B4-BE49-F238E27FC236}">
                <a16:creationId xmlns:a16="http://schemas.microsoft.com/office/drawing/2014/main" id="{DB27680B-9F7E-463B-88A1-97FBD61A3D8D}"/>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13" name="34-text-3">
            <a:extLst xmlns:a="http://schemas.openxmlformats.org/drawingml/2006/main">
              <a:ext uri="{FF2B5EF4-FFF2-40B4-BE49-F238E27FC236}">
                <a16:creationId xmlns:a16="http://schemas.microsoft.com/office/drawing/2014/main" id="{36493949-A0B1-456A-AFC2-96F04A2D267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14" name="34-text-4">
            <a:extLst xmlns:a="http://schemas.openxmlformats.org/drawingml/2006/main">
              <a:ext uri="{FF2B5EF4-FFF2-40B4-BE49-F238E27FC236}">
                <a16:creationId xmlns:a16="http://schemas.microsoft.com/office/drawing/2014/main" id="{2D82B4B9-FC1B-4C6C-9AA4-817247C24AF6}"/>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15" name="34-text-5">
            <a:extLst xmlns:a="http://schemas.openxmlformats.org/drawingml/2006/main">
              <a:ext uri="{FF2B5EF4-FFF2-40B4-BE49-F238E27FC236}">
                <a16:creationId xmlns:a16="http://schemas.microsoft.com/office/drawing/2014/main" id="{2557F7D3-1292-4C36-9310-E59694994A85}"/>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6" name="34-text-6">
            <a:extLst xmlns:a="http://schemas.openxmlformats.org/drawingml/2006/main">
              <a:ext uri="{FF2B5EF4-FFF2-40B4-BE49-F238E27FC236}">
                <a16:creationId xmlns:a16="http://schemas.microsoft.com/office/drawing/2014/main" id="{4A2F4437-A1C4-4D09-A323-983C9082F8E0}"/>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17" name="34-text-7">
            <a:extLst xmlns:a="http://schemas.openxmlformats.org/drawingml/2006/main">
              <a:ext uri="{FF2B5EF4-FFF2-40B4-BE49-F238E27FC236}">
                <a16:creationId xmlns:a16="http://schemas.microsoft.com/office/drawing/2014/main" id="{A5DE0DDC-8B13-4A05-B206-7FF9BF4EC351}"/>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18" name="34-text-8">
            <a:extLst xmlns:a="http://schemas.openxmlformats.org/drawingml/2006/main">
              <a:ext uri="{FF2B5EF4-FFF2-40B4-BE49-F238E27FC236}">
                <a16:creationId xmlns:a16="http://schemas.microsoft.com/office/drawing/2014/main" id="{CAB3CF77-761F-4D4C-BDDC-50DEDEA4FBBD}"/>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19" name="34-text-9">
            <a:extLst xmlns:a="http://schemas.openxmlformats.org/drawingml/2006/main">
              <a:ext uri="{FF2B5EF4-FFF2-40B4-BE49-F238E27FC236}">
                <a16:creationId xmlns:a16="http://schemas.microsoft.com/office/drawing/2014/main" id="{E1950295-2422-4E20-AD3A-669E3201044F}"/>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20" name="34-text-10">
            <a:extLst xmlns:a="http://schemas.openxmlformats.org/drawingml/2006/main">
              <a:ext uri="{FF2B5EF4-FFF2-40B4-BE49-F238E27FC236}">
                <a16:creationId xmlns:a16="http://schemas.microsoft.com/office/drawing/2014/main" id="{C77A9F96-EF6C-47CA-8F30-E312D1AFC9B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21" name="narrative-number">
            <a:extLst xmlns:a="http://schemas.openxmlformats.org/drawingml/2006/main">
              <a:ext uri="{FF2B5EF4-FFF2-40B4-BE49-F238E27FC236}">
                <a16:creationId xmlns:a16="http://schemas.microsoft.com/office/drawing/2014/main" id="{92EC976F-1E2E-49A1-B93C-1684B946D1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648960170"/>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19D13138-3FB5-4AF3-9503-6D9F499ACA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31" name="mini-map"/>
          <p:cNvPicPr>
            <a:picLocks xmlns:a="http://schemas.openxmlformats.org/drawingml/2006/main" noChangeAspect="1"/>
          </p:cNvPicPr>
          <p:nvPr/>
        </p:nvPicPr>
        <p:blipFill>
          <a:blip xmlns:r="http://schemas.openxmlformats.org/officeDocument/2006/relationships" xmlns:a="http://schemas.openxmlformats.org/drawingml/2006/main" r:embed="R1ecb4029efde47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header-divider">
            <a:extLst xmlns:a="http://schemas.openxmlformats.org/drawingml/2006/main">
              <a:ext uri="{FF2B5EF4-FFF2-40B4-BE49-F238E27FC236}">
                <a16:creationId xmlns:a16="http://schemas.microsoft.com/office/drawing/2014/main" id="{40A85166-4EAB-492B-9837-F5A7455FFA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5" name="35-text-1">
            <a:extLst xmlns:a="http://schemas.openxmlformats.org/drawingml/2006/main">
              <a:ext uri="{FF2B5EF4-FFF2-40B4-BE49-F238E27FC236}">
                <a16:creationId xmlns:a16="http://schemas.microsoft.com/office/drawing/2014/main" id="{47B1A4DE-41D4-42C6-BE87-BF00211E40EA}"/>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34" name="35-image-2"/>
          <p:cNvPicPr>
            <a:picLocks xmlns:a="http://schemas.openxmlformats.org/drawingml/2006/main" noChangeAspect="1"/>
          </p:cNvPicPr>
          <p:nvPr/>
        </p:nvPicPr>
        <p:blipFill>
          <a:blip xmlns:r="http://schemas.openxmlformats.org/officeDocument/2006/relationships" xmlns:a="http://schemas.openxmlformats.org/drawingml/2006/main" r:embed="R0506ae22d4594bd0"/>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27" name="35-text-3">
            <a:extLst xmlns:a="http://schemas.openxmlformats.org/drawingml/2006/main">
              <a:ext uri="{FF2B5EF4-FFF2-40B4-BE49-F238E27FC236}">
                <a16:creationId xmlns:a16="http://schemas.microsoft.com/office/drawing/2014/main" id="{52907D36-B59C-4D24-889D-5917C39862CD}"/>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28" name="35-text-4">
            <a:extLst xmlns:a="http://schemas.openxmlformats.org/drawingml/2006/main">
              <a:ext uri="{FF2B5EF4-FFF2-40B4-BE49-F238E27FC236}">
                <a16:creationId xmlns:a16="http://schemas.microsoft.com/office/drawing/2014/main" id="{2E5CD383-4174-4D85-8174-2F712D1E9AB0}"/>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29" name="narrative-number">
            <a:extLst xmlns:a="http://schemas.openxmlformats.org/drawingml/2006/main">
              <a:ext uri="{FF2B5EF4-FFF2-40B4-BE49-F238E27FC236}">
                <a16:creationId xmlns:a16="http://schemas.microsoft.com/office/drawing/2014/main" id="{E04EA3AB-3335-4328-9850-ED3B5D1E11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69065790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0" name="!!area-name">
            <a:extLst xmlns:a="http://schemas.openxmlformats.org/drawingml/2006/main">
              <a:ext uri="{FF2B5EF4-FFF2-40B4-BE49-F238E27FC236}">
                <a16:creationId xmlns:a16="http://schemas.microsoft.com/office/drawing/2014/main" id="{9DEA57DB-6E8A-4343-9ED0-367D8DD64A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52" name="mini-map"/>
          <p:cNvPicPr>
            <a:picLocks xmlns:a="http://schemas.openxmlformats.org/drawingml/2006/main" noChangeAspect="1"/>
          </p:cNvPicPr>
          <p:nvPr/>
        </p:nvPicPr>
        <p:blipFill>
          <a:blip xmlns:r="http://schemas.openxmlformats.org/officeDocument/2006/relationships" xmlns:a="http://schemas.openxmlformats.org/drawingml/2006/main" r:embed="Ra8cfb2877a1b40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2" name="slide-title">
            <a:extLst xmlns:a="http://schemas.openxmlformats.org/drawingml/2006/main">
              <a:ext uri="{FF2B5EF4-FFF2-40B4-BE49-F238E27FC236}">
                <a16:creationId xmlns:a16="http://schemas.microsoft.com/office/drawing/2014/main" id="{33868D82-58C0-472E-918E-D160261053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33" name="header-divider">
            <a:extLst xmlns:a="http://schemas.openxmlformats.org/drawingml/2006/main">
              <a:ext uri="{FF2B5EF4-FFF2-40B4-BE49-F238E27FC236}">
                <a16:creationId xmlns:a16="http://schemas.microsoft.com/office/drawing/2014/main" id="{6EAD3455-F16A-4EDE-ADFE-E2BFDC19D1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4" name="36-text-1">
            <a:extLst xmlns:a="http://schemas.openxmlformats.org/drawingml/2006/main">
              <a:ext uri="{FF2B5EF4-FFF2-40B4-BE49-F238E27FC236}">
                <a16:creationId xmlns:a16="http://schemas.microsoft.com/office/drawing/2014/main" id="{AC3C2390-27BA-4EC8-AA07-90B438065CA6}"/>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35" name="36-text-2">
            <a:extLst xmlns:a="http://schemas.openxmlformats.org/drawingml/2006/main">
              <a:ext uri="{FF2B5EF4-FFF2-40B4-BE49-F238E27FC236}">
                <a16:creationId xmlns:a16="http://schemas.microsoft.com/office/drawing/2014/main" id="{2BC8748F-C18E-4170-B44D-0BC1C3FBC98F}"/>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36" name="36-text-3">
            <a:extLst xmlns:a="http://schemas.openxmlformats.org/drawingml/2006/main">
              <a:ext uri="{FF2B5EF4-FFF2-40B4-BE49-F238E27FC236}">
                <a16:creationId xmlns:a16="http://schemas.microsoft.com/office/drawing/2014/main" id="{E514BD79-9CCB-4B9A-9A36-7040C297866F}"/>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37" name="36-text-4">
            <a:extLst xmlns:a="http://schemas.openxmlformats.org/drawingml/2006/main">
              <a:ext uri="{FF2B5EF4-FFF2-40B4-BE49-F238E27FC236}">
                <a16:creationId xmlns:a16="http://schemas.microsoft.com/office/drawing/2014/main" id="{160363A1-B76A-474E-8BC4-231469792460}"/>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38" name="36-text-5">
            <a:extLst xmlns:a="http://schemas.openxmlformats.org/drawingml/2006/main">
              <a:ext uri="{FF2B5EF4-FFF2-40B4-BE49-F238E27FC236}">
                <a16:creationId xmlns:a16="http://schemas.microsoft.com/office/drawing/2014/main" id="{803C1CBB-4123-4712-9C2D-92AF2FE8F591}"/>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39" name="36-text-6">
            <a:extLst xmlns:a="http://schemas.openxmlformats.org/drawingml/2006/main">
              <a:ext uri="{FF2B5EF4-FFF2-40B4-BE49-F238E27FC236}">
                <a16:creationId xmlns:a16="http://schemas.microsoft.com/office/drawing/2014/main" id="{A162990E-70DB-4FF5-8E6E-E8EA39CB5BFA}"/>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40" name="36-text-7">
            <a:extLst xmlns:a="http://schemas.openxmlformats.org/drawingml/2006/main">
              <a:ext uri="{FF2B5EF4-FFF2-40B4-BE49-F238E27FC236}">
                <a16:creationId xmlns:a16="http://schemas.microsoft.com/office/drawing/2014/main" id="{C547D89B-4914-4177-8D85-D2FAE07CA898}"/>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41" name="36-text-8">
            <a:extLst xmlns:a="http://schemas.openxmlformats.org/drawingml/2006/main">
              <a:ext uri="{FF2B5EF4-FFF2-40B4-BE49-F238E27FC236}">
                <a16:creationId xmlns:a16="http://schemas.microsoft.com/office/drawing/2014/main" id="{6FB510F3-4FEC-4C48-B5F4-5CCEEEFAC5B7}"/>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42" name="36-text-9">
            <a:extLst xmlns:a="http://schemas.openxmlformats.org/drawingml/2006/main">
              <a:ext uri="{FF2B5EF4-FFF2-40B4-BE49-F238E27FC236}">
                <a16:creationId xmlns:a16="http://schemas.microsoft.com/office/drawing/2014/main" id="{216297AF-5802-4F7E-9D41-4BE57FDF09BA}"/>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43" name="36-text-10">
            <a:extLst xmlns:a="http://schemas.openxmlformats.org/drawingml/2006/main">
              <a:ext uri="{FF2B5EF4-FFF2-40B4-BE49-F238E27FC236}">
                <a16:creationId xmlns:a16="http://schemas.microsoft.com/office/drawing/2014/main" id="{155E5200-919C-4784-99AE-4370CF3DDA73}"/>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44" name="36-text-11">
            <a:extLst xmlns:a="http://schemas.openxmlformats.org/drawingml/2006/main">
              <a:ext uri="{FF2B5EF4-FFF2-40B4-BE49-F238E27FC236}">
                <a16:creationId xmlns:a16="http://schemas.microsoft.com/office/drawing/2014/main" id="{6718E331-AB78-48AA-A923-2A612D02C96E}"/>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45" name="36-line-13">
            <a:extLst xmlns:a="http://schemas.openxmlformats.org/drawingml/2006/main">
              <a:ext uri="{FF2B5EF4-FFF2-40B4-BE49-F238E27FC236}">
                <a16:creationId xmlns:a16="http://schemas.microsoft.com/office/drawing/2014/main" id="{A69CA4D8-DAE9-4F45-B333-96FE5CF6C9A9}"/>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6" name="36-line-15">
            <a:extLst xmlns:a="http://schemas.openxmlformats.org/drawingml/2006/main">
              <a:ext uri="{FF2B5EF4-FFF2-40B4-BE49-F238E27FC236}">
                <a16:creationId xmlns:a16="http://schemas.microsoft.com/office/drawing/2014/main" id="{219A4B4A-6793-4945-A677-EABA7BC142F0}"/>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7" name="36-line-17">
            <a:extLst xmlns:a="http://schemas.openxmlformats.org/drawingml/2006/main">
              <a:ext uri="{FF2B5EF4-FFF2-40B4-BE49-F238E27FC236}">
                <a16:creationId xmlns:a16="http://schemas.microsoft.com/office/drawing/2014/main" id="{5FB3F6E4-9B28-47A1-AA72-ACAF91524C1D}"/>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48" name="36-shape-18">
            <a:extLst xmlns:a="http://schemas.openxmlformats.org/drawingml/2006/main">
              <a:ext uri="{FF2B5EF4-FFF2-40B4-BE49-F238E27FC236}">
                <a16:creationId xmlns:a16="http://schemas.microsoft.com/office/drawing/2014/main" id="{6E0EF68C-65B3-4C0C-A05E-1E1AEE0F165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49" name="36-text-19">
            <a:extLst xmlns:a="http://schemas.openxmlformats.org/drawingml/2006/main">
              <a:ext uri="{FF2B5EF4-FFF2-40B4-BE49-F238E27FC236}">
                <a16:creationId xmlns:a16="http://schemas.microsoft.com/office/drawing/2014/main" id="{E10A4E4F-008D-4850-A4B7-4AF368C3324F}"/>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50" name="narrative-number">
            <a:extLst xmlns:a="http://schemas.openxmlformats.org/drawingml/2006/main">
              <a:ext uri="{FF2B5EF4-FFF2-40B4-BE49-F238E27FC236}">
                <a16:creationId xmlns:a16="http://schemas.microsoft.com/office/drawing/2014/main" id="{6AF337BB-34A3-4D91-8438-19FFEE452B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170146713"/>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27BEFA8F-5861-433D-BCF4-2759F09243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e7bf726f5e8a48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52C66905-3BDD-4371-9928-0EE370C8B35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54" name="header-divider">
            <a:extLst xmlns:a="http://schemas.openxmlformats.org/drawingml/2006/main">
              <a:ext uri="{FF2B5EF4-FFF2-40B4-BE49-F238E27FC236}">
                <a16:creationId xmlns:a16="http://schemas.microsoft.com/office/drawing/2014/main" id="{029DB50C-F09B-4CFA-831A-DA94E22C9F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5" name="37-text-1">
            <a:extLst xmlns:a="http://schemas.openxmlformats.org/drawingml/2006/main">
              <a:ext uri="{FF2B5EF4-FFF2-40B4-BE49-F238E27FC236}">
                <a16:creationId xmlns:a16="http://schemas.microsoft.com/office/drawing/2014/main" id="{71C40B0C-AF5A-44F1-9C6C-3A0E3A9CB1A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56" name="37-text-2">
            <a:extLst xmlns:a="http://schemas.openxmlformats.org/drawingml/2006/main">
              <a:ext uri="{FF2B5EF4-FFF2-40B4-BE49-F238E27FC236}">
                <a16:creationId xmlns:a16="http://schemas.microsoft.com/office/drawing/2014/main" id="{6D16535A-FC43-4F15-9FAC-DBB9B259668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57" name="37-text-3">
            <a:extLst xmlns:a="http://schemas.openxmlformats.org/drawingml/2006/main">
              <a:ext uri="{FF2B5EF4-FFF2-40B4-BE49-F238E27FC236}">
                <a16:creationId xmlns:a16="http://schemas.microsoft.com/office/drawing/2014/main" id="{434B2F05-1157-46EE-A53B-49175DCAB8E3}"/>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58" name="37-text-4">
            <a:extLst xmlns:a="http://schemas.openxmlformats.org/drawingml/2006/main">
              <a:ext uri="{FF2B5EF4-FFF2-40B4-BE49-F238E27FC236}">
                <a16:creationId xmlns:a16="http://schemas.microsoft.com/office/drawing/2014/main" id="{A3D68D9F-934C-49C4-9A96-D92BA0B1B323}"/>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59" name="37-text-5">
            <a:extLst xmlns:a="http://schemas.openxmlformats.org/drawingml/2006/main">
              <a:ext uri="{FF2B5EF4-FFF2-40B4-BE49-F238E27FC236}">
                <a16:creationId xmlns:a16="http://schemas.microsoft.com/office/drawing/2014/main" id="{25069F77-A67B-4B77-B3DF-86B017544D8A}"/>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60" name="37-text-6">
            <a:extLst xmlns:a="http://schemas.openxmlformats.org/drawingml/2006/main">
              <a:ext uri="{FF2B5EF4-FFF2-40B4-BE49-F238E27FC236}">
                <a16:creationId xmlns:a16="http://schemas.microsoft.com/office/drawing/2014/main" id="{C6F56961-27CB-49DD-B400-FE8B4F01C178}"/>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61" name="narrative-number">
            <a:extLst xmlns:a="http://schemas.openxmlformats.org/drawingml/2006/main">
              <a:ext uri="{FF2B5EF4-FFF2-40B4-BE49-F238E27FC236}">
                <a16:creationId xmlns:a16="http://schemas.microsoft.com/office/drawing/2014/main" id="{E2323092-FBD4-47F2-BF8E-B28618B5BE3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607061272"/>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name">
            <a:extLst xmlns:a="http://schemas.openxmlformats.org/drawingml/2006/main">
              <a:ext uri="{FF2B5EF4-FFF2-40B4-BE49-F238E27FC236}">
                <a16:creationId xmlns:a16="http://schemas.microsoft.com/office/drawing/2014/main" id="{E963D73B-F9F2-44F3-9DB0-E0F7E47EDA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77" name="mini-map"/>
          <p:cNvPicPr>
            <a:picLocks xmlns:a="http://schemas.openxmlformats.org/drawingml/2006/main" noChangeAspect="1"/>
          </p:cNvPicPr>
          <p:nvPr/>
        </p:nvPicPr>
        <p:blipFill>
          <a:blip xmlns:r="http://schemas.openxmlformats.org/officeDocument/2006/relationships" xmlns:a="http://schemas.openxmlformats.org/drawingml/2006/main" r:embed="R983ca9ef3d6747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4" name="slide-title">
            <a:extLst xmlns:a="http://schemas.openxmlformats.org/drawingml/2006/main">
              <a:ext uri="{FF2B5EF4-FFF2-40B4-BE49-F238E27FC236}">
                <a16:creationId xmlns:a16="http://schemas.microsoft.com/office/drawing/2014/main" id="{50278C52-F1D8-47EF-993C-1C72BAA9890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65" name="header-divider">
            <a:extLst xmlns:a="http://schemas.openxmlformats.org/drawingml/2006/main">
              <a:ext uri="{FF2B5EF4-FFF2-40B4-BE49-F238E27FC236}">
                <a16:creationId xmlns:a16="http://schemas.microsoft.com/office/drawing/2014/main" id="{55F38B4B-D2F0-47ED-BA51-FABCB8B542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6" name="38-text-1">
            <a:extLst xmlns:a="http://schemas.openxmlformats.org/drawingml/2006/main">
              <a:ext uri="{FF2B5EF4-FFF2-40B4-BE49-F238E27FC236}">
                <a16:creationId xmlns:a16="http://schemas.microsoft.com/office/drawing/2014/main" id="{6632AEF6-A3A0-4E33-A53B-ED15AD2538A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67" name="38-text-2">
            <a:extLst xmlns:a="http://schemas.openxmlformats.org/drawingml/2006/main">
              <a:ext uri="{FF2B5EF4-FFF2-40B4-BE49-F238E27FC236}">
                <a16:creationId xmlns:a16="http://schemas.microsoft.com/office/drawing/2014/main" id="{B5108B44-8196-46EC-83FA-F12D175A245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68" name="38-text-3">
            <a:extLst xmlns:a="http://schemas.openxmlformats.org/drawingml/2006/main">
              <a:ext uri="{FF2B5EF4-FFF2-40B4-BE49-F238E27FC236}">
                <a16:creationId xmlns:a16="http://schemas.microsoft.com/office/drawing/2014/main" id="{6EAA43ED-2093-41C9-8271-9D68714331F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69" name="38-text-4">
            <a:extLst xmlns:a="http://schemas.openxmlformats.org/drawingml/2006/main">
              <a:ext uri="{FF2B5EF4-FFF2-40B4-BE49-F238E27FC236}">
                <a16:creationId xmlns:a16="http://schemas.microsoft.com/office/drawing/2014/main" id="{C88E3C5E-7684-4A27-9789-4936CA72C7D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70" name="38-text-5">
            <a:extLst xmlns:a="http://schemas.openxmlformats.org/drawingml/2006/main">
              <a:ext uri="{FF2B5EF4-FFF2-40B4-BE49-F238E27FC236}">
                <a16:creationId xmlns:a16="http://schemas.microsoft.com/office/drawing/2014/main" id="{8C38819A-45A5-4D1D-812F-271E26C81625}"/>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71" name="38-text-6">
            <a:extLst xmlns:a="http://schemas.openxmlformats.org/drawingml/2006/main">
              <a:ext uri="{FF2B5EF4-FFF2-40B4-BE49-F238E27FC236}">
                <a16:creationId xmlns:a16="http://schemas.microsoft.com/office/drawing/2014/main" id="{37832117-FA52-4717-9A17-4738EC34054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72" name="38-text-7">
            <a:extLst xmlns:a="http://schemas.openxmlformats.org/drawingml/2006/main">
              <a:ext uri="{FF2B5EF4-FFF2-40B4-BE49-F238E27FC236}">
                <a16:creationId xmlns:a16="http://schemas.microsoft.com/office/drawing/2014/main" id="{EB9E3665-76D1-46EE-8E80-57C7616F114B}"/>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73" name="38-text-8">
            <a:extLst xmlns:a="http://schemas.openxmlformats.org/drawingml/2006/main">
              <a:ext uri="{FF2B5EF4-FFF2-40B4-BE49-F238E27FC236}">
                <a16:creationId xmlns:a16="http://schemas.microsoft.com/office/drawing/2014/main" id="{4D126D9F-17F7-4270-A305-0280D704044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74" name="38-text-9">
            <a:extLst xmlns:a="http://schemas.openxmlformats.org/drawingml/2006/main">
              <a:ext uri="{FF2B5EF4-FFF2-40B4-BE49-F238E27FC236}">
                <a16:creationId xmlns:a16="http://schemas.microsoft.com/office/drawing/2014/main" id="{D1DA2F73-9B37-4AB2-9778-981BE5F0725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75" name="narrative-number">
            <a:extLst xmlns:a="http://schemas.openxmlformats.org/drawingml/2006/main">
              <a:ext uri="{FF2B5EF4-FFF2-40B4-BE49-F238E27FC236}">
                <a16:creationId xmlns:a16="http://schemas.microsoft.com/office/drawing/2014/main" id="{4578BAD4-FAA3-40B8-868A-1B42FF7F96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283248660"/>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6" name="!!area-name">
            <a:extLst xmlns:a="http://schemas.openxmlformats.org/drawingml/2006/main">
              <a:ext uri="{FF2B5EF4-FFF2-40B4-BE49-F238E27FC236}">
                <a16:creationId xmlns:a16="http://schemas.microsoft.com/office/drawing/2014/main" id="{D444591D-F8E7-4C0F-B12B-682E58F600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85" name="mini-map"/>
          <p:cNvPicPr>
            <a:picLocks xmlns:a="http://schemas.openxmlformats.org/drawingml/2006/main" noChangeAspect="1"/>
          </p:cNvPicPr>
          <p:nvPr/>
        </p:nvPicPr>
        <p:blipFill>
          <a:blip xmlns:r="http://schemas.openxmlformats.org/officeDocument/2006/relationships" xmlns:a="http://schemas.openxmlformats.org/drawingml/2006/main" r:embed="Rf867e9314b4f45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8" name="slide-title">
            <a:extLst xmlns:a="http://schemas.openxmlformats.org/drawingml/2006/main">
              <a:ext uri="{FF2B5EF4-FFF2-40B4-BE49-F238E27FC236}">
                <a16:creationId xmlns:a16="http://schemas.microsoft.com/office/drawing/2014/main" id="{C319C897-0CFB-4E6D-BBCD-215E711B11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79" name="header-divider">
            <a:extLst xmlns:a="http://schemas.openxmlformats.org/drawingml/2006/main">
              <a:ext uri="{FF2B5EF4-FFF2-40B4-BE49-F238E27FC236}">
                <a16:creationId xmlns:a16="http://schemas.microsoft.com/office/drawing/2014/main" id="{AFBEC6D0-BAD1-4B2C-B2B8-DD4C0AF811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0" name="39-text-1">
            <a:extLst xmlns:a="http://schemas.openxmlformats.org/drawingml/2006/main">
              <a:ext uri="{FF2B5EF4-FFF2-40B4-BE49-F238E27FC236}">
                <a16:creationId xmlns:a16="http://schemas.microsoft.com/office/drawing/2014/main" id="{C1F7F557-726A-4F27-87C8-B990002F20A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489" name="39-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2" name="39-text-3">
            <a:extLst xmlns:a="http://schemas.openxmlformats.org/drawingml/2006/main">
              <a:ext uri="{FF2B5EF4-FFF2-40B4-BE49-F238E27FC236}">
                <a16:creationId xmlns:a16="http://schemas.microsoft.com/office/drawing/2014/main" id="{65EDBFA2-D641-4662-8B00-BF8923A6772A}"/>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83" name="narrative-number">
            <a:extLst xmlns:a="http://schemas.openxmlformats.org/drawingml/2006/main">
              <a:ext uri="{FF2B5EF4-FFF2-40B4-BE49-F238E27FC236}">
                <a16:creationId xmlns:a16="http://schemas.microsoft.com/office/drawing/2014/main" id="{76D7705E-313B-42E1-B87A-FBBC2B4BD2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98126537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86" name="40-image-1"/>
          <p:cNvPicPr>
            <a:picLocks xmlns:a="http://schemas.openxmlformats.org/drawingml/2006/main" noChangeAspect="1"/>
          </p:cNvPicPr>
          <p:nvPr/>
        </p:nvPicPr>
        <p:blipFill>
          <a:blip xmlns:r="http://schemas.openxmlformats.org/officeDocument/2006/relationships" xmlns:a="http://schemas.openxmlformats.org/drawingml/2006/main" r:embed="R0f9a9b73beee44f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85" name="narrative-number">
            <a:extLst xmlns:a="http://schemas.openxmlformats.org/drawingml/2006/main">
              <a:ext uri="{FF2B5EF4-FFF2-40B4-BE49-F238E27FC236}">
                <a16:creationId xmlns:a16="http://schemas.microsoft.com/office/drawing/2014/main" id="{42C9EC83-197B-4CD7-BA30-D047932DA7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4238347327"/>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6" name="section-label">
            <a:extLst xmlns:a="http://schemas.openxmlformats.org/drawingml/2006/main">
              <a:ext uri="{FF2B5EF4-FFF2-40B4-BE49-F238E27FC236}">
                <a16:creationId xmlns:a16="http://schemas.microsoft.com/office/drawing/2014/main" id="{B8605F3D-A93F-4DD2-A553-6B2630F9D42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87" name="section-rule">
            <a:extLst xmlns:a="http://schemas.openxmlformats.org/drawingml/2006/main">
              <a:ext uri="{FF2B5EF4-FFF2-40B4-BE49-F238E27FC236}">
                <a16:creationId xmlns:a16="http://schemas.microsoft.com/office/drawing/2014/main" id="{7FFEE20E-3A61-4888-80BB-D293533010F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section-title">
            <a:extLst xmlns:a="http://schemas.openxmlformats.org/drawingml/2006/main">
              <a:ext uri="{FF2B5EF4-FFF2-40B4-BE49-F238E27FC236}">
                <a16:creationId xmlns:a16="http://schemas.microsoft.com/office/drawing/2014/main" id="{BC181B4C-2B76-454D-9FCC-D6324444A6B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89" name="narrative-number">
            <a:extLst xmlns:a="http://schemas.openxmlformats.org/drawingml/2006/main">
              <a:ext uri="{FF2B5EF4-FFF2-40B4-BE49-F238E27FC236}">
                <a16:creationId xmlns:a16="http://schemas.microsoft.com/office/drawing/2014/main" id="{9AD68C4A-C0FC-42E1-A2AE-BBEEC2FBCAF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82340234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0EB991A4-2205-4FAE-9C8F-98F013B927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f34c639414dc4d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B0EAAC95-CE8E-4C06-A7AF-7627D1EC0C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93" name="header-divider">
            <a:extLst xmlns:a="http://schemas.openxmlformats.org/drawingml/2006/main">
              <a:ext uri="{FF2B5EF4-FFF2-40B4-BE49-F238E27FC236}">
                <a16:creationId xmlns:a16="http://schemas.microsoft.com/office/drawing/2014/main" id="{BCCD02BE-9B06-4CBB-ABD4-E4C5620403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0"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5" name="narrative-number">
            <a:extLst xmlns:a="http://schemas.openxmlformats.org/drawingml/2006/main">
              <a:ext uri="{FF2B5EF4-FFF2-40B4-BE49-F238E27FC236}">
                <a16:creationId xmlns:a16="http://schemas.microsoft.com/office/drawing/2014/main" id="{8F23611C-2EC9-46FF-9A64-ED98651F08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135996901"/>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75F7A1D1-5B40-444E-A718-7564ADA24B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03" name="mini-map"/>
          <p:cNvPicPr>
            <a:picLocks xmlns:a="http://schemas.openxmlformats.org/drawingml/2006/main" noChangeAspect="1"/>
          </p:cNvPicPr>
          <p:nvPr/>
        </p:nvPicPr>
        <p:blipFill>
          <a:blip xmlns:r="http://schemas.openxmlformats.org/officeDocument/2006/relationships" xmlns:a="http://schemas.openxmlformats.org/drawingml/2006/main" r:embed="R9b31da9b23614a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8403F9D8-FD55-451C-AE4F-812256089A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99" name="header-divider">
            <a:extLst xmlns:a="http://schemas.openxmlformats.org/drawingml/2006/main">
              <a:ext uri="{FF2B5EF4-FFF2-40B4-BE49-F238E27FC236}">
                <a16:creationId xmlns:a16="http://schemas.microsoft.com/office/drawing/2014/main" id="{898139FE-8D78-431D-B599-AAC0127F8A0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6"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1" name="narrative-number">
            <a:extLst xmlns:a="http://schemas.openxmlformats.org/drawingml/2006/main">
              <a:ext uri="{FF2B5EF4-FFF2-40B4-BE49-F238E27FC236}">
                <a16:creationId xmlns:a16="http://schemas.microsoft.com/office/drawing/2014/main" id="{0A7810E7-9451-4E0A-83CA-B000A7FB39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14278525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2" name="!!area-name">
            <a:extLst xmlns:a="http://schemas.openxmlformats.org/drawingml/2006/main">
              <a:ext uri="{FF2B5EF4-FFF2-40B4-BE49-F238E27FC236}">
                <a16:creationId xmlns:a16="http://schemas.microsoft.com/office/drawing/2014/main" id="{225CE117-BA9D-4D6A-9D4B-BF39D11C7409}"/>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03" name="header-divider">
            <a:extLst xmlns:a="http://schemas.openxmlformats.org/drawingml/2006/main">
              <a:ext uri="{FF2B5EF4-FFF2-40B4-BE49-F238E27FC236}">
                <a16:creationId xmlns:a16="http://schemas.microsoft.com/office/drawing/2014/main" id="{71F3D14B-0B7C-485F-B691-92E91433367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4" name="44-shape-1">
            <a:extLst xmlns:a="http://schemas.openxmlformats.org/drawingml/2006/main">
              <a:ext uri="{FF2B5EF4-FFF2-40B4-BE49-F238E27FC236}">
                <a16:creationId xmlns:a16="http://schemas.microsoft.com/office/drawing/2014/main" id="{0655FAA4-8B4A-4A32-AB13-476A8BF7C22F}"/>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5" name="44-shape-2">
            <a:extLst xmlns:a="http://schemas.openxmlformats.org/drawingml/2006/main">
              <a:ext uri="{FF2B5EF4-FFF2-40B4-BE49-F238E27FC236}">
                <a16:creationId xmlns:a16="http://schemas.microsoft.com/office/drawing/2014/main" id="{45BEBC21-BB8F-4CCD-AA3C-C067AF53E036}"/>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06" name="44-text-3">
            <a:extLst xmlns:a="http://schemas.openxmlformats.org/drawingml/2006/main">
              <a:ext uri="{FF2B5EF4-FFF2-40B4-BE49-F238E27FC236}">
                <a16:creationId xmlns:a16="http://schemas.microsoft.com/office/drawing/2014/main" id="{5BCB410A-06F3-4A3F-ADA7-F750B69727DF}"/>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07" name="44-text-4">
            <a:extLst xmlns:a="http://schemas.openxmlformats.org/drawingml/2006/main">
              <a:ext uri="{FF2B5EF4-FFF2-40B4-BE49-F238E27FC236}">
                <a16:creationId xmlns:a16="http://schemas.microsoft.com/office/drawing/2014/main" id="{CE381045-7C07-4F1C-8369-B47673BCB24F}"/>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08" name="44-shape-5">
            <a:extLst xmlns:a="http://schemas.openxmlformats.org/drawingml/2006/main">
              <a:ext uri="{FF2B5EF4-FFF2-40B4-BE49-F238E27FC236}">
                <a16:creationId xmlns:a16="http://schemas.microsoft.com/office/drawing/2014/main" id="{B3C3EC22-82A5-4963-B7AF-73EC364AD34C}"/>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9" name="44-shape-6">
            <a:extLst xmlns:a="http://schemas.openxmlformats.org/drawingml/2006/main">
              <a:ext uri="{FF2B5EF4-FFF2-40B4-BE49-F238E27FC236}">
                <a16:creationId xmlns:a16="http://schemas.microsoft.com/office/drawing/2014/main" id="{10E6AFF1-E4B7-468D-B8E3-217182808D61}"/>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0" name="44-text-7">
            <a:extLst xmlns:a="http://schemas.openxmlformats.org/drawingml/2006/main">
              <a:ext uri="{FF2B5EF4-FFF2-40B4-BE49-F238E27FC236}">
                <a16:creationId xmlns:a16="http://schemas.microsoft.com/office/drawing/2014/main" id="{2094ECA4-28D1-41B6-AF01-BD68728789E4}"/>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11" name="44-text-8">
            <a:extLst xmlns:a="http://schemas.openxmlformats.org/drawingml/2006/main">
              <a:ext uri="{FF2B5EF4-FFF2-40B4-BE49-F238E27FC236}">
                <a16:creationId xmlns:a16="http://schemas.microsoft.com/office/drawing/2014/main" id="{FDB7FC9B-5476-403E-BEDD-F2DA77DD430E}"/>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12" name="44-shape-9">
            <a:extLst xmlns:a="http://schemas.openxmlformats.org/drawingml/2006/main">
              <a:ext uri="{FF2B5EF4-FFF2-40B4-BE49-F238E27FC236}">
                <a16:creationId xmlns:a16="http://schemas.microsoft.com/office/drawing/2014/main" id="{7079278C-B336-4A53-9B0F-C3FBCA493642}"/>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3" name="44-shape-10">
            <a:extLst xmlns:a="http://schemas.openxmlformats.org/drawingml/2006/main">
              <a:ext uri="{FF2B5EF4-FFF2-40B4-BE49-F238E27FC236}">
                <a16:creationId xmlns:a16="http://schemas.microsoft.com/office/drawing/2014/main" id="{CF506DD6-37E5-45FE-9C45-DBDB171E8A99}"/>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4" name="44-text-11">
            <a:extLst xmlns:a="http://schemas.openxmlformats.org/drawingml/2006/main">
              <a:ext uri="{FF2B5EF4-FFF2-40B4-BE49-F238E27FC236}">
                <a16:creationId xmlns:a16="http://schemas.microsoft.com/office/drawing/2014/main" id="{20935839-BD15-424F-98CF-937E3623DA25}"/>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15" name="44-text-12">
            <a:extLst xmlns:a="http://schemas.openxmlformats.org/drawingml/2006/main">
              <a:ext uri="{FF2B5EF4-FFF2-40B4-BE49-F238E27FC236}">
                <a16:creationId xmlns:a16="http://schemas.microsoft.com/office/drawing/2014/main" id="{4A8ED2B0-06EA-4692-AE5E-ED917D4B0FAC}"/>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16" name="44-shape-13">
            <a:extLst xmlns:a="http://schemas.openxmlformats.org/drawingml/2006/main">
              <a:ext uri="{FF2B5EF4-FFF2-40B4-BE49-F238E27FC236}">
                <a16:creationId xmlns:a16="http://schemas.microsoft.com/office/drawing/2014/main" id="{1119E677-2C12-4380-99DA-A46E4CED85F3}"/>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17" name="44-shape-14">
            <a:extLst xmlns:a="http://schemas.openxmlformats.org/drawingml/2006/main">
              <a:ext uri="{FF2B5EF4-FFF2-40B4-BE49-F238E27FC236}">
                <a16:creationId xmlns:a16="http://schemas.microsoft.com/office/drawing/2014/main" id="{6EA3F22F-6965-45D1-A651-BA9865B20D3E}"/>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18" name="44-text-15">
            <a:extLst xmlns:a="http://schemas.openxmlformats.org/drawingml/2006/main">
              <a:ext uri="{FF2B5EF4-FFF2-40B4-BE49-F238E27FC236}">
                <a16:creationId xmlns:a16="http://schemas.microsoft.com/office/drawing/2014/main" id="{D6DF645D-5B74-4DCB-8A03-810A76B608A2}"/>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19" name="44-text-16">
            <a:extLst xmlns:a="http://schemas.openxmlformats.org/drawingml/2006/main">
              <a:ext uri="{FF2B5EF4-FFF2-40B4-BE49-F238E27FC236}">
                <a16:creationId xmlns:a16="http://schemas.microsoft.com/office/drawing/2014/main" id="{A3490F85-58E3-4FDE-8AC6-F1A1A88391D0}"/>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20" name="44-shape-17">
            <a:extLst xmlns:a="http://schemas.openxmlformats.org/drawingml/2006/main">
              <a:ext uri="{FF2B5EF4-FFF2-40B4-BE49-F238E27FC236}">
                <a16:creationId xmlns:a16="http://schemas.microsoft.com/office/drawing/2014/main" id="{5A375159-0AFC-40BB-A50E-E08183529E54}"/>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1" name="44-shape-18">
            <a:extLst xmlns:a="http://schemas.openxmlformats.org/drawingml/2006/main">
              <a:ext uri="{FF2B5EF4-FFF2-40B4-BE49-F238E27FC236}">
                <a16:creationId xmlns:a16="http://schemas.microsoft.com/office/drawing/2014/main" id="{7D9F57CC-9B4D-45D7-9DFB-4F8682DFC835}"/>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22" name="44-text-19">
            <a:extLst xmlns:a="http://schemas.openxmlformats.org/drawingml/2006/main">
              <a:ext uri="{FF2B5EF4-FFF2-40B4-BE49-F238E27FC236}">
                <a16:creationId xmlns:a16="http://schemas.microsoft.com/office/drawing/2014/main" id="{56E32AAF-2429-4C94-B6E6-CD79A0028CBF}"/>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23" name="44-text-20">
            <a:extLst xmlns:a="http://schemas.openxmlformats.org/drawingml/2006/main">
              <a:ext uri="{FF2B5EF4-FFF2-40B4-BE49-F238E27FC236}">
                <a16:creationId xmlns:a16="http://schemas.microsoft.com/office/drawing/2014/main" id="{0496D4A3-DE6D-4B98-9461-8411EEAB1F54}"/>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24" name="44-shape-21">
            <a:extLst xmlns:a="http://schemas.openxmlformats.org/drawingml/2006/main">
              <a:ext uri="{FF2B5EF4-FFF2-40B4-BE49-F238E27FC236}">
                <a16:creationId xmlns:a16="http://schemas.microsoft.com/office/drawing/2014/main" id="{DA427C70-9C2D-40B4-A76F-7D7019BC3761}"/>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5" name="44-shape-22">
            <a:extLst xmlns:a="http://schemas.openxmlformats.org/drawingml/2006/main">
              <a:ext uri="{FF2B5EF4-FFF2-40B4-BE49-F238E27FC236}">
                <a16:creationId xmlns:a16="http://schemas.microsoft.com/office/drawing/2014/main" id="{83839C70-CE76-4C25-B395-8A67FB3792E4}"/>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26" name="44-text-23">
            <a:extLst xmlns:a="http://schemas.openxmlformats.org/drawingml/2006/main">
              <a:ext uri="{FF2B5EF4-FFF2-40B4-BE49-F238E27FC236}">
                <a16:creationId xmlns:a16="http://schemas.microsoft.com/office/drawing/2014/main" id="{6919EE18-31BF-4B31-899F-CD3DC33E8322}"/>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27" name="44-text-24">
            <a:extLst xmlns:a="http://schemas.openxmlformats.org/drawingml/2006/main">
              <a:ext uri="{FF2B5EF4-FFF2-40B4-BE49-F238E27FC236}">
                <a16:creationId xmlns:a16="http://schemas.microsoft.com/office/drawing/2014/main" id="{3D182117-45EF-409C-AF8C-86B32C33537A}"/>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28" name="narrative-number">
            <a:extLst xmlns:a="http://schemas.openxmlformats.org/drawingml/2006/main">
              <a:ext uri="{FF2B5EF4-FFF2-40B4-BE49-F238E27FC236}">
                <a16:creationId xmlns:a16="http://schemas.microsoft.com/office/drawing/2014/main" id="{E337A7F3-6A83-4ACA-A07D-8EB5DF1BBF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45832807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FE6A0341-8359-4781-9989-7E42FE9C9C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7" name="mini-map"/>
          <p:cNvPicPr>
            <a:picLocks xmlns:a="http://schemas.openxmlformats.org/drawingml/2006/main" noChangeAspect="1"/>
          </p:cNvPicPr>
          <p:nvPr/>
        </p:nvPicPr>
        <p:blipFill>
          <a:blip xmlns:r="http://schemas.openxmlformats.org/officeDocument/2006/relationships" xmlns:a="http://schemas.openxmlformats.org/drawingml/2006/main" r:embed="Rafb1989b82b44b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1" name="slide-title">
            <a:extLst xmlns:a="http://schemas.openxmlformats.org/drawingml/2006/main">
              <a:ext uri="{FF2B5EF4-FFF2-40B4-BE49-F238E27FC236}">
                <a16:creationId xmlns:a16="http://schemas.microsoft.com/office/drawing/2014/main" id="{B033769E-74EE-4825-8ABB-04AE048138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2" name="header-divider">
            <a:extLst xmlns:a="http://schemas.openxmlformats.org/drawingml/2006/main">
              <a:ext uri="{FF2B5EF4-FFF2-40B4-BE49-F238E27FC236}">
                <a16:creationId xmlns:a16="http://schemas.microsoft.com/office/drawing/2014/main" id="{4BD5E1E5-D98E-4DB1-A1CA-1685BC66D2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3" name="45-shape-1">
            <a:extLst xmlns:a="http://schemas.openxmlformats.org/drawingml/2006/main">
              <a:ext uri="{FF2B5EF4-FFF2-40B4-BE49-F238E27FC236}">
                <a16:creationId xmlns:a16="http://schemas.microsoft.com/office/drawing/2014/main" id="{FA531FC5-683A-4671-A937-5E3750E40897}"/>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4" name="45-text-2">
            <a:extLst xmlns:a="http://schemas.openxmlformats.org/drawingml/2006/main">
              <a:ext uri="{FF2B5EF4-FFF2-40B4-BE49-F238E27FC236}">
                <a16:creationId xmlns:a16="http://schemas.microsoft.com/office/drawing/2014/main" id="{9A8F6CA3-6FA1-405B-8CC5-C265C176795C}"/>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35" name="45-text-3">
            <a:extLst xmlns:a="http://schemas.openxmlformats.org/drawingml/2006/main">
              <a:ext uri="{FF2B5EF4-FFF2-40B4-BE49-F238E27FC236}">
                <a16:creationId xmlns:a16="http://schemas.microsoft.com/office/drawing/2014/main" id="{357FF342-C988-48DD-B23D-0067A1B96CE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36" name="45-shape-4">
            <a:extLst xmlns:a="http://schemas.openxmlformats.org/drawingml/2006/main">
              <a:ext uri="{FF2B5EF4-FFF2-40B4-BE49-F238E27FC236}">
                <a16:creationId xmlns:a16="http://schemas.microsoft.com/office/drawing/2014/main" id="{B6124BCE-CF27-43A9-960F-CE8FA838309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37" name="45-text-5">
            <a:extLst xmlns:a="http://schemas.openxmlformats.org/drawingml/2006/main">
              <a:ext uri="{FF2B5EF4-FFF2-40B4-BE49-F238E27FC236}">
                <a16:creationId xmlns:a16="http://schemas.microsoft.com/office/drawing/2014/main" id="{49522292-BEFD-4D99-883A-D15FA1937B5E}"/>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38" name="45-text-6">
            <a:extLst xmlns:a="http://schemas.openxmlformats.org/drawingml/2006/main">
              <a:ext uri="{FF2B5EF4-FFF2-40B4-BE49-F238E27FC236}">
                <a16:creationId xmlns:a16="http://schemas.microsoft.com/office/drawing/2014/main" id="{2901E749-FA30-4A5A-B45A-9DBE95A7F264}"/>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39" name="45-shape-7">
            <a:extLst xmlns:a="http://schemas.openxmlformats.org/drawingml/2006/main">
              <a:ext uri="{FF2B5EF4-FFF2-40B4-BE49-F238E27FC236}">
                <a16:creationId xmlns:a16="http://schemas.microsoft.com/office/drawing/2014/main" id="{3DF99A10-B4DB-43BF-9D47-BE4976B89888}"/>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0" name="45-text-8">
            <a:extLst xmlns:a="http://schemas.openxmlformats.org/drawingml/2006/main">
              <a:ext uri="{FF2B5EF4-FFF2-40B4-BE49-F238E27FC236}">
                <a16:creationId xmlns:a16="http://schemas.microsoft.com/office/drawing/2014/main" id="{6A523860-08CC-4919-98D7-2CDC6C5F2A6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41" name="45-text-9">
            <a:extLst xmlns:a="http://schemas.openxmlformats.org/drawingml/2006/main">
              <a:ext uri="{FF2B5EF4-FFF2-40B4-BE49-F238E27FC236}">
                <a16:creationId xmlns:a16="http://schemas.microsoft.com/office/drawing/2014/main" id="{C8556263-02A3-48FF-8617-67E0DC9EE204}"/>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42" name="45-shape-10">
            <a:extLst xmlns:a="http://schemas.openxmlformats.org/drawingml/2006/main">
              <a:ext uri="{FF2B5EF4-FFF2-40B4-BE49-F238E27FC236}">
                <a16:creationId xmlns:a16="http://schemas.microsoft.com/office/drawing/2014/main" id="{0E7DA15B-6080-4ED2-804C-942B85C83799}"/>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43" name="45-text-11">
            <a:extLst xmlns:a="http://schemas.openxmlformats.org/drawingml/2006/main">
              <a:ext uri="{FF2B5EF4-FFF2-40B4-BE49-F238E27FC236}">
                <a16:creationId xmlns:a16="http://schemas.microsoft.com/office/drawing/2014/main" id="{303312CB-D6FD-433E-B10D-4D3D2FF915C9}"/>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44" name="45-text-12">
            <a:extLst xmlns:a="http://schemas.openxmlformats.org/drawingml/2006/main">
              <a:ext uri="{FF2B5EF4-FFF2-40B4-BE49-F238E27FC236}">
                <a16:creationId xmlns:a16="http://schemas.microsoft.com/office/drawing/2014/main" id="{9A3CF01B-885A-413E-8BFC-F0610271DAF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45" name="narrative-number">
            <a:extLst xmlns:a="http://schemas.openxmlformats.org/drawingml/2006/main">
              <a:ext uri="{FF2B5EF4-FFF2-40B4-BE49-F238E27FC236}">
                <a16:creationId xmlns:a16="http://schemas.microsoft.com/office/drawing/2014/main" id="{161E538F-A6A5-437B-9217-C4561F8C64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418687080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6" name="!!area-name">
            <a:extLst xmlns:a="http://schemas.openxmlformats.org/drawingml/2006/main">
              <a:ext uri="{FF2B5EF4-FFF2-40B4-BE49-F238E27FC236}">
                <a16:creationId xmlns:a16="http://schemas.microsoft.com/office/drawing/2014/main" id="{FB9D3449-A854-4A7A-B99D-8574B87E66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56" name="mini-map"/>
          <p:cNvPicPr>
            <a:picLocks xmlns:a="http://schemas.openxmlformats.org/drawingml/2006/main" noChangeAspect="1"/>
          </p:cNvPicPr>
          <p:nvPr/>
        </p:nvPicPr>
        <p:blipFill>
          <a:blip xmlns:r="http://schemas.openxmlformats.org/officeDocument/2006/relationships" xmlns:a="http://schemas.openxmlformats.org/drawingml/2006/main" r:embed="Rcd9668a7b2804e4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8" name="slide-title">
            <a:extLst xmlns:a="http://schemas.openxmlformats.org/drawingml/2006/main">
              <a:ext uri="{FF2B5EF4-FFF2-40B4-BE49-F238E27FC236}">
                <a16:creationId xmlns:a16="http://schemas.microsoft.com/office/drawing/2014/main" id="{66A44281-4CEC-4DC3-A45F-29B7A0D0F2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49" name="header-divider">
            <a:extLst xmlns:a="http://schemas.openxmlformats.org/drawingml/2006/main">
              <a:ext uri="{FF2B5EF4-FFF2-40B4-BE49-F238E27FC236}">
                <a16:creationId xmlns:a16="http://schemas.microsoft.com/office/drawing/2014/main" id="{E8BBC760-5D6C-469A-ABD9-2102A0A793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0" name="45-text-13">
            <a:extLst xmlns:a="http://schemas.openxmlformats.org/drawingml/2006/main">
              <a:ext uri="{FF2B5EF4-FFF2-40B4-BE49-F238E27FC236}">
                <a16:creationId xmlns:a16="http://schemas.microsoft.com/office/drawing/2014/main" id="{8BDD35D3-4CD2-42E7-98BE-377ADC89961A}"/>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51" name="45-text-14">
            <a:extLst xmlns:a="http://schemas.openxmlformats.org/drawingml/2006/main">
              <a:ext uri="{FF2B5EF4-FFF2-40B4-BE49-F238E27FC236}">
                <a16:creationId xmlns:a16="http://schemas.microsoft.com/office/drawing/2014/main" id="{3B931E63-E544-47F5-BE3C-96D88C5244EB}"/>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52" name="45-text-15">
            <a:extLst xmlns:a="http://schemas.openxmlformats.org/drawingml/2006/main">
              <a:ext uri="{FF2B5EF4-FFF2-40B4-BE49-F238E27FC236}">
                <a16:creationId xmlns:a16="http://schemas.microsoft.com/office/drawing/2014/main" id="{7171A835-D946-4CAC-BAB0-C68374C044C3}"/>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62"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54" name="narrative-number">
            <a:extLst xmlns:a="http://schemas.openxmlformats.org/drawingml/2006/main">
              <a:ext uri="{FF2B5EF4-FFF2-40B4-BE49-F238E27FC236}">
                <a16:creationId xmlns:a16="http://schemas.microsoft.com/office/drawing/2014/main" id="{576829D1-6649-4BE9-B347-3F3BBFEA50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295282945"/>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5" name="slide-title">
            <a:extLst xmlns:a="http://schemas.openxmlformats.org/drawingml/2006/main">
              <a:ext uri="{FF2B5EF4-FFF2-40B4-BE49-F238E27FC236}">
                <a16:creationId xmlns:a16="http://schemas.microsoft.com/office/drawing/2014/main" id="{98C9A646-57DB-4EB6-A8A4-6585054D8FEF}"/>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56" name="header-divider">
            <a:extLst xmlns:a="http://schemas.openxmlformats.org/drawingml/2006/main">
              <a:ext uri="{FF2B5EF4-FFF2-40B4-BE49-F238E27FC236}">
                <a16:creationId xmlns:a16="http://schemas.microsoft.com/office/drawing/2014/main" id="{A8A9A8BA-6D09-475D-BD4B-A0311C0A585A}"/>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7" name="46-text-1">
            <a:extLst xmlns:a="http://schemas.openxmlformats.org/drawingml/2006/main">
              <a:ext uri="{FF2B5EF4-FFF2-40B4-BE49-F238E27FC236}">
                <a16:creationId xmlns:a16="http://schemas.microsoft.com/office/drawing/2014/main" id="{E5B5533C-AEC9-428F-8231-D6714836B2F8}"/>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58" name="46-text-2">
            <a:extLst xmlns:a="http://schemas.openxmlformats.org/drawingml/2006/main">
              <a:ext uri="{FF2B5EF4-FFF2-40B4-BE49-F238E27FC236}">
                <a16:creationId xmlns:a16="http://schemas.microsoft.com/office/drawing/2014/main" id="{E0C36BD8-944C-47FB-BF06-23AEA9B94D8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59" name="46-text-3">
            <a:extLst xmlns:a="http://schemas.openxmlformats.org/drawingml/2006/main">
              <a:ext uri="{FF2B5EF4-FFF2-40B4-BE49-F238E27FC236}">
                <a16:creationId xmlns:a16="http://schemas.microsoft.com/office/drawing/2014/main" id="{1BE59300-14DA-4EAC-9187-2EB4531ED0B8}"/>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60" name="46-text-4">
            <a:extLst xmlns:a="http://schemas.openxmlformats.org/drawingml/2006/main">
              <a:ext uri="{FF2B5EF4-FFF2-40B4-BE49-F238E27FC236}">
                <a16:creationId xmlns:a16="http://schemas.microsoft.com/office/drawing/2014/main" id="{8A124740-CF0D-4E29-95B8-EF2BABD935A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61" name="46-text-5">
            <a:extLst xmlns:a="http://schemas.openxmlformats.org/drawingml/2006/main">
              <a:ext uri="{FF2B5EF4-FFF2-40B4-BE49-F238E27FC236}">
                <a16:creationId xmlns:a16="http://schemas.microsoft.com/office/drawing/2014/main" id="{F9990172-B729-43D1-9B0E-EFA5CFCC35A3}"/>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62" name="46-text-6">
            <a:extLst xmlns:a="http://schemas.openxmlformats.org/drawingml/2006/main">
              <a:ext uri="{FF2B5EF4-FFF2-40B4-BE49-F238E27FC236}">
                <a16:creationId xmlns:a16="http://schemas.microsoft.com/office/drawing/2014/main" id="{929DB9C9-31CA-4182-B13B-596A2BD81C84}"/>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63" name="46-text-7">
            <a:extLst xmlns:a="http://schemas.openxmlformats.org/drawingml/2006/main">
              <a:ext uri="{FF2B5EF4-FFF2-40B4-BE49-F238E27FC236}">
                <a16:creationId xmlns:a16="http://schemas.microsoft.com/office/drawing/2014/main" id="{6DAD6B87-EC54-4A50-9730-E1962DAEE708}"/>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64" name="46-text-8">
            <a:extLst xmlns:a="http://schemas.openxmlformats.org/drawingml/2006/main">
              <a:ext uri="{FF2B5EF4-FFF2-40B4-BE49-F238E27FC236}">
                <a16:creationId xmlns:a16="http://schemas.microsoft.com/office/drawing/2014/main" id="{B20A9470-4F95-406A-8A50-6EE7EC00AA2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65" name="46-text-9">
            <a:extLst xmlns:a="http://schemas.openxmlformats.org/drawingml/2006/main">
              <a:ext uri="{FF2B5EF4-FFF2-40B4-BE49-F238E27FC236}">
                <a16:creationId xmlns:a16="http://schemas.microsoft.com/office/drawing/2014/main" id="{8E9BC086-05C9-4E10-B20B-7A2F13194F3B}"/>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66" name="46-text-10">
            <a:extLst xmlns:a="http://schemas.openxmlformats.org/drawingml/2006/main">
              <a:ext uri="{FF2B5EF4-FFF2-40B4-BE49-F238E27FC236}">
                <a16:creationId xmlns:a16="http://schemas.microsoft.com/office/drawing/2014/main" id="{AF1E8350-D047-4E2B-9443-CC07B9D7138E}"/>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67" name="46-text-11">
            <a:extLst xmlns:a="http://schemas.openxmlformats.org/drawingml/2006/main">
              <a:ext uri="{FF2B5EF4-FFF2-40B4-BE49-F238E27FC236}">
                <a16:creationId xmlns:a16="http://schemas.microsoft.com/office/drawing/2014/main" id="{D919A732-C008-47C7-A71D-E3500072F11E}"/>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68" name="46-text-12">
            <a:extLst xmlns:a="http://schemas.openxmlformats.org/drawingml/2006/main">
              <a:ext uri="{FF2B5EF4-FFF2-40B4-BE49-F238E27FC236}">
                <a16:creationId xmlns:a16="http://schemas.microsoft.com/office/drawing/2014/main" id="{4815423C-1F90-4144-A9BF-F9BC83F4CE9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69" name="narrative-number">
            <a:extLst xmlns:a="http://schemas.openxmlformats.org/drawingml/2006/main">
              <a:ext uri="{FF2B5EF4-FFF2-40B4-BE49-F238E27FC236}">
                <a16:creationId xmlns:a16="http://schemas.microsoft.com/office/drawing/2014/main" id="{C447513B-AFD1-40F7-88EA-2936D750CE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51679451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47-text-1">
            <a:extLst xmlns:a="http://schemas.openxmlformats.org/drawingml/2006/main">
              <a:ext uri="{FF2B5EF4-FFF2-40B4-BE49-F238E27FC236}">
                <a16:creationId xmlns:a16="http://schemas.microsoft.com/office/drawing/2014/main" id="{96188321-4DF0-47FF-95EC-3317ADF2B4F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1" name="47-text-2">
            <a:extLst xmlns:a="http://schemas.openxmlformats.org/drawingml/2006/main">
              <a:ext uri="{FF2B5EF4-FFF2-40B4-BE49-F238E27FC236}">
                <a16:creationId xmlns:a16="http://schemas.microsoft.com/office/drawing/2014/main" id="{1B399C87-D105-4F67-877D-8451CEE120D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2" name="47-text-3">
            <a:extLst xmlns:a="http://schemas.openxmlformats.org/drawingml/2006/main">
              <a:ext uri="{FF2B5EF4-FFF2-40B4-BE49-F238E27FC236}">
                <a16:creationId xmlns:a16="http://schemas.microsoft.com/office/drawing/2014/main" id="{7134E62A-D709-47E4-86F1-C81ABB3EE41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3" name="narrative-number">
            <a:extLst xmlns:a="http://schemas.openxmlformats.org/drawingml/2006/main">
              <a:ext uri="{FF2B5EF4-FFF2-40B4-BE49-F238E27FC236}">
                <a16:creationId xmlns:a16="http://schemas.microsoft.com/office/drawing/2014/main" id="{7B8A54C0-EC2C-4A84-9083-E623C829D5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428876054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2026-09-16T18:04:41.4760000Z</dcterms:created>
  <dcterms:modified xsi:type="dcterms:W3CDTF">2026-09-16T18:04:41.4760000Z</dcterms:modified>
</coreProperties>
</file>