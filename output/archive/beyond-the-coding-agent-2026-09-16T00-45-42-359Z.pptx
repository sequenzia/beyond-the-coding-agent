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da3d566d9a404b" /><Relationship Type="http://schemas.openxmlformats.org/officeDocument/2006/relationships/extended-properties" Target="/docProps/app.xml" Id="R25a951833fa546a9" /><Relationship Type="http://schemas.openxmlformats.org/officeDocument/2006/relationships/officeDocument" Target="/ppt/presentation.xml" Id="R73db744faeca48d2"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52c76f956bc44979"/>
    <p:sldMasterId xmlns:r="http://schemas.openxmlformats.org/officeDocument/2006/relationships" id="2147483650" r:id="Ra2f48044209b4b96"/>
  </p:sldMasterIdLst>
  <p:notesMasterIdLst>
    <p:notesMasterId xmlns:r="http://schemas.openxmlformats.org/officeDocument/2006/relationships" r:id="R04f382340de6432d"/>
  </p:notesMasterIdLst>
  <p:sldIdLst>
    <p:sldId xmlns:r="http://schemas.openxmlformats.org/officeDocument/2006/relationships" id="256" r:id="Rc69c05f0e1af436a"/>
    <p:sldId xmlns:r="http://schemas.openxmlformats.org/officeDocument/2006/relationships" id="257" r:id="R4d6a026b90cb4347"/>
    <p:sldId xmlns:r="http://schemas.openxmlformats.org/officeDocument/2006/relationships" id="258" r:id="R8ae2d186116e4740"/>
    <p:sldId xmlns:r="http://schemas.openxmlformats.org/officeDocument/2006/relationships" id="259" r:id="R3b05fc5867ec4722"/>
    <p:sldId xmlns:r="http://schemas.openxmlformats.org/officeDocument/2006/relationships" id="260" r:id="R0aa78cfc4d084e36"/>
    <p:sldId xmlns:r="http://schemas.openxmlformats.org/officeDocument/2006/relationships" id="261" r:id="R49e7b18533754b7d"/>
    <p:sldId xmlns:r="http://schemas.openxmlformats.org/officeDocument/2006/relationships" id="262" r:id="Rc7759f4ae7cf41ab"/>
    <p:sldId xmlns:r="http://schemas.openxmlformats.org/officeDocument/2006/relationships" id="263" r:id="R1da4063939b04903"/>
    <p:sldId xmlns:r="http://schemas.openxmlformats.org/officeDocument/2006/relationships" id="264" r:id="R503b70d3a2c14d0a"/>
    <p:sldId xmlns:r="http://schemas.openxmlformats.org/officeDocument/2006/relationships" id="265" r:id="Rae36664945b8472d"/>
    <p:sldId xmlns:r="http://schemas.openxmlformats.org/officeDocument/2006/relationships" id="266" r:id="R0ec12bdb1d214619"/>
    <p:sldId xmlns:r="http://schemas.openxmlformats.org/officeDocument/2006/relationships" id="267" r:id="R2b12592376aa4e29"/>
    <p:sldId xmlns:r="http://schemas.openxmlformats.org/officeDocument/2006/relationships" id="268" r:id="R1fbed702e65141cf"/>
    <p:sldId xmlns:r="http://schemas.openxmlformats.org/officeDocument/2006/relationships" id="269" r:id="R39a5edc6f4a544be"/>
    <p:sldId xmlns:r="http://schemas.openxmlformats.org/officeDocument/2006/relationships" id="270" r:id="R931c6a15f1394df1"/>
    <p:sldId xmlns:r="http://schemas.openxmlformats.org/officeDocument/2006/relationships" id="271" r:id="Rb4dca4d6a4f940c6"/>
    <p:sldId xmlns:r="http://schemas.openxmlformats.org/officeDocument/2006/relationships" id="272" r:id="R1403b66b7ed84748"/>
    <p:sldId xmlns:r="http://schemas.openxmlformats.org/officeDocument/2006/relationships" id="273" r:id="R9a4dd089b2794557"/>
    <p:sldId xmlns:r="http://schemas.openxmlformats.org/officeDocument/2006/relationships" id="274" r:id="Rc83fda70a8f24690"/>
    <p:sldId xmlns:r="http://schemas.openxmlformats.org/officeDocument/2006/relationships" id="275" r:id="Rae80205c98d04730"/>
    <p:sldId xmlns:r="http://schemas.openxmlformats.org/officeDocument/2006/relationships" id="276" r:id="Rcb009394ceba4d06"/>
    <p:sldId xmlns:r="http://schemas.openxmlformats.org/officeDocument/2006/relationships" id="277" r:id="Ra925aa64072e433b"/>
    <p:sldId xmlns:r="http://schemas.openxmlformats.org/officeDocument/2006/relationships" id="278" r:id="R406f4a28ffd24332"/>
    <p:sldId xmlns:r="http://schemas.openxmlformats.org/officeDocument/2006/relationships" id="279" r:id="R164270a03e504b26"/>
    <p:sldId xmlns:r="http://schemas.openxmlformats.org/officeDocument/2006/relationships" id="280" r:id="Rf99f58e94fce4deb"/>
    <p:sldId xmlns:r="http://schemas.openxmlformats.org/officeDocument/2006/relationships" id="281" r:id="R972222b30e1e4927"/>
    <p:sldId xmlns:r="http://schemas.openxmlformats.org/officeDocument/2006/relationships" id="282" r:id="R7c357ee5e3124227"/>
    <p:sldId xmlns:r="http://schemas.openxmlformats.org/officeDocument/2006/relationships" id="283" r:id="R993bd47aec324243"/>
    <p:sldId xmlns:r="http://schemas.openxmlformats.org/officeDocument/2006/relationships" id="284" r:id="R59e8aa2628154b15"/>
    <p:sldId xmlns:r="http://schemas.openxmlformats.org/officeDocument/2006/relationships" id="285" r:id="Rf97c9a734bfc4053"/>
    <p:sldId xmlns:r="http://schemas.openxmlformats.org/officeDocument/2006/relationships" id="286" r:id="R599963867deb483a"/>
    <p:sldId xmlns:r="http://schemas.openxmlformats.org/officeDocument/2006/relationships" id="287" r:id="R406f89641cdd42f8"/>
    <p:sldId xmlns:r="http://schemas.openxmlformats.org/officeDocument/2006/relationships" id="288" r:id="Rde3fc32729804855"/>
    <p:sldId xmlns:r="http://schemas.openxmlformats.org/officeDocument/2006/relationships" id="289" r:id="R5d6d0f9b76b64001"/>
    <p:sldId xmlns:r="http://schemas.openxmlformats.org/officeDocument/2006/relationships" id="290" r:id="Ra7d03681b80948cb"/>
    <p:sldId xmlns:r="http://schemas.openxmlformats.org/officeDocument/2006/relationships" id="291" r:id="Rd130a078e66946bc"/>
    <p:sldId xmlns:r="http://schemas.openxmlformats.org/officeDocument/2006/relationships" id="292" r:id="Rf7b022d8699540f9"/>
    <p:sldId xmlns:r="http://schemas.openxmlformats.org/officeDocument/2006/relationships" id="293" r:id="R1440b2a0e9774d36"/>
    <p:sldId xmlns:r="http://schemas.openxmlformats.org/officeDocument/2006/relationships" id="294" r:id="R7b8f24a6ab5e41ea"/>
    <p:sldId xmlns:r="http://schemas.openxmlformats.org/officeDocument/2006/relationships" id="295" r:id="R627648b7b3844e6e"/>
    <p:sldId xmlns:r="http://schemas.openxmlformats.org/officeDocument/2006/relationships" id="296" r:id="R1635f80bcbc44299"/>
    <p:sldId xmlns:r="http://schemas.openxmlformats.org/officeDocument/2006/relationships" id="297" r:id="Raf41bf2049134fdb"/>
    <p:sldId xmlns:r="http://schemas.openxmlformats.org/officeDocument/2006/relationships" id="298" r:id="R92dbb5e44ce54f62"/>
    <p:sldId xmlns:r="http://schemas.openxmlformats.org/officeDocument/2006/relationships" id="299" r:id="R7639724ba97e40cc"/>
    <p:sldId xmlns:r="http://schemas.openxmlformats.org/officeDocument/2006/relationships" id="300" r:id="Rbecc5eebe66c401c"/>
    <p:sldId xmlns:r="http://schemas.openxmlformats.org/officeDocument/2006/relationships" id="301" r:id="Ra7d163ebfdc543e2"/>
    <p:sldId xmlns:r="http://schemas.openxmlformats.org/officeDocument/2006/relationships" id="302" r:id="Ra93a5174ba17412e"/>
    <p:sldId xmlns:r="http://schemas.openxmlformats.org/officeDocument/2006/relationships" id="303" r:id="R062ca022eabc413a"/>
    <p:sldId xmlns:r="http://schemas.openxmlformats.org/officeDocument/2006/relationships" id="304" r:id="Rf1c478338fe341f0"/>
    <p:sldId xmlns:r="http://schemas.openxmlformats.org/officeDocument/2006/relationships" id="305" r:id="R4d7b49d88f9e4dbc"/>
    <p:sldId xmlns:r="http://schemas.openxmlformats.org/officeDocument/2006/relationships" id="306" r:id="Ra17c6d62294940a0"/>
    <p:sldId xmlns:r="http://schemas.openxmlformats.org/officeDocument/2006/relationships" id="307" r:id="Racf006ff9b554779"/>
    <p:sldId xmlns:r="http://schemas.openxmlformats.org/officeDocument/2006/relationships" id="308" r:id="R6911fdcd19e94db1"/>
    <p:sldId xmlns:r="http://schemas.openxmlformats.org/officeDocument/2006/relationships" id="309" r:id="R84b28bf36a574999"/>
    <p:sldId xmlns:r="http://schemas.openxmlformats.org/officeDocument/2006/relationships" id="310" r:id="R837a462589d54ab3"/>
    <p:sldId xmlns:r="http://schemas.openxmlformats.org/officeDocument/2006/relationships" id="311" r:id="R22c18de9fb574461"/>
    <p:sldId xmlns:r="http://schemas.openxmlformats.org/officeDocument/2006/relationships" id="312" r:id="Rc8c12133098c4a90"/>
    <p:sldId xmlns:r="http://schemas.openxmlformats.org/officeDocument/2006/relationships" id="313" r:id="R95ab3cded96645fc"/>
    <p:sldId xmlns:r="http://schemas.openxmlformats.org/officeDocument/2006/relationships" id="314" r:id="R54474e5de341444f"/>
    <p:sldId xmlns:r="http://schemas.openxmlformats.org/officeDocument/2006/relationships" id="315" r:id="R30972255084d4c84"/>
    <p:sldId xmlns:r="http://schemas.openxmlformats.org/officeDocument/2006/relationships" id="316" r:id="R6037eb4d9866482e"/>
    <p:sldId xmlns:r="http://schemas.openxmlformats.org/officeDocument/2006/relationships" id="317" r:id="Ra09b49094fc14d7a"/>
    <p:sldId xmlns:r="http://schemas.openxmlformats.org/officeDocument/2006/relationships" id="318" r:id="R16f0bce56f70429c"/>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d4cdb48a51409b" /><Relationship Type="http://schemas.openxmlformats.org/officeDocument/2006/relationships/slideMaster" Target="/ppt/slideMasters/slideMaster1.xml" Id="R52c76f956bc44979" /><Relationship Type="http://schemas.openxmlformats.org/officeDocument/2006/relationships/slideMaster" Target="/ppt/slideMasters/slideMaster2.xml" Id="Ra2f48044209b4b96" /><Relationship Type="http://schemas.openxmlformats.org/officeDocument/2006/relationships/notesMaster" Target="/ppt/notesMasters/notesMaster1.xml" Id="R04f382340de6432d" /><Relationship Type="http://schemas.openxmlformats.org/officeDocument/2006/relationships/presProps" Target="/ppt/presProps.xml" Id="Rec17bbefd6bf41cc" /><Relationship Type="http://schemas.openxmlformats.org/officeDocument/2006/relationships/tableStyles" Target="/ppt/tableStyles.xml" Id="R7b4a45c619da48ab" /><Relationship Type="http://schemas.openxmlformats.org/officeDocument/2006/relationships/slide" Target="/ppt/slides/slide1.xml" Id="Rc69c05f0e1af436a" /><Relationship Type="http://schemas.openxmlformats.org/officeDocument/2006/relationships/slide" Target="/ppt/slides/slide2.xml" Id="R4d6a026b90cb4347" /><Relationship Type="http://schemas.openxmlformats.org/officeDocument/2006/relationships/slide" Target="/ppt/slides/slide3.xml" Id="R8ae2d186116e4740" /><Relationship Type="http://schemas.openxmlformats.org/officeDocument/2006/relationships/slide" Target="/ppt/slides/slide4.xml" Id="R3b05fc5867ec4722" /><Relationship Type="http://schemas.openxmlformats.org/officeDocument/2006/relationships/slide" Target="/ppt/slides/slide5.xml" Id="R0aa78cfc4d084e36" /><Relationship Type="http://schemas.openxmlformats.org/officeDocument/2006/relationships/slide" Target="/ppt/slides/slide6.xml" Id="R49e7b18533754b7d" /><Relationship Type="http://schemas.openxmlformats.org/officeDocument/2006/relationships/slide" Target="/ppt/slides/slide7.xml" Id="Rc7759f4ae7cf41ab" /><Relationship Type="http://schemas.openxmlformats.org/officeDocument/2006/relationships/slide" Target="/ppt/slides/slide8.xml" Id="R1da4063939b04903" /><Relationship Type="http://schemas.openxmlformats.org/officeDocument/2006/relationships/slide" Target="/ppt/slides/slide9.xml" Id="R503b70d3a2c14d0a" /><Relationship Type="http://schemas.openxmlformats.org/officeDocument/2006/relationships/slide" Target="/ppt/slides/slide10.xml" Id="Rae36664945b8472d" /><Relationship Type="http://schemas.openxmlformats.org/officeDocument/2006/relationships/slide" Target="/ppt/slides/slide11.xml" Id="R0ec12bdb1d214619" /><Relationship Type="http://schemas.openxmlformats.org/officeDocument/2006/relationships/slide" Target="/ppt/slides/slide12.xml" Id="R2b12592376aa4e29" /><Relationship Type="http://schemas.openxmlformats.org/officeDocument/2006/relationships/slide" Target="/ppt/slides/slide13.xml" Id="R1fbed702e65141cf" /><Relationship Type="http://schemas.openxmlformats.org/officeDocument/2006/relationships/slide" Target="/ppt/slides/slide14.xml" Id="R39a5edc6f4a544be" /><Relationship Type="http://schemas.openxmlformats.org/officeDocument/2006/relationships/slide" Target="/ppt/slides/slide15.xml" Id="R931c6a15f1394df1" /><Relationship Type="http://schemas.openxmlformats.org/officeDocument/2006/relationships/slide" Target="/ppt/slides/slide16.xml" Id="Rb4dca4d6a4f940c6" /><Relationship Type="http://schemas.openxmlformats.org/officeDocument/2006/relationships/slide" Target="/ppt/slides/slide17.xml" Id="R1403b66b7ed84748" /><Relationship Type="http://schemas.openxmlformats.org/officeDocument/2006/relationships/slide" Target="/ppt/slides/slide18.xml" Id="R9a4dd089b2794557" /><Relationship Type="http://schemas.openxmlformats.org/officeDocument/2006/relationships/slide" Target="/ppt/slides/slide19.xml" Id="Rc83fda70a8f24690" /><Relationship Type="http://schemas.openxmlformats.org/officeDocument/2006/relationships/slide" Target="/ppt/slides/slide20.xml" Id="Rae80205c98d04730" /><Relationship Type="http://schemas.openxmlformats.org/officeDocument/2006/relationships/slide" Target="/ppt/slides/slide21.xml" Id="Rcb009394ceba4d06" /><Relationship Type="http://schemas.openxmlformats.org/officeDocument/2006/relationships/slide" Target="/ppt/slides/slide22.xml" Id="Ra925aa64072e433b" /><Relationship Type="http://schemas.openxmlformats.org/officeDocument/2006/relationships/slide" Target="/ppt/slides/slide23.xml" Id="R406f4a28ffd24332" /><Relationship Type="http://schemas.openxmlformats.org/officeDocument/2006/relationships/slide" Target="/ppt/slides/slide24.xml" Id="R164270a03e504b26" /><Relationship Type="http://schemas.openxmlformats.org/officeDocument/2006/relationships/slide" Target="/ppt/slides/slide25.xml" Id="Rf99f58e94fce4deb" /><Relationship Type="http://schemas.openxmlformats.org/officeDocument/2006/relationships/slide" Target="/ppt/slides/slide26.xml" Id="R972222b30e1e4927" /><Relationship Type="http://schemas.openxmlformats.org/officeDocument/2006/relationships/slide" Target="/ppt/slides/slide27.xml" Id="R7c357ee5e3124227" /><Relationship Type="http://schemas.openxmlformats.org/officeDocument/2006/relationships/slide" Target="/ppt/slides/slide28.xml" Id="R993bd47aec324243" /><Relationship Type="http://schemas.openxmlformats.org/officeDocument/2006/relationships/slide" Target="/ppt/slides/slide29.xml" Id="R59e8aa2628154b15" /><Relationship Type="http://schemas.openxmlformats.org/officeDocument/2006/relationships/slide" Target="/ppt/slides/slide30.xml" Id="Rf97c9a734bfc4053" /><Relationship Type="http://schemas.openxmlformats.org/officeDocument/2006/relationships/slide" Target="/ppt/slides/slide31.xml" Id="R599963867deb483a" /><Relationship Type="http://schemas.openxmlformats.org/officeDocument/2006/relationships/slide" Target="/ppt/slides/slide32.xml" Id="R406f89641cdd42f8" /><Relationship Type="http://schemas.openxmlformats.org/officeDocument/2006/relationships/slide" Target="/ppt/slides/slide33.xml" Id="Rde3fc32729804855" /><Relationship Type="http://schemas.openxmlformats.org/officeDocument/2006/relationships/slide" Target="/ppt/slides/slide34.xml" Id="R5d6d0f9b76b64001" /><Relationship Type="http://schemas.openxmlformats.org/officeDocument/2006/relationships/slide" Target="/ppt/slides/slide35.xml" Id="Ra7d03681b80948cb" /><Relationship Type="http://schemas.openxmlformats.org/officeDocument/2006/relationships/slide" Target="/ppt/slides/slide36.xml" Id="Rd130a078e66946bc" /><Relationship Type="http://schemas.openxmlformats.org/officeDocument/2006/relationships/slide" Target="/ppt/slides/slide37.xml" Id="Rf7b022d8699540f9" /><Relationship Type="http://schemas.openxmlformats.org/officeDocument/2006/relationships/slide" Target="/ppt/slides/slide38.xml" Id="R1440b2a0e9774d36" /><Relationship Type="http://schemas.openxmlformats.org/officeDocument/2006/relationships/slide" Target="/ppt/slides/slide39.xml" Id="R7b8f24a6ab5e41ea" /><Relationship Type="http://schemas.openxmlformats.org/officeDocument/2006/relationships/slide" Target="/ppt/slides/slide40.xml" Id="R627648b7b3844e6e" /><Relationship Type="http://schemas.openxmlformats.org/officeDocument/2006/relationships/slide" Target="/ppt/slides/slide41.xml" Id="R1635f80bcbc44299" /><Relationship Type="http://schemas.openxmlformats.org/officeDocument/2006/relationships/slide" Target="/ppt/slides/slide42.xml" Id="Raf41bf2049134fdb" /><Relationship Type="http://schemas.openxmlformats.org/officeDocument/2006/relationships/slide" Target="/ppt/slides/slide43.xml" Id="R92dbb5e44ce54f62" /><Relationship Type="http://schemas.openxmlformats.org/officeDocument/2006/relationships/slide" Target="/ppt/slides/slide44.xml" Id="R7639724ba97e40cc" /><Relationship Type="http://schemas.openxmlformats.org/officeDocument/2006/relationships/slide" Target="/ppt/slides/slide45.xml" Id="Rbecc5eebe66c401c" /><Relationship Type="http://schemas.openxmlformats.org/officeDocument/2006/relationships/slide" Target="/ppt/slides/slide46.xml" Id="Ra7d163ebfdc543e2" /><Relationship Type="http://schemas.openxmlformats.org/officeDocument/2006/relationships/slide" Target="/ppt/slides/slide47.xml" Id="Ra93a5174ba17412e" /><Relationship Type="http://schemas.openxmlformats.org/officeDocument/2006/relationships/slide" Target="/ppt/slides/slide48.xml" Id="R062ca022eabc413a" /><Relationship Type="http://schemas.openxmlformats.org/officeDocument/2006/relationships/slide" Target="/ppt/slides/slide49.xml" Id="Rf1c478338fe341f0" /><Relationship Type="http://schemas.openxmlformats.org/officeDocument/2006/relationships/slide" Target="/ppt/slides/slide50.xml" Id="R4d7b49d88f9e4dbc" /><Relationship Type="http://schemas.openxmlformats.org/officeDocument/2006/relationships/slide" Target="/ppt/slides/slide51.xml" Id="Ra17c6d62294940a0" /><Relationship Type="http://schemas.openxmlformats.org/officeDocument/2006/relationships/slide" Target="/ppt/slides/slide52.xml" Id="Racf006ff9b554779" /><Relationship Type="http://schemas.openxmlformats.org/officeDocument/2006/relationships/slide" Target="/ppt/slides/slide53.xml" Id="R6911fdcd19e94db1" /><Relationship Type="http://schemas.openxmlformats.org/officeDocument/2006/relationships/slide" Target="/ppt/slides/slide54.xml" Id="R84b28bf36a574999" /><Relationship Type="http://schemas.openxmlformats.org/officeDocument/2006/relationships/slide" Target="/ppt/slides/slide55.xml" Id="R837a462589d54ab3" /><Relationship Type="http://schemas.openxmlformats.org/officeDocument/2006/relationships/slide" Target="/ppt/slides/slide56.xml" Id="R22c18de9fb574461" /><Relationship Type="http://schemas.openxmlformats.org/officeDocument/2006/relationships/slide" Target="/ppt/slides/slide57.xml" Id="Rc8c12133098c4a90" /><Relationship Type="http://schemas.openxmlformats.org/officeDocument/2006/relationships/slide" Target="/ppt/slides/slide58.xml" Id="R95ab3cded96645fc" /><Relationship Type="http://schemas.openxmlformats.org/officeDocument/2006/relationships/slide" Target="/ppt/slides/slide59.xml" Id="R54474e5de341444f" /><Relationship Type="http://schemas.openxmlformats.org/officeDocument/2006/relationships/slide" Target="/ppt/slides/slide60.xml" Id="R30972255084d4c84" /><Relationship Type="http://schemas.openxmlformats.org/officeDocument/2006/relationships/slide" Target="/ppt/slides/slide61.xml" Id="R6037eb4d9866482e" /><Relationship Type="http://schemas.openxmlformats.org/officeDocument/2006/relationships/slide" Target="/ppt/slides/slide62.xml" Id="Ra09b49094fc14d7a" /><Relationship Type="http://schemas.openxmlformats.org/officeDocument/2006/relationships/slide" Target="/ppt/slides/slide63.xml" Id="R16f0bce56f7042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850872f628a44f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52d48162644578" /><Relationship Type="http://schemas.openxmlformats.org/officeDocument/2006/relationships/notesMaster" Target="/ppt/notesMasters/notesMaster1.xml" Id="R3d3acfcc726041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477fb5970e4b40" /><Relationship Type="http://schemas.openxmlformats.org/officeDocument/2006/relationships/notesMaster" Target="/ppt/notesMasters/notesMaster1.xml" Id="R3e29b876c1ec48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f682e3c765431c" /><Relationship Type="http://schemas.openxmlformats.org/officeDocument/2006/relationships/notesMaster" Target="/ppt/notesMasters/notesMaster1.xml" Id="R418ab284a1d44a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a00f51247c4334" /><Relationship Type="http://schemas.openxmlformats.org/officeDocument/2006/relationships/notesMaster" Target="/ppt/notesMasters/notesMaster1.xml" Id="Rf5b4c2f9cc0241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214e541f7c41bf" /><Relationship Type="http://schemas.openxmlformats.org/officeDocument/2006/relationships/notesMaster" Target="/ppt/notesMasters/notesMaster1.xml" Id="R1020300e7a8a40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9441e0acd6419c" /><Relationship Type="http://schemas.openxmlformats.org/officeDocument/2006/relationships/notesMaster" Target="/ppt/notesMasters/notesMaster1.xml" Id="Re93e144860b748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dca445f06e4d71" /><Relationship Type="http://schemas.openxmlformats.org/officeDocument/2006/relationships/notesMaster" Target="/ppt/notesMasters/notesMaster1.xml" Id="R1cd24ad524f144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3dee55c21a4550" /><Relationship Type="http://schemas.openxmlformats.org/officeDocument/2006/relationships/notesMaster" Target="/ppt/notesMasters/notesMaster1.xml" Id="Ra525e6e31a2440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a397f6e66f4ea5" /><Relationship Type="http://schemas.openxmlformats.org/officeDocument/2006/relationships/notesMaster" Target="/ppt/notesMasters/notesMaster1.xml" Id="Rb1506775c1a446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050b812d8e4748" /><Relationship Type="http://schemas.openxmlformats.org/officeDocument/2006/relationships/notesMaster" Target="/ppt/notesMasters/notesMaster1.xml" Id="R1395fd21adc64d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6e7ce360f94762" /><Relationship Type="http://schemas.openxmlformats.org/officeDocument/2006/relationships/notesMaster" Target="/ppt/notesMasters/notesMaster1.xml" Id="R3cb74bf1649449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85821c401c44a9" /><Relationship Type="http://schemas.openxmlformats.org/officeDocument/2006/relationships/notesMaster" Target="/ppt/notesMasters/notesMaster1.xml" Id="R8aa8241b23ca48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8a4a4846ea4c97" /><Relationship Type="http://schemas.openxmlformats.org/officeDocument/2006/relationships/notesMaster" Target="/ppt/notesMasters/notesMaster1.xml" Id="Rafd676e5cb564d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e57454d7d64beb" /><Relationship Type="http://schemas.openxmlformats.org/officeDocument/2006/relationships/notesMaster" Target="/ppt/notesMasters/notesMaster1.xml" Id="R640e6ea719894e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a568a1fc6947eb" /><Relationship Type="http://schemas.openxmlformats.org/officeDocument/2006/relationships/notesMaster" Target="/ppt/notesMasters/notesMaster1.xml" Id="R9e6306f667154da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4d13a782314db5" /><Relationship Type="http://schemas.openxmlformats.org/officeDocument/2006/relationships/notesMaster" Target="/ppt/notesMasters/notesMaster1.xml" Id="Rd8608aafa8674c8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80d59d2c90464e" /><Relationship Type="http://schemas.openxmlformats.org/officeDocument/2006/relationships/notesMaster" Target="/ppt/notesMasters/notesMaster1.xml" Id="Rf4212a6531dc4be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b4ff6eda37d4371" /><Relationship Type="http://schemas.openxmlformats.org/officeDocument/2006/relationships/notesMaster" Target="/ppt/notesMasters/notesMaster1.xml" Id="Rc93c51dbbf35465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69e7a36530544cc" /><Relationship Type="http://schemas.openxmlformats.org/officeDocument/2006/relationships/notesMaster" Target="/ppt/notesMasters/notesMaster1.xml" Id="R337adb0e77514bb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c44fca3fd7d4437" /><Relationship Type="http://schemas.openxmlformats.org/officeDocument/2006/relationships/notesMaster" Target="/ppt/notesMasters/notesMaster1.xml" Id="R9fc460ae4b9c406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155f78a77ad4e7c" /><Relationship Type="http://schemas.openxmlformats.org/officeDocument/2006/relationships/notesMaster" Target="/ppt/notesMasters/notesMaster1.xml" Id="R681484876021454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6aab92180d04f4a" /><Relationship Type="http://schemas.openxmlformats.org/officeDocument/2006/relationships/notesMaster" Target="/ppt/notesMasters/notesMaster1.xml" Id="R35e8b6c3e3514f3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de75f8541b54928" /><Relationship Type="http://schemas.openxmlformats.org/officeDocument/2006/relationships/notesMaster" Target="/ppt/notesMasters/notesMaster1.xml" Id="R7a517c5512154b4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327d556591f4b2f" /><Relationship Type="http://schemas.openxmlformats.org/officeDocument/2006/relationships/notesMaster" Target="/ppt/notesMasters/notesMaster1.xml" Id="R7d682ae20435479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bc0c70d75f143e3" /><Relationship Type="http://schemas.openxmlformats.org/officeDocument/2006/relationships/notesMaster" Target="/ppt/notesMasters/notesMaster1.xml" Id="Rbf2283f51d3342c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5edb11d314c44af" /><Relationship Type="http://schemas.openxmlformats.org/officeDocument/2006/relationships/notesMaster" Target="/ppt/notesMasters/notesMaster1.xml" Id="R03fc182b699949c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72591fc7bc446c1" /><Relationship Type="http://schemas.openxmlformats.org/officeDocument/2006/relationships/notesMaster" Target="/ppt/notesMasters/notesMaster1.xml" Id="R608f6b01e79e493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27d1c12d4c445b4" /><Relationship Type="http://schemas.openxmlformats.org/officeDocument/2006/relationships/notesMaster" Target="/ppt/notesMasters/notesMaster1.xml" Id="Rfa807c4ff7d6466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28a35e245754c08" /><Relationship Type="http://schemas.openxmlformats.org/officeDocument/2006/relationships/notesMaster" Target="/ppt/notesMasters/notesMaster1.xml" Id="R180a35363eb04a2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80db326cde840db" /><Relationship Type="http://schemas.openxmlformats.org/officeDocument/2006/relationships/notesMaster" Target="/ppt/notesMasters/notesMaster1.xml" Id="R496e271dbc23405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93daec5a3bd4be6" /><Relationship Type="http://schemas.openxmlformats.org/officeDocument/2006/relationships/notesMaster" Target="/ppt/notesMasters/notesMaster1.xml" Id="R3516e2abdf76480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5015fb48aa042c1" /><Relationship Type="http://schemas.openxmlformats.org/officeDocument/2006/relationships/notesMaster" Target="/ppt/notesMasters/notesMaster1.xml" Id="Rb3e55e0b07dc457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8b9a01bca9a425d" /><Relationship Type="http://schemas.openxmlformats.org/officeDocument/2006/relationships/notesMaster" Target="/ppt/notesMasters/notesMaster1.xml" Id="Reb2b89211c524a7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676c18a3c184150" /><Relationship Type="http://schemas.openxmlformats.org/officeDocument/2006/relationships/notesMaster" Target="/ppt/notesMasters/notesMaster1.xml" Id="R584d8309f0404a9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ff09ac40f2c4a6b" /><Relationship Type="http://schemas.openxmlformats.org/officeDocument/2006/relationships/notesMaster" Target="/ppt/notesMasters/notesMaster1.xml" Id="Rf946d4352f004e8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7809d7e31584c26" /><Relationship Type="http://schemas.openxmlformats.org/officeDocument/2006/relationships/notesMaster" Target="/ppt/notesMasters/notesMaster1.xml" Id="R59188fb5613b474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e7e29ae5e7e4be3" /><Relationship Type="http://schemas.openxmlformats.org/officeDocument/2006/relationships/notesMaster" Target="/ppt/notesMasters/notesMaster1.xml" Id="R3ac49cee729c4ae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81fb5da3c2642ad" /><Relationship Type="http://schemas.openxmlformats.org/officeDocument/2006/relationships/notesMaster" Target="/ppt/notesMasters/notesMaster1.xml" Id="R64e7ec663ecc40f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2913e1aa0704ff0" /><Relationship Type="http://schemas.openxmlformats.org/officeDocument/2006/relationships/notesMaster" Target="/ppt/notesMasters/notesMaster1.xml" Id="R81a3182dfb1841f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b03bda56d994f24" /><Relationship Type="http://schemas.openxmlformats.org/officeDocument/2006/relationships/notesMaster" Target="/ppt/notesMasters/notesMaster1.xml" Id="R6a5b43fe01f6440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a4ee821c8ec427e" /><Relationship Type="http://schemas.openxmlformats.org/officeDocument/2006/relationships/notesMaster" Target="/ppt/notesMasters/notesMaster1.xml" Id="R231843763c5f4c0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d8b3a5c176347c6" /><Relationship Type="http://schemas.openxmlformats.org/officeDocument/2006/relationships/notesMaster" Target="/ppt/notesMasters/notesMaster1.xml" Id="R6f341476fa8a4d7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85045bf3be24fe0" /><Relationship Type="http://schemas.openxmlformats.org/officeDocument/2006/relationships/notesMaster" Target="/ppt/notesMasters/notesMaster1.xml" Id="R4fd7c5ee38434cd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3f8ed5437364378" /><Relationship Type="http://schemas.openxmlformats.org/officeDocument/2006/relationships/notesMaster" Target="/ppt/notesMasters/notesMaster1.xml" Id="R41d3d7b7b2774c1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73192cca31d4c3a" /><Relationship Type="http://schemas.openxmlformats.org/officeDocument/2006/relationships/notesMaster" Target="/ppt/notesMasters/notesMaster1.xml" Id="R86b5c849eed1496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70ea334df724752" /><Relationship Type="http://schemas.openxmlformats.org/officeDocument/2006/relationships/notesMaster" Target="/ppt/notesMasters/notesMaster1.xml" Id="R1db81b1f08c6420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237c28285e14eae" /><Relationship Type="http://schemas.openxmlformats.org/officeDocument/2006/relationships/notesMaster" Target="/ppt/notesMasters/notesMaster1.xml" Id="R5a54e58b5a3a4c5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61fa1c7c3b74e1c" /><Relationship Type="http://schemas.openxmlformats.org/officeDocument/2006/relationships/notesMaster" Target="/ppt/notesMasters/notesMaster1.xml" Id="R95ee837d73ce4c0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1961a4023294ddf" /><Relationship Type="http://schemas.openxmlformats.org/officeDocument/2006/relationships/notesMaster" Target="/ppt/notesMasters/notesMaster1.xml" Id="R881d5ce485304e3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c3582336b4f4320" /><Relationship Type="http://schemas.openxmlformats.org/officeDocument/2006/relationships/notesMaster" Target="/ppt/notesMasters/notesMaster1.xml" Id="R8eb8f962fdeb4b5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e8e6b600e6c4af9" /><Relationship Type="http://schemas.openxmlformats.org/officeDocument/2006/relationships/notesMaster" Target="/ppt/notesMasters/notesMaster1.xml" Id="Red235699ffd4473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3ce1568111d4930" /><Relationship Type="http://schemas.openxmlformats.org/officeDocument/2006/relationships/notesMaster" Target="/ppt/notesMasters/notesMaster1.xml" Id="R168c7893d083497f"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775c8e6f08845ae" /><Relationship Type="http://schemas.openxmlformats.org/officeDocument/2006/relationships/notesMaster" Target="/ppt/notesMasters/notesMaster1.xml" Id="Re20b717541b14a2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cb27d4a1ffd4b95" /><Relationship Type="http://schemas.openxmlformats.org/officeDocument/2006/relationships/notesMaster" Target="/ppt/notesMasters/notesMaster1.xml" Id="Rab6708f1c50a428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f5cc55c900648f5" /><Relationship Type="http://schemas.openxmlformats.org/officeDocument/2006/relationships/notesMaster" Target="/ppt/notesMasters/notesMaster1.xml" Id="R08c5ea07085e4bc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9e00207bc5e4070" /><Relationship Type="http://schemas.openxmlformats.org/officeDocument/2006/relationships/notesMaster" Target="/ppt/notesMasters/notesMaster1.xml" Id="R9ace74bbaf984eb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e5dcff922cd41ad" /><Relationship Type="http://schemas.openxmlformats.org/officeDocument/2006/relationships/notesMaster" Target="/ppt/notesMasters/notesMaster1.xml" Id="R9c7ead0007a34ac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e2c5e202e024590" /><Relationship Type="http://schemas.openxmlformats.org/officeDocument/2006/relationships/notesMaster" Target="/ppt/notesMasters/notesMaster1.xml" Id="Ra28fa6b87f5d4ff3"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8f0e3e103da8440e" /><Relationship Type="http://schemas.openxmlformats.org/officeDocument/2006/relationships/notesMaster" Target="/ppt/notesMasters/notesMaster1.xml" Id="Ra56f3538069245a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28f88b209804305" /><Relationship Type="http://schemas.openxmlformats.org/officeDocument/2006/relationships/notesMaster" Target="/ppt/notesMasters/notesMaster1.xml" Id="R87274d0dd762461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21b7b41672094b54" /><Relationship Type="http://schemas.openxmlformats.org/officeDocument/2006/relationships/notesMaster" Target="/ppt/notesMasters/notesMaster1.xml" Id="Rd431169f0648430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8e4a515efac44dd0" /><Relationship Type="http://schemas.openxmlformats.org/officeDocument/2006/relationships/notesMaster" Target="/ppt/notesMasters/notesMaster1.xml" Id="R32e6ed95b5794379"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d2eb75f43644ea3" /><Relationship Type="http://schemas.openxmlformats.org/officeDocument/2006/relationships/notesMaster" Target="/ppt/notesMasters/notesMaster1.xml" Id="R5a29bcde112342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Using AI makes you an AI-enabled software engineer. Engineering systems that depend on AI makes you an AI engineer.</a:t>
            </a:r>
          </a:p>
          <a:p xmlns:a="http://schemas.openxmlformats.org/drawingml/2006/main">
            <a:r>
              <a:t/>
            </a:r>
          </a:p>
          <a:p xmlns:a="http://schemas.openxmlformats.org/drawingml/2006/main">
            <a:r>
              <a:rPr b="1"/>
              <a:t>This talk focuses on building products around foundation models.</a:t>
            </a:r>
            <a:r>
              <a:rPr b="0"/>
              <a:t> Your software engineering skills are the foundation. The additional responsibility is measuring and controlling model-dependent behavior.</a:t>
            </a:r>
          </a:p>
          <a:p xmlns:a="http://schemas.openxmlformats.org/drawingml/2006/main">
            <a:r>
              <a:t/>
            </a:r>
          </a:p>
          <a:p xmlns:a="http://schemas.openxmlformats.org/drawingml/2006/main">
            <a:r>
              <a:rPr b="0"/>
              <a:t>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rPr b="1"/>
              <a:t>Owner means the engineer or team accountable for the delivered product's behavior and operating limits.</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things to leave with. </a:t>
            </a:r>
            <a:r>
              <a:rPr b="1"/>
              <a:t>A conceptual map of the discipline. An honest sense of how much there is. And a roadmap for making the transition.</a:t>
            </a:r>
          </a:p>
          <a:p xmlns:a="http://schemas.openxmlformats.org/drawingml/2006/main">
            <a:r>
              <a:t/>
            </a:r>
          </a:p>
          <a:p xmlns:a="http://schemas.openxmlformats.org/drawingml/2006/main">
            <a:r>
              <a:rPr b="0"/>
              <a:t>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rPr b="1"/>
              <a:t>For each area: When you are the user, including what someone engineered, then When you are the owner.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for a moment.</a:t>
            </a:r>
          </a:p>
          <a:p xmlns:a="http://schemas.openxmlformats.org/drawingml/2006/main">
            <a:r>
              <a:t/>
            </a:r>
          </a:p>
          <a:p xmlns:a="http://schemas.openxmlformats.org/drawingml/2006/main">
            <a:r>
              <a:rPr b="1"/>
              <a:t>Let's open up the tool you used this morning.</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This is the model picker in Devin Desktop. The first choice is which model handles your coding task.</a:t>
            </a:r>
          </a:p>
          <a:p xmlns:a="http://schemas.openxmlformats.org/drawingml/2006/main">
            <a:r>
              <a:t/>
            </a:r>
          </a:p>
          <a:p xmlns:a="http://schemas.openxmlformats.org/drawingml/2006/main">
            <a:r>
              <a:rPr b="0"/>
              <a:t>The reasoning-effort slider adjusts the effort used to work through that task. </a:t>
            </a:r>
            <a:r>
              <a:rPr b="1"/>
              <a:t>One picker exposes both the model and its reasoning setting.</a:t>
            </a:r>
            <a:r>
              <a:rPr b="0"/>
              <a:t> Those familiar controls are our starting point.</a:t>
            </a:r>
          </a:p>
          <a:p xmlns:a="http://schemas.openxmlformats.org/drawingml/2006/main">
            <a:r>
              <a:t/>
            </a:r>
          </a:p>
          <a:p xmlns:a="http://schemas.openxmlformats.org/drawingml/2006/main">
            <a:r>
              <a:rPr b="0"/>
              <a:t>Advance to the Models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From the large authorized corpus, retrieve relevant passages. The preliminary briefing says bearing wear is possible. </a:t>
            </a:r>
            <a:r>
              <a:rPr b="1"/>
              <a:t>The later minutes leave the cause unresolved and call for inspection.</a:t>
            </a:r>
            <a:r>
              <a:rPr b="0"/>
              <a:t> Keep these documents distinct.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Preserve revision, source location, and decision status. Refresh retrieval when records arrive. </a:t>
            </a:r>
            <a:r>
              <a:rPr b="1"/>
              <a:t>You own relevance, freshness, provenance, and the context budget.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Compaction must preserve the unresolved cause, inspection constraint, and access scope.</a:t>
            </a:r>
            <a:r>
              <a:rPr b="0"/>
              <a:t> Compare the sensor fault in FRB-017 and bearing wear in FRB-031. Similar symptoms do not prove a common cause. Missing, unreadable, conflicting, or unauthorized evidence needs an explicit limitation.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Adding instead of curating.</a:t>
            </a:r>
            <a:r>
              <a:rPr b="0"/>
              <a:t> A bigger window does not solve selection.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From the large authorized corpus, retrieve relevant passages. The preliminary briefing says bearing wear is possible. </a:t>
            </a:r>
            <a:r>
              <a:rPr b="1"/>
              <a:t>The later minutes leave the cause unresolved and call for inspection.</a:t>
            </a:r>
            <a:r>
              <a:rPr b="0"/>
              <a:t> Keep these documents distinct.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Preserve revision, source location, and decision status. Refresh retrieval when records arrive. </a:t>
            </a:r>
            <a:r>
              <a:rPr b="1"/>
              <a:t>You own relevance, freshness, provenance, and the context budget.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Compaction must preserve the unresolved cause, inspection constraint, and access scope.</a:t>
            </a:r>
            <a:r>
              <a:rPr b="0"/>
              <a:t> Compare the sensor fault in FRB-017 and bearing wear in FRB-031. Similar symptoms do not prove a common cause. Missing, unreadable, conflicting, or unauthorized evidence needs an explicit limitation.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Adding instead of curating.</a:t>
            </a:r>
            <a:r>
              <a:rPr b="0"/>
              <a:t> A bigger window does not solve selection.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write the contract and build the gate.</a:t>
            </a:r>
            <a:r>
              <a:rPr b="0"/>
              <a:t> In our illustration, background services parse and index PDF reports, Word minutes, and PowerPoint briefings. These are separate from the tools the agent calls.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Search by ID, date, or category. Retrieve exact source passages. Export selected records, or export the checked brief. Each tool needs a clear input and result contract.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Results retain IDs, revisions, and source locations.</a:t>
            </a:r>
            <a:r>
              <a:rPr b="0"/>
              <a:t> Parsing failures and incomplete results are explicit. Exports match the selected records or checked draft, with citations and uncertainty intact. </a:t>
            </a:r>
            <a:r>
              <a:rPr b="1"/>
              <a:t>Enforce authorization outside the model for reads and exports, including the destination.</a:t>
            </a:r>
            <a:r>
              <a:rPr b="0"/>
              <a:t> A model recommendation does not establish permission.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write the contract and build the gate.</a:t>
            </a:r>
            <a:r>
              <a:rPr b="0"/>
              <a:t> In our illustration, background services parse and index PDF reports, Word minutes, and PowerPoint briefings. These are separate from the tools the agent calls.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Search by ID, date, or category. Retrieve exact source passages. Export selected records, or export the checked brief. Each tool needs a clear input and result contract.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Results retain IDs, revisions, and source locations.</a:t>
            </a:r>
            <a:r>
              <a:rPr b="0"/>
              <a:t> Parsing failures and incomplete results are explicit. Exports match the selected records or checked draft, with citations and uncertainty intact. </a:t>
            </a:r>
            <a:r>
              <a:rPr b="1"/>
              <a:t>Enforce authorization outside the model for reads and exports, including the destination.</a:t>
            </a:r>
            <a:r>
              <a:rPr b="0"/>
              <a:t> A model recommendation does not establish permission.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last twenty-five minutes was engineering. </a:t>
            </a:r>
            <a:r>
              <a:rPr b="1"/>
              <a:t>Most of it is engineering you already do.</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We have fifteen minutes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a89ae900f441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e099fb102b414f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3cedbe91d68246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995DE654-352B-4FF6-992A-C3880E813BA5}"/>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eb6f5f44e74f8f" /><Relationship Type="http://schemas.openxmlformats.org/officeDocument/2006/relationships/slideLayout" Target="/ppt/slideLayouts/slideLayout1.xml" Id="Rfdd75242ae134933"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1ac795a8a4704a49" /><Relationship Type="http://schemas.openxmlformats.org/officeDocument/2006/relationships/slideLayout" Target="/ppt/slideLayouts/slideLayout2.xml" Id="Rc85500d42a8947f1" /><Relationship Type="http://schemas.openxmlformats.org/officeDocument/2006/relationships/slideLayout" Target="/ppt/slideLayouts/slideLayout3.xml" Id="R1eb1c7f14bcd45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d75242ae134933"/>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c85500d42a8947f1"/>
    <p:sldLayoutId xmlns:r="http://schemas.openxmlformats.org/officeDocument/2006/relationships" id="2147483652" r:id="R1eb1c7f14bcd450c"/>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e69d9dfb27e434e" /><Relationship Type="http://schemas.openxmlformats.org/officeDocument/2006/relationships/notesSlide" Target="/ppt/notesSlides/notesSlide1.xml" Id="R67665b44d6d442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32ca99d06e14554" /><Relationship Type="http://schemas.openxmlformats.org/officeDocument/2006/relationships/notesSlide" Target="/ppt/notesSlides/notesSlide2.xml" Id="R96e930a70bbe46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125b924d211467e" /><Relationship Type="http://schemas.openxmlformats.org/officeDocument/2006/relationships/image" Target="/ppt/media/image.png" Id="R02e39195d4d344f5" /><Relationship Type="http://schemas.openxmlformats.org/officeDocument/2006/relationships/notesSlide" Target="/ppt/notesSlides/notesSlide3.xml" Id="R65417786e9d947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04c2073d4e44bec" /><Relationship Type="http://schemas.openxmlformats.org/officeDocument/2006/relationships/notesSlide" Target="/ppt/notesSlides/notesSlide4.xml" Id="R391bd869ba2249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4264e483a304ae2" /><Relationship Type="http://schemas.openxmlformats.org/officeDocument/2006/relationships/notesSlide" Target="/ppt/notesSlides/notesSlide5.xml" Id="Rb8e29d859d7442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36bd9515cd64e93" /><Relationship Type="http://schemas.openxmlformats.org/officeDocument/2006/relationships/notesSlide" Target="/ppt/notesSlides/notesSlide6.xml" Id="Rf9eec284f7a64b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8323001a5904a77" /><Relationship Type="http://schemas.openxmlformats.org/officeDocument/2006/relationships/notesSlide" Target="/ppt/notesSlides/notesSlide7.xml" Id="R3e8f76345a7541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e00e115d4a804c49" /><Relationship Type="http://schemas.openxmlformats.org/officeDocument/2006/relationships/notesSlide" Target="/ppt/notesSlides/notesSlide8.xml" Id="Rda49574f437d4a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d104c0133f549fb" /><Relationship Type="http://schemas.openxmlformats.org/officeDocument/2006/relationships/image" Target="/ppt/media/image2.png" Id="R1aa327f976334405" /><Relationship Type="http://schemas.openxmlformats.org/officeDocument/2006/relationships/notesSlide" Target="/ppt/notesSlides/notesSlide9.xml" Id="R7a36a5ccc5b847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15f7c76ac61465b" /><Relationship Type="http://schemas.openxmlformats.org/officeDocument/2006/relationships/image" Target="/ppt/media/image3.png" Id="R9b428c7dc7c34fc1" /><Relationship Type="http://schemas.openxmlformats.org/officeDocument/2006/relationships/notesSlide" Target="/ppt/notesSlides/notesSlide10.xml" Id="Rd05cf72f3e164b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3da08fb71f1b4315" /><Relationship Type="http://schemas.openxmlformats.org/officeDocument/2006/relationships/image" Target="/ppt/media/image4.png" Id="R2dd3833022e14d7b" /><Relationship Type="http://schemas.openxmlformats.org/officeDocument/2006/relationships/notesSlide" Target="/ppt/notesSlides/notesSlide11.xml" Id="R375dad19e33f44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d384b951a827427e" /><Relationship Type="http://schemas.openxmlformats.org/officeDocument/2006/relationships/image" Target="/ppt/media/image5.png" Id="Rdd3369a5bd5b4e6d" /><Relationship Type="http://schemas.openxmlformats.org/officeDocument/2006/relationships/notesSlide" Target="/ppt/notesSlides/notesSlide12.xml" Id="R770463eec5fb41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0966a80687e042de" /><Relationship Type="http://schemas.openxmlformats.org/officeDocument/2006/relationships/image" Target="/ppt/media/image6.png" Id="Raba50fc5dbfc49d2" /><Relationship Type="http://schemas.openxmlformats.org/officeDocument/2006/relationships/notesSlide" Target="/ppt/notesSlides/notesSlide13.xml" Id="R6c8f50f2cfeb43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defc90f4b054a2b" /><Relationship Type="http://schemas.openxmlformats.org/officeDocument/2006/relationships/image" Target="/ppt/media/image7.png" Id="Rfb444aaeb700464e" /><Relationship Type="http://schemas.openxmlformats.org/officeDocument/2006/relationships/notesSlide" Target="/ppt/notesSlides/notesSlide14.xml" Id="R50f44b47b981419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be7e1182ec1453e" /><Relationship Type="http://schemas.openxmlformats.org/officeDocument/2006/relationships/notesSlide" Target="/ppt/notesSlides/notesSlide15.xml" Id="R6e177a0cf50f4de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ecb84b65e1ea4f82" /><Relationship Type="http://schemas.openxmlformats.org/officeDocument/2006/relationships/image" Target="/ppt/media/image8.png" Id="R905b3533ebb04f82" /><Relationship Type="http://schemas.openxmlformats.org/officeDocument/2006/relationships/image" Target="/ppt/media/image9.png" Id="R7605978ee5124d1c" /><Relationship Type="http://schemas.openxmlformats.org/officeDocument/2006/relationships/notesSlide" Target="/ppt/notesSlides/notesSlide16.xml" Id="Rd665896090ff46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2cd5ebf7c92e4142" /><Relationship Type="http://schemas.openxmlformats.org/officeDocument/2006/relationships/image" Target="/ppt/media/image8.png" Id="R353583172cf64163" /><Relationship Type="http://schemas.openxmlformats.org/officeDocument/2006/relationships/notesSlide" Target="/ppt/notesSlides/notesSlide17.xml" Id="R9885289322d9447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93d85cb5c5ae45f8" /><Relationship Type="http://schemas.openxmlformats.org/officeDocument/2006/relationships/image" Target="/ppt/media/image8.png" Id="R5c88c95c03ee4936" /><Relationship Type="http://schemas.openxmlformats.org/officeDocument/2006/relationships/notesSlide" Target="/ppt/notesSlides/notesSlide18.xml" Id="R82f36b7266a44a9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7a8fb7849ff5473a" /><Relationship Type="http://schemas.openxmlformats.org/officeDocument/2006/relationships/image" Target="/ppt/media/image8.png" Id="R24bdee1486a34f9c" /><Relationship Type="http://schemas.openxmlformats.org/officeDocument/2006/relationships/notesSlide" Target="/ppt/notesSlides/notesSlide19.xml" Id="Ra6ae12a3e7fe4af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27c623a009ba4ee3" /><Relationship Type="http://schemas.openxmlformats.org/officeDocument/2006/relationships/notesSlide" Target="/ppt/notesSlides/notesSlide20.xml" Id="R484d2f366c4b4dc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008e784bf306483d" /><Relationship Type="http://schemas.openxmlformats.org/officeDocument/2006/relationships/image" Target="/ppt/media/image10.png" Id="Rbb357a49b9c043d4" /><Relationship Type="http://schemas.openxmlformats.org/officeDocument/2006/relationships/notesSlide" Target="/ppt/notesSlides/notesSlide21.xml" Id="R40fa1076f2034ae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b5287621b4584067" /><Relationship Type="http://schemas.openxmlformats.org/officeDocument/2006/relationships/image" Target="/ppt/media/image10.png" Id="R35d73e06dfa341c3" /><Relationship Type="http://schemas.openxmlformats.org/officeDocument/2006/relationships/notesSlide" Target="/ppt/notesSlides/notesSlide22.xml" Id="R553e10807636412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5dfa443882414016" /><Relationship Type="http://schemas.openxmlformats.org/officeDocument/2006/relationships/image" Target="/ppt/media/image10.png" Id="R48f76fb4ca784194" /><Relationship Type="http://schemas.openxmlformats.org/officeDocument/2006/relationships/notesSlide" Target="/ppt/notesSlides/notesSlide23.xml" Id="Ra308392116584f4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e7ccfe1a45944549" /><Relationship Type="http://schemas.openxmlformats.org/officeDocument/2006/relationships/image" Target="/ppt/media/image11.png" Id="R92ae3a7d2ff04a74" /><Relationship Type="http://schemas.openxmlformats.org/officeDocument/2006/relationships/notesSlide" Target="/ppt/notesSlides/notesSlide24.xml" Id="R3a47ddcfde5c429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2bbdb01c63af424c" /><Relationship Type="http://schemas.openxmlformats.org/officeDocument/2006/relationships/image" Target="/ppt/media/image11.png" Id="R5e2df0981f7b4320" /><Relationship Type="http://schemas.openxmlformats.org/officeDocument/2006/relationships/notesSlide" Target="/ppt/notesSlides/notesSlide25.xml" Id="R587b59bbc5aa407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a6253658d6c04620" /><Relationship Type="http://schemas.openxmlformats.org/officeDocument/2006/relationships/notesSlide" Target="/ppt/notesSlides/notesSlide26.xml" Id="R37cb346e06904b2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4b56509e09354e18" /><Relationship Type="http://schemas.openxmlformats.org/officeDocument/2006/relationships/image" Target="/ppt/media/image12.png" Id="Ra7bfa7c0825f4c57" /><Relationship Type="http://schemas.openxmlformats.org/officeDocument/2006/relationships/notesSlide" Target="/ppt/notesSlides/notesSlide27.xml" Id="R51d852282d3d4b7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95d29de194454697" /><Relationship Type="http://schemas.openxmlformats.org/officeDocument/2006/relationships/image" Target="/ppt/media/image12.png" Id="Rb6bcf241732a4dd8" /><Relationship Type="http://schemas.openxmlformats.org/officeDocument/2006/relationships/notesSlide" Target="/ppt/notesSlides/notesSlide28.xml" Id="Rcb536dc2e467467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5dd0df1c5a3e4f89" /><Relationship Type="http://schemas.openxmlformats.org/officeDocument/2006/relationships/image" Target="/ppt/media/image13.png" Id="Rda35ea59b1364e74" /><Relationship Type="http://schemas.openxmlformats.org/officeDocument/2006/relationships/notesSlide" Target="/ppt/notesSlides/notesSlide29.xml" Id="Re3886ca49fa1489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a6d615f0726f43b6" /><Relationship Type="http://schemas.openxmlformats.org/officeDocument/2006/relationships/image" Target="/ppt/media/image13.png" Id="Ree9d14d7e8b446f8" /><Relationship Type="http://schemas.openxmlformats.org/officeDocument/2006/relationships/notesSlide" Target="/ppt/notesSlides/notesSlide30.xml" Id="Rfd68180d5b18427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e682241a89e54add" /><Relationship Type="http://schemas.openxmlformats.org/officeDocument/2006/relationships/notesSlide" Target="/ppt/notesSlides/notesSlide31.xml" Id="Re4efb22fa0a34d4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1886d16b65254d17" /><Relationship Type="http://schemas.openxmlformats.org/officeDocument/2006/relationships/image" Target="/ppt/media/image14.png" Id="R51cc590b1b314645" /><Relationship Type="http://schemas.openxmlformats.org/officeDocument/2006/relationships/notesSlide" Target="/ppt/notesSlides/notesSlide32.xml" Id="Rcea917ca41ac441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2c253c1a715f4f72" /><Relationship Type="http://schemas.openxmlformats.org/officeDocument/2006/relationships/image" Target="/ppt/media/image14.png" Id="Ra6fdf546197a499c" /><Relationship Type="http://schemas.openxmlformats.org/officeDocument/2006/relationships/notesSlide" Target="/ppt/notesSlides/notesSlide33.xml" Id="R7dd125780391432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27c3d26e7f9d40de" /><Relationship Type="http://schemas.openxmlformats.org/officeDocument/2006/relationships/image" Target="/ppt/media/image14.png" Id="Rc7eaeeb97a904fe6" /><Relationship Type="http://schemas.openxmlformats.org/officeDocument/2006/relationships/notesSlide" Target="/ppt/notesSlides/notesSlide34.xml" Id="Rd6b1c84f5eb749d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bfabd581f26248ca" /><Relationship Type="http://schemas.openxmlformats.org/officeDocument/2006/relationships/image" Target="/ppt/media/image14.png" Id="R11c708ad6eaf408a" /><Relationship Type="http://schemas.openxmlformats.org/officeDocument/2006/relationships/notesSlide" Target="/ppt/notesSlides/notesSlide35.xml" Id="R4c7aeabd8d244ac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7d2f3ef1f6124c6a" /><Relationship Type="http://schemas.openxmlformats.org/officeDocument/2006/relationships/image" Target="/ppt/media/image15.png" Id="Rd50a628d13944e7b" /><Relationship Type="http://schemas.openxmlformats.org/officeDocument/2006/relationships/notesSlide" Target="/ppt/notesSlides/notesSlide36.xml" Id="Rf3536ad13db9461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b347c6866707462b" /><Relationship Type="http://schemas.openxmlformats.org/officeDocument/2006/relationships/image" Target="/ppt/media/image15.png" Id="R1bfba83362724974" /><Relationship Type="http://schemas.openxmlformats.org/officeDocument/2006/relationships/notesSlide" Target="/ppt/notesSlides/notesSlide37.xml" Id="R02190a0d644b427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208f0c13cd8b4a69" /><Relationship Type="http://schemas.openxmlformats.org/officeDocument/2006/relationships/image" Target="/ppt/media/image15.png" Id="Re749bae23bfb481e" /><Relationship Type="http://schemas.openxmlformats.org/officeDocument/2006/relationships/notesSlide" Target="/ppt/notesSlides/notesSlide38.xml" Id="Ref3dbf0b7d94436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c35a5e1a33174104" /><Relationship Type="http://schemas.openxmlformats.org/officeDocument/2006/relationships/notesSlide" Target="/ppt/notesSlides/notesSlide39.xml" Id="Rbbd632f48a0d40e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1c88b1a085e24970" /><Relationship Type="http://schemas.openxmlformats.org/officeDocument/2006/relationships/image" Target="/ppt/media/image16.png" Id="R09540d1c771c4736" /><Relationship Type="http://schemas.openxmlformats.org/officeDocument/2006/relationships/notesSlide" Target="/ppt/notesSlides/notesSlide40.xml" Id="R29c8c0354996470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33f182cf2148434d" /><Relationship Type="http://schemas.openxmlformats.org/officeDocument/2006/relationships/image" Target="/ppt/media/image16.png" Id="R50ce875e5fae4efc" /><Relationship Type="http://schemas.openxmlformats.org/officeDocument/2006/relationships/notesSlide" Target="/ppt/notesSlides/notesSlide41.xml" Id="Rd12c14a95e764da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560cc5cda64d42eb" /><Relationship Type="http://schemas.openxmlformats.org/officeDocument/2006/relationships/image" Target="/ppt/media/image16.png" Id="R00209c2838234634" /><Relationship Type="http://schemas.openxmlformats.org/officeDocument/2006/relationships/notesSlide" Target="/ppt/notesSlides/notesSlide42.xml" Id="R5cf39b6999064ab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ae855ee14ed44521" /><Relationship Type="http://schemas.openxmlformats.org/officeDocument/2006/relationships/image" Target="/ppt/media/image16.png" Id="R6e7ed1a0348c4c99" /><Relationship Type="http://schemas.openxmlformats.org/officeDocument/2006/relationships/notesSlide" Target="/ppt/notesSlides/notesSlide43.xml" Id="Re00576a5823248f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1ab0357fdd1b4fc4" /><Relationship Type="http://schemas.openxmlformats.org/officeDocument/2006/relationships/image" Target="/ppt/media/image17.png" Id="Rfef7a1fe32d8435e" /><Relationship Type="http://schemas.openxmlformats.org/officeDocument/2006/relationships/notesSlide" Target="/ppt/notesSlides/notesSlide44.xml" Id="R4561b961efa44e9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b8e3666154c6468d" /><Relationship Type="http://schemas.openxmlformats.org/officeDocument/2006/relationships/image" Target="/ppt/media/image17.png" Id="R96d0befe3b7a4080" /><Relationship Type="http://schemas.openxmlformats.org/officeDocument/2006/relationships/notesSlide" Target="/ppt/notesSlides/notesSlide45.xml" Id="Radf50bd94cdd438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bf70a85e49d34124" /><Relationship Type="http://schemas.openxmlformats.org/officeDocument/2006/relationships/notesSlide" Target="/ppt/notesSlides/notesSlide46.xml" Id="Rd577aba289fd4f5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26833bd51d66494f" /><Relationship Type="http://schemas.openxmlformats.org/officeDocument/2006/relationships/image" Target="/ppt/media/image18.png" Id="R02baf39972204b14" /><Relationship Type="http://schemas.openxmlformats.org/officeDocument/2006/relationships/notesSlide" Target="/ppt/notesSlides/notesSlide47.xml" Id="Rd13f8e9cd9b24b5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c708122a35e048f9" /><Relationship Type="http://schemas.openxmlformats.org/officeDocument/2006/relationships/image" Target="/ppt/media/image18.png" Id="R0cb6a0c78f984e36" /><Relationship Type="http://schemas.openxmlformats.org/officeDocument/2006/relationships/notesSlide" Target="/ppt/notesSlides/notesSlide48.xml" Id="R0a87103b792b41f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cfb2e8dd43994d30" /><Relationship Type="http://schemas.openxmlformats.org/officeDocument/2006/relationships/image" Target="/ppt/media/image18.png" Id="R2ed849b876be49c9" /><Relationship Type="http://schemas.openxmlformats.org/officeDocument/2006/relationships/notesSlide" Target="/ppt/notesSlides/notesSlide49.xml" Id="R5c153cc2e88c454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57196c65119045ed" /><Relationship Type="http://schemas.openxmlformats.org/officeDocument/2006/relationships/image" Target="/ppt/media/image18.png" Id="Rae4a6e4f2f314406" /><Relationship Type="http://schemas.openxmlformats.org/officeDocument/2006/relationships/notesSlide" Target="/ppt/notesSlides/notesSlide50.xml" Id="Rf90fbc6596364cf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d5c20874663d400b" /><Relationship Type="http://schemas.openxmlformats.org/officeDocument/2006/relationships/image" Target="/ppt/media/image19.png" Id="R586f0db9980b4230" /><Relationship Type="http://schemas.openxmlformats.org/officeDocument/2006/relationships/notesSlide" Target="/ppt/notesSlides/notesSlide51.xml" Id="R4fe9690ab053448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68ba92aaff1f477b" /><Relationship Type="http://schemas.openxmlformats.org/officeDocument/2006/relationships/image" Target="/ppt/media/image20.png" Id="R0f82c0d2a69340ce" /><Relationship Type="http://schemas.openxmlformats.org/officeDocument/2006/relationships/notesSlide" Target="/ppt/notesSlides/notesSlide52.xml" Id="Rf0ff32cce64b492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7e0fdb80dc334e7d" /><Relationship Type="http://schemas.openxmlformats.org/officeDocument/2006/relationships/notesSlide" Target="/ppt/notesSlides/notesSlide53.xml" Id="R861e6c7a2da94ea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4dbd7488942242fd" /><Relationship Type="http://schemas.openxmlformats.org/officeDocument/2006/relationships/image" Target="/ppt/media/image21.png" Id="Rf75e1ad79c784d5e" /><Relationship Type="http://schemas.openxmlformats.org/officeDocument/2006/relationships/notesSlide" Target="/ppt/notesSlides/notesSlide54.xml" Id="R5d465d38d5824dd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3b0d646ca1a94d8c" /><Relationship Type="http://schemas.openxmlformats.org/officeDocument/2006/relationships/image" Target="/ppt/media/image21.png" Id="R669eb41cb3dd4036" /><Relationship Type="http://schemas.openxmlformats.org/officeDocument/2006/relationships/notesSlide" Target="/ppt/notesSlides/notesSlide55.xml" Id="R4dfc9abd44b34dd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6cd53e0d3307432c" /><Relationship Type="http://schemas.openxmlformats.org/officeDocument/2006/relationships/image" Target="/ppt/media/image22.png" Id="Rc6658809a40e4fac" /><Relationship Type="http://schemas.openxmlformats.org/officeDocument/2006/relationships/notesSlide" Target="/ppt/notesSlides/notesSlide56.xml" Id="R719bef108f604f9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f6d8df4fb3374cb4" /><Relationship Type="http://schemas.openxmlformats.org/officeDocument/2006/relationships/image" Target="/ppt/media/image23.png" Id="R27af4adef0714b83" /><Relationship Type="http://schemas.openxmlformats.org/officeDocument/2006/relationships/notesSlide" Target="/ppt/notesSlides/notesSlide57.xml" Id="Raef994a2d137430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2.xml" Id="R3bfc14f5317d4ce4" /><Relationship Type="http://schemas.openxmlformats.org/officeDocument/2006/relationships/image" Target="/ppt/media/image23.png" Id="R1bb490ca1d3a4837" /><Relationship Type="http://schemas.openxmlformats.org/officeDocument/2006/relationships/notesSlide" Target="/ppt/notesSlides/notesSlide58.xml" Id="R148166d298ca4a2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2.xml" Id="Ree6f0b1801764c05" /><Relationship Type="http://schemas.openxmlformats.org/officeDocument/2006/relationships/notesSlide" Target="/ppt/notesSlides/notesSlide59.xml" Id="Rcfbb43269a0148e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2.xml" Id="R5e3f37e4461242b7" /><Relationship Type="http://schemas.openxmlformats.org/officeDocument/2006/relationships/image" Target="/ppt/media/image24.png" Id="Rc8bcd65ae8844b5d" /><Relationship Type="http://schemas.openxmlformats.org/officeDocument/2006/relationships/notesSlide" Target="/ppt/notesSlides/notesSlide60.xml" Id="R1cdefead4c74436b" /></Relationships>
</file>

<file path=ppt/slides/_rels/slide61.xml.rels>&#65279;<?xml version="1.0" encoding="utf-8"?><Relationships xmlns="http://schemas.openxmlformats.org/package/2006/relationships"><Relationship Type="http://schemas.openxmlformats.org/officeDocument/2006/relationships/slideLayout" Target="/ppt/slideLayouts/slideLayout2.xml" Id="R3451ab34a2fb45e3" /><Relationship Type="http://schemas.openxmlformats.org/officeDocument/2006/relationships/image" Target="/ppt/media/image24.png" Id="Rfd34363b3a2a4b0d" /><Relationship Type="http://schemas.openxmlformats.org/officeDocument/2006/relationships/notesSlide" Target="/ppt/notesSlides/notesSlide61.xml" Id="Rd045743ad0db49dc" /></Relationships>
</file>

<file path=ppt/slides/_rels/slide62.xml.rels>&#65279;<?xml version="1.0" encoding="utf-8"?><Relationships xmlns="http://schemas.openxmlformats.org/package/2006/relationships"><Relationship Type="http://schemas.openxmlformats.org/officeDocument/2006/relationships/slideLayout" Target="/ppt/slideLayouts/slideLayout2.xml" Id="R579dd267586c4a08" /><Relationship Type="http://schemas.openxmlformats.org/officeDocument/2006/relationships/notesSlide" Target="/ppt/notesSlides/notesSlide62.xml" Id="R42eb0ea63b344611" /></Relationships>
</file>

<file path=ppt/slides/_rels/slide63.xml.rels>&#65279;<?xml version="1.0" encoding="utf-8"?><Relationships xmlns="http://schemas.openxmlformats.org/package/2006/relationships"><Relationship Type="http://schemas.openxmlformats.org/officeDocument/2006/relationships/slideLayout" Target="/ppt/slideLayouts/slideLayout2.xml" Id="R35a8f30c0afe440c" /><Relationship Type="http://schemas.openxmlformats.org/officeDocument/2006/relationships/notesSlide" Target="/ppt/notesSlides/notesSlide63.xml" Id="R3fc0e925d25b4d41"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7DC56D51-4864-41B0-BDF9-108BAA84D67E}"/>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FB37694D-B80A-4548-89FE-C5648C2C8C9B}"/>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6B07D029-C388-4576-B6E9-9797DFDD813C}"/>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52F20FA0-EA9D-4826-8863-F023DFBB8AF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866292765"/>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4">
            <a:extLst xmlns:a="http://schemas.openxmlformats.org/drawingml/2006/main">
              <a:ext uri="{FF2B5EF4-FFF2-40B4-BE49-F238E27FC236}">
                <a16:creationId xmlns:a16="http://schemas.microsoft.com/office/drawing/2014/main" id="{C41A7E11-4DB3-4C98-9309-78AFFB2C91BA}"/>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6" name="01-text-5">
            <a:extLst xmlns:a="http://schemas.openxmlformats.org/drawingml/2006/main">
              <a:ext uri="{FF2B5EF4-FFF2-40B4-BE49-F238E27FC236}">
                <a16:creationId xmlns:a16="http://schemas.microsoft.com/office/drawing/2014/main" id="{508A7D07-C89C-4F90-986C-74FC5ADFAF9D}"/>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7" name="narrative-number">
            <a:extLst xmlns:a="http://schemas.openxmlformats.org/drawingml/2006/main">
              <a:ext uri="{FF2B5EF4-FFF2-40B4-BE49-F238E27FC236}">
                <a16:creationId xmlns:a16="http://schemas.microsoft.com/office/drawing/2014/main" id="{6167C26C-7385-4A58-9AB1-EA7A49587B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993252853"/>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5" name="02-image-1"/>
          <p:cNvPicPr>
            <a:picLocks xmlns:a="http://schemas.openxmlformats.org/drawingml/2006/main" noChangeAspect="1"/>
          </p:cNvPicPr>
          <p:nvPr/>
        </p:nvPicPr>
        <p:blipFill>
          <a:blip xmlns:r="http://schemas.openxmlformats.org/officeDocument/2006/relationships" xmlns:a="http://schemas.openxmlformats.org/drawingml/2006/main" r:embed="R02e39195d4d344f5"/>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9" name="02-text-2">
            <a:extLst xmlns:a="http://schemas.openxmlformats.org/drawingml/2006/main">
              <a:ext uri="{FF2B5EF4-FFF2-40B4-BE49-F238E27FC236}">
                <a16:creationId xmlns:a16="http://schemas.microsoft.com/office/drawing/2014/main" id="{306CF8E9-820F-4B39-B38C-8F52126F9831}"/>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10" name="02-text-3">
            <a:extLst xmlns:a="http://schemas.openxmlformats.org/drawingml/2006/main">
              <a:ext uri="{FF2B5EF4-FFF2-40B4-BE49-F238E27FC236}">
                <a16:creationId xmlns:a16="http://schemas.microsoft.com/office/drawing/2014/main" id="{FA64893C-7A83-45D8-8B87-88661F1E67E7}"/>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11" name="02-text-4">
            <a:extLst xmlns:a="http://schemas.openxmlformats.org/drawingml/2006/main">
              <a:ext uri="{FF2B5EF4-FFF2-40B4-BE49-F238E27FC236}">
                <a16:creationId xmlns:a16="http://schemas.microsoft.com/office/drawing/2014/main" id="{DEABF02F-7E18-4DE9-BB11-3A2C0535AD12}"/>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12" name="02-text-5">
            <a:extLst xmlns:a="http://schemas.openxmlformats.org/drawingml/2006/main">
              <a:ext uri="{FF2B5EF4-FFF2-40B4-BE49-F238E27FC236}">
                <a16:creationId xmlns:a16="http://schemas.microsoft.com/office/drawing/2014/main" id="{4A11C75F-BBAA-496D-AA0C-02F31D5AE7BA}"/>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3" name="02-text-6">
            <a:extLst xmlns:a="http://schemas.openxmlformats.org/drawingml/2006/main">
              <a:ext uri="{FF2B5EF4-FFF2-40B4-BE49-F238E27FC236}">
                <a16:creationId xmlns:a16="http://schemas.microsoft.com/office/drawing/2014/main" id="{5109C8FC-84B1-41D4-AAC5-9AC30E75A70A}"/>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4" name="narrative-number">
            <a:extLst xmlns:a="http://schemas.openxmlformats.org/drawingml/2006/main">
              <a:ext uri="{FF2B5EF4-FFF2-40B4-BE49-F238E27FC236}">
                <a16:creationId xmlns:a16="http://schemas.microsoft.com/office/drawing/2014/main" id="{1BE4A470-2D9F-4FB6-B557-11CC770DE72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760394217"/>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03-text-1">
            <a:extLst xmlns:a="http://schemas.openxmlformats.org/drawingml/2006/main">
              <a:ext uri="{FF2B5EF4-FFF2-40B4-BE49-F238E27FC236}">
                <a16:creationId xmlns:a16="http://schemas.microsoft.com/office/drawing/2014/main" id="{695E5D10-D1A5-4B6A-9542-558C8416A415}"/>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16" name="03-text-2">
            <a:extLst xmlns:a="http://schemas.openxmlformats.org/drawingml/2006/main">
              <a:ext uri="{FF2B5EF4-FFF2-40B4-BE49-F238E27FC236}">
                <a16:creationId xmlns:a16="http://schemas.microsoft.com/office/drawing/2014/main" id="{F322E1EC-52BA-47A0-A338-0539E6935EE3}"/>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17" name="narrative-number">
            <a:extLst xmlns:a="http://schemas.openxmlformats.org/drawingml/2006/main">
              <a:ext uri="{FF2B5EF4-FFF2-40B4-BE49-F238E27FC236}">
                <a16:creationId xmlns:a16="http://schemas.microsoft.com/office/drawing/2014/main" id="{90DA8E08-C775-462C-9C47-F678ED37B62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3106811027"/>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20"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9" name="narrative-number">
            <a:extLst xmlns:a="http://schemas.openxmlformats.org/drawingml/2006/main">
              <a:ext uri="{FF2B5EF4-FFF2-40B4-BE49-F238E27FC236}">
                <a16:creationId xmlns:a16="http://schemas.microsoft.com/office/drawing/2014/main" id="{33C52022-01C3-4CCF-BB90-BEDAD7D052F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351996684"/>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04-text-2">
            <a:extLst xmlns:a="http://schemas.openxmlformats.org/drawingml/2006/main">
              <a:ext uri="{FF2B5EF4-FFF2-40B4-BE49-F238E27FC236}">
                <a16:creationId xmlns:a16="http://schemas.microsoft.com/office/drawing/2014/main" id="{12AE5199-71AF-4060-A9C5-45E0BDCFE057}"/>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1" name="04-text-3">
            <a:extLst xmlns:a="http://schemas.openxmlformats.org/drawingml/2006/main">
              <a:ext uri="{FF2B5EF4-FFF2-40B4-BE49-F238E27FC236}">
                <a16:creationId xmlns:a16="http://schemas.microsoft.com/office/drawing/2014/main" id="{ADD216EA-C27A-4528-BD19-48E230DF54E5}"/>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22" name="04-text-4">
            <a:extLst xmlns:a="http://schemas.openxmlformats.org/drawingml/2006/main">
              <a:ext uri="{FF2B5EF4-FFF2-40B4-BE49-F238E27FC236}">
                <a16:creationId xmlns:a16="http://schemas.microsoft.com/office/drawing/2014/main" id="{B4CFA84A-C626-4E6C-AE51-42A2A23AB989}"/>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3" name="04-text-5">
            <a:extLst xmlns:a="http://schemas.openxmlformats.org/drawingml/2006/main">
              <a:ext uri="{FF2B5EF4-FFF2-40B4-BE49-F238E27FC236}">
                <a16:creationId xmlns:a16="http://schemas.microsoft.com/office/drawing/2014/main" id="{1C9B2256-494B-4A56-A47D-DAF0A1C66F6B}"/>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24" name="04-text-6">
            <a:extLst xmlns:a="http://schemas.openxmlformats.org/drawingml/2006/main">
              <a:ext uri="{FF2B5EF4-FFF2-40B4-BE49-F238E27FC236}">
                <a16:creationId xmlns:a16="http://schemas.microsoft.com/office/drawing/2014/main" id="{C2CD0B4A-8EF0-436A-BB26-1357E3C9C167}"/>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5" name="04-text-7">
            <a:extLst xmlns:a="http://schemas.openxmlformats.org/drawingml/2006/main">
              <a:ext uri="{FF2B5EF4-FFF2-40B4-BE49-F238E27FC236}">
                <a16:creationId xmlns:a16="http://schemas.microsoft.com/office/drawing/2014/main" id="{185B6021-B201-456E-BD79-BD5732B1B501}"/>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26" name="04-text-8">
            <a:extLst xmlns:a="http://schemas.openxmlformats.org/drawingml/2006/main">
              <a:ext uri="{FF2B5EF4-FFF2-40B4-BE49-F238E27FC236}">
                <a16:creationId xmlns:a16="http://schemas.microsoft.com/office/drawing/2014/main" id="{02ABBACF-057D-423F-8C8D-65D346E00D77}"/>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27" name="narrative-number">
            <a:extLst xmlns:a="http://schemas.openxmlformats.org/drawingml/2006/main">
              <a:ext uri="{FF2B5EF4-FFF2-40B4-BE49-F238E27FC236}">
                <a16:creationId xmlns:a16="http://schemas.microsoft.com/office/drawing/2014/main" id="{7B6E9BC5-F4A3-46A2-913C-8709152609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4277170168"/>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 name="05-text-1">
            <a:extLst xmlns:a="http://schemas.openxmlformats.org/drawingml/2006/main">
              <a:ext uri="{FF2B5EF4-FFF2-40B4-BE49-F238E27FC236}">
                <a16:creationId xmlns:a16="http://schemas.microsoft.com/office/drawing/2014/main" id="{0037F39D-3FDB-4DF8-979B-C911A49E23EA}"/>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9" name="05-text-2">
            <a:extLst xmlns:a="http://schemas.openxmlformats.org/drawingml/2006/main">
              <a:ext uri="{FF2B5EF4-FFF2-40B4-BE49-F238E27FC236}">
                <a16:creationId xmlns:a16="http://schemas.microsoft.com/office/drawing/2014/main" id="{E90EFBEA-602A-48FC-8384-D7C5415A838A}"/>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0" name="05-text-3">
            <a:extLst xmlns:a="http://schemas.openxmlformats.org/drawingml/2006/main">
              <a:ext uri="{FF2B5EF4-FFF2-40B4-BE49-F238E27FC236}">
                <a16:creationId xmlns:a16="http://schemas.microsoft.com/office/drawing/2014/main" id="{D7DD19EC-8216-42B0-BA70-2C615DDFE0A4}"/>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 name="05-text-4">
            <a:extLst xmlns:a="http://schemas.openxmlformats.org/drawingml/2006/main">
              <a:ext uri="{FF2B5EF4-FFF2-40B4-BE49-F238E27FC236}">
                <a16:creationId xmlns:a16="http://schemas.microsoft.com/office/drawing/2014/main" id="{D5690618-9438-4870-BA32-16F08A8D2C8E}"/>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32" name="05-text-5">
            <a:extLst xmlns:a="http://schemas.openxmlformats.org/drawingml/2006/main">
              <a:ext uri="{FF2B5EF4-FFF2-40B4-BE49-F238E27FC236}">
                <a16:creationId xmlns:a16="http://schemas.microsoft.com/office/drawing/2014/main" id="{A93B6439-29B0-484A-B578-11D8352C025E}"/>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3" name="05-text-6">
            <a:extLst xmlns:a="http://schemas.openxmlformats.org/drawingml/2006/main">
              <a:ext uri="{FF2B5EF4-FFF2-40B4-BE49-F238E27FC236}">
                <a16:creationId xmlns:a16="http://schemas.microsoft.com/office/drawing/2014/main" id="{EAFD1926-D3BA-40B1-875E-24F0A3E83D1C}"/>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34" name="05-text-7">
            <a:extLst xmlns:a="http://schemas.openxmlformats.org/drawingml/2006/main">
              <a:ext uri="{FF2B5EF4-FFF2-40B4-BE49-F238E27FC236}">
                <a16:creationId xmlns:a16="http://schemas.microsoft.com/office/drawing/2014/main" id="{BC8F4DAE-0ACB-455C-9481-335EB92277B2}"/>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5" name="05-text-8">
            <a:extLst xmlns:a="http://schemas.openxmlformats.org/drawingml/2006/main">
              <a:ext uri="{FF2B5EF4-FFF2-40B4-BE49-F238E27FC236}">
                <a16:creationId xmlns:a16="http://schemas.microsoft.com/office/drawing/2014/main" id="{10CF891B-36B8-4EB4-8D7D-06625A900D7C}"/>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36" name="05-text-9">
            <a:extLst xmlns:a="http://schemas.openxmlformats.org/drawingml/2006/main">
              <a:ext uri="{FF2B5EF4-FFF2-40B4-BE49-F238E27FC236}">
                <a16:creationId xmlns:a16="http://schemas.microsoft.com/office/drawing/2014/main" id="{B9948064-F712-42FE-865F-EE2EDCE11F21}"/>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37" name="05-text-10">
            <a:extLst xmlns:a="http://schemas.openxmlformats.org/drawingml/2006/main">
              <a:ext uri="{FF2B5EF4-FFF2-40B4-BE49-F238E27FC236}">
                <a16:creationId xmlns:a16="http://schemas.microsoft.com/office/drawing/2014/main" id="{04E3D3E1-4BAF-4AC1-981E-212D7310EB91}"/>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38" name="05-text-11">
            <a:extLst xmlns:a="http://schemas.openxmlformats.org/drawingml/2006/main">
              <a:ext uri="{FF2B5EF4-FFF2-40B4-BE49-F238E27FC236}">
                <a16:creationId xmlns:a16="http://schemas.microsoft.com/office/drawing/2014/main" id="{BF350878-7E9C-4C64-82A4-3053639B577F}"/>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39" name="05-text-12">
            <a:extLst xmlns:a="http://schemas.openxmlformats.org/drawingml/2006/main">
              <a:ext uri="{FF2B5EF4-FFF2-40B4-BE49-F238E27FC236}">
                <a16:creationId xmlns:a16="http://schemas.microsoft.com/office/drawing/2014/main" id="{6175B361-F11D-4E8C-81C0-2A646D343243}"/>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40" name="05-text-13">
            <a:extLst xmlns:a="http://schemas.openxmlformats.org/drawingml/2006/main">
              <a:ext uri="{FF2B5EF4-FFF2-40B4-BE49-F238E27FC236}">
                <a16:creationId xmlns:a16="http://schemas.microsoft.com/office/drawing/2014/main" id="{4125C7E1-D015-4636-9722-93D6619AF1E2}"/>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41" name="05-text-14">
            <a:extLst xmlns:a="http://schemas.openxmlformats.org/drawingml/2006/main">
              <a:ext uri="{FF2B5EF4-FFF2-40B4-BE49-F238E27FC236}">
                <a16:creationId xmlns:a16="http://schemas.microsoft.com/office/drawing/2014/main" id="{614A99B2-7A22-455F-AF5C-12C729D84C5C}"/>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42" name="05-text-15">
            <a:extLst xmlns:a="http://schemas.openxmlformats.org/drawingml/2006/main">
              <a:ext uri="{FF2B5EF4-FFF2-40B4-BE49-F238E27FC236}">
                <a16:creationId xmlns:a16="http://schemas.microsoft.com/office/drawing/2014/main" id="{BAB53065-7BD9-4D27-90F1-8CAD59977047}"/>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43" name="05-text-16">
            <a:extLst xmlns:a="http://schemas.openxmlformats.org/drawingml/2006/main">
              <a:ext uri="{FF2B5EF4-FFF2-40B4-BE49-F238E27FC236}">
                <a16:creationId xmlns:a16="http://schemas.microsoft.com/office/drawing/2014/main" id="{1AF89768-C859-4DF9-B12F-B77F6B31F18B}"/>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44" name="05-text-17">
            <a:extLst xmlns:a="http://schemas.openxmlformats.org/drawingml/2006/main">
              <a:ext uri="{FF2B5EF4-FFF2-40B4-BE49-F238E27FC236}">
                <a16:creationId xmlns:a16="http://schemas.microsoft.com/office/drawing/2014/main" id="{2F8E66F2-6DEB-4EC4-A175-41BD05C3F9EE}"/>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45" name="05-text-18">
            <a:extLst xmlns:a="http://schemas.openxmlformats.org/drawingml/2006/main">
              <a:ext uri="{FF2B5EF4-FFF2-40B4-BE49-F238E27FC236}">
                <a16:creationId xmlns:a16="http://schemas.microsoft.com/office/drawing/2014/main" id="{93AF15DF-3122-4C03-9772-9EB22B7C14ED}"/>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
        <p:nvSpPr>
          <p:cNvPr id="46" name="narrative-number">
            <a:extLst xmlns:a="http://schemas.openxmlformats.org/drawingml/2006/main">
              <a:ext uri="{FF2B5EF4-FFF2-40B4-BE49-F238E27FC236}">
                <a16:creationId xmlns:a16="http://schemas.microsoft.com/office/drawing/2014/main" id="{E423D67D-BFAB-453F-8F7B-D41731F3681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1678321583"/>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 name="section-label">
            <a:extLst xmlns:a="http://schemas.openxmlformats.org/drawingml/2006/main">
              <a:ext uri="{FF2B5EF4-FFF2-40B4-BE49-F238E27FC236}">
                <a16:creationId xmlns:a16="http://schemas.microsoft.com/office/drawing/2014/main" id="{64F9F79D-B1E4-493A-817B-1F0DFA70FE0B}"/>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48" name="section-rule">
            <a:extLst xmlns:a="http://schemas.openxmlformats.org/drawingml/2006/main">
              <a:ext uri="{FF2B5EF4-FFF2-40B4-BE49-F238E27FC236}">
                <a16:creationId xmlns:a16="http://schemas.microsoft.com/office/drawing/2014/main" id="{213E9318-291A-4CF6-BB99-80B494539A2D}"/>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 name="section-title">
            <a:extLst xmlns:a="http://schemas.openxmlformats.org/drawingml/2006/main">
              <a:ext uri="{FF2B5EF4-FFF2-40B4-BE49-F238E27FC236}">
                <a16:creationId xmlns:a16="http://schemas.microsoft.com/office/drawing/2014/main" id="{CF84C459-E760-4353-AD4C-60B769522F47}"/>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0" name="narrative-number">
            <a:extLst xmlns:a="http://schemas.openxmlformats.org/drawingml/2006/main">
              <a:ext uri="{FF2B5EF4-FFF2-40B4-BE49-F238E27FC236}">
                <a16:creationId xmlns:a16="http://schemas.microsoft.com/office/drawing/2014/main" id="{3A9BBB8A-B998-46AA-8829-12BFD05E5DC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1129563366"/>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 name="07-image-1"/>
          <p:cNvPicPr>
            <a:picLocks xmlns:a="http://schemas.openxmlformats.org/drawingml/2006/main" noChangeAspect="1"/>
          </p:cNvPicPr>
          <p:nvPr/>
        </p:nvPicPr>
        <p:blipFill>
          <a:blip xmlns:r="http://schemas.openxmlformats.org/officeDocument/2006/relationships" xmlns:a="http://schemas.openxmlformats.org/drawingml/2006/main" r:embed="R1aa327f97633440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2" name="narrative-number">
            <a:extLst xmlns:a="http://schemas.openxmlformats.org/drawingml/2006/main">
              <a:ext uri="{FF2B5EF4-FFF2-40B4-BE49-F238E27FC236}">
                <a16:creationId xmlns:a16="http://schemas.microsoft.com/office/drawing/2014/main" id="{3416E401-98A3-457F-AF5B-1CDF8610EBD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972599364"/>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5" name="07-image-2"/>
          <p:cNvPicPr>
            <a:picLocks xmlns:a="http://schemas.openxmlformats.org/drawingml/2006/main" noChangeAspect="1"/>
          </p:cNvPicPr>
          <p:nvPr/>
        </p:nvPicPr>
        <p:blipFill>
          <a:blip xmlns:r="http://schemas.openxmlformats.org/officeDocument/2006/relationships" xmlns:a="http://schemas.openxmlformats.org/drawingml/2006/main" r:embed="R9b428c7dc7c34fc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4" name="narrative-number">
            <a:extLst xmlns:a="http://schemas.openxmlformats.org/drawingml/2006/main">
              <a:ext uri="{FF2B5EF4-FFF2-40B4-BE49-F238E27FC236}">
                <a16:creationId xmlns:a16="http://schemas.microsoft.com/office/drawing/2014/main" id="{594FD499-1313-4A40-BF96-53ACF3F1471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119769133"/>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7" name="07-image-3"/>
          <p:cNvPicPr>
            <a:picLocks xmlns:a="http://schemas.openxmlformats.org/drawingml/2006/main" noChangeAspect="1"/>
          </p:cNvPicPr>
          <p:nvPr/>
        </p:nvPicPr>
        <p:blipFill>
          <a:blip xmlns:r="http://schemas.openxmlformats.org/officeDocument/2006/relationships" xmlns:a="http://schemas.openxmlformats.org/drawingml/2006/main" r:embed="R2dd3833022e14d7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 name="narrative-number">
            <a:extLst xmlns:a="http://schemas.openxmlformats.org/drawingml/2006/main">
              <a:ext uri="{FF2B5EF4-FFF2-40B4-BE49-F238E27FC236}">
                <a16:creationId xmlns:a16="http://schemas.microsoft.com/office/drawing/2014/main" id="{B7D40F71-8E89-448F-8DF9-E4F4FC9F486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800696953"/>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9" name="07-image-4"/>
          <p:cNvPicPr>
            <a:picLocks xmlns:a="http://schemas.openxmlformats.org/drawingml/2006/main" noChangeAspect="1"/>
          </p:cNvPicPr>
          <p:nvPr/>
        </p:nvPicPr>
        <p:blipFill>
          <a:blip xmlns:r="http://schemas.openxmlformats.org/officeDocument/2006/relationships" xmlns:a="http://schemas.openxmlformats.org/drawingml/2006/main" r:embed="Rdd3369a5bd5b4e6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 name="narrative-number">
            <a:extLst xmlns:a="http://schemas.openxmlformats.org/drawingml/2006/main">
              <a:ext uri="{FF2B5EF4-FFF2-40B4-BE49-F238E27FC236}">
                <a16:creationId xmlns:a16="http://schemas.microsoft.com/office/drawing/2014/main" id="{84846401-1212-4FEB-AFBB-56E21568840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135686070"/>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7-image-5"/>
          <p:cNvPicPr>
            <a:picLocks xmlns:a="http://schemas.openxmlformats.org/drawingml/2006/main" noChangeAspect="1"/>
          </p:cNvPicPr>
          <p:nvPr/>
        </p:nvPicPr>
        <p:blipFill>
          <a:blip xmlns:r="http://schemas.openxmlformats.org/officeDocument/2006/relationships" xmlns:a="http://schemas.openxmlformats.org/drawingml/2006/main" r:embed="Raba50fc5dbfc49d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9ECDD009-EE7D-4266-8FD8-964B539D0E1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58261927"/>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7-image-6"/>
          <p:cNvPicPr>
            <a:picLocks xmlns:a="http://schemas.openxmlformats.org/drawingml/2006/main" noChangeAspect="1"/>
          </p:cNvPicPr>
          <p:nvPr/>
        </p:nvPicPr>
        <p:blipFill>
          <a:blip xmlns:r="http://schemas.openxmlformats.org/officeDocument/2006/relationships" xmlns:a="http://schemas.openxmlformats.org/drawingml/2006/main" r:embed="Rfb444aaeb700464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D265220B-2930-4D2A-8A70-BDCED3F55C4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736222914"/>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 name="!!area-header">
            <a:extLst xmlns:a="http://schemas.openxmlformats.org/drawingml/2006/main">
              <a:ext uri="{FF2B5EF4-FFF2-40B4-BE49-F238E27FC236}">
                <a16:creationId xmlns:a16="http://schemas.microsoft.com/office/drawing/2014/main" id="{94B15E98-7C18-4A09-83A3-0E060B0F4C9F}"/>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64" name="!!area-name">
            <a:extLst xmlns:a="http://schemas.openxmlformats.org/drawingml/2006/main">
              <a:ext uri="{FF2B5EF4-FFF2-40B4-BE49-F238E27FC236}">
                <a16:creationId xmlns:a16="http://schemas.microsoft.com/office/drawing/2014/main" id="{CB26E419-4CCC-49A3-8539-DB78C52FD99D}"/>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5" name="!!area-beat">
            <a:extLst xmlns:a="http://schemas.openxmlformats.org/drawingml/2006/main">
              <a:ext uri="{FF2B5EF4-FFF2-40B4-BE49-F238E27FC236}">
                <a16:creationId xmlns:a16="http://schemas.microsoft.com/office/drawing/2014/main" id="{BCEF87DA-4C7B-40A1-971F-7BF63D145445}"/>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66" name="header-divider">
            <a:extLst xmlns:a="http://schemas.openxmlformats.org/drawingml/2006/main">
              <a:ext uri="{FF2B5EF4-FFF2-40B4-BE49-F238E27FC236}">
                <a16:creationId xmlns:a16="http://schemas.microsoft.com/office/drawing/2014/main" id="{29BEDE4A-E67B-43B8-9678-F93461785A07}"/>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7" name="!!screenshot-Devin Desktop">
            <a:extLst xmlns:a="http://schemas.openxmlformats.org/drawingml/2006/main">
              <a:ext uri="{FF2B5EF4-FFF2-40B4-BE49-F238E27FC236}">
                <a16:creationId xmlns:a16="http://schemas.microsoft.com/office/drawing/2014/main" id="{E6F5DFF8-AE22-4E92-9E3B-571D266120D7}"/>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68" name="08-text-1">
            <a:extLst xmlns:a="http://schemas.openxmlformats.org/drawingml/2006/main">
              <a:ext uri="{FF2B5EF4-FFF2-40B4-BE49-F238E27FC236}">
                <a16:creationId xmlns:a16="http://schemas.microsoft.com/office/drawing/2014/main" id="{1E981FF8-BA18-498C-9178-39A14556A55A}"/>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9" name="08-text-2">
            <a:extLst xmlns:a="http://schemas.openxmlformats.org/drawingml/2006/main">
              <a:ext uri="{FF2B5EF4-FFF2-40B4-BE49-F238E27FC236}">
                <a16:creationId xmlns:a16="http://schemas.microsoft.com/office/drawing/2014/main" id="{8D3AD5DD-71B1-4C53-9B49-FD14325756F5}"/>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70" name="08-text-3">
            <a:extLst xmlns:a="http://schemas.openxmlformats.org/drawingml/2006/main">
              <a:ext uri="{FF2B5EF4-FFF2-40B4-BE49-F238E27FC236}">
                <a16:creationId xmlns:a16="http://schemas.microsoft.com/office/drawing/2014/main" id="{C80B0517-548E-4E6C-B544-E5FD2392ACD4}"/>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a:t>
            </a:r>
          </a:p>
        </p:txBody>
      </p:sp>
      <p:sp>
        <p:nvSpPr>
          <p:cNvPr id="71" name="08-text-4">
            <a:extLst xmlns:a="http://schemas.openxmlformats.org/drawingml/2006/main">
              <a:ext uri="{FF2B5EF4-FFF2-40B4-BE49-F238E27FC236}">
                <a16:creationId xmlns:a16="http://schemas.microsoft.com/office/drawing/2014/main" id="{6BB44BFB-3A14-484C-B2D7-9EFFC7ADEF46}"/>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Choose which model handles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coding task.</a:t>
            </a:r>
          </a:p>
        </p:txBody>
      </p:sp>
      <p:sp>
        <p:nvSpPr>
          <p:cNvPr id="72" name="08-text-5">
            <a:extLst xmlns:a="http://schemas.openxmlformats.org/drawingml/2006/main">
              <a:ext uri="{FF2B5EF4-FFF2-40B4-BE49-F238E27FC236}">
                <a16:creationId xmlns:a16="http://schemas.microsoft.com/office/drawing/2014/main" id="{DD3CA2CC-8332-49FC-890A-E9FEC69546D1}"/>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effort</a:t>
            </a:r>
          </a:p>
        </p:txBody>
      </p:sp>
      <p:sp>
        <p:nvSpPr>
          <p:cNvPr id="73" name="08-text-6">
            <a:extLst xmlns:a="http://schemas.openxmlformats.org/drawingml/2006/main">
              <a:ext uri="{FF2B5EF4-FFF2-40B4-BE49-F238E27FC236}">
                <a16:creationId xmlns:a16="http://schemas.microsoft.com/office/drawing/2014/main" id="{D5FEF736-1B74-4224-A28F-81819F008748}"/>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Adjust the effort used to</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 through the task.</a:t>
            </a:r>
          </a:p>
        </p:txBody>
      </p:sp>
      <p:sp>
        <p:nvSpPr>
          <p:cNvPr id="74" name="narrative-number">
            <a:extLst xmlns:a="http://schemas.openxmlformats.org/drawingml/2006/main">
              <a:ext uri="{FF2B5EF4-FFF2-40B4-BE49-F238E27FC236}">
                <a16:creationId xmlns:a16="http://schemas.microsoft.com/office/drawing/2014/main" id="{4410ADA5-B820-4991-B355-26EB7D57A78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359617436"/>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5" name="!!area-name">
            <a:extLst xmlns:a="http://schemas.openxmlformats.org/drawingml/2006/main">
              <a:ext uri="{FF2B5EF4-FFF2-40B4-BE49-F238E27FC236}">
                <a16:creationId xmlns:a16="http://schemas.microsoft.com/office/drawing/2014/main" id="{2EF839B4-E11F-494B-A929-D1197CE7C9A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84" name="mini-map"/>
          <p:cNvPicPr>
            <a:picLocks xmlns:a="http://schemas.openxmlformats.org/drawingml/2006/main" noChangeAspect="1"/>
          </p:cNvPicPr>
          <p:nvPr/>
        </p:nvPicPr>
        <p:blipFill>
          <a:blip xmlns:r="http://schemas.openxmlformats.org/officeDocument/2006/relationships" xmlns:a="http://schemas.openxmlformats.org/drawingml/2006/main" r:embed="R905b3533ebb04f8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7" name="header-divider">
            <a:extLst xmlns:a="http://schemas.openxmlformats.org/drawingml/2006/main">
              <a:ext uri="{FF2B5EF4-FFF2-40B4-BE49-F238E27FC236}">
                <a16:creationId xmlns:a16="http://schemas.microsoft.com/office/drawing/2014/main" id="{D1C92696-C549-4E02-9AF6-B1227F92931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8" name="09-text-1">
            <a:extLst xmlns:a="http://schemas.openxmlformats.org/drawingml/2006/main">
              <a:ext uri="{FF2B5EF4-FFF2-40B4-BE49-F238E27FC236}">
                <a16:creationId xmlns:a16="http://schemas.microsoft.com/office/drawing/2014/main" id="{3D05A20A-D54E-46B7-B5EF-3F12CAEE6275}"/>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9" name="09-text-2">
            <a:extLst xmlns:a="http://schemas.openxmlformats.org/drawingml/2006/main">
              <a:ext uri="{FF2B5EF4-FFF2-40B4-BE49-F238E27FC236}">
                <a16:creationId xmlns:a16="http://schemas.microsoft.com/office/drawing/2014/main" id="{3806078B-F8A1-42B2-98B8-42947656ABF4}"/>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80" name="09-text-3">
            <a:extLst xmlns:a="http://schemas.openxmlformats.org/drawingml/2006/main">
              <a:ext uri="{FF2B5EF4-FFF2-40B4-BE49-F238E27FC236}">
                <a16:creationId xmlns:a16="http://schemas.microsoft.com/office/drawing/2014/main" id="{9C8DD5A0-FA7F-41F6-98D3-632DB38A644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9" name="09-image-4"/>
          <p:cNvPicPr>
            <a:picLocks xmlns:a="http://schemas.openxmlformats.org/drawingml/2006/main" noChangeAspect="1"/>
          </p:cNvPicPr>
          <p:nvPr/>
        </p:nvPicPr>
        <p:blipFill>
          <a:blip xmlns:r="http://schemas.openxmlformats.org/officeDocument/2006/relationships" xmlns:a="http://schemas.openxmlformats.org/drawingml/2006/main" r:embed="R7605978ee5124d1c"/>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82" name="narrative-number">
            <a:extLst xmlns:a="http://schemas.openxmlformats.org/drawingml/2006/main">
              <a:ext uri="{FF2B5EF4-FFF2-40B4-BE49-F238E27FC236}">
                <a16:creationId xmlns:a16="http://schemas.microsoft.com/office/drawing/2014/main" id="{2EF2DCFB-00B9-4A10-92BE-507A0F4228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040872747"/>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3" name="!!area-name">
            <a:extLst xmlns:a="http://schemas.openxmlformats.org/drawingml/2006/main">
              <a:ext uri="{FF2B5EF4-FFF2-40B4-BE49-F238E27FC236}">
                <a16:creationId xmlns:a16="http://schemas.microsoft.com/office/drawing/2014/main" id="{D567B18F-2A3F-4D05-993A-2C4E44EF990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95" name="mini-map"/>
          <p:cNvPicPr>
            <a:picLocks xmlns:a="http://schemas.openxmlformats.org/drawingml/2006/main" noChangeAspect="1"/>
          </p:cNvPicPr>
          <p:nvPr/>
        </p:nvPicPr>
        <p:blipFill>
          <a:blip xmlns:r="http://schemas.openxmlformats.org/officeDocument/2006/relationships" xmlns:a="http://schemas.openxmlformats.org/drawingml/2006/main" r:embed="R353583172cf6416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5" name="header-divider">
            <a:extLst xmlns:a="http://schemas.openxmlformats.org/drawingml/2006/main">
              <a:ext uri="{FF2B5EF4-FFF2-40B4-BE49-F238E27FC236}">
                <a16:creationId xmlns:a16="http://schemas.microsoft.com/office/drawing/2014/main" id="{07846118-6B1C-49FA-93E5-47C2F41DACB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6" name="models-decisions-title">
            <a:extLst xmlns:a="http://schemas.openxmlformats.org/drawingml/2006/main">
              <a:ext uri="{FF2B5EF4-FFF2-40B4-BE49-F238E27FC236}">
                <a16:creationId xmlns:a16="http://schemas.microsoft.com/office/drawing/2014/main" id="{00E9DFB4-36D1-4435-AF72-9DD9D875ACF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decisions you own</a:t>
            </a:r>
          </a:p>
        </p:txBody>
      </p:sp>
      <p:sp>
        <p:nvSpPr>
          <p:cNvPr id="87" name="09-text-5">
            <a:extLst xmlns:a="http://schemas.openxmlformats.org/drawingml/2006/main">
              <a:ext uri="{FF2B5EF4-FFF2-40B4-BE49-F238E27FC236}">
                <a16:creationId xmlns:a16="http://schemas.microsoft.com/office/drawing/2014/main" id="{2F7BFCFA-0799-4F93-8E03-177F6531A488}"/>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model and</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settings?</a:t>
            </a:r>
          </a:p>
        </p:txBody>
      </p:sp>
      <p:sp>
        <p:nvSpPr>
          <p:cNvPr id="88" name="09-text-6">
            <a:extLst xmlns:a="http://schemas.openxmlformats.org/drawingml/2006/main">
              <a:ext uri="{FF2B5EF4-FFF2-40B4-BE49-F238E27FC236}">
                <a16:creationId xmlns:a16="http://schemas.microsoft.com/office/drawing/2014/main" id="{516996C0-2FF4-4498-988D-2E8822A79546}"/>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Balance task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deployment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representative task comparisons.</a:t>
            </a:r>
          </a:p>
        </p:txBody>
      </p:sp>
      <p:sp>
        <p:nvSpPr>
          <p:cNvPr id="89" name="09-text-7">
            <a:extLst xmlns:a="http://schemas.openxmlformats.org/drawingml/2006/main">
              <a:ext uri="{FF2B5EF4-FFF2-40B4-BE49-F238E27FC236}">
                <a16:creationId xmlns:a16="http://schemas.microsoft.com/office/drawing/2014/main" id="{5E815D38-7890-4A5D-9726-6325D8FDAACB}"/>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One model or</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different models?</a:t>
            </a:r>
          </a:p>
        </p:txBody>
      </p:sp>
      <p:sp>
        <p:nvSpPr>
          <p:cNvPr id="90" name="09-text-8">
            <a:extLst xmlns:a="http://schemas.openxmlformats.org/drawingml/2006/main">
              <a:ext uri="{FF2B5EF4-FFF2-40B4-BE49-F238E27FC236}">
                <a16:creationId xmlns:a16="http://schemas.microsoft.com/office/drawing/2014/main" id="{CB64FF32-9EA3-4DB7-A956-68F6ADE902A9}"/>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Routing adds task-specific choices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more configurations to maintain.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one until evidence supports routing.</a:t>
            </a:r>
          </a:p>
        </p:txBody>
      </p:sp>
      <p:sp>
        <p:nvSpPr>
          <p:cNvPr id="91" name="09-text-9">
            <a:extLst xmlns:a="http://schemas.openxmlformats.org/drawingml/2006/main">
              <a:ext uri="{FF2B5EF4-FFF2-40B4-BE49-F238E27FC236}">
                <a16:creationId xmlns:a16="http://schemas.microsoft.com/office/drawing/2014/main" id="{BD58E33D-2266-404A-9B27-D37B67E0E977}"/>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will model</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changes be controlled?</a:t>
            </a:r>
          </a:p>
        </p:txBody>
      </p:sp>
      <p:sp>
        <p:nvSpPr>
          <p:cNvPr id="92" name="09-text-10">
            <a:extLst xmlns:a="http://schemas.openxmlformats.org/drawingml/2006/main">
              <a:ext uri="{FF2B5EF4-FFF2-40B4-BE49-F238E27FC236}">
                <a16:creationId xmlns:a16="http://schemas.microsoft.com/office/drawing/2014/main" id="{1B22346D-1182-4CEE-B12E-1369344325ED}"/>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versions need planned migration.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Moving aliases need regression monitoring.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evaluation and replacement practices.</a:t>
            </a:r>
          </a:p>
        </p:txBody>
      </p:sp>
      <p:sp>
        <p:nvSpPr>
          <p:cNvPr id="93" name="narrative-number">
            <a:extLst xmlns:a="http://schemas.openxmlformats.org/drawingml/2006/main">
              <a:ext uri="{FF2B5EF4-FFF2-40B4-BE49-F238E27FC236}">
                <a16:creationId xmlns:a16="http://schemas.microsoft.com/office/drawing/2014/main" id="{B93C0F19-0F74-4BE6-A62F-56239AF284B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491267113"/>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4" name="!!area-name">
            <a:extLst xmlns:a="http://schemas.openxmlformats.org/drawingml/2006/main">
              <a:ext uri="{FF2B5EF4-FFF2-40B4-BE49-F238E27FC236}">
                <a16:creationId xmlns:a16="http://schemas.microsoft.com/office/drawing/2014/main" id="{C1890087-64F8-4698-BBF0-9DD6CD678B3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09" name="mini-map"/>
          <p:cNvPicPr>
            <a:picLocks xmlns:a="http://schemas.openxmlformats.org/drawingml/2006/main" noChangeAspect="1"/>
          </p:cNvPicPr>
          <p:nvPr/>
        </p:nvPicPr>
        <p:blipFill>
          <a:blip xmlns:r="http://schemas.openxmlformats.org/officeDocument/2006/relationships" xmlns:a="http://schemas.openxmlformats.org/drawingml/2006/main" r:embed="R5c88c95c03ee493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6" name="header-divider">
            <a:extLst xmlns:a="http://schemas.openxmlformats.org/drawingml/2006/main">
              <a:ext uri="{FF2B5EF4-FFF2-40B4-BE49-F238E27FC236}">
                <a16:creationId xmlns:a16="http://schemas.microsoft.com/office/drawing/2014/main" id="{E6315650-6E18-44FE-977D-F000C6B8A29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7" name="models-maintenance-title">
            <a:extLst xmlns:a="http://schemas.openxmlformats.org/drawingml/2006/main">
              <a:ext uri="{FF2B5EF4-FFF2-40B4-BE49-F238E27FC236}">
                <a16:creationId xmlns:a16="http://schemas.microsoft.com/office/drawing/2014/main" id="{0D742F78-A10B-4ECA-B1FD-3418DF4517E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model choices</a:t>
            </a:r>
          </a:p>
        </p:txBody>
      </p:sp>
      <p:sp>
        <p:nvSpPr>
          <p:cNvPr id="98" name="09-text-11">
            <a:extLst xmlns:a="http://schemas.openxmlformats.org/drawingml/2006/main">
              <a:ext uri="{FF2B5EF4-FFF2-40B4-BE49-F238E27FC236}">
                <a16:creationId xmlns:a16="http://schemas.microsoft.com/office/drawing/2014/main" id="{CBBC1D87-3A62-4A80-95CF-C8206168DB4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Task changes</a:t>
            </a:r>
          </a:p>
        </p:txBody>
      </p:sp>
      <p:sp>
        <p:nvSpPr>
          <p:cNvPr id="99" name="09-text-12">
            <a:extLst xmlns:a="http://schemas.openxmlformats.org/drawingml/2006/main">
              <a:ext uri="{FF2B5EF4-FFF2-40B4-BE49-F238E27FC236}">
                <a16:creationId xmlns:a16="http://schemas.microsoft.com/office/drawing/2014/main" id="{14FDF72B-6F4B-479E-98B8-D024FC88B9F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tasks can expose gaps in the original evaluation.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the cases as intended use changes.</a:t>
            </a:r>
          </a:p>
        </p:txBody>
      </p:sp>
      <p:sp>
        <p:nvSpPr>
          <p:cNvPr id="100" name="09-text-13">
            <a:extLst xmlns:a="http://schemas.openxmlformats.org/drawingml/2006/main">
              <a:ext uri="{FF2B5EF4-FFF2-40B4-BE49-F238E27FC236}">
                <a16:creationId xmlns:a16="http://schemas.microsoft.com/office/drawing/2014/main" id="{97E67E60-2E08-462C-AD9F-CAC9EF6A65A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Routing</a:t>
            </a:r>
          </a:p>
        </p:txBody>
      </p:sp>
      <p:sp>
        <p:nvSpPr>
          <p:cNvPr id="101" name="09-text-14">
            <a:extLst xmlns:a="http://schemas.openxmlformats.org/drawingml/2006/main">
              <a:ext uri="{FF2B5EF4-FFF2-40B4-BE49-F238E27FC236}">
                <a16:creationId xmlns:a16="http://schemas.microsoft.com/office/drawing/2014/main" id="{B71119D8-0763-41DE-BD97-81B695E4A28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Each route needs evaluation coverage.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Measure the whole workflow as routes change.</a:t>
            </a:r>
          </a:p>
        </p:txBody>
      </p:sp>
      <p:sp>
        <p:nvSpPr>
          <p:cNvPr id="102" name="09-text-15">
            <a:extLst xmlns:a="http://schemas.openxmlformats.org/drawingml/2006/main">
              <a:ext uri="{FF2B5EF4-FFF2-40B4-BE49-F238E27FC236}">
                <a16:creationId xmlns:a16="http://schemas.microsoft.com/office/drawing/2014/main" id="{685555DB-1EFF-4217-8A16-E1A6EFA56CD2}"/>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lifecycle</a:t>
            </a:r>
          </a:p>
        </p:txBody>
      </p:sp>
      <p:sp>
        <p:nvSpPr>
          <p:cNvPr id="103" name="09-text-16">
            <a:extLst xmlns:a="http://schemas.openxmlformats.org/drawingml/2006/main">
              <a:ext uri="{FF2B5EF4-FFF2-40B4-BE49-F238E27FC236}">
                <a16:creationId xmlns:a16="http://schemas.microsoft.com/office/drawing/2014/main" id="{48753D3A-3D23-466C-AA34-44CA4FA341A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retire. Aliases update.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changes and prepare a replacement.</a:t>
            </a:r>
          </a:p>
        </p:txBody>
      </p:sp>
      <p:sp>
        <p:nvSpPr>
          <p:cNvPr id="104" name="09-text-17">
            <a:extLst xmlns:a="http://schemas.openxmlformats.org/drawingml/2006/main">
              <a:ext uri="{FF2B5EF4-FFF2-40B4-BE49-F238E27FC236}">
                <a16:creationId xmlns:a16="http://schemas.microsoft.com/office/drawing/2014/main" id="{1CC3450E-1C9D-4009-92FF-8410EE6B667F}"/>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snapshot does not freeze the whole system.</a:t>
            </a:r>
          </a:p>
        </p:txBody>
      </p:sp>
      <p:sp>
        <p:nvSpPr>
          <p:cNvPr id="105" name="09-text-18">
            <a:extLst xmlns:a="http://schemas.openxmlformats.org/drawingml/2006/main">
              <a:ext uri="{FF2B5EF4-FFF2-40B4-BE49-F238E27FC236}">
                <a16:creationId xmlns:a16="http://schemas.microsoft.com/office/drawing/2014/main" id="{011644C7-3C4F-449C-B593-8CCD9BCB710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06" name="09-text-19">
            <a:extLst xmlns:a="http://schemas.openxmlformats.org/drawingml/2006/main">
              <a:ext uri="{FF2B5EF4-FFF2-40B4-BE49-F238E27FC236}">
                <a16:creationId xmlns:a16="http://schemas.microsoft.com/office/drawing/2014/main" id="{0A7C2917-0A0D-40E4-9807-F45B2AD0623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Choosing and changing models without testing them on your task.</a:t>
            </a:r>
          </a:p>
        </p:txBody>
      </p:sp>
      <p:sp>
        <p:nvSpPr>
          <p:cNvPr id="107" name="narrative-number">
            <a:extLst xmlns:a="http://schemas.openxmlformats.org/drawingml/2006/main">
              <a:ext uri="{FF2B5EF4-FFF2-40B4-BE49-F238E27FC236}">
                <a16:creationId xmlns:a16="http://schemas.microsoft.com/office/drawing/2014/main" id="{EC9B407C-2692-4F2A-BFA2-39EDEED878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225799191"/>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8" name="!!area-name">
            <a:extLst xmlns:a="http://schemas.openxmlformats.org/drawingml/2006/main">
              <a:ext uri="{FF2B5EF4-FFF2-40B4-BE49-F238E27FC236}">
                <a16:creationId xmlns:a16="http://schemas.microsoft.com/office/drawing/2014/main" id="{8F289C78-A034-4DBC-A278-2B049E66DE5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17" name="mini-map"/>
          <p:cNvPicPr>
            <a:picLocks xmlns:a="http://schemas.openxmlformats.org/drawingml/2006/main" noChangeAspect="1"/>
          </p:cNvPicPr>
          <p:nvPr/>
        </p:nvPicPr>
        <p:blipFill>
          <a:blip xmlns:r="http://schemas.openxmlformats.org/officeDocument/2006/relationships" xmlns:a="http://schemas.openxmlformats.org/drawingml/2006/main" r:embed="R24bdee1486a34f9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0" name="header-divider">
            <a:extLst xmlns:a="http://schemas.openxmlformats.org/drawingml/2006/main">
              <a:ext uri="{FF2B5EF4-FFF2-40B4-BE49-F238E27FC236}">
                <a16:creationId xmlns:a16="http://schemas.microsoft.com/office/drawing/2014/main" id="{8BE48B0E-8EBA-4F4A-BB4D-CF4503A0FCE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1" name="models-application-title">
            <a:extLst xmlns:a="http://schemas.openxmlformats.org/drawingml/2006/main">
              <a:ext uri="{FF2B5EF4-FFF2-40B4-BE49-F238E27FC236}">
                <a16:creationId xmlns:a16="http://schemas.microsoft.com/office/drawing/2014/main" id="{CAC94188-78F2-4B79-9E06-D6AD470C814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starting design for the FRB brief</a:t>
            </a:r>
          </a:p>
        </p:txBody>
      </p:sp>
      <p:sp>
        <p:nvSpPr>
          <p:cNvPr id="112" name="09-text-20">
            <a:extLst xmlns:a="http://schemas.openxmlformats.org/drawingml/2006/main">
              <a:ext uri="{FF2B5EF4-FFF2-40B4-BE49-F238E27FC236}">
                <a16:creationId xmlns:a16="http://schemas.microsoft.com/office/drawing/2014/main" id="{9FBE8B9F-3B21-4395-8206-1E150A99DF32}"/>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1" name="09-table-21"/>
          <p:cNvGraphicFramePr/>
          <p:nvPr/>
        </p:nvGraphicFramePr>
        <p:xfrm>
          <a:off xmlns:a="http://schemas.openxmlformats.org/drawingml/2006/main" x="609600" y="2895600"/>
          <a:ext xmlns:a="http://schemas.openxmlformats.org/drawingml/2006/main" cx="10972800" cy="2590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 and rationale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Compare models on faithful summaries</a:t>
                      </a:r>
                    </a:p>
                    <a:p>
                      <a:pPr>
                        <a:lnSpc>
                          <a:spcPct val="125000"/>
                        </a:lnSpc>
                        <a:buNone/>
                      </a:pPr>
                      <a:r>
                        <a:rPr sz="2000" b="0">
                          <a:solidFill>
                            <a:srgbClr val="FFFCF5"/>
                          </a:solidFill>
                          <a:latin typeface="Helvetica"/>
                          <a:ea typeface="Helvetica"/>
                          <a:cs typeface="Helvetica"/>
                        </a:rPr>
                        <a:t>and supported findings.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Allocation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One model configuration for the brief.</a:t>
                      </a:r>
                    </a:p>
                    <a:p>
                      <a:pPr>
                        <a:lnSpc>
                          <a:spcPct val="125000"/>
                        </a:lnSpc>
                        <a:buNone/>
                      </a:pPr>
                      <a:r>
                        <a:rPr sz="2000" b="0">
                          <a:solidFill>
                            <a:srgbClr val="FFFCF5"/>
                          </a:solidFill>
                          <a:latin typeface="Helvetica"/>
                          <a:ea typeface="Helvetica"/>
                          <a:cs typeface="Helvetica"/>
                        </a:rPr>
                        <a:t>Add routing only when measurements justify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Changes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Pinned version where available,</a:t>
                      </a:r>
                    </a:p>
                    <a:p>
                      <a:pPr>
                        <a:lnSpc>
                          <a:spcPct val="125000"/>
                        </a:lnSpc>
                        <a:buNone/>
                      </a:pPr>
                      <a:r>
                        <a:rPr sz="2000" b="0">
                          <a:solidFill>
                            <a:srgbClr val="FFFCF5"/>
                          </a:solidFill>
                          <a:latin typeface="Helvetica"/>
                          <a:ea typeface="Helvetica"/>
                          <a:cs typeface="Helvetica"/>
                        </a:rPr>
                        <a:t>with a migration plan.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14" name="09-text-22">
            <a:extLst xmlns:a="http://schemas.openxmlformats.org/drawingml/2006/main">
              <a:ext uri="{FF2B5EF4-FFF2-40B4-BE49-F238E27FC236}">
                <a16:creationId xmlns:a16="http://schemas.microsoft.com/office/drawing/2014/main" id="{DE306406-9261-44F6-A4E7-2F590CDE6429}"/>
              </a:ext>
            </a:extLst>
          </p:cNvPr>
          <p:cNvSpPr>
            <a:spLocks xmlns:a="http://schemas.openxmlformats.org/drawingml/2006/main"/>
          </p:cNvSpPr>
          <p:nvPr/>
        </p:nvSpPr>
        <p:spPr>
          <a:xfrm xmlns:a="http://schemas.openxmlformats.org/drawingml/2006/main">
            <a:off x="609600" y="5588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Revisit when measured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lifecycle requirements justify a change.</a:t>
            </a:r>
          </a:p>
        </p:txBody>
      </p:sp>
      <p:sp>
        <p:nvSpPr>
          <p:cNvPr id="115" name="narrative-number">
            <a:extLst xmlns:a="http://schemas.openxmlformats.org/drawingml/2006/main">
              <a:ext uri="{FF2B5EF4-FFF2-40B4-BE49-F238E27FC236}">
                <a16:creationId xmlns:a16="http://schemas.microsoft.com/office/drawing/2014/main" id="{384F6132-7900-4F84-A7A7-EC8E53178E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055922019"/>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6" name="!!area-header">
            <a:extLst xmlns:a="http://schemas.openxmlformats.org/drawingml/2006/main">
              <a:ext uri="{FF2B5EF4-FFF2-40B4-BE49-F238E27FC236}">
                <a16:creationId xmlns:a16="http://schemas.microsoft.com/office/drawing/2014/main" id="{DE08F9AE-9938-4694-8D86-DF450240EEB1}"/>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17" name="!!area-name">
            <a:extLst xmlns:a="http://schemas.openxmlformats.org/drawingml/2006/main">
              <a:ext uri="{FF2B5EF4-FFF2-40B4-BE49-F238E27FC236}">
                <a16:creationId xmlns:a16="http://schemas.microsoft.com/office/drawing/2014/main" id="{BDE42358-C037-4586-8BD6-7A6FE4E14FCE}"/>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118" name="!!area-beat">
            <a:extLst xmlns:a="http://schemas.openxmlformats.org/drawingml/2006/main">
              <a:ext uri="{FF2B5EF4-FFF2-40B4-BE49-F238E27FC236}">
                <a16:creationId xmlns:a16="http://schemas.microsoft.com/office/drawing/2014/main" id="{7FB4B820-E9E6-4EC0-976A-E0B245547870}"/>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19" name="header-divider">
            <a:extLst xmlns:a="http://schemas.openxmlformats.org/drawingml/2006/main">
              <a:ext uri="{FF2B5EF4-FFF2-40B4-BE49-F238E27FC236}">
                <a16:creationId xmlns:a16="http://schemas.microsoft.com/office/drawing/2014/main" id="{A702670A-2E19-4EA2-8592-2899B14046BB}"/>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0" name="!!screenshot-AGENTS.md">
            <a:extLst xmlns:a="http://schemas.openxmlformats.org/drawingml/2006/main">
              <a:ext uri="{FF2B5EF4-FFF2-40B4-BE49-F238E27FC236}">
                <a16:creationId xmlns:a16="http://schemas.microsoft.com/office/drawing/2014/main" id="{4A6E7A11-C612-4F79-8275-A584229544A4}"/>
              </a:ext>
            </a:extLst>
          </p:cNvPr>
          <p:cNvSpPr>
            <a:spLocks xmlns:a="http://schemas.openxmlformats.org/drawingml/2006/main"/>
          </p:cNvSpPr>
          <p:nvPr/>
        </p:nvSpPr>
        <p:spPr>
          <a:xfrm xmlns:a="http://schemas.openxmlformats.org/drawingml/2006/main">
            <a:off x="6096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121" name="10-text-1">
            <a:extLst xmlns:a="http://schemas.openxmlformats.org/drawingml/2006/main">
              <a:ext uri="{FF2B5EF4-FFF2-40B4-BE49-F238E27FC236}">
                <a16:creationId xmlns:a16="http://schemas.microsoft.com/office/drawing/2014/main" id="{6077394C-ECB3-4549-BD56-9FB64EFA7908}"/>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22" name="10-text-2">
            <a:extLst xmlns:a="http://schemas.openxmlformats.org/drawingml/2006/main">
              <a:ext uri="{FF2B5EF4-FFF2-40B4-BE49-F238E27FC236}">
                <a16:creationId xmlns:a16="http://schemas.microsoft.com/office/drawing/2014/main" id="{F9BF47FB-8729-4C5E-A773-AB731AB5043A}"/>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AGENTS.md</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10 to 15 lines</a:t>
            </a:r>
          </a:p>
        </p:txBody>
      </p:sp>
      <p:sp>
        <p:nvSpPr>
          <p:cNvPr id="123" name="!!screenshot-Codex CLI">
            <a:extLst xmlns:a="http://schemas.openxmlformats.org/drawingml/2006/main">
              <a:ext uri="{FF2B5EF4-FFF2-40B4-BE49-F238E27FC236}">
                <a16:creationId xmlns:a16="http://schemas.microsoft.com/office/drawing/2014/main" id="{6CDE77F4-E571-45DD-94F5-E44BCC1F9CEC}"/>
              </a:ext>
            </a:extLst>
          </p:cNvPr>
          <p:cNvSpPr>
            <a:spLocks xmlns:a="http://schemas.openxmlformats.org/drawingml/2006/main"/>
          </p:cNvSpPr>
          <p:nvPr/>
        </p:nvSpPr>
        <p:spPr>
          <a:xfrm xmlns:a="http://schemas.openxmlformats.org/drawingml/2006/main">
            <a:off x="62484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124" name="10-text-3">
            <a:extLst xmlns:a="http://schemas.openxmlformats.org/drawingml/2006/main">
              <a:ext uri="{FF2B5EF4-FFF2-40B4-BE49-F238E27FC236}">
                <a16:creationId xmlns:a16="http://schemas.microsoft.com/office/drawing/2014/main" id="{FD1A0A71-8DB8-4753-968E-484FB1E9E364}"/>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25" name="10-text-4">
            <a:extLst xmlns:a="http://schemas.openxmlformats.org/drawingml/2006/main">
              <a:ext uri="{FF2B5EF4-FFF2-40B4-BE49-F238E27FC236}">
                <a16:creationId xmlns:a16="http://schemas.microsoft.com/office/drawing/2014/main" id="{03180B38-400C-49D7-BFB7-201FCA3AD0DD}"/>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/compact notice</a:t>
            </a:r>
          </a:p>
        </p:txBody>
      </p:sp>
      <p:sp>
        <p:nvSpPr>
          <p:cNvPr id="126" name="10-text-5">
            <a:extLst xmlns:a="http://schemas.openxmlformats.org/drawingml/2006/main">
              <a:ext uri="{FF2B5EF4-FFF2-40B4-BE49-F238E27FC236}">
                <a16:creationId xmlns:a16="http://schemas.microsoft.com/office/drawing/2014/main" id="{6033F9E0-B37C-40F6-8F3A-CEEA0B0E2D20}"/>
              </a:ext>
            </a:extLst>
          </p:cNvPr>
          <p:cNvSpPr>
            <a:spLocks xmlns:a="http://schemas.openxmlformats.org/drawingml/2006/main"/>
          </p:cNvSpPr>
          <p:nvPr/>
        </p:nvSpPr>
        <p:spPr>
          <a:xfrm xmlns:a="http://schemas.openxmlformats.org/drawingml/2006/main">
            <a:off x="6096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AGENTS.md</a:t>
            </a:r>
          </a:p>
        </p:txBody>
      </p:sp>
      <p:sp>
        <p:nvSpPr>
          <p:cNvPr id="127" name="10-text-6">
            <a:extLst xmlns:a="http://schemas.openxmlformats.org/drawingml/2006/main">
              <a:ext uri="{FF2B5EF4-FFF2-40B4-BE49-F238E27FC236}">
                <a16:creationId xmlns:a16="http://schemas.microsoft.com/office/drawing/2014/main" id="{38202F21-24CE-4608-B531-C40A078836D4}"/>
              </a:ext>
            </a:extLst>
          </p:cNvPr>
          <p:cNvSpPr>
            <a:spLocks xmlns:a="http://schemas.openxmlformats.org/drawingml/2006/main"/>
          </p:cNvSpPr>
          <p:nvPr/>
        </p:nvSpPr>
        <p:spPr>
          <a:xfrm xmlns:a="http://schemas.openxmlformats.org/drawingml/2006/main">
            <a:off x="62484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/compact</a:t>
            </a:r>
          </a:p>
        </p:txBody>
      </p:sp>
      <p:sp>
        <p:nvSpPr>
          <p:cNvPr id="128" name="narrative-number">
            <a:extLst xmlns:a="http://schemas.openxmlformats.org/drawingml/2006/main">
              <a:ext uri="{FF2B5EF4-FFF2-40B4-BE49-F238E27FC236}">
                <a16:creationId xmlns:a16="http://schemas.microsoft.com/office/drawing/2014/main" id="{E28F94E2-C9A2-4AD0-A015-2AECC2B42F9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925458993"/>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9" name="!!area-name">
            <a:extLst xmlns:a="http://schemas.openxmlformats.org/drawingml/2006/main">
              <a:ext uri="{FF2B5EF4-FFF2-40B4-BE49-F238E27FC236}">
                <a16:creationId xmlns:a16="http://schemas.microsoft.com/office/drawing/2014/main" id="{A63B0C06-7B89-4559-B080-59BC24B6CF1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43" name="mini-map"/>
          <p:cNvPicPr>
            <a:picLocks xmlns:a="http://schemas.openxmlformats.org/drawingml/2006/main" noChangeAspect="1"/>
          </p:cNvPicPr>
          <p:nvPr/>
        </p:nvPicPr>
        <p:blipFill>
          <a:blip xmlns:r="http://schemas.openxmlformats.org/officeDocument/2006/relationships" xmlns:a="http://schemas.openxmlformats.org/drawingml/2006/main" r:embed="Rbb357a49b9c043d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1" name="header-divider">
            <a:extLst xmlns:a="http://schemas.openxmlformats.org/drawingml/2006/main">
              <a:ext uri="{FF2B5EF4-FFF2-40B4-BE49-F238E27FC236}">
                <a16:creationId xmlns:a16="http://schemas.microsoft.com/office/drawing/2014/main" id="{81ED2DDD-F7F1-4272-9D0C-45A088D69FA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2" name="!!screenshot-AGENTS.md">
            <a:extLst xmlns:a="http://schemas.openxmlformats.org/drawingml/2006/main">
              <a:ext uri="{FF2B5EF4-FFF2-40B4-BE49-F238E27FC236}">
                <a16:creationId xmlns:a16="http://schemas.microsoft.com/office/drawing/2014/main" id="{A5E581DE-BBCB-48D8-AA67-1E078D0D97B2}"/>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33" name="10b-text-1">
            <a:extLst xmlns:a="http://schemas.openxmlformats.org/drawingml/2006/main">
              <a:ext uri="{FF2B5EF4-FFF2-40B4-BE49-F238E27FC236}">
                <a16:creationId xmlns:a16="http://schemas.microsoft.com/office/drawing/2014/main" id="{7FF4C4AA-86B7-4BDE-B992-9A014DF0F69A}"/>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34" name="10b-text-2">
            <a:extLst xmlns:a="http://schemas.openxmlformats.org/drawingml/2006/main">
              <a:ext uri="{FF2B5EF4-FFF2-40B4-BE49-F238E27FC236}">
                <a16:creationId xmlns:a16="http://schemas.microsoft.com/office/drawing/2014/main" id="{F94EA046-3641-441E-85A5-E97209C2AE1E}"/>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35" name="!!screenshot-Codex CLI">
            <a:extLst xmlns:a="http://schemas.openxmlformats.org/drawingml/2006/main">
              <a:ext uri="{FF2B5EF4-FFF2-40B4-BE49-F238E27FC236}">
                <a16:creationId xmlns:a16="http://schemas.microsoft.com/office/drawing/2014/main" id="{AC03424B-4B49-4393-8F51-8DA7ECDD04B2}"/>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36" name="10b-text-3">
            <a:extLst xmlns:a="http://schemas.openxmlformats.org/drawingml/2006/main">
              <a:ext uri="{FF2B5EF4-FFF2-40B4-BE49-F238E27FC236}">
                <a16:creationId xmlns:a16="http://schemas.microsoft.com/office/drawing/2014/main" id="{AEF86153-C313-4339-AC33-B16BD30662DB}"/>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37" name="10b-text-4">
            <a:extLst xmlns:a="http://schemas.openxmlformats.org/drawingml/2006/main">
              <a:ext uri="{FF2B5EF4-FFF2-40B4-BE49-F238E27FC236}">
                <a16:creationId xmlns:a16="http://schemas.microsoft.com/office/drawing/2014/main" id="{C37A71A3-A0E0-46D0-818A-DFDE0EEE6E7E}"/>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38" name="10b-text-5">
            <a:extLst xmlns:a="http://schemas.openxmlformats.org/drawingml/2006/main">
              <a:ext uri="{FF2B5EF4-FFF2-40B4-BE49-F238E27FC236}">
                <a16:creationId xmlns:a16="http://schemas.microsoft.com/office/drawing/2014/main" id="{06C1EE5A-9733-434E-AA0A-9410115488C9}"/>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context fails:</a:t>
            </a:r>
          </a:p>
        </p:txBody>
      </p:sp>
      <p:sp>
        <p:nvSpPr>
          <p:cNvPr id="139" name="10b-text-6">
            <a:extLst xmlns:a="http://schemas.openxmlformats.org/drawingml/2006/main">
              <a:ext uri="{FF2B5EF4-FFF2-40B4-BE49-F238E27FC236}">
                <a16:creationId xmlns:a16="http://schemas.microsoft.com/office/drawing/2014/main" id="{7C8527F8-51CE-441B-AE3E-498BA26AC724}"/>
              </a:ext>
            </a:extLst>
          </p:cNvPr>
          <p:cNvSpPr>
            <a:spLocks xmlns:a="http://schemas.openxmlformats.org/drawingml/2006/main"/>
          </p:cNvSpPr>
          <p:nvPr/>
        </p:nvSpPr>
        <p:spPr>
          <a:xfrm xmlns:a="http://schemas.openxmlformats.org/drawingml/2006/main">
            <a:off x="609600" y="292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Poisoning · Distraction · Confusion · Clash</a:t>
            </a:r>
          </a:p>
        </p:txBody>
      </p:sp>
      <p:sp>
        <p:nvSpPr>
          <p:cNvPr id="140" name="10b-text-7">
            <a:extLst xmlns:a="http://schemas.openxmlformats.org/drawingml/2006/main">
              <a:ext uri="{FF2B5EF4-FFF2-40B4-BE49-F238E27FC236}">
                <a16:creationId xmlns:a16="http://schemas.microsoft.com/office/drawing/2014/main" id="{9AF6A088-16C6-4565-9753-775D97424D9E}"/>
              </a:ext>
            </a:extLst>
          </p:cNvPr>
          <p:cNvSpPr>
            <a:spLocks xmlns:a="http://schemas.openxmlformats.org/drawingml/2006/main"/>
          </p:cNvSpPr>
          <p:nvPr/>
        </p:nvSpPr>
        <p:spPr>
          <a:xfrm xmlns:a="http://schemas.openxmlformats.org/drawingml/2006/main">
            <a:off x="609600" y="370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18 models tested. Performance degrades as input grows, on simple tasks.</a:t>
            </a:r>
          </a:p>
        </p:txBody>
      </p:sp>
      <p:sp>
        <p:nvSpPr>
          <p:cNvPr id="141" name="narrative-number">
            <a:extLst xmlns:a="http://schemas.openxmlformats.org/drawingml/2006/main">
              <a:ext uri="{FF2B5EF4-FFF2-40B4-BE49-F238E27FC236}">
                <a16:creationId xmlns:a16="http://schemas.microsoft.com/office/drawing/2014/main" id="{29EF15AA-5D1E-47DB-AEEF-3CC6844E578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741644396"/>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2" name="!!area-name">
            <a:extLst xmlns:a="http://schemas.openxmlformats.org/drawingml/2006/main">
              <a:ext uri="{FF2B5EF4-FFF2-40B4-BE49-F238E27FC236}">
                <a16:creationId xmlns:a16="http://schemas.microsoft.com/office/drawing/2014/main" id="{7FC52253-B953-4B8F-9F52-94B16189F04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57" name="mini-map"/>
          <p:cNvPicPr>
            <a:picLocks xmlns:a="http://schemas.openxmlformats.org/drawingml/2006/main" noChangeAspect="1"/>
          </p:cNvPicPr>
          <p:nvPr/>
        </p:nvPicPr>
        <p:blipFill>
          <a:blip xmlns:r="http://schemas.openxmlformats.org/officeDocument/2006/relationships" xmlns:a="http://schemas.openxmlformats.org/drawingml/2006/main" r:embed="R35d73e06dfa341c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4" name="header-divider">
            <a:extLst xmlns:a="http://schemas.openxmlformats.org/drawingml/2006/main">
              <a:ext uri="{FF2B5EF4-FFF2-40B4-BE49-F238E27FC236}">
                <a16:creationId xmlns:a16="http://schemas.microsoft.com/office/drawing/2014/main" id="{9C4635B5-DA32-4FDF-9EB8-38A390EE21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5" name="!!screenshot-AGENTS.md">
            <a:extLst xmlns:a="http://schemas.openxmlformats.org/drawingml/2006/main">
              <a:ext uri="{FF2B5EF4-FFF2-40B4-BE49-F238E27FC236}">
                <a16:creationId xmlns:a16="http://schemas.microsoft.com/office/drawing/2014/main" id="{D2CFCF73-B582-41EC-A27B-3D7573586395}"/>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46" name="10b-text-1">
            <a:extLst xmlns:a="http://schemas.openxmlformats.org/drawingml/2006/main">
              <a:ext uri="{FF2B5EF4-FFF2-40B4-BE49-F238E27FC236}">
                <a16:creationId xmlns:a16="http://schemas.microsoft.com/office/drawing/2014/main" id="{EE517FBC-2EFD-48D8-98B4-DDDF1455397B}"/>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47" name="10b-text-2">
            <a:extLst xmlns:a="http://schemas.openxmlformats.org/drawingml/2006/main">
              <a:ext uri="{FF2B5EF4-FFF2-40B4-BE49-F238E27FC236}">
                <a16:creationId xmlns:a16="http://schemas.microsoft.com/office/drawing/2014/main" id="{4EA2C705-963D-4072-B05C-26D858D2DC03}"/>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48" name="!!screenshot-Codex CLI">
            <a:extLst xmlns:a="http://schemas.openxmlformats.org/drawingml/2006/main">
              <a:ext uri="{FF2B5EF4-FFF2-40B4-BE49-F238E27FC236}">
                <a16:creationId xmlns:a16="http://schemas.microsoft.com/office/drawing/2014/main" id="{69A10EE2-2695-4850-92A0-7E11A77BC02C}"/>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49" name="10b-text-3">
            <a:extLst xmlns:a="http://schemas.openxmlformats.org/drawingml/2006/main">
              <a:ext uri="{FF2B5EF4-FFF2-40B4-BE49-F238E27FC236}">
                <a16:creationId xmlns:a16="http://schemas.microsoft.com/office/drawing/2014/main" id="{795A0C91-E219-4638-B3F8-8E0DC16EEED6}"/>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50" name="10b-text-4">
            <a:extLst xmlns:a="http://schemas.openxmlformats.org/drawingml/2006/main">
              <a:ext uri="{FF2B5EF4-FFF2-40B4-BE49-F238E27FC236}">
                <a16:creationId xmlns:a16="http://schemas.microsoft.com/office/drawing/2014/main" id="{70A40273-549F-4619-BD11-F978C2BD2F81}"/>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51" name="10b-text-8">
            <a:extLst xmlns:a="http://schemas.openxmlformats.org/drawingml/2006/main">
              <a:ext uri="{FF2B5EF4-FFF2-40B4-BE49-F238E27FC236}">
                <a16:creationId xmlns:a16="http://schemas.microsoft.com/office/drawing/2014/main" id="{5BF549C0-89F4-4AE8-B285-D1F3C132C06C}"/>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someone engineered:</a:t>
            </a:r>
          </a:p>
        </p:txBody>
      </p:sp>
      <p:sp>
        <p:nvSpPr>
          <p:cNvPr id="152" name="10b-text-9">
            <a:extLst xmlns:a="http://schemas.openxmlformats.org/drawingml/2006/main">
              <a:ext uri="{FF2B5EF4-FFF2-40B4-BE49-F238E27FC236}">
                <a16:creationId xmlns:a16="http://schemas.microsoft.com/office/drawing/2014/main" id="{AE0D65C7-F09B-46CC-AF01-71B80D9FE4AE}"/>
              </a:ext>
            </a:extLst>
          </p:cNvPr>
          <p:cNvSpPr>
            <a:spLocks xmlns:a="http://schemas.openxmlformats.org/drawingml/2006/main"/>
          </p:cNvSpPr>
          <p:nvPr/>
        </p:nvSpPr>
        <p:spPr>
          <a:xfrm xmlns:a="http://schemas.openxmlformats.org/drawingml/2006/main">
            <a:off x="609600" y="29972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system prompt · A compaction policy · A memory convention</a:t>
            </a:r>
          </a:p>
        </p:txBody>
      </p:sp>
      <p:sp>
        <p:nvSpPr>
          <p:cNvPr id="153" name="10b-text-10">
            <a:extLst xmlns:a="http://schemas.openxmlformats.org/drawingml/2006/main">
              <a:ext uri="{FF2B5EF4-FFF2-40B4-BE49-F238E27FC236}">
                <a16:creationId xmlns:a16="http://schemas.microsoft.com/office/drawing/2014/main" id="{9E75AFCC-FA7C-440E-996D-BD9BFC6093AA}"/>
              </a:ext>
            </a:extLst>
          </p:cNvPr>
          <p:cNvSpPr>
            <a:spLocks xmlns:a="http://schemas.openxmlformats.org/drawingml/2006/main"/>
          </p:cNvSpPr>
          <p:nvPr/>
        </p:nvSpPr>
        <p:spPr>
          <a:xfrm xmlns:a="http://schemas.openxmlformats.org/drawingml/2006/main">
            <a:off x="609600" y="36322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RAG retrieves relevant external information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supplies it to the model.</a:t>
            </a:r>
          </a:p>
        </p:txBody>
      </p:sp>
      <p:sp>
        <p:nvSpPr>
          <p:cNvPr id="154" name="10b-text-11">
            <a:extLst xmlns:a="http://schemas.openxmlformats.org/drawingml/2006/main">
              <a:ext uri="{FF2B5EF4-FFF2-40B4-BE49-F238E27FC236}">
                <a16:creationId xmlns:a16="http://schemas.microsoft.com/office/drawing/2014/main" id="{10075054-5B5A-46F0-A658-4D41D054FF83}"/>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Grep · File reads · Embeddings · Hybrid retrieval</a:t>
            </a:r>
          </a:p>
        </p:txBody>
      </p:sp>
      <p:sp>
        <p:nvSpPr>
          <p:cNvPr id="155" name="narrative-number">
            <a:extLst xmlns:a="http://schemas.openxmlformats.org/drawingml/2006/main">
              <a:ext uri="{FF2B5EF4-FFF2-40B4-BE49-F238E27FC236}">
                <a16:creationId xmlns:a16="http://schemas.microsoft.com/office/drawing/2014/main" id="{A9DDE8CF-B5FF-41D5-A37B-24EA5EA3BE8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645591780"/>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6" name="!!area-name">
            <a:extLst xmlns:a="http://schemas.openxmlformats.org/drawingml/2006/main">
              <a:ext uri="{FF2B5EF4-FFF2-40B4-BE49-F238E27FC236}">
                <a16:creationId xmlns:a16="http://schemas.microsoft.com/office/drawing/2014/main" id="{03D9A7E6-969A-4C83-BCD3-16AA53150C4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48f76fb4ca78419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8" name="header-divider">
            <a:extLst xmlns:a="http://schemas.openxmlformats.org/drawingml/2006/main">
              <a:ext uri="{FF2B5EF4-FFF2-40B4-BE49-F238E27FC236}">
                <a16:creationId xmlns:a16="http://schemas.microsoft.com/office/drawing/2014/main" id="{ABFC7F63-FF66-44BA-99DD-4F04DDBF5C3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9" name="!!screenshot-AGENTS.md">
            <a:extLst xmlns:a="http://schemas.openxmlformats.org/drawingml/2006/main">
              <a:ext uri="{FF2B5EF4-FFF2-40B4-BE49-F238E27FC236}">
                <a16:creationId xmlns:a16="http://schemas.microsoft.com/office/drawing/2014/main" id="{1067B4B1-489C-405A-B744-3F6C03E86BA0}"/>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60" name="10b-text-1">
            <a:extLst xmlns:a="http://schemas.openxmlformats.org/drawingml/2006/main">
              <a:ext uri="{FF2B5EF4-FFF2-40B4-BE49-F238E27FC236}">
                <a16:creationId xmlns:a16="http://schemas.microsoft.com/office/drawing/2014/main" id="{B7F892AE-29C5-4A6C-8950-F6FF21A7165B}"/>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61" name="10b-text-2">
            <a:extLst xmlns:a="http://schemas.openxmlformats.org/drawingml/2006/main">
              <a:ext uri="{FF2B5EF4-FFF2-40B4-BE49-F238E27FC236}">
                <a16:creationId xmlns:a16="http://schemas.microsoft.com/office/drawing/2014/main" id="{37783150-4FBB-4FAA-8477-09384A03DCEF}"/>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62" name="!!screenshot-Codex CLI">
            <a:extLst xmlns:a="http://schemas.openxmlformats.org/drawingml/2006/main">
              <a:ext uri="{FF2B5EF4-FFF2-40B4-BE49-F238E27FC236}">
                <a16:creationId xmlns:a16="http://schemas.microsoft.com/office/drawing/2014/main" id="{1BEF57B7-B0D8-4615-A38E-42B979BECF59}"/>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63" name="10b-text-3">
            <a:extLst xmlns:a="http://schemas.openxmlformats.org/drawingml/2006/main">
              <a:ext uri="{FF2B5EF4-FFF2-40B4-BE49-F238E27FC236}">
                <a16:creationId xmlns:a16="http://schemas.microsoft.com/office/drawing/2014/main" id="{68ECAFA4-8FC7-4BE7-9160-B8CB8FA621AD}"/>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64" name="10b-text-4">
            <a:extLst xmlns:a="http://schemas.openxmlformats.org/drawingml/2006/main">
              <a:ext uri="{FF2B5EF4-FFF2-40B4-BE49-F238E27FC236}">
                <a16:creationId xmlns:a16="http://schemas.microsoft.com/office/drawing/2014/main" id="{C329F2F9-163B-482D-8C88-DE795359F4BC}"/>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65" name="10b-text-12">
            <a:extLst xmlns:a="http://schemas.openxmlformats.org/drawingml/2006/main">
              <a:ext uri="{FF2B5EF4-FFF2-40B4-BE49-F238E27FC236}">
                <a16:creationId xmlns:a16="http://schemas.microsoft.com/office/drawing/2014/main" id="{09CA7958-14B0-4DF0-ADDC-1B73FCB05034}"/>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Preserve useful stable prefixes.</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cache savings.</a:t>
            </a:r>
          </a:p>
        </p:txBody>
      </p:sp>
      <p:sp>
        <p:nvSpPr>
          <p:cNvPr id="166" name="10b-text-13">
            <a:extLst xmlns:a="http://schemas.openxmlformats.org/drawingml/2006/main">
              <a:ext uri="{FF2B5EF4-FFF2-40B4-BE49-F238E27FC236}">
                <a16:creationId xmlns:a16="http://schemas.microsoft.com/office/drawing/2014/main" id="{B6355DB9-49C0-484F-B2B4-3D96719A24D4}"/>
              </a:ext>
            </a:extLst>
          </p:cNvPr>
          <p:cNvSpPr>
            <a:spLocks xmlns:a="http://schemas.openxmlformats.org/drawingml/2006/main"/>
          </p:cNvSpPr>
          <p:nvPr/>
        </p:nvSpPr>
        <p:spPr>
          <a:xfrm xmlns:a="http://schemas.openxmlformats.org/drawingml/2006/main">
            <a:off x="609600" y="3886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Update context and tool access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correctness and authorization.</a:t>
            </a:r>
          </a:p>
        </p:txBody>
      </p:sp>
      <p:sp>
        <p:nvSpPr>
          <p:cNvPr id="167" name="10b-text-14">
            <a:extLst xmlns:a="http://schemas.openxmlformats.org/drawingml/2006/main">
              <a:ext uri="{FF2B5EF4-FFF2-40B4-BE49-F238E27FC236}">
                <a16:creationId xmlns:a16="http://schemas.microsoft.com/office/drawing/2014/main" id="{4FD8F764-648D-4008-B2E7-1EC830AAB891}"/>
              </a:ext>
            </a:extLst>
          </p:cNvPr>
          <p:cNvSpPr>
            <a:spLocks xmlns:a="http://schemas.openxmlformats.org/drawingml/2006/main"/>
          </p:cNvSpPr>
          <p:nvPr/>
        </p:nvSpPr>
        <p:spPr>
          <a:xfrm xmlns:a="http://schemas.openxmlformats.org/drawingml/2006/main">
            <a:off x="609600" y="5334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Manus, July 2025: reported 100:1 input/output; $0.30 cached vs $3 uncached</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per million input tokens in its pricing example.</a:t>
            </a:r>
          </a:p>
        </p:txBody>
      </p:sp>
      <p:sp>
        <p:nvSpPr>
          <p:cNvPr id="168" name="narrative-number">
            <a:extLst xmlns:a="http://schemas.openxmlformats.org/drawingml/2006/main">
              <a:ext uri="{FF2B5EF4-FFF2-40B4-BE49-F238E27FC236}">
                <a16:creationId xmlns:a16="http://schemas.microsoft.com/office/drawing/2014/main" id="{FAB27ED3-EF7F-485D-9D33-611BE80627C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635506734"/>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406B04C8-EE03-4AA5-B927-A1018C0F4D0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81" name="mini-map"/>
          <p:cNvPicPr>
            <a:picLocks xmlns:a="http://schemas.openxmlformats.org/drawingml/2006/main" noChangeAspect="1"/>
          </p:cNvPicPr>
          <p:nvPr/>
        </p:nvPicPr>
        <p:blipFill>
          <a:blip xmlns:r="http://schemas.openxmlformats.org/officeDocument/2006/relationships" xmlns:a="http://schemas.openxmlformats.org/drawingml/2006/main" r:embed="R92ae3a7d2ff04a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30B5EAF6-83DE-4409-B684-78F4B6AEB06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172" name="header-divider">
            <a:extLst xmlns:a="http://schemas.openxmlformats.org/drawingml/2006/main">
              <a:ext uri="{FF2B5EF4-FFF2-40B4-BE49-F238E27FC236}">
                <a16:creationId xmlns:a16="http://schemas.microsoft.com/office/drawing/2014/main" id="{4A1DDDCE-4350-4417-AFE1-2CFDEDC0AF7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11-text-1">
            <a:extLst xmlns:a="http://schemas.openxmlformats.org/drawingml/2006/main">
              <a:ext uri="{FF2B5EF4-FFF2-40B4-BE49-F238E27FC236}">
                <a16:creationId xmlns:a16="http://schemas.microsoft.com/office/drawing/2014/main" id="{976B66AB-67CE-4BFD-ABE7-066D9A0673B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evidence</a:t>
            </a:r>
          </a:p>
        </p:txBody>
      </p:sp>
      <p:sp>
        <p:nvSpPr>
          <p:cNvPr id="174" name="11-text-2">
            <a:extLst xmlns:a="http://schemas.openxmlformats.org/drawingml/2006/main">
              <a:ext uri="{FF2B5EF4-FFF2-40B4-BE49-F238E27FC236}">
                <a16:creationId xmlns:a16="http://schemas.microsoft.com/office/drawing/2014/main" id="{F01F35FB-D6F1-45F5-90B3-D18879D40A38}"/>
              </a:ext>
            </a:extLst>
          </p:cNvPr>
          <p:cNvSpPr>
            <a:spLocks xmlns:a="http://schemas.openxmlformats.org/drawingml/2006/main"/>
          </p:cNvSpPr>
          <p:nvPr/>
        </p:nvSpPr>
        <p:spPr>
          <a:xfrm xmlns:a="http://schemas.openxmlformats.org/drawingml/2006/main">
            <a:off x="6096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 · preliminary</a:t>
            </a:r>
          </a:p>
        </p:txBody>
      </p:sp>
      <p:sp>
        <p:nvSpPr>
          <p:cNvPr id="175" name="11-text-3">
            <a:extLst xmlns:a="http://schemas.openxmlformats.org/drawingml/2006/main">
              <a:ext uri="{FF2B5EF4-FFF2-40B4-BE49-F238E27FC236}">
                <a16:creationId xmlns:a16="http://schemas.microsoft.com/office/drawing/2014/main" id="{59D328BF-D586-4364-9C63-97C8224167F7}"/>
              </a:ext>
            </a:extLst>
          </p:cNvPr>
          <p:cNvSpPr>
            <a:spLocks xmlns:a="http://schemas.openxmlformats.org/drawingml/2006/main"/>
          </p:cNvSpPr>
          <p:nvPr/>
        </p:nvSpPr>
        <p:spPr>
          <a:xfrm xmlns:a="http://schemas.openxmlformats.org/drawingml/2006/main">
            <a:off x="62484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 · later</a:t>
            </a:r>
          </a:p>
        </p:txBody>
      </p:sp>
      <p:sp>
        <p:nvSpPr>
          <p:cNvPr id="176" name="11-text-4">
            <a:extLst xmlns:a="http://schemas.openxmlformats.org/drawingml/2006/main">
              <a:ext uri="{FF2B5EF4-FFF2-40B4-BE49-F238E27FC236}">
                <a16:creationId xmlns:a16="http://schemas.microsoft.com/office/drawing/2014/main" id="{64ECC933-8DBC-4924-9150-DE7EC515F7B1}"/>
              </a:ext>
            </a:extLst>
          </p:cNvPr>
          <p:cNvSpPr>
            <a:spLocks xmlns:a="http://schemas.openxmlformats.org/drawingml/2006/main"/>
          </p:cNvSpPr>
          <p:nvPr/>
        </p:nvSpPr>
        <p:spPr>
          <a:xfrm xmlns:a="http://schemas.openxmlformats.org/drawingml/2006/main">
            <a:off x="609600" y="3251200"/>
            <a:ext cx="5334000" cy="15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 possible cause.”</a:t>
            </a:r>
          </a:p>
        </p:txBody>
      </p:sp>
      <p:sp>
        <p:nvSpPr>
          <p:cNvPr id="177" name="11-text-5">
            <a:extLst xmlns:a="http://schemas.openxmlformats.org/drawingml/2006/main">
              <a:ext uri="{FF2B5EF4-FFF2-40B4-BE49-F238E27FC236}">
                <a16:creationId xmlns:a16="http://schemas.microsoft.com/office/drawing/2014/main" id="{EC327C1F-4000-422B-940B-D3EFA5719B55}"/>
              </a:ext>
            </a:extLst>
          </p:cNvPr>
          <p:cNvSpPr>
            <a:spLocks xmlns:a="http://schemas.openxmlformats.org/drawingml/2006/main"/>
          </p:cNvSpPr>
          <p:nvPr/>
        </p:nvSpPr>
        <p:spPr>
          <a:xfrm xmlns:a="http://schemas.openxmlformats.org/drawingml/2006/main">
            <a:off x="6248400" y="3251200"/>
            <a:ext cx="5334000" cy="15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8" name="11-text-6">
            <a:extLst xmlns:a="http://schemas.openxmlformats.org/drawingml/2006/main">
              <a:ext uri="{FF2B5EF4-FFF2-40B4-BE49-F238E27FC236}">
                <a16:creationId xmlns:a16="http://schemas.microsoft.com/office/drawing/2014/main" id="{554E14FC-A6F3-463D-BADB-74CAF1FF18E5}"/>
              </a:ext>
            </a:extLst>
          </p:cNvPr>
          <p:cNvSpPr>
            <a:spLocks xmlns:a="http://schemas.openxmlformats.org/drawingml/2006/main"/>
          </p:cNvSpPr>
          <p:nvPr/>
        </p:nvSpPr>
        <p:spPr>
          <a:xfrm xmlns:a="http://schemas.openxmlformats.org/drawingml/2006/main">
            <a:off x="609600" y="5003800"/>
            <a:ext cx="109728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excerpts with revision, source location,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decision status. Refresh as records arrive.</a:t>
            </a:r>
          </a:p>
        </p:txBody>
      </p:sp>
      <p:sp>
        <p:nvSpPr>
          <p:cNvPr id="179" name="narrative-number">
            <a:extLst xmlns:a="http://schemas.openxmlformats.org/drawingml/2006/main">
              <a:ext uri="{FF2B5EF4-FFF2-40B4-BE49-F238E27FC236}">
                <a16:creationId xmlns:a16="http://schemas.microsoft.com/office/drawing/2014/main" id="{3B1644B8-E27C-49A2-A4AC-CA2F2F0600A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11952710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0" name="!!area-name">
            <a:extLst xmlns:a="http://schemas.openxmlformats.org/drawingml/2006/main">
              <a:ext uri="{FF2B5EF4-FFF2-40B4-BE49-F238E27FC236}">
                <a16:creationId xmlns:a16="http://schemas.microsoft.com/office/drawing/2014/main" id="{0D558AD4-3BA7-4784-BD44-19C90B64C18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94" name="mini-map"/>
          <p:cNvPicPr>
            <a:picLocks xmlns:a="http://schemas.openxmlformats.org/drawingml/2006/main" noChangeAspect="1"/>
          </p:cNvPicPr>
          <p:nvPr/>
        </p:nvPicPr>
        <p:blipFill>
          <a:blip xmlns:r="http://schemas.openxmlformats.org/officeDocument/2006/relationships" xmlns:a="http://schemas.openxmlformats.org/drawingml/2006/main" r:embed="R5e2df0981f7b432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2" name="slide-title">
            <a:extLst xmlns:a="http://schemas.openxmlformats.org/drawingml/2006/main">
              <a:ext uri="{FF2B5EF4-FFF2-40B4-BE49-F238E27FC236}">
                <a16:creationId xmlns:a16="http://schemas.microsoft.com/office/drawing/2014/main" id="{90DB91FE-DE2F-427F-A207-D7C25190D0D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183" name="header-divider">
            <a:extLst xmlns:a="http://schemas.openxmlformats.org/drawingml/2006/main">
              <a:ext uri="{FF2B5EF4-FFF2-40B4-BE49-F238E27FC236}">
                <a16:creationId xmlns:a16="http://schemas.microsoft.com/office/drawing/2014/main" id="{C7C46518-FD8F-47C5-B39B-9C028E0FEEC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4" name="11-text-7">
            <a:extLst xmlns:a="http://schemas.openxmlformats.org/drawingml/2006/main">
              <a:ext uri="{FF2B5EF4-FFF2-40B4-BE49-F238E27FC236}">
                <a16:creationId xmlns:a16="http://schemas.microsoft.com/office/drawing/2014/main" id="{D8FE460E-E8BB-4B19-81C3-E1ADE6AC917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context</a:t>
            </a:r>
          </a:p>
        </p:txBody>
      </p:sp>
      <p:sp>
        <p:nvSpPr>
          <p:cNvPr id="185" name="11-text-8">
            <a:extLst xmlns:a="http://schemas.openxmlformats.org/drawingml/2006/main">
              <a:ext uri="{FF2B5EF4-FFF2-40B4-BE49-F238E27FC236}">
                <a16:creationId xmlns:a16="http://schemas.microsoft.com/office/drawing/2014/main" id="{EECB03F5-8818-418F-9321-1D60340B95D4}"/>
              </a:ext>
            </a:extLst>
          </p:cNvPr>
          <p:cNvSpPr>
            <a:spLocks xmlns:a="http://schemas.openxmlformats.org/drawingml/2006/main"/>
          </p:cNvSpPr>
          <p:nvPr/>
        </p:nvSpPr>
        <p:spPr>
          <a:xfrm xmlns:a="http://schemas.openxmlformats.org/drawingml/2006/main">
            <a:off x="609600" y="2844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Compaction must preserve: unresolved cause,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 authorized scope.</a:t>
            </a:r>
          </a:p>
        </p:txBody>
      </p:sp>
      <p:sp>
        <p:nvSpPr>
          <p:cNvPr id="186" name="11-text-9">
            <a:extLst xmlns:a="http://schemas.openxmlformats.org/drawingml/2006/main">
              <a:ext uri="{FF2B5EF4-FFF2-40B4-BE49-F238E27FC236}">
                <a16:creationId xmlns:a16="http://schemas.microsoft.com/office/drawing/2014/main" id="{546F74B5-C247-4DF4-AD97-2CC1B2109AA0}"/>
              </a:ext>
            </a:extLst>
          </p:cNvPr>
          <p:cNvSpPr>
            <a:spLocks xmlns:a="http://schemas.openxmlformats.org/drawingml/2006/main"/>
          </p:cNvSpPr>
          <p:nvPr/>
        </p:nvSpPr>
        <p:spPr>
          <a:xfrm xmlns:a="http://schemas.openxmlformats.org/drawingml/2006/main">
            <a:off x="609600" y="3860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FRB-017’s sensor fault and FRB-031’s bearing wear.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Similar symptoms do not prove a common cause.</a:t>
            </a:r>
          </a:p>
        </p:txBody>
      </p:sp>
      <p:sp>
        <p:nvSpPr>
          <p:cNvPr id="187" name="11-text-10">
            <a:extLst xmlns:a="http://schemas.openxmlformats.org/drawingml/2006/main">
              <a:ext uri="{FF2B5EF4-FFF2-40B4-BE49-F238E27FC236}">
                <a16:creationId xmlns:a16="http://schemas.microsoft.com/office/drawing/2014/main" id="{4C6C353B-4120-4691-A786-89A12218CECE}"/>
              </a:ext>
            </a:extLst>
          </p:cNvPr>
          <p:cNvSpPr>
            <a:spLocks xmlns:a="http://schemas.openxmlformats.org/drawingml/2006/main"/>
          </p:cNvSpPr>
          <p:nvPr/>
        </p:nvSpPr>
        <p:spPr>
          <a:xfrm xmlns:a="http://schemas.openxmlformats.org/drawingml/2006/main">
            <a:off x="609600" y="4876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Missing or inaccessible evidence must stay an explicit limitation.</a:t>
            </a:r>
          </a:p>
        </p:txBody>
      </p:sp>
      <p:sp>
        <p:nvSpPr>
          <p:cNvPr id="188" name="11-shape-11">
            <a:extLst xmlns:a="http://schemas.openxmlformats.org/drawingml/2006/main">
              <a:ext uri="{FF2B5EF4-FFF2-40B4-BE49-F238E27FC236}">
                <a16:creationId xmlns:a16="http://schemas.microsoft.com/office/drawing/2014/main" id="{513F8BF7-8BC7-46FE-AE92-FA1B6134D72B}"/>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89" name="11-shape-12">
            <a:extLst xmlns:a="http://schemas.openxmlformats.org/drawingml/2006/main">
              <a:ext uri="{FF2B5EF4-FFF2-40B4-BE49-F238E27FC236}">
                <a16:creationId xmlns:a16="http://schemas.microsoft.com/office/drawing/2014/main" id="{7B792CC6-5A4C-4E7F-A9ED-C91A14CDACFA}"/>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90" name="11-text-13">
            <a:extLst xmlns:a="http://schemas.openxmlformats.org/drawingml/2006/main">
              <a:ext uri="{FF2B5EF4-FFF2-40B4-BE49-F238E27FC236}">
                <a16:creationId xmlns:a16="http://schemas.microsoft.com/office/drawing/2014/main" id="{065C3CEE-D848-4B7C-8519-D51704E04E0F}"/>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191" name="11-text-14">
            <a:extLst xmlns:a="http://schemas.openxmlformats.org/drawingml/2006/main">
              <a:ext uri="{FF2B5EF4-FFF2-40B4-BE49-F238E27FC236}">
                <a16:creationId xmlns:a16="http://schemas.microsoft.com/office/drawing/2014/main" id="{AAE6D45D-FDFD-4D63-9AC3-A5AA3A9241A9}"/>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192" name="narrative-number">
            <a:extLst xmlns:a="http://schemas.openxmlformats.org/drawingml/2006/main">
              <a:ext uri="{FF2B5EF4-FFF2-40B4-BE49-F238E27FC236}">
                <a16:creationId xmlns:a16="http://schemas.microsoft.com/office/drawing/2014/main" id="{B111EF46-C9D3-4DDF-9799-D8D6A3DD968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84042276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8"/>
                                        </p:tgtEl>
                                        <p:attrNameLst>
                                          <p:attrName>style.visibility</p:attrName>
                                        </p:attrNameLst>
                                      </p:cBhvr>
                                      <p:to>
                                        <p:strVal val="visible"/>
                                      </p:to>
                                    </p:set>
                                    <p:animEffect transition="in" filter="fade">
                                      <p:cBhvr>
                                        <p:cTn id="7" dur="300" fill="hold"/>
                                        <p:tgtEl>
                                          <p:spTgt spid="188"/>
                                        </p:tgtEl>
                                      </p:cBhvr>
                                    </p:animEffect>
                                  </p:childTnLst>
                                </p:cTn>
                              </p:par>
                              <p:par>
                                <p:cTn id="8" presetID="10" presetClass="entr" presetSubtype="0" fill="hold" nodeType="withEffect">
                                  <p:stCondLst>
                                    <p:cond delay="0"/>
                                  </p:stCondLst>
                                  <p:childTnLst>
                                    <p:set>
                                      <p:cBhvr>
                                        <p:cTn id="9" dur="1" fill="hold">
                                          <p:stCondLst>
                                            <p:cond delay="0"/>
                                          </p:stCondLst>
                                        </p:cTn>
                                        <p:tgtEl>
                                          <p:spTgt spid="189"/>
                                        </p:tgtEl>
                                        <p:attrNameLst>
                                          <p:attrName>style.visibility</p:attrName>
                                        </p:attrNameLst>
                                      </p:cBhvr>
                                      <p:to>
                                        <p:strVal val="visible"/>
                                      </p:to>
                                    </p:set>
                                    <p:animEffect transition="in" filter="fade">
                                      <p:cBhvr>
                                        <p:cTn id="10" dur="300" fill="hold"/>
                                        <p:tgtEl>
                                          <p:spTgt spid="189"/>
                                        </p:tgtEl>
                                      </p:cBhvr>
                                    </p:animEffect>
                                  </p:childTnLst>
                                </p:cTn>
                              </p:par>
                              <p:par>
                                <p:cTn id="11" presetID="10" presetClass="entr" presetSubtype="0" fill="hold" nodeType="withEffect">
                                  <p:stCondLst>
                                    <p:cond delay="0"/>
                                  </p:stCondLst>
                                  <p:childTnLst>
                                    <p:set>
                                      <p:cBhvr>
                                        <p:cTn id="12" dur="1" fill="hold">
                                          <p:stCondLst>
                                            <p:cond delay="0"/>
                                          </p:stCondLst>
                                        </p:cTn>
                                        <p:tgtEl>
                                          <p:spTgt spid="190"/>
                                        </p:tgtEl>
                                        <p:attrNameLst>
                                          <p:attrName>style.visibility</p:attrName>
                                        </p:attrNameLst>
                                      </p:cBhvr>
                                      <p:to>
                                        <p:strVal val="visible"/>
                                      </p:to>
                                    </p:set>
                                    <p:animEffect transition="in" filter="fade">
                                      <p:cBhvr>
                                        <p:cTn id="13" dur="300" fill="hold"/>
                                        <p:tgtEl>
                                          <p:spTgt spid="190"/>
                                        </p:tgtEl>
                                      </p:cBhvr>
                                    </p:animEffect>
                                  </p:childTnLst>
                                </p:cTn>
                              </p:par>
                              <p:par>
                                <p:cTn id="14" presetID="10" presetClass="entr" presetSubtype="0" fill="hold" nodeType="withEffect">
                                  <p:stCondLst>
                                    <p:cond delay="0"/>
                                  </p:stCondLst>
                                  <p:childTnLst>
                                    <p:set>
                                      <p:cBhvr>
                                        <p:cTn id="15" dur="1" fill="hold">
                                          <p:stCondLst>
                                            <p:cond delay="0"/>
                                          </p:stCondLst>
                                        </p:cTn>
                                        <p:tgtEl>
                                          <p:spTgt spid="191"/>
                                        </p:tgtEl>
                                        <p:attrNameLst>
                                          <p:attrName>style.visibility</p:attrName>
                                        </p:attrNameLst>
                                      </p:cBhvr>
                                      <p:to>
                                        <p:strVal val="visible"/>
                                      </p:to>
                                    </p:set>
                                    <p:animEffect transition="in" filter="fade">
                                      <p:cBhvr>
                                        <p:cTn id="16" dur="300" fill="hold"/>
                                        <p:tgtEl>
                                          <p:spTgt spid="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3" name="!!area-header">
            <a:extLst xmlns:a="http://schemas.openxmlformats.org/drawingml/2006/main">
              <a:ext uri="{FF2B5EF4-FFF2-40B4-BE49-F238E27FC236}">
                <a16:creationId xmlns:a16="http://schemas.microsoft.com/office/drawing/2014/main" id="{F1E3BD5C-0703-4640-AFFB-0F767800D9A1}"/>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94" name="!!area-name">
            <a:extLst xmlns:a="http://schemas.openxmlformats.org/drawingml/2006/main">
              <a:ext uri="{FF2B5EF4-FFF2-40B4-BE49-F238E27FC236}">
                <a16:creationId xmlns:a16="http://schemas.microsoft.com/office/drawing/2014/main" id="{F783FD7A-5DE0-4FA4-AB93-D409A927D4A2}"/>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195" name="!!area-beat">
            <a:extLst xmlns:a="http://schemas.openxmlformats.org/drawingml/2006/main">
              <a:ext uri="{FF2B5EF4-FFF2-40B4-BE49-F238E27FC236}">
                <a16:creationId xmlns:a16="http://schemas.microsoft.com/office/drawing/2014/main" id="{9B8C3E2D-A1C7-48DE-9597-8DF2ED4E23A2}"/>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96" name="header-divider">
            <a:extLst xmlns:a="http://schemas.openxmlformats.org/drawingml/2006/main">
              <a:ext uri="{FF2B5EF4-FFF2-40B4-BE49-F238E27FC236}">
                <a16:creationId xmlns:a16="http://schemas.microsoft.com/office/drawing/2014/main" id="{05D0D296-6825-47AC-BE0C-FFE32CC1FCFF}"/>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7" name="!!screenshot-MCP configuration">
            <a:extLst xmlns:a="http://schemas.openxmlformats.org/drawingml/2006/main">
              <a:ext uri="{FF2B5EF4-FFF2-40B4-BE49-F238E27FC236}">
                <a16:creationId xmlns:a16="http://schemas.microsoft.com/office/drawing/2014/main" id="{497CA1AB-FAC5-4555-BFFD-E5A6F9262885}"/>
              </a:ext>
            </a:extLst>
          </p:cNvPr>
          <p:cNvSpPr>
            <a:spLocks xmlns:a="http://schemas.openxmlformats.org/drawingml/2006/main"/>
          </p:cNvSpPr>
          <p:nvPr/>
        </p:nvSpPr>
        <p:spPr>
          <a:xfrm xmlns:a="http://schemas.openxmlformats.org/drawingml/2006/main">
            <a:off x="6096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198" name="12-text-1">
            <a:extLst xmlns:a="http://schemas.openxmlformats.org/drawingml/2006/main">
              <a:ext uri="{FF2B5EF4-FFF2-40B4-BE49-F238E27FC236}">
                <a16:creationId xmlns:a16="http://schemas.microsoft.com/office/drawing/2014/main" id="{5C4A1441-BE07-4A77-9EC9-72DF980CFB44}"/>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99" name="12-text-2">
            <a:extLst xmlns:a="http://schemas.openxmlformats.org/drawingml/2006/main">
              <a:ext uri="{FF2B5EF4-FFF2-40B4-BE49-F238E27FC236}">
                <a16:creationId xmlns:a16="http://schemas.microsoft.com/office/drawing/2014/main" id="{1D573BED-98ED-420D-BA2A-5ABE9144C6E0}"/>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200" name="!!screenshot-The permission prompt">
            <a:extLst xmlns:a="http://schemas.openxmlformats.org/drawingml/2006/main">
              <a:ext uri="{FF2B5EF4-FFF2-40B4-BE49-F238E27FC236}">
                <a16:creationId xmlns:a16="http://schemas.microsoft.com/office/drawing/2014/main" id="{5C763D9E-82CE-4891-BD74-0BE0505D4DEA}"/>
              </a:ext>
            </a:extLst>
          </p:cNvPr>
          <p:cNvSpPr>
            <a:spLocks xmlns:a="http://schemas.openxmlformats.org/drawingml/2006/main"/>
          </p:cNvSpPr>
          <p:nvPr/>
        </p:nvSpPr>
        <p:spPr>
          <a:xfrm xmlns:a="http://schemas.openxmlformats.org/drawingml/2006/main">
            <a:off x="62484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201" name="12-text-3">
            <a:extLst xmlns:a="http://schemas.openxmlformats.org/drawingml/2006/main">
              <a:ext uri="{FF2B5EF4-FFF2-40B4-BE49-F238E27FC236}">
                <a16:creationId xmlns:a16="http://schemas.microsoft.com/office/drawing/2014/main" id="{97AE195D-7C8E-426A-821F-D57307C2A347}"/>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202" name="12-text-4">
            <a:extLst xmlns:a="http://schemas.openxmlformats.org/drawingml/2006/main">
              <a:ext uri="{FF2B5EF4-FFF2-40B4-BE49-F238E27FC236}">
                <a16:creationId xmlns:a16="http://schemas.microsoft.com/office/drawing/2014/main" id="{8CA04101-B7DC-4132-B8D0-FEC80598545B}"/>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Live shell-command approval prompt</a:t>
            </a:r>
          </a:p>
        </p:txBody>
      </p:sp>
      <p:sp>
        <p:nvSpPr>
          <p:cNvPr id="203" name="12-text-5">
            <a:extLst xmlns:a="http://schemas.openxmlformats.org/drawingml/2006/main">
              <a:ext uri="{FF2B5EF4-FFF2-40B4-BE49-F238E27FC236}">
                <a16:creationId xmlns:a16="http://schemas.microsoft.com/office/drawing/2014/main" id="{B7BBB1FD-A512-4064-88B9-069EB88E81F1}"/>
              </a:ext>
            </a:extLst>
          </p:cNvPr>
          <p:cNvSpPr>
            <a:spLocks xmlns:a="http://schemas.openxmlformats.org/drawingml/2006/main"/>
          </p:cNvSpPr>
          <p:nvPr/>
        </p:nvSpPr>
        <p:spPr>
          <a:xfrm xmlns:a="http://schemas.openxmlformats.org/drawingml/2006/main">
            <a:off x="6096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config.toml</a:t>
            </a:r>
          </a:p>
        </p:txBody>
      </p:sp>
      <p:sp>
        <p:nvSpPr>
          <p:cNvPr id="204" name="12-text-6">
            <a:extLst xmlns:a="http://schemas.openxmlformats.org/drawingml/2006/main">
              <a:ext uri="{FF2B5EF4-FFF2-40B4-BE49-F238E27FC236}">
                <a16:creationId xmlns:a16="http://schemas.microsoft.com/office/drawing/2014/main" id="{DEAD3673-468E-4929-A417-4312D98A35F1}"/>
              </a:ext>
            </a:extLst>
          </p:cNvPr>
          <p:cNvSpPr>
            <a:spLocks xmlns:a="http://schemas.openxmlformats.org/drawingml/2006/main"/>
          </p:cNvSpPr>
          <p:nvPr/>
        </p:nvSpPr>
        <p:spPr>
          <a:xfrm xmlns:a="http://schemas.openxmlformats.org/drawingml/2006/main">
            <a:off x="62484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Shell command approval</a:t>
            </a:r>
          </a:p>
        </p:txBody>
      </p:sp>
      <p:sp>
        <p:nvSpPr>
          <p:cNvPr id="205" name="12-text-7">
            <a:extLst xmlns:a="http://schemas.openxmlformats.org/drawingml/2006/main">
              <a:ext uri="{FF2B5EF4-FFF2-40B4-BE49-F238E27FC236}">
                <a16:creationId xmlns:a16="http://schemas.microsoft.com/office/drawing/2014/main" id="{2EF66EE2-E493-45E6-BC43-F4F5D020E0A8}"/>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sandbox: read-only · workspace-write · full access</a:t>
            </a:r>
          </a:p>
        </p:txBody>
      </p:sp>
      <p:sp>
        <p:nvSpPr>
          <p:cNvPr id="206" name="12-text-8">
            <a:extLst xmlns:a="http://schemas.openxmlformats.org/drawingml/2006/main">
              <a:ext uri="{FF2B5EF4-FFF2-40B4-BE49-F238E27FC236}">
                <a16:creationId xmlns:a16="http://schemas.microsoft.com/office/drawing/2014/main" id="{4D22A6E5-942B-4A0D-8EFB-02114D8313E2}"/>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CLI modes: Normal · Accept Edits · Smart · Bypass · Autonomous</a:t>
            </a:r>
          </a:p>
        </p:txBody>
      </p:sp>
      <p:sp>
        <p:nvSpPr>
          <p:cNvPr id="207" name="narrative-number">
            <a:extLst xmlns:a="http://schemas.openxmlformats.org/drawingml/2006/main">
              <a:ext uri="{FF2B5EF4-FFF2-40B4-BE49-F238E27FC236}">
                <a16:creationId xmlns:a16="http://schemas.microsoft.com/office/drawing/2014/main" id="{86AC8E8D-F797-4768-B1B1-9278DCDB2BD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4017896238"/>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8" name="!!area-name">
            <a:extLst xmlns:a="http://schemas.openxmlformats.org/drawingml/2006/main">
              <a:ext uri="{FF2B5EF4-FFF2-40B4-BE49-F238E27FC236}">
                <a16:creationId xmlns:a16="http://schemas.microsoft.com/office/drawing/2014/main" id="{178EA1BB-5397-499C-8D76-3250E68AFAE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24" name="mini-map"/>
          <p:cNvPicPr>
            <a:picLocks xmlns:a="http://schemas.openxmlformats.org/drawingml/2006/main" noChangeAspect="1"/>
          </p:cNvPicPr>
          <p:nvPr/>
        </p:nvPicPr>
        <p:blipFill>
          <a:blip xmlns:r="http://schemas.openxmlformats.org/officeDocument/2006/relationships" xmlns:a="http://schemas.openxmlformats.org/drawingml/2006/main" r:embed="Ra7bfa7c0825f4c5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0" name="header-divider">
            <a:extLst xmlns:a="http://schemas.openxmlformats.org/drawingml/2006/main">
              <a:ext uri="{FF2B5EF4-FFF2-40B4-BE49-F238E27FC236}">
                <a16:creationId xmlns:a16="http://schemas.microsoft.com/office/drawing/2014/main" id="{56C57090-6645-4722-B06F-C388826DC08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1" name="!!screenshot-MCP configuration">
            <a:extLst xmlns:a="http://schemas.openxmlformats.org/drawingml/2006/main">
              <a:ext uri="{FF2B5EF4-FFF2-40B4-BE49-F238E27FC236}">
                <a16:creationId xmlns:a16="http://schemas.microsoft.com/office/drawing/2014/main" id="{906E0A3E-0096-43F2-9EAD-F8E4CF944001}"/>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12" name="12b-text-1">
            <a:extLst xmlns:a="http://schemas.openxmlformats.org/drawingml/2006/main">
              <a:ext uri="{FF2B5EF4-FFF2-40B4-BE49-F238E27FC236}">
                <a16:creationId xmlns:a16="http://schemas.microsoft.com/office/drawing/2014/main" id="{3092D5D0-F176-4965-8EB0-17521F6A8151}"/>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13" name="12b-text-2">
            <a:extLst xmlns:a="http://schemas.openxmlformats.org/drawingml/2006/main">
              <a:ext uri="{FF2B5EF4-FFF2-40B4-BE49-F238E27FC236}">
                <a16:creationId xmlns:a16="http://schemas.microsoft.com/office/drawing/2014/main" id="{A8DF707C-0093-40CB-8763-B770F780BA34}"/>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14" name="!!screenshot-The permission prompt">
            <a:extLst xmlns:a="http://schemas.openxmlformats.org/drawingml/2006/main">
              <a:ext uri="{FF2B5EF4-FFF2-40B4-BE49-F238E27FC236}">
                <a16:creationId xmlns:a16="http://schemas.microsoft.com/office/drawing/2014/main" id="{3D51B83A-B171-40BD-98C3-B75D89C010EF}"/>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15" name="12b-text-3">
            <a:extLst xmlns:a="http://schemas.openxmlformats.org/drawingml/2006/main">
              <a:ext uri="{FF2B5EF4-FFF2-40B4-BE49-F238E27FC236}">
                <a16:creationId xmlns:a16="http://schemas.microsoft.com/office/drawing/2014/main" id="{FA1BA1D4-78A5-4AF4-92F8-881A448D3FDC}"/>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16" name="12b-text-4">
            <a:extLst xmlns:a="http://schemas.openxmlformats.org/drawingml/2006/main">
              <a:ext uri="{FF2B5EF4-FFF2-40B4-BE49-F238E27FC236}">
                <a16:creationId xmlns:a16="http://schemas.microsoft.com/office/drawing/2014/main" id="{94258814-E7B4-458D-807A-2A245AB93B99}"/>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17" name="12b-text-5">
            <a:extLst xmlns:a="http://schemas.openxmlformats.org/drawingml/2006/main">
              <a:ext uri="{FF2B5EF4-FFF2-40B4-BE49-F238E27FC236}">
                <a16:creationId xmlns:a16="http://schemas.microsoft.com/office/drawing/2014/main" id="{9148C684-0E65-4E28-B8F3-F568E71565C8}"/>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Design the tool for the caller:</a:t>
            </a:r>
          </a:p>
        </p:txBody>
      </p:sp>
      <p:sp>
        <p:nvSpPr>
          <p:cNvPr id="218" name="12b-text-6">
            <a:extLst xmlns:a="http://schemas.openxmlformats.org/drawingml/2006/main">
              <a:ext uri="{FF2B5EF4-FFF2-40B4-BE49-F238E27FC236}">
                <a16:creationId xmlns:a16="http://schemas.microsoft.com/office/drawing/2014/main" id="{89418E5A-9B01-4BC8-9033-961CCBBC9F81}"/>
              </a:ext>
            </a:extLst>
          </p:cNvPr>
          <p:cNvSpPr>
            <a:spLocks xmlns:a="http://schemas.openxmlformats.org/drawingml/2006/main"/>
          </p:cNvSpPr>
          <p:nvPr/>
        </p:nvSpPr>
        <p:spPr>
          <a:xfrm xmlns:a="http://schemas.openxmlformats.org/drawingml/2006/main">
            <a:off x="609600" y="29972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Consider consolidation for the task. One </a:t>
            </a:r>
            <a:r>
              <a:rPr b="0">
                <a:solidFill>
                  <a:srgbClr val="1064F8"/>
                </a:solidFill>
                <a:latin typeface="Consolas"/>
                <a:ea typeface="Consolas"/>
                <a:cs typeface="Consolas"/>
              </a:rPr>
              <a:t>schedule_event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can combine several API operations.</a:t>
            </a:r>
          </a:p>
        </p:txBody>
      </p:sp>
      <p:sp>
        <p:nvSpPr>
          <p:cNvPr id="219" name="12b-text-7">
            <a:extLst xmlns:a="http://schemas.openxmlformats.org/drawingml/2006/main">
              <a:ext uri="{FF2B5EF4-FFF2-40B4-BE49-F238E27FC236}">
                <a16:creationId xmlns:a16="http://schemas.microsoft.com/office/drawing/2014/main" id="{D416B2AE-021A-46F5-B031-A36BCDD525D2}"/>
              </a:ext>
            </a:extLst>
          </p:cNvPr>
          <p:cNvSpPr>
            <a:spLocks xmlns:a="http://schemas.openxmlformats.org/drawingml/2006/main"/>
          </p:cNvSpPr>
          <p:nvPr/>
        </p:nvSpPr>
        <p:spPr>
          <a:xfrm xmlns:a="http://schemas.openxmlformats.org/drawingml/2006/main">
            <a:off x="609600" y="3937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Namespace. Prefix versus suffix moved the evals.</a:t>
            </a:r>
          </a:p>
        </p:txBody>
      </p:sp>
      <p:sp>
        <p:nvSpPr>
          <p:cNvPr id="220" name="12b-text-8">
            <a:extLst xmlns:a="http://schemas.openxmlformats.org/drawingml/2006/main">
              <a:ext uri="{FF2B5EF4-FFF2-40B4-BE49-F238E27FC236}">
                <a16:creationId xmlns:a16="http://schemas.microsoft.com/office/drawing/2014/main" id="{4BBAF4AD-8E15-463C-AEBD-183F7C7AD8B3}"/>
              </a:ext>
            </a:extLst>
          </p:cNvPr>
          <p:cNvSpPr>
            <a:spLocks xmlns:a="http://schemas.openxmlformats.org/drawingml/2006/main"/>
          </p:cNvSpPr>
          <p:nvPr/>
        </p:nvSpPr>
        <p:spPr>
          <a:xfrm xmlns:a="http://schemas.openxmlformats.org/drawingml/2006/main">
            <a:off x="609600" y="44958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Return meaningful names alongside stable IDs needed to act.</a:t>
            </a:r>
          </a:p>
        </p:txBody>
      </p:sp>
      <p:sp>
        <p:nvSpPr>
          <p:cNvPr id="221" name="12b-text-9">
            <a:extLst xmlns:a="http://schemas.openxmlformats.org/drawingml/2006/main">
              <a:ext uri="{FF2B5EF4-FFF2-40B4-BE49-F238E27FC236}">
                <a16:creationId xmlns:a16="http://schemas.microsoft.com/office/drawing/2014/main" id="{1F4DF7C8-E83A-4028-A419-C94AD9760414}"/>
              </a:ext>
            </a:extLst>
          </p:cNvPr>
          <p:cNvSpPr>
            <a:spLocks xmlns:a="http://schemas.openxmlformats.org/drawingml/2006/main"/>
          </p:cNvSpPr>
          <p:nvPr/>
        </p:nvSpPr>
        <p:spPr>
          <a:xfrm xmlns:a="http://schemas.openxmlformats.org/drawingml/2006/main">
            <a:off x="609600" y="50546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Offer concise or detailed results: 72 tokens versus 206</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 Anthropic's example.</a:t>
            </a:r>
          </a:p>
        </p:txBody>
      </p:sp>
      <p:sp>
        <p:nvSpPr>
          <p:cNvPr id="222" name="narrative-number">
            <a:extLst xmlns:a="http://schemas.openxmlformats.org/drawingml/2006/main">
              <a:ext uri="{FF2B5EF4-FFF2-40B4-BE49-F238E27FC236}">
                <a16:creationId xmlns:a16="http://schemas.microsoft.com/office/drawing/2014/main" id="{191F7BE5-5DB9-49C3-9440-8BF72E7843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672157284"/>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3" name="!!area-name">
            <a:extLst xmlns:a="http://schemas.openxmlformats.org/drawingml/2006/main">
              <a:ext uri="{FF2B5EF4-FFF2-40B4-BE49-F238E27FC236}">
                <a16:creationId xmlns:a16="http://schemas.microsoft.com/office/drawing/2014/main" id="{329022DC-5267-4CD4-AC72-DD718E3B4AD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37" name="mini-map"/>
          <p:cNvPicPr>
            <a:picLocks xmlns:a="http://schemas.openxmlformats.org/drawingml/2006/main" noChangeAspect="1"/>
          </p:cNvPicPr>
          <p:nvPr/>
        </p:nvPicPr>
        <p:blipFill>
          <a:blip xmlns:r="http://schemas.openxmlformats.org/officeDocument/2006/relationships" xmlns:a="http://schemas.openxmlformats.org/drawingml/2006/main" r:embed="Rb6bcf241732a4dd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5" name="header-divider">
            <a:extLst xmlns:a="http://schemas.openxmlformats.org/drawingml/2006/main">
              <a:ext uri="{FF2B5EF4-FFF2-40B4-BE49-F238E27FC236}">
                <a16:creationId xmlns:a16="http://schemas.microsoft.com/office/drawing/2014/main" id="{5C5419BD-F9C3-4ED7-B1DB-BCD15683E9C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6" name="!!screenshot-MCP configuration">
            <a:extLst xmlns:a="http://schemas.openxmlformats.org/drawingml/2006/main">
              <a:ext uri="{FF2B5EF4-FFF2-40B4-BE49-F238E27FC236}">
                <a16:creationId xmlns:a16="http://schemas.microsoft.com/office/drawing/2014/main" id="{0C14465A-AD7A-4CAD-981C-C5F990869FD6}"/>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27" name="12b-text-1">
            <a:extLst xmlns:a="http://schemas.openxmlformats.org/drawingml/2006/main">
              <a:ext uri="{FF2B5EF4-FFF2-40B4-BE49-F238E27FC236}">
                <a16:creationId xmlns:a16="http://schemas.microsoft.com/office/drawing/2014/main" id="{5E2D14FC-6AC0-409B-BC5E-585AAECCBB83}"/>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28" name="12b-text-2">
            <a:extLst xmlns:a="http://schemas.openxmlformats.org/drawingml/2006/main">
              <a:ext uri="{FF2B5EF4-FFF2-40B4-BE49-F238E27FC236}">
                <a16:creationId xmlns:a16="http://schemas.microsoft.com/office/drawing/2014/main" id="{2AA4E511-0A61-424D-B421-60B230F19060}"/>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29" name="!!screenshot-The permission prompt">
            <a:extLst xmlns:a="http://schemas.openxmlformats.org/drawingml/2006/main">
              <a:ext uri="{FF2B5EF4-FFF2-40B4-BE49-F238E27FC236}">
                <a16:creationId xmlns:a16="http://schemas.microsoft.com/office/drawing/2014/main" id="{7B8D5C72-8DF0-4123-BDF1-E12F17CDDF15}"/>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30" name="12b-text-3">
            <a:extLst xmlns:a="http://schemas.openxmlformats.org/drawingml/2006/main">
              <a:ext uri="{FF2B5EF4-FFF2-40B4-BE49-F238E27FC236}">
                <a16:creationId xmlns:a16="http://schemas.microsoft.com/office/drawing/2014/main" id="{D607E25F-48E0-4DA6-9DF3-AE417F351F82}"/>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31" name="12b-text-4">
            <a:extLst xmlns:a="http://schemas.openxmlformats.org/drawingml/2006/main">
              <a:ext uri="{FF2B5EF4-FFF2-40B4-BE49-F238E27FC236}">
                <a16:creationId xmlns:a16="http://schemas.microsoft.com/office/drawing/2014/main" id="{9F8CB89C-E8C8-4B40-B763-3E9A411B7C69}"/>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32" name="12b-text-10">
            <a:extLst xmlns:a="http://schemas.openxmlformats.org/drawingml/2006/main">
              <a:ext uri="{FF2B5EF4-FFF2-40B4-BE49-F238E27FC236}">
                <a16:creationId xmlns:a16="http://schemas.microsoft.com/office/drawing/2014/main" id="{8D46D994-1C4E-42B6-9691-D66710CFAAC8}"/>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Tool-description refinements improved</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Claude Sonnet 3.5 on SWE-bench Verified.</a:t>
            </a:r>
          </a:p>
        </p:txBody>
      </p:sp>
      <p:sp>
        <p:nvSpPr>
          <p:cNvPr id="233" name="12b-text-11">
            <a:extLst xmlns:a="http://schemas.openxmlformats.org/drawingml/2006/main">
              <a:ext uri="{FF2B5EF4-FFF2-40B4-BE49-F238E27FC236}">
                <a16:creationId xmlns:a16="http://schemas.microsoft.com/office/drawing/2014/main" id="{5A437E02-21C9-4BB0-B1AE-9DE0A778D656}"/>
              </a:ext>
            </a:extLst>
          </p:cNvPr>
          <p:cNvSpPr>
            <a:spLocks xmlns:a="http://schemas.openxmlformats.org/drawingml/2006/main"/>
          </p:cNvSpPr>
          <p:nvPr/>
        </p:nvSpPr>
        <p:spPr>
          <a:xfrm xmlns:a="http://schemas.openxmlformats.org/drawingml/2006/main">
            <a:off x="609600" y="386080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Anthropic's five-server example: about 55,000 tokens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the first message. Tool search reduced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definition overhead by 85%.</a:t>
            </a:r>
          </a:p>
        </p:txBody>
      </p:sp>
      <p:sp>
        <p:nvSpPr>
          <p:cNvPr id="234" name="12b-text-12">
            <a:extLst xmlns:a="http://schemas.openxmlformats.org/drawingml/2006/main">
              <a:ext uri="{FF2B5EF4-FFF2-40B4-BE49-F238E27FC236}">
                <a16:creationId xmlns:a16="http://schemas.microsoft.com/office/drawing/2014/main" id="{55B84431-7132-4D69-89AC-2627720EE862}"/>
              </a:ext>
            </a:extLst>
          </p:cNvPr>
          <p:cNvSpPr>
            <a:spLocks xmlns:a="http://schemas.openxmlformats.org/drawingml/2006/main"/>
          </p:cNvSpPr>
          <p:nvPr/>
        </p:nvSpPr>
        <p:spPr>
          <a:xfrm xmlns:a="http://schemas.openxmlformats.org/drawingml/2006/main">
            <a:off x="609600" y="56896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protocol's floor: no token passthrough · minimal scopes · consent before local commands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 sandboxed execution</a:t>
            </a:r>
          </a:p>
        </p:txBody>
      </p:sp>
      <p:sp>
        <p:nvSpPr>
          <p:cNvPr id="235" name="narrative-number">
            <a:extLst xmlns:a="http://schemas.openxmlformats.org/drawingml/2006/main">
              <a:ext uri="{FF2B5EF4-FFF2-40B4-BE49-F238E27FC236}">
                <a16:creationId xmlns:a16="http://schemas.microsoft.com/office/drawing/2014/main" id="{D478248E-D701-4655-A5EF-48A01FD790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71299560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6" name="!!area-name">
            <a:extLst xmlns:a="http://schemas.openxmlformats.org/drawingml/2006/main">
              <a:ext uri="{FF2B5EF4-FFF2-40B4-BE49-F238E27FC236}">
                <a16:creationId xmlns:a16="http://schemas.microsoft.com/office/drawing/2014/main" id="{D388050E-47CC-4C39-9A09-3DB349F2D49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45" name="mini-map"/>
          <p:cNvPicPr>
            <a:picLocks xmlns:a="http://schemas.openxmlformats.org/drawingml/2006/main" noChangeAspect="1"/>
          </p:cNvPicPr>
          <p:nvPr/>
        </p:nvPicPr>
        <p:blipFill>
          <a:blip xmlns:r="http://schemas.openxmlformats.org/officeDocument/2006/relationships" xmlns:a="http://schemas.openxmlformats.org/drawingml/2006/main" r:embed="Rda35ea59b1364e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8" name="slide-title">
            <a:extLst xmlns:a="http://schemas.openxmlformats.org/drawingml/2006/main">
              <a:ext uri="{FF2B5EF4-FFF2-40B4-BE49-F238E27FC236}">
                <a16:creationId xmlns:a16="http://schemas.microsoft.com/office/drawing/2014/main" id="{2653C80C-71FC-46F0-BF30-C7EA057115D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39" name="header-divider">
            <a:extLst xmlns:a="http://schemas.openxmlformats.org/drawingml/2006/main">
              <a:ext uri="{FF2B5EF4-FFF2-40B4-BE49-F238E27FC236}">
                <a16:creationId xmlns:a16="http://schemas.microsoft.com/office/drawing/2014/main" id="{21455E4B-8849-4DAD-94D4-2E31549518A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13-text-1">
            <a:extLst xmlns:a="http://schemas.openxmlformats.org/drawingml/2006/main">
              <a:ext uri="{FF2B5EF4-FFF2-40B4-BE49-F238E27FC236}">
                <a16:creationId xmlns:a16="http://schemas.microsoft.com/office/drawing/2014/main" id="{584459F4-DCC3-4320-8446-9E7E109D2BA0}"/>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tool contract</a:t>
            </a:r>
          </a:p>
        </p:txBody>
      </p:sp>
      <p:sp>
        <p:nvSpPr>
          <p:cNvPr id="241" name="13-text-2">
            <a:extLst xmlns:a="http://schemas.openxmlformats.org/drawingml/2006/main">
              <a:ext uri="{FF2B5EF4-FFF2-40B4-BE49-F238E27FC236}">
                <a16:creationId xmlns:a16="http://schemas.microsoft.com/office/drawing/2014/main" id="{B7EE225B-44CF-4B43-913B-75A496DBCBC5}"/>
              </a:ext>
            </a:extLst>
          </p:cNvPr>
          <p:cNvSpPr>
            <a:spLocks xmlns:a="http://schemas.openxmlformats.org/drawingml/2006/main"/>
          </p:cNvSpPr>
          <p:nvPr/>
        </p:nvSpPr>
        <p:spPr>
          <a:xfrm xmlns:a="http://schemas.openxmlformats.org/drawingml/2006/main">
            <a:off x="609600" y="2794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Background: parse and index PDF reports, Word minutes,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PowerPoint briefings.</a:t>
            </a:r>
          </a:p>
        </p:txBody>
      </p:sp>
      <p:graphicFrame>
        <p:nvGraphicFramePr>
          <p:cNvPr id="250" name="13-table-3"/>
          <p:cNvGraphicFramePr/>
          <p:nvPr/>
        </p:nvGraphicFramePr>
        <p:xfrm>
          <a:off xmlns:a="http://schemas.openxmlformats.org/drawingml/2006/main" x="609600" y="36068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2743200"/>
                <a:gridCol w="3606800"/>
                <a:gridCol w="4622800"/>
              </a:tblGrid>
              <a:tr h="406400">
                <a:tc>
                  <a:txBody>
                    <a:bodyPr>
                      <a:noAutofit/>
                    </a:bodyPr>
                    <a:lstStyle/>
                    <a:p>
                      <a:pPr>
                        <a:lnSpc>
                          <a:spcPct val="125000"/>
                        </a:lnSpc>
                        <a:buNone/>
                      </a:pPr>
                      <a:r>
                        <a:rPr sz="2000" b="1">
                          <a:solidFill>
                            <a:srgbClr val="F948BE"/>
                          </a:solidFill>
                          <a:latin typeface="Helvetica"/>
                          <a:ea typeface="Helvetica"/>
                          <a:cs typeface="Helvetica"/>
                        </a:rPr>
                        <a:t>Agent tool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Returns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Search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ID, date, category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Authorized record IDs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Retrieve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ID, revision, location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source passages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Export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Selected IDs + revisions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 manifest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85800">
                <a:tc>
                  <a:txBody>
                    <a:bodyPr>
                      <a:noAutofit/>
                    </a:bodyPr>
                    <a:lstStyle/>
                    <a:p>
                      <a:pPr>
                        <a:lnSpc>
                          <a:spcPct val="125000"/>
                        </a:lnSpc>
                        <a:buNone/>
                      </a:pPr>
                      <a:r>
                        <a:rPr sz="2000" b="0">
                          <a:solidFill>
                            <a:srgbClr val="FFFCF5"/>
                          </a:solidFill>
                          <a:latin typeface="Helvetica"/>
                          <a:ea typeface="Helvetica"/>
                          <a:cs typeface="Helvetica"/>
                        </a:rPr>
                        <a:t>Export cited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 citations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Brief + 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43" name="narrative-number">
            <a:extLst xmlns:a="http://schemas.openxmlformats.org/drawingml/2006/main">
              <a:ext uri="{FF2B5EF4-FFF2-40B4-BE49-F238E27FC236}">
                <a16:creationId xmlns:a16="http://schemas.microsoft.com/office/drawing/2014/main" id="{17272211-5E13-48D4-B225-FFB0C0BB001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29050194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4" name="!!area-name">
            <a:extLst xmlns:a="http://schemas.openxmlformats.org/drawingml/2006/main">
              <a:ext uri="{FF2B5EF4-FFF2-40B4-BE49-F238E27FC236}">
                <a16:creationId xmlns:a16="http://schemas.microsoft.com/office/drawing/2014/main" id="{0C8337EE-D144-4A46-AE39-41D53B1BA75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61" name="mini-map"/>
          <p:cNvPicPr>
            <a:picLocks xmlns:a="http://schemas.openxmlformats.org/drawingml/2006/main" noChangeAspect="1"/>
          </p:cNvPicPr>
          <p:nvPr/>
        </p:nvPicPr>
        <p:blipFill>
          <a:blip xmlns:r="http://schemas.openxmlformats.org/officeDocument/2006/relationships" xmlns:a="http://schemas.openxmlformats.org/drawingml/2006/main" r:embed="Ree9d14d7e8b446f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6" name="slide-title">
            <a:extLst xmlns:a="http://schemas.openxmlformats.org/drawingml/2006/main">
              <a:ext uri="{FF2B5EF4-FFF2-40B4-BE49-F238E27FC236}">
                <a16:creationId xmlns:a16="http://schemas.microsoft.com/office/drawing/2014/main" id="{CADE3DED-D725-4A54-9111-4E221677972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47" name="header-divider">
            <a:extLst xmlns:a="http://schemas.openxmlformats.org/drawingml/2006/main">
              <a:ext uri="{FF2B5EF4-FFF2-40B4-BE49-F238E27FC236}">
                <a16:creationId xmlns:a16="http://schemas.microsoft.com/office/drawing/2014/main" id="{3D71CA4A-22EF-4AC8-B76E-BE821256357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8" name="13-text-4">
            <a:extLst xmlns:a="http://schemas.openxmlformats.org/drawingml/2006/main">
              <a:ext uri="{FF2B5EF4-FFF2-40B4-BE49-F238E27FC236}">
                <a16:creationId xmlns:a16="http://schemas.microsoft.com/office/drawing/2014/main" id="{F91CB391-82C6-4E05-861A-81CACEB4155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result contract</a:t>
            </a:r>
          </a:p>
        </p:txBody>
      </p:sp>
      <p:sp>
        <p:nvSpPr>
          <p:cNvPr id="249" name="13-text-5">
            <a:extLst xmlns:a="http://schemas.openxmlformats.org/drawingml/2006/main">
              <a:ext uri="{FF2B5EF4-FFF2-40B4-BE49-F238E27FC236}">
                <a16:creationId xmlns:a16="http://schemas.microsoft.com/office/drawing/2014/main" id="{9C31ADC0-7177-438E-96A2-63B9110B2BAD}"/>
              </a:ext>
            </a:extLst>
          </p:cNvPr>
          <p:cNvSpPr>
            <a:spLocks xmlns:a="http://schemas.openxmlformats.org/drawingml/2006/main"/>
          </p:cNvSpPr>
          <p:nvPr/>
        </p:nvSpPr>
        <p:spPr>
          <a:xfrm xmlns:a="http://schemas.openxmlformats.org/drawingml/2006/main">
            <a:off x="609600" y="28956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p:txBody>
      </p:sp>
      <p:sp>
        <p:nvSpPr>
          <p:cNvPr id="250" name="13-text-6">
            <a:extLst xmlns:a="http://schemas.openxmlformats.org/drawingml/2006/main">
              <a:ext uri="{FF2B5EF4-FFF2-40B4-BE49-F238E27FC236}">
                <a16:creationId xmlns:a16="http://schemas.microsoft.com/office/drawing/2014/main" id="{8F7FDDFD-F358-4F31-B885-1E051449E6C3}"/>
              </a:ext>
            </a:extLst>
          </p:cNvPr>
          <p:cNvSpPr>
            <a:spLocks xmlns:a="http://schemas.openxmlformats.org/drawingml/2006/main"/>
          </p:cNvSpPr>
          <p:nvPr/>
        </p:nvSpPr>
        <p:spPr>
          <a:xfrm xmlns:a="http://schemas.openxmlformats.org/drawingml/2006/main">
            <a:off x="2489200" y="28956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Stable IDs, revisions, source locations.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Parsing failures and incomplete results are explicit.</a:t>
            </a:r>
          </a:p>
        </p:txBody>
      </p:sp>
      <p:sp>
        <p:nvSpPr>
          <p:cNvPr id="251" name="13-text-7">
            <a:extLst xmlns:a="http://schemas.openxmlformats.org/drawingml/2006/main">
              <a:ext uri="{FF2B5EF4-FFF2-40B4-BE49-F238E27FC236}">
                <a16:creationId xmlns:a16="http://schemas.microsoft.com/office/drawing/2014/main" id="{036169D7-7E83-4906-A7D0-D59F49C0207A}"/>
              </a:ext>
            </a:extLst>
          </p:cNvPr>
          <p:cNvSpPr>
            <a:spLocks xmlns:a="http://schemas.openxmlformats.org/drawingml/2006/main"/>
          </p:cNvSpPr>
          <p:nvPr/>
        </p:nvSpPr>
        <p:spPr>
          <a:xfrm xmlns:a="http://schemas.openxmlformats.org/drawingml/2006/main">
            <a:off x="609600" y="38608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a:t>
            </a:r>
          </a:p>
        </p:txBody>
      </p:sp>
      <p:sp>
        <p:nvSpPr>
          <p:cNvPr id="252" name="13-text-8">
            <a:extLst xmlns:a="http://schemas.openxmlformats.org/drawingml/2006/main">
              <a:ext uri="{FF2B5EF4-FFF2-40B4-BE49-F238E27FC236}">
                <a16:creationId xmlns:a16="http://schemas.microsoft.com/office/drawing/2014/main" id="{81E1E493-5584-440F-9FDD-0768E7B2EDF6}"/>
              </a:ext>
            </a:extLst>
          </p:cNvPr>
          <p:cNvSpPr>
            <a:spLocks xmlns:a="http://schemas.openxmlformats.org/drawingml/2006/main"/>
          </p:cNvSpPr>
          <p:nvPr/>
        </p:nvSpPr>
        <p:spPr>
          <a:xfrm xmlns:a="http://schemas.openxmlformats.org/drawingml/2006/main">
            <a:off x="2489200" y="38608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records or the checked brief,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citations and uncertainty intact.</a:t>
            </a:r>
          </a:p>
        </p:txBody>
      </p:sp>
      <p:sp>
        <p:nvSpPr>
          <p:cNvPr id="253" name="13-text-9">
            <a:extLst xmlns:a="http://schemas.openxmlformats.org/drawingml/2006/main">
              <a:ext uri="{FF2B5EF4-FFF2-40B4-BE49-F238E27FC236}">
                <a16:creationId xmlns:a16="http://schemas.microsoft.com/office/drawing/2014/main" id="{11688BEB-B46F-4427-BB47-2322CE6553FF}"/>
              </a:ext>
            </a:extLst>
          </p:cNvPr>
          <p:cNvSpPr>
            <a:spLocks xmlns:a="http://schemas.openxmlformats.org/drawingml/2006/main"/>
          </p:cNvSpPr>
          <p:nvPr/>
        </p:nvSpPr>
        <p:spPr>
          <a:xfrm xmlns:a="http://schemas.openxmlformats.org/drawingml/2006/main">
            <a:off x="609600" y="4826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a:t>
            </a:r>
          </a:p>
        </p:txBody>
      </p:sp>
      <p:sp>
        <p:nvSpPr>
          <p:cNvPr id="254" name="13-text-10">
            <a:extLst xmlns:a="http://schemas.openxmlformats.org/drawingml/2006/main">
              <a:ext uri="{FF2B5EF4-FFF2-40B4-BE49-F238E27FC236}">
                <a16:creationId xmlns:a16="http://schemas.microsoft.com/office/drawing/2014/main" id="{D1F2ED32-5212-41C9-B3AF-FC4F0530F377}"/>
              </a:ext>
            </a:extLst>
          </p:cNvPr>
          <p:cNvSpPr>
            <a:spLocks xmlns:a="http://schemas.openxmlformats.org/drawingml/2006/main"/>
          </p:cNvSpPr>
          <p:nvPr/>
        </p:nvSpPr>
        <p:spPr>
          <a:xfrm xmlns:a="http://schemas.openxmlformats.org/drawingml/2006/main">
            <a:off x="2489200" y="48260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and allowed destinations outside the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reads and exports.</a:t>
            </a:r>
          </a:p>
        </p:txBody>
      </p:sp>
      <p:sp>
        <p:nvSpPr>
          <p:cNvPr id="255" name="13-shape-11">
            <a:extLst xmlns:a="http://schemas.openxmlformats.org/drawingml/2006/main">
              <a:ext uri="{FF2B5EF4-FFF2-40B4-BE49-F238E27FC236}">
                <a16:creationId xmlns:a16="http://schemas.microsoft.com/office/drawing/2014/main" id="{2F1623D1-7FE1-4780-99CC-713A64DB0A89}"/>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56" name="13-shape-12">
            <a:extLst xmlns:a="http://schemas.openxmlformats.org/drawingml/2006/main">
              <a:ext uri="{FF2B5EF4-FFF2-40B4-BE49-F238E27FC236}">
                <a16:creationId xmlns:a16="http://schemas.microsoft.com/office/drawing/2014/main" id="{020C98EA-9583-4C6D-868D-67BD269D429C}"/>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57" name="13-text-13">
            <a:extLst xmlns:a="http://schemas.openxmlformats.org/drawingml/2006/main">
              <a:ext uri="{FF2B5EF4-FFF2-40B4-BE49-F238E27FC236}">
                <a16:creationId xmlns:a16="http://schemas.microsoft.com/office/drawing/2014/main" id="{1FD29FCC-9A64-4285-92C8-87804CAB055A}"/>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58" name="13-text-14">
            <a:extLst xmlns:a="http://schemas.openxmlformats.org/drawingml/2006/main">
              <a:ext uri="{FF2B5EF4-FFF2-40B4-BE49-F238E27FC236}">
                <a16:creationId xmlns:a16="http://schemas.microsoft.com/office/drawing/2014/main" id="{C4F0F79C-90BA-4515-87A1-F3806009E895}"/>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259" name="narrative-number">
            <a:extLst xmlns:a="http://schemas.openxmlformats.org/drawingml/2006/main">
              <a:ext uri="{FF2B5EF4-FFF2-40B4-BE49-F238E27FC236}">
                <a16:creationId xmlns:a16="http://schemas.microsoft.com/office/drawing/2014/main" id="{D73D2DD3-E821-49FA-BE55-DF7624D9ADB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88275075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5"/>
                                        </p:tgtEl>
                                        <p:attrNameLst>
                                          <p:attrName>style.visibility</p:attrName>
                                        </p:attrNameLst>
                                      </p:cBhvr>
                                      <p:to>
                                        <p:strVal val="visible"/>
                                      </p:to>
                                    </p:set>
                                    <p:animEffect transition="in" filter="fade">
                                      <p:cBhvr>
                                        <p:cTn id="7" dur="300" fill="hold"/>
                                        <p:tgtEl>
                                          <p:spTgt spid="255"/>
                                        </p:tgtEl>
                                      </p:cBhvr>
                                    </p:animEffect>
                                  </p:childTnLst>
                                </p:cTn>
                              </p:par>
                              <p:par>
                                <p:cTn id="8" presetID="10" presetClass="entr" presetSubtype="0" fill="hold" nodeType="withEffect">
                                  <p:stCondLst>
                                    <p:cond delay="0"/>
                                  </p:stCondLst>
                                  <p:childTnLst>
                                    <p:set>
                                      <p:cBhvr>
                                        <p:cTn id="9" dur="1" fill="hold">
                                          <p:stCondLst>
                                            <p:cond delay="0"/>
                                          </p:stCondLst>
                                        </p:cTn>
                                        <p:tgtEl>
                                          <p:spTgt spid="256"/>
                                        </p:tgtEl>
                                        <p:attrNameLst>
                                          <p:attrName>style.visibility</p:attrName>
                                        </p:attrNameLst>
                                      </p:cBhvr>
                                      <p:to>
                                        <p:strVal val="visible"/>
                                      </p:to>
                                    </p:set>
                                    <p:animEffect transition="in" filter="fade">
                                      <p:cBhvr>
                                        <p:cTn id="10" dur="300" fill="hold"/>
                                        <p:tgtEl>
                                          <p:spTgt spid="256"/>
                                        </p:tgtEl>
                                      </p:cBhvr>
                                    </p:animEffect>
                                  </p:childTnLst>
                                </p:cTn>
                              </p:par>
                              <p:par>
                                <p:cTn id="11" presetID="10" presetClass="entr" presetSubtype="0" fill="hold" nodeType="withEffect">
                                  <p:stCondLst>
                                    <p:cond delay="0"/>
                                  </p:stCondLst>
                                  <p:childTnLst>
                                    <p:set>
                                      <p:cBhvr>
                                        <p:cTn id="12" dur="1" fill="hold">
                                          <p:stCondLst>
                                            <p:cond delay="0"/>
                                          </p:stCondLst>
                                        </p:cTn>
                                        <p:tgtEl>
                                          <p:spTgt spid="257"/>
                                        </p:tgtEl>
                                        <p:attrNameLst>
                                          <p:attrName>style.visibility</p:attrName>
                                        </p:attrNameLst>
                                      </p:cBhvr>
                                      <p:to>
                                        <p:strVal val="visible"/>
                                      </p:to>
                                    </p:set>
                                    <p:animEffect transition="in" filter="fade">
                                      <p:cBhvr>
                                        <p:cTn id="13" dur="300" fill="hold"/>
                                        <p:tgtEl>
                                          <p:spTgt spid="257"/>
                                        </p:tgtEl>
                                      </p:cBhvr>
                                    </p:animEffect>
                                  </p:childTnLst>
                                </p:cTn>
                              </p:par>
                              <p:par>
                                <p:cTn id="14" presetID="10" presetClass="entr" presetSubtype="0" fill="hold" nodeType="withEffect">
                                  <p:stCondLst>
                                    <p:cond delay="0"/>
                                  </p:stCondLst>
                                  <p:childTnLst>
                                    <p:set>
                                      <p:cBhvr>
                                        <p:cTn id="15" dur="1" fill="hold">
                                          <p:stCondLst>
                                            <p:cond delay="0"/>
                                          </p:stCondLst>
                                        </p:cTn>
                                        <p:tgtEl>
                                          <p:spTgt spid="258"/>
                                        </p:tgtEl>
                                        <p:attrNameLst>
                                          <p:attrName>style.visibility</p:attrName>
                                        </p:attrNameLst>
                                      </p:cBhvr>
                                      <p:to>
                                        <p:strVal val="visible"/>
                                      </p:to>
                                    </p:set>
                                    <p:animEffect transition="in" filter="fade">
                                      <p:cBhvr>
                                        <p:cTn id="16" dur="300" fill="hold"/>
                                        <p:tgtEl>
                                          <p:spTgt spid="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0" name="!!area-header">
            <a:extLst xmlns:a="http://schemas.openxmlformats.org/drawingml/2006/main">
              <a:ext uri="{FF2B5EF4-FFF2-40B4-BE49-F238E27FC236}">
                <a16:creationId xmlns:a16="http://schemas.microsoft.com/office/drawing/2014/main" id="{2A647751-79BC-4940-B156-8AB64AFE1A7C}"/>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61" name="!!area-name">
            <a:extLst xmlns:a="http://schemas.openxmlformats.org/drawingml/2006/main">
              <a:ext uri="{FF2B5EF4-FFF2-40B4-BE49-F238E27FC236}">
                <a16:creationId xmlns:a16="http://schemas.microsoft.com/office/drawing/2014/main" id="{649BE0C6-882B-4135-9307-25E25D91E63F}"/>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262" name="!!area-beat">
            <a:extLst xmlns:a="http://schemas.openxmlformats.org/drawingml/2006/main">
              <a:ext uri="{FF2B5EF4-FFF2-40B4-BE49-F238E27FC236}">
                <a16:creationId xmlns:a16="http://schemas.microsoft.com/office/drawing/2014/main" id="{365EAB23-7B95-4468-B858-ED3F73661D58}"/>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63" name="header-divider">
            <a:extLst xmlns:a="http://schemas.openxmlformats.org/drawingml/2006/main">
              <a:ext uri="{FF2B5EF4-FFF2-40B4-BE49-F238E27FC236}">
                <a16:creationId xmlns:a16="http://schemas.microsoft.com/office/drawing/2014/main" id="{977EB9E6-C4EE-4593-B300-C0BF5B9F7169}"/>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4" name="14-shape-1">
            <a:extLst xmlns:a="http://schemas.openxmlformats.org/drawingml/2006/main">
              <a:ext uri="{FF2B5EF4-FFF2-40B4-BE49-F238E27FC236}">
                <a16:creationId xmlns:a16="http://schemas.microsoft.com/office/drawing/2014/main" id="{8F1B0B26-E66B-40A6-A2A4-D3A1733DDF78}"/>
              </a:ext>
            </a:extLst>
          </p:cNvPr>
          <p:cNvSpPr>
            <a:spLocks xmlns:a="http://schemas.openxmlformats.org/drawingml/2006/main"/>
          </p:cNvSpPr>
          <p:nvPr/>
        </p:nvSpPr>
        <p:spPr>
          <a:xfrm xmlns:a="http://schemas.openxmlformats.org/drawingml/2006/main">
            <a:off x="6096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65" name="14-text-2">
            <a:extLst xmlns:a="http://schemas.openxmlformats.org/drawingml/2006/main">
              <a:ext uri="{FF2B5EF4-FFF2-40B4-BE49-F238E27FC236}">
                <a16:creationId xmlns:a16="http://schemas.microsoft.com/office/drawing/2014/main" id="{C104782C-8E00-42A1-970B-0A6C4CE9A850}"/>
              </a:ext>
            </a:extLst>
          </p:cNvPr>
          <p:cNvSpPr>
            <a:spLocks xmlns:a="http://schemas.openxmlformats.org/drawingml/2006/main"/>
          </p:cNvSpPr>
          <p:nvPr/>
        </p:nvSpPr>
        <p:spPr>
          <a:xfrm xmlns:a="http://schemas.openxmlformats.org/drawingml/2006/main">
            <a:off x="7620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/plan</a:t>
            </a:r>
          </a:p>
        </p:txBody>
      </p:sp>
      <p:sp>
        <p:nvSpPr>
          <p:cNvPr id="266" name="14-shape-3">
            <a:extLst xmlns:a="http://schemas.openxmlformats.org/drawingml/2006/main">
              <a:ext uri="{FF2B5EF4-FFF2-40B4-BE49-F238E27FC236}">
                <a16:creationId xmlns:a16="http://schemas.microsoft.com/office/drawing/2014/main" id="{A496AE05-4DE1-4E23-94D9-5F9488B0A9CC}"/>
              </a:ext>
            </a:extLst>
          </p:cNvPr>
          <p:cNvSpPr>
            <a:spLocks xmlns:a="http://schemas.openxmlformats.org/drawingml/2006/main"/>
          </p:cNvSpPr>
          <p:nvPr/>
        </p:nvSpPr>
        <p:spPr>
          <a:xfrm xmlns:a="http://schemas.openxmlformats.org/drawingml/2006/main">
            <a:off x="1714500" y="2082800"/>
            <a:ext cx="1485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67" name="14-text-4">
            <a:extLst xmlns:a="http://schemas.openxmlformats.org/drawingml/2006/main">
              <a:ext uri="{FF2B5EF4-FFF2-40B4-BE49-F238E27FC236}">
                <a16:creationId xmlns:a16="http://schemas.microsoft.com/office/drawing/2014/main" id="{045DE1D3-026B-4079-BB9D-F01F2AF5170B}"/>
              </a:ext>
            </a:extLst>
          </p:cNvPr>
          <p:cNvSpPr>
            <a:spLocks xmlns:a="http://schemas.openxmlformats.org/drawingml/2006/main"/>
          </p:cNvSpPr>
          <p:nvPr/>
        </p:nvSpPr>
        <p:spPr>
          <a:xfrm xmlns:a="http://schemas.openxmlformats.org/drawingml/2006/main">
            <a:off x="1866900" y="2120900"/>
            <a:ext cx="118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subagents</a:t>
            </a:r>
          </a:p>
        </p:txBody>
      </p:sp>
      <p:sp>
        <p:nvSpPr>
          <p:cNvPr id="268" name="14-shape-5">
            <a:extLst xmlns:a="http://schemas.openxmlformats.org/drawingml/2006/main">
              <a:ext uri="{FF2B5EF4-FFF2-40B4-BE49-F238E27FC236}">
                <a16:creationId xmlns:a16="http://schemas.microsoft.com/office/drawing/2014/main" id="{DE70FEBA-8567-4B81-A748-8636898544BB}"/>
              </a:ext>
            </a:extLst>
          </p:cNvPr>
          <p:cNvSpPr>
            <a:spLocks xmlns:a="http://schemas.openxmlformats.org/drawingml/2006/main"/>
          </p:cNvSpPr>
          <p:nvPr/>
        </p:nvSpPr>
        <p:spPr>
          <a:xfrm xmlns:a="http://schemas.openxmlformats.org/drawingml/2006/main">
            <a:off x="3302000" y="2082800"/>
            <a:ext cx="990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69" name="14-text-6">
            <a:extLst xmlns:a="http://schemas.openxmlformats.org/drawingml/2006/main">
              <a:ext uri="{FF2B5EF4-FFF2-40B4-BE49-F238E27FC236}">
                <a16:creationId xmlns:a16="http://schemas.microsoft.com/office/drawing/2014/main" id="{14C80BA2-F853-4D13-9B79-8ADA33A6B68D}"/>
              </a:ext>
            </a:extLst>
          </p:cNvPr>
          <p:cNvSpPr>
            <a:spLocks xmlns:a="http://schemas.openxmlformats.org/drawingml/2006/main"/>
          </p:cNvSpPr>
          <p:nvPr/>
        </p:nvSpPr>
        <p:spPr>
          <a:xfrm xmlns:a="http://schemas.openxmlformats.org/drawingml/2006/main">
            <a:off x="3454400" y="21209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hooks</a:t>
            </a:r>
          </a:p>
        </p:txBody>
      </p:sp>
      <p:sp>
        <p:nvSpPr>
          <p:cNvPr id="270" name="14-shape-7">
            <a:extLst xmlns:a="http://schemas.openxmlformats.org/drawingml/2006/main">
              <a:ext uri="{FF2B5EF4-FFF2-40B4-BE49-F238E27FC236}">
                <a16:creationId xmlns:a16="http://schemas.microsoft.com/office/drawing/2014/main" id="{72733B79-8D81-498E-A0D3-54856788487A}"/>
              </a:ext>
            </a:extLst>
          </p:cNvPr>
          <p:cNvSpPr>
            <a:spLocks xmlns:a="http://schemas.openxmlformats.org/drawingml/2006/main"/>
          </p:cNvSpPr>
          <p:nvPr/>
        </p:nvSpPr>
        <p:spPr>
          <a:xfrm xmlns:a="http://schemas.openxmlformats.org/drawingml/2006/main">
            <a:off x="4394200" y="2082800"/>
            <a:ext cx="14224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71" name="14-text-8">
            <a:extLst xmlns:a="http://schemas.openxmlformats.org/drawingml/2006/main">
              <a:ext uri="{FF2B5EF4-FFF2-40B4-BE49-F238E27FC236}">
                <a16:creationId xmlns:a16="http://schemas.microsoft.com/office/drawing/2014/main" id="{0CE259BF-B610-4F8E-B464-73E18630694C}"/>
              </a:ext>
            </a:extLst>
          </p:cNvPr>
          <p:cNvSpPr>
            <a:spLocks xmlns:a="http://schemas.openxmlformats.org/drawingml/2006/main"/>
          </p:cNvSpPr>
          <p:nvPr/>
        </p:nvSpPr>
        <p:spPr>
          <a:xfrm xmlns:a="http://schemas.openxmlformats.org/drawingml/2006/main">
            <a:off x="4546600" y="2120900"/>
            <a:ext cx="111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/compact</a:t>
            </a:r>
          </a:p>
        </p:txBody>
      </p:sp>
      <p:sp>
        <p:nvSpPr>
          <p:cNvPr id="272" name="14-shape-9">
            <a:extLst xmlns:a="http://schemas.openxmlformats.org/drawingml/2006/main">
              <a:ext uri="{FF2B5EF4-FFF2-40B4-BE49-F238E27FC236}">
                <a16:creationId xmlns:a16="http://schemas.microsoft.com/office/drawing/2014/main" id="{FD3D9166-EE06-4AB0-BD67-E394346BADB8}"/>
              </a:ext>
            </a:extLst>
          </p:cNvPr>
          <p:cNvSpPr>
            <a:spLocks xmlns:a="http://schemas.openxmlformats.org/drawingml/2006/main"/>
          </p:cNvSpPr>
          <p:nvPr/>
        </p:nvSpPr>
        <p:spPr>
          <a:xfrm xmlns:a="http://schemas.openxmlformats.org/drawingml/2006/main">
            <a:off x="5918200" y="2082800"/>
            <a:ext cx="12827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73" name="14-text-10">
            <a:extLst xmlns:a="http://schemas.openxmlformats.org/drawingml/2006/main">
              <a:ext uri="{FF2B5EF4-FFF2-40B4-BE49-F238E27FC236}">
                <a16:creationId xmlns:a16="http://schemas.microsoft.com/office/drawing/2014/main" id="{844DBBB3-98E7-440A-957B-CD2CC7BEDF7A}"/>
              </a:ext>
            </a:extLst>
          </p:cNvPr>
          <p:cNvSpPr>
            <a:spLocks xmlns:a="http://schemas.openxmlformats.org/drawingml/2006/main"/>
          </p:cNvSpPr>
          <p:nvPr/>
        </p:nvSpPr>
        <p:spPr>
          <a:xfrm xmlns:a="http://schemas.openxmlformats.org/drawingml/2006/main">
            <a:off x="6070600" y="2120900"/>
            <a:ext cx="97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/resume</a:t>
            </a:r>
          </a:p>
        </p:txBody>
      </p:sp>
      <p:sp>
        <p:nvSpPr>
          <p:cNvPr id="274" name="14-shape-11">
            <a:extLst xmlns:a="http://schemas.openxmlformats.org/drawingml/2006/main">
              <a:ext uri="{FF2B5EF4-FFF2-40B4-BE49-F238E27FC236}">
                <a16:creationId xmlns:a16="http://schemas.microsoft.com/office/drawing/2014/main" id="{559265A5-699A-499F-86D0-23CCB60166FA}"/>
              </a:ext>
            </a:extLst>
          </p:cNvPr>
          <p:cNvSpPr>
            <a:spLocks xmlns:a="http://schemas.openxmlformats.org/drawingml/2006/main"/>
          </p:cNvSpPr>
          <p:nvPr/>
        </p:nvSpPr>
        <p:spPr>
          <a:xfrm xmlns:a="http://schemas.openxmlformats.org/drawingml/2006/main">
            <a:off x="73025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75" name="14-text-12">
            <a:extLst xmlns:a="http://schemas.openxmlformats.org/drawingml/2006/main">
              <a:ext uri="{FF2B5EF4-FFF2-40B4-BE49-F238E27FC236}">
                <a16:creationId xmlns:a16="http://schemas.microsoft.com/office/drawing/2014/main" id="{E7D0310C-D788-41B4-BC33-871D9DE59148}"/>
              </a:ext>
            </a:extLst>
          </p:cNvPr>
          <p:cNvSpPr>
            <a:spLocks xmlns:a="http://schemas.openxmlformats.org/drawingml/2006/main"/>
          </p:cNvSpPr>
          <p:nvPr/>
        </p:nvSpPr>
        <p:spPr>
          <a:xfrm xmlns:a="http://schemas.openxmlformats.org/drawingml/2006/main">
            <a:off x="74549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/fork</a:t>
            </a:r>
          </a:p>
        </p:txBody>
      </p:sp>
      <p:sp>
        <p:nvSpPr>
          <p:cNvPr id="276" name="14-text-13">
            <a:extLst xmlns:a="http://schemas.openxmlformats.org/drawingml/2006/main">
              <a:ext uri="{FF2B5EF4-FFF2-40B4-BE49-F238E27FC236}">
                <a16:creationId xmlns:a16="http://schemas.microsoft.com/office/drawing/2014/main" id="{4A4E9C1C-83DD-4276-B00D-E41DC41CFF89}"/>
              </a:ext>
            </a:extLst>
          </p:cNvPr>
          <p:cNvSpPr>
            <a:spLocks xmlns:a="http://schemas.openxmlformats.org/drawingml/2006/main"/>
          </p:cNvSpPr>
          <p:nvPr/>
        </p:nvSpPr>
        <p:spPr>
          <a:xfrm xmlns:a="http://schemas.openxmlformats.org/drawingml/2006/main">
            <a:off x="3810000" y="3022600"/>
            <a:ext cx="4572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gather context</a:t>
            </a:r>
          </a:p>
        </p:txBody>
      </p:sp>
      <p:sp>
        <p:nvSpPr>
          <p:cNvPr id="277" name="14-text-14">
            <a:extLst xmlns:a="http://schemas.openxmlformats.org/drawingml/2006/main">
              <a:ext uri="{FF2B5EF4-FFF2-40B4-BE49-F238E27FC236}">
                <a16:creationId xmlns:a16="http://schemas.microsoft.com/office/drawing/2014/main" id="{BAE889AA-961A-4DF7-9539-D95F2A1BF5FA}"/>
              </a:ext>
            </a:extLst>
          </p:cNvPr>
          <p:cNvSpPr>
            <a:spLocks xmlns:a="http://schemas.openxmlformats.org/drawingml/2006/main"/>
          </p:cNvSpPr>
          <p:nvPr/>
        </p:nvSpPr>
        <p:spPr>
          <a:xfrm xmlns:a="http://schemas.openxmlformats.org/drawingml/2006/main">
            <a:off x="7289800" y="48133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take action</a:t>
            </a:r>
          </a:p>
        </p:txBody>
      </p:sp>
      <p:sp>
        <p:nvSpPr>
          <p:cNvPr id="278" name="14-text-15">
            <a:extLst xmlns:a="http://schemas.openxmlformats.org/drawingml/2006/main">
              <a:ext uri="{FF2B5EF4-FFF2-40B4-BE49-F238E27FC236}">
                <a16:creationId xmlns:a16="http://schemas.microsoft.com/office/drawing/2014/main" id="{04E83CF7-5E57-4C85-A8C0-330CF887616C}"/>
              </a:ext>
            </a:extLst>
          </p:cNvPr>
          <p:cNvSpPr>
            <a:spLocks xmlns:a="http://schemas.openxmlformats.org/drawingml/2006/main"/>
          </p:cNvSpPr>
          <p:nvPr/>
        </p:nvSpPr>
        <p:spPr>
          <a:xfrm xmlns:a="http://schemas.openxmlformats.org/drawingml/2006/main">
            <a:off x="2260600" y="4813300"/>
            <a:ext cx="228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279" name="14-line-17">
            <a:extLst xmlns:a="http://schemas.openxmlformats.org/drawingml/2006/main">
              <a:ext uri="{FF2B5EF4-FFF2-40B4-BE49-F238E27FC236}">
                <a16:creationId xmlns:a16="http://schemas.microsoft.com/office/drawing/2014/main" id="{366E393D-27F2-4CB9-BF52-1F2CD9E54233}"/>
              </a:ext>
            </a:extLst>
          </p:cNvPr>
          <p:cNvSpPr>
            <a:spLocks xmlns:a="http://schemas.openxmlformats.org/drawingml/2006/main"/>
          </p:cNvSpPr>
          <p:nvPr/>
        </p:nvSpPr>
        <p:spPr>
          <a:xfrm xmlns:a="http://schemas.openxmlformats.org/drawingml/2006/main" flipH="0" flipV="0">
            <a:off x="7035800" y="3556000"/>
            <a:ext cx="1028700" cy="8509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0" name="14-line-19">
            <a:extLst xmlns:a="http://schemas.openxmlformats.org/drawingml/2006/main">
              <a:ext uri="{FF2B5EF4-FFF2-40B4-BE49-F238E27FC236}">
                <a16:creationId xmlns:a16="http://schemas.microsoft.com/office/drawing/2014/main" id="{AD3F02E1-D2A2-4328-98C2-FD89FF3F1C12}"/>
              </a:ext>
            </a:extLst>
          </p:cNvPr>
          <p:cNvSpPr>
            <a:spLocks xmlns:a="http://schemas.openxmlformats.org/drawingml/2006/main"/>
          </p:cNvSpPr>
          <p:nvPr/>
        </p:nvSpPr>
        <p:spPr>
          <a:xfrm xmlns:a="http://schemas.openxmlformats.org/drawingml/2006/main" flipH="1" flipV="0">
            <a:off x="4597400" y="5092700"/>
            <a:ext cx="2565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1" name="14-line-21">
            <a:extLst xmlns:a="http://schemas.openxmlformats.org/drawingml/2006/main">
              <a:ext uri="{FF2B5EF4-FFF2-40B4-BE49-F238E27FC236}">
                <a16:creationId xmlns:a16="http://schemas.microsoft.com/office/drawing/2014/main" id="{26F65978-89C9-48C1-AF3B-B5F204F7AA16}"/>
              </a:ext>
            </a:extLst>
          </p:cNvPr>
          <p:cNvSpPr>
            <a:spLocks xmlns:a="http://schemas.openxmlformats.org/drawingml/2006/main"/>
          </p:cNvSpPr>
          <p:nvPr/>
        </p:nvSpPr>
        <p:spPr>
          <a:xfrm xmlns:a="http://schemas.openxmlformats.org/drawingml/2006/main" flipH="0" flipV="1">
            <a:off x="3644900" y="3556000"/>
            <a:ext cx="1270000" cy="8890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2" name="narrative-number">
            <a:extLst xmlns:a="http://schemas.openxmlformats.org/drawingml/2006/main">
              <a:ext uri="{FF2B5EF4-FFF2-40B4-BE49-F238E27FC236}">
                <a16:creationId xmlns:a16="http://schemas.microsoft.com/office/drawing/2014/main" id="{D9CDE67A-F12B-41A0-8FDB-AA8DEADF1D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430998489"/>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3" name="!!area-name">
            <a:extLst xmlns:a="http://schemas.openxmlformats.org/drawingml/2006/main">
              <a:ext uri="{FF2B5EF4-FFF2-40B4-BE49-F238E27FC236}">
                <a16:creationId xmlns:a16="http://schemas.microsoft.com/office/drawing/2014/main" id="{E70C180C-6868-49E6-8889-28FDB413BE1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95" name="mini-map"/>
          <p:cNvPicPr>
            <a:picLocks xmlns:a="http://schemas.openxmlformats.org/drawingml/2006/main" noChangeAspect="1"/>
          </p:cNvPicPr>
          <p:nvPr/>
        </p:nvPicPr>
        <p:blipFill>
          <a:blip xmlns:r="http://schemas.openxmlformats.org/officeDocument/2006/relationships" xmlns:a="http://schemas.openxmlformats.org/drawingml/2006/main" r:embed="R51cc590b1b31464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5" name="header-divider">
            <a:extLst xmlns:a="http://schemas.openxmlformats.org/drawingml/2006/main">
              <a:ext uri="{FF2B5EF4-FFF2-40B4-BE49-F238E27FC236}">
                <a16:creationId xmlns:a16="http://schemas.microsoft.com/office/drawing/2014/main" id="{BAC97084-BB7C-4E8A-8953-CEF591BF30A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6" name="14b-text-1">
            <a:extLst xmlns:a="http://schemas.openxmlformats.org/drawingml/2006/main">
              <a:ext uri="{FF2B5EF4-FFF2-40B4-BE49-F238E27FC236}">
                <a16:creationId xmlns:a16="http://schemas.microsoft.com/office/drawing/2014/main" id="{F0FAB565-38D9-4175-9DFD-5146BD995AEB}"/>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87" name="14b-text-2">
            <a:extLst xmlns:a="http://schemas.openxmlformats.org/drawingml/2006/main">
              <a:ext uri="{FF2B5EF4-FFF2-40B4-BE49-F238E27FC236}">
                <a16:creationId xmlns:a16="http://schemas.microsoft.com/office/drawing/2014/main" id="{C78724FA-4391-4CB1-9AF7-C6A3381717A2}"/>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loop's decisions:</a:t>
            </a:r>
          </a:p>
        </p:txBody>
      </p:sp>
      <p:sp>
        <p:nvSpPr>
          <p:cNvPr id="288" name="14b-text-3">
            <a:extLst xmlns:a="http://schemas.openxmlformats.org/drawingml/2006/main">
              <a:ext uri="{FF2B5EF4-FFF2-40B4-BE49-F238E27FC236}">
                <a16:creationId xmlns:a16="http://schemas.microsoft.com/office/drawing/2014/main" id="{A3A9D75D-7B94-402A-A5F4-2FDC5132D412}"/>
              </a:ext>
            </a:extLst>
          </p:cNvPr>
          <p:cNvSpPr>
            <a:spLocks xmlns:a="http://schemas.openxmlformats.org/drawingml/2006/main"/>
          </p:cNvSpPr>
          <p:nvPr/>
        </p:nvSpPr>
        <p:spPr>
          <a:xfrm xmlns:a="http://schemas.openxmlformats.org/drawingml/2006/main">
            <a:off x="609600" y="2971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stop.</a:t>
            </a:r>
          </a:p>
        </p:txBody>
      </p:sp>
      <p:sp>
        <p:nvSpPr>
          <p:cNvPr id="289" name="14b-text-4">
            <a:extLst xmlns:a="http://schemas.openxmlformats.org/drawingml/2006/main">
              <a:ext uri="{FF2B5EF4-FFF2-40B4-BE49-F238E27FC236}">
                <a16:creationId xmlns:a16="http://schemas.microsoft.com/office/drawing/2014/main" id="{EC4E20FC-9108-467A-9113-678289DE0081}"/>
              </a:ext>
            </a:extLst>
          </p:cNvPr>
          <p:cNvSpPr>
            <a:spLocks xmlns:a="http://schemas.openxmlformats.org/drawingml/2006/main"/>
          </p:cNvSpPr>
          <p:nvPr/>
        </p:nvSpPr>
        <p:spPr>
          <a:xfrm xmlns:a="http://schemas.openxmlformats.org/drawingml/2006/main">
            <a:off x="609600" y="35814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carries between turns.</a:t>
            </a:r>
          </a:p>
        </p:txBody>
      </p:sp>
      <p:sp>
        <p:nvSpPr>
          <p:cNvPr id="290" name="14b-text-5">
            <a:extLst xmlns:a="http://schemas.openxmlformats.org/drawingml/2006/main">
              <a:ext uri="{FF2B5EF4-FFF2-40B4-BE49-F238E27FC236}">
                <a16:creationId xmlns:a16="http://schemas.microsoft.com/office/drawing/2014/main" id="{82F228A2-9204-4528-8A71-815EC4E88F47}"/>
              </a:ext>
            </a:extLst>
          </p:cNvPr>
          <p:cNvSpPr>
            <a:spLocks xmlns:a="http://schemas.openxmlformats.org/drawingml/2006/main"/>
          </p:cNvSpPr>
          <p:nvPr/>
        </p:nvSpPr>
        <p:spPr>
          <a:xfrm xmlns:a="http://schemas.openxmlformats.org/drawingml/2006/main">
            <a:off x="609600" y="419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compact.</a:t>
            </a:r>
          </a:p>
        </p:txBody>
      </p:sp>
      <p:sp>
        <p:nvSpPr>
          <p:cNvPr id="291" name="14b-text-6">
            <a:extLst xmlns:a="http://schemas.openxmlformats.org/drawingml/2006/main">
              <a:ext uri="{FF2B5EF4-FFF2-40B4-BE49-F238E27FC236}">
                <a16:creationId xmlns:a16="http://schemas.microsoft.com/office/drawing/2014/main" id="{98BC8C32-9CFF-4CF0-97B5-A32B501DF3D5}"/>
              </a:ext>
            </a:extLst>
          </p:cNvPr>
          <p:cNvSpPr>
            <a:spLocks xmlns:a="http://schemas.openxmlformats.org/drawingml/2006/main"/>
          </p:cNvSpPr>
          <p:nvPr/>
        </p:nvSpPr>
        <p:spPr>
          <a:xfrm xmlns:a="http://schemas.openxmlformats.org/drawingml/2006/main">
            <a:off x="609600" y="4800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spawn a subagent, and what to hand it.</a:t>
            </a:r>
          </a:p>
        </p:txBody>
      </p:sp>
      <p:sp>
        <p:nvSpPr>
          <p:cNvPr id="292" name="14b-text-7">
            <a:extLst xmlns:a="http://schemas.openxmlformats.org/drawingml/2006/main">
              <a:ext uri="{FF2B5EF4-FFF2-40B4-BE49-F238E27FC236}">
                <a16:creationId xmlns:a16="http://schemas.microsoft.com/office/drawing/2014/main" id="{2762BC62-0FF5-46F3-9E79-BA876834D2E7}"/>
              </a:ext>
            </a:extLst>
          </p:cNvPr>
          <p:cNvSpPr>
            <a:spLocks xmlns:a="http://schemas.openxmlformats.org/drawingml/2006/main"/>
          </p:cNvSpPr>
          <p:nvPr/>
        </p:nvSpPr>
        <p:spPr>
          <a:xfrm xmlns:a="http://schemas.openxmlformats.org/drawingml/2006/main">
            <a:off x="609600" y="5410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Where a hook fires.</a:t>
            </a:r>
          </a:p>
        </p:txBody>
      </p:sp>
      <p:sp>
        <p:nvSpPr>
          <p:cNvPr id="293" name="narrative-number">
            <a:extLst xmlns:a="http://schemas.openxmlformats.org/drawingml/2006/main">
              <a:ext uri="{FF2B5EF4-FFF2-40B4-BE49-F238E27FC236}">
                <a16:creationId xmlns:a16="http://schemas.microsoft.com/office/drawing/2014/main" id="{988F9D89-6C4F-4853-B235-61DCBCEA34B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968831742"/>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4" name="!!area-name">
            <a:extLst xmlns:a="http://schemas.openxmlformats.org/drawingml/2006/main">
              <a:ext uri="{FF2B5EF4-FFF2-40B4-BE49-F238E27FC236}">
                <a16:creationId xmlns:a16="http://schemas.microsoft.com/office/drawing/2014/main" id="{4CF2C9B6-DB5E-45F8-BE23-68465C6CE72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03" name="mini-map"/>
          <p:cNvPicPr>
            <a:picLocks xmlns:a="http://schemas.openxmlformats.org/drawingml/2006/main" noChangeAspect="1"/>
          </p:cNvPicPr>
          <p:nvPr/>
        </p:nvPicPr>
        <p:blipFill>
          <a:blip xmlns:r="http://schemas.openxmlformats.org/officeDocument/2006/relationships" xmlns:a="http://schemas.openxmlformats.org/drawingml/2006/main" r:embed="Ra6fdf546197a499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6" name="header-divider">
            <a:extLst xmlns:a="http://schemas.openxmlformats.org/drawingml/2006/main">
              <a:ext uri="{FF2B5EF4-FFF2-40B4-BE49-F238E27FC236}">
                <a16:creationId xmlns:a16="http://schemas.microsoft.com/office/drawing/2014/main" id="{1D2E9E8B-2AAF-4767-BC29-A98EA706A27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7" name="14b-text-1">
            <a:extLst xmlns:a="http://schemas.openxmlformats.org/drawingml/2006/main">
              <a:ext uri="{FF2B5EF4-FFF2-40B4-BE49-F238E27FC236}">
                <a16:creationId xmlns:a16="http://schemas.microsoft.com/office/drawing/2014/main" id="{98CB526A-1C9E-4C2D-B9CD-C9822DCF4165}"/>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98" name="14b-text-8">
            <a:extLst xmlns:a="http://schemas.openxmlformats.org/drawingml/2006/main">
              <a:ext uri="{FF2B5EF4-FFF2-40B4-BE49-F238E27FC236}">
                <a16:creationId xmlns:a16="http://schemas.microsoft.com/office/drawing/2014/main" id="{EC92E1E8-EB02-45AE-82BC-9D606C221165}"/>
              </a:ext>
            </a:extLst>
          </p:cNvPr>
          <p:cNvSpPr>
            <a:spLocks xmlns:a="http://schemas.openxmlformats.org/drawingml/2006/main"/>
          </p:cNvSpPr>
          <p:nvPr/>
        </p:nvSpPr>
        <p:spPr>
          <a:xfrm xmlns:a="http://schemas.openxmlformats.org/drawingml/2006/main">
            <a:off x="609600" y="2438400"/>
            <a:ext cx="10972800" cy="210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 great harness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beats a great model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a bad harness."</a:t>
            </a:r>
          </a:p>
        </p:txBody>
      </p:sp>
      <p:sp>
        <p:nvSpPr>
          <p:cNvPr id="299" name="14b-text-9">
            <a:extLst xmlns:a="http://schemas.openxmlformats.org/drawingml/2006/main">
              <a:ext uri="{FF2B5EF4-FFF2-40B4-BE49-F238E27FC236}">
                <a16:creationId xmlns:a16="http://schemas.microsoft.com/office/drawing/2014/main" id="{D54E9FBC-438F-4650-BCFA-FED0F4C1F414}"/>
              </a:ext>
            </a:extLst>
          </p:cNvPr>
          <p:cNvSpPr>
            <a:spLocks xmlns:a="http://schemas.openxmlformats.org/drawingml/2006/main"/>
          </p:cNvSpPr>
          <p:nvPr/>
        </p:nvSpPr>
        <p:spPr>
          <a:xfrm xmlns:a="http://schemas.openxmlformats.org/drawingml/2006/main">
            <a:off x="609600" y="4572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Addy Osmani, April 2026</a:t>
            </a:r>
          </a:p>
        </p:txBody>
      </p:sp>
      <p:sp>
        <p:nvSpPr>
          <p:cNvPr id="300" name="14b-text-10">
            <a:extLst xmlns:a="http://schemas.openxmlformats.org/drawingml/2006/main">
              <a:ext uri="{FF2B5EF4-FFF2-40B4-BE49-F238E27FC236}">
                <a16:creationId xmlns:a16="http://schemas.microsoft.com/office/drawing/2014/main" id="{CE003464-E804-4DE9-919D-09766E767784}"/>
              </a:ext>
            </a:extLst>
          </p:cNvPr>
          <p:cNvSpPr>
            <a:spLocks xmlns:a="http://schemas.openxmlformats.org/drawingml/2006/main"/>
          </p:cNvSpPr>
          <p:nvPr/>
        </p:nvSpPr>
        <p:spPr>
          <a:xfrm xmlns:a="http://schemas.openxmlformats.org/drawingml/2006/main">
            <a:off x="609600" y="5105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Same model, better loop: 13% to 38% on ARC-AGI-3,</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 six times fewer output tokens.</a:t>
            </a:r>
          </a:p>
        </p:txBody>
      </p:sp>
      <p:sp>
        <p:nvSpPr>
          <p:cNvPr id="301" name="narrative-number">
            <a:extLst xmlns:a="http://schemas.openxmlformats.org/drawingml/2006/main">
              <a:ext uri="{FF2B5EF4-FFF2-40B4-BE49-F238E27FC236}">
                <a16:creationId xmlns:a16="http://schemas.microsoft.com/office/drawing/2014/main" id="{F83D316C-75E8-475B-AC56-695C828FABC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44427596"/>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2" name="!!area-name">
            <a:extLst xmlns:a="http://schemas.openxmlformats.org/drawingml/2006/main">
              <a:ext uri="{FF2B5EF4-FFF2-40B4-BE49-F238E27FC236}">
                <a16:creationId xmlns:a16="http://schemas.microsoft.com/office/drawing/2014/main" id="{57A1AE92-6C42-4827-98BA-7F33C8F306D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10" name="mini-map"/>
          <p:cNvPicPr>
            <a:picLocks xmlns:a="http://schemas.openxmlformats.org/drawingml/2006/main" noChangeAspect="1"/>
          </p:cNvPicPr>
          <p:nvPr/>
        </p:nvPicPr>
        <p:blipFill>
          <a:blip xmlns:r="http://schemas.openxmlformats.org/officeDocument/2006/relationships" xmlns:a="http://schemas.openxmlformats.org/drawingml/2006/main" r:embed="Rc7eaeeb97a904fe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4" name="header-divider">
            <a:extLst xmlns:a="http://schemas.openxmlformats.org/drawingml/2006/main">
              <a:ext uri="{FF2B5EF4-FFF2-40B4-BE49-F238E27FC236}">
                <a16:creationId xmlns:a16="http://schemas.microsoft.com/office/drawing/2014/main" id="{AAF2F641-8C63-44C8-9540-96D950A4AED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5" name="14b-text-1">
            <a:extLst xmlns:a="http://schemas.openxmlformats.org/drawingml/2006/main">
              <a:ext uri="{FF2B5EF4-FFF2-40B4-BE49-F238E27FC236}">
                <a16:creationId xmlns:a16="http://schemas.microsoft.com/office/drawing/2014/main" id="{C4909587-1610-4CB5-A196-7ACBD9526604}"/>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06" name="14b-text-11">
            <a:extLst xmlns:a="http://schemas.openxmlformats.org/drawingml/2006/main">
              <a:ext uri="{FF2B5EF4-FFF2-40B4-BE49-F238E27FC236}">
                <a16:creationId xmlns:a16="http://schemas.microsoft.com/office/drawing/2014/main" id="{913D2249-2976-4E62-A599-CCD4757B7FAB}"/>
              </a:ext>
            </a:extLst>
          </p:cNvPr>
          <p:cNvSpPr>
            <a:spLocks xmlns:a="http://schemas.openxmlformats.org/drawingml/2006/main"/>
          </p:cNvSpPr>
          <p:nvPr/>
        </p:nvSpPr>
        <p:spPr>
          <a:xfrm xmlns:a="http://schemas.openxmlformats.org/drawingml/2006/main">
            <a:off x="609600" y="2438400"/>
            <a:ext cx="10972800" cy="195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Over-ambition:</a:t>
            </a:r>
            <a:r>
              <a:rPr b="0">
                <a:solidFill>
                  <a:srgbClr val="FFFCF5"/>
                </a:solidFill>
                <a:latin typeface="Helvetica"/>
                <a:ea typeface="Helvetica"/>
                <a:cs typeface="Helvetica"/>
              </a:rPr>
              <a:t> try to one-shot the whole app.</a:t>
            </a:r>
          </a:p>
          <a:p xmlns:a="http://schemas.openxmlformats.org/drawingml/2006/main">
            <a:pPr algn="l">
              <a:lnSpc>
                <a:spcPct val="125000"/>
              </a:lnSpc>
              <a:defRPr sz="2400" b="0">
                <a:solidFill>
                  <a:srgbClr val="FFFCF5"/>
                </a:solidFill>
                <a:latin typeface="Helvetica"/>
                <a:ea typeface="Helvetica"/>
                <a:cs typeface="Helvetica"/>
              </a:defRPr>
            </a:pP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Premature completion:</a:t>
            </a:r>
            <a:r>
              <a:rPr b="0">
                <a:solidFill>
                  <a:srgbClr val="FFFCF5"/>
                </a:solidFill>
                <a:latin typeface="Helvetica"/>
                <a:ea typeface="Helvetica"/>
                <a:cs typeface="Helvetica"/>
              </a:rPr>
              <a:t> see progress, declare the job done.</a:t>
            </a:r>
          </a:p>
        </p:txBody>
      </p:sp>
      <p:sp>
        <p:nvSpPr>
          <p:cNvPr id="307" name="14b-text-12">
            <a:extLst xmlns:a="http://schemas.openxmlformats.org/drawingml/2006/main">
              <a:ext uri="{FF2B5EF4-FFF2-40B4-BE49-F238E27FC236}">
                <a16:creationId xmlns:a16="http://schemas.microsoft.com/office/drawing/2014/main" id="{9BCE0381-2CC4-4D5A-B12A-EE0D2B8D3CD0}"/>
              </a:ext>
            </a:extLst>
          </p:cNvPr>
          <p:cNvSpPr>
            <a:spLocks xmlns:a="http://schemas.openxmlformats.org/drawingml/2006/main"/>
          </p:cNvSpPr>
          <p:nvPr/>
        </p:nvSpPr>
        <p:spPr>
          <a:xfrm xmlns:a="http://schemas.openxmlformats.org/drawingml/2006/main">
            <a:off x="609600" y="45720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fix: an initializer, a feature list, a progress file,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feature per session, and protected acceptance criteria.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Faulty or obsolete tests may change through review.</a:t>
            </a:r>
          </a:p>
        </p:txBody>
      </p:sp>
      <p:sp>
        <p:nvSpPr>
          <p:cNvPr id="308" name="narrative-number">
            <a:extLst xmlns:a="http://schemas.openxmlformats.org/drawingml/2006/main">
              <a:ext uri="{FF2B5EF4-FFF2-40B4-BE49-F238E27FC236}">
                <a16:creationId xmlns:a16="http://schemas.microsoft.com/office/drawing/2014/main" id="{DD4BDEF7-60A6-4839-84F6-972BF4C08BF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272461597"/>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9" name="!!area-name">
            <a:extLst xmlns:a="http://schemas.openxmlformats.org/drawingml/2006/main">
              <a:ext uri="{FF2B5EF4-FFF2-40B4-BE49-F238E27FC236}">
                <a16:creationId xmlns:a16="http://schemas.microsoft.com/office/drawing/2014/main" id="{560080A8-DD8E-4C83-9864-8FF2E485060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19" name="mini-map"/>
          <p:cNvPicPr>
            <a:picLocks xmlns:a="http://schemas.openxmlformats.org/drawingml/2006/main" noChangeAspect="1"/>
          </p:cNvPicPr>
          <p:nvPr/>
        </p:nvPicPr>
        <p:blipFill>
          <a:blip xmlns:r="http://schemas.openxmlformats.org/officeDocument/2006/relationships" xmlns:a="http://schemas.openxmlformats.org/drawingml/2006/main" r:embed="R11c708ad6eaf408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1" name="header-divider">
            <a:extLst xmlns:a="http://schemas.openxmlformats.org/drawingml/2006/main">
              <a:ext uri="{FF2B5EF4-FFF2-40B4-BE49-F238E27FC236}">
                <a16:creationId xmlns:a16="http://schemas.microsoft.com/office/drawing/2014/main" id="{2ABB82AC-B0E6-45A5-99AD-7429CD31E88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2" name="14b-text-1">
            <a:extLst xmlns:a="http://schemas.openxmlformats.org/drawingml/2006/main">
              <a:ext uri="{FF2B5EF4-FFF2-40B4-BE49-F238E27FC236}">
                <a16:creationId xmlns:a16="http://schemas.microsoft.com/office/drawing/2014/main" id="{67157AEF-1D02-425F-9702-B7B99298D446}"/>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13" name="14b-text-13">
            <a:extLst xmlns:a="http://schemas.openxmlformats.org/drawingml/2006/main">
              <a:ext uri="{FF2B5EF4-FFF2-40B4-BE49-F238E27FC236}">
                <a16:creationId xmlns:a16="http://schemas.microsoft.com/office/drawing/2014/main" id="{2D750196-88C5-4ABA-9035-30C16D6D4041}"/>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Internal research eval: </a:t>
            </a:r>
            <a:r>
              <a:rPr b="1">
                <a:solidFill>
                  <a:srgbClr val="FFFCF5"/>
                </a:solidFill>
                <a:latin typeface="Helvetica"/>
                <a:ea typeface="Helvetica"/>
                <a:cs typeface="Helvetica"/>
              </a:rPr>
              <a:t>90.2% improvement</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over the single-agent research system.</a:t>
            </a:r>
          </a:p>
        </p:txBody>
      </p:sp>
      <p:sp>
        <p:nvSpPr>
          <p:cNvPr id="314" name="14b-text-14">
            <a:extLst xmlns:a="http://schemas.openxmlformats.org/drawingml/2006/main">
              <a:ext uri="{FF2B5EF4-FFF2-40B4-BE49-F238E27FC236}">
                <a16:creationId xmlns:a16="http://schemas.microsoft.com/office/drawing/2014/main" id="{4ECF6D0D-6882-41B9-B5CF-38F70E4CAE7B}"/>
              </a:ext>
            </a:extLst>
          </p:cNvPr>
          <p:cNvSpPr>
            <a:spLocks xmlns:a="http://schemas.openxmlformats.org/drawingml/2006/main"/>
          </p:cNvSpPr>
          <p:nvPr/>
        </p:nvSpPr>
        <p:spPr>
          <a:xfrm xmlns:a="http://schemas.openxmlformats.org/drawingml/2006/main">
            <a:off x="609600" y="37338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Separate token comparison:</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multi-agent systems used about </a:t>
            </a:r>
            <a:r>
              <a:rPr b="1">
                <a:solidFill>
                  <a:srgbClr val="FFFCF5"/>
                </a:solidFill>
                <a:latin typeface="Helvetica"/>
                <a:ea typeface="Helvetica"/>
                <a:cs typeface="Helvetica"/>
              </a:rPr>
              <a:t>15x chat tokens</a:t>
            </a:r>
            <a:r>
              <a:rPr b="0">
                <a:solidFill>
                  <a:srgbClr val="FFFCF5"/>
                </a:solidFill>
                <a:latin typeface="Helvetica"/>
                <a:ea typeface="Helvetica"/>
                <a:cs typeface="Helvetica"/>
              </a:rPr>
              <a:t>.</a:t>
            </a:r>
          </a:p>
        </p:txBody>
      </p:sp>
      <p:sp>
        <p:nvSpPr>
          <p:cNvPr id="315" name="14b-text-15">
            <a:extLst xmlns:a="http://schemas.openxmlformats.org/drawingml/2006/main">
              <a:ext uri="{FF2B5EF4-FFF2-40B4-BE49-F238E27FC236}">
                <a16:creationId xmlns:a16="http://schemas.microsoft.com/office/drawing/2014/main" id="{BEAADD2C-9390-41AE-AD94-4A97E464EE33}"/>
              </a:ext>
            </a:extLst>
          </p:cNvPr>
          <p:cNvSpPr>
            <a:spLocks xmlns:a="http://schemas.openxmlformats.org/drawingml/2006/main"/>
          </p:cNvSpPr>
          <p:nvPr/>
        </p:nvSpPr>
        <p:spPr>
          <a:xfrm xmlns:a="http://schemas.openxmlformats.org/drawingml/2006/main">
            <a:off x="609600" y="5207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Poor fit when agents need shared context.</a:t>
            </a:r>
          </a:p>
        </p:txBody>
      </p:sp>
      <p:sp>
        <p:nvSpPr>
          <p:cNvPr id="316" name="14b-text-16">
            <a:extLst xmlns:a="http://schemas.openxmlformats.org/drawingml/2006/main">
              <a:ext uri="{FF2B5EF4-FFF2-40B4-BE49-F238E27FC236}">
                <a16:creationId xmlns:a16="http://schemas.microsoft.com/office/drawing/2014/main" id="{3D283BF5-FB82-4A20-BDAF-5AA81ED59C26}"/>
              </a:ext>
            </a:extLst>
          </p:cNvPr>
          <p:cNvSpPr>
            <a:spLocks xmlns:a="http://schemas.openxmlformats.org/drawingml/2006/main"/>
          </p:cNvSpPr>
          <p:nvPr/>
        </p:nvSpPr>
        <p:spPr>
          <a:xfrm xmlns:a="http://schemas.openxmlformats.org/drawingml/2006/main">
            <a:off x="609600" y="5816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Anthropic, June 13, 2025</a:t>
            </a:r>
          </a:p>
        </p:txBody>
      </p:sp>
      <p:sp>
        <p:nvSpPr>
          <p:cNvPr id="317" name="narrative-number">
            <a:extLst xmlns:a="http://schemas.openxmlformats.org/drawingml/2006/main">
              <a:ext uri="{FF2B5EF4-FFF2-40B4-BE49-F238E27FC236}">
                <a16:creationId xmlns:a16="http://schemas.microsoft.com/office/drawing/2014/main" id="{2543B5E6-B538-469C-B7A0-7A5E4765260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365437011"/>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8" name="!!area-name">
            <a:extLst xmlns:a="http://schemas.openxmlformats.org/drawingml/2006/main">
              <a:ext uri="{FF2B5EF4-FFF2-40B4-BE49-F238E27FC236}">
                <a16:creationId xmlns:a16="http://schemas.microsoft.com/office/drawing/2014/main" id="{A3DFDAB7-9998-4A83-9F72-258A28C2575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37" name="mini-map"/>
          <p:cNvPicPr>
            <a:picLocks xmlns:a="http://schemas.openxmlformats.org/drawingml/2006/main" noChangeAspect="1"/>
          </p:cNvPicPr>
          <p:nvPr/>
        </p:nvPicPr>
        <p:blipFill>
          <a:blip xmlns:r="http://schemas.openxmlformats.org/officeDocument/2006/relationships" xmlns:a="http://schemas.openxmlformats.org/drawingml/2006/main" r:embed="Rd50a628d13944e7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0" name="slide-title">
            <a:extLst xmlns:a="http://schemas.openxmlformats.org/drawingml/2006/main">
              <a:ext uri="{FF2B5EF4-FFF2-40B4-BE49-F238E27FC236}">
                <a16:creationId xmlns:a16="http://schemas.microsoft.com/office/drawing/2014/main" id="{D1EC40D0-D079-4C40-AF67-BCAEF21C0DA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21" name="header-divider">
            <a:extLst xmlns:a="http://schemas.openxmlformats.org/drawingml/2006/main">
              <a:ext uri="{FF2B5EF4-FFF2-40B4-BE49-F238E27FC236}">
                <a16:creationId xmlns:a16="http://schemas.microsoft.com/office/drawing/2014/main" id="{0429C444-0DF9-498C-ADA8-30308FA6A93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2" name="15-text-1">
            <a:extLst xmlns:a="http://schemas.openxmlformats.org/drawingml/2006/main">
              <a:ext uri="{FF2B5EF4-FFF2-40B4-BE49-F238E27FC236}">
                <a16:creationId xmlns:a16="http://schemas.microsoft.com/office/drawing/2014/main" id="{E93A064F-E515-4A6C-ADC8-0304CE68FD70}"/>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23" name="15-text-2">
            <a:extLst xmlns:a="http://schemas.openxmlformats.org/drawingml/2006/main">
              <a:ext uri="{FF2B5EF4-FFF2-40B4-BE49-F238E27FC236}">
                <a16:creationId xmlns:a16="http://schemas.microsoft.com/office/drawing/2014/main" id="{DA0C77C8-0065-4B56-A718-6A0CF77DA331}"/>
              </a:ext>
            </a:extLst>
          </p:cNvPr>
          <p:cNvSpPr>
            <a:spLocks xmlns:a="http://schemas.openxmlformats.org/drawingml/2006/main"/>
          </p:cNvSpPr>
          <p:nvPr/>
        </p:nvSpPr>
        <p:spPr>
          <a:xfrm xmlns:a="http://schemas.openxmlformats.org/drawingml/2006/main">
            <a:off x="6096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24" name="15-text-3">
            <a:extLst xmlns:a="http://schemas.openxmlformats.org/drawingml/2006/main">
              <a:ext uri="{FF2B5EF4-FFF2-40B4-BE49-F238E27FC236}">
                <a16:creationId xmlns:a16="http://schemas.microsoft.com/office/drawing/2014/main" id="{E258E3AD-597B-45DB-80A7-E3B566389A83}"/>
              </a:ext>
            </a:extLst>
          </p:cNvPr>
          <p:cNvSpPr>
            <a:spLocks xmlns:a="http://schemas.openxmlformats.org/drawingml/2006/main"/>
          </p:cNvSpPr>
          <p:nvPr/>
        </p:nvSpPr>
        <p:spPr>
          <a:xfrm xmlns:a="http://schemas.openxmlformats.org/drawingml/2006/main">
            <a:off x="12192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target packet.</a:t>
            </a:r>
          </a:p>
        </p:txBody>
      </p:sp>
      <p:sp>
        <p:nvSpPr>
          <p:cNvPr id="325" name="15-text-4">
            <a:extLst xmlns:a="http://schemas.openxmlformats.org/drawingml/2006/main">
              <a:ext uri="{FF2B5EF4-FFF2-40B4-BE49-F238E27FC236}">
                <a16:creationId xmlns:a16="http://schemas.microsoft.com/office/drawing/2014/main" id="{7E5AB6D8-539D-462E-890A-0709B1527FFD}"/>
              </a:ext>
            </a:extLst>
          </p:cNvPr>
          <p:cNvSpPr>
            <a:spLocks xmlns:a="http://schemas.openxmlformats.org/drawingml/2006/main"/>
          </p:cNvSpPr>
          <p:nvPr/>
        </p:nvSpPr>
        <p:spPr>
          <a:xfrm xmlns:a="http://schemas.openxmlformats.org/drawingml/2006/main">
            <a:off x="6096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26" name="15-text-5">
            <a:extLst xmlns:a="http://schemas.openxmlformats.org/drawingml/2006/main">
              <a:ext uri="{FF2B5EF4-FFF2-40B4-BE49-F238E27FC236}">
                <a16:creationId xmlns:a16="http://schemas.microsoft.com/office/drawing/2014/main" id="{120CCFB5-E27D-4C92-9E94-D0F8C2F9E198}"/>
              </a:ext>
            </a:extLst>
          </p:cNvPr>
          <p:cNvSpPr>
            <a:spLocks xmlns:a="http://schemas.openxmlformats.org/drawingml/2006/main"/>
          </p:cNvSpPr>
          <p:nvPr/>
        </p:nvSpPr>
        <p:spPr>
          <a:xfrm xmlns:a="http://schemas.openxmlformats.org/drawingml/2006/main">
            <a:off x="12192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327" name="15-text-6">
            <a:extLst xmlns:a="http://schemas.openxmlformats.org/drawingml/2006/main">
              <a:ext uri="{FF2B5EF4-FFF2-40B4-BE49-F238E27FC236}">
                <a16:creationId xmlns:a16="http://schemas.microsoft.com/office/drawing/2014/main" id="{4A861FDB-4F0E-462C-967A-81171F7DD783}"/>
              </a:ext>
            </a:extLst>
          </p:cNvPr>
          <p:cNvSpPr>
            <a:spLocks xmlns:a="http://schemas.openxmlformats.org/drawingml/2006/main"/>
          </p:cNvSpPr>
          <p:nvPr/>
        </p:nvSpPr>
        <p:spPr>
          <a:xfrm xmlns:a="http://schemas.openxmlformats.org/drawingml/2006/main">
            <a:off x="6096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28" name="15-text-7">
            <a:extLst xmlns:a="http://schemas.openxmlformats.org/drawingml/2006/main">
              <a:ext uri="{FF2B5EF4-FFF2-40B4-BE49-F238E27FC236}">
                <a16:creationId xmlns:a16="http://schemas.microsoft.com/office/drawing/2014/main" id="{E5567D23-36BD-41E2-8A71-2CD490CE8E64}"/>
              </a:ext>
            </a:extLst>
          </p:cNvPr>
          <p:cNvSpPr>
            <a:spLocks xmlns:a="http://schemas.openxmlformats.org/drawingml/2006/main"/>
          </p:cNvSpPr>
          <p:nvPr/>
        </p:nvSpPr>
        <p:spPr>
          <a:xfrm xmlns:a="http://schemas.openxmlformats.org/drawingml/2006/main">
            <a:off x="12192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329" name="15-text-8">
            <a:extLst xmlns:a="http://schemas.openxmlformats.org/drawingml/2006/main">
              <a:ext uri="{FF2B5EF4-FFF2-40B4-BE49-F238E27FC236}">
                <a16:creationId xmlns:a16="http://schemas.microsoft.com/office/drawing/2014/main" id="{3778AA04-7DC2-466D-A556-885C5862C148}"/>
              </a:ext>
            </a:extLst>
          </p:cNvPr>
          <p:cNvSpPr>
            <a:spLocks xmlns:a="http://schemas.openxmlformats.org/drawingml/2006/main"/>
          </p:cNvSpPr>
          <p:nvPr/>
        </p:nvSpPr>
        <p:spPr>
          <a:xfrm xmlns:a="http://schemas.openxmlformats.org/drawingml/2006/main">
            <a:off x="62484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330" name="15-text-9">
            <a:extLst xmlns:a="http://schemas.openxmlformats.org/drawingml/2006/main">
              <a:ext uri="{FF2B5EF4-FFF2-40B4-BE49-F238E27FC236}">
                <a16:creationId xmlns:a16="http://schemas.microsoft.com/office/drawing/2014/main" id="{CFD2E3B6-9745-4B8A-95F8-18A6C8125BDD}"/>
              </a:ext>
            </a:extLst>
          </p:cNvPr>
          <p:cNvSpPr>
            <a:spLocks xmlns:a="http://schemas.openxmlformats.org/drawingml/2006/main"/>
          </p:cNvSpPr>
          <p:nvPr/>
        </p:nvSpPr>
        <p:spPr>
          <a:xfrm xmlns:a="http://schemas.openxmlformats.org/drawingml/2006/main">
            <a:off x="68580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331" name="15-text-10">
            <a:extLst xmlns:a="http://schemas.openxmlformats.org/drawingml/2006/main">
              <a:ext uri="{FF2B5EF4-FFF2-40B4-BE49-F238E27FC236}">
                <a16:creationId xmlns:a16="http://schemas.microsoft.com/office/drawing/2014/main" id="{557F9282-F7CC-4507-A735-3B2E808579D8}"/>
              </a:ext>
            </a:extLst>
          </p:cNvPr>
          <p:cNvSpPr>
            <a:spLocks xmlns:a="http://schemas.openxmlformats.org/drawingml/2006/main"/>
          </p:cNvSpPr>
          <p:nvPr/>
        </p:nvSpPr>
        <p:spPr>
          <a:xfrm xmlns:a="http://schemas.openxmlformats.org/drawingml/2006/main">
            <a:off x="62484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332" name="15-text-11">
            <a:extLst xmlns:a="http://schemas.openxmlformats.org/drawingml/2006/main">
              <a:ext uri="{FF2B5EF4-FFF2-40B4-BE49-F238E27FC236}">
                <a16:creationId xmlns:a16="http://schemas.microsoft.com/office/drawing/2014/main" id="{2D96B2E0-2D12-4163-80B8-A8B2461CA916}"/>
              </a:ext>
            </a:extLst>
          </p:cNvPr>
          <p:cNvSpPr>
            <a:spLocks xmlns:a="http://schemas.openxmlformats.org/drawingml/2006/main"/>
          </p:cNvSpPr>
          <p:nvPr/>
        </p:nvSpPr>
        <p:spPr>
          <a:xfrm xmlns:a="http://schemas.openxmlformats.org/drawingml/2006/main">
            <a:off x="68580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333" name="15-text-12">
            <a:extLst xmlns:a="http://schemas.openxmlformats.org/drawingml/2006/main">
              <a:ext uri="{FF2B5EF4-FFF2-40B4-BE49-F238E27FC236}">
                <a16:creationId xmlns:a16="http://schemas.microsoft.com/office/drawing/2014/main" id="{5810B1FE-3426-498A-9461-96ECFCE507F0}"/>
              </a:ext>
            </a:extLst>
          </p:cNvPr>
          <p:cNvSpPr>
            <a:spLocks xmlns:a="http://schemas.openxmlformats.org/drawingml/2006/main"/>
          </p:cNvSpPr>
          <p:nvPr/>
        </p:nvSpPr>
        <p:spPr>
          <a:xfrm xmlns:a="http://schemas.openxmlformats.org/drawingml/2006/main">
            <a:off x="62484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334" name="15-text-13">
            <a:extLst xmlns:a="http://schemas.openxmlformats.org/drawingml/2006/main">
              <a:ext uri="{FF2B5EF4-FFF2-40B4-BE49-F238E27FC236}">
                <a16:creationId xmlns:a16="http://schemas.microsoft.com/office/drawing/2014/main" id="{7E4E4C94-C1A8-451F-B428-74A945596BF0}"/>
              </a:ext>
            </a:extLst>
          </p:cNvPr>
          <p:cNvSpPr>
            <a:spLocks xmlns:a="http://schemas.openxmlformats.org/drawingml/2006/main"/>
          </p:cNvSpPr>
          <p:nvPr/>
        </p:nvSpPr>
        <p:spPr>
          <a:xfrm xmlns:a="http://schemas.openxmlformats.org/drawingml/2006/main">
            <a:off x="68580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335" name="narrative-number">
            <a:extLst xmlns:a="http://schemas.openxmlformats.org/drawingml/2006/main">
              <a:ext uri="{FF2B5EF4-FFF2-40B4-BE49-F238E27FC236}">
                <a16:creationId xmlns:a16="http://schemas.microsoft.com/office/drawing/2014/main" id="{7CCC98E1-8494-462D-9051-20256B9ACB4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02842330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3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6" name="!!area-name">
            <a:extLst xmlns:a="http://schemas.openxmlformats.org/drawingml/2006/main">
              <a:ext uri="{FF2B5EF4-FFF2-40B4-BE49-F238E27FC236}">
                <a16:creationId xmlns:a16="http://schemas.microsoft.com/office/drawing/2014/main" id="{5067BE4D-B49C-4309-BD4F-7D064241A57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46" name="mini-map"/>
          <p:cNvPicPr>
            <a:picLocks xmlns:a="http://schemas.openxmlformats.org/drawingml/2006/main" noChangeAspect="1"/>
          </p:cNvPicPr>
          <p:nvPr/>
        </p:nvPicPr>
        <p:blipFill>
          <a:blip xmlns:r="http://schemas.openxmlformats.org/officeDocument/2006/relationships" xmlns:a="http://schemas.openxmlformats.org/drawingml/2006/main" r:embed="R1bfba833627249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8" name="slide-title">
            <a:extLst xmlns:a="http://schemas.openxmlformats.org/drawingml/2006/main">
              <a:ext uri="{FF2B5EF4-FFF2-40B4-BE49-F238E27FC236}">
                <a16:creationId xmlns:a16="http://schemas.microsoft.com/office/drawing/2014/main" id="{F3D5D2F2-E77C-4B2D-82A1-1B2C438AA9A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39" name="header-divider">
            <a:extLst xmlns:a="http://schemas.openxmlformats.org/drawingml/2006/main">
              <a:ext uri="{FF2B5EF4-FFF2-40B4-BE49-F238E27FC236}">
                <a16:creationId xmlns:a16="http://schemas.microsoft.com/office/drawing/2014/main" id="{5657BE2B-E84B-4824-B10A-B72C6810D83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0" name="15-text-14">
            <a:extLst xmlns:a="http://schemas.openxmlformats.org/drawingml/2006/main">
              <a:ext uri="{FF2B5EF4-FFF2-40B4-BE49-F238E27FC236}">
                <a16:creationId xmlns:a16="http://schemas.microsoft.com/office/drawing/2014/main" id="{DB3D633B-D6E1-4D87-87E1-25A0C5D714E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extension after measuring the workflow</a:t>
            </a:r>
          </a:p>
        </p:txBody>
      </p:sp>
      <p:sp>
        <p:nvSpPr>
          <p:cNvPr id="341" name="15-text-15">
            <a:extLst xmlns:a="http://schemas.openxmlformats.org/drawingml/2006/main">
              <a:ext uri="{FF2B5EF4-FFF2-40B4-BE49-F238E27FC236}">
                <a16:creationId xmlns:a16="http://schemas.microsoft.com/office/drawing/2014/main" id="{0AE085B3-B5FB-4FF4-A7DC-1075879E0D1E}"/>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Optional workers: compare FRB-017 and FRB-031 independently.</a:t>
            </a:r>
          </a:p>
        </p:txBody>
      </p:sp>
      <p:sp>
        <p:nvSpPr>
          <p:cNvPr id="342" name="15-text-16">
            <a:extLst xmlns:a="http://schemas.openxmlformats.org/drawingml/2006/main">
              <a:ext uri="{FF2B5EF4-FFF2-40B4-BE49-F238E27FC236}">
                <a16:creationId xmlns:a16="http://schemas.microsoft.com/office/drawing/2014/main" id="{E59FF068-4CF3-4335-93AB-7D65371BE4FD}"/>
              </a:ext>
            </a:extLst>
          </p:cNvPr>
          <p:cNvSpPr>
            <a:spLocks xmlns:a="http://schemas.openxmlformats.org/drawingml/2006/main"/>
          </p:cNvSpPr>
          <p:nvPr/>
        </p:nvSpPr>
        <p:spPr>
          <a:xfrm xmlns:a="http://schemas.openxmlformats.org/drawingml/2006/main">
            <a:off x="609600" y="35814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evidence and uncertainty to the main analyst.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Authorized internal FRB corpus and attachments only.</a:t>
            </a:r>
          </a:p>
        </p:txBody>
      </p:sp>
      <p:sp>
        <p:nvSpPr>
          <p:cNvPr id="343" name="15-text-17">
            <a:extLst xmlns:a="http://schemas.openxmlformats.org/drawingml/2006/main">
              <a:ext uri="{FF2B5EF4-FFF2-40B4-BE49-F238E27FC236}">
                <a16:creationId xmlns:a16="http://schemas.microsoft.com/office/drawing/2014/main" id="{8D08921C-59F2-47C7-90B3-4349F8D93CBB}"/>
              </a:ext>
            </a:extLst>
          </p:cNvPr>
          <p:cNvSpPr>
            <a:spLocks xmlns:a="http://schemas.openxmlformats.org/drawingml/2006/main"/>
          </p:cNvSpPr>
          <p:nvPr/>
        </p:nvSpPr>
        <p:spPr>
          <a:xfrm xmlns:a="http://schemas.openxmlformats.org/drawingml/2006/main">
            <a:off x="609600" y="46990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retries. Save steps and revisions for resume.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freshness, access, and export receipts.</a:t>
            </a:r>
          </a:p>
        </p:txBody>
      </p:sp>
      <p:sp>
        <p:nvSpPr>
          <p:cNvPr id="344" name="narrative-number">
            <a:extLst xmlns:a="http://schemas.openxmlformats.org/drawingml/2006/main">
              <a:ext uri="{FF2B5EF4-FFF2-40B4-BE49-F238E27FC236}">
                <a16:creationId xmlns:a16="http://schemas.microsoft.com/office/drawing/2014/main" id="{3B1BB95E-513C-4C3D-8A7E-1FAC6E90E34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731084273"/>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5" name="!!area-name">
            <a:extLst xmlns:a="http://schemas.openxmlformats.org/drawingml/2006/main">
              <a:ext uri="{FF2B5EF4-FFF2-40B4-BE49-F238E27FC236}">
                <a16:creationId xmlns:a16="http://schemas.microsoft.com/office/drawing/2014/main" id="{F8F2C815-3ABB-4B40-BD6D-91EB9AB1A16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60" name="mini-map"/>
          <p:cNvPicPr>
            <a:picLocks xmlns:a="http://schemas.openxmlformats.org/drawingml/2006/main" noChangeAspect="1"/>
          </p:cNvPicPr>
          <p:nvPr/>
        </p:nvPicPr>
        <p:blipFill>
          <a:blip xmlns:r="http://schemas.openxmlformats.org/officeDocument/2006/relationships" xmlns:a="http://schemas.openxmlformats.org/drawingml/2006/main" r:embed="Re749bae23bfb481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7" name="slide-title">
            <a:extLst xmlns:a="http://schemas.openxmlformats.org/drawingml/2006/main">
              <a:ext uri="{FF2B5EF4-FFF2-40B4-BE49-F238E27FC236}">
                <a16:creationId xmlns:a16="http://schemas.microsoft.com/office/drawing/2014/main" id="{E48263C4-83C1-4BC7-835B-D8B242ED4AF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48" name="header-divider">
            <a:extLst xmlns:a="http://schemas.openxmlformats.org/drawingml/2006/main">
              <a:ext uri="{FF2B5EF4-FFF2-40B4-BE49-F238E27FC236}">
                <a16:creationId xmlns:a16="http://schemas.microsoft.com/office/drawing/2014/main" id="{1D870A68-9FA8-4253-9A17-3A54D939D8C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9" name="15-text-18">
            <a:extLst xmlns:a="http://schemas.openxmlformats.org/drawingml/2006/main">
              <a:ext uri="{FF2B5EF4-FFF2-40B4-BE49-F238E27FC236}">
                <a16:creationId xmlns:a16="http://schemas.microsoft.com/office/drawing/2014/main" id="{38F5ABD2-FCBD-44EC-900A-05C326BBC7F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operating limits</a:t>
            </a:r>
          </a:p>
        </p:txBody>
      </p:sp>
      <p:sp>
        <p:nvSpPr>
          <p:cNvPr id="350" name="15-text-19">
            <a:extLst xmlns:a="http://schemas.openxmlformats.org/drawingml/2006/main">
              <a:ext uri="{FF2B5EF4-FFF2-40B4-BE49-F238E27FC236}">
                <a16:creationId xmlns:a16="http://schemas.microsoft.com/office/drawing/2014/main" id="{8D929C29-285C-428B-8739-164D0560462A}"/>
              </a:ext>
            </a:extLst>
          </p:cNvPr>
          <p:cNvSpPr>
            <a:spLocks xmlns:a="http://schemas.openxmlformats.org/drawingml/2006/main"/>
          </p:cNvSpPr>
          <p:nvPr/>
        </p:nvSpPr>
        <p:spPr>
          <a:xfrm xmlns:a="http://schemas.openxmlformats.org/drawingml/2006/main">
            <a:off x="609600" y="2844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Conflicting findings: inspect sources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or leave the result unresolved.</a:t>
            </a:r>
          </a:p>
        </p:txBody>
      </p:sp>
      <p:sp>
        <p:nvSpPr>
          <p:cNvPr id="351" name="15-text-20">
            <a:extLst xmlns:a="http://schemas.openxmlformats.org/drawingml/2006/main">
              <a:ext uri="{FF2B5EF4-FFF2-40B4-BE49-F238E27FC236}">
                <a16:creationId xmlns:a16="http://schemas.microsoft.com/office/drawing/2014/main" id="{40E6767B-2C28-4349-B59E-78BC0E323441}"/>
              </a:ext>
            </a:extLst>
          </p:cNvPr>
          <p:cNvSpPr>
            <a:spLocks xmlns:a="http://schemas.openxmlformats.org/drawingml/2006/main"/>
          </p:cNvSpPr>
          <p:nvPr/>
        </p:nvSpPr>
        <p:spPr>
          <a:xfrm xmlns:a="http://schemas.openxmlformats.org/drawingml/2006/main">
            <a:off x="609600" y="3860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Incomplete indexing must be explicit.</a:t>
            </a:r>
          </a:p>
        </p:txBody>
      </p:sp>
      <p:sp>
        <p:nvSpPr>
          <p:cNvPr id="352" name="15-text-21">
            <a:extLst xmlns:a="http://schemas.openxmlformats.org/drawingml/2006/main">
              <a:ext uri="{FF2B5EF4-FFF2-40B4-BE49-F238E27FC236}">
                <a16:creationId xmlns:a16="http://schemas.microsoft.com/office/drawing/2014/main" id="{78BD20C0-89BD-4DC1-9FC8-7BB904624EC3}"/>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actions, tokens, and end-to-end latency.</a:t>
            </a:r>
          </a:p>
        </p:txBody>
      </p:sp>
      <p:sp>
        <p:nvSpPr>
          <p:cNvPr id="353" name="15-shape-22">
            <a:extLst xmlns:a="http://schemas.openxmlformats.org/drawingml/2006/main">
              <a:ext uri="{FF2B5EF4-FFF2-40B4-BE49-F238E27FC236}">
                <a16:creationId xmlns:a16="http://schemas.microsoft.com/office/drawing/2014/main" id="{44CA3BCD-6C75-4EA7-BF53-9FE2CA3FD748}"/>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54" name="15-shape-23">
            <a:extLst xmlns:a="http://schemas.openxmlformats.org/drawingml/2006/main">
              <a:ext uri="{FF2B5EF4-FFF2-40B4-BE49-F238E27FC236}">
                <a16:creationId xmlns:a16="http://schemas.microsoft.com/office/drawing/2014/main" id="{5159EB0C-0E5E-401E-AC2A-CD6D7B89F345}"/>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55" name="15-text-24">
            <a:extLst xmlns:a="http://schemas.openxmlformats.org/drawingml/2006/main">
              <a:ext uri="{FF2B5EF4-FFF2-40B4-BE49-F238E27FC236}">
                <a16:creationId xmlns:a16="http://schemas.microsoft.com/office/drawing/2014/main" id="{1D638280-8334-4548-9A30-C4571F284C47}"/>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56" name="15-text-25">
            <a:extLst xmlns:a="http://schemas.openxmlformats.org/drawingml/2006/main">
              <a:ext uri="{FF2B5EF4-FFF2-40B4-BE49-F238E27FC236}">
                <a16:creationId xmlns:a16="http://schemas.microsoft.com/office/drawing/2014/main" id="{B93DB777-3CBB-4B7A-9898-5A1452780D5F}"/>
              </a:ext>
            </a:extLst>
          </p:cNvPr>
          <p:cNvSpPr>
            <a:spLocks xmlns:a="http://schemas.openxmlformats.org/drawingml/2006/main"/>
          </p:cNvSpPr>
          <p:nvPr/>
        </p:nvSpPr>
        <p:spPr>
          <a:xfrm xmlns:a="http://schemas.openxmlformats.org/drawingml/2006/main">
            <a:off x="2489200" y="5740400"/>
            <a:ext cx="909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357" name="15-text-26">
            <a:extLst xmlns:a="http://schemas.openxmlformats.org/drawingml/2006/main">
              <a:ext uri="{FF2B5EF4-FFF2-40B4-BE49-F238E27FC236}">
                <a16:creationId xmlns:a16="http://schemas.microsoft.com/office/drawing/2014/main" id="{C31ED43C-B2D2-469D-886D-B00844DB61F4}"/>
              </a:ext>
            </a:extLst>
          </p:cNvPr>
          <p:cNvSpPr>
            <a:spLocks xmlns:a="http://schemas.openxmlformats.org/drawingml/2006/main"/>
          </p:cNvSpPr>
          <p:nvPr/>
        </p:nvSpPr>
        <p:spPr>
          <a:xfrm xmlns:a="http://schemas.openxmlformats.org/drawingml/2006/main">
            <a:off x="2489200" y="6172200"/>
            <a:ext cx="909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bounded result can be an explicit limitation or a human handoff.</a:t>
            </a:r>
          </a:p>
        </p:txBody>
      </p:sp>
      <p:sp>
        <p:nvSpPr>
          <p:cNvPr id="358" name="narrative-number">
            <a:extLst xmlns:a="http://schemas.openxmlformats.org/drawingml/2006/main">
              <a:ext uri="{FF2B5EF4-FFF2-40B4-BE49-F238E27FC236}">
                <a16:creationId xmlns:a16="http://schemas.microsoft.com/office/drawing/2014/main" id="{AE230576-5AC3-4AE0-8C7A-0071BFF91B8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47114417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3"/>
                                        </p:tgtEl>
                                        <p:attrNameLst>
                                          <p:attrName>style.visibility</p:attrName>
                                        </p:attrNameLst>
                                      </p:cBhvr>
                                      <p:to>
                                        <p:strVal val="visible"/>
                                      </p:to>
                                    </p:set>
                                    <p:animEffect transition="in" filter="fade">
                                      <p:cBhvr>
                                        <p:cTn id="7" dur="300" fill="hold"/>
                                        <p:tgtEl>
                                          <p:spTgt spid="353"/>
                                        </p:tgtEl>
                                      </p:cBhvr>
                                    </p:animEffect>
                                  </p:childTnLst>
                                </p:cTn>
                              </p:par>
                              <p:par>
                                <p:cTn id="8" presetID="10" presetClass="entr" presetSubtype="0" fill="hold" nodeType="withEffect">
                                  <p:stCondLst>
                                    <p:cond delay="0"/>
                                  </p:stCondLst>
                                  <p:childTnLst>
                                    <p:set>
                                      <p:cBhvr>
                                        <p:cTn id="9" dur="1" fill="hold">
                                          <p:stCondLst>
                                            <p:cond delay="0"/>
                                          </p:stCondLst>
                                        </p:cTn>
                                        <p:tgtEl>
                                          <p:spTgt spid="354"/>
                                        </p:tgtEl>
                                        <p:attrNameLst>
                                          <p:attrName>style.visibility</p:attrName>
                                        </p:attrNameLst>
                                      </p:cBhvr>
                                      <p:to>
                                        <p:strVal val="visible"/>
                                      </p:to>
                                    </p:set>
                                    <p:animEffect transition="in" filter="fade">
                                      <p:cBhvr>
                                        <p:cTn id="10" dur="300" fill="hold"/>
                                        <p:tgtEl>
                                          <p:spTgt spid="354"/>
                                        </p:tgtEl>
                                      </p:cBhvr>
                                    </p:animEffect>
                                  </p:childTnLst>
                                </p:cTn>
                              </p:par>
                              <p:par>
                                <p:cTn id="11" presetID="10" presetClass="entr" presetSubtype="0" fill="hold" nodeType="withEffect">
                                  <p:stCondLst>
                                    <p:cond delay="0"/>
                                  </p:stCondLst>
                                  <p:childTnLst>
                                    <p:set>
                                      <p:cBhvr>
                                        <p:cTn id="12" dur="1" fill="hold">
                                          <p:stCondLst>
                                            <p:cond delay="0"/>
                                          </p:stCondLst>
                                        </p:cTn>
                                        <p:tgtEl>
                                          <p:spTgt spid="355"/>
                                        </p:tgtEl>
                                        <p:attrNameLst>
                                          <p:attrName>style.visibility</p:attrName>
                                        </p:attrNameLst>
                                      </p:cBhvr>
                                      <p:to>
                                        <p:strVal val="visible"/>
                                      </p:to>
                                    </p:set>
                                    <p:animEffect transition="in" filter="fade">
                                      <p:cBhvr>
                                        <p:cTn id="13" dur="300" fill="hold"/>
                                        <p:tgtEl>
                                          <p:spTgt spid="355"/>
                                        </p:tgtEl>
                                      </p:cBhvr>
                                    </p:animEffect>
                                  </p:childTnLst>
                                </p:cTn>
                              </p:par>
                              <p:par>
                                <p:cTn id="14" presetID="10" presetClass="entr" presetSubtype="0" fill="hold" nodeType="withEffect">
                                  <p:stCondLst>
                                    <p:cond delay="0"/>
                                  </p:stCondLst>
                                  <p:childTnLst>
                                    <p:set>
                                      <p:cBhvr>
                                        <p:cTn id="15" dur="1" fill="hold">
                                          <p:stCondLst>
                                            <p:cond delay="0"/>
                                          </p:stCondLst>
                                        </p:cTn>
                                        <p:tgtEl>
                                          <p:spTgt spid="356"/>
                                        </p:tgtEl>
                                        <p:attrNameLst>
                                          <p:attrName>style.visibility</p:attrName>
                                        </p:attrNameLst>
                                      </p:cBhvr>
                                      <p:to>
                                        <p:strVal val="visible"/>
                                      </p:to>
                                    </p:set>
                                    <p:animEffect transition="in" filter="fade">
                                      <p:cBhvr>
                                        <p:cTn id="16" dur="300" fill="hold"/>
                                        <p:tgtEl>
                                          <p:spTgt spid="356"/>
                                        </p:tgtEl>
                                      </p:cBhvr>
                                    </p:animEffect>
                                  </p:childTnLst>
                                </p:cTn>
                              </p:par>
                              <p:par>
                                <p:cTn id="17" presetID="1" presetClass="entr" presetSubtype="0" fill="hold" nodeType="withEffect">
                                  <p:stCondLst>
                                    <p:cond delay="0"/>
                                  </p:stCondLst>
                                  <p:childTnLst>
                                    <p:set>
                                      <p:cBhvr>
                                        <p:cTn id="18" dur="1" fill="hold">
                                          <p:stCondLst>
                                            <p:cond delay="0"/>
                                          </p:stCondLst>
                                        </p:cTn>
                                        <p:tgtEl>
                                          <p:spTgt spid="3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9" name="!!area-header">
            <a:extLst xmlns:a="http://schemas.openxmlformats.org/drawingml/2006/main">
              <a:ext uri="{FF2B5EF4-FFF2-40B4-BE49-F238E27FC236}">
                <a16:creationId xmlns:a16="http://schemas.microsoft.com/office/drawing/2014/main" id="{D79B32C0-C8C2-4A8D-B75C-E1648EF1C310}"/>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360" name="!!area-name">
            <a:extLst xmlns:a="http://schemas.openxmlformats.org/drawingml/2006/main">
              <a:ext uri="{FF2B5EF4-FFF2-40B4-BE49-F238E27FC236}">
                <a16:creationId xmlns:a16="http://schemas.microsoft.com/office/drawing/2014/main" id="{9279B45F-C81C-47C2-986A-B167CC46A8C8}"/>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361" name="!!area-beat">
            <a:extLst xmlns:a="http://schemas.openxmlformats.org/drawingml/2006/main">
              <a:ext uri="{FF2B5EF4-FFF2-40B4-BE49-F238E27FC236}">
                <a16:creationId xmlns:a16="http://schemas.microsoft.com/office/drawing/2014/main" id="{16BF84C8-55F4-4B9B-8C98-CC729EF2B404}"/>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362" name="header-divider">
            <a:extLst xmlns:a="http://schemas.openxmlformats.org/drawingml/2006/main">
              <a:ext uri="{FF2B5EF4-FFF2-40B4-BE49-F238E27FC236}">
                <a16:creationId xmlns:a16="http://schemas.microsoft.com/office/drawing/2014/main" id="{40646383-6EC0-41F4-A9B8-7C8C0305FCC9}"/>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3" name="16-text-1">
            <a:extLst xmlns:a="http://schemas.openxmlformats.org/drawingml/2006/main">
              <a:ext uri="{FF2B5EF4-FFF2-40B4-BE49-F238E27FC236}">
                <a16:creationId xmlns:a16="http://schemas.microsoft.com/office/drawing/2014/main" id="{84176355-D912-423E-8562-538FB2FF2B84}"/>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364" name="16-text-2">
            <a:extLst xmlns:a="http://schemas.openxmlformats.org/drawingml/2006/main">
              <a:ext uri="{FF2B5EF4-FFF2-40B4-BE49-F238E27FC236}">
                <a16:creationId xmlns:a16="http://schemas.microsoft.com/office/drawing/2014/main" id="{A8F22656-3253-44FD-B6F0-296901DFEA2E}"/>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365" name="16-text-3">
            <a:extLst xmlns:a="http://schemas.openxmlformats.org/drawingml/2006/main">
              <a:ext uri="{FF2B5EF4-FFF2-40B4-BE49-F238E27FC236}">
                <a16:creationId xmlns:a16="http://schemas.microsoft.com/office/drawing/2014/main" id="{5C60FE54-136F-4C35-BAB6-9EDDC5D71601}"/>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366" name="16-text-4">
            <a:extLst xmlns:a="http://schemas.openxmlformats.org/drawingml/2006/main">
              <a:ext uri="{FF2B5EF4-FFF2-40B4-BE49-F238E27FC236}">
                <a16:creationId xmlns:a16="http://schemas.microsoft.com/office/drawing/2014/main" id="{47FD66B8-93D1-4229-BFEF-05C38DA7B026}"/>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367" name="16-line-6">
            <a:extLst xmlns:a="http://schemas.openxmlformats.org/drawingml/2006/main">
              <a:ext uri="{FF2B5EF4-FFF2-40B4-BE49-F238E27FC236}">
                <a16:creationId xmlns:a16="http://schemas.microsoft.com/office/drawing/2014/main" id="{85B9CC41-C2AC-4130-942E-F1C89A19A561}"/>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8" name="16-line-8">
            <a:extLst xmlns:a="http://schemas.openxmlformats.org/drawingml/2006/main">
              <a:ext uri="{FF2B5EF4-FFF2-40B4-BE49-F238E27FC236}">
                <a16:creationId xmlns:a16="http://schemas.microsoft.com/office/drawing/2014/main" id="{308BA7AA-3784-4727-B876-055988E2B6F3}"/>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9" name="16-line-10">
            <a:extLst xmlns:a="http://schemas.openxmlformats.org/drawingml/2006/main">
              <a:ext uri="{FF2B5EF4-FFF2-40B4-BE49-F238E27FC236}">
                <a16:creationId xmlns:a16="http://schemas.microsoft.com/office/drawing/2014/main" id="{756512E0-C290-4CDF-AF1A-043AE1A4878F}"/>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0" name="16-text-11">
            <a:extLst xmlns:a="http://schemas.openxmlformats.org/drawingml/2006/main">
              <a:ext uri="{FF2B5EF4-FFF2-40B4-BE49-F238E27FC236}">
                <a16:creationId xmlns:a16="http://schemas.microsoft.com/office/drawing/2014/main" id="{8385D03C-09A5-47CB-9AE7-5FC6FCC4819A}"/>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371" name="16-text-12">
            <a:extLst xmlns:a="http://schemas.openxmlformats.org/drawingml/2006/main">
              <a:ext uri="{FF2B5EF4-FFF2-40B4-BE49-F238E27FC236}">
                <a16:creationId xmlns:a16="http://schemas.microsoft.com/office/drawing/2014/main" id="{A8BCACCF-F5B0-4518-98C9-4B989BAF7BC6}"/>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Martin Fowler, August 2025</a:t>
            </a:r>
          </a:p>
        </p:txBody>
      </p:sp>
      <p:sp>
        <p:nvSpPr>
          <p:cNvPr id="372" name="narrative-number">
            <a:extLst xmlns:a="http://schemas.openxmlformats.org/drawingml/2006/main">
              <a:ext uri="{FF2B5EF4-FFF2-40B4-BE49-F238E27FC236}">
                <a16:creationId xmlns:a16="http://schemas.microsoft.com/office/drawing/2014/main" id="{7332C7E1-5DB9-4231-B562-DC7278DCAFE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712641782"/>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3" name="!!area-name">
            <a:extLst xmlns:a="http://schemas.openxmlformats.org/drawingml/2006/main">
              <a:ext uri="{FF2B5EF4-FFF2-40B4-BE49-F238E27FC236}">
                <a16:creationId xmlns:a16="http://schemas.microsoft.com/office/drawing/2014/main" id="{EE0E2B01-7A80-465E-8967-29C7827C81E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82" name="mini-map"/>
          <p:cNvPicPr>
            <a:picLocks xmlns:a="http://schemas.openxmlformats.org/drawingml/2006/main" noChangeAspect="1"/>
          </p:cNvPicPr>
          <p:nvPr/>
        </p:nvPicPr>
        <p:blipFill>
          <a:blip xmlns:r="http://schemas.openxmlformats.org/officeDocument/2006/relationships" xmlns:a="http://schemas.openxmlformats.org/drawingml/2006/main" r:embed="R09540d1c771c473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5" name="header-divider">
            <a:extLst xmlns:a="http://schemas.openxmlformats.org/drawingml/2006/main">
              <a:ext uri="{FF2B5EF4-FFF2-40B4-BE49-F238E27FC236}">
                <a16:creationId xmlns:a16="http://schemas.microsoft.com/office/drawing/2014/main" id="{056274CB-F436-4770-AFAE-33CFCB9D6D9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6" name="16b-text-1">
            <a:extLst xmlns:a="http://schemas.openxmlformats.org/drawingml/2006/main">
              <a:ext uri="{FF2B5EF4-FFF2-40B4-BE49-F238E27FC236}">
                <a16:creationId xmlns:a16="http://schemas.microsoft.com/office/drawing/2014/main" id="{735F8F92-2A34-4752-90D8-874DEA1FF5A1}"/>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77" name="16b-text-2">
            <a:extLst xmlns:a="http://schemas.openxmlformats.org/drawingml/2006/main">
              <a:ext uri="{FF2B5EF4-FFF2-40B4-BE49-F238E27FC236}">
                <a16:creationId xmlns:a16="http://schemas.microsoft.com/office/drawing/2014/main" id="{A33191F8-F1DC-4453-A1BA-F050E48D03BE}"/>
              </a:ext>
            </a:extLst>
          </p:cNvPr>
          <p:cNvSpPr>
            <a:spLocks xmlns:a="http://schemas.openxmlformats.org/drawingml/2006/main"/>
          </p:cNvSpPr>
          <p:nvPr/>
        </p:nvSpPr>
        <p:spPr>
          <a:xfrm xmlns:a="http://schemas.openxmlformats.org/drawingml/2006/main">
            <a:off x="609600" y="243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Two complementary uses of checks. This talk's organizing model:</a:t>
            </a:r>
          </a:p>
        </p:txBody>
      </p:sp>
      <p:graphicFrame>
        <p:nvGraphicFramePr>
          <p:cNvPr id="386" name="16b-table-3"/>
          <p:cNvGraphicFramePr/>
          <p:nvPr/>
        </p:nvGraphicFramePr>
        <p:xfrm>
          <a:off xmlns:a="http://schemas.openxmlformats.org/drawingml/2006/main" x="609600" y="29210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Check an action before accepting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 behavior across</a:t>
                      </a:r>
                    </a:p>
                    <a:p>
                      <a:pPr>
                        <a:lnSpc>
                          <a:spcPct val="125000"/>
                        </a:lnSpc>
                        <a:buNone/>
                      </a:pPr>
                      <a:r>
                        <a:rPr sz="2000" b="0">
                          <a:solidFill>
                            <a:srgbClr val="FFFCF5"/>
                          </a:solidFill>
                          <a:latin typeface="Helvetica"/>
                          <a:ea typeface="Helvetica"/>
                          <a:cs typeface="Helvetica"/>
                        </a:rPr>
                        <a:t>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Rules, state checks, visual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Tasks, trials, graders, suites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79" name="16b-text-4">
            <a:extLst xmlns:a="http://schemas.openxmlformats.org/drawingml/2006/main">
              <a:ext uri="{FF2B5EF4-FFF2-40B4-BE49-F238E27FC236}">
                <a16:creationId xmlns:a16="http://schemas.microsoft.com/office/drawing/2014/main" id="{D5E97AEA-433C-437A-BD27-5BD2390B52B5}"/>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 model, with expert calibration · human</a:t>
            </a:r>
          </a:p>
        </p:txBody>
      </p:sp>
      <p:sp>
        <p:nvSpPr>
          <p:cNvPr id="380" name="narrative-number">
            <a:extLst xmlns:a="http://schemas.openxmlformats.org/drawingml/2006/main">
              <a:ext uri="{FF2B5EF4-FFF2-40B4-BE49-F238E27FC236}">
                <a16:creationId xmlns:a16="http://schemas.microsoft.com/office/drawing/2014/main" id="{F3381461-F060-4EBF-8A18-71A2108EA71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46692282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1" name="!!area-name">
            <a:extLst xmlns:a="http://schemas.openxmlformats.org/drawingml/2006/main">
              <a:ext uri="{FF2B5EF4-FFF2-40B4-BE49-F238E27FC236}">
                <a16:creationId xmlns:a16="http://schemas.microsoft.com/office/drawing/2014/main" id="{AEAB05B6-003A-4A43-B7D7-D24CE0ED31B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97" name="mini-map"/>
          <p:cNvPicPr>
            <a:picLocks xmlns:a="http://schemas.openxmlformats.org/drawingml/2006/main" noChangeAspect="1"/>
          </p:cNvPicPr>
          <p:nvPr/>
        </p:nvPicPr>
        <p:blipFill>
          <a:blip xmlns:r="http://schemas.openxmlformats.org/officeDocument/2006/relationships" xmlns:a="http://schemas.openxmlformats.org/drawingml/2006/main" r:embed="R50ce875e5fae4ef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3" name="header-divider">
            <a:extLst xmlns:a="http://schemas.openxmlformats.org/drawingml/2006/main">
              <a:ext uri="{FF2B5EF4-FFF2-40B4-BE49-F238E27FC236}">
                <a16:creationId xmlns:a16="http://schemas.microsoft.com/office/drawing/2014/main" id="{27CC48B0-4B29-44A6-8C42-412004BBB3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4" name="16b-text-1">
            <a:extLst xmlns:a="http://schemas.openxmlformats.org/drawingml/2006/main">
              <a:ext uri="{FF2B5EF4-FFF2-40B4-BE49-F238E27FC236}">
                <a16:creationId xmlns:a16="http://schemas.microsoft.com/office/drawing/2014/main" id="{518C1047-9E18-4348-A726-2F8206380E8F}"/>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85" name="16b-text-5">
            <a:extLst xmlns:a="http://schemas.openxmlformats.org/drawingml/2006/main">
              <a:ext uri="{FF2B5EF4-FFF2-40B4-BE49-F238E27FC236}">
                <a16:creationId xmlns:a16="http://schemas.microsoft.com/office/drawing/2014/main" id="{B9854BE1-39CA-4DAE-BF50-FD8673682AB9}"/>
              </a:ext>
            </a:extLst>
          </p:cNvPr>
          <p:cNvSpPr>
            <a:spLocks xmlns:a="http://schemas.openxmlformats.org/drawingml/2006/main"/>
          </p:cNvSpPr>
          <p:nvPr/>
        </p:nvSpPr>
        <p:spPr>
          <a:xfrm xmlns:a="http://schemas.openxmlformats.org/drawingml/2006/main">
            <a:off x="609600" y="24384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Check the result. Inspect the trace.</a:t>
            </a:r>
          </a:p>
        </p:txBody>
      </p:sp>
      <p:sp>
        <p:nvSpPr>
          <p:cNvPr id="386" name="16b-text-6">
            <a:extLst xmlns:a="http://schemas.openxmlformats.org/drawingml/2006/main">
              <a:ext uri="{FF2B5EF4-FFF2-40B4-BE49-F238E27FC236}">
                <a16:creationId xmlns:a16="http://schemas.microsoft.com/office/drawing/2014/main" id="{D985973B-3513-4598-9473-C60B7CD1AA34}"/>
              </a:ext>
            </a:extLst>
          </p:cNvPr>
          <p:cNvSpPr>
            <a:spLocks xmlns:a="http://schemas.openxmlformats.org/drawingml/2006/main"/>
          </p:cNvSpPr>
          <p:nvPr/>
        </p:nvSpPr>
        <p:spPr>
          <a:xfrm xmlns:a="http://schemas.openxmlformats.org/drawingml/2006/main">
            <a:off x="609600" y="3098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grader</a:t>
            </a:r>
          </a:p>
        </p:txBody>
      </p:sp>
      <p:sp>
        <p:nvSpPr>
          <p:cNvPr id="387" name="16b-text-7">
            <a:extLst xmlns:a="http://schemas.openxmlformats.org/drawingml/2006/main">
              <a:ext uri="{FF2B5EF4-FFF2-40B4-BE49-F238E27FC236}">
                <a16:creationId xmlns:a16="http://schemas.microsoft.com/office/drawing/2014/main" id="{A277CEC9-0670-4D1A-B4DF-27E4E69CED76}"/>
              </a:ext>
            </a:extLst>
          </p:cNvPr>
          <p:cNvSpPr>
            <a:spLocks xmlns:a="http://schemas.openxmlformats.org/drawingml/2006/main"/>
          </p:cNvSpPr>
          <p:nvPr/>
        </p:nvSpPr>
        <p:spPr>
          <a:xfrm xmlns:a="http://schemas.openxmlformats.org/drawingml/2006/main">
            <a:off x="609600" y="3530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a:t>
            </a:r>
          </a:p>
        </p:txBody>
      </p:sp>
      <p:sp>
        <p:nvSpPr>
          <p:cNvPr id="388" name="16b-text-8">
            <a:extLst xmlns:a="http://schemas.openxmlformats.org/drawingml/2006/main">
              <a:ext uri="{FF2B5EF4-FFF2-40B4-BE49-F238E27FC236}">
                <a16:creationId xmlns:a16="http://schemas.microsoft.com/office/drawing/2014/main" id="{23B33F9F-361F-4452-A6AA-9E167AC4FB52}"/>
              </a:ext>
            </a:extLst>
          </p:cNvPr>
          <p:cNvSpPr>
            <a:spLocks xmlns:a="http://schemas.openxmlformats.org/drawingml/2006/main"/>
          </p:cNvSpPr>
          <p:nvPr/>
        </p:nvSpPr>
        <p:spPr>
          <a:xfrm xmlns:a="http://schemas.openxmlformats.org/drawingml/2006/main">
            <a:off x="609600" y="3886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“Bearing wear is a possible cause.”</a:t>
            </a:r>
          </a:p>
        </p:txBody>
      </p:sp>
      <p:sp>
        <p:nvSpPr>
          <p:cNvPr id="389" name="16b-text-9">
            <a:extLst xmlns:a="http://schemas.openxmlformats.org/drawingml/2006/main">
              <a:ext uri="{FF2B5EF4-FFF2-40B4-BE49-F238E27FC236}">
                <a16:creationId xmlns:a16="http://schemas.microsoft.com/office/drawing/2014/main" id="{23B1F980-160E-4567-9CCE-48C9F8731908}"/>
              </a:ext>
            </a:extLst>
          </p:cNvPr>
          <p:cNvSpPr>
            <a:spLocks xmlns:a="http://schemas.openxmlformats.org/drawingml/2006/main"/>
          </p:cNvSpPr>
          <p:nvPr/>
        </p:nvSpPr>
        <p:spPr>
          <a:xfrm xmlns:a="http://schemas.openxmlformats.org/drawingml/2006/main">
            <a:off x="609600" y="4673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90" name="16b-text-10">
            <a:extLst xmlns:a="http://schemas.openxmlformats.org/drawingml/2006/main">
              <a:ext uri="{FF2B5EF4-FFF2-40B4-BE49-F238E27FC236}">
                <a16:creationId xmlns:a16="http://schemas.microsoft.com/office/drawing/2014/main" id="{484E521C-304E-41F9-8716-64974250A9F2}"/>
              </a:ext>
            </a:extLst>
          </p:cNvPr>
          <p:cNvSpPr>
            <a:spLocks xmlns:a="http://schemas.openxmlformats.org/drawingml/2006/main"/>
          </p:cNvSpPr>
          <p:nvPr/>
        </p:nvSpPr>
        <p:spPr>
          <a:xfrm xmlns:a="http://schemas.openxmlformats.org/drawingml/2006/main">
            <a:off x="609600" y="50292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91" name="16b-text-11">
            <a:extLst xmlns:a="http://schemas.openxmlformats.org/drawingml/2006/main">
              <a:ext uri="{FF2B5EF4-FFF2-40B4-BE49-F238E27FC236}">
                <a16:creationId xmlns:a16="http://schemas.microsoft.com/office/drawing/2014/main" id="{60E3566A-92DC-4ABA-9B61-F67C1A995D72}"/>
              </a:ext>
            </a:extLst>
          </p:cNvPr>
          <p:cNvSpPr>
            <a:spLocks xmlns:a="http://schemas.openxmlformats.org/drawingml/2006/main"/>
          </p:cNvSpPr>
          <p:nvPr/>
        </p:nvSpPr>
        <p:spPr>
          <a:xfrm xmlns:a="http://schemas.openxmlformats.org/drawingml/2006/main">
            <a:off x="6248400" y="3530600"/>
            <a:ext cx="5334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Observed answer</a:t>
            </a:r>
          </a:p>
        </p:txBody>
      </p:sp>
      <p:sp>
        <p:nvSpPr>
          <p:cNvPr id="392" name="16b-text-12">
            <a:extLst xmlns:a="http://schemas.openxmlformats.org/drawingml/2006/main">
              <a:ext uri="{FF2B5EF4-FFF2-40B4-BE49-F238E27FC236}">
                <a16:creationId xmlns:a16="http://schemas.microsoft.com/office/drawing/2014/main" id="{DBF8254B-DF65-4E89-9B3D-88024202B894}"/>
              </a:ext>
            </a:extLst>
          </p:cNvPr>
          <p:cNvSpPr>
            <a:spLocks xmlns:a="http://schemas.openxmlformats.org/drawingml/2006/main"/>
          </p:cNvSpPr>
          <p:nvPr/>
        </p:nvSpPr>
        <p:spPr>
          <a:xfrm xmlns:a="http://schemas.openxmlformats.org/drawingml/2006/main">
            <a:off x="6248400" y="3937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93" name="16b-text-13">
            <a:extLst xmlns:a="http://schemas.openxmlformats.org/drawingml/2006/main">
              <a:ext uri="{FF2B5EF4-FFF2-40B4-BE49-F238E27FC236}">
                <a16:creationId xmlns:a16="http://schemas.microsoft.com/office/drawing/2014/main" id="{8B1B3C68-973F-48A6-A8D9-049843B83B12}"/>
              </a:ext>
            </a:extLst>
          </p:cNvPr>
          <p:cNvSpPr>
            <a:spLocks xmlns:a="http://schemas.openxmlformats.org/drawingml/2006/main"/>
          </p:cNvSpPr>
          <p:nvPr/>
        </p:nvSpPr>
        <p:spPr>
          <a:xfrm xmlns:a="http://schemas.openxmlformats.org/drawingml/2006/main">
            <a:off x="6248400" y="48768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 hypothesis reported</a:t>
            </a:r>
          </a:p>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as a finding.</a:t>
            </a:r>
          </a:p>
        </p:txBody>
      </p:sp>
      <p:sp>
        <p:nvSpPr>
          <p:cNvPr id="394" name="16b-text-14">
            <a:extLst xmlns:a="http://schemas.openxmlformats.org/drawingml/2006/main">
              <a:ext uri="{FF2B5EF4-FFF2-40B4-BE49-F238E27FC236}">
                <a16:creationId xmlns:a16="http://schemas.microsoft.com/office/drawing/2014/main" id="{BD4EE731-D1D0-42CC-8E75-11BEB4FE4CC0}"/>
              </a:ext>
            </a:extLst>
          </p:cNvPr>
          <p:cNvSpPr>
            <a:spLocks xmlns:a="http://schemas.openxmlformats.org/drawingml/2006/main"/>
          </p:cNvSpPr>
          <p:nvPr/>
        </p:nvSpPr>
        <p:spPr>
          <a:xfrm xmlns:a="http://schemas.openxmlformats.org/drawingml/2006/main">
            <a:off x="62484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before assigning a cause.</a:t>
            </a:r>
          </a:p>
        </p:txBody>
      </p:sp>
      <p:sp>
        <p:nvSpPr>
          <p:cNvPr id="395" name="narrative-number">
            <a:extLst xmlns:a="http://schemas.openxmlformats.org/drawingml/2006/main">
              <a:ext uri="{FF2B5EF4-FFF2-40B4-BE49-F238E27FC236}">
                <a16:creationId xmlns:a16="http://schemas.microsoft.com/office/drawing/2014/main" id="{AD34F07F-AC17-4D08-8EDA-758FFA105EE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34180678"/>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6" name="!!area-name">
            <a:extLst xmlns:a="http://schemas.openxmlformats.org/drawingml/2006/main">
              <a:ext uri="{FF2B5EF4-FFF2-40B4-BE49-F238E27FC236}">
                <a16:creationId xmlns:a16="http://schemas.microsoft.com/office/drawing/2014/main" id="{9FD7C12D-4764-4451-962C-DAE444EF9C3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07" name="mini-map"/>
          <p:cNvPicPr>
            <a:picLocks xmlns:a="http://schemas.openxmlformats.org/drawingml/2006/main" noChangeAspect="1"/>
          </p:cNvPicPr>
          <p:nvPr/>
        </p:nvPicPr>
        <p:blipFill>
          <a:blip xmlns:r="http://schemas.openxmlformats.org/officeDocument/2006/relationships" xmlns:a="http://schemas.openxmlformats.org/drawingml/2006/main" r:embed="R00209c283823463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8" name="header-divider">
            <a:extLst xmlns:a="http://schemas.openxmlformats.org/drawingml/2006/main">
              <a:ext uri="{FF2B5EF4-FFF2-40B4-BE49-F238E27FC236}">
                <a16:creationId xmlns:a16="http://schemas.microsoft.com/office/drawing/2014/main" id="{D834A699-9387-4E87-8A28-BCCDB631B71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9" name="16b-text-1">
            <a:extLst xmlns:a="http://schemas.openxmlformats.org/drawingml/2006/main">
              <a:ext uri="{FF2B5EF4-FFF2-40B4-BE49-F238E27FC236}">
                <a16:creationId xmlns:a16="http://schemas.microsoft.com/office/drawing/2014/main" id="{AFA62F29-C8B7-4187-9E09-9D70BCE255CE}"/>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00" name="16b-text-15">
            <a:extLst xmlns:a="http://schemas.openxmlformats.org/drawingml/2006/main">
              <a:ext uri="{FF2B5EF4-FFF2-40B4-BE49-F238E27FC236}">
                <a16:creationId xmlns:a16="http://schemas.microsoft.com/office/drawing/2014/main" id="{A211551F-F1AC-45F4-B898-D5E847A05EEC}"/>
              </a:ext>
            </a:extLst>
          </p:cNvPr>
          <p:cNvSpPr>
            <a:spLocks xmlns:a="http://schemas.openxmlformats.org/drawingml/2006/main"/>
          </p:cNvSpPr>
          <p:nvPr/>
        </p:nvSpPr>
        <p:spPr>
          <a:xfrm xmlns:a="http://schemas.openxmlformats.org/drawingml/2006/main">
            <a:off x="609600" y="2438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401" name="16b-text-16">
            <a:extLst xmlns:a="http://schemas.openxmlformats.org/drawingml/2006/main">
              <a:ext uri="{FF2B5EF4-FFF2-40B4-BE49-F238E27FC236}">
                <a16:creationId xmlns:a16="http://schemas.microsoft.com/office/drawing/2014/main" id="{2FD6A61C-C1C7-4B04-BD7A-16302A2EE1FD}"/>
              </a:ext>
            </a:extLst>
          </p:cNvPr>
          <p:cNvSpPr>
            <a:spLocks xmlns:a="http://schemas.openxmlformats.org/drawingml/2006/main"/>
          </p:cNvSpPr>
          <p:nvPr/>
        </p:nvSpPr>
        <p:spPr>
          <a:xfrm xmlns:a="http://schemas.openxmlformats.org/drawingml/2006/main">
            <a:off x="4064000" y="2565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402" name="16b-text-17">
            <a:extLst xmlns:a="http://schemas.openxmlformats.org/drawingml/2006/main">
              <a:ext uri="{FF2B5EF4-FFF2-40B4-BE49-F238E27FC236}">
                <a16:creationId xmlns:a16="http://schemas.microsoft.com/office/drawing/2014/main" id="{B6CDD8D5-2C91-4BC8-884B-7D8922BA5964}"/>
              </a:ext>
            </a:extLst>
          </p:cNvPr>
          <p:cNvSpPr>
            <a:spLocks xmlns:a="http://schemas.openxmlformats.org/drawingml/2006/main"/>
          </p:cNvSpPr>
          <p:nvPr/>
        </p:nvSpPr>
        <p:spPr>
          <a:xfrm xmlns:a="http://schemas.openxmlformats.org/drawingml/2006/main">
            <a:off x="609600" y="3835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403" name="16b-text-18">
            <a:extLst xmlns:a="http://schemas.openxmlformats.org/drawingml/2006/main">
              <a:ext uri="{FF2B5EF4-FFF2-40B4-BE49-F238E27FC236}">
                <a16:creationId xmlns:a16="http://schemas.microsoft.com/office/drawing/2014/main" id="{D3A2B465-4F72-4CF1-A3C3-0F7157D30B0B}"/>
              </a:ext>
            </a:extLst>
          </p:cNvPr>
          <p:cNvSpPr>
            <a:spLocks xmlns:a="http://schemas.openxmlformats.org/drawingml/2006/main"/>
          </p:cNvSpPr>
          <p:nvPr/>
        </p:nvSpPr>
        <p:spPr>
          <a:xfrm xmlns:a="http://schemas.openxmlformats.org/drawingml/2006/main">
            <a:off x="4064000" y="3962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404" name="16b-text-19">
            <a:extLst xmlns:a="http://schemas.openxmlformats.org/drawingml/2006/main">
              <a:ext uri="{FF2B5EF4-FFF2-40B4-BE49-F238E27FC236}">
                <a16:creationId xmlns:a16="http://schemas.microsoft.com/office/drawing/2014/main" id="{5A23714C-D0C6-407F-87A3-24E262AD4FE8}"/>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405" name="narrative-number">
            <a:extLst xmlns:a="http://schemas.openxmlformats.org/drawingml/2006/main">
              <a:ext uri="{FF2B5EF4-FFF2-40B4-BE49-F238E27FC236}">
                <a16:creationId xmlns:a16="http://schemas.microsoft.com/office/drawing/2014/main" id="{F05FD3CF-D0A6-4B87-8EBE-F7C7EEF2C83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101084970"/>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6" name="!!area-name">
            <a:extLst xmlns:a="http://schemas.openxmlformats.org/drawingml/2006/main">
              <a:ext uri="{FF2B5EF4-FFF2-40B4-BE49-F238E27FC236}">
                <a16:creationId xmlns:a16="http://schemas.microsoft.com/office/drawing/2014/main" id="{02F87606-69A7-4693-B31F-293DAB229DB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15" name="mini-map"/>
          <p:cNvPicPr>
            <a:picLocks xmlns:a="http://schemas.openxmlformats.org/drawingml/2006/main" noChangeAspect="1"/>
          </p:cNvPicPr>
          <p:nvPr/>
        </p:nvPicPr>
        <p:blipFill>
          <a:blip xmlns:r="http://schemas.openxmlformats.org/officeDocument/2006/relationships" xmlns:a="http://schemas.openxmlformats.org/drawingml/2006/main" r:embed="R6e7ed1a0348c4c9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8" name="header-divider">
            <a:extLst xmlns:a="http://schemas.openxmlformats.org/drawingml/2006/main">
              <a:ext uri="{FF2B5EF4-FFF2-40B4-BE49-F238E27FC236}">
                <a16:creationId xmlns:a16="http://schemas.microsoft.com/office/drawing/2014/main" id="{3FD6341B-4F15-4220-A0CB-4EC4C78E7E7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9" name="16b-text-1">
            <a:extLst xmlns:a="http://schemas.openxmlformats.org/drawingml/2006/main">
              <a:ext uri="{FF2B5EF4-FFF2-40B4-BE49-F238E27FC236}">
                <a16:creationId xmlns:a16="http://schemas.microsoft.com/office/drawing/2014/main" id="{A4AA2EB9-B4C1-463D-9C68-6B703FE3A745}"/>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10" name="16b-text-20">
            <a:extLst xmlns:a="http://schemas.openxmlformats.org/drawingml/2006/main">
              <a:ext uri="{FF2B5EF4-FFF2-40B4-BE49-F238E27FC236}">
                <a16:creationId xmlns:a16="http://schemas.microsoft.com/office/drawing/2014/main" id="{D8422BCE-B82E-4412-BFB2-B6E65FF96640}"/>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411" name="16b-text-21">
            <a:extLst xmlns:a="http://schemas.openxmlformats.org/drawingml/2006/main">
              <a:ext uri="{FF2B5EF4-FFF2-40B4-BE49-F238E27FC236}">
                <a16:creationId xmlns:a16="http://schemas.microsoft.com/office/drawing/2014/main" id="{A2E17151-607E-4D3E-AD6A-404CA1FB6CB8}"/>
              </a:ext>
            </a:extLst>
          </p:cNvPr>
          <p:cNvSpPr>
            <a:spLocks xmlns:a="http://schemas.openxmlformats.org/drawingml/2006/main"/>
          </p:cNvSpPr>
          <p:nvPr/>
        </p:nvSpPr>
        <p:spPr>
          <a:xfrm xmlns:a="http://schemas.openxmlformats.org/drawingml/2006/main">
            <a:off x="609600" y="3683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Read failures and refine the criteria.</a:t>
            </a:r>
          </a:p>
        </p:txBody>
      </p:sp>
      <p:sp>
        <p:nvSpPr>
          <p:cNvPr id="412" name="16b-text-22">
            <a:extLst xmlns:a="http://schemas.openxmlformats.org/drawingml/2006/main">
              <a:ext uri="{FF2B5EF4-FFF2-40B4-BE49-F238E27FC236}">
                <a16:creationId xmlns:a16="http://schemas.microsoft.com/office/drawing/2014/main" id="{3856E32D-743E-49D4-8DF0-8B2653E0DE03}"/>
              </a:ext>
            </a:extLst>
          </p:cNvPr>
          <p:cNvSpPr>
            <a:spLocks xmlns:a="http://schemas.openxmlformats.org/drawingml/2006/main"/>
          </p:cNvSpPr>
          <p:nvPr/>
        </p:nvSpPr>
        <p:spPr>
          <a:xfrm xmlns:a="http://schemas.openxmlformats.org/drawingml/2006/main">
            <a:off x="609600" y="4927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Review grader disagreements.</a:t>
            </a:r>
          </a:p>
        </p:txBody>
      </p:sp>
      <p:sp>
        <p:nvSpPr>
          <p:cNvPr id="413" name="narrative-number">
            <a:extLst xmlns:a="http://schemas.openxmlformats.org/drawingml/2006/main">
              <a:ext uri="{FF2B5EF4-FFF2-40B4-BE49-F238E27FC236}">
                <a16:creationId xmlns:a16="http://schemas.microsoft.com/office/drawing/2014/main" id="{51A79545-6C28-49BB-BE8A-1AAB24F5CEA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108088375"/>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4" name="!!area-name">
            <a:extLst xmlns:a="http://schemas.openxmlformats.org/drawingml/2006/main">
              <a:ext uri="{FF2B5EF4-FFF2-40B4-BE49-F238E27FC236}">
                <a16:creationId xmlns:a16="http://schemas.microsoft.com/office/drawing/2014/main" id="{9164DDDC-AC78-40F8-B163-F61B5A6BB2E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22" name="mini-map"/>
          <p:cNvPicPr>
            <a:picLocks xmlns:a="http://schemas.openxmlformats.org/drawingml/2006/main" noChangeAspect="1"/>
          </p:cNvPicPr>
          <p:nvPr/>
        </p:nvPicPr>
        <p:blipFill>
          <a:blip xmlns:r="http://schemas.openxmlformats.org/officeDocument/2006/relationships" xmlns:a="http://schemas.openxmlformats.org/drawingml/2006/main" r:embed="Rfef7a1fe32d8435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6" name="slide-title">
            <a:extLst xmlns:a="http://schemas.openxmlformats.org/drawingml/2006/main">
              <a:ext uri="{FF2B5EF4-FFF2-40B4-BE49-F238E27FC236}">
                <a16:creationId xmlns:a16="http://schemas.microsoft.com/office/drawing/2014/main" id="{2D902521-C74D-43BE-9946-B8351175739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17" name="header-divider">
            <a:extLst xmlns:a="http://schemas.openxmlformats.org/drawingml/2006/main">
              <a:ext uri="{FF2B5EF4-FFF2-40B4-BE49-F238E27FC236}">
                <a16:creationId xmlns:a16="http://schemas.microsoft.com/office/drawing/2014/main" id="{AD5EDBEB-2DE5-4314-946B-BE535B76FFC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8" name="17-text-1">
            <a:extLst xmlns:a="http://schemas.openxmlformats.org/drawingml/2006/main">
              <a:ext uri="{FF2B5EF4-FFF2-40B4-BE49-F238E27FC236}">
                <a16:creationId xmlns:a16="http://schemas.microsoft.com/office/drawing/2014/main" id="{C0E2374F-F53D-4AB2-BBD9-EE4BADD3163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checks</a:t>
            </a:r>
          </a:p>
        </p:txBody>
      </p:sp>
      <p:graphicFrame>
        <p:nvGraphicFramePr>
          <p:cNvPr id="426" name="17-table-2"/>
          <p:cNvGraphicFramePr/>
          <p:nvPr/>
        </p:nvGraphicFramePr>
        <p:xfrm>
          <a:off xmlns:a="http://schemas.openxmlformats.org/drawingml/2006/main" x="609600" y="29210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Direct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Expert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IDs and revisions match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Faithfulness to the evidence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Permissions and locations valid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Useful synthesis across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Exports match selected content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Warranted uncertainty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Citation exists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Citation supports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20" name="narrative-number">
            <a:extLst xmlns:a="http://schemas.openxmlformats.org/drawingml/2006/main">
              <a:ext uri="{FF2B5EF4-FFF2-40B4-BE49-F238E27FC236}">
                <a16:creationId xmlns:a16="http://schemas.microsoft.com/office/drawing/2014/main" id="{3024BB7B-69D4-42BB-9487-5CD32F205C1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42999401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1" name="!!area-name">
            <a:extLst xmlns:a="http://schemas.openxmlformats.org/drawingml/2006/main">
              <a:ext uri="{FF2B5EF4-FFF2-40B4-BE49-F238E27FC236}">
                <a16:creationId xmlns:a16="http://schemas.microsoft.com/office/drawing/2014/main" id="{49EEE22D-F7F7-493B-B192-6BA582C3900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42" name="mini-map"/>
          <p:cNvPicPr>
            <a:picLocks xmlns:a="http://schemas.openxmlformats.org/drawingml/2006/main" noChangeAspect="1"/>
          </p:cNvPicPr>
          <p:nvPr/>
        </p:nvPicPr>
        <p:blipFill>
          <a:blip xmlns:r="http://schemas.openxmlformats.org/officeDocument/2006/relationships" xmlns:a="http://schemas.openxmlformats.org/drawingml/2006/main" r:embed="R96d0befe3b7a408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3" name="slide-title">
            <a:extLst xmlns:a="http://schemas.openxmlformats.org/drawingml/2006/main">
              <a:ext uri="{FF2B5EF4-FFF2-40B4-BE49-F238E27FC236}">
                <a16:creationId xmlns:a16="http://schemas.microsoft.com/office/drawing/2014/main" id="{4A465593-ED6E-4450-986C-2186928C0D9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24" name="header-divider">
            <a:extLst xmlns:a="http://schemas.openxmlformats.org/drawingml/2006/main">
              <a:ext uri="{FF2B5EF4-FFF2-40B4-BE49-F238E27FC236}">
                <a16:creationId xmlns:a16="http://schemas.microsoft.com/office/drawing/2014/main" id="{D86295CF-7BCD-4C7F-B144-C106E1702DB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5" name="17-text-3">
            <a:extLst xmlns:a="http://schemas.openxmlformats.org/drawingml/2006/main">
              <a:ext uri="{FF2B5EF4-FFF2-40B4-BE49-F238E27FC236}">
                <a16:creationId xmlns:a16="http://schemas.microsoft.com/office/drawing/2014/main" id="{99097EFD-076B-4E63-92FA-44279E13112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failure</a:t>
            </a:r>
          </a:p>
        </p:txBody>
      </p:sp>
      <p:sp>
        <p:nvSpPr>
          <p:cNvPr id="426" name="17-text-4">
            <a:extLst xmlns:a="http://schemas.openxmlformats.org/drawingml/2006/main">
              <a:ext uri="{FF2B5EF4-FFF2-40B4-BE49-F238E27FC236}">
                <a16:creationId xmlns:a16="http://schemas.microsoft.com/office/drawing/2014/main" id="{EDB2B370-74BD-45FF-B1B8-03ABD0D0EE20}"/>
              </a:ext>
            </a:extLst>
          </p:cNvPr>
          <p:cNvSpPr>
            <a:spLocks xmlns:a="http://schemas.openxmlformats.org/drawingml/2006/main"/>
          </p:cNvSpPr>
          <p:nvPr/>
        </p:nvSpPr>
        <p:spPr>
          <a:xfrm xmlns:a="http://schemas.openxmlformats.org/drawingml/2006/main">
            <a:off x="609600" y="28448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27" name="17-text-5">
            <a:extLst xmlns:a="http://schemas.openxmlformats.org/drawingml/2006/main">
              <a:ext uri="{FF2B5EF4-FFF2-40B4-BE49-F238E27FC236}">
                <a16:creationId xmlns:a16="http://schemas.microsoft.com/office/drawing/2014/main" id="{73DB74FD-951E-42FA-885C-6C8697D14FC7}"/>
              </a:ext>
            </a:extLst>
          </p:cNvPr>
          <p:cNvSpPr>
            <a:spLocks xmlns:a="http://schemas.openxmlformats.org/drawingml/2006/main"/>
          </p:cNvSpPr>
          <p:nvPr/>
        </p:nvSpPr>
        <p:spPr>
          <a:xfrm xmlns:a="http://schemas.openxmlformats.org/drawingml/2006/main">
            <a:off x="1219200" y="28448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Inspect the failure and trace.</a:t>
            </a:r>
          </a:p>
        </p:txBody>
      </p:sp>
      <p:sp>
        <p:nvSpPr>
          <p:cNvPr id="428" name="17-text-6">
            <a:extLst xmlns:a="http://schemas.openxmlformats.org/drawingml/2006/main">
              <a:ext uri="{FF2B5EF4-FFF2-40B4-BE49-F238E27FC236}">
                <a16:creationId xmlns:a16="http://schemas.microsoft.com/office/drawing/2014/main" id="{E5E2E081-E21B-457C-A770-3443582ECFC9}"/>
              </a:ext>
            </a:extLst>
          </p:cNvPr>
          <p:cNvSpPr>
            <a:spLocks xmlns:a="http://schemas.openxmlformats.org/drawingml/2006/main"/>
          </p:cNvSpPr>
          <p:nvPr/>
        </p:nvSpPr>
        <p:spPr>
          <a:xfrm xmlns:a="http://schemas.openxmlformats.org/drawingml/2006/main">
            <a:off x="1219200" y="32258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Find the responsible component.</a:t>
            </a:r>
          </a:p>
        </p:txBody>
      </p:sp>
      <p:sp>
        <p:nvSpPr>
          <p:cNvPr id="429" name="17-text-7">
            <a:extLst xmlns:a="http://schemas.openxmlformats.org/drawingml/2006/main">
              <a:ext uri="{FF2B5EF4-FFF2-40B4-BE49-F238E27FC236}">
                <a16:creationId xmlns:a16="http://schemas.microsoft.com/office/drawing/2014/main" id="{0E75A262-76E9-4171-8AFB-F39F9ABF3D6A}"/>
              </a:ext>
            </a:extLst>
          </p:cNvPr>
          <p:cNvSpPr>
            <a:spLocks xmlns:a="http://schemas.openxmlformats.org/drawingml/2006/main"/>
          </p:cNvSpPr>
          <p:nvPr/>
        </p:nvSpPr>
        <p:spPr>
          <a:xfrm xmlns:a="http://schemas.openxmlformats.org/drawingml/2006/main">
            <a:off x="609600" y="38100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30" name="17-text-8">
            <a:extLst xmlns:a="http://schemas.openxmlformats.org/drawingml/2006/main">
              <a:ext uri="{FF2B5EF4-FFF2-40B4-BE49-F238E27FC236}">
                <a16:creationId xmlns:a16="http://schemas.microsoft.com/office/drawing/2014/main" id="{3063883A-2F7B-4D30-B458-4DE732C2374B}"/>
              </a:ext>
            </a:extLst>
          </p:cNvPr>
          <p:cNvSpPr>
            <a:spLocks xmlns:a="http://schemas.openxmlformats.org/drawingml/2006/main"/>
          </p:cNvSpPr>
          <p:nvPr/>
        </p:nvSpPr>
        <p:spPr>
          <a:xfrm xmlns:a="http://schemas.openxmlformats.org/drawingml/2006/main">
            <a:off x="1219200" y="38100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 that component.</a:t>
            </a:r>
          </a:p>
        </p:txBody>
      </p:sp>
      <p:sp>
        <p:nvSpPr>
          <p:cNvPr id="431" name="17-text-9">
            <a:extLst xmlns:a="http://schemas.openxmlformats.org/drawingml/2006/main">
              <a:ext uri="{FF2B5EF4-FFF2-40B4-BE49-F238E27FC236}">
                <a16:creationId xmlns:a16="http://schemas.microsoft.com/office/drawing/2014/main" id="{59733558-7B79-410E-B709-5CB8D55EF4DF}"/>
              </a:ext>
            </a:extLst>
          </p:cNvPr>
          <p:cNvSpPr>
            <a:spLocks xmlns:a="http://schemas.openxmlformats.org/drawingml/2006/main"/>
          </p:cNvSpPr>
          <p:nvPr/>
        </p:nvSpPr>
        <p:spPr>
          <a:xfrm xmlns:a="http://schemas.openxmlformats.org/drawingml/2006/main">
            <a:off x="1219200" y="41910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Rerun the suite with repeated trials.</a:t>
            </a:r>
          </a:p>
        </p:txBody>
      </p:sp>
      <p:sp>
        <p:nvSpPr>
          <p:cNvPr id="432" name="17-text-10">
            <a:extLst xmlns:a="http://schemas.openxmlformats.org/drawingml/2006/main">
              <a:ext uri="{FF2B5EF4-FFF2-40B4-BE49-F238E27FC236}">
                <a16:creationId xmlns:a16="http://schemas.microsoft.com/office/drawing/2014/main" id="{DE1B9DD1-3EEC-4270-BDB2-33820DA4ED6F}"/>
              </a:ext>
            </a:extLst>
          </p:cNvPr>
          <p:cNvSpPr>
            <a:spLocks xmlns:a="http://schemas.openxmlformats.org/drawingml/2006/main"/>
          </p:cNvSpPr>
          <p:nvPr/>
        </p:nvSpPr>
        <p:spPr>
          <a:xfrm xmlns:a="http://schemas.openxmlformats.org/drawingml/2006/main">
            <a:off x="609600" y="47752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33" name="17-text-11">
            <a:extLst xmlns:a="http://schemas.openxmlformats.org/drawingml/2006/main">
              <a:ext uri="{FF2B5EF4-FFF2-40B4-BE49-F238E27FC236}">
                <a16:creationId xmlns:a16="http://schemas.microsoft.com/office/drawing/2014/main" id="{5F856B97-17F8-48F9-9218-C5950A954190}"/>
              </a:ext>
            </a:extLst>
          </p:cNvPr>
          <p:cNvSpPr>
            <a:spLocks xmlns:a="http://schemas.openxmlformats.org/drawingml/2006/main"/>
          </p:cNvSpPr>
          <p:nvPr/>
        </p:nvSpPr>
        <p:spPr>
          <a:xfrm xmlns:a="http://schemas.openxmlformats.org/drawingml/2006/main">
            <a:off x="1219200" y="47752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Monitor production samples.</a:t>
            </a:r>
          </a:p>
        </p:txBody>
      </p:sp>
      <p:sp>
        <p:nvSpPr>
          <p:cNvPr id="434" name="17-text-12">
            <a:extLst xmlns:a="http://schemas.openxmlformats.org/drawingml/2006/main">
              <a:ext uri="{FF2B5EF4-FFF2-40B4-BE49-F238E27FC236}">
                <a16:creationId xmlns:a16="http://schemas.microsoft.com/office/drawing/2014/main" id="{7A9950E5-3BD7-4AFC-A875-B77FA76D3679}"/>
              </a:ext>
            </a:extLst>
          </p:cNvPr>
          <p:cNvSpPr>
            <a:spLocks xmlns:a="http://schemas.openxmlformats.org/drawingml/2006/main"/>
          </p:cNvSpPr>
          <p:nvPr/>
        </p:nvSpPr>
        <p:spPr>
          <a:xfrm xmlns:a="http://schemas.openxmlformats.org/drawingml/2006/main">
            <a:off x="1219200" y="51562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new failures to regression cases.</a:t>
            </a:r>
          </a:p>
        </p:txBody>
      </p:sp>
      <p:sp>
        <p:nvSpPr>
          <p:cNvPr id="435" name="17-text-13">
            <a:extLst xmlns:a="http://schemas.openxmlformats.org/drawingml/2006/main">
              <a:ext uri="{FF2B5EF4-FFF2-40B4-BE49-F238E27FC236}">
                <a16:creationId xmlns:a16="http://schemas.microsoft.com/office/drawing/2014/main" id="{80FE2FBD-4FDF-4CCA-AC1C-D2BC95646AFA}"/>
              </a:ext>
            </a:extLst>
          </p:cNvPr>
          <p:cNvSpPr>
            <a:spLocks xmlns:a="http://schemas.openxmlformats.org/drawingml/2006/main"/>
          </p:cNvSpPr>
          <p:nvPr/>
        </p:nvSpPr>
        <p:spPr>
          <a:xfrm xmlns:a="http://schemas.openxmlformats.org/drawingml/2006/main">
            <a:off x="609600" y="56134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eval suite gives evidence for a migration decision.</a:t>
            </a:r>
          </a:p>
        </p:txBody>
      </p:sp>
      <p:sp>
        <p:nvSpPr>
          <p:cNvPr id="436" name="17-shape-14">
            <a:extLst xmlns:a="http://schemas.openxmlformats.org/drawingml/2006/main">
              <a:ext uri="{FF2B5EF4-FFF2-40B4-BE49-F238E27FC236}">
                <a16:creationId xmlns:a16="http://schemas.microsoft.com/office/drawing/2014/main" id="{AE1A5B8D-F94C-4C35-8172-00A2BFF0A7F5}"/>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7" name="17-shape-15">
            <a:extLst xmlns:a="http://schemas.openxmlformats.org/drawingml/2006/main">
              <a:ext uri="{FF2B5EF4-FFF2-40B4-BE49-F238E27FC236}">
                <a16:creationId xmlns:a16="http://schemas.microsoft.com/office/drawing/2014/main" id="{066D7CA6-72C2-428C-B259-AC6F93FD0450}"/>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38" name="17-text-16">
            <a:extLst xmlns:a="http://schemas.openxmlformats.org/drawingml/2006/main">
              <a:ext uri="{FF2B5EF4-FFF2-40B4-BE49-F238E27FC236}">
                <a16:creationId xmlns:a16="http://schemas.microsoft.com/office/drawing/2014/main" id="{F8D0B0A4-55D0-43F8-A5D7-9794685AB9E4}"/>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39" name="17-text-17">
            <a:extLst xmlns:a="http://schemas.openxmlformats.org/drawingml/2006/main">
              <a:ext uri="{FF2B5EF4-FFF2-40B4-BE49-F238E27FC236}">
                <a16:creationId xmlns:a16="http://schemas.microsoft.com/office/drawing/2014/main" id="{54BB1193-CE1A-43C0-878B-6C784383698C}"/>
              </a:ext>
            </a:extLst>
          </p:cNvPr>
          <p:cNvSpPr>
            <a:spLocks xmlns:a="http://schemas.openxmlformats.org/drawingml/2006/main"/>
          </p:cNvSpPr>
          <p:nvPr/>
        </p:nvSpPr>
        <p:spPr>
          <a:xfrm xmlns:a="http://schemas.openxmlformats.org/drawingml/2006/main">
            <a:off x="2489200" y="6096000"/>
            <a:ext cx="90932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40" name="narrative-number">
            <a:extLst xmlns:a="http://schemas.openxmlformats.org/drawingml/2006/main">
              <a:ext uri="{FF2B5EF4-FFF2-40B4-BE49-F238E27FC236}">
                <a16:creationId xmlns:a16="http://schemas.microsoft.com/office/drawing/2014/main" id="{19BD8F75-A6B1-4DFD-B17E-99EFB994E53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45773646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36"/>
                                        </p:tgtEl>
                                        <p:attrNameLst>
                                          <p:attrName>style.visibility</p:attrName>
                                        </p:attrNameLst>
                                      </p:cBhvr>
                                      <p:to>
                                        <p:strVal val="visible"/>
                                      </p:to>
                                    </p:set>
                                    <p:animEffect transition="in" filter="fade">
                                      <p:cBhvr>
                                        <p:cTn id="11" dur="300" fill="hold"/>
                                        <p:tgtEl>
                                          <p:spTgt spid="436"/>
                                        </p:tgtEl>
                                      </p:cBhvr>
                                    </p:animEffect>
                                  </p:childTnLst>
                                </p:cTn>
                              </p:par>
                              <p:par>
                                <p:cTn id="12" presetID="10" presetClass="entr" presetSubtype="0" fill="hold" nodeType="withEffect">
                                  <p:stCondLst>
                                    <p:cond delay="0"/>
                                  </p:stCondLst>
                                  <p:childTnLst>
                                    <p:set>
                                      <p:cBhvr>
                                        <p:cTn id="13" dur="1" fill="hold">
                                          <p:stCondLst>
                                            <p:cond delay="0"/>
                                          </p:stCondLst>
                                        </p:cTn>
                                        <p:tgtEl>
                                          <p:spTgt spid="437"/>
                                        </p:tgtEl>
                                        <p:attrNameLst>
                                          <p:attrName>style.visibility</p:attrName>
                                        </p:attrNameLst>
                                      </p:cBhvr>
                                      <p:to>
                                        <p:strVal val="visible"/>
                                      </p:to>
                                    </p:set>
                                    <p:animEffect transition="in" filter="fade">
                                      <p:cBhvr>
                                        <p:cTn id="14" dur="300" fill="hold"/>
                                        <p:tgtEl>
                                          <p:spTgt spid="437"/>
                                        </p:tgtEl>
                                      </p:cBhvr>
                                    </p:animEffect>
                                  </p:childTnLst>
                                </p:cTn>
                              </p:par>
                              <p:par>
                                <p:cTn id="15" presetID="10" presetClass="entr" presetSubtype="0" fill="hold" nodeType="withEffect">
                                  <p:stCondLst>
                                    <p:cond delay="0"/>
                                  </p:stCondLst>
                                  <p:childTnLst>
                                    <p:set>
                                      <p:cBhvr>
                                        <p:cTn id="16" dur="1" fill="hold">
                                          <p:stCondLst>
                                            <p:cond delay="0"/>
                                          </p:stCondLst>
                                        </p:cTn>
                                        <p:tgtEl>
                                          <p:spTgt spid="438"/>
                                        </p:tgtEl>
                                        <p:attrNameLst>
                                          <p:attrName>style.visibility</p:attrName>
                                        </p:attrNameLst>
                                      </p:cBhvr>
                                      <p:to>
                                        <p:strVal val="visible"/>
                                      </p:to>
                                    </p:set>
                                    <p:animEffect transition="in" filter="fade">
                                      <p:cBhvr>
                                        <p:cTn id="17" dur="300" fill="hold"/>
                                        <p:tgtEl>
                                          <p:spTgt spid="438"/>
                                        </p:tgtEl>
                                      </p:cBhvr>
                                    </p:animEffect>
                                  </p:childTnLst>
                                </p:cTn>
                              </p:par>
                              <p:par>
                                <p:cTn id="18" presetID="10" presetClass="entr" presetSubtype="0" fill="hold" nodeType="withEffect">
                                  <p:stCondLst>
                                    <p:cond delay="0"/>
                                  </p:stCondLst>
                                  <p:childTnLst>
                                    <p:set>
                                      <p:cBhvr>
                                        <p:cTn id="19" dur="1" fill="hold">
                                          <p:stCondLst>
                                            <p:cond delay="0"/>
                                          </p:stCondLst>
                                        </p:cTn>
                                        <p:tgtEl>
                                          <p:spTgt spid="439"/>
                                        </p:tgtEl>
                                        <p:attrNameLst>
                                          <p:attrName>style.visibility</p:attrName>
                                        </p:attrNameLst>
                                      </p:cBhvr>
                                      <p:to>
                                        <p:strVal val="visible"/>
                                      </p:to>
                                    </p:set>
                                    <p:animEffect transition="in" filter="fade">
                                      <p:cBhvr>
                                        <p:cTn id="20" dur="300" fill="hold"/>
                                        <p:tgtEl>
                                          <p:spTgt spid="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1" name="!!area-header">
            <a:extLst xmlns:a="http://schemas.openxmlformats.org/drawingml/2006/main">
              <a:ext uri="{FF2B5EF4-FFF2-40B4-BE49-F238E27FC236}">
                <a16:creationId xmlns:a16="http://schemas.microsoft.com/office/drawing/2014/main" id="{FD91E849-6125-4B05-874E-6A487A0E0950}"/>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42" name="!!area-name">
            <a:extLst xmlns:a="http://schemas.openxmlformats.org/drawingml/2006/main">
              <a:ext uri="{FF2B5EF4-FFF2-40B4-BE49-F238E27FC236}">
                <a16:creationId xmlns:a16="http://schemas.microsoft.com/office/drawing/2014/main" id="{8035F382-A0AA-452C-B70B-6C1CBB2CFAB3}"/>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443" name="!!area-beat">
            <a:extLst xmlns:a="http://schemas.openxmlformats.org/drawingml/2006/main">
              <a:ext uri="{FF2B5EF4-FFF2-40B4-BE49-F238E27FC236}">
                <a16:creationId xmlns:a16="http://schemas.microsoft.com/office/drawing/2014/main" id="{A023DECF-A260-4320-BEA9-8253CD543FB7}"/>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44" name="header-divider">
            <a:extLst xmlns:a="http://schemas.openxmlformats.org/drawingml/2006/main">
              <a:ext uri="{FF2B5EF4-FFF2-40B4-BE49-F238E27FC236}">
                <a16:creationId xmlns:a16="http://schemas.microsoft.com/office/drawing/2014/main" id="{7449ADDA-9505-40A1-B846-519B24F872DC}"/>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5" name="18-shape-1">
            <a:extLst xmlns:a="http://schemas.openxmlformats.org/drawingml/2006/main">
              <a:ext uri="{FF2B5EF4-FFF2-40B4-BE49-F238E27FC236}">
                <a16:creationId xmlns:a16="http://schemas.microsoft.com/office/drawing/2014/main" id="{C459AD39-57D4-45E8-A7F9-132927E1AE63}"/>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446" name="18-text-2">
            <a:extLst xmlns:a="http://schemas.openxmlformats.org/drawingml/2006/main">
              <a:ext uri="{FF2B5EF4-FFF2-40B4-BE49-F238E27FC236}">
                <a16:creationId xmlns:a16="http://schemas.microsoft.com/office/drawing/2014/main" id="{B4309300-AF8E-48E9-9CC7-83EAA318F475}"/>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447" name="18-shape-3">
            <a:extLst xmlns:a="http://schemas.openxmlformats.org/drawingml/2006/main">
              <a:ext uri="{FF2B5EF4-FFF2-40B4-BE49-F238E27FC236}">
                <a16:creationId xmlns:a16="http://schemas.microsoft.com/office/drawing/2014/main" id="{49D35EC1-970B-43D6-AE64-456C1190C8BB}"/>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48" name="18-text-4">
            <a:extLst xmlns:a="http://schemas.openxmlformats.org/drawingml/2006/main">
              <a:ext uri="{FF2B5EF4-FFF2-40B4-BE49-F238E27FC236}">
                <a16:creationId xmlns:a16="http://schemas.microsoft.com/office/drawing/2014/main" id="{4F716B79-A516-4645-8D7B-E4663D22DFF5}"/>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449" name="18-shape-5">
            <a:extLst xmlns:a="http://schemas.openxmlformats.org/drawingml/2006/main">
              <a:ext uri="{FF2B5EF4-FFF2-40B4-BE49-F238E27FC236}">
                <a16:creationId xmlns:a16="http://schemas.microsoft.com/office/drawing/2014/main" id="{A015A161-81B4-464E-BA12-C2CBE8A32A5E}"/>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50" name="18-text-6">
            <a:extLst xmlns:a="http://schemas.openxmlformats.org/drawingml/2006/main">
              <a:ext uri="{FF2B5EF4-FFF2-40B4-BE49-F238E27FC236}">
                <a16:creationId xmlns:a16="http://schemas.microsoft.com/office/drawing/2014/main" id="{88282464-BB13-4C4E-8982-17E988E9652E}"/>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451" name="18-shape-7">
            <a:extLst xmlns:a="http://schemas.openxmlformats.org/drawingml/2006/main">
              <a:ext uri="{FF2B5EF4-FFF2-40B4-BE49-F238E27FC236}">
                <a16:creationId xmlns:a16="http://schemas.microsoft.com/office/drawing/2014/main" id="{FF17ED71-0FEA-4164-BF8D-D2ADEE0D2F23}"/>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52" name="18-text-8">
            <a:extLst xmlns:a="http://schemas.openxmlformats.org/drawingml/2006/main">
              <a:ext uri="{FF2B5EF4-FFF2-40B4-BE49-F238E27FC236}">
                <a16:creationId xmlns:a16="http://schemas.microsoft.com/office/drawing/2014/main" id="{0C86C89D-D2E3-498B-9E87-3F500B1D2349}"/>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453" name="18-text-9">
            <a:extLst xmlns:a="http://schemas.openxmlformats.org/drawingml/2006/main">
              <a:ext uri="{FF2B5EF4-FFF2-40B4-BE49-F238E27FC236}">
                <a16:creationId xmlns:a16="http://schemas.microsoft.com/office/drawing/2014/main" id="{DB861530-234C-455A-8D4C-DD9B0054E216}"/>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
        <p:nvSpPr>
          <p:cNvPr id="454" name="narrative-number">
            <a:extLst xmlns:a="http://schemas.openxmlformats.org/drawingml/2006/main">
              <a:ext uri="{FF2B5EF4-FFF2-40B4-BE49-F238E27FC236}">
                <a16:creationId xmlns:a16="http://schemas.microsoft.com/office/drawing/2014/main" id="{4BFB4655-6C1C-456D-B1CB-5928B5D7C4A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432110950"/>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5" name="!!area-name">
            <a:extLst xmlns:a="http://schemas.openxmlformats.org/drawingml/2006/main">
              <a:ext uri="{FF2B5EF4-FFF2-40B4-BE49-F238E27FC236}">
                <a16:creationId xmlns:a16="http://schemas.microsoft.com/office/drawing/2014/main" id="{3C382B2B-E8BC-40B3-8914-0DA8C8DDDBE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65" name="mini-map"/>
          <p:cNvPicPr>
            <a:picLocks xmlns:a="http://schemas.openxmlformats.org/drawingml/2006/main" noChangeAspect="1"/>
          </p:cNvPicPr>
          <p:nvPr/>
        </p:nvPicPr>
        <p:blipFill>
          <a:blip xmlns:r="http://schemas.openxmlformats.org/officeDocument/2006/relationships" xmlns:a="http://schemas.openxmlformats.org/drawingml/2006/main" r:embed="R02baf39972204b1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7" name="header-divider">
            <a:extLst xmlns:a="http://schemas.openxmlformats.org/drawingml/2006/main">
              <a:ext uri="{FF2B5EF4-FFF2-40B4-BE49-F238E27FC236}">
                <a16:creationId xmlns:a16="http://schemas.microsoft.com/office/drawing/2014/main" id="{9273BE85-D743-4F67-AEA1-23050503468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8" name="18b-text-1">
            <a:extLst xmlns:a="http://schemas.openxmlformats.org/drawingml/2006/main">
              <a:ext uri="{FF2B5EF4-FFF2-40B4-BE49-F238E27FC236}">
                <a16:creationId xmlns:a16="http://schemas.microsoft.com/office/drawing/2014/main" id="{CDB0099D-5B3F-40DC-B967-03AB02E7B66F}"/>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59" name="18b-text-2">
            <a:extLst xmlns:a="http://schemas.openxmlformats.org/drawingml/2006/main">
              <a:ext uri="{FF2B5EF4-FFF2-40B4-BE49-F238E27FC236}">
                <a16:creationId xmlns:a16="http://schemas.microsoft.com/office/drawing/2014/main" id="{0F955693-555F-40D0-A7FB-23D7F24AAF78}"/>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460" name="18b-text-3">
            <a:extLst xmlns:a="http://schemas.openxmlformats.org/drawingml/2006/main">
              <a:ext uri="{FF2B5EF4-FFF2-40B4-BE49-F238E27FC236}">
                <a16:creationId xmlns:a16="http://schemas.microsoft.com/office/drawing/2014/main" id="{592DF35B-1398-48F5-8EFA-645FC4D2D7CC}"/>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461" name="18b-text-4">
            <a:extLst xmlns:a="http://schemas.openxmlformats.org/drawingml/2006/main">
              <a:ext uri="{FF2B5EF4-FFF2-40B4-BE49-F238E27FC236}">
                <a16:creationId xmlns:a16="http://schemas.microsoft.com/office/drawing/2014/main" id="{8E6EF593-A988-46ED-AAF5-5C712F3B79E5}"/>
              </a:ext>
            </a:extLst>
          </p:cNvPr>
          <p:cNvSpPr>
            <a:spLocks xmlns:a="http://schemas.openxmlformats.org/drawingml/2006/main"/>
          </p:cNvSpPr>
          <p:nvPr/>
        </p:nvSpPr>
        <p:spPr>
          <a:xfrm xmlns:a="http://schemas.openxmlformats.org/drawingml/2006/main">
            <a:off x="609600" y="3733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462" name="18b-text-5">
            <a:extLst xmlns:a="http://schemas.openxmlformats.org/drawingml/2006/main">
              <a:ext uri="{FF2B5EF4-FFF2-40B4-BE49-F238E27FC236}">
                <a16:creationId xmlns:a16="http://schemas.microsoft.com/office/drawing/2014/main" id="{41852CEE-48C1-42A0-8173-5453B78C2AF4}"/>
              </a:ext>
            </a:extLst>
          </p:cNvPr>
          <p:cNvSpPr>
            <a:spLocks xmlns:a="http://schemas.openxmlformats.org/drawingml/2006/main"/>
          </p:cNvSpPr>
          <p:nvPr/>
        </p:nvSpPr>
        <p:spPr>
          <a:xfrm xmlns:a="http://schemas.openxmlformats.org/drawingml/2006/main">
            <a:off x="2489200" y="3683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463" name="narrative-number">
            <a:extLst xmlns:a="http://schemas.openxmlformats.org/drawingml/2006/main">
              <a:ext uri="{FF2B5EF4-FFF2-40B4-BE49-F238E27FC236}">
                <a16:creationId xmlns:a16="http://schemas.microsoft.com/office/drawing/2014/main" id="{97EF9A6D-8D3C-46F0-B62A-061947AF48A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683107119"/>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4" name="!!area-name">
            <a:extLst xmlns:a="http://schemas.openxmlformats.org/drawingml/2006/main">
              <a:ext uri="{FF2B5EF4-FFF2-40B4-BE49-F238E27FC236}">
                <a16:creationId xmlns:a16="http://schemas.microsoft.com/office/drawing/2014/main" id="{494785A6-7A21-4A07-BF1F-6916BBAA33E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79" name="mini-map"/>
          <p:cNvPicPr>
            <a:picLocks xmlns:a="http://schemas.openxmlformats.org/drawingml/2006/main" noChangeAspect="1"/>
          </p:cNvPicPr>
          <p:nvPr/>
        </p:nvPicPr>
        <p:blipFill>
          <a:blip xmlns:r="http://schemas.openxmlformats.org/officeDocument/2006/relationships" xmlns:a="http://schemas.openxmlformats.org/drawingml/2006/main" r:embed="R0cb6a0c78f984e3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6" name="header-divider">
            <a:extLst xmlns:a="http://schemas.openxmlformats.org/drawingml/2006/main">
              <a:ext uri="{FF2B5EF4-FFF2-40B4-BE49-F238E27FC236}">
                <a16:creationId xmlns:a16="http://schemas.microsoft.com/office/drawing/2014/main" id="{99324419-2B1D-4603-9064-9DF2E0C9B86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7" name="18b-text-1">
            <a:extLst xmlns:a="http://schemas.openxmlformats.org/drawingml/2006/main">
              <a:ext uri="{FF2B5EF4-FFF2-40B4-BE49-F238E27FC236}">
                <a16:creationId xmlns:a16="http://schemas.microsoft.com/office/drawing/2014/main" id="{1A99D199-ABA3-490F-85D4-E859FD267966}"/>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68" name="18b-text-10">
            <a:extLst xmlns:a="http://schemas.openxmlformats.org/drawingml/2006/main">
              <a:ext uri="{FF2B5EF4-FFF2-40B4-BE49-F238E27FC236}">
                <a16:creationId xmlns:a16="http://schemas.microsoft.com/office/drawing/2014/main" id="{1E6B89B9-7DF6-4049-9D46-E90AA04E7D8C}"/>
              </a:ext>
            </a:extLst>
          </p:cNvPr>
          <p:cNvSpPr>
            <a:spLocks xmlns:a="http://schemas.openxmlformats.org/drawingml/2006/main"/>
          </p:cNvSpPr>
          <p:nvPr/>
        </p:nvSpPr>
        <p:spPr>
          <a:xfrm xmlns:a="http://schemas.openxmlformats.org/drawingml/2006/main">
            <a:off x="609600" y="2438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469" name="18b-line-12">
            <a:extLst xmlns:a="http://schemas.openxmlformats.org/drawingml/2006/main">
              <a:ext uri="{FF2B5EF4-FFF2-40B4-BE49-F238E27FC236}">
                <a16:creationId xmlns:a16="http://schemas.microsoft.com/office/drawing/2014/main" id="{984369DD-B38F-4CB8-ACA1-325F2DBB0D2C}"/>
              </a:ext>
            </a:extLst>
          </p:cNvPr>
          <p:cNvSpPr>
            <a:spLocks xmlns:a="http://schemas.openxmlformats.org/drawingml/2006/main"/>
          </p:cNvSpPr>
          <p:nvPr/>
        </p:nvSpPr>
        <p:spPr>
          <a:xfrm xmlns:a="http://schemas.openxmlformats.org/drawingml/2006/main" flipH="0" flipV="0">
            <a:off x="33782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70" name="18b-line-14">
            <a:extLst xmlns:a="http://schemas.openxmlformats.org/drawingml/2006/main">
              <a:ext uri="{FF2B5EF4-FFF2-40B4-BE49-F238E27FC236}">
                <a16:creationId xmlns:a16="http://schemas.microsoft.com/office/drawing/2014/main" id="{49739BC9-8EF4-43E8-A7E2-14E000EBFDB2}"/>
              </a:ext>
            </a:extLst>
          </p:cNvPr>
          <p:cNvSpPr>
            <a:spLocks xmlns:a="http://schemas.openxmlformats.org/drawingml/2006/main"/>
          </p:cNvSpPr>
          <p:nvPr/>
        </p:nvSpPr>
        <p:spPr>
          <a:xfrm xmlns:a="http://schemas.openxmlformats.org/drawingml/2006/main" flipH="1" flipV="0">
            <a:off x="1574800" y="4953000"/>
            <a:ext cx="3606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71" name="18b-line-16">
            <a:extLst xmlns:a="http://schemas.openxmlformats.org/drawingml/2006/main">
              <a:ext uri="{FF2B5EF4-FFF2-40B4-BE49-F238E27FC236}">
                <a16:creationId xmlns:a16="http://schemas.microsoft.com/office/drawing/2014/main" id="{C15BC240-1FEC-4F70-B4FF-74624284F72A}"/>
              </a:ext>
            </a:extLst>
          </p:cNvPr>
          <p:cNvSpPr>
            <a:spLocks xmlns:a="http://schemas.openxmlformats.org/drawingml/2006/main"/>
          </p:cNvSpPr>
          <p:nvPr/>
        </p:nvSpPr>
        <p:spPr>
          <a:xfrm xmlns:a="http://schemas.openxmlformats.org/drawingml/2006/main" flipH="0" flipV="1">
            <a:off x="15748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72" name="18b-text-17">
            <a:extLst xmlns:a="http://schemas.openxmlformats.org/drawingml/2006/main">
              <a:ext uri="{FF2B5EF4-FFF2-40B4-BE49-F238E27FC236}">
                <a16:creationId xmlns:a16="http://schemas.microsoft.com/office/drawing/2014/main" id="{54702444-4500-4909-BA6B-EDB9BF0B98CE}"/>
              </a:ext>
            </a:extLst>
          </p:cNvPr>
          <p:cNvSpPr>
            <a:spLocks xmlns:a="http://schemas.openxmlformats.org/drawingml/2006/main"/>
          </p:cNvSpPr>
          <p:nvPr/>
        </p:nvSpPr>
        <p:spPr>
          <a:xfrm xmlns:a="http://schemas.openxmlformats.org/drawingml/2006/main">
            <a:off x="2667000" y="30226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473" name="18b-text-18">
            <a:extLst xmlns:a="http://schemas.openxmlformats.org/drawingml/2006/main">
              <a:ext uri="{FF2B5EF4-FFF2-40B4-BE49-F238E27FC236}">
                <a16:creationId xmlns:a16="http://schemas.microsoft.com/office/drawing/2014/main" id="{381ADCA6-0696-4B86-B3E6-0D30C07E879D}"/>
              </a:ext>
            </a:extLst>
          </p:cNvPr>
          <p:cNvSpPr>
            <a:spLocks xmlns:a="http://schemas.openxmlformats.org/drawingml/2006/main"/>
          </p:cNvSpPr>
          <p:nvPr/>
        </p:nvSpPr>
        <p:spPr>
          <a:xfrm xmlns:a="http://schemas.openxmlformats.org/drawingml/2006/main">
            <a:off x="609600" y="52070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474" name="18b-text-19">
            <a:extLst xmlns:a="http://schemas.openxmlformats.org/drawingml/2006/main">
              <a:ext uri="{FF2B5EF4-FFF2-40B4-BE49-F238E27FC236}">
                <a16:creationId xmlns:a16="http://schemas.microsoft.com/office/drawing/2014/main" id="{C79B7930-3044-48E4-88BB-8DB13E684F1F}"/>
              </a:ext>
            </a:extLst>
          </p:cNvPr>
          <p:cNvSpPr>
            <a:spLocks xmlns:a="http://schemas.openxmlformats.org/drawingml/2006/main"/>
          </p:cNvSpPr>
          <p:nvPr/>
        </p:nvSpPr>
        <p:spPr>
          <a:xfrm xmlns:a="http://schemas.openxmlformats.org/drawingml/2006/main">
            <a:off x="3657600" y="52070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475" name="18b-text-20">
            <a:extLst xmlns:a="http://schemas.openxmlformats.org/drawingml/2006/main">
              <a:ext uri="{FF2B5EF4-FFF2-40B4-BE49-F238E27FC236}">
                <a16:creationId xmlns:a16="http://schemas.microsoft.com/office/drawing/2014/main" id="{9843CDE4-2631-4CB1-8D2D-29D2D7A9F76E}"/>
              </a:ext>
            </a:extLst>
          </p:cNvPr>
          <p:cNvSpPr>
            <a:spLocks xmlns:a="http://schemas.openxmlformats.org/drawingml/2006/main"/>
          </p:cNvSpPr>
          <p:nvPr/>
        </p:nvSpPr>
        <p:spPr>
          <a:xfrm xmlns:a="http://schemas.openxmlformats.org/drawingml/2006/main">
            <a:off x="6248400" y="36830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476" name="18b-text-21">
            <a:extLst xmlns:a="http://schemas.openxmlformats.org/drawingml/2006/main">
              <a:ext uri="{FF2B5EF4-FFF2-40B4-BE49-F238E27FC236}">
                <a16:creationId xmlns:a16="http://schemas.microsoft.com/office/drawing/2014/main" id="{14A10441-5D1B-44E4-96F4-9EA33A8E03AA}"/>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Simon Willison, June 2025</a:t>
            </a:r>
          </a:p>
        </p:txBody>
      </p:sp>
      <p:sp>
        <p:nvSpPr>
          <p:cNvPr id="477" name="narrative-number">
            <a:extLst xmlns:a="http://schemas.openxmlformats.org/drawingml/2006/main">
              <a:ext uri="{FF2B5EF4-FFF2-40B4-BE49-F238E27FC236}">
                <a16:creationId xmlns:a16="http://schemas.microsoft.com/office/drawing/2014/main" id="{43972299-806B-48FD-9646-052D0A692A9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686696183"/>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8" name="!!area-name">
            <a:extLst xmlns:a="http://schemas.openxmlformats.org/drawingml/2006/main">
              <a:ext uri="{FF2B5EF4-FFF2-40B4-BE49-F238E27FC236}">
                <a16:creationId xmlns:a16="http://schemas.microsoft.com/office/drawing/2014/main" id="{2B2B727C-2327-4B71-8C49-13A31E5BA23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88" name="mini-map"/>
          <p:cNvPicPr>
            <a:picLocks xmlns:a="http://schemas.openxmlformats.org/drawingml/2006/main" noChangeAspect="1"/>
          </p:cNvPicPr>
          <p:nvPr/>
        </p:nvPicPr>
        <p:blipFill>
          <a:blip xmlns:r="http://schemas.openxmlformats.org/officeDocument/2006/relationships" xmlns:a="http://schemas.openxmlformats.org/drawingml/2006/main" r:embed="R2ed849b876be49c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0" name="header-divider">
            <a:extLst xmlns:a="http://schemas.openxmlformats.org/drawingml/2006/main">
              <a:ext uri="{FF2B5EF4-FFF2-40B4-BE49-F238E27FC236}">
                <a16:creationId xmlns:a16="http://schemas.microsoft.com/office/drawing/2014/main" id="{14A3BE25-FDB2-42DA-877B-30206324414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1" name="18b-text-1">
            <a:extLst xmlns:a="http://schemas.openxmlformats.org/drawingml/2006/main">
              <a:ext uri="{FF2B5EF4-FFF2-40B4-BE49-F238E27FC236}">
                <a16:creationId xmlns:a16="http://schemas.microsoft.com/office/drawing/2014/main" id="{67E0E897-B51B-4F4B-8F13-89E21690F903}"/>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82" name="18b-text-6">
            <a:extLst xmlns:a="http://schemas.openxmlformats.org/drawingml/2006/main">
              <a:ext uri="{FF2B5EF4-FFF2-40B4-BE49-F238E27FC236}">
                <a16:creationId xmlns:a16="http://schemas.microsoft.com/office/drawing/2014/main" id="{43A12B4C-C5B7-45D0-AC83-B9180B639B4B}"/>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483" name="18b-text-7">
            <a:extLst xmlns:a="http://schemas.openxmlformats.org/drawingml/2006/main">
              <a:ext uri="{FF2B5EF4-FFF2-40B4-BE49-F238E27FC236}">
                <a16:creationId xmlns:a16="http://schemas.microsoft.com/office/drawing/2014/main" id="{DE9646E5-3FEA-4FE8-88F2-972E738C9BE9}"/>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484" name="18b-text-8">
            <a:extLst xmlns:a="http://schemas.openxmlformats.org/drawingml/2006/main">
              <a:ext uri="{FF2B5EF4-FFF2-40B4-BE49-F238E27FC236}">
                <a16:creationId xmlns:a16="http://schemas.microsoft.com/office/drawing/2014/main" id="{9839FFEF-5459-4449-82E4-392412640765}"/>
              </a:ext>
            </a:extLst>
          </p:cNvPr>
          <p:cNvSpPr>
            <a:spLocks xmlns:a="http://schemas.openxmlformats.org/drawingml/2006/main"/>
          </p:cNvSpPr>
          <p:nvPr/>
        </p:nvSpPr>
        <p:spPr>
          <a:xfrm xmlns:a="http://schemas.openxmlformats.org/drawingml/2006/main">
            <a:off x="609600" y="386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485" name="18b-text-9">
            <a:extLst xmlns:a="http://schemas.openxmlformats.org/drawingml/2006/main">
              <a:ext uri="{FF2B5EF4-FFF2-40B4-BE49-F238E27FC236}">
                <a16:creationId xmlns:a16="http://schemas.microsoft.com/office/drawing/2014/main" id="{446F7113-D803-4740-BF37-6FDC7C1AEBD3}"/>
              </a:ext>
            </a:extLst>
          </p:cNvPr>
          <p:cNvSpPr>
            <a:spLocks xmlns:a="http://schemas.openxmlformats.org/drawingml/2006/main"/>
          </p:cNvSpPr>
          <p:nvPr/>
        </p:nvSpPr>
        <p:spPr>
          <a:xfrm xmlns:a="http://schemas.openxmlformats.org/drawingml/2006/main">
            <a:off x="2489200" y="381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486" name="narrative-number">
            <a:extLst xmlns:a="http://schemas.openxmlformats.org/drawingml/2006/main">
              <a:ext uri="{FF2B5EF4-FFF2-40B4-BE49-F238E27FC236}">
                <a16:creationId xmlns:a16="http://schemas.microsoft.com/office/drawing/2014/main" id="{9C0B22DD-680D-4432-9C1C-7AD2006E940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89139620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7" name="!!area-name">
            <a:extLst xmlns:a="http://schemas.openxmlformats.org/drawingml/2006/main">
              <a:ext uri="{FF2B5EF4-FFF2-40B4-BE49-F238E27FC236}">
                <a16:creationId xmlns:a16="http://schemas.microsoft.com/office/drawing/2014/main" id="{59B0CA2F-6BAB-4F5E-8D54-9F027054198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96" name="mini-map"/>
          <p:cNvPicPr>
            <a:picLocks xmlns:a="http://schemas.openxmlformats.org/drawingml/2006/main" noChangeAspect="1"/>
          </p:cNvPicPr>
          <p:nvPr/>
        </p:nvPicPr>
        <p:blipFill>
          <a:blip xmlns:r="http://schemas.openxmlformats.org/officeDocument/2006/relationships" xmlns:a="http://schemas.openxmlformats.org/drawingml/2006/main" r:embed="Rae4a6e4f2f31440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9" name="header-divider">
            <a:extLst xmlns:a="http://schemas.openxmlformats.org/drawingml/2006/main">
              <a:ext uri="{FF2B5EF4-FFF2-40B4-BE49-F238E27FC236}">
                <a16:creationId xmlns:a16="http://schemas.microsoft.com/office/drawing/2014/main" id="{B635B78D-6B22-4DF4-9E9F-06CB037E491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0" name="18b-text-1">
            <a:extLst xmlns:a="http://schemas.openxmlformats.org/drawingml/2006/main">
              <a:ext uri="{FF2B5EF4-FFF2-40B4-BE49-F238E27FC236}">
                <a16:creationId xmlns:a16="http://schemas.microsoft.com/office/drawing/2014/main" id="{5F09DAFF-BE92-455C-AB9A-253281DC4162}"/>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91" name="18b-text-22">
            <a:extLst xmlns:a="http://schemas.openxmlformats.org/drawingml/2006/main">
              <a:ext uri="{FF2B5EF4-FFF2-40B4-BE49-F238E27FC236}">
                <a16:creationId xmlns:a16="http://schemas.microsoft.com/office/drawing/2014/main" id="{915D8874-5367-4071-A530-3E6513285675}"/>
              </a:ext>
            </a:extLst>
          </p:cNvPr>
          <p:cNvSpPr>
            <a:spLocks xmlns:a="http://schemas.openxmlformats.org/drawingml/2006/main"/>
          </p:cNvSpPr>
          <p:nvPr/>
        </p:nvSpPr>
        <p:spPr>
          <a:xfrm xmlns:a="http://schemas.openxmlformats.org/drawingml/2006/main">
            <a:off x="609600" y="2438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492" name="18b-text-23">
            <a:extLst xmlns:a="http://schemas.openxmlformats.org/drawingml/2006/main">
              <a:ext uri="{FF2B5EF4-FFF2-40B4-BE49-F238E27FC236}">
                <a16:creationId xmlns:a16="http://schemas.microsoft.com/office/drawing/2014/main" id="{499B5679-17A0-4552-8AE9-FF99FCE7F0D7}"/>
              </a:ext>
            </a:extLst>
          </p:cNvPr>
          <p:cNvSpPr>
            <a:spLocks xmlns:a="http://schemas.openxmlformats.org/drawingml/2006/main"/>
          </p:cNvSpPr>
          <p:nvPr/>
        </p:nvSpPr>
        <p:spPr>
          <a:xfrm xmlns:a="http://schemas.openxmlformats.org/drawingml/2006/main">
            <a:off x="609600" y="3581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493" name="18b-text-24">
            <a:extLst xmlns:a="http://schemas.openxmlformats.org/drawingml/2006/main">
              <a:ext uri="{FF2B5EF4-FFF2-40B4-BE49-F238E27FC236}">
                <a16:creationId xmlns:a16="http://schemas.microsoft.com/office/drawing/2014/main" id="{35AF363B-B8AC-47BC-B40C-B70B54643DAF}"/>
              </a:ext>
            </a:extLst>
          </p:cNvPr>
          <p:cNvSpPr>
            <a:spLocks xmlns:a="http://schemas.openxmlformats.org/drawingml/2006/main"/>
          </p:cNvSpPr>
          <p:nvPr/>
        </p:nvSpPr>
        <p:spPr>
          <a:xfrm xmlns:a="http://schemas.openxmlformats.org/drawingml/2006/main">
            <a:off x="609600" y="4724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
        <p:nvSpPr>
          <p:cNvPr id="494" name="narrative-number">
            <a:extLst xmlns:a="http://schemas.openxmlformats.org/drawingml/2006/main">
              <a:ext uri="{FF2B5EF4-FFF2-40B4-BE49-F238E27FC236}">
                <a16:creationId xmlns:a16="http://schemas.microsoft.com/office/drawing/2014/main" id="{BD160D0E-4193-4175-8A87-7E093290A74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310583417"/>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5" name="!!area-name">
            <a:extLst xmlns:a="http://schemas.openxmlformats.org/drawingml/2006/main">
              <a:ext uri="{FF2B5EF4-FFF2-40B4-BE49-F238E27FC236}">
                <a16:creationId xmlns:a16="http://schemas.microsoft.com/office/drawing/2014/main" id="{B3E65A62-9167-4422-940A-47AFD9C63E8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514" name="mini-map"/>
          <p:cNvPicPr>
            <a:picLocks xmlns:a="http://schemas.openxmlformats.org/drawingml/2006/main" noChangeAspect="1"/>
          </p:cNvPicPr>
          <p:nvPr/>
        </p:nvPicPr>
        <p:blipFill>
          <a:blip xmlns:r="http://schemas.openxmlformats.org/officeDocument/2006/relationships" xmlns:a="http://schemas.openxmlformats.org/drawingml/2006/main" r:embed="R586f0db9980b423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7" name="slide-title">
            <a:extLst xmlns:a="http://schemas.openxmlformats.org/drawingml/2006/main">
              <a:ext uri="{FF2B5EF4-FFF2-40B4-BE49-F238E27FC236}">
                <a16:creationId xmlns:a16="http://schemas.microsoft.com/office/drawing/2014/main" id="{ADED45BC-8DFF-4FCF-85C4-4C9928BFAEE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sp>
        <p:nvSpPr>
          <p:cNvPr id="498" name="header-divider">
            <a:extLst xmlns:a="http://schemas.openxmlformats.org/drawingml/2006/main">
              <a:ext uri="{FF2B5EF4-FFF2-40B4-BE49-F238E27FC236}">
                <a16:creationId xmlns:a16="http://schemas.microsoft.com/office/drawing/2014/main" id="{E153033E-9070-4244-B0DE-7E3F896D265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17" name="19-table-1"/>
          <p:cNvGraphicFramePr/>
          <p:nvPr/>
        </p:nvGraphicFramePr>
        <p:xfrm>
          <a:off xmlns:a="http://schemas.openxmlformats.org/drawingml/2006/main" x="609600" y="2438400"/>
          <a:ext xmlns:a="http://schemas.openxmlformats.org/drawingml/2006/main" cx="10972800" cy="182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FDAD00"/>
                          </a:solidFill>
                          <a:latin typeface="Helvetica"/>
                          <a:ea typeface="Helvetica"/>
                          <a:cs typeface="Helvetica"/>
                        </a:rPr>
                        <a:t>Coding-agent control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Illustrative FRB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Sandbox and login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 FRB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Allowed exports. Human conclusions.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accountable FRB trace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0" name="19-text-2">
            <a:extLst xmlns:a="http://schemas.openxmlformats.org/drawingml/2006/main">
              <a:ext uri="{FF2B5EF4-FFF2-40B4-BE49-F238E27FC236}">
                <a16:creationId xmlns:a16="http://schemas.microsoft.com/office/drawing/2014/main" id="{A569107D-4C09-4C36-AC32-470313929D51}"/>
              </a:ext>
            </a:extLst>
          </p:cNvPr>
          <p:cNvSpPr>
            <a:spLocks xmlns:a="http://schemas.openxmlformats.org/drawingml/2006/main"/>
          </p:cNvSpPr>
          <p:nvPr/>
        </p:nvSpPr>
        <p:spPr>
          <a:xfrm xmlns:a="http://schemas.openxmlformats.org/drawingml/2006/main">
            <a:off x="609600" y="4343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request · FRB-042-MIN r2 · workers · synthesis · export</a:t>
            </a:r>
          </a:p>
        </p:txBody>
      </p:sp>
      <p:sp>
        <p:nvSpPr>
          <p:cNvPr id="501" name="19-text-3">
            <a:extLst xmlns:a="http://schemas.openxmlformats.org/drawingml/2006/main">
              <a:ext uri="{FF2B5EF4-FFF2-40B4-BE49-F238E27FC236}">
                <a16:creationId xmlns:a16="http://schemas.microsoft.com/office/drawing/2014/main" id="{9ADC1965-DF06-4FBD-9D77-119F7B3AE6A2}"/>
              </a:ext>
            </a:extLst>
          </p:cNvPr>
          <p:cNvSpPr>
            <a:spLocks xmlns:a="http://schemas.openxmlformats.org/drawingml/2006/main"/>
          </p:cNvSpPr>
          <p:nvPr/>
        </p:nvSpPr>
        <p:spPr>
          <a:xfrm xmlns:a="http://schemas.openxmlformats.org/drawingml/2006/main">
            <a:off x="609600" y="4826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freshness, parsing/tool and quality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brief. End-to-end latency.</a:t>
            </a:r>
          </a:p>
        </p:txBody>
      </p:sp>
      <p:sp>
        <p:nvSpPr>
          <p:cNvPr id="502" name="19-shape-4">
            <a:extLst xmlns:a="http://schemas.openxmlformats.org/drawingml/2006/main">
              <a:ext uri="{FF2B5EF4-FFF2-40B4-BE49-F238E27FC236}">
                <a16:creationId xmlns:a16="http://schemas.microsoft.com/office/drawing/2014/main" id="{06EF7164-6181-496F-A6BA-195F3605A747}"/>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3" name="19-shape-5">
            <a:extLst xmlns:a="http://schemas.openxmlformats.org/drawingml/2006/main">
              <a:ext uri="{FF2B5EF4-FFF2-40B4-BE49-F238E27FC236}">
                <a16:creationId xmlns:a16="http://schemas.microsoft.com/office/drawing/2014/main" id="{360D5999-8622-4C8C-AFFE-0478CD33FFE3}"/>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04" name="19-text-6">
            <a:extLst xmlns:a="http://schemas.openxmlformats.org/drawingml/2006/main">
              <a:ext uri="{FF2B5EF4-FFF2-40B4-BE49-F238E27FC236}">
                <a16:creationId xmlns:a16="http://schemas.microsoft.com/office/drawing/2014/main" id="{25FE4757-036D-4283-9B4E-17D69488A60B}"/>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505" name="19-text-7">
            <a:extLst xmlns:a="http://schemas.openxmlformats.org/drawingml/2006/main">
              <a:ext uri="{FF2B5EF4-FFF2-40B4-BE49-F238E27FC236}">
                <a16:creationId xmlns:a16="http://schemas.microsoft.com/office/drawing/2014/main" id="{B7BA16E7-D8CD-4851-BF29-363068EC7F93}"/>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506" name="19-line-9">
            <a:extLst xmlns:a="http://schemas.openxmlformats.org/drawingml/2006/main">
              <a:ext uri="{FF2B5EF4-FFF2-40B4-BE49-F238E27FC236}">
                <a16:creationId xmlns:a16="http://schemas.microsoft.com/office/drawing/2014/main" id="{86E5EA6C-A819-4788-BCD2-DE943B24E441}"/>
              </a:ext>
            </a:extLst>
          </p:cNvPr>
          <p:cNvSpPr>
            <a:spLocks xmlns:a="http://schemas.openxmlformats.org/drawingml/2006/main"/>
          </p:cNvSpPr>
          <p:nvPr/>
        </p:nvSpPr>
        <p:spPr>
          <a:xfrm xmlns:a="http://schemas.openxmlformats.org/drawingml/2006/main" flipH="0" flipV="0">
            <a:off x="90424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07" name="19-line-11">
            <a:extLst xmlns:a="http://schemas.openxmlformats.org/drawingml/2006/main">
              <a:ext uri="{FF2B5EF4-FFF2-40B4-BE49-F238E27FC236}">
                <a16:creationId xmlns:a16="http://schemas.microsoft.com/office/drawing/2014/main" id="{68C8B5BB-FB6C-4015-B5BE-086E37C47453}"/>
              </a:ext>
            </a:extLst>
          </p:cNvPr>
          <p:cNvSpPr>
            <a:spLocks xmlns:a="http://schemas.openxmlformats.org/drawingml/2006/main"/>
          </p:cNvSpPr>
          <p:nvPr/>
        </p:nvSpPr>
        <p:spPr>
          <a:xfrm xmlns:a="http://schemas.openxmlformats.org/drawingml/2006/main" flipH="1" flipV="0">
            <a:off x="80772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08" name="19-line-13">
            <a:extLst xmlns:a="http://schemas.openxmlformats.org/drawingml/2006/main">
              <a:ext uri="{FF2B5EF4-FFF2-40B4-BE49-F238E27FC236}">
                <a16:creationId xmlns:a16="http://schemas.microsoft.com/office/drawing/2014/main" id="{DD3911B1-2C3A-4D11-B9A0-66A5F9068F96}"/>
              </a:ext>
            </a:extLst>
          </p:cNvPr>
          <p:cNvSpPr>
            <a:spLocks xmlns:a="http://schemas.openxmlformats.org/drawingml/2006/main"/>
          </p:cNvSpPr>
          <p:nvPr/>
        </p:nvSpPr>
        <p:spPr>
          <a:xfrm xmlns:a="http://schemas.openxmlformats.org/drawingml/2006/main" flipH="0" flipV="1">
            <a:off x="80772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09" name="19-text-14">
            <a:extLst xmlns:a="http://schemas.openxmlformats.org/drawingml/2006/main">
              <a:ext uri="{FF2B5EF4-FFF2-40B4-BE49-F238E27FC236}">
                <a16:creationId xmlns:a16="http://schemas.microsoft.com/office/drawing/2014/main" id="{20AAFC36-5DAA-4E0B-8807-9C9F6C606B6C}"/>
              </a:ext>
            </a:extLst>
          </p:cNvPr>
          <p:cNvSpPr>
            <a:spLocks xmlns:a="http://schemas.openxmlformats.org/drawingml/2006/main"/>
          </p:cNvSpPr>
          <p:nvPr/>
        </p:nvSpPr>
        <p:spPr>
          <a:xfrm xmlns:a="http://schemas.openxmlformats.org/drawingml/2006/main">
            <a:off x="84328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510" name="19-text-15">
            <a:extLst xmlns:a="http://schemas.openxmlformats.org/drawingml/2006/main">
              <a:ext uri="{FF2B5EF4-FFF2-40B4-BE49-F238E27FC236}">
                <a16:creationId xmlns:a16="http://schemas.microsoft.com/office/drawing/2014/main" id="{60C4A87C-5D78-4F74-A164-CB55CB249253}"/>
              </a:ext>
            </a:extLst>
          </p:cNvPr>
          <p:cNvSpPr>
            <a:spLocks xmlns:a="http://schemas.openxmlformats.org/drawingml/2006/main"/>
          </p:cNvSpPr>
          <p:nvPr/>
        </p:nvSpPr>
        <p:spPr>
          <a:xfrm xmlns:a="http://schemas.openxmlformats.org/drawingml/2006/main">
            <a:off x="70612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511" name="19-text-16">
            <a:extLst xmlns:a="http://schemas.openxmlformats.org/drawingml/2006/main">
              <a:ext uri="{FF2B5EF4-FFF2-40B4-BE49-F238E27FC236}">
                <a16:creationId xmlns:a16="http://schemas.microsoft.com/office/drawing/2014/main" id="{09CB6294-E845-4A18-B779-55EAB97E685A}"/>
              </a:ext>
            </a:extLst>
          </p:cNvPr>
          <p:cNvSpPr>
            <a:spLocks xmlns:a="http://schemas.openxmlformats.org/drawingml/2006/main"/>
          </p:cNvSpPr>
          <p:nvPr/>
        </p:nvSpPr>
        <p:spPr>
          <a:xfrm xmlns:a="http://schemas.openxmlformats.org/drawingml/2006/main">
            <a:off x="90932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512" name="narrative-number">
            <a:extLst xmlns:a="http://schemas.openxmlformats.org/drawingml/2006/main">
              <a:ext uri="{FF2B5EF4-FFF2-40B4-BE49-F238E27FC236}">
                <a16:creationId xmlns:a16="http://schemas.microsoft.com/office/drawing/2014/main" id="{094A514D-C2E0-428A-A7DE-0CF813249F4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6078748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2"/>
                                        </p:tgtEl>
                                        <p:attrNameLst>
                                          <p:attrName>style.visibility</p:attrName>
                                        </p:attrNameLst>
                                      </p:cBhvr>
                                      <p:to>
                                        <p:strVal val="visible"/>
                                      </p:to>
                                    </p:set>
                                    <p:animEffect transition="in" filter="fade">
                                      <p:cBhvr>
                                        <p:cTn id="7" dur="300" fill="hold"/>
                                        <p:tgtEl>
                                          <p:spTgt spid="502"/>
                                        </p:tgtEl>
                                      </p:cBhvr>
                                    </p:animEffect>
                                  </p:childTnLst>
                                </p:cTn>
                              </p:par>
                              <p:par>
                                <p:cTn id="8" presetID="10" presetClass="entr" presetSubtype="0" fill="hold" nodeType="withEffect">
                                  <p:stCondLst>
                                    <p:cond delay="0"/>
                                  </p:stCondLst>
                                  <p:childTnLst>
                                    <p:set>
                                      <p:cBhvr>
                                        <p:cTn id="9" dur="1" fill="hold">
                                          <p:stCondLst>
                                            <p:cond delay="0"/>
                                          </p:stCondLst>
                                        </p:cTn>
                                        <p:tgtEl>
                                          <p:spTgt spid="503"/>
                                        </p:tgtEl>
                                        <p:attrNameLst>
                                          <p:attrName>style.visibility</p:attrName>
                                        </p:attrNameLst>
                                      </p:cBhvr>
                                      <p:to>
                                        <p:strVal val="visible"/>
                                      </p:to>
                                    </p:set>
                                    <p:animEffect transition="in" filter="fade">
                                      <p:cBhvr>
                                        <p:cTn id="10" dur="300" fill="hold"/>
                                        <p:tgtEl>
                                          <p:spTgt spid="503"/>
                                        </p:tgtEl>
                                      </p:cBhvr>
                                    </p:animEffect>
                                  </p:childTnLst>
                                </p:cTn>
                              </p:par>
                              <p:par>
                                <p:cTn id="11" presetID="10" presetClass="entr" presetSubtype="0" fill="hold" nodeType="withEffect">
                                  <p:stCondLst>
                                    <p:cond delay="0"/>
                                  </p:stCondLst>
                                  <p:childTnLst>
                                    <p:set>
                                      <p:cBhvr>
                                        <p:cTn id="12" dur="1" fill="hold">
                                          <p:stCondLst>
                                            <p:cond delay="0"/>
                                          </p:stCondLst>
                                        </p:cTn>
                                        <p:tgtEl>
                                          <p:spTgt spid="504"/>
                                        </p:tgtEl>
                                        <p:attrNameLst>
                                          <p:attrName>style.visibility</p:attrName>
                                        </p:attrNameLst>
                                      </p:cBhvr>
                                      <p:to>
                                        <p:strVal val="visible"/>
                                      </p:to>
                                    </p:set>
                                    <p:animEffect transition="in" filter="fade">
                                      <p:cBhvr>
                                        <p:cTn id="13" dur="300" fill="hold"/>
                                        <p:tgtEl>
                                          <p:spTgt spid="504"/>
                                        </p:tgtEl>
                                      </p:cBhvr>
                                    </p:animEffect>
                                  </p:childTnLst>
                                </p:cTn>
                              </p:par>
                              <p:par>
                                <p:cTn id="14" presetID="10" presetClass="entr" presetSubtype="0" fill="hold" nodeType="withEffect">
                                  <p:stCondLst>
                                    <p:cond delay="0"/>
                                  </p:stCondLst>
                                  <p:childTnLst>
                                    <p:set>
                                      <p:cBhvr>
                                        <p:cTn id="15" dur="1" fill="hold">
                                          <p:stCondLst>
                                            <p:cond delay="0"/>
                                          </p:stCondLst>
                                        </p:cTn>
                                        <p:tgtEl>
                                          <p:spTgt spid="505"/>
                                        </p:tgtEl>
                                        <p:attrNameLst>
                                          <p:attrName>style.visibility</p:attrName>
                                        </p:attrNameLst>
                                      </p:cBhvr>
                                      <p:to>
                                        <p:strVal val="visible"/>
                                      </p:to>
                                    </p:set>
                                    <p:animEffect transition="in" filter="fade">
                                      <p:cBhvr>
                                        <p:cTn id="16" dur="300" fill="hold"/>
                                        <p:tgtEl>
                                          <p:spTgt spid="505"/>
                                        </p:tgtEl>
                                      </p:cBhvr>
                                    </p:animEffect>
                                  </p:childTnLst>
                                </p:cTn>
                              </p:par>
                              <p:par>
                                <p:cTn id="17" presetID="1" presetClass="entr" presetSubtype="0" fill="hold" nodeType="withEffect">
                                  <p:stCondLst>
                                    <p:cond delay="0"/>
                                  </p:stCondLst>
                                  <p:childTnLst>
                                    <p:set>
                                      <p:cBhvr>
                                        <p:cTn id="18" dur="1" fill="hold">
                                          <p:stCondLst>
                                            <p:cond delay="0"/>
                                          </p:stCondLst>
                                        </p:cTn>
                                        <p:tgtEl>
                                          <p:spTgt spid="50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0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15" name="19b-image-1"/>
          <p:cNvPicPr>
            <a:picLocks xmlns:a="http://schemas.openxmlformats.org/drawingml/2006/main" noChangeAspect="1"/>
          </p:cNvPicPr>
          <p:nvPr/>
        </p:nvPicPr>
        <p:blipFill>
          <a:blip xmlns:r="http://schemas.openxmlformats.org/officeDocument/2006/relationships" xmlns:a="http://schemas.openxmlformats.org/drawingml/2006/main" r:embed="R0f82c0d2a69340c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14" name="narrative-number">
            <a:extLst xmlns:a="http://schemas.openxmlformats.org/drawingml/2006/main">
              <a:ext uri="{FF2B5EF4-FFF2-40B4-BE49-F238E27FC236}">
                <a16:creationId xmlns:a16="http://schemas.microsoft.com/office/drawing/2014/main" id="{C7EE2477-771A-458D-A821-A01E212916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302921036"/>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5" name="section-label">
            <a:extLst xmlns:a="http://schemas.openxmlformats.org/drawingml/2006/main">
              <a:ext uri="{FF2B5EF4-FFF2-40B4-BE49-F238E27FC236}">
                <a16:creationId xmlns:a16="http://schemas.microsoft.com/office/drawing/2014/main" id="{7B6C7572-8FE9-40F1-9F48-1D878AEDF6CB}"/>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16" name="section-rule">
            <a:extLst xmlns:a="http://schemas.openxmlformats.org/drawingml/2006/main">
              <a:ext uri="{FF2B5EF4-FFF2-40B4-BE49-F238E27FC236}">
                <a16:creationId xmlns:a16="http://schemas.microsoft.com/office/drawing/2014/main" id="{7E72543A-C69D-4B82-B2B4-D9F8CFF971CE}"/>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7" name="section-title">
            <a:extLst xmlns:a="http://schemas.openxmlformats.org/drawingml/2006/main">
              <a:ext uri="{FF2B5EF4-FFF2-40B4-BE49-F238E27FC236}">
                <a16:creationId xmlns:a16="http://schemas.microsoft.com/office/drawing/2014/main" id="{3C970693-A0EA-4AF9-A799-2A9B32DDC8EE}"/>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18" name="narrative-number">
            <a:extLst xmlns:a="http://schemas.openxmlformats.org/drawingml/2006/main">
              <a:ext uri="{FF2B5EF4-FFF2-40B4-BE49-F238E27FC236}">
                <a16:creationId xmlns:a16="http://schemas.microsoft.com/office/drawing/2014/main" id="{A919DA01-AA33-4640-A6BC-72E2ADC47A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2899713912"/>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9" name="!!area-name">
            <a:extLst xmlns:a="http://schemas.openxmlformats.org/drawingml/2006/main">
              <a:ext uri="{FF2B5EF4-FFF2-40B4-BE49-F238E27FC236}">
                <a16:creationId xmlns:a16="http://schemas.microsoft.com/office/drawing/2014/main" id="{F34A69B1-3BBB-4554-87D2-EF9C5311D7F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26" name="mini-map"/>
          <p:cNvPicPr>
            <a:picLocks xmlns:a="http://schemas.openxmlformats.org/drawingml/2006/main" noChangeAspect="1"/>
          </p:cNvPicPr>
          <p:nvPr/>
        </p:nvPicPr>
        <p:blipFill>
          <a:blip xmlns:r="http://schemas.openxmlformats.org/officeDocument/2006/relationships" xmlns:a="http://schemas.openxmlformats.org/drawingml/2006/main" r:embed="Rf75e1ad79c784d5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1" name="slide-title">
            <a:extLst xmlns:a="http://schemas.openxmlformats.org/drawingml/2006/main">
              <a:ext uri="{FF2B5EF4-FFF2-40B4-BE49-F238E27FC236}">
                <a16:creationId xmlns:a16="http://schemas.microsoft.com/office/drawing/2014/main" id="{EF5241A2-D845-410B-8191-832FBCF484F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22" name="header-divider">
            <a:extLst xmlns:a="http://schemas.openxmlformats.org/drawingml/2006/main">
              <a:ext uri="{FF2B5EF4-FFF2-40B4-BE49-F238E27FC236}">
                <a16:creationId xmlns:a16="http://schemas.microsoft.com/office/drawing/2014/main" id="{70C6EB8B-E8A0-4EDD-BDC4-45331D24EA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9"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4" name="narrative-number">
            <a:extLst xmlns:a="http://schemas.openxmlformats.org/drawingml/2006/main">
              <a:ext uri="{FF2B5EF4-FFF2-40B4-BE49-F238E27FC236}">
                <a16:creationId xmlns:a16="http://schemas.microsoft.com/office/drawing/2014/main" id="{F87725A5-2030-4C5E-A159-5F1F0950F2B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58311124"/>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5" name="!!area-name">
            <a:extLst xmlns:a="http://schemas.openxmlformats.org/drawingml/2006/main">
              <a:ext uri="{FF2B5EF4-FFF2-40B4-BE49-F238E27FC236}">
                <a16:creationId xmlns:a16="http://schemas.microsoft.com/office/drawing/2014/main" id="{2272E1E4-9D2B-488C-9ABA-19994308BC9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34" name="mini-map"/>
          <p:cNvPicPr>
            <a:picLocks xmlns:a="http://schemas.openxmlformats.org/drawingml/2006/main" noChangeAspect="1"/>
          </p:cNvPicPr>
          <p:nvPr/>
        </p:nvPicPr>
        <p:blipFill>
          <a:blip xmlns:r="http://schemas.openxmlformats.org/officeDocument/2006/relationships" xmlns:a="http://schemas.openxmlformats.org/drawingml/2006/main" r:embed="R669eb41cb3dd403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7" name="slide-title">
            <a:extLst xmlns:a="http://schemas.openxmlformats.org/drawingml/2006/main">
              <a:ext uri="{FF2B5EF4-FFF2-40B4-BE49-F238E27FC236}">
                <a16:creationId xmlns:a16="http://schemas.microsoft.com/office/drawing/2014/main" id="{D91AE4C4-BABD-4ABF-A3A0-48FC56BE9AC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28" name="header-divider">
            <a:extLst xmlns:a="http://schemas.openxmlformats.org/drawingml/2006/main">
              <a:ext uri="{FF2B5EF4-FFF2-40B4-BE49-F238E27FC236}">
                <a16:creationId xmlns:a16="http://schemas.microsoft.com/office/drawing/2014/main" id="{9E23BE5F-1188-48AA-8D5F-AC186DEA194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9" name="21-text-2">
            <a:extLst xmlns:a="http://schemas.openxmlformats.org/drawingml/2006/main">
              <a:ext uri="{FF2B5EF4-FFF2-40B4-BE49-F238E27FC236}">
                <a16:creationId xmlns:a16="http://schemas.microsoft.com/office/drawing/2014/main" id="{BA83D972-625C-4008-88C2-2590E6D4C094}"/>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530" name="21-text-3">
            <a:extLst xmlns:a="http://schemas.openxmlformats.org/drawingml/2006/main">
              <a:ext uri="{FF2B5EF4-FFF2-40B4-BE49-F238E27FC236}">
                <a16:creationId xmlns:a16="http://schemas.microsoft.com/office/drawing/2014/main" id="{757A4FFC-148C-4E09-9CDB-2816B87EE772}"/>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531" name="21-text-4">
            <a:extLst xmlns:a="http://schemas.openxmlformats.org/drawingml/2006/main">
              <a:ext uri="{FF2B5EF4-FFF2-40B4-BE49-F238E27FC236}">
                <a16:creationId xmlns:a16="http://schemas.microsoft.com/office/drawing/2014/main" id="{FC9202A5-EBAA-43D4-95E9-18133E602FEE}"/>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532" name="narrative-number">
            <a:extLst xmlns:a="http://schemas.openxmlformats.org/drawingml/2006/main">
              <a:ext uri="{FF2B5EF4-FFF2-40B4-BE49-F238E27FC236}">
                <a16:creationId xmlns:a16="http://schemas.microsoft.com/office/drawing/2014/main" id="{869C076E-6FD6-4F87-B8A4-24A02B36340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612541694"/>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3" name="!!area-name">
            <a:extLst xmlns:a="http://schemas.openxmlformats.org/drawingml/2006/main">
              <a:ext uri="{FF2B5EF4-FFF2-40B4-BE49-F238E27FC236}">
                <a16:creationId xmlns:a16="http://schemas.microsoft.com/office/drawing/2014/main" id="{81BDEE55-9E6A-49B9-AC47-D2D590E4DBF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49" name="mini-map"/>
          <p:cNvPicPr>
            <a:picLocks xmlns:a="http://schemas.openxmlformats.org/drawingml/2006/main" noChangeAspect="1"/>
          </p:cNvPicPr>
          <p:nvPr/>
        </p:nvPicPr>
        <p:blipFill>
          <a:blip xmlns:r="http://schemas.openxmlformats.org/officeDocument/2006/relationships" xmlns:a="http://schemas.openxmlformats.org/drawingml/2006/main" r:embed="Rc6658809a40e4fa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5" name="slide-title">
            <a:extLst xmlns:a="http://schemas.openxmlformats.org/drawingml/2006/main">
              <a:ext uri="{FF2B5EF4-FFF2-40B4-BE49-F238E27FC236}">
                <a16:creationId xmlns:a16="http://schemas.microsoft.com/office/drawing/2014/main" id="{58721FD1-7AFD-47B9-892A-7F60B8734A7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536" name="header-divider">
            <a:extLst xmlns:a="http://schemas.openxmlformats.org/drawingml/2006/main">
              <a:ext uri="{FF2B5EF4-FFF2-40B4-BE49-F238E27FC236}">
                <a16:creationId xmlns:a16="http://schemas.microsoft.com/office/drawing/2014/main" id="{CC753DF0-22F2-431F-8CD7-E74CB00C294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7" name="22-text-1">
            <a:extLst xmlns:a="http://schemas.openxmlformats.org/drawingml/2006/main">
              <a:ext uri="{FF2B5EF4-FFF2-40B4-BE49-F238E27FC236}">
                <a16:creationId xmlns:a16="http://schemas.microsoft.com/office/drawing/2014/main" id="{4A9AF203-230E-4442-BDB0-875B1A6249B7}"/>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538" name="22-line-3">
            <a:extLst xmlns:a="http://schemas.openxmlformats.org/drawingml/2006/main">
              <a:ext uri="{FF2B5EF4-FFF2-40B4-BE49-F238E27FC236}">
                <a16:creationId xmlns:a16="http://schemas.microsoft.com/office/drawing/2014/main" id="{32658070-944E-4A53-8A66-289C10501823}"/>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39" name="22-text-4">
            <a:extLst xmlns:a="http://schemas.openxmlformats.org/drawingml/2006/main">
              <a:ext uri="{FF2B5EF4-FFF2-40B4-BE49-F238E27FC236}">
                <a16:creationId xmlns:a16="http://schemas.microsoft.com/office/drawing/2014/main" id="{99EE7E15-31AD-4919-AF09-128D3B668283}"/>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540" name="22-text-5">
            <a:extLst xmlns:a="http://schemas.openxmlformats.org/drawingml/2006/main">
              <a:ext uri="{FF2B5EF4-FFF2-40B4-BE49-F238E27FC236}">
                <a16:creationId xmlns:a16="http://schemas.microsoft.com/office/drawing/2014/main" id="{9687DD5F-5083-4261-BBB1-67A3519444C5}"/>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41" name="22-line-7">
            <a:extLst xmlns:a="http://schemas.openxmlformats.org/drawingml/2006/main">
              <a:ext uri="{FF2B5EF4-FFF2-40B4-BE49-F238E27FC236}">
                <a16:creationId xmlns:a16="http://schemas.microsoft.com/office/drawing/2014/main" id="{10CAB058-88D0-48E0-83A2-68B808009377}"/>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42" name="22-text-8">
            <a:extLst xmlns:a="http://schemas.openxmlformats.org/drawingml/2006/main">
              <a:ext uri="{FF2B5EF4-FFF2-40B4-BE49-F238E27FC236}">
                <a16:creationId xmlns:a16="http://schemas.microsoft.com/office/drawing/2014/main" id="{F80D2F21-2D5B-439D-A236-E9BDE45DEB04}"/>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543" name="22-text-9">
            <a:extLst xmlns:a="http://schemas.openxmlformats.org/drawingml/2006/main">
              <a:ext uri="{FF2B5EF4-FFF2-40B4-BE49-F238E27FC236}">
                <a16:creationId xmlns:a16="http://schemas.microsoft.com/office/drawing/2014/main" id="{22C25671-6E71-48AE-B6A4-69F28AE95284}"/>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544" name="22-line-11">
            <a:extLst xmlns:a="http://schemas.openxmlformats.org/drawingml/2006/main">
              <a:ext uri="{FF2B5EF4-FFF2-40B4-BE49-F238E27FC236}">
                <a16:creationId xmlns:a16="http://schemas.microsoft.com/office/drawing/2014/main" id="{938CBC53-9D04-46F5-8A37-54D009851358}"/>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45" name="22-text-12">
            <a:extLst xmlns:a="http://schemas.openxmlformats.org/drawingml/2006/main">
              <a:ext uri="{FF2B5EF4-FFF2-40B4-BE49-F238E27FC236}">
                <a16:creationId xmlns:a16="http://schemas.microsoft.com/office/drawing/2014/main" id="{F9A6EDE7-B08A-412F-B337-AAE3424AB999}"/>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546" name="22-text-13">
            <a:extLst xmlns:a="http://schemas.openxmlformats.org/drawingml/2006/main">
              <a:ext uri="{FF2B5EF4-FFF2-40B4-BE49-F238E27FC236}">
                <a16:creationId xmlns:a16="http://schemas.microsoft.com/office/drawing/2014/main" id="{8CC47ED6-E83E-43D5-9493-E0F181AB8C30}"/>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547" name="narrative-number">
            <a:extLst xmlns:a="http://schemas.openxmlformats.org/drawingml/2006/main">
              <a:ext uri="{FF2B5EF4-FFF2-40B4-BE49-F238E27FC236}">
                <a16:creationId xmlns:a16="http://schemas.microsoft.com/office/drawing/2014/main" id="{D55A5D7C-AA9C-433C-AE46-D0A1E91B652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879522590"/>
      </p:ext>
    </p:extLst>
  </p:cSld>
</p:sld>
</file>

<file path=ppt/slides/slide5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8" name="!!area-name">
            <a:extLst xmlns:a="http://schemas.openxmlformats.org/drawingml/2006/main">
              <a:ext uri="{FF2B5EF4-FFF2-40B4-BE49-F238E27FC236}">
                <a16:creationId xmlns:a16="http://schemas.microsoft.com/office/drawing/2014/main" id="{70E668BF-2CA5-4718-884D-6B58B5DB679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61" name="mini-map"/>
          <p:cNvPicPr>
            <a:picLocks xmlns:a="http://schemas.openxmlformats.org/drawingml/2006/main" noChangeAspect="1"/>
          </p:cNvPicPr>
          <p:nvPr/>
        </p:nvPicPr>
        <p:blipFill>
          <a:blip xmlns:r="http://schemas.openxmlformats.org/officeDocument/2006/relationships" xmlns:a="http://schemas.openxmlformats.org/drawingml/2006/main" r:embed="R27af4adef0714b8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0" name="header-divider">
            <a:extLst xmlns:a="http://schemas.openxmlformats.org/drawingml/2006/main">
              <a:ext uri="{FF2B5EF4-FFF2-40B4-BE49-F238E27FC236}">
                <a16:creationId xmlns:a16="http://schemas.microsoft.com/office/drawing/2014/main" id="{2C4D360E-89BF-4AFD-96B9-80A1338255D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1" name="22b-text-1">
            <a:extLst xmlns:a="http://schemas.openxmlformats.org/drawingml/2006/main">
              <a:ext uri="{FF2B5EF4-FFF2-40B4-BE49-F238E27FC236}">
                <a16:creationId xmlns:a16="http://schemas.microsoft.com/office/drawing/2014/main" id="{3335122E-0F2D-4AB3-A9C4-14B7FA22A96B}"/>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52" name="22b-text-2">
            <a:extLst xmlns:a="http://schemas.openxmlformats.org/drawingml/2006/main">
              <a:ext uri="{FF2B5EF4-FFF2-40B4-BE49-F238E27FC236}">
                <a16:creationId xmlns:a16="http://schemas.microsoft.com/office/drawing/2014/main" id="{E59D99D9-E976-46A5-A415-908CC2328025}"/>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553" name="22b-text-3">
            <a:extLst xmlns:a="http://schemas.openxmlformats.org/drawingml/2006/main">
              <a:ext uri="{FF2B5EF4-FFF2-40B4-BE49-F238E27FC236}">
                <a16:creationId xmlns:a16="http://schemas.microsoft.com/office/drawing/2014/main" id="{683B97E0-0AAD-40A2-AD7A-A363C5B8473B}"/>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54" name="22b-text-4">
            <a:extLst xmlns:a="http://schemas.openxmlformats.org/drawingml/2006/main">
              <a:ext uri="{FF2B5EF4-FFF2-40B4-BE49-F238E27FC236}">
                <a16:creationId xmlns:a16="http://schemas.microsoft.com/office/drawing/2014/main" id="{5B83ED7F-27BD-4AAA-92A5-6DA9C6C4D11B}"/>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555" name="22b-text-5">
            <a:extLst xmlns:a="http://schemas.openxmlformats.org/drawingml/2006/main">
              <a:ext uri="{FF2B5EF4-FFF2-40B4-BE49-F238E27FC236}">
                <a16:creationId xmlns:a16="http://schemas.microsoft.com/office/drawing/2014/main" id="{3109B7FC-F0EE-4545-8D57-4448BDC61F2A}"/>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556" name="22b-text-6">
            <a:extLst xmlns:a="http://schemas.openxmlformats.org/drawingml/2006/main">
              <a:ext uri="{FF2B5EF4-FFF2-40B4-BE49-F238E27FC236}">
                <a16:creationId xmlns:a16="http://schemas.microsoft.com/office/drawing/2014/main" id="{3F3A52F5-596A-49C1-8335-4303E4F99DEC}"/>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557" name="22b-text-7">
            <a:extLst xmlns:a="http://schemas.openxmlformats.org/drawingml/2006/main">
              <a:ext uri="{FF2B5EF4-FFF2-40B4-BE49-F238E27FC236}">
                <a16:creationId xmlns:a16="http://schemas.microsoft.com/office/drawing/2014/main" id="{9549F3FA-7C02-4242-9878-D217505E0369}"/>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558" name="22b-text-8">
            <a:extLst xmlns:a="http://schemas.openxmlformats.org/drawingml/2006/main">
              <a:ext uri="{FF2B5EF4-FFF2-40B4-BE49-F238E27FC236}">
                <a16:creationId xmlns:a16="http://schemas.microsoft.com/office/drawing/2014/main" id="{B2009E91-9DEA-484D-9D83-32BBF8F175E9}"/>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559" name="narrative-number">
            <a:extLst xmlns:a="http://schemas.openxmlformats.org/drawingml/2006/main">
              <a:ext uri="{FF2B5EF4-FFF2-40B4-BE49-F238E27FC236}">
                <a16:creationId xmlns:a16="http://schemas.microsoft.com/office/drawing/2014/main" id="{A2254ED0-FB1B-467B-ADD4-CC46EF270D3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586412150"/>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0" name="!!area-name">
            <a:extLst xmlns:a="http://schemas.openxmlformats.org/drawingml/2006/main">
              <a:ext uri="{FF2B5EF4-FFF2-40B4-BE49-F238E27FC236}">
                <a16:creationId xmlns:a16="http://schemas.microsoft.com/office/drawing/2014/main" id="{672AEF69-D011-49F4-AAE4-5C24A7826CF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68" name="mini-map"/>
          <p:cNvPicPr>
            <a:picLocks xmlns:a="http://schemas.openxmlformats.org/drawingml/2006/main" noChangeAspect="1"/>
          </p:cNvPicPr>
          <p:nvPr/>
        </p:nvPicPr>
        <p:blipFill>
          <a:blip xmlns:r="http://schemas.openxmlformats.org/officeDocument/2006/relationships" xmlns:a="http://schemas.openxmlformats.org/drawingml/2006/main" r:embed="R1bb490ca1d3a483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62" name="header-divider">
            <a:extLst xmlns:a="http://schemas.openxmlformats.org/drawingml/2006/main">
              <a:ext uri="{FF2B5EF4-FFF2-40B4-BE49-F238E27FC236}">
                <a16:creationId xmlns:a16="http://schemas.microsoft.com/office/drawing/2014/main" id="{DB74FB28-8F4C-4EAE-BD7F-AE365CB101B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3" name="22b-text-1">
            <a:extLst xmlns:a="http://schemas.openxmlformats.org/drawingml/2006/main">
              <a:ext uri="{FF2B5EF4-FFF2-40B4-BE49-F238E27FC236}">
                <a16:creationId xmlns:a16="http://schemas.microsoft.com/office/drawing/2014/main" id="{26666BCE-B070-4955-B7A1-6680F035F5FA}"/>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64" name="22b-text-9">
            <a:extLst xmlns:a="http://schemas.openxmlformats.org/drawingml/2006/main">
              <a:ext uri="{FF2B5EF4-FFF2-40B4-BE49-F238E27FC236}">
                <a16:creationId xmlns:a16="http://schemas.microsoft.com/office/drawing/2014/main" id="{6EB18662-B8E0-4CAB-9671-F6EECE6745A2}"/>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565" name="22b-text-10">
            <a:extLst xmlns:a="http://schemas.openxmlformats.org/drawingml/2006/main">
              <a:ext uri="{FF2B5EF4-FFF2-40B4-BE49-F238E27FC236}">
                <a16:creationId xmlns:a16="http://schemas.microsoft.com/office/drawing/2014/main" id="{CBBFE792-E817-4F90-B360-7B1F54172AC9}"/>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566" name="narrative-number">
            <a:extLst xmlns:a="http://schemas.openxmlformats.org/drawingml/2006/main">
              <a:ext uri="{FF2B5EF4-FFF2-40B4-BE49-F238E27FC236}">
                <a16:creationId xmlns:a16="http://schemas.microsoft.com/office/drawing/2014/main" id="{FACC0B79-240F-499E-B42D-8FF36E6BD0E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073333730"/>
      </p:ext>
    </p:extLst>
  </p:cSld>
</p:sld>
</file>

<file path=ppt/slides/slide5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7" name="!!area-name">
            <a:extLst xmlns:a="http://schemas.openxmlformats.org/drawingml/2006/main">
              <a:ext uri="{FF2B5EF4-FFF2-40B4-BE49-F238E27FC236}">
                <a16:creationId xmlns:a16="http://schemas.microsoft.com/office/drawing/2014/main" id="{F4749EBF-4004-40E4-A66D-868969C3C97A}"/>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68" name="header-divider">
            <a:extLst xmlns:a="http://schemas.openxmlformats.org/drawingml/2006/main">
              <a:ext uri="{FF2B5EF4-FFF2-40B4-BE49-F238E27FC236}">
                <a16:creationId xmlns:a16="http://schemas.microsoft.com/office/drawing/2014/main" id="{A35ACB2C-AFF7-4320-AEED-DA4A87FE0A4A}"/>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9" name="23-shape-1">
            <a:extLst xmlns:a="http://schemas.openxmlformats.org/drawingml/2006/main">
              <a:ext uri="{FF2B5EF4-FFF2-40B4-BE49-F238E27FC236}">
                <a16:creationId xmlns:a16="http://schemas.microsoft.com/office/drawing/2014/main" id="{2A07ABDB-B700-4F47-B8A9-68E9EC2CD9BF}"/>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70" name="23-shape-2">
            <a:extLst xmlns:a="http://schemas.openxmlformats.org/drawingml/2006/main">
              <a:ext uri="{FF2B5EF4-FFF2-40B4-BE49-F238E27FC236}">
                <a16:creationId xmlns:a16="http://schemas.microsoft.com/office/drawing/2014/main" id="{44A10531-347F-4504-B4B3-54847B271EDB}"/>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71" name="23-text-3">
            <a:extLst xmlns:a="http://schemas.openxmlformats.org/drawingml/2006/main">
              <a:ext uri="{FF2B5EF4-FFF2-40B4-BE49-F238E27FC236}">
                <a16:creationId xmlns:a16="http://schemas.microsoft.com/office/drawing/2014/main" id="{715A3880-2E46-4E8A-B5C1-8355CBEEBD1D}"/>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572" name="23-text-4">
            <a:extLst xmlns:a="http://schemas.openxmlformats.org/drawingml/2006/main">
              <a:ext uri="{FF2B5EF4-FFF2-40B4-BE49-F238E27FC236}">
                <a16:creationId xmlns:a16="http://schemas.microsoft.com/office/drawing/2014/main" id="{62FA892C-0348-4CBD-8413-6422065C4259}"/>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Choosing and changing models without testing them on your task.</a:t>
            </a:r>
          </a:p>
        </p:txBody>
      </p:sp>
      <p:sp>
        <p:nvSpPr>
          <p:cNvPr id="573" name="23-shape-5">
            <a:extLst xmlns:a="http://schemas.openxmlformats.org/drawingml/2006/main">
              <a:ext uri="{FF2B5EF4-FFF2-40B4-BE49-F238E27FC236}">
                <a16:creationId xmlns:a16="http://schemas.microsoft.com/office/drawing/2014/main" id="{AEBEC325-4531-449C-9A23-72DC8472CE4B}"/>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74" name="23-shape-6">
            <a:extLst xmlns:a="http://schemas.openxmlformats.org/drawingml/2006/main">
              <a:ext uri="{FF2B5EF4-FFF2-40B4-BE49-F238E27FC236}">
                <a16:creationId xmlns:a16="http://schemas.microsoft.com/office/drawing/2014/main" id="{21FBD3CF-BF68-40A9-AB48-43C7E38DE552}"/>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75" name="23-text-7">
            <a:extLst xmlns:a="http://schemas.openxmlformats.org/drawingml/2006/main">
              <a:ext uri="{FF2B5EF4-FFF2-40B4-BE49-F238E27FC236}">
                <a16:creationId xmlns:a16="http://schemas.microsoft.com/office/drawing/2014/main" id="{642513EF-CA4C-464F-9301-1F05CDC7BD84}"/>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576" name="23-text-8">
            <a:extLst xmlns:a="http://schemas.openxmlformats.org/drawingml/2006/main">
              <a:ext uri="{FF2B5EF4-FFF2-40B4-BE49-F238E27FC236}">
                <a16:creationId xmlns:a16="http://schemas.microsoft.com/office/drawing/2014/main" id="{F5F7365E-E48C-47A9-A1F6-CF667BAF971A}"/>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577" name="23-shape-9">
            <a:extLst xmlns:a="http://schemas.openxmlformats.org/drawingml/2006/main">
              <a:ext uri="{FF2B5EF4-FFF2-40B4-BE49-F238E27FC236}">
                <a16:creationId xmlns:a16="http://schemas.microsoft.com/office/drawing/2014/main" id="{B7F420FA-2F40-4F06-B080-2849F5EF13D2}"/>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78" name="23-shape-10">
            <a:extLst xmlns:a="http://schemas.openxmlformats.org/drawingml/2006/main">
              <a:ext uri="{FF2B5EF4-FFF2-40B4-BE49-F238E27FC236}">
                <a16:creationId xmlns:a16="http://schemas.microsoft.com/office/drawing/2014/main" id="{8DACB590-9C47-43D7-A78D-57BB18ADEF9B}"/>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79" name="23-text-11">
            <a:extLst xmlns:a="http://schemas.openxmlformats.org/drawingml/2006/main">
              <a:ext uri="{FF2B5EF4-FFF2-40B4-BE49-F238E27FC236}">
                <a16:creationId xmlns:a16="http://schemas.microsoft.com/office/drawing/2014/main" id="{B42794E8-903B-4E4C-A5CE-D0118CA74B84}"/>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580" name="23-text-12">
            <a:extLst xmlns:a="http://schemas.openxmlformats.org/drawingml/2006/main">
              <a:ext uri="{FF2B5EF4-FFF2-40B4-BE49-F238E27FC236}">
                <a16:creationId xmlns:a16="http://schemas.microsoft.com/office/drawing/2014/main" id="{DC2E8B14-5AB9-4BD8-8127-8F0AF9B37A80}"/>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581" name="23-shape-13">
            <a:extLst xmlns:a="http://schemas.openxmlformats.org/drawingml/2006/main">
              <a:ext uri="{FF2B5EF4-FFF2-40B4-BE49-F238E27FC236}">
                <a16:creationId xmlns:a16="http://schemas.microsoft.com/office/drawing/2014/main" id="{6543AAB2-7DAA-4863-A963-C60FABB7E536}"/>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82" name="23-shape-14">
            <a:extLst xmlns:a="http://schemas.openxmlformats.org/drawingml/2006/main">
              <a:ext uri="{FF2B5EF4-FFF2-40B4-BE49-F238E27FC236}">
                <a16:creationId xmlns:a16="http://schemas.microsoft.com/office/drawing/2014/main" id="{86BFD504-28D0-4149-A60D-6C0E0F663760}"/>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83" name="23-text-15">
            <a:extLst xmlns:a="http://schemas.openxmlformats.org/drawingml/2006/main">
              <a:ext uri="{FF2B5EF4-FFF2-40B4-BE49-F238E27FC236}">
                <a16:creationId xmlns:a16="http://schemas.microsoft.com/office/drawing/2014/main" id="{ACFED8AE-5440-4C24-A1FA-B2AD670A2645}"/>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84" name="23-text-16">
            <a:extLst xmlns:a="http://schemas.openxmlformats.org/drawingml/2006/main">
              <a:ext uri="{FF2B5EF4-FFF2-40B4-BE49-F238E27FC236}">
                <a16:creationId xmlns:a16="http://schemas.microsoft.com/office/drawing/2014/main" id="{F813CA08-0742-4DBE-9E16-70D11EBE7D3D}"/>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585" name="23-shape-17">
            <a:extLst xmlns:a="http://schemas.openxmlformats.org/drawingml/2006/main">
              <a:ext uri="{FF2B5EF4-FFF2-40B4-BE49-F238E27FC236}">
                <a16:creationId xmlns:a16="http://schemas.microsoft.com/office/drawing/2014/main" id="{7F23C9F4-7341-418A-BF96-A621BCC33BC0}"/>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86" name="23-shape-18">
            <a:extLst xmlns:a="http://schemas.openxmlformats.org/drawingml/2006/main">
              <a:ext uri="{FF2B5EF4-FFF2-40B4-BE49-F238E27FC236}">
                <a16:creationId xmlns:a16="http://schemas.microsoft.com/office/drawing/2014/main" id="{71A44EE9-256E-44CA-BB12-9619E2731C2C}"/>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87" name="23-text-19">
            <a:extLst xmlns:a="http://schemas.openxmlformats.org/drawingml/2006/main">
              <a:ext uri="{FF2B5EF4-FFF2-40B4-BE49-F238E27FC236}">
                <a16:creationId xmlns:a16="http://schemas.microsoft.com/office/drawing/2014/main" id="{FE70D09E-3839-4F8C-8A19-19CC55056F80}"/>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588" name="23-text-20">
            <a:extLst xmlns:a="http://schemas.openxmlformats.org/drawingml/2006/main">
              <a:ext uri="{FF2B5EF4-FFF2-40B4-BE49-F238E27FC236}">
                <a16:creationId xmlns:a16="http://schemas.microsoft.com/office/drawing/2014/main" id="{B2E15F9F-9C64-4D1E-BD24-CB81EACD3AF0}"/>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589" name="23-shape-21">
            <a:extLst xmlns:a="http://schemas.openxmlformats.org/drawingml/2006/main">
              <a:ext uri="{FF2B5EF4-FFF2-40B4-BE49-F238E27FC236}">
                <a16:creationId xmlns:a16="http://schemas.microsoft.com/office/drawing/2014/main" id="{181BC513-53E5-49EC-BE1B-01FCB7F58355}"/>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90" name="23-shape-22">
            <a:extLst xmlns:a="http://schemas.openxmlformats.org/drawingml/2006/main">
              <a:ext uri="{FF2B5EF4-FFF2-40B4-BE49-F238E27FC236}">
                <a16:creationId xmlns:a16="http://schemas.microsoft.com/office/drawing/2014/main" id="{9A60271C-ABD4-443C-899E-C41DE38464E2}"/>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91" name="23-text-23">
            <a:extLst xmlns:a="http://schemas.openxmlformats.org/drawingml/2006/main">
              <a:ext uri="{FF2B5EF4-FFF2-40B4-BE49-F238E27FC236}">
                <a16:creationId xmlns:a16="http://schemas.microsoft.com/office/drawing/2014/main" id="{D8E71372-0CD1-4779-B17B-50A57DF7657A}"/>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592" name="23-text-24">
            <a:extLst xmlns:a="http://schemas.openxmlformats.org/drawingml/2006/main">
              <a:ext uri="{FF2B5EF4-FFF2-40B4-BE49-F238E27FC236}">
                <a16:creationId xmlns:a16="http://schemas.microsoft.com/office/drawing/2014/main" id="{89868E6A-EDD5-454B-9BF5-82489D4A682A}"/>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593" name="narrative-number">
            <a:extLst xmlns:a="http://schemas.openxmlformats.org/drawingml/2006/main">
              <a:ext uri="{FF2B5EF4-FFF2-40B4-BE49-F238E27FC236}">
                <a16:creationId xmlns:a16="http://schemas.microsoft.com/office/drawing/2014/main" id="{27038886-5FE3-43E5-A851-145D4B90B71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986902769"/>
      </p:ext>
    </p:extLst>
  </p:cSld>
</p:sld>
</file>

<file path=ppt/slides/slide6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94" name="!!area-name">
            <a:extLst xmlns:a="http://schemas.openxmlformats.org/drawingml/2006/main">
              <a:ext uri="{FF2B5EF4-FFF2-40B4-BE49-F238E27FC236}">
                <a16:creationId xmlns:a16="http://schemas.microsoft.com/office/drawing/2014/main" id="{61D11D11-7700-4490-B20A-98F15A16E10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12" name="mini-map"/>
          <p:cNvPicPr>
            <a:picLocks xmlns:a="http://schemas.openxmlformats.org/drawingml/2006/main" noChangeAspect="1"/>
          </p:cNvPicPr>
          <p:nvPr/>
        </p:nvPicPr>
        <p:blipFill>
          <a:blip xmlns:r="http://schemas.openxmlformats.org/officeDocument/2006/relationships" xmlns:a="http://schemas.openxmlformats.org/drawingml/2006/main" r:embed="Rc8bcd65ae8844b5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96" name="slide-title">
            <a:extLst xmlns:a="http://schemas.openxmlformats.org/drawingml/2006/main">
              <a:ext uri="{FF2B5EF4-FFF2-40B4-BE49-F238E27FC236}">
                <a16:creationId xmlns:a16="http://schemas.microsoft.com/office/drawing/2014/main" id="{97AFE1AE-3AF3-429B-A7B4-29D9508D526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97" name="header-divider">
            <a:extLst xmlns:a="http://schemas.openxmlformats.org/drawingml/2006/main">
              <a:ext uri="{FF2B5EF4-FFF2-40B4-BE49-F238E27FC236}">
                <a16:creationId xmlns:a16="http://schemas.microsoft.com/office/drawing/2014/main" id="{6B76AF59-9E57-4CE4-8792-D4F4E0A707A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98" name="24-shape-1">
            <a:extLst xmlns:a="http://schemas.openxmlformats.org/drawingml/2006/main">
              <a:ext uri="{FF2B5EF4-FFF2-40B4-BE49-F238E27FC236}">
                <a16:creationId xmlns:a16="http://schemas.microsoft.com/office/drawing/2014/main" id="{F9823719-74C6-44B0-854E-28DB1E0FD26C}"/>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99" name="24-text-2">
            <a:extLst xmlns:a="http://schemas.openxmlformats.org/drawingml/2006/main">
              <a:ext uri="{FF2B5EF4-FFF2-40B4-BE49-F238E27FC236}">
                <a16:creationId xmlns:a16="http://schemas.microsoft.com/office/drawing/2014/main" id="{DF1FB731-78FA-485C-9F13-254784134FD5}"/>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600" name="24-text-3">
            <a:extLst xmlns:a="http://schemas.openxmlformats.org/drawingml/2006/main">
              <a:ext uri="{FF2B5EF4-FFF2-40B4-BE49-F238E27FC236}">
                <a16:creationId xmlns:a16="http://schemas.microsoft.com/office/drawing/2014/main" id="{D4F9DF51-EE7D-4745-82DD-D61AD00D971C}"/>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601" name="24-shape-4">
            <a:extLst xmlns:a="http://schemas.openxmlformats.org/drawingml/2006/main">
              <a:ext uri="{FF2B5EF4-FFF2-40B4-BE49-F238E27FC236}">
                <a16:creationId xmlns:a16="http://schemas.microsoft.com/office/drawing/2014/main" id="{2CFA07E6-CCBB-469E-8AA8-0A2657FEE620}"/>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02" name="24-text-5">
            <a:extLst xmlns:a="http://schemas.openxmlformats.org/drawingml/2006/main">
              <a:ext uri="{FF2B5EF4-FFF2-40B4-BE49-F238E27FC236}">
                <a16:creationId xmlns:a16="http://schemas.microsoft.com/office/drawing/2014/main" id="{7C9ED6C3-84BE-46E8-8997-253554A3CA0A}"/>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603" name="24-text-6">
            <a:extLst xmlns:a="http://schemas.openxmlformats.org/drawingml/2006/main">
              <a:ext uri="{FF2B5EF4-FFF2-40B4-BE49-F238E27FC236}">
                <a16:creationId xmlns:a16="http://schemas.microsoft.com/office/drawing/2014/main" id="{3262D3F9-0C38-4E04-BD71-F9504D042FF2}"/>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604" name="24-shape-7">
            <a:extLst xmlns:a="http://schemas.openxmlformats.org/drawingml/2006/main">
              <a:ext uri="{FF2B5EF4-FFF2-40B4-BE49-F238E27FC236}">
                <a16:creationId xmlns:a16="http://schemas.microsoft.com/office/drawing/2014/main" id="{71FE8B2C-BDEA-421E-A8CA-D5B873764140}"/>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05" name="24-text-8">
            <a:extLst xmlns:a="http://schemas.openxmlformats.org/drawingml/2006/main">
              <a:ext uri="{FF2B5EF4-FFF2-40B4-BE49-F238E27FC236}">
                <a16:creationId xmlns:a16="http://schemas.microsoft.com/office/drawing/2014/main" id="{EC7FA549-267C-4F11-B40C-97C0C6573585}"/>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606" name="24-text-9">
            <a:extLst xmlns:a="http://schemas.openxmlformats.org/drawingml/2006/main">
              <a:ext uri="{FF2B5EF4-FFF2-40B4-BE49-F238E27FC236}">
                <a16:creationId xmlns:a16="http://schemas.microsoft.com/office/drawing/2014/main" id="{1771040F-6048-4519-8B22-504AFAC1228A}"/>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607" name="24-shape-10">
            <a:extLst xmlns:a="http://schemas.openxmlformats.org/drawingml/2006/main">
              <a:ext uri="{FF2B5EF4-FFF2-40B4-BE49-F238E27FC236}">
                <a16:creationId xmlns:a16="http://schemas.microsoft.com/office/drawing/2014/main" id="{8463A15C-D4E0-4EA3-8A1C-38C1C21F754C}"/>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08" name="24-text-11">
            <a:extLst xmlns:a="http://schemas.openxmlformats.org/drawingml/2006/main">
              <a:ext uri="{FF2B5EF4-FFF2-40B4-BE49-F238E27FC236}">
                <a16:creationId xmlns:a16="http://schemas.microsoft.com/office/drawing/2014/main" id="{B40D76EE-6DD9-484E-BBCC-4B13C4528D25}"/>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609" name="24-text-12">
            <a:extLst xmlns:a="http://schemas.openxmlformats.org/drawingml/2006/main">
              <a:ext uri="{FF2B5EF4-FFF2-40B4-BE49-F238E27FC236}">
                <a16:creationId xmlns:a16="http://schemas.microsoft.com/office/drawing/2014/main" id="{EB5AB6CE-6C5E-4665-BAA3-BD024C0F30E3}"/>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610" name="narrative-number">
            <a:extLst xmlns:a="http://schemas.openxmlformats.org/drawingml/2006/main">
              <a:ext uri="{FF2B5EF4-FFF2-40B4-BE49-F238E27FC236}">
                <a16:creationId xmlns:a16="http://schemas.microsoft.com/office/drawing/2014/main" id="{2265E81C-8E3D-49EB-9EE2-AFCF82053C1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823030749"/>
      </p:ext>
    </p:extLst>
  </p:cSld>
</p:sld>
</file>

<file path=ppt/slides/slide6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11" name="!!area-name">
            <a:extLst xmlns:a="http://schemas.openxmlformats.org/drawingml/2006/main">
              <a:ext uri="{FF2B5EF4-FFF2-40B4-BE49-F238E27FC236}">
                <a16:creationId xmlns:a16="http://schemas.microsoft.com/office/drawing/2014/main" id="{31B42A5D-683F-43D0-B77E-32589E89444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21" name="mini-map"/>
          <p:cNvPicPr>
            <a:picLocks xmlns:a="http://schemas.openxmlformats.org/drawingml/2006/main" noChangeAspect="1"/>
          </p:cNvPicPr>
          <p:nvPr/>
        </p:nvPicPr>
        <p:blipFill>
          <a:blip xmlns:r="http://schemas.openxmlformats.org/officeDocument/2006/relationships" xmlns:a="http://schemas.openxmlformats.org/drawingml/2006/main" r:embed="Rfd34363b3a2a4b0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13" name="slide-title">
            <a:extLst xmlns:a="http://schemas.openxmlformats.org/drawingml/2006/main">
              <a:ext uri="{FF2B5EF4-FFF2-40B4-BE49-F238E27FC236}">
                <a16:creationId xmlns:a16="http://schemas.microsoft.com/office/drawing/2014/main" id="{EEED680B-1DD1-44C6-97F3-2E2A637D2B6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614" name="header-divider">
            <a:extLst xmlns:a="http://schemas.openxmlformats.org/drawingml/2006/main">
              <a:ext uri="{FF2B5EF4-FFF2-40B4-BE49-F238E27FC236}">
                <a16:creationId xmlns:a16="http://schemas.microsoft.com/office/drawing/2014/main" id="{ABA517D1-5B9C-420C-8818-75876B30BAF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15" name="24-text-13">
            <a:extLst xmlns:a="http://schemas.openxmlformats.org/drawingml/2006/main">
              <a:ext uri="{FF2B5EF4-FFF2-40B4-BE49-F238E27FC236}">
                <a16:creationId xmlns:a16="http://schemas.microsoft.com/office/drawing/2014/main" id="{EEF33492-1756-46D5-8F14-6434884DE984}"/>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616" name="24-text-14">
            <a:extLst xmlns:a="http://schemas.openxmlformats.org/drawingml/2006/main">
              <a:ext uri="{FF2B5EF4-FFF2-40B4-BE49-F238E27FC236}">
                <a16:creationId xmlns:a16="http://schemas.microsoft.com/office/drawing/2014/main" id="{D95A8378-7E77-46C3-9772-9B99B1225FB9}"/>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617" name="24-text-15">
            <a:extLst xmlns:a="http://schemas.openxmlformats.org/drawingml/2006/main">
              <a:ext uri="{FF2B5EF4-FFF2-40B4-BE49-F238E27FC236}">
                <a16:creationId xmlns:a16="http://schemas.microsoft.com/office/drawing/2014/main" id="{820929EF-35A6-46CE-A7F2-363C6456CEEA}"/>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627" name="24-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19" name="narrative-number">
            <a:extLst xmlns:a="http://schemas.openxmlformats.org/drawingml/2006/main">
              <a:ext uri="{FF2B5EF4-FFF2-40B4-BE49-F238E27FC236}">
                <a16:creationId xmlns:a16="http://schemas.microsoft.com/office/drawing/2014/main" id="{70BDD3AC-8988-4DF0-A517-EB70A7C435A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482611800"/>
      </p:ext>
    </p:extLst>
  </p:cSld>
</p:sld>
</file>

<file path=ppt/slides/slide6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20" name="slide-title">
            <a:extLst xmlns:a="http://schemas.openxmlformats.org/drawingml/2006/main">
              <a:ext uri="{FF2B5EF4-FFF2-40B4-BE49-F238E27FC236}">
                <a16:creationId xmlns:a16="http://schemas.microsoft.com/office/drawing/2014/main" id="{7258F034-D0A4-43C7-8AC8-7F8D493DE4D5}"/>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621" name="header-divider">
            <a:extLst xmlns:a="http://schemas.openxmlformats.org/drawingml/2006/main">
              <a:ext uri="{FF2B5EF4-FFF2-40B4-BE49-F238E27FC236}">
                <a16:creationId xmlns:a16="http://schemas.microsoft.com/office/drawing/2014/main" id="{C046BEB8-A0A7-4755-8447-8BAC4252611F}"/>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2" name="25-text-1">
            <a:extLst xmlns:a="http://schemas.openxmlformats.org/drawingml/2006/main">
              <a:ext uri="{FF2B5EF4-FFF2-40B4-BE49-F238E27FC236}">
                <a16:creationId xmlns:a16="http://schemas.microsoft.com/office/drawing/2014/main" id="{58ED3C0C-D442-4812-8E80-27FF3516BB04}"/>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623" name="25-text-2">
            <a:extLst xmlns:a="http://schemas.openxmlformats.org/drawingml/2006/main">
              <a:ext uri="{FF2B5EF4-FFF2-40B4-BE49-F238E27FC236}">
                <a16:creationId xmlns:a16="http://schemas.microsoft.com/office/drawing/2014/main" id="{740C308B-EDBF-4D21-A96C-0E1187E78171}"/>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624" name="25-text-3">
            <a:extLst xmlns:a="http://schemas.openxmlformats.org/drawingml/2006/main">
              <a:ext uri="{FF2B5EF4-FFF2-40B4-BE49-F238E27FC236}">
                <a16:creationId xmlns:a16="http://schemas.microsoft.com/office/drawing/2014/main" id="{17746DC4-EAE5-4B67-9BB3-23CF706DA222}"/>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625" name="25-text-4">
            <a:extLst xmlns:a="http://schemas.openxmlformats.org/drawingml/2006/main">
              <a:ext uri="{FF2B5EF4-FFF2-40B4-BE49-F238E27FC236}">
                <a16:creationId xmlns:a16="http://schemas.microsoft.com/office/drawing/2014/main" id="{2C369D14-BD7E-4865-BD61-E028ADF5F151}"/>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626" name="25-text-5">
            <a:extLst xmlns:a="http://schemas.openxmlformats.org/drawingml/2006/main">
              <a:ext uri="{FF2B5EF4-FFF2-40B4-BE49-F238E27FC236}">
                <a16:creationId xmlns:a16="http://schemas.microsoft.com/office/drawing/2014/main" id="{E4961C76-2182-4C35-A271-71841F843CCF}"/>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627" name="25-text-6">
            <a:extLst xmlns:a="http://schemas.openxmlformats.org/drawingml/2006/main">
              <a:ext uri="{FF2B5EF4-FFF2-40B4-BE49-F238E27FC236}">
                <a16:creationId xmlns:a16="http://schemas.microsoft.com/office/drawing/2014/main" id="{2043BBCE-AC20-4D5F-A7FD-5537CEB3FE77}"/>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628" name="25-text-7">
            <a:extLst xmlns:a="http://schemas.openxmlformats.org/drawingml/2006/main">
              <a:ext uri="{FF2B5EF4-FFF2-40B4-BE49-F238E27FC236}">
                <a16:creationId xmlns:a16="http://schemas.microsoft.com/office/drawing/2014/main" id="{3969CE11-5152-4658-A6E5-551FA349655E}"/>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629" name="25-text-8">
            <a:extLst xmlns:a="http://schemas.openxmlformats.org/drawingml/2006/main">
              <a:ext uri="{FF2B5EF4-FFF2-40B4-BE49-F238E27FC236}">
                <a16:creationId xmlns:a16="http://schemas.microsoft.com/office/drawing/2014/main" id="{C5557149-510F-4B39-91E2-05D7AB2C08BE}"/>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630" name="25-text-9">
            <a:extLst xmlns:a="http://schemas.openxmlformats.org/drawingml/2006/main">
              <a:ext uri="{FF2B5EF4-FFF2-40B4-BE49-F238E27FC236}">
                <a16:creationId xmlns:a16="http://schemas.microsoft.com/office/drawing/2014/main" id="{FF83241A-379F-4F20-B1A1-A802CCC1FA11}"/>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631" name="25-text-10">
            <a:extLst xmlns:a="http://schemas.openxmlformats.org/drawingml/2006/main">
              <a:ext uri="{FF2B5EF4-FFF2-40B4-BE49-F238E27FC236}">
                <a16:creationId xmlns:a16="http://schemas.microsoft.com/office/drawing/2014/main" id="{40D84745-B1DE-4AE1-AE58-5F55F66EF9B1}"/>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632" name="25-text-11">
            <a:extLst xmlns:a="http://schemas.openxmlformats.org/drawingml/2006/main">
              <a:ext uri="{FF2B5EF4-FFF2-40B4-BE49-F238E27FC236}">
                <a16:creationId xmlns:a16="http://schemas.microsoft.com/office/drawing/2014/main" id="{C8177046-0944-411A-BEC1-976C3178ECA0}"/>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633" name="25-text-12">
            <a:extLst xmlns:a="http://schemas.openxmlformats.org/drawingml/2006/main">
              <a:ext uri="{FF2B5EF4-FFF2-40B4-BE49-F238E27FC236}">
                <a16:creationId xmlns:a16="http://schemas.microsoft.com/office/drawing/2014/main" id="{F439EE0B-3427-4DA7-9DFC-6ACB57BF20AF}"/>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634" name="narrative-number">
            <a:extLst xmlns:a="http://schemas.openxmlformats.org/drawingml/2006/main">
              <a:ext uri="{FF2B5EF4-FFF2-40B4-BE49-F238E27FC236}">
                <a16:creationId xmlns:a16="http://schemas.microsoft.com/office/drawing/2014/main" id="{281F0C24-6941-46CE-8026-D066A8A0CD3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203476398"/>
      </p:ext>
    </p:extLst>
  </p:cSld>
</p:sld>
</file>

<file path=ppt/slides/slide6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5" name="26-text-1">
            <a:extLst xmlns:a="http://schemas.openxmlformats.org/drawingml/2006/main">
              <a:ext uri="{FF2B5EF4-FFF2-40B4-BE49-F238E27FC236}">
                <a16:creationId xmlns:a16="http://schemas.microsoft.com/office/drawing/2014/main" id="{DCFA8057-9DE8-4179-98DF-2C480CC5ED59}"/>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636" name="26-text-2">
            <a:extLst xmlns:a="http://schemas.openxmlformats.org/drawingml/2006/main">
              <a:ext uri="{FF2B5EF4-FFF2-40B4-BE49-F238E27FC236}">
                <a16:creationId xmlns:a16="http://schemas.microsoft.com/office/drawing/2014/main" id="{23EEA326-6A70-44B9-B1D5-3262DD2D32D7}"/>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637" name="26-text-3">
            <a:extLst xmlns:a="http://schemas.openxmlformats.org/drawingml/2006/main">
              <a:ext uri="{FF2B5EF4-FFF2-40B4-BE49-F238E27FC236}">
                <a16:creationId xmlns:a16="http://schemas.microsoft.com/office/drawing/2014/main" id="{B77971FC-6869-4653-903C-BA14C6E934A6}"/>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638" name="narrative-number">
            <a:extLst xmlns:a="http://schemas.openxmlformats.org/drawingml/2006/main">
              <a:ext uri="{FF2B5EF4-FFF2-40B4-BE49-F238E27FC236}">
                <a16:creationId xmlns:a16="http://schemas.microsoft.com/office/drawing/2014/main" id="{DDABDA73-2B7F-408A-8679-AF028200370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166683005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2026-09-16T00:45:43.9710000Z</dcterms:created>
  <dcterms:modified xsi:type="dcterms:W3CDTF">2026-09-16T00:45:43.9710000Z</dcterms:modified>
</coreProperties>
</file>