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5bae8cc3274af2" /><Relationship Type="http://schemas.openxmlformats.org/officeDocument/2006/relationships/extended-properties" Target="/docProps/app.xml" Id="R08932abcebdc46e4" /><Relationship Type="http://schemas.openxmlformats.org/officeDocument/2006/relationships/officeDocument" Target="/ppt/presentation.xml" Id="R5b86c1d930df4659"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785e2a98654f451c"/>
    <p:sldMasterId xmlns:r="http://schemas.openxmlformats.org/officeDocument/2006/relationships" id="2147483650" r:id="Rf79fd64dabfc496f"/>
  </p:sldMasterIdLst>
  <p:notesMasterIdLst>
    <p:notesMasterId xmlns:r="http://schemas.openxmlformats.org/officeDocument/2006/relationships" r:id="R3816d2f1302c40fd"/>
  </p:notesMasterIdLst>
  <p:sldIdLst>
    <p:sldId xmlns:r="http://schemas.openxmlformats.org/officeDocument/2006/relationships" id="256" r:id="Rb492c90fec49451f"/>
    <p:sldId xmlns:r="http://schemas.openxmlformats.org/officeDocument/2006/relationships" id="257" r:id="R8abb1739e1bb4226"/>
    <p:sldId xmlns:r="http://schemas.openxmlformats.org/officeDocument/2006/relationships" id="258" r:id="Ree9881f085884ac0"/>
    <p:sldId xmlns:r="http://schemas.openxmlformats.org/officeDocument/2006/relationships" id="259" r:id="Rd6621cf213b1434e"/>
    <p:sldId xmlns:r="http://schemas.openxmlformats.org/officeDocument/2006/relationships" id="260" r:id="Rd35d16121cc948b4"/>
    <p:sldId xmlns:r="http://schemas.openxmlformats.org/officeDocument/2006/relationships" id="261" r:id="Rb978cd68c4ab4304"/>
    <p:sldId xmlns:r="http://schemas.openxmlformats.org/officeDocument/2006/relationships" id="262" r:id="R79cc80756fea4e90"/>
    <p:sldId xmlns:r="http://schemas.openxmlformats.org/officeDocument/2006/relationships" id="263" r:id="R1927a284393849c4"/>
    <p:sldId xmlns:r="http://schemas.openxmlformats.org/officeDocument/2006/relationships" id="264" r:id="R8b995b03c3444e4d"/>
    <p:sldId xmlns:r="http://schemas.openxmlformats.org/officeDocument/2006/relationships" id="265" r:id="Rf966940ad1e94c6e"/>
    <p:sldId xmlns:r="http://schemas.openxmlformats.org/officeDocument/2006/relationships" id="266" r:id="R5dd8e44a3ef94b6c"/>
    <p:sldId xmlns:r="http://schemas.openxmlformats.org/officeDocument/2006/relationships" id="267" r:id="R5aba7f7ca1eb4a0b"/>
    <p:sldId xmlns:r="http://schemas.openxmlformats.org/officeDocument/2006/relationships" id="268" r:id="Rf7935de3374a4520"/>
    <p:sldId xmlns:r="http://schemas.openxmlformats.org/officeDocument/2006/relationships" id="269" r:id="Rc93b3aff61ec41c7"/>
    <p:sldId xmlns:r="http://schemas.openxmlformats.org/officeDocument/2006/relationships" id="270" r:id="Rcb6e9029f17a4281"/>
    <p:sldId xmlns:r="http://schemas.openxmlformats.org/officeDocument/2006/relationships" id="271" r:id="Re9d29c92a9ad48ad"/>
    <p:sldId xmlns:r="http://schemas.openxmlformats.org/officeDocument/2006/relationships" id="272" r:id="Ra5923183a8d44658"/>
    <p:sldId xmlns:r="http://schemas.openxmlformats.org/officeDocument/2006/relationships" id="273" r:id="Rc2bd66fd039c46e0"/>
    <p:sldId xmlns:r="http://schemas.openxmlformats.org/officeDocument/2006/relationships" id="274" r:id="R1af6a596ba4643e8"/>
    <p:sldId xmlns:r="http://schemas.openxmlformats.org/officeDocument/2006/relationships" id="275" r:id="Rc010820cf0c941db"/>
    <p:sldId xmlns:r="http://schemas.openxmlformats.org/officeDocument/2006/relationships" id="276" r:id="Ra49d81f4106944ce"/>
    <p:sldId xmlns:r="http://schemas.openxmlformats.org/officeDocument/2006/relationships" id="277" r:id="R7e62af06f7384a15"/>
    <p:sldId xmlns:r="http://schemas.openxmlformats.org/officeDocument/2006/relationships" id="278" r:id="Rca07fb90e74e4287"/>
    <p:sldId xmlns:r="http://schemas.openxmlformats.org/officeDocument/2006/relationships" id="279" r:id="R23033529cc084686"/>
    <p:sldId xmlns:r="http://schemas.openxmlformats.org/officeDocument/2006/relationships" id="280" r:id="R4853ebd4a7e44678"/>
    <p:sldId xmlns:r="http://schemas.openxmlformats.org/officeDocument/2006/relationships" id="281" r:id="R74f90d9b47794b94"/>
    <p:sldId xmlns:r="http://schemas.openxmlformats.org/officeDocument/2006/relationships" id="282" r:id="R42aa36eb8207454c"/>
    <p:sldId xmlns:r="http://schemas.openxmlformats.org/officeDocument/2006/relationships" id="283" r:id="R965f3371e3ed40fa"/>
    <p:sldId xmlns:r="http://schemas.openxmlformats.org/officeDocument/2006/relationships" id="284" r:id="R9a6ff5c1366a4ddb"/>
    <p:sldId xmlns:r="http://schemas.openxmlformats.org/officeDocument/2006/relationships" id="285" r:id="Ra6cf00c38c0c47bf"/>
    <p:sldId xmlns:r="http://schemas.openxmlformats.org/officeDocument/2006/relationships" id="286" r:id="R447614778ab54d8d"/>
    <p:sldId xmlns:r="http://schemas.openxmlformats.org/officeDocument/2006/relationships" id="287" r:id="Rcb0fc464e0b74d50"/>
    <p:sldId xmlns:r="http://schemas.openxmlformats.org/officeDocument/2006/relationships" id="288" r:id="Rcbe928a59fee44ff"/>
    <p:sldId xmlns:r="http://schemas.openxmlformats.org/officeDocument/2006/relationships" id="289" r:id="Rce168fefae944cae"/>
    <p:sldId xmlns:r="http://schemas.openxmlformats.org/officeDocument/2006/relationships" id="290" r:id="Re260a45dfbc64fa4"/>
    <p:sldId xmlns:r="http://schemas.openxmlformats.org/officeDocument/2006/relationships" id="291" r:id="Rbf178c0369b748f5"/>
    <p:sldId xmlns:r="http://schemas.openxmlformats.org/officeDocument/2006/relationships" id="292" r:id="R334f5d2dd9bf477e"/>
    <p:sldId xmlns:r="http://schemas.openxmlformats.org/officeDocument/2006/relationships" id="293" r:id="R3ff74b674653407a"/>
    <p:sldId xmlns:r="http://schemas.openxmlformats.org/officeDocument/2006/relationships" id="294" r:id="Rd8d50be97dfe4e1b"/>
    <p:sldId xmlns:r="http://schemas.openxmlformats.org/officeDocument/2006/relationships" id="295" r:id="Rf8057647cda642c7"/>
    <p:sldId xmlns:r="http://schemas.openxmlformats.org/officeDocument/2006/relationships" id="296" r:id="R1b12e3c002d845ae"/>
    <p:sldId xmlns:r="http://schemas.openxmlformats.org/officeDocument/2006/relationships" id="297" r:id="R80e22f75a75d4ad7"/>
    <p:sldId xmlns:r="http://schemas.openxmlformats.org/officeDocument/2006/relationships" id="298" r:id="R585ba8d6c8cc4c7b"/>
    <p:sldId xmlns:r="http://schemas.openxmlformats.org/officeDocument/2006/relationships" id="299" r:id="Re050600766754202"/>
    <p:sldId xmlns:r="http://schemas.openxmlformats.org/officeDocument/2006/relationships" id="300" r:id="R6e30bd8869ed41dd"/>
    <p:sldId xmlns:r="http://schemas.openxmlformats.org/officeDocument/2006/relationships" id="301" r:id="Rb82586a3a6274cf0"/>
    <p:sldId xmlns:r="http://schemas.openxmlformats.org/officeDocument/2006/relationships" id="302" r:id="R33aeaa3b200b46c0"/>
    <p:sldId xmlns:r="http://schemas.openxmlformats.org/officeDocument/2006/relationships" id="303" r:id="Rccad280896354d89"/>
    <p:sldId xmlns:r="http://schemas.openxmlformats.org/officeDocument/2006/relationships" id="304" r:id="R07d2b9c98e944f0f"/>
    <p:sldId xmlns:r="http://schemas.openxmlformats.org/officeDocument/2006/relationships" id="305" r:id="Rc8a18d19aa7647e0"/>
    <p:sldId xmlns:r="http://schemas.openxmlformats.org/officeDocument/2006/relationships" id="306" r:id="R68e72f5f35c3422e"/>
    <p:sldId xmlns:r="http://schemas.openxmlformats.org/officeDocument/2006/relationships" id="307" r:id="Re6e798a78a994dc5"/>
    <p:sldId xmlns:r="http://schemas.openxmlformats.org/officeDocument/2006/relationships" id="308" r:id="R22e19ed26d354726"/>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5a0c3778d94cb9" /><Relationship Type="http://schemas.openxmlformats.org/officeDocument/2006/relationships/slideMaster" Target="/ppt/slideMasters/slideMaster1.xml" Id="R785e2a98654f451c" /><Relationship Type="http://schemas.openxmlformats.org/officeDocument/2006/relationships/slideMaster" Target="/ppt/slideMasters/slideMaster2.xml" Id="Rf79fd64dabfc496f" /><Relationship Type="http://schemas.openxmlformats.org/officeDocument/2006/relationships/notesMaster" Target="/ppt/notesMasters/notesMaster1.xml" Id="R3816d2f1302c40fd" /><Relationship Type="http://schemas.openxmlformats.org/officeDocument/2006/relationships/presProps" Target="/ppt/presProps.xml" Id="R85bc240ae6484c7e" /><Relationship Type="http://schemas.openxmlformats.org/officeDocument/2006/relationships/tableStyles" Target="/ppt/tableStyles.xml" Id="Ra02ac5d012444af1" /><Relationship Type="http://schemas.openxmlformats.org/officeDocument/2006/relationships/slide" Target="/ppt/slides/slide1.xml" Id="Rb492c90fec49451f" /><Relationship Type="http://schemas.openxmlformats.org/officeDocument/2006/relationships/slide" Target="/ppt/slides/slide2.xml" Id="R8abb1739e1bb4226" /><Relationship Type="http://schemas.openxmlformats.org/officeDocument/2006/relationships/slide" Target="/ppt/slides/slide3.xml" Id="Ree9881f085884ac0" /><Relationship Type="http://schemas.openxmlformats.org/officeDocument/2006/relationships/slide" Target="/ppt/slides/slide4.xml" Id="Rd6621cf213b1434e" /><Relationship Type="http://schemas.openxmlformats.org/officeDocument/2006/relationships/slide" Target="/ppt/slides/slide5.xml" Id="Rd35d16121cc948b4" /><Relationship Type="http://schemas.openxmlformats.org/officeDocument/2006/relationships/slide" Target="/ppt/slides/slide6.xml" Id="Rb978cd68c4ab4304" /><Relationship Type="http://schemas.openxmlformats.org/officeDocument/2006/relationships/slide" Target="/ppt/slides/slide7.xml" Id="R79cc80756fea4e90" /><Relationship Type="http://schemas.openxmlformats.org/officeDocument/2006/relationships/slide" Target="/ppt/slides/slide8.xml" Id="R1927a284393849c4" /><Relationship Type="http://schemas.openxmlformats.org/officeDocument/2006/relationships/slide" Target="/ppt/slides/slide9.xml" Id="R8b995b03c3444e4d" /><Relationship Type="http://schemas.openxmlformats.org/officeDocument/2006/relationships/slide" Target="/ppt/slides/slide10.xml" Id="Rf966940ad1e94c6e" /><Relationship Type="http://schemas.openxmlformats.org/officeDocument/2006/relationships/slide" Target="/ppt/slides/slide11.xml" Id="R5dd8e44a3ef94b6c" /><Relationship Type="http://schemas.openxmlformats.org/officeDocument/2006/relationships/slide" Target="/ppt/slides/slide12.xml" Id="R5aba7f7ca1eb4a0b" /><Relationship Type="http://schemas.openxmlformats.org/officeDocument/2006/relationships/slide" Target="/ppt/slides/slide13.xml" Id="Rf7935de3374a4520" /><Relationship Type="http://schemas.openxmlformats.org/officeDocument/2006/relationships/slide" Target="/ppt/slides/slide14.xml" Id="Rc93b3aff61ec41c7" /><Relationship Type="http://schemas.openxmlformats.org/officeDocument/2006/relationships/slide" Target="/ppt/slides/slide15.xml" Id="Rcb6e9029f17a4281" /><Relationship Type="http://schemas.openxmlformats.org/officeDocument/2006/relationships/slide" Target="/ppt/slides/slide16.xml" Id="Re9d29c92a9ad48ad" /><Relationship Type="http://schemas.openxmlformats.org/officeDocument/2006/relationships/slide" Target="/ppt/slides/slide17.xml" Id="Ra5923183a8d44658" /><Relationship Type="http://schemas.openxmlformats.org/officeDocument/2006/relationships/slide" Target="/ppt/slides/slide18.xml" Id="Rc2bd66fd039c46e0" /><Relationship Type="http://schemas.openxmlformats.org/officeDocument/2006/relationships/slide" Target="/ppt/slides/slide19.xml" Id="R1af6a596ba4643e8" /><Relationship Type="http://schemas.openxmlformats.org/officeDocument/2006/relationships/slide" Target="/ppt/slides/slide20.xml" Id="Rc010820cf0c941db" /><Relationship Type="http://schemas.openxmlformats.org/officeDocument/2006/relationships/slide" Target="/ppt/slides/slide21.xml" Id="Ra49d81f4106944ce" /><Relationship Type="http://schemas.openxmlformats.org/officeDocument/2006/relationships/slide" Target="/ppt/slides/slide22.xml" Id="R7e62af06f7384a15" /><Relationship Type="http://schemas.openxmlformats.org/officeDocument/2006/relationships/slide" Target="/ppt/slides/slide23.xml" Id="Rca07fb90e74e4287" /><Relationship Type="http://schemas.openxmlformats.org/officeDocument/2006/relationships/slide" Target="/ppt/slides/slide24.xml" Id="R23033529cc084686" /><Relationship Type="http://schemas.openxmlformats.org/officeDocument/2006/relationships/slide" Target="/ppt/slides/slide25.xml" Id="R4853ebd4a7e44678" /><Relationship Type="http://schemas.openxmlformats.org/officeDocument/2006/relationships/slide" Target="/ppt/slides/slide26.xml" Id="R74f90d9b47794b94" /><Relationship Type="http://schemas.openxmlformats.org/officeDocument/2006/relationships/slide" Target="/ppt/slides/slide27.xml" Id="R42aa36eb8207454c" /><Relationship Type="http://schemas.openxmlformats.org/officeDocument/2006/relationships/slide" Target="/ppt/slides/slide28.xml" Id="R965f3371e3ed40fa" /><Relationship Type="http://schemas.openxmlformats.org/officeDocument/2006/relationships/slide" Target="/ppt/slides/slide29.xml" Id="R9a6ff5c1366a4ddb" /><Relationship Type="http://schemas.openxmlformats.org/officeDocument/2006/relationships/slide" Target="/ppt/slides/slide30.xml" Id="Ra6cf00c38c0c47bf" /><Relationship Type="http://schemas.openxmlformats.org/officeDocument/2006/relationships/slide" Target="/ppt/slides/slide31.xml" Id="R447614778ab54d8d" /><Relationship Type="http://schemas.openxmlformats.org/officeDocument/2006/relationships/slide" Target="/ppt/slides/slide32.xml" Id="Rcb0fc464e0b74d50" /><Relationship Type="http://schemas.openxmlformats.org/officeDocument/2006/relationships/slide" Target="/ppt/slides/slide33.xml" Id="Rcbe928a59fee44ff" /><Relationship Type="http://schemas.openxmlformats.org/officeDocument/2006/relationships/slide" Target="/ppt/slides/slide34.xml" Id="Rce168fefae944cae" /><Relationship Type="http://schemas.openxmlformats.org/officeDocument/2006/relationships/slide" Target="/ppt/slides/slide35.xml" Id="Re260a45dfbc64fa4" /><Relationship Type="http://schemas.openxmlformats.org/officeDocument/2006/relationships/slide" Target="/ppt/slides/slide36.xml" Id="Rbf178c0369b748f5" /><Relationship Type="http://schemas.openxmlformats.org/officeDocument/2006/relationships/slide" Target="/ppt/slides/slide37.xml" Id="R334f5d2dd9bf477e" /><Relationship Type="http://schemas.openxmlformats.org/officeDocument/2006/relationships/slide" Target="/ppt/slides/slide38.xml" Id="R3ff74b674653407a" /><Relationship Type="http://schemas.openxmlformats.org/officeDocument/2006/relationships/slide" Target="/ppt/slides/slide39.xml" Id="Rd8d50be97dfe4e1b" /><Relationship Type="http://schemas.openxmlformats.org/officeDocument/2006/relationships/slide" Target="/ppt/slides/slide40.xml" Id="Rf8057647cda642c7" /><Relationship Type="http://schemas.openxmlformats.org/officeDocument/2006/relationships/slide" Target="/ppt/slides/slide41.xml" Id="R1b12e3c002d845ae" /><Relationship Type="http://schemas.openxmlformats.org/officeDocument/2006/relationships/slide" Target="/ppt/slides/slide42.xml" Id="R80e22f75a75d4ad7" /><Relationship Type="http://schemas.openxmlformats.org/officeDocument/2006/relationships/slide" Target="/ppt/slides/slide43.xml" Id="R585ba8d6c8cc4c7b" /><Relationship Type="http://schemas.openxmlformats.org/officeDocument/2006/relationships/slide" Target="/ppt/slides/slide44.xml" Id="Re050600766754202" /><Relationship Type="http://schemas.openxmlformats.org/officeDocument/2006/relationships/slide" Target="/ppt/slides/slide45.xml" Id="R6e30bd8869ed41dd" /><Relationship Type="http://schemas.openxmlformats.org/officeDocument/2006/relationships/slide" Target="/ppt/slides/slide46.xml" Id="Rb82586a3a6274cf0" /><Relationship Type="http://schemas.openxmlformats.org/officeDocument/2006/relationships/slide" Target="/ppt/slides/slide47.xml" Id="R33aeaa3b200b46c0" /><Relationship Type="http://schemas.openxmlformats.org/officeDocument/2006/relationships/slide" Target="/ppt/slides/slide48.xml" Id="Rccad280896354d89" /><Relationship Type="http://schemas.openxmlformats.org/officeDocument/2006/relationships/slide" Target="/ppt/slides/slide49.xml" Id="R07d2b9c98e944f0f" /><Relationship Type="http://schemas.openxmlformats.org/officeDocument/2006/relationships/slide" Target="/ppt/slides/slide50.xml" Id="Rc8a18d19aa7647e0" /><Relationship Type="http://schemas.openxmlformats.org/officeDocument/2006/relationships/slide" Target="/ppt/slides/slide51.xml" Id="R68e72f5f35c3422e" /><Relationship Type="http://schemas.openxmlformats.org/officeDocument/2006/relationships/slide" Target="/ppt/slides/slide52.xml" Id="Re6e798a78a994dc5" /><Relationship Type="http://schemas.openxmlformats.org/officeDocument/2006/relationships/slide" Target="/ppt/slides/slide53.xml" Id="R22e19ed26d3547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5a1d6f395814d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b74a686f0b4267" /><Relationship Type="http://schemas.openxmlformats.org/officeDocument/2006/relationships/notesMaster" Target="/ppt/notesMasters/notesMaster1.xml" Id="Rbd553a0282d74c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8c776726164f55" /><Relationship Type="http://schemas.openxmlformats.org/officeDocument/2006/relationships/notesMaster" Target="/ppt/notesMasters/notesMaster1.xml" Id="Re523fca8ca6744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e4f01ac62243ec" /><Relationship Type="http://schemas.openxmlformats.org/officeDocument/2006/relationships/notesMaster" Target="/ppt/notesMasters/notesMaster1.xml" Id="R1c2c91d1505544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a99c58f76347bc" /><Relationship Type="http://schemas.openxmlformats.org/officeDocument/2006/relationships/notesMaster" Target="/ppt/notesMasters/notesMaster1.xml" Id="Rcb777531ec4648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ae2f0480e04ce4" /><Relationship Type="http://schemas.openxmlformats.org/officeDocument/2006/relationships/notesMaster" Target="/ppt/notesMasters/notesMaster1.xml" Id="Rc9263d6799c54f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86c37afdae43ad" /><Relationship Type="http://schemas.openxmlformats.org/officeDocument/2006/relationships/notesMaster" Target="/ppt/notesMasters/notesMaster1.xml" Id="R8cd8ce2069cc42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40fb6540744052" /><Relationship Type="http://schemas.openxmlformats.org/officeDocument/2006/relationships/notesMaster" Target="/ppt/notesMasters/notesMaster1.xml" Id="R6e898809c02e40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dfe59beca74714" /><Relationship Type="http://schemas.openxmlformats.org/officeDocument/2006/relationships/notesMaster" Target="/ppt/notesMasters/notesMaster1.xml" Id="Racc8c3843f244b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c2e915f0624466" /><Relationship Type="http://schemas.openxmlformats.org/officeDocument/2006/relationships/notesMaster" Target="/ppt/notesMasters/notesMaster1.xml" Id="Re4042c3327b441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b21afc025d4eef" /><Relationship Type="http://schemas.openxmlformats.org/officeDocument/2006/relationships/notesMaster" Target="/ppt/notesMasters/notesMaster1.xml" Id="R89922cdd55d644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e9d6b4ee2f47fb" /><Relationship Type="http://schemas.openxmlformats.org/officeDocument/2006/relationships/notesMaster" Target="/ppt/notesMasters/notesMaster1.xml" Id="R354d93855df441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39f7e509534a25" /><Relationship Type="http://schemas.openxmlformats.org/officeDocument/2006/relationships/notesMaster" Target="/ppt/notesMasters/notesMaster1.xml" Id="R938e8e44932a47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dff30d015e4353" /><Relationship Type="http://schemas.openxmlformats.org/officeDocument/2006/relationships/notesMaster" Target="/ppt/notesMasters/notesMaster1.xml" Id="R7c1a23be524a44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5ec719c27a4545" /><Relationship Type="http://schemas.openxmlformats.org/officeDocument/2006/relationships/notesMaster" Target="/ppt/notesMasters/notesMaster1.xml" Id="Rf7ca472499e14e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4c6e7668a44faa" /><Relationship Type="http://schemas.openxmlformats.org/officeDocument/2006/relationships/notesMaster" Target="/ppt/notesMasters/notesMaster1.xml" Id="R1639cfb1f35e44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1701cca7f84159" /><Relationship Type="http://schemas.openxmlformats.org/officeDocument/2006/relationships/notesMaster" Target="/ppt/notesMasters/notesMaster1.xml" Id="Rc9770c62c0e94d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997052f90044fa" /><Relationship Type="http://schemas.openxmlformats.org/officeDocument/2006/relationships/notesMaster" Target="/ppt/notesMasters/notesMaster1.xml" Id="R83d336e9a1a949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42a3581f674af2" /><Relationship Type="http://schemas.openxmlformats.org/officeDocument/2006/relationships/notesMaster" Target="/ppt/notesMasters/notesMaster1.xml" Id="R974049afdba74b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115fdba70d4acd" /><Relationship Type="http://schemas.openxmlformats.org/officeDocument/2006/relationships/notesMaster" Target="/ppt/notesMasters/notesMaster1.xml" Id="R24c2e9d89b8641d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71c32b37cb43a8" /><Relationship Type="http://schemas.openxmlformats.org/officeDocument/2006/relationships/notesMaster" Target="/ppt/notesMasters/notesMaster1.xml" Id="R31f6de637f32451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8ba7cb8799945df" /><Relationship Type="http://schemas.openxmlformats.org/officeDocument/2006/relationships/notesMaster" Target="/ppt/notesMasters/notesMaster1.xml" Id="Ra2b388e3156f4b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03a24f7ebf4666" /><Relationship Type="http://schemas.openxmlformats.org/officeDocument/2006/relationships/notesMaster" Target="/ppt/notesMasters/notesMaster1.xml" Id="R5ee5670b7d41429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c724ad164ba41b5" /><Relationship Type="http://schemas.openxmlformats.org/officeDocument/2006/relationships/notesMaster" Target="/ppt/notesMasters/notesMaster1.xml" Id="R2c89dee70ca747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c0cef2cfeb74788" /><Relationship Type="http://schemas.openxmlformats.org/officeDocument/2006/relationships/notesMaster" Target="/ppt/notesMasters/notesMaster1.xml" Id="Rd9e6935e6aff4dc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f6ab51b387400c" /><Relationship Type="http://schemas.openxmlformats.org/officeDocument/2006/relationships/notesMaster" Target="/ppt/notesMasters/notesMaster1.xml" Id="Rb526df76541a4c5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e5104d8ad0d48ef" /><Relationship Type="http://schemas.openxmlformats.org/officeDocument/2006/relationships/notesMaster" Target="/ppt/notesMasters/notesMaster1.xml" Id="R272bf4db9ce04cb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6017d35aff94a50" /><Relationship Type="http://schemas.openxmlformats.org/officeDocument/2006/relationships/notesMaster" Target="/ppt/notesMasters/notesMaster1.xml" Id="Rcbd091a10c174e1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a354164bea34867" /><Relationship Type="http://schemas.openxmlformats.org/officeDocument/2006/relationships/notesMaster" Target="/ppt/notesMasters/notesMaster1.xml" Id="R57d6fc1a4e75474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3036a8739ff4662" /><Relationship Type="http://schemas.openxmlformats.org/officeDocument/2006/relationships/notesMaster" Target="/ppt/notesMasters/notesMaster1.xml" Id="R2487112b5d48442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caec8a518b9430a" /><Relationship Type="http://schemas.openxmlformats.org/officeDocument/2006/relationships/notesMaster" Target="/ppt/notesMasters/notesMaster1.xml" Id="Rfaa4c9839a86454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91c2cdb4946444f" /><Relationship Type="http://schemas.openxmlformats.org/officeDocument/2006/relationships/notesMaster" Target="/ppt/notesMasters/notesMaster1.xml" Id="R8e81c8b9ccc945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a424adfd7824779" /><Relationship Type="http://schemas.openxmlformats.org/officeDocument/2006/relationships/notesMaster" Target="/ppt/notesMasters/notesMaster1.xml" Id="Rf22ee2263c5c4a6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cf0bcbf00b4413f" /><Relationship Type="http://schemas.openxmlformats.org/officeDocument/2006/relationships/notesMaster" Target="/ppt/notesMasters/notesMaster1.xml" Id="Rd65160aeefd5416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f023b7f741464b" /><Relationship Type="http://schemas.openxmlformats.org/officeDocument/2006/relationships/notesMaster" Target="/ppt/notesMasters/notesMaster1.xml" Id="R9c851acbcdca496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6d3d052bedd4ef7" /><Relationship Type="http://schemas.openxmlformats.org/officeDocument/2006/relationships/notesMaster" Target="/ppt/notesMasters/notesMaster1.xml" Id="R851823862049486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3ef93dba0ba42f7" /><Relationship Type="http://schemas.openxmlformats.org/officeDocument/2006/relationships/notesMaster" Target="/ppt/notesMasters/notesMaster1.xml" Id="Rbca40b73ea2341c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32a569b63c24c99" /><Relationship Type="http://schemas.openxmlformats.org/officeDocument/2006/relationships/notesMaster" Target="/ppt/notesMasters/notesMaster1.xml" Id="R19c91c626e13462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176ead7650643af" /><Relationship Type="http://schemas.openxmlformats.org/officeDocument/2006/relationships/notesMaster" Target="/ppt/notesMasters/notesMaster1.xml" Id="Rbf9c1e2656bf447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66ad05d3bf14bc8" /><Relationship Type="http://schemas.openxmlformats.org/officeDocument/2006/relationships/notesMaster" Target="/ppt/notesMasters/notesMaster1.xml" Id="R5f7ebe5b973140a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45e3d3e3ea149f2" /><Relationship Type="http://schemas.openxmlformats.org/officeDocument/2006/relationships/notesMaster" Target="/ppt/notesMasters/notesMaster1.xml" Id="Ra5edcaf1c7094e1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550204115dc402e" /><Relationship Type="http://schemas.openxmlformats.org/officeDocument/2006/relationships/notesMaster" Target="/ppt/notesMasters/notesMaster1.xml" Id="R870305e414d34de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17b71b34aef42fa" /><Relationship Type="http://schemas.openxmlformats.org/officeDocument/2006/relationships/notesMaster" Target="/ppt/notesMasters/notesMaster1.xml" Id="R26b077f4166d440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51a77db0df048fa" /><Relationship Type="http://schemas.openxmlformats.org/officeDocument/2006/relationships/notesMaster" Target="/ppt/notesMasters/notesMaster1.xml" Id="Ra11001d58eb14b1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46c19973790411e" /><Relationship Type="http://schemas.openxmlformats.org/officeDocument/2006/relationships/notesMaster" Target="/ppt/notesMasters/notesMaster1.xml" Id="R48b012f6b75d44d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9eff06db40f4d11" /><Relationship Type="http://schemas.openxmlformats.org/officeDocument/2006/relationships/notesMaster" Target="/ppt/notesMasters/notesMaster1.xml" Id="R9dd6bd0fae554f3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4993b65b7d1400f" /><Relationship Type="http://schemas.openxmlformats.org/officeDocument/2006/relationships/notesMaster" Target="/ppt/notesMasters/notesMaster1.xml" Id="Reb3826812b97461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002e5b7da08428e" /><Relationship Type="http://schemas.openxmlformats.org/officeDocument/2006/relationships/notesMaster" Target="/ppt/notesMasters/notesMaster1.xml" Id="R0bd1a988001640d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5ff3420395049b4" /><Relationship Type="http://schemas.openxmlformats.org/officeDocument/2006/relationships/notesMaster" Target="/ppt/notesMasters/notesMaster1.xml" Id="R85f491702880460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1de6375948b422f" /><Relationship Type="http://schemas.openxmlformats.org/officeDocument/2006/relationships/notesMaster" Target="/ppt/notesMasters/notesMaster1.xml" Id="R37f0ae03000e4c4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bbd918b4c764b2c" /><Relationship Type="http://schemas.openxmlformats.org/officeDocument/2006/relationships/notesMaster" Target="/ppt/notesMasters/notesMaster1.xml" Id="Rf70658b61710477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505f01c9c634290" /><Relationship Type="http://schemas.openxmlformats.org/officeDocument/2006/relationships/notesMaster" Target="/ppt/notesMasters/notesMaster1.xml" Id="R8f95457d58d4477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886c972591847ae" /><Relationship Type="http://schemas.openxmlformats.org/officeDocument/2006/relationships/notesMaster" Target="/ppt/notesMasters/notesMaster1.xml" Id="R84b03ee9a88e48b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003667b1c9c48fe" /><Relationship Type="http://schemas.openxmlformats.org/officeDocument/2006/relationships/notesMaster" Target="/ppt/notesMasters/notesMaster1.xml" Id="R24832716cbb745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2c8c3c176045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2dd2e49921a94d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951b34140f0540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176433BB-EC0D-4230-B760-9747D872AB8A}"/>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7d4af672f94b97" /><Relationship Type="http://schemas.openxmlformats.org/officeDocument/2006/relationships/slideLayout" Target="/ppt/slideLayouts/slideLayout1.xml" Id="R8f1271ab88554cf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51df3b50d824c54" /><Relationship Type="http://schemas.openxmlformats.org/officeDocument/2006/relationships/slideLayout" Target="/ppt/slideLayouts/slideLayout2.xml" Id="Ra076ef903d594ba7" /><Relationship Type="http://schemas.openxmlformats.org/officeDocument/2006/relationships/slideLayout" Target="/ppt/slideLayouts/slideLayout3.xml" Id="Rae4cb6ff9def40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271ab88554cfd"/>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a076ef903d594ba7"/>
    <p:sldLayoutId xmlns:r="http://schemas.openxmlformats.org/officeDocument/2006/relationships" id="2147483652" r:id="Rae4cb6ff9def4019"/>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af9297475804a20" /><Relationship Type="http://schemas.openxmlformats.org/officeDocument/2006/relationships/notesSlide" Target="/ppt/notesSlides/notesSlide1.xml" Id="R017cbec0d09c48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d9028a6972246d3" /><Relationship Type="http://schemas.openxmlformats.org/officeDocument/2006/relationships/image" Target="/ppt/media/image.png" Id="Rd96cf342b8684dfa" /><Relationship Type="http://schemas.openxmlformats.org/officeDocument/2006/relationships/notesSlide" Target="/ppt/notesSlides/notesSlide2.xml" Id="R341b394b8c1f43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0627f0c5ff440b9" /><Relationship Type="http://schemas.openxmlformats.org/officeDocument/2006/relationships/notesSlide" Target="/ppt/notesSlides/notesSlide3.xml" Id="Re3a4c31b81834c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449901def2547c1" /><Relationship Type="http://schemas.openxmlformats.org/officeDocument/2006/relationships/notesSlide" Target="/ppt/notesSlides/notesSlide4.xml" Id="R2271998b783843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18b900ce4f541e2" /><Relationship Type="http://schemas.openxmlformats.org/officeDocument/2006/relationships/notesSlide" Target="/ppt/notesSlides/notesSlide5.xml" Id="R59feb2ef159a40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db3178583b94e2a" /><Relationship Type="http://schemas.openxmlformats.org/officeDocument/2006/relationships/notesSlide" Target="/ppt/notesSlides/notesSlide6.xml" Id="Rb478fee0dc994c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921a01bfa1d440c" /><Relationship Type="http://schemas.openxmlformats.org/officeDocument/2006/relationships/notesSlide" Target="/ppt/notesSlides/notesSlide7.xml" Id="R11a46d2277954c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c598646230c49d2" /><Relationship Type="http://schemas.openxmlformats.org/officeDocument/2006/relationships/notesSlide" Target="/ppt/notesSlides/notesSlide8.xml" Id="R57f1912417324d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2b64ab74e4246b0" /><Relationship Type="http://schemas.openxmlformats.org/officeDocument/2006/relationships/image" Target="/ppt/media/image2.png" Id="Rf9a0e15527da4aaa" /><Relationship Type="http://schemas.openxmlformats.org/officeDocument/2006/relationships/notesSlide" Target="/ppt/notesSlides/notesSlide9.xml" Id="Ra18589f1e3e742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757a05753f64f1f" /><Relationship Type="http://schemas.openxmlformats.org/officeDocument/2006/relationships/image" Target="/ppt/media/image3.png" Id="R084f78489fe743bf" /><Relationship Type="http://schemas.openxmlformats.org/officeDocument/2006/relationships/notesSlide" Target="/ppt/notesSlides/notesSlide10.xml" Id="Re0ca559f1bff41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965f665e4fd4607" /><Relationship Type="http://schemas.openxmlformats.org/officeDocument/2006/relationships/image" Target="/ppt/media/image4.png" Id="R7999b6fd3660460e" /><Relationship Type="http://schemas.openxmlformats.org/officeDocument/2006/relationships/notesSlide" Target="/ppt/notesSlides/notesSlide11.xml" Id="R20b77b9ceaac42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e9902808083494b" /><Relationship Type="http://schemas.openxmlformats.org/officeDocument/2006/relationships/image" Target="/ppt/media/image5.png" Id="Rc1f352a361fd4a27" /><Relationship Type="http://schemas.openxmlformats.org/officeDocument/2006/relationships/notesSlide" Target="/ppt/notesSlides/notesSlide12.xml" Id="R60e66809110841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9d572ffedf04ee8" /><Relationship Type="http://schemas.openxmlformats.org/officeDocument/2006/relationships/image" Target="/ppt/media/image6.png" Id="Rc70e7a8680274cf8" /><Relationship Type="http://schemas.openxmlformats.org/officeDocument/2006/relationships/notesSlide" Target="/ppt/notesSlides/notesSlide13.xml" Id="R575feadc36074e4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4f952f624984520" /><Relationship Type="http://schemas.openxmlformats.org/officeDocument/2006/relationships/image" Target="/ppt/media/image7.png" Id="Rd12f330aa2eb46a9" /><Relationship Type="http://schemas.openxmlformats.org/officeDocument/2006/relationships/notesSlide" Target="/ppt/notesSlides/notesSlide14.xml" Id="R308b7b9dda5944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fb24c96c83b4699" /><Relationship Type="http://schemas.openxmlformats.org/officeDocument/2006/relationships/image" Target="/ppt/media/image8.png" Id="R5505aeb0eb374528" /><Relationship Type="http://schemas.openxmlformats.org/officeDocument/2006/relationships/notesSlide" Target="/ppt/notesSlides/notesSlide15.xml" Id="Rda8b47f695b44a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e06b8ee439a4b5c" /><Relationship Type="http://schemas.openxmlformats.org/officeDocument/2006/relationships/image" Target="/ppt/media/image9.png" Id="Rd11ebec3e79f43e3" /><Relationship Type="http://schemas.openxmlformats.org/officeDocument/2006/relationships/image" Target="/ppt/media/image10.png" Id="R0a4718ee74c944c1" /><Relationship Type="http://schemas.openxmlformats.org/officeDocument/2006/relationships/notesSlide" Target="/ppt/notesSlides/notesSlide16.xml" Id="R30cd27ca13b248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d75d11ff55ba4873" /><Relationship Type="http://schemas.openxmlformats.org/officeDocument/2006/relationships/image" Target="/ppt/media/image11.png" Id="Rec8a4667adf04c71" /><Relationship Type="http://schemas.openxmlformats.org/officeDocument/2006/relationships/notesSlide" Target="/ppt/notesSlides/notesSlide17.xml" Id="R6a7171e7e0cc44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a64b8faedfb48a4" /><Relationship Type="http://schemas.openxmlformats.org/officeDocument/2006/relationships/image" Target="/ppt/media/image12.png" Id="R19d2d9b5f0a0440a" /><Relationship Type="http://schemas.openxmlformats.org/officeDocument/2006/relationships/notesSlide" Target="/ppt/notesSlides/notesSlide18.xml" Id="R8b49e2b828cb43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f2abc1a4c5f4e0f" /><Relationship Type="http://schemas.openxmlformats.org/officeDocument/2006/relationships/image" Target="/ppt/media/image13.png" Id="Rb25312d1e3264410" /><Relationship Type="http://schemas.openxmlformats.org/officeDocument/2006/relationships/notesSlide" Target="/ppt/notesSlides/notesSlide19.xml" Id="Rba51e0080f4941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869bfd3333764f8e" /><Relationship Type="http://schemas.openxmlformats.org/officeDocument/2006/relationships/image" Target="/ppt/media/image14.png" Id="Rdd69a7dbc61844d5" /><Relationship Type="http://schemas.openxmlformats.org/officeDocument/2006/relationships/notesSlide" Target="/ppt/notesSlides/notesSlide20.xml" Id="R7c20ce18803b491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36727e748f424dde" /><Relationship Type="http://schemas.openxmlformats.org/officeDocument/2006/relationships/image" Target="/ppt/media/image15.png" Id="Raee5ec41b01e4674" /><Relationship Type="http://schemas.openxmlformats.org/officeDocument/2006/relationships/image" Target="/ppt/media/image16.png" Id="Rcebad6a4433e44c0" /><Relationship Type="http://schemas.openxmlformats.org/officeDocument/2006/relationships/notesSlide" Target="/ppt/notesSlides/notesSlide21.xml" Id="Re9181270b43a4ca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92b75c586f744ae" /><Relationship Type="http://schemas.openxmlformats.org/officeDocument/2006/relationships/image" Target="/ppt/media/image17.png" Id="R4cd769b52d5946ca" /><Relationship Type="http://schemas.openxmlformats.org/officeDocument/2006/relationships/notesSlide" Target="/ppt/notesSlides/notesSlide22.xml" Id="Ra48f5b995c344c8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49ff5bc347e4aff" /><Relationship Type="http://schemas.openxmlformats.org/officeDocument/2006/relationships/image" Target="/ppt/media/image18.png" Id="R9e3c964471b1437c" /><Relationship Type="http://schemas.openxmlformats.org/officeDocument/2006/relationships/notesSlide" Target="/ppt/notesSlides/notesSlide23.xml" Id="R2af5d20c9d2e4f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155624203a6f4f3c" /><Relationship Type="http://schemas.openxmlformats.org/officeDocument/2006/relationships/image" Target="/ppt/media/image19.png" Id="R074f3f2685c449f8" /><Relationship Type="http://schemas.openxmlformats.org/officeDocument/2006/relationships/notesSlide" Target="/ppt/notesSlides/notesSlide24.xml" Id="R49dac5a25d424fd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849014a33384fcc" /><Relationship Type="http://schemas.openxmlformats.org/officeDocument/2006/relationships/image" Target="/ppt/media/image20.png" Id="R7604170541f44edc" /><Relationship Type="http://schemas.openxmlformats.org/officeDocument/2006/relationships/notesSlide" Target="/ppt/notesSlides/notesSlide25.xml" Id="Rce75bdd308f340a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3bba6a93ceb4df5" /><Relationship Type="http://schemas.openxmlformats.org/officeDocument/2006/relationships/image" Target="/ppt/media/image21.png" Id="R615cb773bb6349c1" /><Relationship Type="http://schemas.openxmlformats.org/officeDocument/2006/relationships/image" Target="/ppt/media/image22.png" Id="R4098e92acc7341b6" /><Relationship Type="http://schemas.openxmlformats.org/officeDocument/2006/relationships/notesSlide" Target="/ppt/notesSlides/notesSlide26.xml" Id="R9f06b15469d74b5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8a0a61ee992146fd" /><Relationship Type="http://schemas.openxmlformats.org/officeDocument/2006/relationships/image" Target="/ppt/media/image23.png" Id="Rb8d204b275eb42a5" /><Relationship Type="http://schemas.openxmlformats.org/officeDocument/2006/relationships/notesSlide" Target="/ppt/notesSlides/notesSlide27.xml" Id="Re9f962092b4a41f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b8cf4d3d7b674f8e" /><Relationship Type="http://schemas.openxmlformats.org/officeDocument/2006/relationships/image" Target="/ppt/media/image24.png" Id="Rb831e685eca0400e" /><Relationship Type="http://schemas.openxmlformats.org/officeDocument/2006/relationships/notesSlide" Target="/ppt/notesSlides/notesSlide28.xml" Id="R117b5aa761a647a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330af7b20704bdd" /><Relationship Type="http://schemas.openxmlformats.org/officeDocument/2006/relationships/image" Target="/ppt/media/image25.png" Id="R0a6a769526a94018" /><Relationship Type="http://schemas.openxmlformats.org/officeDocument/2006/relationships/notesSlide" Target="/ppt/notesSlides/notesSlide29.xml" Id="R1e2ab1026b544e9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8a8f7bea1c804379" /><Relationship Type="http://schemas.openxmlformats.org/officeDocument/2006/relationships/image" Target="/ppt/media/image26.png" Id="R06912cfe8f514b44" /><Relationship Type="http://schemas.openxmlformats.org/officeDocument/2006/relationships/notesSlide" Target="/ppt/notesSlides/notesSlide30.xml" Id="Rac2ce48cbd4746f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1b7dd9e3ffc49ce" /><Relationship Type="http://schemas.openxmlformats.org/officeDocument/2006/relationships/image" Target="/ppt/media/image27.png" Id="R7449937aa66647a3" /><Relationship Type="http://schemas.openxmlformats.org/officeDocument/2006/relationships/image" Target="/ppt/media/image28.png" Id="Rbf1f143d4f2841ae" /><Relationship Type="http://schemas.openxmlformats.org/officeDocument/2006/relationships/notesSlide" Target="/ppt/notesSlides/notesSlide31.xml" Id="R64972b35a9264a0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485f685e16ea4416" /><Relationship Type="http://schemas.openxmlformats.org/officeDocument/2006/relationships/image" Target="/ppt/media/image29.png" Id="R7f788ec39fdc41bd" /><Relationship Type="http://schemas.openxmlformats.org/officeDocument/2006/relationships/notesSlide" Target="/ppt/notesSlides/notesSlide32.xml" Id="R2376083e7762413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99d5e6debe454635" /><Relationship Type="http://schemas.openxmlformats.org/officeDocument/2006/relationships/image" Target="/ppt/media/image30.png" Id="Rd6cd0c53d56144b6" /><Relationship Type="http://schemas.openxmlformats.org/officeDocument/2006/relationships/notesSlide" Target="/ppt/notesSlides/notesSlide33.xml" Id="R1425c951c3b3456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756a530e301845e6" /><Relationship Type="http://schemas.openxmlformats.org/officeDocument/2006/relationships/image" Target="/ppt/media/image31.png" Id="R8483810c0cd84aab" /><Relationship Type="http://schemas.openxmlformats.org/officeDocument/2006/relationships/notesSlide" Target="/ppt/notesSlides/notesSlide34.xml" Id="R5e8a7f5c6e0f44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4ab869cb75274aca" /><Relationship Type="http://schemas.openxmlformats.org/officeDocument/2006/relationships/image" Target="/ppt/media/image32.png" Id="R80c75683051246c4" /><Relationship Type="http://schemas.openxmlformats.org/officeDocument/2006/relationships/notesSlide" Target="/ppt/notesSlides/notesSlide35.xml" Id="Rc04bffadf88e4bd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16e119bf2c44597" /><Relationship Type="http://schemas.openxmlformats.org/officeDocument/2006/relationships/image" Target="/ppt/media/image33.png" Id="R1d2a6bbf81ef470d" /><Relationship Type="http://schemas.openxmlformats.org/officeDocument/2006/relationships/image" Target="/ppt/media/image34.png" Id="R7c02065a8ae64290" /><Relationship Type="http://schemas.openxmlformats.org/officeDocument/2006/relationships/notesSlide" Target="/ppt/notesSlides/notesSlide36.xml" Id="R0d9fd3e9521c452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2fc801133dbd43a4" /><Relationship Type="http://schemas.openxmlformats.org/officeDocument/2006/relationships/image" Target="/ppt/media/image35.png" Id="R862bd0047fac4d1e" /><Relationship Type="http://schemas.openxmlformats.org/officeDocument/2006/relationships/notesSlide" Target="/ppt/notesSlides/notesSlide37.xml" Id="R16f2a7bb5d35479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9e79518e9fab45bd" /><Relationship Type="http://schemas.openxmlformats.org/officeDocument/2006/relationships/image" Target="/ppt/media/image36.png" Id="Rb3332f17cb0049f4" /><Relationship Type="http://schemas.openxmlformats.org/officeDocument/2006/relationships/notesSlide" Target="/ppt/notesSlides/notesSlide38.xml" Id="R7dfd5d8e85ff4d6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09faaa9358084fa4" /><Relationship Type="http://schemas.openxmlformats.org/officeDocument/2006/relationships/image" Target="/ppt/media/image37.png" Id="R7ca1afe620374279" /><Relationship Type="http://schemas.openxmlformats.org/officeDocument/2006/relationships/notesSlide" Target="/ppt/notesSlides/notesSlide39.xml" Id="Rb7fc5197beef43a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0265be1cd8cc4310" /><Relationship Type="http://schemas.openxmlformats.org/officeDocument/2006/relationships/image" Target="/ppt/media/image38.png" Id="R8a5c78dd4e564c62" /><Relationship Type="http://schemas.openxmlformats.org/officeDocument/2006/relationships/notesSlide" Target="/ppt/notesSlides/notesSlide40.xml" Id="R09b9ae6d3a27444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353e8f18782148f8" /><Relationship Type="http://schemas.openxmlformats.org/officeDocument/2006/relationships/image" Target="/ppt/media/image39.png" Id="Rc65ff5150197402d" /><Relationship Type="http://schemas.openxmlformats.org/officeDocument/2006/relationships/image" Target="/ppt/media/image40.png" Id="Redef7995cd694af0" /><Relationship Type="http://schemas.openxmlformats.org/officeDocument/2006/relationships/notesSlide" Target="/ppt/notesSlides/notesSlide41.xml" Id="R67b841dba6a342f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1a5a16c19f8b4ff6" /><Relationship Type="http://schemas.openxmlformats.org/officeDocument/2006/relationships/image" Target="/ppt/media/image41.png" Id="R18b316d9f75b437c" /><Relationship Type="http://schemas.openxmlformats.org/officeDocument/2006/relationships/notesSlide" Target="/ppt/notesSlides/notesSlide42.xml" Id="R1a26dea001e1480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2b014a018ef44373" /><Relationship Type="http://schemas.openxmlformats.org/officeDocument/2006/relationships/image" Target="/ppt/media/image42.png" Id="Rcc0773a8b4d847e3" /><Relationship Type="http://schemas.openxmlformats.org/officeDocument/2006/relationships/notesSlide" Target="/ppt/notesSlides/notesSlide43.xml" Id="R066b02eb1f29405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d1b0276620414c3f" /><Relationship Type="http://schemas.openxmlformats.org/officeDocument/2006/relationships/image" Target="/ppt/media/image43.png" Id="R6d984cda37a3481f" /><Relationship Type="http://schemas.openxmlformats.org/officeDocument/2006/relationships/notesSlide" Target="/ppt/notesSlides/notesSlide44.xml" Id="R5e5569ae24c6480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4db06d03a77a4468" /><Relationship Type="http://schemas.openxmlformats.org/officeDocument/2006/relationships/image" Target="/ppt/media/image44.png" Id="R11eda17aaf564c3d" /><Relationship Type="http://schemas.openxmlformats.org/officeDocument/2006/relationships/notesSlide" Target="/ppt/notesSlides/notesSlide45.xml" Id="R7a02619d963a4e6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4680f5a005034a33" /><Relationship Type="http://schemas.openxmlformats.org/officeDocument/2006/relationships/image" Target="/ppt/media/image45.png" Id="Rdb1487fdd5bb4001" /><Relationship Type="http://schemas.openxmlformats.org/officeDocument/2006/relationships/notesSlide" Target="/ppt/notesSlides/notesSlide46.xml" Id="R436bfc419949400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42c0277271024f27" /><Relationship Type="http://schemas.openxmlformats.org/officeDocument/2006/relationships/notesSlide" Target="/ppt/notesSlides/notesSlide47.xml" Id="Rb0e828d1d92e413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181002ffdb0d472f" /><Relationship Type="http://schemas.openxmlformats.org/officeDocument/2006/relationships/image" Target="/ppt/media/image46.png" Id="R89842882bb0f439c" /><Relationship Type="http://schemas.openxmlformats.org/officeDocument/2006/relationships/notesSlide" Target="/ppt/notesSlides/notesSlide48.xml" Id="R653339655a77422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b0cb13d4a54f4fd2" /><Relationship Type="http://schemas.openxmlformats.org/officeDocument/2006/relationships/image" Target="/ppt/media/image47.png" Id="Reed9c519e7824692" /><Relationship Type="http://schemas.openxmlformats.org/officeDocument/2006/relationships/notesSlide" Target="/ppt/notesSlides/notesSlide49.xml" Id="R4f5e882e1e6d4a7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60c3143d74d74b0e" /><Relationship Type="http://schemas.openxmlformats.org/officeDocument/2006/relationships/notesSlide" Target="/ppt/notesSlides/notesSlide50.xml" Id="R85c1e41c41404d2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5ca1008bad2b4999" /><Relationship Type="http://schemas.openxmlformats.org/officeDocument/2006/relationships/image" Target="/ppt/media/image48.png" Id="R7329a386e3eb43a0" /><Relationship Type="http://schemas.openxmlformats.org/officeDocument/2006/relationships/notesSlide" Target="/ppt/notesSlides/notesSlide51.xml" Id="Ra4f4c6c9c9e4474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ddb22b70d7c84068" /><Relationship Type="http://schemas.openxmlformats.org/officeDocument/2006/relationships/notesSlide" Target="/ppt/notesSlides/notesSlide52.xml" Id="Rf699eb632c8241e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6f499a92fec6489d" /><Relationship Type="http://schemas.openxmlformats.org/officeDocument/2006/relationships/notesSlide" Target="/ppt/notesSlides/notesSlide53.xml" Id="R65e8154ad9684a9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03EA989E-1791-4135-A01C-217C5FA25B47}"/>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6C2F2220-96C9-44D6-8F98-0A2CE36BEAC5}"/>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A8ED3C4D-4ABD-4BAE-8973-D1EF9745706A}"/>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DD5E1BA8-58B8-41AC-9406-8248C753C2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666028458"/>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d96cf342b8684dfa"/>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B8385355-AEC4-4DCA-9F87-92F19EDC89F0}"/>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75937E02-28A3-469A-933D-D4A0D590EF24}"/>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BD07161B-18FD-4655-8B11-9BCCDA2C5BE8}"/>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D925F530-537F-44A8-8D10-09BA56A2B4CC}"/>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CA804CB1-0DC0-4B18-8228-427AF8978A71}"/>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3DD95512-BCC8-4668-8E6B-9579F8DDF0A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865035809"/>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1F0EC2A0-0543-4F08-8F02-CEF91CF9141A}"/>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A2B727CA-AC4B-4992-90B4-AA139C864847}"/>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2E482CBA-3CAB-4788-B12B-CB33002A13FF}"/>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CF55EAB1-E9B5-4E2F-9B28-2AAEB71EC058}"/>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A373F1DD-CF40-452D-90D6-94A1740B7CE5}"/>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58236781-F91B-49E7-8982-2C42540731DA}"/>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1921ACC2-FB54-4AB6-8DAB-7102253539F3}"/>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AD652718-217A-4A8D-996D-D9A4B9BA7551}"/>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1C033AD5-B207-44B2-B2A5-34C082625683}"/>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E5D4107E-0E04-4D39-A6C1-8E036A7CCBD3}"/>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872B489C-F275-490B-A225-0B405357C93A}"/>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C4BA1A85-7DF9-4E8B-922C-CA2709440C48}"/>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792FCDEF-8DA1-4135-9B59-4CF7641F7B3E}"/>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A16A91D0-9409-46D9-9B4B-EF110E110078}"/>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A53AF3BF-66A7-44BB-8046-F8DC39ED248B}"/>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469A2CDE-F60C-4E49-AB25-5ADD8B679865}"/>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B3ED84DB-5A83-4F5E-8449-6E972BB3958A}"/>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8A969341-69E5-4BEC-BF72-96BB71BAAFC8}"/>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26949B27-DF43-4CBE-9A62-20F768235294}"/>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DB5B1821-91E0-4414-A9DE-DC34C23233B9}"/>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6E3E929E-D387-45D4-B8A1-3076C4A4C448}"/>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53D6BE1F-4404-4AF4-B6CE-CE4D099376F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65820537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602F3CEB-23B0-4D14-A1B6-0B613723700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0029F11E-BA6D-4F88-82C9-F93C624E6CA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A040C218-CE97-4282-BC4F-0D60DCB5932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CD787894-4D92-49A7-8958-0192C86E57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92588358"/>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C17FCD6B-72D9-4A1D-8EFA-E6F9B5DE35A0}"/>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3C892A03-CEB8-4A6E-8181-120D3EC3CB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17E2B116-7712-4ACA-B5C4-75FBB0BC85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559217114"/>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D9A75011-3609-4246-9EE4-C9715530F3FF}"/>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83A376D8-7407-4229-9500-2491909ED45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0618FF37-E134-4EEB-A66E-43327248749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C149604C-FEB9-4B45-B9E3-8318A62175E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00807F26-82EB-4E94-ACF8-BA1C86B26C1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F678DF6E-ED20-4517-B684-C1ABDE49099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EE70BDAD-3A79-48D2-A80A-6BE69F826799}"/>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34F4BFFD-B74E-4F68-8E7F-3F7FD7006A4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91CE3546-246A-48C8-843D-DA76D1979F2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865277259"/>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74412175-3406-4238-906A-E2293A764519}"/>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74F04B77-13C9-40E5-89DB-C31D32CA9C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57E7FDB0-C669-4AA1-BA30-41F466CCCCD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9F037F69-570C-41CD-A185-8A8976DE6AA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23D9A916-A89B-4C88-B47F-F8CA45DC4D1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2BCFD22F-5694-42C9-A116-69E12E2A26A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60AC03A4-E839-48B3-A33E-B51C0FF1B98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4409A513-AAD1-4A57-AF62-653D30650AD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CFA1DE06-4D17-44D2-9551-12260594FF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996878188"/>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4B8BE19F-D3AB-4DC0-BCFF-1CC4F227FC0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DFBAA29A-5470-44E8-9002-9610B23178E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BA616BF7-2B2A-43F0-8A6E-1361561A1D1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8AB19529-618D-4DA5-B470-1E702AD956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333457140"/>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f9a0e15527da4aa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5360B879-378A-4B8B-A487-CE31F44F19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751198365"/>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084f78489fe743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5408FB3C-DE36-449F-A328-38FD4D180B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727147383"/>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7999b6fd366046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642B18F5-5D63-4315-9BE7-1DA6A97E51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66882357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c1f352a361fd4a2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4C0BC00A-A2C4-4DBC-A2D8-5D563298C1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42899383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c70e7a8680274cf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B2FD4FAF-00D9-4460-97A8-A8043D8E25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94297384"/>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d12f330aa2eb46a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16CB9C86-6D69-428F-876D-38DC9B4109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3764815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8E3AE891-5369-41C3-BEF4-5BC7A4D8FE9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5505aeb0eb3745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D4E782C1-92D9-4DC7-B78F-F4F0B84439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7DCA6116-1351-4F91-AADA-C5733E766A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7FF22546-8A28-4975-9734-D5E04824A381}"/>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2DB65084-64FC-4891-81B2-B53DD10A4007}"/>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28844339-28C9-46BF-AC36-09CC78046817}"/>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D1C86319-2714-409D-B4CA-EE4F3BC34543}"/>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C862BFB4-A716-4E8A-86AD-FF927B25502E}"/>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92DE42DF-C620-421B-9799-C1E7DF0E62AD}"/>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9D786C44-D3F2-4440-984A-B572359AABC0}"/>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F1F1B6ED-5F04-42DE-928C-055A86214945}"/>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EDA4E65C-4B02-40A7-8B40-B9CB5F01E1EC}"/>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E16363BE-79C8-4548-A641-00BC058958E6}"/>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4763E6FE-5E75-4739-BA11-7DC2ADF08B10}"/>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0858DFD5-8946-40D4-B849-5FA7B0781565}"/>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3CB936FA-C365-44D0-8208-BAF6C0DFAAAC}"/>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1C81A849-8CA9-4625-8BA2-E2CE0E81023D}"/>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4A9B1111-1CE6-45EF-B4BE-859BFB77F13E}"/>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1590D3F8-151F-43E3-9279-51E9F3BCFE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635065575"/>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A201E345-3E37-4420-B846-87F69812AE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d11ebec3e79f43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C8D27E49-0590-449F-B2E0-18E5D1EE68F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2A2082F5-5864-4561-BF30-B06399A8A55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B968A736-EE66-479E-9669-C5A9D2EF339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A4B5BB88-2084-42D5-B0C1-023999C1B7D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0a4718ee74c944c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49C868F4-7787-4DA6-899A-40487775C1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573011755"/>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D40B5F64-00B0-44FD-B42E-2E01A9EF4E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ec8a4667adf04c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2C499BB8-3D2D-4375-AA27-84697C40B3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72FD485C-0A96-4280-A4BE-55AE9EEA2EE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6641B463-098F-4D32-A94B-2D736DCF5429}"/>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93D7FF88-73CA-4042-91D1-55DE12B6CD08}"/>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C0E8C8F8-1C01-46EC-9A51-0C902C4541D4}"/>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BF1ACF2F-C494-4589-8CEC-7F0A9E639F2B}"/>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5D9B0BBD-3017-45FA-A5C4-5CCAD8B65A31}"/>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CF4D14B7-AD3B-4FF0-AAB7-75F6D50156DA}"/>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92869A74-AC87-4A8A-BF54-DD56578C1E53}"/>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83F670DE-5506-4F18-A103-D134D34AA9DE}"/>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64D2C68A-ABA2-48D4-B61C-A862A3F837E9}"/>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22399D22-2E02-40C8-885C-4ABFB4F0A0E9}"/>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B53F7B08-2682-41BE-AEAD-BB214F11087B}"/>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40974670-7DC4-41E3-B449-29419EED0AC2}"/>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2E03E753-0DC8-4C79-9CA5-E83D20E6AC62}"/>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7EBE7704-0950-483D-B29B-6687CEC09E05}"/>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7815B07D-34C0-4C7A-8B97-1CF8EA881113}"/>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A4973A53-B807-437E-A51D-E80FE7DAC1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45799050"/>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43A88BEC-729D-43BC-AE49-4919E2B8C5F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19d2d9b5f0a0440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D58FE39A-5646-4366-938B-2E2361D2919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344BE591-EABA-4F2E-9C0B-1F22486B98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5252FF94-EA23-49D1-8099-1BCB647A008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EB76644B-4132-4ACC-9B01-64D48B97DFB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226C35B2-08FF-4B6C-8AF7-F76AEE6FCEAF}"/>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78FDCC7A-D27C-4E84-B72A-07549F4B40A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42BDD26B-76E1-4B3E-B914-3E965816F515}"/>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225153E9-4904-440B-BABB-46A601801505}"/>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760F7547-8E4B-4E4E-B5D7-91710C1124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88445293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8535511E-8D5D-4559-99C7-0E57A1A0DA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b25312d1e326441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A5596E7A-2B41-43BB-B929-E88A5CAC7B5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8A79BEA0-884E-499B-9A81-67074B4984A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43F05206-991C-4D87-81C0-E47F6D879B0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3A43602B-CFAF-48EE-BCE2-E335C1A8EBC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43026CC8-84F9-45C7-B3D4-A0F899A3407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73209235-557A-4187-AD60-E90791EB2B0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8D9EC4C1-EEE0-4FC2-A694-93F86F14B8C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C837CF08-A7AA-460B-B0FB-1E3D4CF2D42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E8867CF7-60BE-41D0-9B49-7543215FF78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51CD1356-57F9-43F9-9883-30CB294BAC0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EE9AF278-8E39-4C43-8DC1-0437B73AFC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422356294"/>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01DEEAF9-BC7F-4547-8839-6834F5DD6DB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dd69a7dbc61844d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41495742-BA7C-4A9B-813C-AFC71C0CBF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985203AF-0B5B-449A-9EB6-8A6C1DA82C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26B31B3A-8FFD-47E1-A04A-44D3AADD868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5E7972CA-E092-4E82-BF17-FF60C9801476}"/>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4232927A-69BF-45DB-96E8-4DDCFC1A9CD3}"/>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95253316-332A-40A5-B6A6-1C84C23810BA}"/>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39B65309-F4B2-430C-BEB1-4A968D520A02}"/>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9B559796-6B86-4C09-B896-EA15985AE5BD}"/>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E4BBD090-AD38-4B01-83D3-243834A0EE20}"/>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28E2254B-EB33-4FE1-8ACD-BA87D31308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290701080"/>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2C7BBDA0-1B6E-4AAA-B595-EDA4650F545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aee5ec41b01e46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10860ECD-D4DD-476A-9B31-390453D478D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34947357-20D2-4D90-99F4-A66AADC3C55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F3A31AA0-FA0A-40C1-8800-9631E6522D5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ECA32087-F72C-45F0-A6F9-87B3E0C3081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cebad6a4433e44c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8A61D470-6E53-4AE6-AFB4-6A01B9E46A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179424514"/>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4223C0E7-C202-4BBA-8356-197FE1ECD7F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4cd769b52d5946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9F441B1D-966F-425E-A4F7-D431B4EA76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8EA75DC5-E516-4936-8C76-155C9816263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2067AEE5-17F6-4CAE-878C-994ED8871A34}"/>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9017E36D-CB7D-45F3-AD7A-031A0EBACBD9}"/>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2048F7F1-42C0-4892-9C28-BFBB91335146}"/>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D70B0CAA-F624-4695-BDCF-B56901839444}"/>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C174F382-E782-4E20-97A6-410DC4427AF8}"/>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BE049CB2-EBFB-4B01-8B48-5CEA841312FD}"/>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1E6600F9-F9C2-44A7-B4FA-697BC00451CD}"/>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41CE7AA0-1444-4E52-AF68-C0B27F545083}"/>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22B015A8-5DEC-426D-BE56-6D1EA00B1D5B}"/>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AC21B669-31DF-436F-9858-7E2E8B20181F}"/>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FBCF9F51-8D98-4561-8052-A5E4D82624F8}"/>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6B16F2E5-9582-4013-A497-66A47ABE4869}"/>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148B7C60-F5D9-4F55-AE1A-BCF35EA9A07E}"/>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91A0BF53-2E00-4F04-9D14-F1FE3D4C525F}"/>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170C0B08-C236-4868-9D9E-B6637EB3BC8E}"/>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8101A5CF-E7DB-423B-906F-7C47EA6E575F}"/>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D0E57AF7-1BD4-4E54-A5D1-354ED1937AE8}"/>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56C57A8E-E96C-4D03-BF70-B08C59E376F5}"/>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5B0F502F-3F78-4A56-A2B4-6B2BED176D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924764159"/>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EB98116A-1EE7-41B9-8848-A1524565BF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9e3c964471b143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C4C50678-6FD2-41E9-A1BD-AEF8E2FEAFF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F141A48A-BFE6-421A-8411-34308C332F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0EAC2B17-661F-4E4C-A2F9-86EEE67FA09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9F39213B-0755-4E2D-8B72-E7374EA165A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D2EC3618-A554-4BCD-8255-BC7409363E92}"/>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A5E6D351-F60A-44BD-82E6-F3A7AA455AA3}"/>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5928FD92-50DB-4A7D-8355-908033D7E30B}"/>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0B0C7E18-DFE7-42C3-A6F4-0AE8414B6B0C}"/>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6936D989-8BF5-4A97-8F76-ED1B7B68A162}"/>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943AB08F-0DDA-4A6B-92BB-B19A8C5BB0EA}"/>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C06C0CC3-F0D3-49BB-AFE1-0B66B7E2580E}"/>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588B782B-7CA1-4E02-B288-16A79916DB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73934139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14E2F75D-7A92-44C5-81F1-6BFDE3CE6C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074f3f2685c449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9974B829-1BA9-42C3-BBCD-EE97EE1ED11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EF1BA567-E98A-4DA0-BA70-C37ECA5561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357D68A7-4DA5-4BF0-932C-32276093423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FF9776A0-1AE0-4D23-A106-CDB66CEECF5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AFEE9125-A173-4DE2-AB34-70A3BC5A3AAE}"/>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1D50480E-470B-4E39-BB3F-6AD0E987FA8D}"/>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ED841301-9258-482B-9CCD-AC3ABA473196}"/>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F13CC976-9D3C-4EC6-A22B-D907100AA471}"/>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C47DB6A4-2BAE-455D-B66D-BBC6CD1CBB7C}"/>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23FCF7DA-55E4-4654-B35D-96C45FE5DD32}"/>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5EB93A1B-331E-4925-8F28-D659FB2BF4E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8B53C192-1721-4A85-A922-899BFD0A5C5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8C52571C-F49A-4C0C-9D9A-EE2C3F1978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509388391"/>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F32506DF-EC5F-4C62-8C5B-2D51109E406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7604170541f44e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1C49E54B-590C-4D42-8760-1BA3428611A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29DF6E7A-C520-4636-8609-5A5682760A0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0D75FEC3-0CE7-4EEE-BF94-B1A2628E284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4FEFBABC-037E-41C2-B355-AF164473C0BD}"/>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0E2B928F-3CC6-44CD-87EF-0B4105A54299}"/>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3F898750-B301-432B-93DB-280D58FDAB06}"/>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E564F5B2-4609-42AC-AA3D-48239C7E781C}"/>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9E3E100C-E2D8-4682-B682-E047CEB7C8F0}"/>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E7E86696-691C-4C23-9025-93CE97875C9D}"/>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C0C53C2A-34E0-4000-8CA1-D5D626E65DBC}"/>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A796D3CC-2A2B-45D5-B324-68472DEBC4A6}"/>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F6B98483-C098-412D-957D-3FFFB7D18606}"/>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D3E23244-945B-471A-80FE-6E50C1512E88}"/>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2EECF83F-84ED-4A15-9720-4C0C7F9CF0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896611227"/>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B295A084-EEB3-41CD-9B31-F8633591D1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615cb773bb6349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864A2421-7C86-4887-846A-6309F87829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DC82269F-0F06-40A8-894A-EE7CD86747A0}"/>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6FEE398B-4B2A-43AD-BF23-8D57EBC6498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31EBAE15-4E9C-4743-BE37-B96B7D19D09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4098e92acc7341b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1FBDCE13-3946-44B2-8B67-FA0B081EEE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96137840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22AB8242-0A0B-4CDE-9999-02C0357E5C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b8d204b275eb42a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87F981A7-0E28-4EF7-BA02-921CE4B46E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D9DC63BF-3DBC-40E1-A7DE-D3BED509A9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E487B4D8-88C4-417A-8FDA-CA32300D7347}"/>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0817509D-7378-447B-810C-8135C8D3378F}"/>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A66C806B-F59C-4D86-B9A7-1515437ED471}"/>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B8B15A9F-B579-4BF0-8302-FE7B29A543B7}"/>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BB2D7450-B59C-4BDC-859A-F476791E8480}"/>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DA7561EC-5464-49E7-A4B3-2277C1379BED}"/>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80F0628C-E838-435B-A3D2-229CF827F0D6}"/>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E0DE36C4-5269-45CC-BE8A-A35226015D3F}"/>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54475841-8B7C-4F26-8635-7D447FE69F72}"/>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7130AD7F-ECC1-4974-9B2D-B0CEF4CC116B}"/>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DE837249-77CC-4889-AEC8-5A8219FA860B}"/>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DE4533E9-59FB-4DC0-B228-5BDD55BE25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352558022"/>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37594F1E-1570-4995-B65E-AE6BE13BCFF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b831e685eca040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9C4F6802-8682-4333-AEC2-EC2E951E94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D4A50A00-FB78-4C8A-9CC5-6CE73C2BF13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BF4809BD-D2C1-4872-BA81-A52CB91F798E}"/>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7683910F-28BB-4A51-B3E9-D278D8DF99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704439033"/>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33EB967B-80B5-429D-97E1-D99C70B17B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0a6a769526a9401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FD8E6BEC-D7F0-4D9B-83C0-D4FF2E606D4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646B7DF9-9D24-4FB4-A692-7FC7B3C1943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17A7660C-8D37-4A27-81C1-F52DEB82579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59A405F6-E867-406A-BC36-DD487E79076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7D0E9D09-D821-4247-822B-38556388F57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2B7560F4-1CAE-43DF-998F-969A90707E6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B6C7139B-7764-400B-AA75-022D9CFD507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CEAC07CD-91A4-47F1-88A2-5BFB44D0FCF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546B5BF3-DA0C-42C5-AA21-25592C869E1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FB948B86-0EE9-44B3-B815-35EE3AE8988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03CD5F34-403C-47EB-8CD4-9CC796E41C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964584899"/>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CA430701-1515-45E7-9E65-AD1737F807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06912cfe8f514b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471AF951-AB23-4A63-84AB-95776925BB8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CA4F47A0-B06B-47E7-8747-E07E1ECC16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1CE9E6B2-A1E2-4CD5-9125-4C93B32FD9B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711877ED-6671-4CFC-9217-CCC7F56EFB8F}"/>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2BFAA97D-05F7-410C-8C8E-D36E3C6B99DB}"/>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D0A2EFA1-F0C9-433B-8BDF-95E0EE2B99FE}"/>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EB8950A0-19CB-460E-A2EA-5D604C114F90}"/>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C713D484-2554-4F0A-8225-5F587BFE6173}"/>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6AA45550-5350-4249-84AE-0886D3E49728}"/>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75083760-7311-4819-BC10-B697FAC3B77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776736851"/>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7256BAF8-4BEF-42B2-BFDC-EA5DA02DD5B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7449937aa66647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EC668965-4F9C-41EC-ACFF-C70B1080DF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3689BB64-1C47-49DA-BDB5-33275138410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53A13FC7-441D-4C3B-82B6-C7DC1B0E898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9AD737C2-9B26-45E4-8B81-9F52B11ED09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bf1f143d4f2841a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DE79CEF3-07ED-4E37-B3DC-2D41BEF37A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019654853"/>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2419F254-8C3C-490B-B0D7-6A3475C7D1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7f788ec39fdc41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36F2DC44-8936-4B2F-89A7-ACF3BAC2D3A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855CFF1C-39A6-4E0E-BD20-56A8B4D552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028B2F8B-6582-4304-8B8C-786284F4F3B2}"/>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9294CE6D-B63B-4ECA-894A-565D1714E756}"/>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308" name="27-text-3">
            <a:extLst xmlns:a="http://schemas.openxmlformats.org/drawingml/2006/main">
              <a:ext uri="{FF2B5EF4-FFF2-40B4-BE49-F238E27FC236}">
                <a16:creationId xmlns:a16="http://schemas.microsoft.com/office/drawing/2014/main" id="{BDEE8741-FBB5-48BA-963C-FFA3B572F722}"/>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09" name="27-text-4">
            <a:extLst xmlns:a="http://schemas.openxmlformats.org/drawingml/2006/main">
              <a:ext uri="{FF2B5EF4-FFF2-40B4-BE49-F238E27FC236}">
                <a16:creationId xmlns:a16="http://schemas.microsoft.com/office/drawing/2014/main" id="{B0F3630B-D58B-4B95-A15A-CE5FA44A9EC5}"/>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310" name="27-text-5">
            <a:extLst xmlns:a="http://schemas.openxmlformats.org/drawingml/2006/main">
              <a:ext uri="{FF2B5EF4-FFF2-40B4-BE49-F238E27FC236}">
                <a16:creationId xmlns:a16="http://schemas.microsoft.com/office/drawing/2014/main" id="{0A4B6EC1-F4F2-41D0-AD3C-8E30FBACA4AD}"/>
              </a:ext>
            </a:extLst>
          </p:cNvPr>
          <p:cNvSpPr>
            <a:spLocks xmlns:a="http://schemas.openxmlformats.org/drawingml/2006/main"/>
          </p:cNvSpPr>
          <p:nvPr/>
        </p:nvSpPr>
        <p:spPr>
          <a:xfrm xmlns:a="http://schemas.openxmlformats.org/drawingml/2006/main">
            <a:off x="609600" y="5359400"/>
            <a:ext cx="167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311" name="27-text-6">
            <a:extLst xmlns:a="http://schemas.openxmlformats.org/drawingml/2006/main">
              <a:ext uri="{FF2B5EF4-FFF2-40B4-BE49-F238E27FC236}">
                <a16:creationId xmlns:a16="http://schemas.microsoft.com/office/drawing/2014/main" id="{7F6A024F-C60B-4DE9-978A-ABB4B8E2D425}"/>
              </a:ext>
            </a:extLst>
          </p:cNvPr>
          <p:cNvSpPr>
            <a:spLocks xmlns:a="http://schemas.openxmlformats.org/drawingml/2006/main"/>
          </p:cNvSpPr>
          <p:nvPr/>
        </p:nvSpPr>
        <p:spPr>
          <a:xfrm xmlns:a="http://schemas.openxmlformats.org/drawingml/2006/main">
            <a:off x="9702800" y="52070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312" name="27-line-8">
            <a:extLst xmlns:a="http://schemas.openxmlformats.org/drawingml/2006/main">
              <a:ext uri="{FF2B5EF4-FFF2-40B4-BE49-F238E27FC236}">
                <a16:creationId xmlns:a16="http://schemas.microsoft.com/office/drawing/2014/main" id="{D2100022-BCC1-4DFA-A0E8-F23B43EB3E91}"/>
              </a:ext>
            </a:extLst>
          </p:cNvPr>
          <p:cNvSpPr>
            <a:spLocks xmlns:a="http://schemas.openxmlformats.org/drawingml/2006/main"/>
          </p:cNvSpPr>
          <p:nvPr/>
        </p:nvSpPr>
        <p:spPr>
          <a:xfrm xmlns:a="http://schemas.openxmlformats.org/drawingml/2006/main" flipH="0" flipV="0">
            <a:off x="2489200" y="55245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27-line-10">
            <a:extLst xmlns:a="http://schemas.openxmlformats.org/drawingml/2006/main">
              <a:ext uri="{FF2B5EF4-FFF2-40B4-BE49-F238E27FC236}">
                <a16:creationId xmlns:a16="http://schemas.microsoft.com/office/drawing/2014/main" id="{4D02A265-64C0-45C5-8020-D893B454162F}"/>
              </a:ext>
            </a:extLst>
          </p:cNvPr>
          <p:cNvSpPr>
            <a:spLocks xmlns:a="http://schemas.openxmlformats.org/drawingml/2006/main"/>
          </p:cNvSpPr>
          <p:nvPr/>
        </p:nvSpPr>
        <p:spPr>
          <a:xfrm xmlns:a="http://schemas.openxmlformats.org/drawingml/2006/main" flipH="0" flipV="0">
            <a:off x="8940800" y="55245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4" name="bounded-agent-loop-stage">
            <a:extLst xmlns:a="http://schemas.openxmlformats.org/drawingml/2006/main">
              <a:ext uri="{FF2B5EF4-FFF2-40B4-BE49-F238E27FC236}">
                <a16:creationId xmlns:a16="http://schemas.microsoft.com/office/drawing/2014/main" id="{F4B57174-F76E-453C-8154-E883D8840216}"/>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5" name="27-text-11">
            <a:extLst xmlns:a="http://schemas.openxmlformats.org/drawingml/2006/main">
              <a:ext uri="{FF2B5EF4-FFF2-40B4-BE49-F238E27FC236}">
                <a16:creationId xmlns:a16="http://schemas.microsoft.com/office/drawing/2014/main" id="{160DC143-FE8C-417E-90BA-17472A3B03BB}"/>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316" name="27-text-12">
            <a:extLst xmlns:a="http://schemas.openxmlformats.org/drawingml/2006/main">
              <a:ext uri="{FF2B5EF4-FFF2-40B4-BE49-F238E27FC236}">
                <a16:creationId xmlns:a16="http://schemas.microsoft.com/office/drawing/2014/main" id="{219FFCF3-F241-478D-AF09-ED83CEB3AA84}"/>
              </a:ext>
            </a:extLst>
          </p:cNvPr>
          <p:cNvSpPr>
            <a:spLocks xmlns:a="http://schemas.openxmlformats.org/drawingml/2006/main"/>
          </p:cNvSpPr>
          <p:nvPr/>
        </p:nvSpPr>
        <p:spPr>
          <a:xfrm xmlns:a="http://schemas.openxmlformats.org/drawingml/2006/main">
            <a:off x="3403600" y="5207000"/>
            <a:ext cx="147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17" name="27-text-13">
            <a:extLst xmlns:a="http://schemas.openxmlformats.org/drawingml/2006/main">
              <a:ext uri="{FF2B5EF4-FFF2-40B4-BE49-F238E27FC236}">
                <a16:creationId xmlns:a16="http://schemas.microsoft.com/office/drawing/2014/main" id="{FFA1F2E6-ED55-43C4-B47D-71D1CA9215A0}"/>
              </a:ext>
            </a:extLst>
          </p:cNvPr>
          <p:cNvSpPr>
            <a:spLocks xmlns:a="http://schemas.openxmlformats.org/drawingml/2006/main"/>
          </p:cNvSpPr>
          <p:nvPr/>
        </p:nvSpPr>
        <p:spPr>
          <a:xfrm xmlns:a="http://schemas.openxmlformats.org/drawingml/2006/main">
            <a:off x="5461000" y="5359400"/>
            <a:ext cx="71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318" name="27-text-14">
            <a:extLst xmlns:a="http://schemas.openxmlformats.org/drawingml/2006/main">
              <a:ext uri="{FF2B5EF4-FFF2-40B4-BE49-F238E27FC236}">
                <a16:creationId xmlns:a16="http://schemas.microsoft.com/office/drawing/2014/main" id="{E81EDFE8-970C-4C3E-A09F-871E34471DA0}"/>
              </a:ext>
            </a:extLst>
          </p:cNvPr>
          <p:cNvSpPr>
            <a:spLocks xmlns:a="http://schemas.openxmlformats.org/drawingml/2006/main"/>
          </p:cNvSpPr>
          <p:nvPr/>
        </p:nvSpPr>
        <p:spPr>
          <a:xfrm xmlns:a="http://schemas.openxmlformats.org/drawingml/2006/main">
            <a:off x="6832600" y="5207000"/>
            <a:ext cx="1549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line-16">
            <a:extLst xmlns:a="http://schemas.openxmlformats.org/drawingml/2006/main">
              <a:ext uri="{FF2B5EF4-FFF2-40B4-BE49-F238E27FC236}">
                <a16:creationId xmlns:a16="http://schemas.microsoft.com/office/drawing/2014/main" id="{85607BE8-0CDE-4363-A533-52D973EEFEC1}"/>
              </a:ext>
            </a:extLst>
          </p:cNvPr>
          <p:cNvSpPr>
            <a:spLocks xmlns:a="http://schemas.openxmlformats.org/drawingml/2006/main"/>
          </p:cNvSpPr>
          <p:nvPr/>
        </p:nvSpPr>
        <p:spPr>
          <a:xfrm xmlns:a="http://schemas.openxmlformats.org/drawingml/2006/main" flipH="0" flipV="0">
            <a:off x="5029200" y="55245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27-line-18">
            <a:extLst xmlns:a="http://schemas.openxmlformats.org/drawingml/2006/main">
              <a:ext uri="{FF2B5EF4-FFF2-40B4-BE49-F238E27FC236}">
                <a16:creationId xmlns:a16="http://schemas.microsoft.com/office/drawing/2014/main" id="{97715246-DFEE-4573-9707-F0DFEA125DE0}"/>
              </a:ext>
            </a:extLst>
          </p:cNvPr>
          <p:cNvSpPr>
            <a:spLocks xmlns:a="http://schemas.openxmlformats.org/drawingml/2006/main"/>
          </p:cNvSpPr>
          <p:nvPr/>
        </p:nvSpPr>
        <p:spPr>
          <a:xfrm xmlns:a="http://schemas.openxmlformats.org/drawingml/2006/main" flipH="0" flipV="0">
            <a:off x="6451600" y="55245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1" name="27-line-20">
            <a:extLst xmlns:a="http://schemas.openxmlformats.org/drawingml/2006/main">
              <a:ext uri="{FF2B5EF4-FFF2-40B4-BE49-F238E27FC236}">
                <a16:creationId xmlns:a16="http://schemas.microsoft.com/office/drawing/2014/main" id="{671E1010-D321-4DE4-861B-8CFFCDB6D7C2}"/>
              </a:ext>
            </a:extLst>
          </p:cNvPr>
          <p:cNvSpPr>
            <a:spLocks xmlns:a="http://schemas.openxmlformats.org/drawingml/2006/main"/>
          </p:cNvSpPr>
          <p:nvPr/>
        </p:nvSpPr>
        <p:spPr>
          <a:xfrm xmlns:a="http://schemas.openxmlformats.org/drawingml/2006/main" flipH="0" flipV="0">
            <a:off x="7607300" y="59182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2" name="27-line-22">
            <a:extLst xmlns:a="http://schemas.openxmlformats.org/drawingml/2006/main">
              <a:ext uri="{FF2B5EF4-FFF2-40B4-BE49-F238E27FC236}">
                <a16:creationId xmlns:a16="http://schemas.microsoft.com/office/drawing/2014/main" id="{D960F710-7803-4CB9-8C3A-A54321BA25A5}"/>
              </a:ext>
            </a:extLst>
          </p:cNvPr>
          <p:cNvSpPr>
            <a:spLocks xmlns:a="http://schemas.openxmlformats.org/drawingml/2006/main"/>
          </p:cNvSpPr>
          <p:nvPr/>
        </p:nvSpPr>
        <p:spPr>
          <a:xfrm xmlns:a="http://schemas.openxmlformats.org/drawingml/2006/main" flipH="1" flipV="0">
            <a:off x="4140200" y="60706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3" name="27-line-24">
            <a:extLst xmlns:a="http://schemas.openxmlformats.org/drawingml/2006/main">
              <a:ext uri="{FF2B5EF4-FFF2-40B4-BE49-F238E27FC236}">
                <a16:creationId xmlns:a16="http://schemas.microsoft.com/office/drawing/2014/main" id="{300875BF-7750-41B5-A57E-32CCA8056728}"/>
              </a:ext>
            </a:extLst>
          </p:cNvPr>
          <p:cNvSpPr>
            <a:spLocks xmlns:a="http://schemas.openxmlformats.org/drawingml/2006/main"/>
          </p:cNvSpPr>
          <p:nvPr/>
        </p:nvSpPr>
        <p:spPr>
          <a:xfrm xmlns:a="http://schemas.openxmlformats.org/drawingml/2006/main" flipH="0" flipV="1">
            <a:off x="4140200" y="59182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narrative-number">
            <a:extLst xmlns:a="http://schemas.openxmlformats.org/drawingml/2006/main">
              <a:ext uri="{FF2B5EF4-FFF2-40B4-BE49-F238E27FC236}">
                <a16:creationId xmlns:a16="http://schemas.microsoft.com/office/drawing/2014/main" id="{AE1DD36E-D695-45CB-BB36-4CFC7490E4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67433545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C67169A9-F26E-486E-BC84-47A7C0246FC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d6cd0c53d56144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slide-title">
            <a:extLst xmlns:a="http://schemas.openxmlformats.org/drawingml/2006/main">
              <a:ext uri="{FF2B5EF4-FFF2-40B4-BE49-F238E27FC236}">
                <a16:creationId xmlns:a16="http://schemas.microsoft.com/office/drawing/2014/main" id="{184EAF06-D776-49CF-83AB-80000AB0D6E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328" name="header-divider">
            <a:extLst xmlns:a="http://schemas.openxmlformats.org/drawingml/2006/main">
              <a:ext uri="{FF2B5EF4-FFF2-40B4-BE49-F238E27FC236}">
                <a16:creationId xmlns:a16="http://schemas.microsoft.com/office/drawing/2014/main" id="{1D771767-EF55-464E-BCD1-CE78F4E5CB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9" name="28-text-1">
            <a:extLst xmlns:a="http://schemas.openxmlformats.org/drawingml/2006/main">
              <a:ext uri="{FF2B5EF4-FFF2-40B4-BE49-F238E27FC236}">
                <a16:creationId xmlns:a16="http://schemas.microsoft.com/office/drawing/2014/main" id="{E7467E14-E774-44FC-B6B0-A0DFAE823173}"/>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30" name="28-text-2">
            <a:extLst xmlns:a="http://schemas.openxmlformats.org/drawingml/2006/main">
              <a:ext uri="{FF2B5EF4-FFF2-40B4-BE49-F238E27FC236}">
                <a16:creationId xmlns:a16="http://schemas.microsoft.com/office/drawing/2014/main" id="{CD475B06-4A84-4F00-9369-ADABD02CC308}"/>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31" name="28-text-3">
            <a:extLst xmlns:a="http://schemas.openxmlformats.org/drawingml/2006/main">
              <a:ext uri="{FF2B5EF4-FFF2-40B4-BE49-F238E27FC236}">
                <a16:creationId xmlns:a16="http://schemas.microsoft.com/office/drawing/2014/main" id="{0C9B926A-0C07-49A6-843B-99B272D780F5}"/>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32" name="28-text-4">
            <a:extLst xmlns:a="http://schemas.openxmlformats.org/drawingml/2006/main">
              <a:ext uri="{FF2B5EF4-FFF2-40B4-BE49-F238E27FC236}">
                <a16:creationId xmlns:a16="http://schemas.microsoft.com/office/drawing/2014/main" id="{5CF26F66-4469-4EB8-86B2-402CAC5177F8}"/>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33" name="28-text-5">
            <a:extLst xmlns:a="http://schemas.openxmlformats.org/drawingml/2006/main">
              <a:ext uri="{FF2B5EF4-FFF2-40B4-BE49-F238E27FC236}">
                <a16:creationId xmlns:a16="http://schemas.microsoft.com/office/drawing/2014/main" id="{9C928445-A9BA-4AF8-ACDB-9550D832DCA9}"/>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34" name="28-text-6">
            <a:extLst xmlns:a="http://schemas.openxmlformats.org/drawingml/2006/main">
              <a:ext uri="{FF2B5EF4-FFF2-40B4-BE49-F238E27FC236}">
                <a16:creationId xmlns:a16="http://schemas.microsoft.com/office/drawing/2014/main" id="{C953948B-8555-4783-AA7A-6AAEB6214FA4}"/>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35" name="28-text-7">
            <a:extLst xmlns:a="http://schemas.openxmlformats.org/drawingml/2006/main">
              <a:ext uri="{FF2B5EF4-FFF2-40B4-BE49-F238E27FC236}">
                <a16:creationId xmlns:a16="http://schemas.microsoft.com/office/drawing/2014/main" id="{5B1AE18D-8657-4913-81EB-7F4026046BDF}"/>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36" name="narrative-number">
            <a:extLst xmlns:a="http://schemas.openxmlformats.org/drawingml/2006/main">
              <a:ext uri="{FF2B5EF4-FFF2-40B4-BE49-F238E27FC236}">
                <a16:creationId xmlns:a16="http://schemas.microsoft.com/office/drawing/2014/main" id="{C5278FA7-B69C-4293-92C6-50C6937CB1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28198314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8260220D-EE3F-4019-9D19-774ABD91E5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1" name="mini-map"/>
          <p:cNvPicPr>
            <a:picLocks xmlns:a="http://schemas.openxmlformats.org/drawingml/2006/main" noChangeAspect="1"/>
          </p:cNvPicPr>
          <p:nvPr/>
        </p:nvPicPr>
        <p:blipFill>
          <a:blip xmlns:r="http://schemas.openxmlformats.org/officeDocument/2006/relationships" xmlns:a="http://schemas.openxmlformats.org/drawingml/2006/main" r:embed="R8483810c0cd84a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7EEE6D70-320F-4DFE-8D5B-B691B87EEF8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0" name="header-divider">
            <a:extLst xmlns:a="http://schemas.openxmlformats.org/drawingml/2006/main">
              <a:ext uri="{FF2B5EF4-FFF2-40B4-BE49-F238E27FC236}">
                <a16:creationId xmlns:a16="http://schemas.microsoft.com/office/drawing/2014/main" id="{F5502CEE-53E9-4F68-BAA4-1F45E9888B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B3F5D4DC-3A92-45AD-851D-4B1D653791A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42" name="29-text-2">
            <a:extLst xmlns:a="http://schemas.openxmlformats.org/drawingml/2006/main">
              <a:ext uri="{FF2B5EF4-FFF2-40B4-BE49-F238E27FC236}">
                <a16:creationId xmlns:a16="http://schemas.microsoft.com/office/drawing/2014/main" id="{1FBE169D-EB8C-4B6E-AAE5-4FA000F9D4F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43" name="29-text-3">
            <a:extLst xmlns:a="http://schemas.openxmlformats.org/drawingml/2006/main">
              <a:ext uri="{FF2B5EF4-FFF2-40B4-BE49-F238E27FC236}">
                <a16:creationId xmlns:a16="http://schemas.microsoft.com/office/drawing/2014/main" id="{5D9098F1-92EE-45FC-AEAD-58181C774D7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44" name="29-text-4">
            <a:extLst xmlns:a="http://schemas.openxmlformats.org/drawingml/2006/main">
              <a:ext uri="{FF2B5EF4-FFF2-40B4-BE49-F238E27FC236}">
                <a16:creationId xmlns:a16="http://schemas.microsoft.com/office/drawing/2014/main" id="{32E2E2EA-84D6-4C2A-83BB-0F096B529C3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45" name="29-text-5">
            <a:extLst xmlns:a="http://schemas.openxmlformats.org/drawingml/2006/main">
              <a:ext uri="{FF2B5EF4-FFF2-40B4-BE49-F238E27FC236}">
                <a16:creationId xmlns:a16="http://schemas.microsoft.com/office/drawing/2014/main" id="{A81E5001-B082-4226-B5AE-9A575C356FD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6" name="29-text-6">
            <a:extLst xmlns:a="http://schemas.openxmlformats.org/drawingml/2006/main">
              <a:ext uri="{FF2B5EF4-FFF2-40B4-BE49-F238E27FC236}">
                <a16:creationId xmlns:a16="http://schemas.microsoft.com/office/drawing/2014/main" id="{7AB67FD9-0866-471A-AA05-F52503EA7F5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47" name="29-text-7">
            <a:extLst xmlns:a="http://schemas.openxmlformats.org/drawingml/2006/main">
              <a:ext uri="{FF2B5EF4-FFF2-40B4-BE49-F238E27FC236}">
                <a16:creationId xmlns:a16="http://schemas.microsoft.com/office/drawing/2014/main" id="{A8A5118F-0E52-4CD2-AC3F-57F621FEA05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48" name="29-text-8">
            <a:extLst xmlns:a="http://schemas.openxmlformats.org/drawingml/2006/main">
              <a:ext uri="{FF2B5EF4-FFF2-40B4-BE49-F238E27FC236}">
                <a16:creationId xmlns:a16="http://schemas.microsoft.com/office/drawing/2014/main" id="{74B0C452-126F-4A0C-A1E9-C8A4EC0E8F9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49" name="narrative-number">
            <a:extLst xmlns:a="http://schemas.openxmlformats.org/drawingml/2006/main">
              <a:ext uri="{FF2B5EF4-FFF2-40B4-BE49-F238E27FC236}">
                <a16:creationId xmlns:a16="http://schemas.microsoft.com/office/drawing/2014/main" id="{64EDB02E-6FCF-49BB-94F6-4DE87325E0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427617431"/>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0" name="!!area-name">
            <a:extLst xmlns:a="http://schemas.openxmlformats.org/drawingml/2006/main">
              <a:ext uri="{FF2B5EF4-FFF2-40B4-BE49-F238E27FC236}">
                <a16:creationId xmlns:a16="http://schemas.microsoft.com/office/drawing/2014/main" id="{05ADC63F-F954-4CB5-8B63-B236AE89CC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74" name="mini-map"/>
          <p:cNvPicPr>
            <a:picLocks xmlns:a="http://schemas.openxmlformats.org/drawingml/2006/main" noChangeAspect="1"/>
          </p:cNvPicPr>
          <p:nvPr/>
        </p:nvPicPr>
        <p:blipFill>
          <a:blip xmlns:r="http://schemas.openxmlformats.org/officeDocument/2006/relationships" xmlns:a="http://schemas.openxmlformats.org/drawingml/2006/main" r:embed="R80c75683051246c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2" name="slide-title">
            <a:extLst xmlns:a="http://schemas.openxmlformats.org/drawingml/2006/main">
              <a:ext uri="{FF2B5EF4-FFF2-40B4-BE49-F238E27FC236}">
                <a16:creationId xmlns:a16="http://schemas.microsoft.com/office/drawing/2014/main" id="{E85AE3DE-7D7E-4ACA-A175-39E2AA1E311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53" name="header-divider">
            <a:extLst xmlns:a="http://schemas.openxmlformats.org/drawingml/2006/main">
              <a:ext uri="{FF2B5EF4-FFF2-40B4-BE49-F238E27FC236}">
                <a16:creationId xmlns:a16="http://schemas.microsoft.com/office/drawing/2014/main" id="{B4F8BF3D-0B15-476A-B57E-0B37370EA6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4" name="30-text-1">
            <a:extLst xmlns:a="http://schemas.openxmlformats.org/drawingml/2006/main">
              <a:ext uri="{FF2B5EF4-FFF2-40B4-BE49-F238E27FC236}">
                <a16:creationId xmlns:a16="http://schemas.microsoft.com/office/drawing/2014/main" id="{A0B37FB3-1486-4C82-9047-D741B1C7823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55" name="30-text-2">
            <a:extLst xmlns:a="http://schemas.openxmlformats.org/drawingml/2006/main">
              <a:ext uri="{FF2B5EF4-FFF2-40B4-BE49-F238E27FC236}">
                <a16:creationId xmlns:a16="http://schemas.microsoft.com/office/drawing/2014/main" id="{23392B23-E108-41B0-A1F3-3DCE9197C9AE}"/>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56" name="30-text-3">
            <a:extLst xmlns:a="http://schemas.openxmlformats.org/drawingml/2006/main">
              <a:ext uri="{FF2B5EF4-FFF2-40B4-BE49-F238E27FC236}">
                <a16:creationId xmlns:a16="http://schemas.microsoft.com/office/drawing/2014/main" id="{FB02809C-3C84-4338-AD67-5EFEC18945BF}"/>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57" name="30-text-4">
            <a:extLst xmlns:a="http://schemas.openxmlformats.org/drawingml/2006/main">
              <a:ext uri="{FF2B5EF4-FFF2-40B4-BE49-F238E27FC236}">
                <a16:creationId xmlns:a16="http://schemas.microsoft.com/office/drawing/2014/main" id="{362745F7-8C42-46B2-8CF9-A9C6CCC33414}"/>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58" name="30-text-5">
            <a:extLst xmlns:a="http://schemas.openxmlformats.org/drawingml/2006/main">
              <a:ext uri="{FF2B5EF4-FFF2-40B4-BE49-F238E27FC236}">
                <a16:creationId xmlns:a16="http://schemas.microsoft.com/office/drawing/2014/main" id="{4F87D5E6-0B8C-4E32-9F29-8C602A667532}"/>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59" name="30-line-7">
            <a:extLst xmlns:a="http://schemas.openxmlformats.org/drawingml/2006/main">
              <a:ext uri="{FF2B5EF4-FFF2-40B4-BE49-F238E27FC236}">
                <a16:creationId xmlns:a16="http://schemas.microsoft.com/office/drawing/2014/main" id="{40C255A5-AE4E-4678-900D-B95CB1096FA7}"/>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0" name="30-text-8">
            <a:extLst xmlns:a="http://schemas.openxmlformats.org/drawingml/2006/main">
              <a:ext uri="{FF2B5EF4-FFF2-40B4-BE49-F238E27FC236}">
                <a16:creationId xmlns:a16="http://schemas.microsoft.com/office/drawing/2014/main" id="{A1A4CCD9-E623-408A-A2BB-812D5CB37B93}"/>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1" name="30-text-9">
            <a:extLst xmlns:a="http://schemas.openxmlformats.org/drawingml/2006/main">
              <a:ext uri="{FF2B5EF4-FFF2-40B4-BE49-F238E27FC236}">
                <a16:creationId xmlns:a16="http://schemas.microsoft.com/office/drawing/2014/main" id="{6A0C4934-B723-4315-8B47-DB871DEC8DCD}"/>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2" name="30-line-11">
            <a:extLst xmlns:a="http://schemas.openxmlformats.org/drawingml/2006/main">
              <a:ext uri="{FF2B5EF4-FFF2-40B4-BE49-F238E27FC236}">
                <a16:creationId xmlns:a16="http://schemas.microsoft.com/office/drawing/2014/main" id="{2620E8AB-D718-4ACA-AB0C-6A46922FA7B7}"/>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3" name="30-line-13">
            <a:extLst xmlns:a="http://schemas.openxmlformats.org/drawingml/2006/main">
              <a:ext uri="{FF2B5EF4-FFF2-40B4-BE49-F238E27FC236}">
                <a16:creationId xmlns:a16="http://schemas.microsoft.com/office/drawing/2014/main" id="{C8EB70F2-034B-48DE-B390-C810B93BC35C}"/>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4" name="30-line-15">
            <a:extLst xmlns:a="http://schemas.openxmlformats.org/drawingml/2006/main">
              <a:ext uri="{FF2B5EF4-FFF2-40B4-BE49-F238E27FC236}">
                <a16:creationId xmlns:a16="http://schemas.microsoft.com/office/drawing/2014/main" id="{20DC4107-5A89-4DFD-AE3F-5F4333B6DB8B}"/>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5" name="30-line-17">
            <a:extLst xmlns:a="http://schemas.openxmlformats.org/drawingml/2006/main">
              <a:ext uri="{FF2B5EF4-FFF2-40B4-BE49-F238E27FC236}">
                <a16:creationId xmlns:a16="http://schemas.microsoft.com/office/drawing/2014/main" id="{49E1A2D7-1605-46BF-8060-F0C1E628360C}"/>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6" name="30-text-18">
            <a:extLst xmlns:a="http://schemas.openxmlformats.org/drawingml/2006/main">
              <a:ext uri="{FF2B5EF4-FFF2-40B4-BE49-F238E27FC236}">
                <a16:creationId xmlns:a16="http://schemas.microsoft.com/office/drawing/2014/main" id="{4A42E938-EE2C-43A7-A729-707EFB26D617}"/>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67" name="30-text-19">
            <a:extLst xmlns:a="http://schemas.openxmlformats.org/drawingml/2006/main">
              <a:ext uri="{FF2B5EF4-FFF2-40B4-BE49-F238E27FC236}">
                <a16:creationId xmlns:a16="http://schemas.microsoft.com/office/drawing/2014/main" id="{9BAA8AA4-BDE1-4B75-9744-3A0E220B567A}"/>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68" name="30-line-21">
            <a:extLst xmlns:a="http://schemas.openxmlformats.org/drawingml/2006/main">
              <a:ext uri="{FF2B5EF4-FFF2-40B4-BE49-F238E27FC236}">
                <a16:creationId xmlns:a16="http://schemas.microsoft.com/office/drawing/2014/main" id="{962BD9CD-3CE3-485C-B246-E21220D01FB3}"/>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9" name="30-text-22">
            <a:extLst xmlns:a="http://schemas.openxmlformats.org/drawingml/2006/main">
              <a:ext uri="{FF2B5EF4-FFF2-40B4-BE49-F238E27FC236}">
                <a16:creationId xmlns:a16="http://schemas.microsoft.com/office/drawing/2014/main" id="{3F65167D-CF8F-402A-970C-84361A8531F9}"/>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0" name="30-text-23">
            <a:extLst xmlns:a="http://schemas.openxmlformats.org/drawingml/2006/main">
              <a:ext uri="{FF2B5EF4-FFF2-40B4-BE49-F238E27FC236}">
                <a16:creationId xmlns:a16="http://schemas.microsoft.com/office/drawing/2014/main" id="{C0390690-8882-4FC2-8523-56461002305E}"/>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1" name="30-text-24">
            <a:extLst xmlns:a="http://schemas.openxmlformats.org/drawingml/2006/main">
              <a:ext uri="{FF2B5EF4-FFF2-40B4-BE49-F238E27FC236}">
                <a16:creationId xmlns:a16="http://schemas.microsoft.com/office/drawing/2014/main" id="{38FDDE99-B2BE-4163-AF6E-BEB6A0793C4C}"/>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2" name="narrative-number">
            <a:extLst xmlns:a="http://schemas.openxmlformats.org/drawingml/2006/main">
              <a:ext uri="{FF2B5EF4-FFF2-40B4-BE49-F238E27FC236}">
                <a16:creationId xmlns:a16="http://schemas.microsoft.com/office/drawing/2014/main" id="{618E1616-05F0-4FB9-B8D7-B5A6EDC12E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74716402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3" name="!!area-name">
            <a:extLst xmlns:a="http://schemas.openxmlformats.org/drawingml/2006/main">
              <a:ext uri="{FF2B5EF4-FFF2-40B4-BE49-F238E27FC236}">
                <a16:creationId xmlns:a16="http://schemas.microsoft.com/office/drawing/2014/main" id="{BEB9D6CB-D9C6-41C3-B334-D2275EBCDB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2" name="mini-map"/>
          <p:cNvPicPr>
            <a:picLocks xmlns:a="http://schemas.openxmlformats.org/drawingml/2006/main" noChangeAspect="1"/>
          </p:cNvPicPr>
          <p:nvPr/>
        </p:nvPicPr>
        <p:blipFill>
          <a:blip xmlns:r="http://schemas.openxmlformats.org/officeDocument/2006/relationships" xmlns:a="http://schemas.openxmlformats.org/drawingml/2006/main" r:embed="R1d2a6bbf81ef47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5" name="header-divider">
            <a:extLst xmlns:a="http://schemas.openxmlformats.org/drawingml/2006/main">
              <a:ext uri="{FF2B5EF4-FFF2-40B4-BE49-F238E27FC236}">
                <a16:creationId xmlns:a16="http://schemas.microsoft.com/office/drawing/2014/main" id="{7FD82A83-31D4-46AD-93D5-2D2198FF39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6" name="31-text-1">
            <a:extLst xmlns:a="http://schemas.openxmlformats.org/drawingml/2006/main">
              <a:ext uri="{FF2B5EF4-FFF2-40B4-BE49-F238E27FC236}">
                <a16:creationId xmlns:a16="http://schemas.microsoft.com/office/drawing/2014/main" id="{11C6032A-E80A-4065-993D-39259D71F055}"/>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77" name="31-text-2">
            <a:extLst xmlns:a="http://schemas.openxmlformats.org/drawingml/2006/main">
              <a:ext uri="{FF2B5EF4-FFF2-40B4-BE49-F238E27FC236}">
                <a16:creationId xmlns:a16="http://schemas.microsoft.com/office/drawing/2014/main" id="{E49E16E7-DDEA-424B-873F-DCFA15335EC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78" name="31-text-3">
            <a:extLst xmlns:a="http://schemas.openxmlformats.org/drawingml/2006/main">
              <a:ext uri="{FF2B5EF4-FFF2-40B4-BE49-F238E27FC236}">
                <a16:creationId xmlns:a16="http://schemas.microsoft.com/office/drawing/2014/main" id="{DA868385-4FAC-4561-87DA-ABCE2703320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87" name="31-image-4"/>
          <p:cNvPicPr>
            <a:picLocks xmlns:a="http://schemas.openxmlformats.org/drawingml/2006/main" noChangeAspect="1"/>
          </p:cNvPicPr>
          <p:nvPr/>
        </p:nvPicPr>
        <p:blipFill>
          <a:blip xmlns:r="http://schemas.openxmlformats.org/officeDocument/2006/relationships" xmlns:a="http://schemas.openxmlformats.org/drawingml/2006/main" r:embed="R7c02065a8ae6429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0" name="narrative-number">
            <a:extLst xmlns:a="http://schemas.openxmlformats.org/drawingml/2006/main">
              <a:ext uri="{FF2B5EF4-FFF2-40B4-BE49-F238E27FC236}">
                <a16:creationId xmlns:a16="http://schemas.microsoft.com/office/drawing/2014/main" id="{DA0BD964-9BB4-4761-BEA0-CE7941EEA2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567249143"/>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1" name="!!area-name">
            <a:extLst xmlns:a="http://schemas.openxmlformats.org/drawingml/2006/main">
              <a:ext uri="{FF2B5EF4-FFF2-40B4-BE49-F238E27FC236}">
                <a16:creationId xmlns:a16="http://schemas.microsoft.com/office/drawing/2014/main" id="{33326F51-CEED-4C38-A053-A3E77660C7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862bd0047fac4d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3" name="slide-title">
            <a:extLst xmlns:a="http://schemas.openxmlformats.org/drawingml/2006/main">
              <a:ext uri="{FF2B5EF4-FFF2-40B4-BE49-F238E27FC236}">
                <a16:creationId xmlns:a16="http://schemas.microsoft.com/office/drawing/2014/main" id="{5754BFC0-3A14-4D37-85C2-BE9E7070A32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84" name="header-divider">
            <a:extLst xmlns:a="http://schemas.openxmlformats.org/drawingml/2006/main">
              <a:ext uri="{FF2B5EF4-FFF2-40B4-BE49-F238E27FC236}">
                <a16:creationId xmlns:a16="http://schemas.microsoft.com/office/drawing/2014/main" id="{06B22131-E913-4B85-9DB7-7E806470C9E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5" name="32-text-1">
            <a:extLst xmlns:a="http://schemas.openxmlformats.org/drawingml/2006/main">
              <a:ext uri="{FF2B5EF4-FFF2-40B4-BE49-F238E27FC236}">
                <a16:creationId xmlns:a16="http://schemas.microsoft.com/office/drawing/2014/main" id="{7FFD28AD-2946-407A-ABEF-51CEA1B663B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86" name="32-text-2">
            <a:extLst xmlns:a="http://schemas.openxmlformats.org/drawingml/2006/main">
              <a:ext uri="{FF2B5EF4-FFF2-40B4-BE49-F238E27FC236}">
                <a16:creationId xmlns:a16="http://schemas.microsoft.com/office/drawing/2014/main" id="{20343D12-2656-4E8F-8453-D49391979B73}"/>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87" name="32-text-3">
            <a:extLst xmlns:a="http://schemas.openxmlformats.org/drawingml/2006/main">
              <a:ext uri="{FF2B5EF4-FFF2-40B4-BE49-F238E27FC236}">
                <a16:creationId xmlns:a16="http://schemas.microsoft.com/office/drawing/2014/main" id="{CBF33264-1D5F-4F63-82A1-2498659B4F0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88" name="32-text-4">
            <a:extLst xmlns:a="http://schemas.openxmlformats.org/drawingml/2006/main">
              <a:ext uri="{FF2B5EF4-FFF2-40B4-BE49-F238E27FC236}">
                <a16:creationId xmlns:a16="http://schemas.microsoft.com/office/drawing/2014/main" id="{3CBA912D-5141-4898-8DEA-CF53D471679C}"/>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89" name="32-shape-5">
            <a:extLst xmlns:a="http://schemas.openxmlformats.org/drawingml/2006/main">
              <a:ext uri="{FF2B5EF4-FFF2-40B4-BE49-F238E27FC236}">
                <a16:creationId xmlns:a16="http://schemas.microsoft.com/office/drawing/2014/main" id="{3682B927-489A-44EE-A00E-C8F9289E016B}"/>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32-text-6">
            <a:extLst xmlns:a="http://schemas.openxmlformats.org/drawingml/2006/main">
              <a:ext uri="{FF2B5EF4-FFF2-40B4-BE49-F238E27FC236}">
                <a16:creationId xmlns:a16="http://schemas.microsoft.com/office/drawing/2014/main" id="{C74946D0-11F8-4E40-AACC-3009407A5D29}"/>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1" name="32-text-7">
            <a:extLst xmlns:a="http://schemas.openxmlformats.org/drawingml/2006/main">
              <a:ext uri="{FF2B5EF4-FFF2-40B4-BE49-F238E27FC236}">
                <a16:creationId xmlns:a16="http://schemas.microsoft.com/office/drawing/2014/main" id="{3CFDD069-5A9E-4DC5-9433-3D7018519514}"/>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2" name="32-text-8">
            <a:extLst xmlns:a="http://schemas.openxmlformats.org/drawingml/2006/main">
              <a:ext uri="{FF2B5EF4-FFF2-40B4-BE49-F238E27FC236}">
                <a16:creationId xmlns:a16="http://schemas.microsoft.com/office/drawing/2014/main" id="{973CA0D5-58D9-4402-93FB-EF5E377BBF28}"/>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93" name="32-text-9">
            <a:extLst xmlns:a="http://schemas.openxmlformats.org/drawingml/2006/main">
              <a:ext uri="{FF2B5EF4-FFF2-40B4-BE49-F238E27FC236}">
                <a16:creationId xmlns:a16="http://schemas.microsoft.com/office/drawing/2014/main" id="{98373E79-B1CA-423A-AB9B-7B9DA63CFBC6}"/>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94" name="32-text-10">
            <a:extLst xmlns:a="http://schemas.openxmlformats.org/drawingml/2006/main">
              <a:ext uri="{FF2B5EF4-FFF2-40B4-BE49-F238E27FC236}">
                <a16:creationId xmlns:a16="http://schemas.microsoft.com/office/drawing/2014/main" id="{9B5765D5-8571-426F-A7A3-F5AAC0FBC64D}"/>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95" name="32-text-11">
            <a:extLst xmlns:a="http://schemas.openxmlformats.org/drawingml/2006/main">
              <a:ext uri="{FF2B5EF4-FFF2-40B4-BE49-F238E27FC236}">
                <a16:creationId xmlns:a16="http://schemas.microsoft.com/office/drawing/2014/main" id="{B811B897-A703-4858-9F04-00602EC572A3}"/>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96" name="narrative-number">
            <a:extLst xmlns:a="http://schemas.openxmlformats.org/drawingml/2006/main">
              <a:ext uri="{FF2B5EF4-FFF2-40B4-BE49-F238E27FC236}">
                <a16:creationId xmlns:a16="http://schemas.microsoft.com/office/drawing/2014/main" id="{977E9813-EE12-487C-8A51-39E90FA7E7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134298804"/>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7" name="!!area-name">
            <a:extLst xmlns:a="http://schemas.openxmlformats.org/drawingml/2006/main">
              <a:ext uri="{FF2B5EF4-FFF2-40B4-BE49-F238E27FC236}">
                <a16:creationId xmlns:a16="http://schemas.microsoft.com/office/drawing/2014/main" id="{EAD1C5D4-0FDC-4C86-83B3-1C29733E54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07" name="mini-map"/>
          <p:cNvPicPr>
            <a:picLocks xmlns:a="http://schemas.openxmlformats.org/drawingml/2006/main" noChangeAspect="1"/>
          </p:cNvPicPr>
          <p:nvPr/>
        </p:nvPicPr>
        <p:blipFill>
          <a:blip xmlns:r="http://schemas.openxmlformats.org/officeDocument/2006/relationships" xmlns:a="http://schemas.openxmlformats.org/drawingml/2006/main" r:embed="Rb3332f17cb0049f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9" name="slide-title">
            <a:extLst xmlns:a="http://schemas.openxmlformats.org/drawingml/2006/main">
              <a:ext uri="{FF2B5EF4-FFF2-40B4-BE49-F238E27FC236}">
                <a16:creationId xmlns:a16="http://schemas.microsoft.com/office/drawing/2014/main" id="{9CFE4530-9746-42D8-A758-F26885FDB0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0" name="header-divider">
            <a:extLst xmlns:a="http://schemas.openxmlformats.org/drawingml/2006/main">
              <a:ext uri="{FF2B5EF4-FFF2-40B4-BE49-F238E27FC236}">
                <a16:creationId xmlns:a16="http://schemas.microsoft.com/office/drawing/2014/main" id="{035E4761-6388-4F3E-B21A-540BB6ECC2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33-text-1">
            <a:extLst xmlns:a="http://schemas.openxmlformats.org/drawingml/2006/main">
              <a:ext uri="{FF2B5EF4-FFF2-40B4-BE49-F238E27FC236}">
                <a16:creationId xmlns:a16="http://schemas.microsoft.com/office/drawing/2014/main" id="{25DE667A-214B-4B42-8047-86DD682C7F5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1"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3" name="33-text-3">
            <a:extLst xmlns:a="http://schemas.openxmlformats.org/drawingml/2006/main">
              <a:ext uri="{FF2B5EF4-FFF2-40B4-BE49-F238E27FC236}">
                <a16:creationId xmlns:a16="http://schemas.microsoft.com/office/drawing/2014/main" id="{220B7EBE-7A34-4D7A-BCF1-B983C3681222}"/>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04" name="33-text-4">
            <a:extLst xmlns:a="http://schemas.openxmlformats.org/drawingml/2006/main">
              <a:ext uri="{FF2B5EF4-FFF2-40B4-BE49-F238E27FC236}">
                <a16:creationId xmlns:a16="http://schemas.microsoft.com/office/drawing/2014/main" id="{B53C6C6B-8477-4EB0-A9AF-1C95247C8EC6}"/>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05" name="narrative-number">
            <a:extLst xmlns:a="http://schemas.openxmlformats.org/drawingml/2006/main">
              <a:ext uri="{FF2B5EF4-FFF2-40B4-BE49-F238E27FC236}">
                <a16:creationId xmlns:a16="http://schemas.microsoft.com/office/drawing/2014/main" id="{8AE4DBC0-D207-482E-8D17-C0FFC81612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426209355"/>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6" name="!!area-name">
            <a:extLst xmlns:a="http://schemas.openxmlformats.org/drawingml/2006/main">
              <a:ext uri="{FF2B5EF4-FFF2-40B4-BE49-F238E27FC236}">
                <a16:creationId xmlns:a16="http://schemas.microsoft.com/office/drawing/2014/main" id="{0D8AA97B-5796-4EB6-8AE3-F2C7284FC37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1" name="mini-map"/>
          <p:cNvPicPr>
            <a:picLocks xmlns:a="http://schemas.openxmlformats.org/drawingml/2006/main" noChangeAspect="1"/>
          </p:cNvPicPr>
          <p:nvPr/>
        </p:nvPicPr>
        <p:blipFill>
          <a:blip xmlns:r="http://schemas.openxmlformats.org/officeDocument/2006/relationships" xmlns:a="http://schemas.openxmlformats.org/drawingml/2006/main" r:embed="R7ca1afe6203742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8" name="slide-title">
            <a:extLst xmlns:a="http://schemas.openxmlformats.org/drawingml/2006/main">
              <a:ext uri="{FF2B5EF4-FFF2-40B4-BE49-F238E27FC236}">
                <a16:creationId xmlns:a16="http://schemas.microsoft.com/office/drawing/2014/main" id="{0BBC6218-DD6A-47DE-AE27-8FD4CA50CA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09" name="header-divider">
            <a:extLst xmlns:a="http://schemas.openxmlformats.org/drawingml/2006/main">
              <a:ext uri="{FF2B5EF4-FFF2-40B4-BE49-F238E27FC236}">
                <a16:creationId xmlns:a16="http://schemas.microsoft.com/office/drawing/2014/main" id="{A9BD0578-39CF-46E3-9EC2-31E02C0E23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0" name="34-text-1">
            <a:extLst xmlns:a="http://schemas.openxmlformats.org/drawingml/2006/main">
              <a:ext uri="{FF2B5EF4-FFF2-40B4-BE49-F238E27FC236}">
                <a16:creationId xmlns:a16="http://schemas.microsoft.com/office/drawing/2014/main" id="{78DAA8D4-DF17-459F-AB21-C97B51D082B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1" name="34-text-2">
            <a:extLst xmlns:a="http://schemas.openxmlformats.org/drawingml/2006/main">
              <a:ext uri="{FF2B5EF4-FFF2-40B4-BE49-F238E27FC236}">
                <a16:creationId xmlns:a16="http://schemas.microsoft.com/office/drawing/2014/main" id="{6CB53C32-ACC5-413C-9A19-DDC3105A88A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2" name="34-text-3">
            <a:extLst xmlns:a="http://schemas.openxmlformats.org/drawingml/2006/main">
              <a:ext uri="{FF2B5EF4-FFF2-40B4-BE49-F238E27FC236}">
                <a16:creationId xmlns:a16="http://schemas.microsoft.com/office/drawing/2014/main" id="{AB467D2A-8EE4-45FC-B51A-88C8B720089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3" name="34-text-4">
            <a:extLst xmlns:a="http://schemas.openxmlformats.org/drawingml/2006/main">
              <a:ext uri="{FF2B5EF4-FFF2-40B4-BE49-F238E27FC236}">
                <a16:creationId xmlns:a16="http://schemas.microsoft.com/office/drawing/2014/main" id="{5D069272-E53C-404A-A516-7098BF4CE99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14" name="34-text-5">
            <a:extLst xmlns:a="http://schemas.openxmlformats.org/drawingml/2006/main">
              <a:ext uri="{FF2B5EF4-FFF2-40B4-BE49-F238E27FC236}">
                <a16:creationId xmlns:a16="http://schemas.microsoft.com/office/drawing/2014/main" id="{FBC40E04-E4B7-4537-A695-FAB880CFB2A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15" name="34-text-6">
            <a:extLst xmlns:a="http://schemas.openxmlformats.org/drawingml/2006/main">
              <a:ext uri="{FF2B5EF4-FFF2-40B4-BE49-F238E27FC236}">
                <a16:creationId xmlns:a16="http://schemas.microsoft.com/office/drawing/2014/main" id="{0FB21F0F-9979-4F05-99BC-0D45BE21F66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16" name="34-text-7">
            <a:extLst xmlns:a="http://schemas.openxmlformats.org/drawingml/2006/main">
              <a:ext uri="{FF2B5EF4-FFF2-40B4-BE49-F238E27FC236}">
                <a16:creationId xmlns:a16="http://schemas.microsoft.com/office/drawing/2014/main" id="{C30C1698-892F-4282-8E0C-7F6618D965C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17" name="34-text-8">
            <a:extLst xmlns:a="http://schemas.openxmlformats.org/drawingml/2006/main">
              <a:ext uri="{FF2B5EF4-FFF2-40B4-BE49-F238E27FC236}">
                <a16:creationId xmlns:a16="http://schemas.microsoft.com/office/drawing/2014/main" id="{5937F175-19F1-46B3-BE3C-0E03F22DA80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18" name="34-text-9">
            <a:extLst xmlns:a="http://schemas.openxmlformats.org/drawingml/2006/main">
              <a:ext uri="{FF2B5EF4-FFF2-40B4-BE49-F238E27FC236}">
                <a16:creationId xmlns:a16="http://schemas.microsoft.com/office/drawing/2014/main" id="{57A4099E-E9B7-47E9-8CD8-709E050B7BD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19" name="narrative-number">
            <a:extLst xmlns:a="http://schemas.openxmlformats.org/drawingml/2006/main">
              <a:ext uri="{FF2B5EF4-FFF2-40B4-BE49-F238E27FC236}">
                <a16:creationId xmlns:a16="http://schemas.microsoft.com/office/drawing/2014/main" id="{589B935F-E338-4AAB-B866-CB01C173F0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519170019"/>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0" name="!!area-name">
            <a:extLst xmlns:a="http://schemas.openxmlformats.org/drawingml/2006/main">
              <a:ext uri="{FF2B5EF4-FFF2-40B4-BE49-F238E27FC236}">
                <a16:creationId xmlns:a16="http://schemas.microsoft.com/office/drawing/2014/main" id="{5C05B5F1-92ED-432A-86B5-5E1570259E2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36" name="mini-map"/>
          <p:cNvPicPr>
            <a:picLocks xmlns:a="http://schemas.openxmlformats.org/drawingml/2006/main" noChangeAspect="1"/>
          </p:cNvPicPr>
          <p:nvPr/>
        </p:nvPicPr>
        <p:blipFill>
          <a:blip xmlns:r="http://schemas.openxmlformats.org/officeDocument/2006/relationships" xmlns:a="http://schemas.openxmlformats.org/drawingml/2006/main" r:embed="R8a5c78dd4e564c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2" name="slide-title">
            <a:extLst xmlns:a="http://schemas.openxmlformats.org/drawingml/2006/main">
              <a:ext uri="{FF2B5EF4-FFF2-40B4-BE49-F238E27FC236}">
                <a16:creationId xmlns:a16="http://schemas.microsoft.com/office/drawing/2014/main" id="{2A61E8C2-AFE9-4539-81A8-F6F3614E6B0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23" name="header-divider">
            <a:extLst xmlns:a="http://schemas.openxmlformats.org/drawingml/2006/main">
              <a:ext uri="{FF2B5EF4-FFF2-40B4-BE49-F238E27FC236}">
                <a16:creationId xmlns:a16="http://schemas.microsoft.com/office/drawing/2014/main" id="{D576FEB9-D062-4E8D-A4B7-0C4BD4405B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4" name="35-text-1">
            <a:extLst xmlns:a="http://schemas.openxmlformats.org/drawingml/2006/main">
              <a:ext uri="{FF2B5EF4-FFF2-40B4-BE49-F238E27FC236}">
                <a16:creationId xmlns:a16="http://schemas.microsoft.com/office/drawing/2014/main" id="{500067A9-506F-4D46-BF61-ED111851E22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25" name="35-text-2">
            <a:extLst xmlns:a="http://schemas.openxmlformats.org/drawingml/2006/main">
              <a:ext uri="{FF2B5EF4-FFF2-40B4-BE49-F238E27FC236}">
                <a16:creationId xmlns:a16="http://schemas.microsoft.com/office/drawing/2014/main" id="{6201339A-23DE-48CD-9BDE-885E25C4CC9A}"/>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26" name="35-text-3">
            <a:extLst xmlns:a="http://schemas.openxmlformats.org/drawingml/2006/main">
              <a:ext uri="{FF2B5EF4-FFF2-40B4-BE49-F238E27FC236}">
                <a16:creationId xmlns:a16="http://schemas.microsoft.com/office/drawing/2014/main" id="{09D94D1D-3604-437C-AAF0-131858F070A3}"/>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27" name="35-text-4">
            <a:extLst xmlns:a="http://schemas.openxmlformats.org/drawingml/2006/main">
              <a:ext uri="{FF2B5EF4-FFF2-40B4-BE49-F238E27FC236}">
                <a16:creationId xmlns:a16="http://schemas.microsoft.com/office/drawing/2014/main" id="{B6FC3840-B374-4467-83CE-684C126C5C39}"/>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28" name="35-text-5">
            <a:extLst xmlns:a="http://schemas.openxmlformats.org/drawingml/2006/main">
              <a:ext uri="{FF2B5EF4-FFF2-40B4-BE49-F238E27FC236}">
                <a16:creationId xmlns:a16="http://schemas.microsoft.com/office/drawing/2014/main" id="{F1E09178-65AF-44CA-B6C2-3788A83F86EA}"/>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29" name="35-text-6">
            <a:extLst xmlns:a="http://schemas.openxmlformats.org/drawingml/2006/main">
              <a:ext uri="{FF2B5EF4-FFF2-40B4-BE49-F238E27FC236}">
                <a16:creationId xmlns:a16="http://schemas.microsoft.com/office/drawing/2014/main" id="{EB663495-BD17-4BEF-A1BC-5EA5BF56E6F9}"/>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0" name="35-text-7">
            <a:extLst xmlns:a="http://schemas.openxmlformats.org/drawingml/2006/main">
              <a:ext uri="{FF2B5EF4-FFF2-40B4-BE49-F238E27FC236}">
                <a16:creationId xmlns:a16="http://schemas.microsoft.com/office/drawing/2014/main" id="{AD2D5997-52BD-453F-B30A-30FD61F835BE}"/>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1" name="35-text-8">
            <a:extLst xmlns:a="http://schemas.openxmlformats.org/drawingml/2006/main">
              <a:ext uri="{FF2B5EF4-FFF2-40B4-BE49-F238E27FC236}">
                <a16:creationId xmlns:a16="http://schemas.microsoft.com/office/drawing/2014/main" id="{11C13BC3-E466-4838-B653-7F991F0D6A32}"/>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2" name="35-text-9">
            <a:extLst xmlns:a="http://schemas.openxmlformats.org/drawingml/2006/main">
              <a:ext uri="{FF2B5EF4-FFF2-40B4-BE49-F238E27FC236}">
                <a16:creationId xmlns:a16="http://schemas.microsoft.com/office/drawing/2014/main" id="{98264988-5505-40DA-A345-B97D05A0C8BF}"/>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33" name="35-text-10">
            <a:extLst xmlns:a="http://schemas.openxmlformats.org/drawingml/2006/main">
              <a:ext uri="{FF2B5EF4-FFF2-40B4-BE49-F238E27FC236}">
                <a16:creationId xmlns:a16="http://schemas.microsoft.com/office/drawing/2014/main" id="{0489E3E4-A1F3-46E0-AE0A-131E0382E374}"/>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34" name="narrative-number">
            <a:extLst xmlns:a="http://schemas.openxmlformats.org/drawingml/2006/main">
              <a:ext uri="{FF2B5EF4-FFF2-40B4-BE49-F238E27FC236}">
                <a16:creationId xmlns:a16="http://schemas.microsoft.com/office/drawing/2014/main" id="{DF4A93FD-38E2-4C10-8FA8-3323937EA3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37499591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5" name="!!area-name">
            <a:extLst xmlns:a="http://schemas.openxmlformats.org/drawingml/2006/main">
              <a:ext uri="{FF2B5EF4-FFF2-40B4-BE49-F238E27FC236}">
                <a16:creationId xmlns:a16="http://schemas.microsoft.com/office/drawing/2014/main" id="{2284B426-C244-45AD-A34A-4CBEDA60C1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44" name="mini-map"/>
          <p:cNvPicPr>
            <a:picLocks xmlns:a="http://schemas.openxmlformats.org/drawingml/2006/main" noChangeAspect="1"/>
          </p:cNvPicPr>
          <p:nvPr/>
        </p:nvPicPr>
        <p:blipFill>
          <a:blip xmlns:r="http://schemas.openxmlformats.org/officeDocument/2006/relationships" xmlns:a="http://schemas.openxmlformats.org/drawingml/2006/main" r:embed="Rc65ff5150197402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7" name="header-divider">
            <a:extLst xmlns:a="http://schemas.openxmlformats.org/drawingml/2006/main">
              <a:ext uri="{FF2B5EF4-FFF2-40B4-BE49-F238E27FC236}">
                <a16:creationId xmlns:a16="http://schemas.microsoft.com/office/drawing/2014/main" id="{B08A58D0-7115-4769-A41D-A21044DF898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8" name="36-text-1">
            <a:extLst xmlns:a="http://schemas.openxmlformats.org/drawingml/2006/main">
              <a:ext uri="{FF2B5EF4-FFF2-40B4-BE49-F238E27FC236}">
                <a16:creationId xmlns:a16="http://schemas.microsoft.com/office/drawing/2014/main" id="{3B049B4D-5D8B-48D7-BA8C-475A54618701}"/>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47" name="36-image-2"/>
          <p:cNvPicPr>
            <a:picLocks xmlns:a="http://schemas.openxmlformats.org/drawingml/2006/main" noChangeAspect="1"/>
          </p:cNvPicPr>
          <p:nvPr/>
        </p:nvPicPr>
        <p:blipFill>
          <a:blip xmlns:r="http://schemas.openxmlformats.org/officeDocument/2006/relationships" xmlns:a="http://schemas.openxmlformats.org/drawingml/2006/main" r:embed="Redef7995cd694af0"/>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0" name="36-text-3">
            <a:extLst xmlns:a="http://schemas.openxmlformats.org/drawingml/2006/main">
              <a:ext uri="{FF2B5EF4-FFF2-40B4-BE49-F238E27FC236}">
                <a16:creationId xmlns:a16="http://schemas.microsoft.com/office/drawing/2014/main" id="{AB5DDA54-72EF-4EC7-91ED-66789C746F58}"/>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1" name="36-text-4">
            <a:extLst xmlns:a="http://schemas.openxmlformats.org/drawingml/2006/main">
              <a:ext uri="{FF2B5EF4-FFF2-40B4-BE49-F238E27FC236}">
                <a16:creationId xmlns:a16="http://schemas.microsoft.com/office/drawing/2014/main" id="{CB6D8F0C-1DFE-4922-BB97-5E60C594430A}"/>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2" name="narrative-number">
            <a:extLst xmlns:a="http://schemas.openxmlformats.org/drawingml/2006/main">
              <a:ext uri="{FF2B5EF4-FFF2-40B4-BE49-F238E27FC236}">
                <a16:creationId xmlns:a16="http://schemas.microsoft.com/office/drawing/2014/main" id="{5D5E4D03-32CC-4D7B-84B4-4BB5A6962A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3528129029"/>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3" name="!!area-name">
            <a:extLst xmlns:a="http://schemas.openxmlformats.org/drawingml/2006/main">
              <a:ext uri="{FF2B5EF4-FFF2-40B4-BE49-F238E27FC236}">
                <a16:creationId xmlns:a16="http://schemas.microsoft.com/office/drawing/2014/main" id="{2CE82D48-5F97-468F-A8E8-6D43C37E528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65" name="mini-map"/>
          <p:cNvPicPr>
            <a:picLocks xmlns:a="http://schemas.openxmlformats.org/drawingml/2006/main" noChangeAspect="1"/>
          </p:cNvPicPr>
          <p:nvPr/>
        </p:nvPicPr>
        <p:blipFill>
          <a:blip xmlns:r="http://schemas.openxmlformats.org/officeDocument/2006/relationships" xmlns:a="http://schemas.openxmlformats.org/drawingml/2006/main" r:embed="R18b316d9f75b43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5" name="slide-title">
            <a:extLst xmlns:a="http://schemas.openxmlformats.org/drawingml/2006/main">
              <a:ext uri="{FF2B5EF4-FFF2-40B4-BE49-F238E27FC236}">
                <a16:creationId xmlns:a16="http://schemas.microsoft.com/office/drawing/2014/main" id="{0C607B21-5A3A-49D6-95CF-B2EBDDA0A9E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46" name="header-divider">
            <a:extLst xmlns:a="http://schemas.openxmlformats.org/drawingml/2006/main">
              <a:ext uri="{FF2B5EF4-FFF2-40B4-BE49-F238E27FC236}">
                <a16:creationId xmlns:a16="http://schemas.microsoft.com/office/drawing/2014/main" id="{B8C8BFBB-E774-4DAB-944F-BD5820B9801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7" name="37-text-1">
            <a:extLst xmlns:a="http://schemas.openxmlformats.org/drawingml/2006/main">
              <a:ext uri="{FF2B5EF4-FFF2-40B4-BE49-F238E27FC236}">
                <a16:creationId xmlns:a16="http://schemas.microsoft.com/office/drawing/2014/main" id="{DB933C3A-3A9A-4904-A93E-157231274A57}"/>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48" name="37-text-2">
            <a:extLst xmlns:a="http://schemas.openxmlformats.org/drawingml/2006/main">
              <a:ext uri="{FF2B5EF4-FFF2-40B4-BE49-F238E27FC236}">
                <a16:creationId xmlns:a16="http://schemas.microsoft.com/office/drawing/2014/main" id="{ACCD43D7-762C-4DEB-8AAD-743BA541B69F}"/>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49" name="37-text-3">
            <a:extLst xmlns:a="http://schemas.openxmlformats.org/drawingml/2006/main">
              <a:ext uri="{FF2B5EF4-FFF2-40B4-BE49-F238E27FC236}">
                <a16:creationId xmlns:a16="http://schemas.microsoft.com/office/drawing/2014/main" id="{68FF5BCA-71B2-4F80-94B1-DC8BCDDE3E7D}"/>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0" name="37-text-4">
            <a:extLst xmlns:a="http://schemas.openxmlformats.org/drawingml/2006/main">
              <a:ext uri="{FF2B5EF4-FFF2-40B4-BE49-F238E27FC236}">
                <a16:creationId xmlns:a16="http://schemas.microsoft.com/office/drawing/2014/main" id="{7FA50EB4-1E98-45B1-AAA0-42625635B3F4}"/>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1" name="37-text-5">
            <a:extLst xmlns:a="http://schemas.openxmlformats.org/drawingml/2006/main">
              <a:ext uri="{FF2B5EF4-FFF2-40B4-BE49-F238E27FC236}">
                <a16:creationId xmlns:a16="http://schemas.microsoft.com/office/drawing/2014/main" id="{F938D4EC-1FCD-49EA-B20B-3B3EC03EC4A5}"/>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2" name="37-text-6">
            <a:extLst xmlns:a="http://schemas.openxmlformats.org/drawingml/2006/main">
              <a:ext uri="{FF2B5EF4-FFF2-40B4-BE49-F238E27FC236}">
                <a16:creationId xmlns:a16="http://schemas.microsoft.com/office/drawing/2014/main" id="{3FB8216D-278A-4ED6-AB63-A954BDF98B6A}"/>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53" name="37-text-7">
            <a:extLst xmlns:a="http://schemas.openxmlformats.org/drawingml/2006/main">
              <a:ext uri="{FF2B5EF4-FFF2-40B4-BE49-F238E27FC236}">
                <a16:creationId xmlns:a16="http://schemas.microsoft.com/office/drawing/2014/main" id="{19B1B2C5-9BC9-4378-840F-9EADCD95D234}"/>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54" name="37-text-8">
            <a:extLst xmlns:a="http://schemas.openxmlformats.org/drawingml/2006/main">
              <a:ext uri="{FF2B5EF4-FFF2-40B4-BE49-F238E27FC236}">
                <a16:creationId xmlns:a16="http://schemas.microsoft.com/office/drawing/2014/main" id="{08B2D371-3F4B-4FDE-B865-0B7D4A3C9F62}"/>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55" name="37-text-9">
            <a:extLst xmlns:a="http://schemas.openxmlformats.org/drawingml/2006/main">
              <a:ext uri="{FF2B5EF4-FFF2-40B4-BE49-F238E27FC236}">
                <a16:creationId xmlns:a16="http://schemas.microsoft.com/office/drawing/2014/main" id="{2A71CA0E-C691-4F1A-8C14-47BEAB55077B}"/>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56" name="37-text-10">
            <a:extLst xmlns:a="http://schemas.openxmlformats.org/drawingml/2006/main">
              <a:ext uri="{FF2B5EF4-FFF2-40B4-BE49-F238E27FC236}">
                <a16:creationId xmlns:a16="http://schemas.microsoft.com/office/drawing/2014/main" id="{59EAC9D7-4CA3-4FDA-A404-4743659AC829}"/>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57" name="37-text-11">
            <a:extLst xmlns:a="http://schemas.openxmlformats.org/drawingml/2006/main">
              <a:ext uri="{FF2B5EF4-FFF2-40B4-BE49-F238E27FC236}">
                <a16:creationId xmlns:a16="http://schemas.microsoft.com/office/drawing/2014/main" id="{C5FA6C27-514C-4B29-82EE-884D2635CDF4}"/>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58" name="37-line-13">
            <a:extLst xmlns:a="http://schemas.openxmlformats.org/drawingml/2006/main">
              <a:ext uri="{FF2B5EF4-FFF2-40B4-BE49-F238E27FC236}">
                <a16:creationId xmlns:a16="http://schemas.microsoft.com/office/drawing/2014/main" id="{85D53692-A08F-44E5-9A34-2B7C0821956E}"/>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59" name="37-line-15">
            <a:extLst xmlns:a="http://schemas.openxmlformats.org/drawingml/2006/main">
              <a:ext uri="{FF2B5EF4-FFF2-40B4-BE49-F238E27FC236}">
                <a16:creationId xmlns:a16="http://schemas.microsoft.com/office/drawing/2014/main" id="{AEECDBFD-76CF-465B-8021-0AC0F14EC2F0}"/>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0" name="37-line-17">
            <a:extLst xmlns:a="http://schemas.openxmlformats.org/drawingml/2006/main">
              <a:ext uri="{FF2B5EF4-FFF2-40B4-BE49-F238E27FC236}">
                <a16:creationId xmlns:a16="http://schemas.microsoft.com/office/drawing/2014/main" id="{B7299234-2A00-4BA9-BC72-2835C8A6DF22}"/>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1" name="37-shape-18">
            <a:extLst xmlns:a="http://schemas.openxmlformats.org/drawingml/2006/main">
              <a:ext uri="{FF2B5EF4-FFF2-40B4-BE49-F238E27FC236}">
                <a16:creationId xmlns:a16="http://schemas.microsoft.com/office/drawing/2014/main" id="{032A4CB6-12AB-4BE5-B225-85928A44433A}"/>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2" name="37-text-19">
            <a:extLst xmlns:a="http://schemas.openxmlformats.org/drawingml/2006/main">
              <a:ext uri="{FF2B5EF4-FFF2-40B4-BE49-F238E27FC236}">
                <a16:creationId xmlns:a16="http://schemas.microsoft.com/office/drawing/2014/main" id="{D8E339B8-8DB8-4FB4-9AFA-90469C5F5A7D}"/>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63" name="narrative-number">
            <a:extLst xmlns:a="http://schemas.openxmlformats.org/drawingml/2006/main">
              <a:ext uri="{FF2B5EF4-FFF2-40B4-BE49-F238E27FC236}">
                <a16:creationId xmlns:a16="http://schemas.microsoft.com/office/drawing/2014/main" id="{FF86ACEA-8ADC-463E-9914-9B79251E07D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079519415"/>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4" name="!!area-name">
            <a:extLst xmlns:a="http://schemas.openxmlformats.org/drawingml/2006/main">
              <a:ext uri="{FF2B5EF4-FFF2-40B4-BE49-F238E27FC236}">
                <a16:creationId xmlns:a16="http://schemas.microsoft.com/office/drawing/2014/main" id="{BDB8785B-2816-4D34-A5D5-9A3F5F430C2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76" name="mini-map"/>
          <p:cNvPicPr>
            <a:picLocks xmlns:a="http://schemas.openxmlformats.org/drawingml/2006/main" noChangeAspect="1"/>
          </p:cNvPicPr>
          <p:nvPr/>
        </p:nvPicPr>
        <p:blipFill>
          <a:blip xmlns:r="http://schemas.openxmlformats.org/officeDocument/2006/relationships" xmlns:a="http://schemas.openxmlformats.org/drawingml/2006/main" r:embed="Rcc0773a8b4d847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6" name="slide-title">
            <a:extLst xmlns:a="http://schemas.openxmlformats.org/drawingml/2006/main">
              <a:ext uri="{FF2B5EF4-FFF2-40B4-BE49-F238E27FC236}">
                <a16:creationId xmlns:a16="http://schemas.microsoft.com/office/drawing/2014/main" id="{4A448A32-9BDA-4FA4-AD2F-55F554BE14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67" name="header-divider">
            <a:extLst xmlns:a="http://schemas.openxmlformats.org/drawingml/2006/main">
              <a:ext uri="{FF2B5EF4-FFF2-40B4-BE49-F238E27FC236}">
                <a16:creationId xmlns:a16="http://schemas.microsoft.com/office/drawing/2014/main" id="{1463B9E0-EA69-46B3-B57B-D751904D409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8" name="38-text-1">
            <a:extLst xmlns:a="http://schemas.openxmlformats.org/drawingml/2006/main">
              <a:ext uri="{FF2B5EF4-FFF2-40B4-BE49-F238E27FC236}">
                <a16:creationId xmlns:a16="http://schemas.microsoft.com/office/drawing/2014/main" id="{8DD72C51-7ED0-464D-AE06-FE5C69A6C86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69" name="38-text-2">
            <a:extLst xmlns:a="http://schemas.openxmlformats.org/drawingml/2006/main">
              <a:ext uri="{FF2B5EF4-FFF2-40B4-BE49-F238E27FC236}">
                <a16:creationId xmlns:a16="http://schemas.microsoft.com/office/drawing/2014/main" id="{3DE028F8-10C3-4910-AB22-726C10C06F9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0" name="38-text-3">
            <a:extLst xmlns:a="http://schemas.openxmlformats.org/drawingml/2006/main">
              <a:ext uri="{FF2B5EF4-FFF2-40B4-BE49-F238E27FC236}">
                <a16:creationId xmlns:a16="http://schemas.microsoft.com/office/drawing/2014/main" id="{0DE5C324-C61A-4817-8285-419CD0384C80}"/>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1" name="38-text-4">
            <a:extLst xmlns:a="http://schemas.openxmlformats.org/drawingml/2006/main">
              <a:ext uri="{FF2B5EF4-FFF2-40B4-BE49-F238E27FC236}">
                <a16:creationId xmlns:a16="http://schemas.microsoft.com/office/drawing/2014/main" id="{9C06CE93-1592-4E52-B5F0-E5BAB8019F26}"/>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2" name="38-text-5">
            <a:extLst xmlns:a="http://schemas.openxmlformats.org/drawingml/2006/main">
              <a:ext uri="{FF2B5EF4-FFF2-40B4-BE49-F238E27FC236}">
                <a16:creationId xmlns:a16="http://schemas.microsoft.com/office/drawing/2014/main" id="{A7E33677-C305-4A2C-ADD4-242E9139CAE2}"/>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73" name="38-text-6">
            <a:extLst xmlns:a="http://schemas.openxmlformats.org/drawingml/2006/main">
              <a:ext uri="{FF2B5EF4-FFF2-40B4-BE49-F238E27FC236}">
                <a16:creationId xmlns:a16="http://schemas.microsoft.com/office/drawing/2014/main" id="{BF857B14-6A17-4D96-BC11-33962ECB8CFE}"/>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74" name="narrative-number">
            <a:extLst xmlns:a="http://schemas.openxmlformats.org/drawingml/2006/main">
              <a:ext uri="{FF2B5EF4-FFF2-40B4-BE49-F238E27FC236}">
                <a16:creationId xmlns:a16="http://schemas.microsoft.com/office/drawing/2014/main" id="{83A91120-FC3D-4B95-B6FD-87A626CABB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908097518"/>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5" name="!!area-name">
            <a:extLst xmlns:a="http://schemas.openxmlformats.org/drawingml/2006/main">
              <a:ext uri="{FF2B5EF4-FFF2-40B4-BE49-F238E27FC236}">
                <a16:creationId xmlns:a16="http://schemas.microsoft.com/office/drawing/2014/main" id="{80DD81A2-9A9D-4796-B6A2-58E429CC11D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0" name="mini-map"/>
          <p:cNvPicPr>
            <a:picLocks xmlns:a="http://schemas.openxmlformats.org/drawingml/2006/main" noChangeAspect="1"/>
          </p:cNvPicPr>
          <p:nvPr/>
        </p:nvPicPr>
        <p:blipFill>
          <a:blip xmlns:r="http://schemas.openxmlformats.org/officeDocument/2006/relationships" xmlns:a="http://schemas.openxmlformats.org/drawingml/2006/main" r:embed="R6d984cda37a3481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7" name="slide-title">
            <a:extLst xmlns:a="http://schemas.openxmlformats.org/drawingml/2006/main">
              <a:ext uri="{FF2B5EF4-FFF2-40B4-BE49-F238E27FC236}">
                <a16:creationId xmlns:a16="http://schemas.microsoft.com/office/drawing/2014/main" id="{0D806F2A-438F-4AC4-A9AA-8C127BBA04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78" name="header-divider">
            <a:extLst xmlns:a="http://schemas.openxmlformats.org/drawingml/2006/main">
              <a:ext uri="{FF2B5EF4-FFF2-40B4-BE49-F238E27FC236}">
                <a16:creationId xmlns:a16="http://schemas.microsoft.com/office/drawing/2014/main" id="{21604025-9F37-413B-91C3-AFF908B4D5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9" name="39-text-1">
            <a:extLst xmlns:a="http://schemas.openxmlformats.org/drawingml/2006/main">
              <a:ext uri="{FF2B5EF4-FFF2-40B4-BE49-F238E27FC236}">
                <a16:creationId xmlns:a16="http://schemas.microsoft.com/office/drawing/2014/main" id="{7BF4DDFC-A0BE-474E-AF42-1A9C39B8393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0" name="39-text-2">
            <a:extLst xmlns:a="http://schemas.openxmlformats.org/drawingml/2006/main">
              <a:ext uri="{FF2B5EF4-FFF2-40B4-BE49-F238E27FC236}">
                <a16:creationId xmlns:a16="http://schemas.microsoft.com/office/drawing/2014/main" id="{6667D8DE-3617-4A28-9485-E052751A475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1" name="39-text-3">
            <a:extLst xmlns:a="http://schemas.openxmlformats.org/drawingml/2006/main">
              <a:ext uri="{FF2B5EF4-FFF2-40B4-BE49-F238E27FC236}">
                <a16:creationId xmlns:a16="http://schemas.microsoft.com/office/drawing/2014/main" id="{E945B256-2704-436C-A979-C7BD489614F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2" name="39-text-4">
            <a:extLst xmlns:a="http://schemas.openxmlformats.org/drawingml/2006/main">
              <a:ext uri="{FF2B5EF4-FFF2-40B4-BE49-F238E27FC236}">
                <a16:creationId xmlns:a16="http://schemas.microsoft.com/office/drawing/2014/main" id="{237098D2-DFAA-4C58-812C-AC7536CB587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83" name="39-text-5">
            <a:extLst xmlns:a="http://schemas.openxmlformats.org/drawingml/2006/main">
              <a:ext uri="{FF2B5EF4-FFF2-40B4-BE49-F238E27FC236}">
                <a16:creationId xmlns:a16="http://schemas.microsoft.com/office/drawing/2014/main" id="{9E914AD4-A642-4D6D-996D-58400AB03F6A}"/>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84" name="39-text-6">
            <a:extLst xmlns:a="http://schemas.openxmlformats.org/drawingml/2006/main">
              <a:ext uri="{FF2B5EF4-FFF2-40B4-BE49-F238E27FC236}">
                <a16:creationId xmlns:a16="http://schemas.microsoft.com/office/drawing/2014/main" id="{5BC3272C-1F3F-441C-9D1E-353ED1B0970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85" name="39-text-7">
            <a:extLst xmlns:a="http://schemas.openxmlformats.org/drawingml/2006/main">
              <a:ext uri="{FF2B5EF4-FFF2-40B4-BE49-F238E27FC236}">
                <a16:creationId xmlns:a16="http://schemas.microsoft.com/office/drawing/2014/main" id="{48BD0B36-4664-4B98-BB2B-91A85674FF68}"/>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86" name="39-text-8">
            <a:extLst xmlns:a="http://schemas.openxmlformats.org/drawingml/2006/main">
              <a:ext uri="{FF2B5EF4-FFF2-40B4-BE49-F238E27FC236}">
                <a16:creationId xmlns:a16="http://schemas.microsoft.com/office/drawing/2014/main" id="{ABD3A7AE-1A9E-4E3B-B77C-1B6F485D89FF}"/>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87" name="39-text-9">
            <a:extLst xmlns:a="http://schemas.openxmlformats.org/drawingml/2006/main">
              <a:ext uri="{FF2B5EF4-FFF2-40B4-BE49-F238E27FC236}">
                <a16:creationId xmlns:a16="http://schemas.microsoft.com/office/drawing/2014/main" id="{4AB8566C-2461-40D6-8559-0947EB0950B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88" name="narrative-number">
            <a:extLst xmlns:a="http://schemas.openxmlformats.org/drawingml/2006/main">
              <a:ext uri="{FF2B5EF4-FFF2-40B4-BE49-F238E27FC236}">
                <a16:creationId xmlns:a16="http://schemas.microsoft.com/office/drawing/2014/main" id="{AB1D4035-AA6E-4857-9C72-15289718D0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33807309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9" name="!!area-name">
            <a:extLst xmlns:a="http://schemas.openxmlformats.org/drawingml/2006/main">
              <a:ext uri="{FF2B5EF4-FFF2-40B4-BE49-F238E27FC236}">
                <a16:creationId xmlns:a16="http://schemas.microsoft.com/office/drawing/2014/main" id="{9EE1151D-5A79-45FF-8F71-C09E0BFF06E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98" name="mini-map"/>
          <p:cNvPicPr>
            <a:picLocks xmlns:a="http://schemas.openxmlformats.org/drawingml/2006/main" noChangeAspect="1"/>
          </p:cNvPicPr>
          <p:nvPr/>
        </p:nvPicPr>
        <p:blipFill>
          <a:blip xmlns:r="http://schemas.openxmlformats.org/officeDocument/2006/relationships" xmlns:a="http://schemas.openxmlformats.org/drawingml/2006/main" r:embed="R11eda17aaf564c3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1" name="slide-title">
            <a:extLst xmlns:a="http://schemas.openxmlformats.org/drawingml/2006/main">
              <a:ext uri="{FF2B5EF4-FFF2-40B4-BE49-F238E27FC236}">
                <a16:creationId xmlns:a16="http://schemas.microsoft.com/office/drawing/2014/main" id="{646085D9-0913-4D69-9E65-E9322BB0297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2" name="header-divider">
            <a:extLst xmlns:a="http://schemas.openxmlformats.org/drawingml/2006/main">
              <a:ext uri="{FF2B5EF4-FFF2-40B4-BE49-F238E27FC236}">
                <a16:creationId xmlns:a16="http://schemas.microsoft.com/office/drawing/2014/main" id="{E210685D-A615-4C02-8CED-10B7733DFB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3" name="40-text-1">
            <a:extLst xmlns:a="http://schemas.openxmlformats.org/drawingml/2006/main">
              <a:ext uri="{FF2B5EF4-FFF2-40B4-BE49-F238E27FC236}">
                <a16:creationId xmlns:a16="http://schemas.microsoft.com/office/drawing/2014/main" id="{75D92B9F-225A-4554-99AC-8D7BF479036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2"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5" name="40-text-3">
            <a:extLst xmlns:a="http://schemas.openxmlformats.org/drawingml/2006/main">
              <a:ext uri="{FF2B5EF4-FFF2-40B4-BE49-F238E27FC236}">
                <a16:creationId xmlns:a16="http://schemas.microsoft.com/office/drawing/2014/main" id="{181D28C1-A5A8-4EE5-BEA0-AAFEC10F52D0}"/>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496" name="narrative-number">
            <a:extLst xmlns:a="http://schemas.openxmlformats.org/drawingml/2006/main">
              <a:ext uri="{FF2B5EF4-FFF2-40B4-BE49-F238E27FC236}">
                <a16:creationId xmlns:a16="http://schemas.microsoft.com/office/drawing/2014/main" id="{90498B30-67B2-456A-BA7F-08854F4085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207172640"/>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06" name="41-image-1"/>
          <p:cNvPicPr>
            <a:picLocks xmlns:a="http://schemas.openxmlformats.org/drawingml/2006/main" noChangeAspect="1"/>
          </p:cNvPicPr>
          <p:nvPr/>
        </p:nvPicPr>
        <p:blipFill>
          <a:blip xmlns:r="http://schemas.openxmlformats.org/officeDocument/2006/relationships" xmlns:a="http://schemas.openxmlformats.org/drawingml/2006/main" r:embed="Rdb1487fdd5bb400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4BAF4DE6-30DB-4B33-913A-E4BCBE260836}"/>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499" name="area-key-1">
            <a:extLst xmlns:a="http://schemas.openxmlformats.org/drawingml/2006/main">
              <a:ext uri="{FF2B5EF4-FFF2-40B4-BE49-F238E27FC236}">
                <a16:creationId xmlns:a16="http://schemas.microsoft.com/office/drawing/2014/main" id="{75F468C9-B4C9-4CCF-8490-7F7582357A2D}"/>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0" name="area-key-2">
            <a:extLst xmlns:a="http://schemas.openxmlformats.org/drawingml/2006/main">
              <a:ext uri="{FF2B5EF4-FFF2-40B4-BE49-F238E27FC236}">
                <a16:creationId xmlns:a16="http://schemas.microsoft.com/office/drawing/2014/main" id="{D626A202-336A-458D-9497-34B7DBE9667D}"/>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1" name="area-key-3">
            <a:extLst xmlns:a="http://schemas.openxmlformats.org/drawingml/2006/main">
              <a:ext uri="{FF2B5EF4-FFF2-40B4-BE49-F238E27FC236}">
                <a16:creationId xmlns:a16="http://schemas.microsoft.com/office/drawing/2014/main" id="{896F9DE3-4FB5-40A2-AAA1-E461AC7A5860}"/>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2" name="area-key-4">
            <a:extLst xmlns:a="http://schemas.openxmlformats.org/drawingml/2006/main">
              <a:ext uri="{FF2B5EF4-FFF2-40B4-BE49-F238E27FC236}">
                <a16:creationId xmlns:a16="http://schemas.microsoft.com/office/drawing/2014/main" id="{9095DE56-B050-4D70-9B77-55A018B9DE12}"/>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03" name="area-key-5">
            <a:extLst xmlns:a="http://schemas.openxmlformats.org/drawingml/2006/main">
              <a:ext uri="{FF2B5EF4-FFF2-40B4-BE49-F238E27FC236}">
                <a16:creationId xmlns:a16="http://schemas.microsoft.com/office/drawing/2014/main" id="{58AE6312-FD37-4461-B0A6-6D6AAE40B364}"/>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04" name="area-key-6">
            <a:extLst xmlns:a="http://schemas.openxmlformats.org/drawingml/2006/main">
              <a:ext uri="{FF2B5EF4-FFF2-40B4-BE49-F238E27FC236}">
                <a16:creationId xmlns:a16="http://schemas.microsoft.com/office/drawing/2014/main" id="{DAE07F40-97E1-4F9E-B710-F4CFE657B4A6}"/>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05" name="narrative-number">
            <a:extLst xmlns:a="http://schemas.openxmlformats.org/drawingml/2006/main">
              <a:ext uri="{FF2B5EF4-FFF2-40B4-BE49-F238E27FC236}">
                <a16:creationId xmlns:a16="http://schemas.microsoft.com/office/drawing/2014/main" id="{1FD56BB5-14FD-4959-92E8-BB2359E0B3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321293672"/>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6" name="section-label">
            <a:extLst xmlns:a="http://schemas.openxmlformats.org/drawingml/2006/main">
              <a:ext uri="{FF2B5EF4-FFF2-40B4-BE49-F238E27FC236}">
                <a16:creationId xmlns:a16="http://schemas.microsoft.com/office/drawing/2014/main" id="{767001A2-E8EC-4962-A226-8E6210A1696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7" name="section-rule">
            <a:extLst xmlns:a="http://schemas.openxmlformats.org/drawingml/2006/main">
              <a:ext uri="{FF2B5EF4-FFF2-40B4-BE49-F238E27FC236}">
                <a16:creationId xmlns:a16="http://schemas.microsoft.com/office/drawing/2014/main" id="{06D0BCD3-6A5F-4B1D-A5FA-121A462D8A8C}"/>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8" name="section-title">
            <a:extLst xmlns:a="http://schemas.openxmlformats.org/drawingml/2006/main">
              <a:ext uri="{FF2B5EF4-FFF2-40B4-BE49-F238E27FC236}">
                <a16:creationId xmlns:a16="http://schemas.microsoft.com/office/drawing/2014/main" id="{32CE1DD7-6CB3-47A9-A0CE-CD1422481D2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09" name="narrative-number">
            <a:extLst xmlns:a="http://schemas.openxmlformats.org/drawingml/2006/main">
              <a:ext uri="{FF2B5EF4-FFF2-40B4-BE49-F238E27FC236}">
                <a16:creationId xmlns:a16="http://schemas.microsoft.com/office/drawing/2014/main" id="{B32D49C5-439E-491C-A85D-9BD3843A0D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458573191"/>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0" name="!!area-name">
            <a:extLst xmlns:a="http://schemas.openxmlformats.org/drawingml/2006/main">
              <a:ext uri="{FF2B5EF4-FFF2-40B4-BE49-F238E27FC236}">
                <a16:creationId xmlns:a16="http://schemas.microsoft.com/office/drawing/2014/main" id="{E9ED6950-DC22-4514-88B9-FF4BB1B23A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7" name="mini-map"/>
          <p:cNvPicPr>
            <a:picLocks xmlns:a="http://schemas.openxmlformats.org/drawingml/2006/main" noChangeAspect="1"/>
          </p:cNvPicPr>
          <p:nvPr/>
        </p:nvPicPr>
        <p:blipFill>
          <a:blip xmlns:r="http://schemas.openxmlformats.org/officeDocument/2006/relationships" xmlns:a="http://schemas.openxmlformats.org/drawingml/2006/main" r:embed="R89842882bb0f43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2" name="slide-title">
            <a:extLst xmlns:a="http://schemas.openxmlformats.org/drawingml/2006/main">
              <a:ext uri="{FF2B5EF4-FFF2-40B4-BE49-F238E27FC236}">
                <a16:creationId xmlns:a16="http://schemas.microsoft.com/office/drawing/2014/main" id="{3C374492-639C-4818-A9BA-BFEB2A5D8D7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3" name="header-divider">
            <a:extLst xmlns:a="http://schemas.openxmlformats.org/drawingml/2006/main">
              <a:ext uri="{FF2B5EF4-FFF2-40B4-BE49-F238E27FC236}">
                <a16:creationId xmlns:a16="http://schemas.microsoft.com/office/drawing/2014/main" id="{920B4199-769E-44D8-B6DF-7A81A1E260E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0"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5" name="narrative-number">
            <a:extLst xmlns:a="http://schemas.openxmlformats.org/drawingml/2006/main">
              <a:ext uri="{FF2B5EF4-FFF2-40B4-BE49-F238E27FC236}">
                <a16:creationId xmlns:a16="http://schemas.microsoft.com/office/drawing/2014/main" id="{88440FC0-F653-4514-9AC1-02A3673A10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962830147"/>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6" name="!!area-name">
            <a:extLst xmlns:a="http://schemas.openxmlformats.org/drawingml/2006/main">
              <a:ext uri="{FF2B5EF4-FFF2-40B4-BE49-F238E27FC236}">
                <a16:creationId xmlns:a16="http://schemas.microsoft.com/office/drawing/2014/main" id="{289AF3FF-83F7-4C92-A41D-7230BB36AB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3" name="mini-map"/>
          <p:cNvPicPr>
            <a:picLocks xmlns:a="http://schemas.openxmlformats.org/drawingml/2006/main" noChangeAspect="1"/>
          </p:cNvPicPr>
          <p:nvPr/>
        </p:nvPicPr>
        <p:blipFill>
          <a:blip xmlns:r="http://schemas.openxmlformats.org/officeDocument/2006/relationships" xmlns:a="http://schemas.openxmlformats.org/drawingml/2006/main" r:embed="Reed9c519e782469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8" name="slide-title">
            <a:extLst xmlns:a="http://schemas.openxmlformats.org/drawingml/2006/main">
              <a:ext uri="{FF2B5EF4-FFF2-40B4-BE49-F238E27FC236}">
                <a16:creationId xmlns:a16="http://schemas.microsoft.com/office/drawing/2014/main" id="{7F13D357-43E9-4C43-9F2D-32EE35F0407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19" name="header-divider">
            <a:extLst xmlns:a="http://schemas.openxmlformats.org/drawingml/2006/main">
              <a:ext uri="{FF2B5EF4-FFF2-40B4-BE49-F238E27FC236}">
                <a16:creationId xmlns:a16="http://schemas.microsoft.com/office/drawing/2014/main" id="{CE570CDC-5B8E-4AFA-895D-DE63B44B01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6"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1" name="narrative-number">
            <a:extLst xmlns:a="http://schemas.openxmlformats.org/drawingml/2006/main">
              <a:ext uri="{FF2B5EF4-FFF2-40B4-BE49-F238E27FC236}">
                <a16:creationId xmlns:a16="http://schemas.microsoft.com/office/drawing/2014/main" id="{686DB409-F915-4AFF-86A9-28C95F6FEE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124571754"/>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area-name">
            <a:extLst xmlns:a="http://schemas.openxmlformats.org/drawingml/2006/main">
              <a:ext uri="{FF2B5EF4-FFF2-40B4-BE49-F238E27FC236}">
                <a16:creationId xmlns:a16="http://schemas.microsoft.com/office/drawing/2014/main" id="{9434174E-AF6E-48BB-91CA-5751AF76B750}"/>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3" name="header-divider">
            <a:extLst xmlns:a="http://schemas.openxmlformats.org/drawingml/2006/main">
              <a:ext uri="{FF2B5EF4-FFF2-40B4-BE49-F238E27FC236}">
                <a16:creationId xmlns:a16="http://schemas.microsoft.com/office/drawing/2014/main" id="{A83E6D05-16D8-4FF1-A72F-BA6F43B72991}"/>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4" name="45-shape-1">
            <a:extLst xmlns:a="http://schemas.openxmlformats.org/drawingml/2006/main">
              <a:ext uri="{FF2B5EF4-FFF2-40B4-BE49-F238E27FC236}">
                <a16:creationId xmlns:a16="http://schemas.microsoft.com/office/drawing/2014/main" id="{0E08E2AE-66DF-4AB1-B65F-47C51953E152}"/>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5" name="45-shape-2">
            <a:extLst xmlns:a="http://schemas.openxmlformats.org/drawingml/2006/main">
              <a:ext uri="{FF2B5EF4-FFF2-40B4-BE49-F238E27FC236}">
                <a16:creationId xmlns:a16="http://schemas.microsoft.com/office/drawing/2014/main" id="{CD1A5B03-FD25-4722-A4F6-2BF968F9B0C2}"/>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26" name="45-text-3">
            <a:extLst xmlns:a="http://schemas.openxmlformats.org/drawingml/2006/main">
              <a:ext uri="{FF2B5EF4-FFF2-40B4-BE49-F238E27FC236}">
                <a16:creationId xmlns:a16="http://schemas.microsoft.com/office/drawing/2014/main" id="{6209923E-5B71-4309-B828-BA0A72E0098B}"/>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27" name="45-text-4">
            <a:extLst xmlns:a="http://schemas.openxmlformats.org/drawingml/2006/main">
              <a:ext uri="{FF2B5EF4-FFF2-40B4-BE49-F238E27FC236}">
                <a16:creationId xmlns:a16="http://schemas.microsoft.com/office/drawing/2014/main" id="{1A003ACA-AB95-4C32-82C2-2F03E5991E0F}"/>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28" name="45-shape-5">
            <a:extLst xmlns:a="http://schemas.openxmlformats.org/drawingml/2006/main">
              <a:ext uri="{FF2B5EF4-FFF2-40B4-BE49-F238E27FC236}">
                <a16:creationId xmlns:a16="http://schemas.microsoft.com/office/drawing/2014/main" id="{1316ED81-1E0B-4502-BF08-902464378B65}"/>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9" name="45-shape-6">
            <a:extLst xmlns:a="http://schemas.openxmlformats.org/drawingml/2006/main">
              <a:ext uri="{FF2B5EF4-FFF2-40B4-BE49-F238E27FC236}">
                <a16:creationId xmlns:a16="http://schemas.microsoft.com/office/drawing/2014/main" id="{ABE86B10-3E00-4DAA-9C52-A7E2EA5326F0}"/>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0" name="45-text-7">
            <a:extLst xmlns:a="http://schemas.openxmlformats.org/drawingml/2006/main">
              <a:ext uri="{FF2B5EF4-FFF2-40B4-BE49-F238E27FC236}">
                <a16:creationId xmlns:a16="http://schemas.microsoft.com/office/drawing/2014/main" id="{9EE48A0B-1C68-4B37-85BB-A656FE0EFCD5}"/>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1" name="45-text-8">
            <a:extLst xmlns:a="http://schemas.openxmlformats.org/drawingml/2006/main">
              <a:ext uri="{FF2B5EF4-FFF2-40B4-BE49-F238E27FC236}">
                <a16:creationId xmlns:a16="http://schemas.microsoft.com/office/drawing/2014/main" id="{0FA04523-4175-453A-B9DB-4AE24200D688}"/>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2" name="45-shape-9">
            <a:extLst xmlns:a="http://schemas.openxmlformats.org/drawingml/2006/main">
              <a:ext uri="{FF2B5EF4-FFF2-40B4-BE49-F238E27FC236}">
                <a16:creationId xmlns:a16="http://schemas.microsoft.com/office/drawing/2014/main" id="{4DD5E407-6207-4CB0-87F1-83F50A8ADBDF}"/>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3" name="45-shape-10">
            <a:extLst xmlns:a="http://schemas.openxmlformats.org/drawingml/2006/main">
              <a:ext uri="{FF2B5EF4-FFF2-40B4-BE49-F238E27FC236}">
                <a16:creationId xmlns:a16="http://schemas.microsoft.com/office/drawing/2014/main" id="{E6EC97ED-CEA4-411F-A37D-9A965B9DB740}"/>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4" name="45-text-11">
            <a:extLst xmlns:a="http://schemas.openxmlformats.org/drawingml/2006/main">
              <a:ext uri="{FF2B5EF4-FFF2-40B4-BE49-F238E27FC236}">
                <a16:creationId xmlns:a16="http://schemas.microsoft.com/office/drawing/2014/main" id="{081BD165-8DB5-4E8F-8D16-11D5FCE17084}"/>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35" name="45-text-12">
            <a:extLst xmlns:a="http://schemas.openxmlformats.org/drawingml/2006/main">
              <a:ext uri="{FF2B5EF4-FFF2-40B4-BE49-F238E27FC236}">
                <a16:creationId xmlns:a16="http://schemas.microsoft.com/office/drawing/2014/main" id="{5201C833-0736-4ADA-AADC-CBC7B3E72060}"/>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36" name="45-shape-13">
            <a:extLst xmlns:a="http://schemas.openxmlformats.org/drawingml/2006/main">
              <a:ext uri="{FF2B5EF4-FFF2-40B4-BE49-F238E27FC236}">
                <a16:creationId xmlns:a16="http://schemas.microsoft.com/office/drawing/2014/main" id="{B3AC3976-76BC-4746-AEAA-DE45D1AE3A15}"/>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7" name="45-shape-14">
            <a:extLst xmlns:a="http://schemas.openxmlformats.org/drawingml/2006/main">
              <a:ext uri="{FF2B5EF4-FFF2-40B4-BE49-F238E27FC236}">
                <a16:creationId xmlns:a16="http://schemas.microsoft.com/office/drawing/2014/main" id="{2CDB4F8E-016B-478A-8EAE-4A758AA464F3}"/>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8" name="45-text-15">
            <a:extLst xmlns:a="http://schemas.openxmlformats.org/drawingml/2006/main">
              <a:ext uri="{FF2B5EF4-FFF2-40B4-BE49-F238E27FC236}">
                <a16:creationId xmlns:a16="http://schemas.microsoft.com/office/drawing/2014/main" id="{38DF67D0-DDCF-419E-A48A-C18512DC08D5}"/>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39" name="45-text-16">
            <a:extLst xmlns:a="http://schemas.openxmlformats.org/drawingml/2006/main">
              <a:ext uri="{FF2B5EF4-FFF2-40B4-BE49-F238E27FC236}">
                <a16:creationId xmlns:a16="http://schemas.microsoft.com/office/drawing/2014/main" id="{7B0168A5-9B9E-4966-96A8-7F8495014B05}"/>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0" name="45-shape-17">
            <a:extLst xmlns:a="http://schemas.openxmlformats.org/drawingml/2006/main">
              <a:ext uri="{FF2B5EF4-FFF2-40B4-BE49-F238E27FC236}">
                <a16:creationId xmlns:a16="http://schemas.microsoft.com/office/drawing/2014/main" id="{03718B36-EF5D-4AEC-8D83-43E4482D836B}"/>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1" name="45-shape-18">
            <a:extLst xmlns:a="http://schemas.openxmlformats.org/drawingml/2006/main">
              <a:ext uri="{FF2B5EF4-FFF2-40B4-BE49-F238E27FC236}">
                <a16:creationId xmlns:a16="http://schemas.microsoft.com/office/drawing/2014/main" id="{CF80D781-9186-41B6-9550-0B08DE6D8AE8}"/>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2" name="45-text-19">
            <a:extLst xmlns:a="http://schemas.openxmlformats.org/drawingml/2006/main">
              <a:ext uri="{FF2B5EF4-FFF2-40B4-BE49-F238E27FC236}">
                <a16:creationId xmlns:a16="http://schemas.microsoft.com/office/drawing/2014/main" id="{3AEFB2E9-9B13-40F6-9887-6F8334AA5713}"/>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3" name="45-text-20">
            <a:extLst xmlns:a="http://schemas.openxmlformats.org/drawingml/2006/main">
              <a:ext uri="{FF2B5EF4-FFF2-40B4-BE49-F238E27FC236}">
                <a16:creationId xmlns:a16="http://schemas.microsoft.com/office/drawing/2014/main" id="{A98CE4C1-3AF5-4BBE-A518-4139AAB6CA03}"/>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44" name="45-shape-21">
            <a:extLst xmlns:a="http://schemas.openxmlformats.org/drawingml/2006/main">
              <a:ext uri="{FF2B5EF4-FFF2-40B4-BE49-F238E27FC236}">
                <a16:creationId xmlns:a16="http://schemas.microsoft.com/office/drawing/2014/main" id="{969D6C06-94AF-454C-9FDC-A85B3CC23DCA}"/>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5" name="45-shape-22">
            <a:extLst xmlns:a="http://schemas.openxmlformats.org/drawingml/2006/main">
              <a:ext uri="{FF2B5EF4-FFF2-40B4-BE49-F238E27FC236}">
                <a16:creationId xmlns:a16="http://schemas.microsoft.com/office/drawing/2014/main" id="{FC67C89C-52B7-43CC-B101-7985CFD76BB9}"/>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46" name="45-text-23">
            <a:extLst xmlns:a="http://schemas.openxmlformats.org/drawingml/2006/main">
              <a:ext uri="{FF2B5EF4-FFF2-40B4-BE49-F238E27FC236}">
                <a16:creationId xmlns:a16="http://schemas.microsoft.com/office/drawing/2014/main" id="{B63F5CB0-C106-47AA-A045-5250603A2447}"/>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47" name="45-text-24">
            <a:extLst xmlns:a="http://schemas.openxmlformats.org/drawingml/2006/main">
              <a:ext uri="{FF2B5EF4-FFF2-40B4-BE49-F238E27FC236}">
                <a16:creationId xmlns:a16="http://schemas.microsoft.com/office/drawing/2014/main" id="{CE048D7F-2955-449D-9606-0F38B71E93B2}"/>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48" name="narrative-number">
            <a:extLst xmlns:a="http://schemas.openxmlformats.org/drawingml/2006/main">
              <a:ext uri="{FF2B5EF4-FFF2-40B4-BE49-F238E27FC236}">
                <a16:creationId xmlns:a16="http://schemas.microsoft.com/office/drawing/2014/main" id="{4D2F291A-22EF-4AFF-B232-53A594F2F0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40298289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9" name="!!area-name">
            <a:extLst xmlns:a="http://schemas.openxmlformats.org/drawingml/2006/main">
              <a:ext uri="{FF2B5EF4-FFF2-40B4-BE49-F238E27FC236}">
                <a16:creationId xmlns:a16="http://schemas.microsoft.com/office/drawing/2014/main" id="{FA82AD6C-2954-4D19-965D-970656079A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67" name="mini-map"/>
          <p:cNvPicPr>
            <a:picLocks xmlns:a="http://schemas.openxmlformats.org/drawingml/2006/main" noChangeAspect="1"/>
          </p:cNvPicPr>
          <p:nvPr/>
        </p:nvPicPr>
        <p:blipFill>
          <a:blip xmlns:r="http://schemas.openxmlformats.org/officeDocument/2006/relationships" xmlns:a="http://schemas.openxmlformats.org/drawingml/2006/main" r:embed="R7329a386e3eb43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1" name="slide-title">
            <a:extLst xmlns:a="http://schemas.openxmlformats.org/drawingml/2006/main">
              <a:ext uri="{FF2B5EF4-FFF2-40B4-BE49-F238E27FC236}">
                <a16:creationId xmlns:a16="http://schemas.microsoft.com/office/drawing/2014/main" id="{BFD89289-41B4-407C-A19F-CCAD000F8A1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2" name="header-divider">
            <a:extLst xmlns:a="http://schemas.openxmlformats.org/drawingml/2006/main">
              <a:ext uri="{FF2B5EF4-FFF2-40B4-BE49-F238E27FC236}">
                <a16:creationId xmlns:a16="http://schemas.microsoft.com/office/drawing/2014/main" id="{646B071C-CDFB-4B5A-B74D-CB8ED25D65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3" name="46-shape-1">
            <a:extLst xmlns:a="http://schemas.openxmlformats.org/drawingml/2006/main">
              <a:ext uri="{FF2B5EF4-FFF2-40B4-BE49-F238E27FC236}">
                <a16:creationId xmlns:a16="http://schemas.microsoft.com/office/drawing/2014/main" id="{B5400107-F47C-4640-AE4A-4F5E8D3ED6ED}"/>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4" name="46-text-2">
            <a:extLst xmlns:a="http://schemas.openxmlformats.org/drawingml/2006/main">
              <a:ext uri="{FF2B5EF4-FFF2-40B4-BE49-F238E27FC236}">
                <a16:creationId xmlns:a16="http://schemas.microsoft.com/office/drawing/2014/main" id="{26F49294-E5D3-4CA0-8C4B-BF41B4C9E599}"/>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55" name="46-text-3">
            <a:extLst xmlns:a="http://schemas.openxmlformats.org/drawingml/2006/main">
              <a:ext uri="{FF2B5EF4-FFF2-40B4-BE49-F238E27FC236}">
                <a16:creationId xmlns:a16="http://schemas.microsoft.com/office/drawing/2014/main" id="{1B8D3900-9C6E-4D51-8BC1-C28D589A7DB7}"/>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56" name="46-shape-4">
            <a:extLst xmlns:a="http://schemas.openxmlformats.org/drawingml/2006/main">
              <a:ext uri="{FF2B5EF4-FFF2-40B4-BE49-F238E27FC236}">
                <a16:creationId xmlns:a16="http://schemas.microsoft.com/office/drawing/2014/main" id="{9646AE8D-5F98-41EF-94C0-E532FBE7109C}"/>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7" name="46-text-5">
            <a:extLst xmlns:a="http://schemas.openxmlformats.org/drawingml/2006/main">
              <a:ext uri="{FF2B5EF4-FFF2-40B4-BE49-F238E27FC236}">
                <a16:creationId xmlns:a16="http://schemas.microsoft.com/office/drawing/2014/main" id="{72243A09-8712-43B9-B80B-F4AEECB78F65}"/>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58" name="46-text-6">
            <a:extLst xmlns:a="http://schemas.openxmlformats.org/drawingml/2006/main">
              <a:ext uri="{FF2B5EF4-FFF2-40B4-BE49-F238E27FC236}">
                <a16:creationId xmlns:a16="http://schemas.microsoft.com/office/drawing/2014/main" id="{814DE763-ABA3-47A4-9DBA-3BC548AE888B}"/>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59" name="46-shape-7">
            <a:extLst xmlns:a="http://schemas.openxmlformats.org/drawingml/2006/main">
              <a:ext uri="{FF2B5EF4-FFF2-40B4-BE49-F238E27FC236}">
                <a16:creationId xmlns:a16="http://schemas.microsoft.com/office/drawing/2014/main" id="{DF91BD7C-2532-4283-BE9B-C34A08BF0B0B}"/>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0" name="46-text-8">
            <a:extLst xmlns:a="http://schemas.openxmlformats.org/drawingml/2006/main">
              <a:ext uri="{FF2B5EF4-FFF2-40B4-BE49-F238E27FC236}">
                <a16:creationId xmlns:a16="http://schemas.microsoft.com/office/drawing/2014/main" id="{6E80E26A-EFCE-4E2D-90B7-DAD6742A4BD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1" name="46-text-9">
            <a:extLst xmlns:a="http://schemas.openxmlformats.org/drawingml/2006/main">
              <a:ext uri="{FF2B5EF4-FFF2-40B4-BE49-F238E27FC236}">
                <a16:creationId xmlns:a16="http://schemas.microsoft.com/office/drawing/2014/main" id="{89A769BF-9BBB-4884-B62A-7C58D38CD73C}"/>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2" name="46-shape-10">
            <a:extLst xmlns:a="http://schemas.openxmlformats.org/drawingml/2006/main">
              <a:ext uri="{FF2B5EF4-FFF2-40B4-BE49-F238E27FC236}">
                <a16:creationId xmlns:a16="http://schemas.microsoft.com/office/drawing/2014/main" id="{ECC7782F-687B-4D95-A4E8-82F9839D585C}"/>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3" name="46-text-11">
            <a:extLst xmlns:a="http://schemas.openxmlformats.org/drawingml/2006/main">
              <a:ext uri="{FF2B5EF4-FFF2-40B4-BE49-F238E27FC236}">
                <a16:creationId xmlns:a16="http://schemas.microsoft.com/office/drawing/2014/main" id="{7E34C847-E76F-486B-BEE4-E70F8F4BE22B}"/>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64" name="46-text-12">
            <a:extLst xmlns:a="http://schemas.openxmlformats.org/drawingml/2006/main">
              <a:ext uri="{FF2B5EF4-FFF2-40B4-BE49-F238E27FC236}">
                <a16:creationId xmlns:a16="http://schemas.microsoft.com/office/drawing/2014/main" id="{DCE9229F-EE5D-436A-A306-349FA147199B}"/>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65" name="narrative-number">
            <a:extLst xmlns:a="http://schemas.openxmlformats.org/drawingml/2006/main">
              <a:ext uri="{FF2B5EF4-FFF2-40B4-BE49-F238E27FC236}">
                <a16:creationId xmlns:a16="http://schemas.microsoft.com/office/drawing/2014/main" id="{F3325F7C-50E8-4EED-BAE1-DE2C0DCDAF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679361345"/>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6" name="47-text-1">
            <a:extLst xmlns:a="http://schemas.openxmlformats.org/drawingml/2006/main">
              <a:ext uri="{FF2B5EF4-FFF2-40B4-BE49-F238E27FC236}">
                <a16:creationId xmlns:a16="http://schemas.microsoft.com/office/drawing/2014/main" id="{ABB263B8-1790-4143-970C-E128EE97508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67" name="47-text-2">
            <a:extLst xmlns:a="http://schemas.openxmlformats.org/drawingml/2006/main">
              <a:ext uri="{FF2B5EF4-FFF2-40B4-BE49-F238E27FC236}">
                <a16:creationId xmlns:a16="http://schemas.microsoft.com/office/drawing/2014/main" id="{38A7010D-9379-4F60-9825-7718659DBA89}"/>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68" name="47-text-3">
            <a:extLst xmlns:a="http://schemas.openxmlformats.org/drawingml/2006/main">
              <a:ext uri="{FF2B5EF4-FFF2-40B4-BE49-F238E27FC236}">
                <a16:creationId xmlns:a16="http://schemas.microsoft.com/office/drawing/2014/main" id="{D7D235DB-F5E2-4CF5-BF01-0FEB453B3904}"/>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69" name="narrative-number">
            <a:extLst xmlns:a="http://schemas.openxmlformats.org/drawingml/2006/main">
              <a:ext uri="{FF2B5EF4-FFF2-40B4-BE49-F238E27FC236}">
                <a16:creationId xmlns:a16="http://schemas.microsoft.com/office/drawing/2014/main" id="{2C2103D9-A5A9-4897-9AD7-BA3EC8CA9D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25159283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0" name="slide-title">
            <a:extLst xmlns:a="http://schemas.openxmlformats.org/drawingml/2006/main">
              <a:ext uri="{FF2B5EF4-FFF2-40B4-BE49-F238E27FC236}">
                <a16:creationId xmlns:a16="http://schemas.microsoft.com/office/drawing/2014/main" id="{D38E5D72-9DA2-4467-B106-B7AE1C178291}"/>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1" name="header-divider">
            <a:extLst xmlns:a="http://schemas.openxmlformats.org/drawingml/2006/main">
              <a:ext uri="{FF2B5EF4-FFF2-40B4-BE49-F238E27FC236}">
                <a16:creationId xmlns:a16="http://schemas.microsoft.com/office/drawing/2014/main" id="{3F2BD455-43BB-4D9E-9DC9-916320D5854A}"/>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2" name="48-text-1">
            <a:extLst xmlns:a="http://schemas.openxmlformats.org/drawingml/2006/main">
              <a:ext uri="{FF2B5EF4-FFF2-40B4-BE49-F238E27FC236}">
                <a16:creationId xmlns:a16="http://schemas.microsoft.com/office/drawing/2014/main" id="{E9E248F2-529A-4879-8506-EB567E2AC539}"/>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3" name="48-text-2">
            <a:extLst xmlns:a="http://schemas.openxmlformats.org/drawingml/2006/main">
              <a:ext uri="{FF2B5EF4-FFF2-40B4-BE49-F238E27FC236}">
                <a16:creationId xmlns:a16="http://schemas.microsoft.com/office/drawing/2014/main" id="{D21FF062-D77D-471B-94CE-F193DEDF2719}"/>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74" name="48-text-3">
            <a:extLst xmlns:a="http://schemas.openxmlformats.org/drawingml/2006/main">
              <a:ext uri="{FF2B5EF4-FFF2-40B4-BE49-F238E27FC236}">
                <a16:creationId xmlns:a16="http://schemas.microsoft.com/office/drawing/2014/main" id="{4BCAF985-C3F7-4080-9A20-56122764235A}"/>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75" name="48-text-4">
            <a:extLst xmlns:a="http://schemas.openxmlformats.org/drawingml/2006/main">
              <a:ext uri="{FF2B5EF4-FFF2-40B4-BE49-F238E27FC236}">
                <a16:creationId xmlns:a16="http://schemas.microsoft.com/office/drawing/2014/main" id="{23BA738F-9EEF-478D-9E30-E1507E61D8E7}"/>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76" name="48-text-5">
            <a:extLst xmlns:a="http://schemas.openxmlformats.org/drawingml/2006/main">
              <a:ext uri="{FF2B5EF4-FFF2-40B4-BE49-F238E27FC236}">
                <a16:creationId xmlns:a16="http://schemas.microsoft.com/office/drawing/2014/main" id="{87A06785-4244-449A-9CC8-CAA5A874F45A}"/>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77" name="48-text-6">
            <a:extLst xmlns:a="http://schemas.openxmlformats.org/drawingml/2006/main">
              <a:ext uri="{FF2B5EF4-FFF2-40B4-BE49-F238E27FC236}">
                <a16:creationId xmlns:a16="http://schemas.microsoft.com/office/drawing/2014/main" id="{BDCDACE9-6AA0-4561-B2B1-D16E451515E0}"/>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78" name="48-text-7">
            <a:extLst xmlns:a="http://schemas.openxmlformats.org/drawingml/2006/main">
              <a:ext uri="{FF2B5EF4-FFF2-40B4-BE49-F238E27FC236}">
                <a16:creationId xmlns:a16="http://schemas.microsoft.com/office/drawing/2014/main" id="{414D382E-B7FB-4852-B9BD-9A790D79AAC6}"/>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79" name="48-text-8">
            <a:extLst xmlns:a="http://schemas.openxmlformats.org/drawingml/2006/main">
              <a:ext uri="{FF2B5EF4-FFF2-40B4-BE49-F238E27FC236}">
                <a16:creationId xmlns:a16="http://schemas.microsoft.com/office/drawing/2014/main" id="{2DBD7A56-2F5A-4909-A694-7CC4587A874D}"/>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0" name="48-text-9">
            <a:extLst xmlns:a="http://schemas.openxmlformats.org/drawingml/2006/main">
              <a:ext uri="{FF2B5EF4-FFF2-40B4-BE49-F238E27FC236}">
                <a16:creationId xmlns:a16="http://schemas.microsoft.com/office/drawing/2014/main" id="{DC695A89-DC5B-45EA-800E-8783A1B4F05A}"/>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1" name="48-text-10">
            <a:extLst xmlns:a="http://schemas.openxmlformats.org/drawingml/2006/main">
              <a:ext uri="{FF2B5EF4-FFF2-40B4-BE49-F238E27FC236}">
                <a16:creationId xmlns:a16="http://schemas.microsoft.com/office/drawing/2014/main" id="{AA3E59EF-DBBA-4428-B2D0-ECA23907DDFA}"/>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2" name="48-text-11">
            <a:extLst xmlns:a="http://schemas.openxmlformats.org/drawingml/2006/main">
              <a:ext uri="{FF2B5EF4-FFF2-40B4-BE49-F238E27FC236}">
                <a16:creationId xmlns:a16="http://schemas.microsoft.com/office/drawing/2014/main" id="{94A43743-7A75-4532-A387-2B5D44FAA6FC}"/>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3" name="48-text-12">
            <a:extLst xmlns:a="http://schemas.openxmlformats.org/drawingml/2006/main">
              <a:ext uri="{FF2B5EF4-FFF2-40B4-BE49-F238E27FC236}">
                <a16:creationId xmlns:a16="http://schemas.microsoft.com/office/drawing/2014/main" id="{718AB214-2465-4B24-9CAE-9E7E61DECAD4}"/>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84" name="narrative-number">
            <a:extLst xmlns:a="http://schemas.openxmlformats.org/drawingml/2006/main">
              <a:ext uri="{FF2B5EF4-FFF2-40B4-BE49-F238E27FC236}">
                <a16:creationId xmlns:a16="http://schemas.microsoft.com/office/drawing/2014/main" id="{397E20ED-5EE0-4AAB-84FA-92492AE6EB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3765001123"/>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2026-09-16T23:41:00.1410000Z</dcterms:created>
  <dcterms:modified xsi:type="dcterms:W3CDTF">2026-09-16T23:41:00.1410000Z</dcterms:modified>
</coreProperties>
</file>