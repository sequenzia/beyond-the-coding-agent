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0266e6e98a4227" /><Relationship Type="http://schemas.openxmlformats.org/officeDocument/2006/relationships/extended-properties" Target="/docProps/app.xml" Id="R68b8019dc39644c9" /><Relationship Type="http://schemas.openxmlformats.org/officeDocument/2006/relationships/officeDocument" Target="/ppt/presentation.xml" Id="R424d146541fe4892"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76d6e185ff34818"/>
    <p:sldMasterId xmlns:r="http://schemas.openxmlformats.org/officeDocument/2006/relationships" id="2147483650" r:id="R342fc4d145cc48d3"/>
  </p:sldMasterIdLst>
  <p:notesMasterIdLst>
    <p:notesMasterId xmlns:r="http://schemas.openxmlformats.org/officeDocument/2006/relationships" r:id="Rdab3a16ac7fe4c43"/>
  </p:notesMasterIdLst>
  <p:sldIdLst>
    <p:sldId xmlns:r="http://schemas.openxmlformats.org/officeDocument/2006/relationships" id="256" r:id="R489bc73ad0dc4817"/>
    <p:sldId xmlns:r="http://schemas.openxmlformats.org/officeDocument/2006/relationships" id="257" r:id="Rea9034d41b3149f3"/>
    <p:sldId xmlns:r="http://schemas.openxmlformats.org/officeDocument/2006/relationships" id="258" r:id="Ra88243d2dc6648ff"/>
    <p:sldId xmlns:r="http://schemas.openxmlformats.org/officeDocument/2006/relationships" id="259" r:id="Rf0fca328089f443d"/>
    <p:sldId xmlns:r="http://schemas.openxmlformats.org/officeDocument/2006/relationships" id="260" r:id="R3633f15bc5ae4b33"/>
    <p:sldId xmlns:r="http://schemas.openxmlformats.org/officeDocument/2006/relationships" id="261" r:id="R270f5451ab434447"/>
    <p:sldId xmlns:r="http://schemas.openxmlformats.org/officeDocument/2006/relationships" id="262" r:id="Re2775fadd0e64ed5"/>
    <p:sldId xmlns:r="http://schemas.openxmlformats.org/officeDocument/2006/relationships" id="263" r:id="Rb1e10c93fc3e4570"/>
    <p:sldId xmlns:r="http://schemas.openxmlformats.org/officeDocument/2006/relationships" id="264" r:id="R95a89688445645e1"/>
    <p:sldId xmlns:r="http://schemas.openxmlformats.org/officeDocument/2006/relationships" id="265" r:id="Rdf13ebeb4c494664"/>
    <p:sldId xmlns:r="http://schemas.openxmlformats.org/officeDocument/2006/relationships" id="266" r:id="R72a56f72649b4cf4"/>
    <p:sldId xmlns:r="http://schemas.openxmlformats.org/officeDocument/2006/relationships" id="267" r:id="Re1437d5b02944b5c"/>
    <p:sldId xmlns:r="http://schemas.openxmlformats.org/officeDocument/2006/relationships" id="268" r:id="R8f6a5e3f095245d6"/>
    <p:sldId xmlns:r="http://schemas.openxmlformats.org/officeDocument/2006/relationships" id="269" r:id="R2b39a8b4cb924be2"/>
    <p:sldId xmlns:r="http://schemas.openxmlformats.org/officeDocument/2006/relationships" id="270" r:id="R8dfde10b9cc54169"/>
    <p:sldId xmlns:r="http://schemas.openxmlformats.org/officeDocument/2006/relationships" id="271" r:id="R82356829635d4b60"/>
    <p:sldId xmlns:r="http://schemas.openxmlformats.org/officeDocument/2006/relationships" id="272" r:id="R4ff6212293244bc5"/>
    <p:sldId xmlns:r="http://schemas.openxmlformats.org/officeDocument/2006/relationships" id="273" r:id="R3bbe58cf9b1e43b7"/>
    <p:sldId xmlns:r="http://schemas.openxmlformats.org/officeDocument/2006/relationships" id="274" r:id="Ref133831e8a34ddd"/>
    <p:sldId xmlns:r="http://schemas.openxmlformats.org/officeDocument/2006/relationships" id="275" r:id="R846e2e4027e84665"/>
    <p:sldId xmlns:r="http://schemas.openxmlformats.org/officeDocument/2006/relationships" id="276" r:id="R1eb7515b8a234314"/>
    <p:sldId xmlns:r="http://schemas.openxmlformats.org/officeDocument/2006/relationships" id="277" r:id="R6e3473cc6ff44aa0"/>
    <p:sldId xmlns:r="http://schemas.openxmlformats.org/officeDocument/2006/relationships" id="278" r:id="R39e373411d3c44c1"/>
    <p:sldId xmlns:r="http://schemas.openxmlformats.org/officeDocument/2006/relationships" id="279" r:id="R31a9e3629e574ef0"/>
    <p:sldId xmlns:r="http://schemas.openxmlformats.org/officeDocument/2006/relationships" id="280" r:id="Ra53fe051edea4a32"/>
    <p:sldId xmlns:r="http://schemas.openxmlformats.org/officeDocument/2006/relationships" id="281" r:id="Rd469a73e42184c1a"/>
    <p:sldId xmlns:r="http://schemas.openxmlformats.org/officeDocument/2006/relationships" id="282" r:id="R1387f3a7caf641dd"/>
    <p:sldId xmlns:r="http://schemas.openxmlformats.org/officeDocument/2006/relationships" id="283" r:id="R3b1328e593b342b6"/>
    <p:sldId xmlns:r="http://schemas.openxmlformats.org/officeDocument/2006/relationships" id="284" r:id="Rc4e830c14ad146a3"/>
    <p:sldId xmlns:r="http://schemas.openxmlformats.org/officeDocument/2006/relationships" id="285" r:id="Rd90eaf02cdce45fe"/>
    <p:sldId xmlns:r="http://schemas.openxmlformats.org/officeDocument/2006/relationships" id="286" r:id="R60b4b6f7f0f24dea"/>
    <p:sldId xmlns:r="http://schemas.openxmlformats.org/officeDocument/2006/relationships" id="287" r:id="Rd770151c0de74172"/>
    <p:sldId xmlns:r="http://schemas.openxmlformats.org/officeDocument/2006/relationships" id="288" r:id="Re50b415189e249c6"/>
    <p:sldId xmlns:r="http://schemas.openxmlformats.org/officeDocument/2006/relationships" id="289" r:id="Re5639205477844f3"/>
    <p:sldId xmlns:r="http://schemas.openxmlformats.org/officeDocument/2006/relationships" id="290" r:id="Rd87dc2e2f9354270"/>
    <p:sldId xmlns:r="http://schemas.openxmlformats.org/officeDocument/2006/relationships" id="291" r:id="R8f8753807ffe49fc"/>
    <p:sldId xmlns:r="http://schemas.openxmlformats.org/officeDocument/2006/relationships" id="292" r:id="R44be2b5982914c63"/>
    <p:sldId xmlns:r="http://schemas.openxmlformats.org/officeDocument/2006/relationships" id="293" r:id="Raffaaf03d11e4a6e"/>
    <p:sldId xmlns:r="http://schemas.openxmlformats.org/officeDocument/2006/relationships" id="294" r:id="R5cbe4e5ba3bf415f"/>
    <p:sldId xmlns:r="http://schemas.openxmlformats.org/officeDocument/2006/relationships" id="295" r:id="Rbf90f23011764e0b"/>
    <p:sldId xmlns:r="http://schemas.openxmlformats.org/officeDocument/2006/relationships" id="296" r:id="Rbe9b8209b4e44e89"/>
    <p:sldId xmlns:r="http://schemas.openxmlformats.org/officeDocument/2006/relationships" id="297" r:id="Rf2324f90919a47ab"/>
    <p:sldId xmlns:r="http://schemas.openxmlformats.org/officeDocument/2006/relationships" id="298" r:id="R5b357386ab9f4d51"/>
    <p:sldId xmlns:r="http://schemas.openxmlformats.org/officeDocument/2006/relationships" id="299" r:id="Rcd8ea24c341d490f"/>
    <p:sldId xmlns:r="http://schemas.openxmlformats.org/officeDocument/2006/relationships" id="300" r:id="R7c7b2d9989a44979"/>
    <p:sldId xmlns:r="http://schemas.openxmlformats.org/officeDocument/2006/relationships" id="301" r:id="Rcd792b3de69245cb"/>
    <p:sldId xmlns:r="http://schemas.openxmlformats.org/officeDocument/2006/relationships" id="302" r:id="R72d9054243ba4069"/>
    <p:sldId xmlns:r="http://schemas.openxmlformats.org/officeDocument/2006/relationships" id="303" r:id="Rf17d49ca427044e8"/>
    <p:sldId xmlns:r="http://schemas.openxmlformats.org/officeDocument/2006/relationships" id="304" r:id="Ra34250a920834be9"/>
    <p:sldId xmlns:r="http://schemas.openxmlformats.org/officeDocument/2006/relationships" id="305" r:id="R70b0820ede3241b1"/>
    <p:sldId xmlns:r="http://schemas.openxmlformats.org/officeDocument/2006/relationships" id="306" r:id="R2e1630922fd54891"/>
    <p:sldId xmlns:r="http://schemas.openxmlformats.org/officeDocument/2006/relationships" id="307" r:id="R0fe3b746ee7d4510"/>
    <p:sldId xmlns:r="http://schemas.openxmlformats.org/officeDocument/2006/relationships" id="308" r:id="Ra34f1f0f0ea9487b"/>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123e763d104895" /><Relationship Type="http://schemas.openxmlformats.org/officeDocument/2006/relationships/slideMaster" Target="/ppt/slideMasters/slideMaster1.xml" Id="R576d6e185ff34818" /><Relationship Type="http://schemas.openxmlformats.org/officeDocument/2006/relationships/slideMaster" Target="/ppt/slideMasters/slideMaster2.xml" Id="R342fc4d145cc48d3" /><Relationship Type="http://schemas.openxmlformats.org/officeDocument/2006/relationships/notesMaster" Target="/ppt/notesMasters/notesMaster1.xml" Id="Rdab3a16ac7fe4c43" /><Relationship Type="http://schemas.openxmlformats.org/officeDocument/2006/relationships/presProps" Target="/ppt/presProps.xml" Id="R0328d0c983054193" /><Relationship Type="http://schemas.openxmlformats.org/officeDocument/2006/relationships/tableStyles" Target="/ppt/tableStyles.xml" Id="Rbea49cfcbae041f4" /><Relationship Type="http://schemas.openxmlformats.org/officeDocument/2006/relationships/slide" Target="/ppt/slides/slide1.xml" Id="R489bc73ad0dc4817" /><Relationship Type="http://schemas.openxmlformats.org/officeDocument/2006/relationships/slide" Target="/ppt/slides/slide2.xml" Id="Rea9034d41b3149f3" /><Relationship Type="http://schemas.openxmlformats.org/officeDocument/2006/relationships/slide" Target="/ppt/slides/slide3.xml" Id="Ra88243d2dc6648ff" /><Relationship Type="http://schemas.openxmlformats.org/officeDocument/2006/relationships/slide" Target="/ppt/slides/slide4.xml" Id="Rf0fca328089f443d" /><Relationship Type="http://schemas.openxmlformats.org/officeDocument/2006/relationships/slide" Target="/ppt/slides/slide5.xml" Id="R3633f15bc5ae4b33" /><Relationship Type="http://schemas.openxmlformats.org/officeDocument/2006/relationships/slide" Target="/ppt/slides/slide6.xml" Id="R270f5451ab434447" /><Relationship Type="http://schemas.openxmlformats.org/officeDocument/2006/relationships/slide" Target="/ppt/slides/slide7.xml" Id="Re2775fadd0e64ed5" /><Relationship Type="http://schemas.openxmlformats.org/officeDocument/2006/relationships/slide" Target="/ppt/slides/slide8.xml" Id="Rb1e10c93fc3e4570" /><Relationship Type="http://schemas.openxmlformats.org/officeDocument/2006/relationships/slide" Target="/ppt/slides/slide9.xml" Id="R95a89688445645e1" /><Relationship Type="http://schemas.openxmlformats.org/officeDocument/2006/relationships/slide" Target="/ppt/slides/slide10.xml" Id="Rdf13ebeb4c494664" /><Relationship Type="http://schemas.openxmlformats.org/officeDocument/2006/relationships/slide" Target="/ppt/slides/slide11.xml" Id="R72a56f72649b4cf4" /><Relationship Type="http://schemas.openxmlformats.org/officeDocument/2006/relationships/slide" Target="/ppt/slides/slide12.xml" Id="Re1437d5b02944b5c" /><Relationship Type="http://schemas.openxmlformats.org/officeDocument/2006/relationships/slide" Target="/ppt/slides/slide13.xml" Id="R8f6a5e3f095245d6" /><Relationship Type="http://schemas.openxmlformats.org/officeDocument/2006/relationships/slide" Target="/ppt/slides/slide14.xml" Id="R2b39a8b4cb924be2" /><Relationship Type="http://schemas.openxmlformats.org/officeDocument/2006/relationships/slide" Target="/ppt/slides/slide15.xml" Id="R8dfde10b9cc54169" /><Relationship Type="http://schemas.openxmlformats.org/officeDocument/2006/relationships/slide" Target="/ppt/slides/slide16.xml" Id="R82356829635d4b60" /><Relationship Type="http://schemas.openxmlformats.org/officeDocument/2006/relationships/slide" Target="/ppt/slides/slide17.xml" Id="R4ff6212293244bc5" /><Relationship Type="http://schemas.openxmlformats.org/officeDocument/2006/relationships/slide" Target="/ppt/slides/slide18.xml" Id="R3bbe58cf9b1e43b7" /><Relationship Type="http://schemas.openxmlformats.org/officeDocument/2006/relationships/slide" Target="/ppt/slides/slide19.xml" Id="Ref133831e8a34ddd" /><Relationship Type="http://schemas.openxmlformats.org/officeDocument/2006/relationships/slide" Target="/ppt/slides/slide20.xml" Id="R846e2e4027e84665" /><Relationship Type="http://schemas.openxmlformats.org/officeDocument/2006/relationships/slide" Target="/ppt/slides/slide21.xml" Id="R1eb7515b8a234314" /><Relationship Type="http://schemas.openxmlformats.org/officeDocument/2006/relationships/slide" Target="/ppt/slides/slide22.xml" Id="R6e3473cc6ff44aa0" /><Relationship Type="http://schemas.openxmlformats.org/officeDocument/2006/relationships/slide" Target="/ppt/slides/slide23.xml" Id="R39e373411d3c44c1" /><Relationship Type="http://schemas.openxmlformats.org/officeDocument/2006/relationships/slide" Target="/ppt/slides/slide24.xml" Id="R31a9e3629e574ef0" /><Relationship Type="http://schemas.openxmlformats.org/officeDocument/2006/relationships/slide" Target="/ppt/slides/slide25.xml" Id="Ra53fe051edea4a32" /><Relationship Type="http://schemas.openxmlformats.org/officeDocument/2006/relationships/slide" Target="/ppt/slides/slide26.xml" Id="Rd469a73e42184c1a" /><Relationship Type="http://schemas.openxmlformats.org/officeDocument/2006/relationships/slide" Target="/ppt/slides/slide27.xml" Id="R1387f3a7caf641dd" /><Relationship Type="http://schemas.openxmlformats.org/officeDocument/2006/relationships/slide" Target="/ppt/slides/slide28.xml" Id="R3b1328e593b342b6" /><Relationship Type="http://schemas.openxmlformats.org/officeDocument/2006/relationships/slide" Target="/ppt/slides/slide29.xml" Id="Rc4e830c14ad146a3" /><Relationship Type="http://schemas.openxmlformats.org/officeDocument/2006/relationships/slide" Target="/ppt/slides/slide30.xml" Id="Rd90eaf02cdce45fe" /><Relationship Type="http://schemas.openxmlformats.org/officeDocument/2006/relationships/slide" Target="/ppt/slides/slide31.xml" Id="R60b4b6f7f0f24dea" /><Relationship Type="http://schemas.openxmlformats.org/officeDocument/2006/relationships/slide" Target="/ppt/slides/slide32.xml" Id="Rd770151c0de74172" /><Relationship Type="http://schemas.openxmlformats.org/officeDocument/2006/relationships/slide" Target="/ppt/slides/slide33.xml" Id="Re50b415189e249c6" /><Relationship Type="http://schemas.openxmlformats.org/officeDocument/2006/relationships/slide" Target="/ppt/slides/slide34.xml" Id="Re5639205477844f3" /><Relationship Type="http://schemas.openxmlformats.org/officeDocument/2006/relationships/slide" Target="/ppt/slides/slide35.xml" Id="Rd87dc2e2f9354270" /><Relationship Type="http://schemas.openxmlformats.org/officeDocument/2006/relationships/slide" Target="/ppt/slides/slide36.xml" Id="R8f8753807ffe49fc" /><Relationship Type="http://schemas.openxmlformats.org/officeDocument/2006/relationships/slide" Target="/ppt/slides/slide37.xml" Id="R44be2b5982914c63" /><Relationship Type="http://schemas.openxmlformats.org/officeDocument/2006/relationships/slide" Target="/ppt/slides/slide38.xml" Id="Raffaaf03d11e4a6e" /><Relationship Type="http://schemas.openxmlformats.org/officeDocument/2006/relationships/slide" Target="/ppt/slides/slide39.xml" Id="R5cbe4e5ba3bf415f" /><Relationship Type="http://schemas.openxmlformats.org/officeDocument/2006/relationships/slide" Target="/ppt/slides/slide40.xml" Id="Rbf90f23011764e0b" /><Relationship Type="http://schemas.openxmlformats.org/officeDocument/2006/relationships/slide" Target="/ppt/slides/slide41.xml" Id="Rbe9b8209b4e44e89" /><Relationship Type="http://schemas.openxmlformats.org/officeDocument/2006/relationships/slide" Target="/ppt/slides/slide42.xml" Id="Rf2324f90919a47ab" /><Relationship Type="http://schemas.openxmlformats.org/officeDocument/2006/relationships/slide" Target="/ppt/slides/slide43.xml" Id="R5b357386ab9f4d51" /><Relationship Type="http://schemas.openxmlformats.org/officeDocument/2006/relationships/slide" Target="/ppt/slides/slide44.xml" Id="Rcd8ea24c341d490f" /><Relationship Type="http://schemas.openxmlformats.org/officeDocument/2006/relationships/slide" Target="/ppt/slides/slide45.xml" Id="R7c7b2d9989a44979" /><Relationship Type="http://schemas.openxmlformats.org/officeDocument/2006/relationships/slide" Target="/ppt/slides/slide46.xml" Id="Rcd792b3de69245cb" /><Relationship Type="http://schemas.openxmlformats.org/officeDocument/2006/relationships/slide" Target="/ppt/slides/slide47.xml" Id="R72d9054243ba4069" /><Relationship Type="http://schemas.openxmlformats.org/officeDocument/2006/relationships/slide" Target="/ppt/slides/slide48.xml" Id="Rf17d49ca427044e8" /><Relationship Type="http://schemas.openxmlformats.org/officeDocument/2006/relationships/slide" Target="/ppt/slides/slide49.xml" Id="Ra34250a920834be9" /><Relationship Type="http://schemas.openxmlformats.org/officeDocument/2006/relationships/slide" Target="/ppt/slides/slide50.xml" Id="R70b0820ede3241b1" /><Relationship Type="http://schemas.openxmlformats.org/officeDocument/2006/relationships/slide" Target="/ppt/slides/slide51.xml" Id="R2e1630922fd54891" /><Relationship Type="http://schemas.openxmlformats.org/officeDocument/2006/relationships/slide" Target="/ppt/slides/slide52.xml" Id="R0fe3b746ee7d4510" /><Relationship Type="http://schemas.openxmlformats.org/officeDocument/2006/relationships/slide" Target="/ppt/slides/slide53.xml" Id="Ra34f1f0f0ea948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2a46853180342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e95eee05da4471" /><Relationship Type="http://schemas.openxmlformats.org/officeDocument/2006/relationships/notesMaster" Target="/ppt/notesMasters/notesMaster1.xml" Id="R6b8a708ebd844f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c2c8ecc2c84834" /><Relationship Type="http://schemas.openxmlformats.org/officeDocument/2006/relationships/notesMaster" Target="/ppt/notesMasters/notesMaster1.xml" Id="Rd30ea936fe9944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3e64f665724a8b" /><Relationship Type="http://schemas.openxmlformats.org/officeDocument/2006/relationships/notesMaster" Target="/ppt/notesMasters/notesMaster1.xml" Id="Re6ef0549c242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004438b2e24350" /><Relationship Type="http://schemas.openxmlformats.org/officeDocument/2006/relationships/notesMaster" Target="/ppt/notesMasters/notesMaster1.xml" Id="R3aa7e9c3cf00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49678cc2474723" /><Relationship Type="http://schemas.openxmlformats.org/officeDocument/2006/relationships/notesMaster" Target="/ppt/notesMasters/notesMaster1.xml" Id="R6cb51de3905a4c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048b17912c4bf3" /><Relationship Type="http://schemas.openxmlformats.org/officeDocument/2006/relationships/notesMaster" Target="/ppt/notesMasters/notesMaster1.xml" Id="Rba68267ae5244c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f87c0b36dd41ed" /><Relationship Type="http://schemas.openxmlformats.org/officeDocument/2006/relationships/notesMaster" Target="/ppt/notesMasters/notesMaster1.xml" Id="R66c684a9cdd349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a52b146536416f" /><Relationship Type="http://schemas.openxmlformats.org/officeDocument/2006/relationships/notesMaster" Target="/ppt/notesMasters/notesMaster1.xml" Id="R82e1ea25ff9e4e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ce25ce4d1446cf" /><Relationship Type="http://schemas.openxmlformats.org/officeDocument/2006/relationships/notesMaster" Target="/ppt/notesMasters/notesMaster1.xml" Id="R3af0e4ba3df241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993170d4dc409b" /><Relationship Type="http://schemas.openxmlformats.org/officeDocument/2006/relationships/notesMaster" Target="/ppt/notesMasters/notesMaster1.xml" Id="R738f2228d13c47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299ffb60864e96" /><Relationship Type="http://schemas.openxmlformats.org/officeDocument/2006/relationships/notesMaster" Target="/ppt/notesMasters/notesMaster1.xml" Id="R383101d808d04a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2fd1a043d047b5" /><Relationship Type="http://schemas.openxmlformats.org/officeDocument/2006/relationships/notesMaster" Target="/ppt/notesMasters/notesMaster1.xml" Id="Ra976bccfe41441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1c8586b9394999" /><Relationship Type="http://schemas.openxmlformats.org/officeDocument/2006/relationships/notesMaster" Target="/ppt/notesMasters/notesMaster1.xml" Id="R3e3089c2fee949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b154cd5c2540ba" /><Relationship Type="http://schemas.openxmlformats.org/officeDocument/2006/relationships/notesMaster" Target="/ppt/notesMasters/notesMaster1.xml" Id="R1f53664beb7d47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66640d6dbb430d" /><Relationship Type="http://schemas.openxmlformats.org/officeDocument/2006/relationships/notesMaster" Target="/ppt/notesMasters/notesMaster1.xml" Id="R4972e0b41d414f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9d87cea2874380" /><Relationship Type="http://schemas.openxmlformats.org/officeDocument/2006/relationships/notesMaster" Target="/ppt/notesMasters/notesMaster1.xml" Id="Re681d9b42c864a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328f4994fe42e0" /><Relationship Type="http://schemas.openxmlformats.org/officeDocument/2006/relationships/notesMaster" Target="/ppt/notesMasters/notesMaster1.xml" Id="R6d891f8b6fc243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6e5b4f9ae749bd" /><Relationship Type="http://schemas.openxmlformats.org/officeDocument/2006/relationships/notesMaster" Target="/ppt/notesMasters/notesMaster1.xml" Id="Re1df67de3f4045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f2a4b52589436a" /><Relationship Type="http://schemas.openxmlformats.org/officeDocument/2006/relationships/notesMaster" Target="/ppt/notesMasters/notesMaster1.xml" Id="R3a1e57f9157244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63a7231f6341c8" /><Relationship Type="http://schemas.openxmlformats.org/officeDocument/2006/relationships/notesMaster" Target="/ppt/notesMasters/notesMaster1.xml" Id="R7db19a8c30964c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1f7ab3db5b497a" /><Relationship Type="http://schemas.openxmlformats.org/officeDocument/2006/relationships/notesMaster" Target="/ppt/notesMasters/notesMaster1.xml" Id="R6ebdf12c62024f9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0e437e12ff4d2c" /><Relationship Type="http://schemas.openxmlformats.org/officeDocument/2006/relationships/notesMaster" Target="/ppt/notesMasters/notesMaster1.xml" Id="R7a6fc8974a4d4c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79b3e42df9f4a8e" /><Relationship Type="http://schemas.openxmlformats.org/officeDocument/2006/relationships/notesMaster" Target="/ppt/notesMasters/notesMaster1.xml" Id="Re3fab2caba1d48a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a2310aa44f485d" /><Relationship Type="http://schemas.openxmlformats.org/officeDocument/2006/relationships/notesMaster" Target="/ppt/notesMasters/notesMaster1.xml" Id="Rde3eb77deeef4f4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8e52f487346407a" /><Relationship Type="http://schemas.openxmlformats.org/officeDocument/2006/relationships/notesMaster" Target="/ppt/notesMasters/notesMaster1.xml" Id="R777d8ebea47644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517764629d943d4" /><Relationship Type="http://schemas.openxmlformats.org/officeDocument/2006/relationships/notesMaster" Target="/ppt/notesMasters/notesMaster1.xml" Id="R34329eda4b52456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4f6a22776f44aed" /><Relationship Type="http://schemas.openxmlformats.org/officeDocument/2006/relationships/notesMaster" Target="/ppt/notesMasters/notesMaster1.xml" Id="R3a3b25d7f5c545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90fe5d5fe648a3" /><Relationship Type="http://schemas.openxmlformats.org/officeDocument/2006/relationships/notesMaster" Target="/ppt/notesMasters/notesMaster1.xml" Id="R427765890a7c45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3121c4dfc24641" /><Relationship Type="http://schemas.openxmlformats.org/officeDocument/2006/relationships/notesMaster" Target="/ppt/notesMasters/notesMaster1.xml" Id="R96e8c0ec74a146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c274fae5856458e" /><Relationship Type="http://schemas.openxmlformats.org/officeDocument/2006/relationships/notesMaster" Target="/ppt/notesMasters/notesMaster1.xml" Id="R5b728b687f944a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226b7e6b1264e12" /><Relationship Type="http://schemas.openxmlformats.org/officeDocument/2006/relationships/notesMaster" Target="/ppt/notesMasters/notesMaster1.xml" Id="Re75495ba6076457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c0566459344d29" /><Relationship Type="http://schemas.openxmlformats.org/officeDocument/2006/relationships/notesMaster" Target="/ppt/notesMasters/notesMaster1.xml" Id="Rdc88e31855be40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e568859817f48d1" /><Relationship Type="http://schemas.openxmlformats.org/officeDocument/2006/relationships/notesMaster" Target="/ppt/notesMasters/notesMaster1.xml" Id="R14ec35b53dc44d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9daee527200422a" /><Relationship Type="http://schemas.openxmlformats.org/officeDocument/2006/relationships/notesMaster" Target="/ppt/notesMasters/notesMaster1.xml" Id="R41ce2e178432471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0f62fbac154f5a" /><Relationship Type="http://schemas.openxmlformats.org/officeDocument/2006/relationships/notesMaster" Target="/ppt/notesMasters/notesMaster1.xml" Id="R77759bcbce864e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918c36b12b4840" /><Relationship Type="http://schemas.openxmlformats.org/officeDocument/2006/relationships/notesMaster" Target="/ppt/notesMasters/notesMaster1.xml" Id="Re66b1a37c6ea45d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9783167e5ed4612" /><Relationship Type="http://schemas.openxmlformats.org/officeDocument/2006/relationships/notesMaster" Target="/ppt/notesMasters/notesMaster1.xml" Id="Rd2eed1ac796b43d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706974c47d4267" /><Relationship Type="http://schemas.openxmlformats.org/officeDocument/2006/relationships/notesMaster" Target="/ppt/notesMasters/notesMaster1.xml" Id="R2b8926aff0264dc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fd129a7077b4f94" /><Relationship Type="http://schemas.openxmlformats.org/officeDocument/2006/relationships/notesMaster" Target="/ppt/notesMasters/notesMaster1.xml" Id="Rceea9766bc90411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be7ef2ed5224ee6" /><Relationship Type="http://schemas.openxmlformats.org/officeDocument/2006/relationships/notesMaster" Target="/ppt/notesMasters/notesMaster1.xml" Id="Rb45383b69cd949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80ac8436c024ef6" /><Relationship Type="http://schemas.openxmlformats.org/officeDocument/2006/relationships/notesMaster" Target="/ppt/notesMasters/notesMaster1.xml" Id="R3a22eed4d2f64e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500906745954154" /><Relationship Type="http://schemas.openxmlformats.org/officeDocument/2006/relationships/notesMaster" Target="/ppt/notesMasters/notesMaster1.xml" Id="R67c9530e05cd4c0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43cf459f0f4837" /><Relationship Type="http://schemas.openxmlformats.org/officeDocument/2006/relationships/notesMaster" Target="/ppt/notesMasters/notesMaster1.xml" Id="R6a22b1538e1e486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bdee273e9cf4dce" /><Relationship Type="http://schemas.openxmlformats.org/officeDocument/2006/relationships/notesMaster" Target="/ppt/notesMasters/notesMaster1.xml" Id="R73c5600f426f4e7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be5ec30243b47e6" /><Relationship Type="http://schemas.openxmlformats.org/officeDocument/2006/relationships/notesMaster" Target="/ppt/notesMasters/notesMaster1.xml" Id="R08249e613b604c2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0d49cc918db4edf" /><Relationship Type="http://schemas.openxmlformats.org/officeDocument/2006/relationships/notesMaster" Target="/ppt/notesMasters/notesMaster1.xml" Id="Rc59b930477e8469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9640200ff484393" /><Relationship Type="http://schemas.openxmlformats.org/officeDocument/2006/relationships/notesMaster" Target="/ppt/notesMasters/notesMaster1.xml" Id="R53e31b4007694fa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0ae5b231d0d485a" /><Relationship Type="http://schemas.openxmlformats.org/officeDocument/2006/relationships/notesMaster" Target="/ppt/notesMasters/notesMaster1.xml" Id="Rad173bdc5779459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81646566de44e1a" /><Relationship Type="http://schemas.openxmlformats.org/officeDocument/2006/relationships/notesMaster" Target="/ppt/notesMasters/notesMaster1.xml" Id="R6305e96ae86a4b1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5ab0532b0e8478c" /><Relationship Type="http://schemas.openxmlformats.org/officeDocument/2006/relationships/notesMaster" Target="/ppt/notesMasters/notesMaster1.xml" Id="Rdb974e43e2cc42a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0113e7f588d450b" /><Relationship Type="http://schemas.openxmlformats.org/officeDocument/2006/relationships/notesMaster" Target="/ppt/notesMasters/notesMaster1.xml" Id="R03265307f205467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64687d316984ddd" /><Relationship Type="http://schemas.openxmlformats.org/officeDocument/2006/relationships/notesMaster" Target="/ppt/notesMasters/notesMaster1.xml" Id="R5ec3b02ce0714be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78cb29340544c9c" /><Relationship Type="http://schemas.openxmlformats.org/officeDocument/2006/relationships/notesMaster" Target="/ppt/notesMasters/notesMaster1.xml" Id="R3747c09165b941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26942848b42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34d96ff58a744a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c303ed0fb8ae4f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60CF800-C1CA-44E1-9EAA-0CAAC43F382B}"/>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b8b702fc8d4933" /><Relationship Type="http://schemas.openxmlformats.org/officeDocument/2006/relationships/slideLayout" Target="/ppt/slideLayouts/slideLayout1.xml" Id="Rac64a547097c45a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601d6ca63c04883" /><Relationship Type="http://schemas.openxmlformats.org/officeDocument/2006/relationships/slideLayout" Target="/ppt/slideLayouts/slideLayout2.xml" Id="Ree96425daf764f90" /><Relationship Type="http://schemas.openxmlformats.org/officeDocument/2006/relationships/slideLayout" Target="/ppt/slideLayouts/slideLayout3.xml" Id="Raa25aac9fc9f44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64a547097c45ac"/>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e96425daf764f90"/>
    <p:sldLayoutId xmlns:r="http://schemas.openxmlformats.org/officeDocument/2006/relationships" id="2147483652" r:id="Raa25aac9fc9f441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429ed92a0474fab" /><Relationship Type="http://schemas.openxmlformats.org/officeDocument/2006/relationships/notesSlide" Target="/ppt/notesSlides/notesSlide1.xml" Id="R6090ece5ad0a4e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8bda4e294a0414c" /><Relationship Type="http://schemas.openxmlformats.org/officeDocument/2006/relationships/image" Target="/ppt/media/image.png" Id="Rfb8c47247bf9451b" /><Relationship Type="http://schemas.openxmlformats.org/officeDocument/2006/relationships/notesSlide" Target="/ppt/notesSlides/notesSlide2.xml" Id="R29fcc56c860049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1d0f1a3bc5949b0" /><Relationship Type="http://schemas.openxmlformats.org/officeDocument/2006/relationships/notesSlide" Target="/ppt/notesSlides/notesSlide3.xml" Id="R14a93ac44ec040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06f8c2f2afa4127" /><Relationship Type="http://schemas.openxmlformats.org/officeDocument/2006/relationships/notesSlide" Target="/ppt/notesSlides/notesSlide4.xml" Id="R7aa70df1c7fb4b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41cae1a4b4044b0" /><Relationship Type="http://schemas.openxmlformats.org/officeDocument/2006/relationships/notesSlide" Target="/ppt/notesSlides/notesSlide5.xml" Id="R9e1c8dbad7d940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2bd5467b2604943" /><Relationship Type="http://schemas.openxmlformats.org/officeDocument/2006/relationships/notesSlide" Target="/ppt/notesSlides/notesSlide6.xml" Id="Ra5b3a405a16d4e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529833561d0420c" /><Relationship Type="http://schemas.openxmlformats.org/officeDocument/2006/relationships/notesSlide" Target="/ppt/notesSlides/notesSlide7.xml" Id="R477a1ed7cfb34a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3e7b84f8f804953" /><Relationship Type="http://schemas.openxmlformats.org/officeDocument/2006/relationships/notesSlide" Target="/ppt/notesSlides/notesSlide8.xml" Id="Rc84e41ec17fc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46a38cfa62b46a4" /><Relationship Type="http://schemas.openxmlformats.org/officeDocument/2006/relationships/image" Target="/ppt/media/image2.png" Id="Re5542078ea164ddb" /><Relationship Type="http://schemas.openxmlformats.org/officeDocument/2006/relationships/notesSlide" Target="/ppt/notesSlides/notesSlide9.xml" Id="R9f9e23d8c5c944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6bb6a75e7eb48f3" /><Relationship Type="http://schemas.openxmlformats.org/officeDocument/2006/relationships/image" Target="/ppt/media/image3.png" Id="R69267e17474440a2" /><Relationship Type="http://schemas.openxmlformats.org/officeDocument/2006/relationships/notesSlide" Target="/ppt/notesSlides/notesSlide10.xml" Id="Rd2842fb2fb114e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7e384230af14b9e" /><Relationship Type="http://schemas.openxmlformats.org/officeDocument/2006/relationships/image" Target="/ppt/media/image4.png" Id="R271268ca81f141b8" /><Relationship Type="http://schemas.openxmlformats.org/officeDocument/2006/relationships/notesSlide" Target="/ppt/notesSlides/notesSlide11.xml" Id="R23c721b7511f45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2daa7933013497e" /><Relationship Type="http://schemas.openxmlformats.org/officeDocument/2006/relationships/image" Target="/ppt/media/image5.png" Id="R8c38b5b9bd764c83" /><Relationship Type="http://schemas.openxmlformats.org/officeDocument/2006/relationships/notesSlide" Target="/ppt/notesSlides/notesSlide12.xml" Id="R2ac4cc1c0e6446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500f3d96cdd48cf" /><Relationship Type="http://schemas.openxmlformats.org/officeDocument/2006/relationships/image" Target="/ppt/media/image6.png" Id="R4eee33a4c0ed4719" /><Relationship Type="http://schemas.openxmlformats.org/officeDocument/2006/relationships/notesSlide" Target="/ppt/notesSlides/notesSlide13.xml" Id="R13eba27edaf34b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1499a2a05fb4620" /><Relationship Type="http://schemas.openxmlformats.org/officeDocument/2006/relationships/image" Target="/ppt/media/image7.png" Id="R711dde0f56f248a3" /><Relationship Type="http://schemas.openxmlformats.org/officeDocument/2006/relationships/notesSlide" Target="/ppt/notesSlides/notesSlide14.xml" Id="R00ca7f255b5d43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2dc90acb61b41f1" /><Relationship Type="http://schemas.openxmlformats.org/officeDocument/2006/relationships/image" Target="/ppt/media/image8.png" Id="R64b12ef7263c4d01" /><Relationship Type="http://schemas.openxmlformats.org/officeDocument/2006/relationships/notesSlide" Target="/ppt/notesSlides/notesSlide15.xml" Id="R736d4c671fed46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fc3bf686ca4833" /><Relationship Type="http://schemas.openxmlformats.org/officeDocument/2006/relationships/image" Target="/ppt/media/image9.png" Id="Re2d2c7bef45c4d92" /><Relationship Type="http://schemas.openxmlformats.org/officeDocument/2006/relationships/image" Target="/ppt/media/image10.png" Id="R6d3a49db59414008" /><Relationship Type="http://schemas.openxmlformats.org/officeDocument/2006/relationships/notesSlide" Target="/ppt/notesSlides/notesSlide16.xml" Id="R317db7e7515d4a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d313135f37249e2" /><Relationship Type="http://schemas.openxmlformats.org/officeDocument/2006/relationships/image" Target="/ppt/media/image11.png" Id="R93fda261af834caa" /><Relationship Type="http://schemas.openxmlformats.org/officeDocument/2006/relationships/notesSlide" Target="/ppt/notesSlides/notesSlide17.xml" Id="R341c86c231424d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31d840a98b1487e" /><Relationship Type="http://schemas.openxmlformats.org/officeDocument/2006/relationships/image" Target="/ppt/media/image12.png" Id="R2f36c983d0a34be1" /><Relationship Type="http://schemas.openxmlformats.org/officeDocument/2006/relationships/notesSlide" Target="/ppt/notesSlides/notesSlide18.xml" Id="Rf9dc0a2e1a134a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92d5e9d368a4b58" /><Relationship Type="http://schemas.openxmlformats.org/officeDocument/2006/relationships/image" Target="/ppt/media/image13.png" Id="R56e56be368f6414b" /><Relationship Type="http://schemas.openxmlformats.org/officeDocument/2006/relationships/notesSlide" Target="/ppt/notesSlides/notesSlide19.xml" Id="Rc2c865677fcd4a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1e6fddda0404e33" /><Relationship Type="http://schemas.openxmlformats.org/officeDocument/2006/relationships/image" Target="/ppt/media/image14.png" Id="R146629ec1df9443c" /><Relationship Type="http://schemas.openxmlformats.org/officeDocument/2006/relationships/notesSlide" Target="/ppt/notesSlides/notesSlide20.xml" Id="R7ad0fe38f08c4d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df135953b1344c64" /><Relationship Type="http://schemas.openxmlformats.org/officeDocument/2006/relationships/image" Target="/ppt/media/image15.png" Id="R11c6dd3d5efd4d46" /><Relationship Type="http://schemas.openxmlformats.org/officeDocument/2006/relationships/image" Target="/ppt/media/image16.png" Id="R4f48f194bb3b42f8" /><Relationship Type="http://schemas.openxmlformats.org/officeDocument/2006/relationships/notesSlide" Target="/ppt/notesSlides/notesSlide21.xml" Id="R6ad6795c267a45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ce0bc6c5896642f9" /><Relationship Type="http://schemas.openxmlformats.org/officeDocument/2006/relationships/image" Target="/ppt/media/image17.png" Id="R69b8104f41514aa7" /><Relationship Type="http://schemas.openxmlformats.org/officeDocument/2006/relationships/notesSlide" Target="/ppt/notesSlides/notesSlide22.xml" Id="R548537b090fc42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39fb2295ef44a1a" /><Relationship Type="http://schemas.openxmlformats.org/officeDocument/2006/relationships/image" Target="/ppt/media/image18.png" Id="R6890a8339ea64718" /><Relationship Type="http://schemas.openxmlformats.org/officeDocument/2006/relationships/notesSlide" Target="/ppt/notesSlides/notesSlide23.xml" Id="Ra0c306d7bc5f41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27ae237b106466e" /><Relationship Type="http://schemas.openxmlformats.org/officeDocument/2006/relationships/image" Target="/ppt/media/image19.png" Id="R91ad46375d604867" /><Relationship Type="http://schemas.openxmlformats.org/officeDocument/2006/relationships/notesSlide" Target="/ppt/notesSlides/notesSlide24.xml" Id="R8b04494f6e1047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ff54032ab7e346be" /><Relationship Type="http://schemas.openxmlformats.org/officeDocument/2006/relationships/image" Target="/ppt/media/image20.png" Id="Rcfd5a25641b94807" /><Relationship Type="http://schemas.openxmlformats.org/officeDocument/2006/relationships/notesSlide" Target="/ppt/notesSlides/notesSlide25.xml" Id="R68e0185ce5d94f3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9762a6e48b44bd8" /><Relationship Type="http://schemas.openxmlformats.org/officeDocument/2006/relationships/image" Target="/ppt/media/image21.png" Id="R8f80097ede59445a" /><Relationship Type="http://schemas.openxmlformats.org/officeDocument/2006/relationships/image" Target="/ppt/media/image22.png" Id="Rb0b909f1727d428f" /><Relationship Type="http://schemas.openxmlformats.org/officeDocument/2006/relationships/notesSlide" Target="/ppt/notesSlides/notesSlide26.xml" Id="Rea63a64c82e74bc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7ebe0485afc14cbf" /><Relationship Type="http://schemas.openxmlformats.org/officeDocument/2006/relationships/image" Target="/ppt/media/image23.png" Id="Rfeb0400a43574cf9" /><Relationship Type="http://schemas.openxmlformats.org/officeDocument/2006/relationships/notesSlide" Target="/ppt/notesSlides/notesSlide27.xml" Id="Raf64fc9e0d3a42a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2749faa829d14b3c" /><Relationship Type="http://schemas.openxmlformats.org/officeDocument/2006/relationships/image" Target="/ppt/media/image24.png" Id="Rfda1a13ba8a94de3" /><Relationship Type="http://schemas.openxmlformats.org/officeDocument/2006/relationships/notesSlide" Target="/ppt/notesSlides/notesSlide28.xml" Id="Rb77347bb771442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9134068f7d24181" /><Relationship Type="http://schemas.openxmlformats.org/officeDocument/2006/relationships/image" Target="/ppt/media/image25.png" Id="R8d44f00941ac4d6e" /><Relationship Type="http://schemas.openxmlformats.org/officeDocument/2006/relationships/notesSlide" Target="/ppt/notesSlides/notesSlide29.xml" Id="R317e303af4a742a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0d5b59b5b0c42ec" /><Relationship Type="http://schemas.openxmlformats.org/officeDocument/2006/relationships/image" Target="/ppt/media/image26.png" Id="Rf22dada82b314bd6" /><Relationship Type="http://schemas.openxmlformats.org/officeDocument/2006/relationships/notesSlide" Target="/ppt/notesSlides/notesSlide30.xml" Id="R9c30d92f34ce49b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892c31306444be7" /><Relationship Type="http://schemas.openxmlformats.org/officeDocument/2006/relationships/image" Target="/ppt/media/image27.png" Id="R63e4c53e08ca47fe" /><Relationship Type="http://schemas.openxmlformats.org/officeDocument/2006/relationships/image" Target="/ppt/media/image28.png" Id="Rf3bd52701f704f6a" /><Relationship Type="http://schemas.openxmlformats.org/officeDocument/2006/relationships/notesSlide" Target="/ppt/notesSlides/notesSlide31.xml" Id="Ra3b53bd98a29425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86b02a239c24b9b" /><Relationship Type="http://schemas.openxmlformats.org/officeDocument/2006/relationships/image" Target="/ppt/media/image29.png" Id="R46971553c6da4365" /><Relationship Type="http://schemas.openxmlformats.org/officeDocument/2006/relationships/notesSlide" Target="/ppt/notesSlides/notesSlide32.xml" Id="Rcd71909d97744dc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0698f08539140dd" /><Relationship Type="http://schemas.openxmlformats.org/officeDocument/2006/relationships/image" Target="/ppt/media/image30.png" Id="R608cdbd289ff4da0" /><Relationship Type="http://schemas.openxmlformats.org/officeDocument/2006/relationships/notesSlide" Target="/ppt/notesSlides/notesSlide33.xml" Id="R771923881dd74d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6d331313b00d41f9" /><Relationship Type="http://schemas.openxmlformats.org/officeDocument/2006/relationships/image" Target="/ppt/media/image31.png" Id="Recd54b92fd0d4f00" /><Relationship Type="http://schemas.openxmlformats.org/officeDocument/2006/relationships/notesSlide" Target="/ppt/notesSlides/notesSlide34.xml" Id="Rcb0fbc01c3f44f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aa8bedbc06b549d9" /><Relationship Type="http://schemas.openxmlformats.org/officeDocument/2006/relationships/image" Target="/ppt/media/image32.png" Id="R6ea000cc5b174ce9" /><Relationship Type="http://schemas.openxmlformats.org/officeDocument/2006/relationships/notesSlide" Target="/ppt/notesSlides/notesSlide35.xml" Id="R774c96ceadfe48e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efb7defc430462f" /><Relationship Type="http://schemas.openxmlformats.org/officeDocument/2006/relationships/image" Target="/ppt/media/image33.png" Id="Rbbacbf8a54d748d9" /><Relationship Type="http://schemas.openxmlformats.org/officeDocument/2006/relationships/image" Target="/ppt/media/image34.png" Id="R85dc89a806c34ef6" /><Relationship Type="http://schemas.openxmlformats.org/officeDocument/2006/relationships/notesSlide" Target="/ppt/notesSlides/notesSlide36.xml" Id="Ra89cbf8049124e3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20d2d0a9c1e47fc" /><Relationship Type="http://schemas.openxmlformats.org/officeDocument/2006/relationships/image" Target="/ppt/media/image35.png" Id="Ra8cb0eba6fb443b8" /><Relationship Type="http://schemas.openxmlformats.org/officeDocument/2006/relationships/notesSlide" Target="/ppt/notesSlides/notesSlide37.xml" Id="Re18d3514629c4ae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c71a8d947811421a" /><Relationship Type="http://schemas.openxmlformats.org/officeDocument/2006/relationships/image" Target="/ppt/media/image36.png" Id="R8f8450a0f5aa4d7e" /><Relationship Type="http://schemas.openxmlformats.org/officeDocument/2006/relationships/notesSlide" Target="/ppt/notesSlides/notesSlide38.xml" Id="R1d4416cf8f44459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f05f10aeff8a494c" /><Relationship Type="http://schemas.openxmlformats.org/officeDocument/2006/relationships/image" Target="/ppt/media/image37.png" Id="R7e19e70da44d43ff" /><Relationship Type="http://schemas.openxmlformats.org/officeDocument/2006/relationships/notesSlide" Target="/ppt/notesSlides/notesSlide39.xml" Id="Rcae9f5291942435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a8099157926435f" /><Relationship Type="http://schemas.openxmlformats.org/officeDocument/2006/relationships/image" Target="/ppt/media/image38.png" Id="Rf8290e46111f4fb1" /><Relationship Type="http://schemas.openxmlformats.org/officeDocument/2006/relationships/notesSlide" Target="/ppt/notesSlides/notesSlide40.xml" Id="R681d9b28e04c473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d3516199c364349" /><Relationship Type="http://schemas.openxmlformats.org/officeDocument/2006/relationships/image" Target="/ppt/media/image39.png" Id="Rfe770678700949db" /><Relationship Type="http://schemas.openxmlformats.org/officeDocument/2006/relationships/image" Target="/ppt/media/image40.png" Id="Rf03cc9d4477a4bc6" /><Relationship Type="http://schemas.openxmlformats.org/officeDocument/2006/relationships/notesSlide" Target="/ppt/notesSlides/notesSlide41.xml" Id="Rbb4d1895a7ff4b5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11401af64f64f53" /><Relationship Type="http://schemas.openxmlformats.org/officeDocument/2006/relationships/image" Target="/ppt/media/image41.png" Id="R7d96a5edd82a4946" /><Relationship Type="http://schemas.openxmlformats.org/officeDocument/2006/relationships/notesSlide" Target="/ppt/notesSlides/notesSlide42.xml" Id="Rea0151f62f3649d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1835c310da894cf9" /><Relationship Type="http://schemas.openxmlformats.org/officeDocument/2006/relationships/image" Target="/ppt/media/image42.png" Id="R9cbcb31a94b448c0" /><Relationship Type="http://schemas.openxmlformats.org/officeDocument/2006/relationships/notesSlide" Target="/ppt/notesSlides/notesSlide43.xml" Id="R224a3f0379a445a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ac84906187b94b6e" /><Relationship Type="http://schemas.openxmlformats.org/officeDocument/2006/relationships/image" Target="/ppt/media/image43.png" Id="R6cae755d289943d1" /><Relationship Type="http://schemas.openxmlformats.org/officeDocument/2006/relationships/notesSlide" Target="/ppt/notesSlides/notesSlide44.xml" Id="R5b21b92c15624f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35f0309328104111" /><Relationship Type="http://schemas.openxmlformats.org/officeDocument/2006/relationships/image" Target="/ppt/media/image44.png" Id="R47642b2c73ed4ab6" /><Relationship Type="http://schemas.openxmlformats.org/officeDocument/2006/relationships/notesSlide" Target="/ppt/notesSlides/notesSlide45.xml" Id="R1b691c2942a94d6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24202585a29246e1" /><Relationship Type="http://schemas.openxmlformats.org/officeDocument/2006/relationships/image" Target="/ppt/media/image45.png" Id="R1eb923a1b1cd40bd" /><Relationship Type="http://schemas.openxmlformats.org/officeDocument/2006/relationships/notesSlide" Target="/ppt/notesSlides/notesSlide46.xml" Id="R4956185256cd479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2fb073011744f8a" /><Relationship Type="http://schemas.openxmlformats.org/officeDocument/2006/relationships/notesSlide" Target="/ppt/notesSlides/notesSlide47.xml" Id="R0a2f9c30db1e4d7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35ac326802484f1f" /><Relationship Type="http://schemas.openxmlformats.org/officeDocument/2006/relationships/image" Target="/ppt/media/image46.png" Id="Rb15b2f96245a45c4" /><Relationship Type="http://schemas.openxmlformats.org/officeDocument/2006/relationships/notesSlide" Target="/ppt/notesSlides/notesSlide48.xml" Id="Rf189926777144d3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cb8c9f195a64b20" /><Relationship Type="http://schemas.openxmlformats.org/officeDocument/2006/relationships/image" Target="/ppt/media/image47.png" Id="R02de7e52e33741a4" /><Relationship Type="http://schemas.openxmlformats.org/officeDocument/2006/relationships/notesSlide" Target="/ppt/notesSlides/notesSlide49.xml" Id="Rb5544f5dc3024f4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ee5d37617185410b" /><Relationship Type="http://schemas.openxmlformats.org/officeDocument/2006/relationships/notesSlide" Target="/ppt/notesSlides/notesSlide50.xml" Id="R03c810485e2b40a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213e4d6b4a24069" /><Relationship Type="http://schemas.openxmlformats.org/officeDocument/2006/relationships/image" Target="/ppt/media/image48.png" Id="Rfd242d484aff41ad" /><Relationship Type="http://schemas.openxmlformats.org/officeDocument/2006/relationships/notesSlide" Target="/ppt/notesSlides/notesSlide51.xml" Id="R20f8011316eb4e7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6ed3523177a409c" /><Relationship Type="http://schemas.openxmlformats.org/officeDocument/2006/relationships/notesSlide" Target="/ppt/notesSlides/notesSlide52.xml" Id="R6a4a5809d7174a7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6ded68e7158e4a55" /><Relationship Type="http://schemas.openxmlformats.org/officeDocument/2006/relationships/notesSlide" Target="/ppt/notesSlides/notesSlide53.xml" Id="Re29e61d633034562"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18F2003-2655-47E9-A8B0-DDAF09448F5E}"/>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91DE25CA-AE2F-4159-AC83-29C263BE35F9}"/>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F426F24-029B-4E4E-A2BB-6F1470E3F7F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625D856-E74D-4160-BD21-FF251E501D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76303679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b8c47247bf9451b"/>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648B6669-ACEB-4BFC-84BD-027E906D3E19}"/>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0D1EAABB-2B60-4CF1-AE3C-FA3BF49A089B}"/>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1D29BA88-928F-41D6-814C-6C42248D1C0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88AE81CC-A27D-4B48-87EB-6128EA9DF367}"/>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8578DE65-25ED-4275-98D0-38EC851FADBE}"/>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441B6F8E-5A2F-4FED-8405-480671E0C62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75319524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8D7387A3-3F44-406B-855C-82558D13FA5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4BD4DF7-B75C-4C38-B3E6-676F2FB1E0F1}"/>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0458A58F-371A-475B-8455-775F12AC6A0B}"/>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E1F5313-4BD4-4857-AE9E-16689511D48C}"/>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B89E7029-79D2-47E9-8024-25E09A58328C}"/>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5BCCC2DB-3EEC-45A3-ABD2-5434F11A9B3C}"/>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4BE7302C-218D-40D9-9B20-FDFE5FA51CE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0AD6E3D2-276B-4934-ACBD-35F1C4911819}"/>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461237F8-B46B-4A62-853E-B8E589F4FD01}"/>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B0531EA6-F827-4C17-BD50-D01B99FFD090}"/>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FA39F76F-BEC1-4FC8-B042-D763768F4E60}"/>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11FE616A-4CB3-4F84-9A93-69EA9BC534A7}"/>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34781517-BF7A-4BE8-8E25-3D2932C3B366}"/>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F839F2FF-57FC-408E-BF18-7D85E07AE57C}"/>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758B968D-7AB3-4900-930E-CF5FC859BA1E}"/>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FCE1AEE7-7373-4135-A2F5-79BE220ABE92}"/>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FD6F288E-4913-47C1-8B96-D72BA2F22569}"/>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D39F162C-BFEB-4F1A-9835-DC4EB0B745D5}"/>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8037ED8A-73EB-45FC-82F4-2583C382A69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F4C1456C-2429-4E69-B750-25C8D5055C89}"/>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1188E84B-1A16-49C1-9497-81B8D7BA3889}"/>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F50B5270-6047-4BAB-A4A0-8FD13C9EA4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62600655"/>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8AE93834-A799-4E11-A3DE-CFFB662BC0F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F64E0DD2-85CE-4B27-965B-A0E593E6452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54E336D4-8381-4494-97D6-6DA7A91F2DE1}"/>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C0C86782-EAD6-4E84-9220-EB35DD1CC5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820194004"/>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8D40AD86-0BA6-4D90-9FC6-7A4406ADACFC}"/>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B9B82CF9-577F-4C98-A2D6-5CA7CD6627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4F914CD6-A6E3-4947-91A9-5B10ABCE81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8942911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91D53260-1EB2-4D9E-8407-807B9ACC991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81DA187E-D34F-4E4D-9E80-3BF49AE53F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94A68960-46C6-489E-8706-9498FF75239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7DDB8938-E68E-44AB-9C5F-237CA29056C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40CE711D-9D83-4358-8F42-783DBC6425E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B9726CEF-0C5E-442E-9C92-2D91E0C750C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6345D0AF-E868-4269-B6B4-CCD5200E43C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8E248A46-5379-4716-9EF7-C10E008777A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AE522C7F-6449-44C9-B247-0D0AF0509E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436281935"/>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504AA213-D6D2-49AD-99F5-43987BB4A2F3}"/>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40D459D2-27D5-41DD-9D22-20864CA14E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95991871-125D-4BC8-B94E-9F5DE2006B1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3550D48C-B964-4DB4-91EA-5BF5245A269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82F713AB-5C96-4F54-9E0F-4AAB090E994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32ECB74B-1958-4228-8A73-B5DD8C4EBB7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66BFAFCD-D339-45F4-8876-C7396B7DA7E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E26B7008-ABED-42BC-A359-EB59F31DF44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F0DAE299-9A7D-4CAF-9AB4-E06F934883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51979186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6D8B6A58-6019-4E84-8039-1A002998837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DF42841F-FEF2-4907-964E-CAF8ED323EA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376D31B3-99E8-49BD-8B6E-96F8A23CEAA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78EB99A0-6023-40D9-96E4-4B07ECE2B5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806299541"/>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e5542078ea164d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B732573F-07EE-43E2-93C9-A6F725697C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9421066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69267e17474440a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53B09071-6438-4D41-87C0-99BE95E0AC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72538579"/>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271268ca81f141b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4B684FE0-F3FA-4220-A12E-C4149A1A0E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5630584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8c38b5b9bd764c8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197FA3E4-F78F-4F95-9877-0F4DA9A308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10472751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4eee33a4c0ed471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D71DA6F2-EA39-4D46-AC66-20A32E438B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3048857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711dde0f56f248a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F9A8837B-FB5F-46FC-9C5F-B4DF8D50F6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0366643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7756A052-9846-434F-98D9-C591887502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64b12ef7263c4d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793FF3CE-D1D2-4584-9D92-54EF0EE020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48DD49B1-4C86-4DFF-B2B1-FBB5BFAC17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3096EA2C-B3D5-4B0A-949D-BA370956C6D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9281A348-D517-4B19-9813-B444B95E1DC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5C9461FF-00E8-4BE3-8801-E349214FE68B}"/>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9A94DFEC-8A8A-4DF8-A5C8-2123105E4D2B}"/>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0FBDDC7E-3CC6-496A-A095-72D24A503205}"/>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3BB8BA0A-7886-4FE1-ACF0-E99FC5036111}"/>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9EDDD91E-6629-4CF0-8CE5-51491D9A2104}"/>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8275E9D9-7D59-48F8-8503-46950B65D805}"/>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6B7B95E1-7A81-48BD-8257-8F1F424CD63E}"/>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A0DB9A20-93A3-4AD6-AD08-384109A8AE09}"/>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9DAB9F82-C6C7-44E6-90A5-30D3FD1D967F}"/>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BB974C50-311B-42D6-AB57-1AF670103EA6}"/>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4569A616-AA76-4929-92DB-ADA2630F5CBC}"/>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FDA34204-11BE-4435-9D8C-D0CCB56420B5}"/>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F92F0DB2-FA4B-42AB-A891-AC7E8E4D502C}"/>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C2C934AB-1810-4AA5-BC49-F1E4F2B232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88290688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2F5765AC-1467-4F66-A1FB-B14A9B182A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e2d2c7bef45c4d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38070074-4900-4C4F-9662-03A1DA24CE3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04E4800F-89A9-4FCD-A863-70CCF7207E1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BE61585C-1074-45A8-84D7-41881423C18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E9B0B0C1-2F29-4E28-8317-CF83F79A8BA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6d3a49db5941400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57CFE219-37B2-4643-9721-256987BF8E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50543617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E1EC74AE-EBB9-4CE6-8D4E-20BFBF10C7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93fda261af834c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B8B51997-AEF1-4EDE-B697-807C9E7FEE1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1DD971C7-B84B-41B3-BA9C-BD553A879B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A814A587-E246-44D1-BF95-C05D8EF519EF}"/>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CC270CA9-3026-48F0-A304-D07277D46571}"/>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F250B69D-9322-43AC-87D4-C260CECBC101}"/>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55AF7FAF-D534-4B36-9FDE-4F051A1D9FB7}"/>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17E0E0F3-3284-4CDE-A3D8-AA4B3326682B}"/>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53E84E77-12A3-4E51-A086-A7A60BCC107A}"/>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2F2F4B2E-5D25-4C0A-9B36-AC2EF4A23986}"/>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D40EA5E4-1130-419C-AD35-F95CEEE4E087}"/>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25EA12B9-2E8D-4108-9076-35C2D593C02D}"/>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1DEF1D68-0B6E-4FC4-BBEE-0918C2FA2DEF}"/>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D223C185-DBA8-4815-B8E9-1972ED5DB906}"/>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6EF30291-82A0-4BE4-810B-40E5A8C0C019}"/>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631F013C-C1C1-496C-AA48-39B4F3748E34}"/>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5140081F-1513-411F-9004-FFA4F8A965B8}"/>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92D81CBB-0107-4414-B263-2EEBF1FB6ECB}"/>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0CAB7966-FA74-485D-885B-D6050A1F49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667897586"/>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5AEEEBDA-96F2-47C0-B5B4-8E562610E0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2f36c983d0a34b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66FD334D-8207-4122-9451-5663163705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BA808382-541D-4ACE-A322-2C926AC561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387295D2-9233-4356-9FAC-CA013B53232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DFB6BCAD-59EC-4EF0-A1E1-39FBB845854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B579A1FA-73CB-4AAE-BDD3-52FDC61C87E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C02E1C60-85C0-4A9C-866B-0F9BE924435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14D6ABC0-BAC7-4241-B184-F99FBE1ACDA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E6C9FEDB-A760-494F-A407-99C509EAA22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2D1612BA-3BA4-4013-ACCE-5EA25029FB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69524745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A7A509E5-E7A2-4692-BB88-15635BAC0DF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56e56be368f641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0483074A-C113-4DB5-BCE2-CF773DD758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56F99C3A-1521-4F4E-9274-479EB95874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1CC95A1D-BAB1-4AA4-A77D-8162C14DC77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05814DAA-86E5-4706-BD0E-F8EA9108F88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470A4145-3D8B-489B-8B51-B41B6DCDD2A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AF491271-F7D2-4212-8C31-7D6D93F4864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7066C2D3-FCBA-4A5E-8BBC-413ACAB29C1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FF2246FD-8196-416F-A88F-08F55037421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0C40A71A-5003-4960-8268-13D306DBFB6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A36C556D-F214-4DEF-8D59-225A6458766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034F0181-EF7A-449B-8766-DFB04BAC77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2471053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80EE3CDD-C055-410B-BF4D-93823BD2BF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146629ec1df944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E88E5DF0-89A3-413E-8E19-0F1BB1AE82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F6D43544-11E5-4319-83F6-6AB8F0AA7B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C9088A00-6078-4E8A-8994-0464DBFD81A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B7FA62C5-4908-478A-BA63-778F96121D1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A81B041C-578A-4437-BF6B-C85EB6435F4E}"/>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DB6DEF4B-8115-455C-A040-FA477BBD8DFC}"/>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5CE53283-49AA-4E4D-ABC4-636D8144AAB2}"/>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02B87506-EA9C-41BD-918D-6DF9DB44005E}"/>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7560B7F1-8C23-4F67-8AC0-C46AE615982F}"/>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5DD8A733-7F22-4A8B-A0F6-C891FB2B87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5322822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16E323B5-7C14-427F-9B07-EA6D88747B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11c6dd3d5efd4d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0D3E4A18-9DD6-4DE4-8D02-F0BCCE524D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D11D9CB5-F82D-4FD5-AC90-879A92B4F5D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E72A4F14-7F09-4E63-9226-9C3FE855189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4D9FC9F5-ED0A-4D72-8149-D4855193ED6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4f48f194bb3b42f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1265C633-D10E-41A0-86EA-FB7FCCEDBA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81105444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45140678-9CAA-462B-859F-F1E669EB2D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69b8104f41514a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250B6AB1-2ADC-41F9-8540-02CA458EEF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50026863-78E3-41F1-8F2B-0F99E92319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2E6FF493-F0A3-4AEF-BF1E-002A2D7FE846}"/>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AF7F3552-D029-41AB-A568-16B376D30CE0}"/>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B4C51C87-4CEA-4559-983C-1B4F5A837B60}"/>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39701BD9-7467-47A2-9B96-CD295391D0E8}"/>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96C26A45-3919-4871-9B73-14CA00BC7DC1}"/>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5AD00698-C96B-439C-A36A-569AA254EB94}"/>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82F21A45-13D9-4751-990F-E4857FFEB8C0}"/>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243A7E40-7316-4857-A6A3-F5DBE04B4E52}"/>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E8A17EAB-6331-4A56-AAD1-0ED4CC3417F6}"/>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1F04E3BF-70C5-4E7D-9688-C70354BE88FF}"/>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F626382B-1FB1-4F83-BE99-BAABF364963F}"/>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95A003A5-1615-41F6-9E81-C0D5F8F626BB}"/>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A40B971A-C202-4C54-9430-7456252E9F71}"/>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A3D07005-F483-4A10-A13C-79B8E6BE901F}"/>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1BE88D7A-A656-4BAE-B56F-C10645EC581E}"/>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0D1384F4-D5AC-4750-94C8-E5E2623C42FC}"/>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F08923DD-2ADE-4A78-8722-BCA491D36981}"/>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02F5D5C5-93B7-4254-B764-21866164564B}"/>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BE2BE64D-EC0F-4889-836A-2895EE1586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38441432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C8912B46-45CD-4CE7-A364-BCF3CDFEAF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12" name="mini-map"/>
          <p:cNvPicPr>
            <a:picLocks xmlns:a="http://schemas.openxmlformats.org/drawingml/2006/main" noChangeAspect="1"/>
          </p:cNvPicPr>
          <p:nvPr/>
        </p:nvPicPr>
        <p:blipFill>
          <a:blip xmlns:r="http://schemas.openxmlformats.org/officeDocument/2006/relationships" xmlns:a="http://schemas.openxmlformats.org/drawingml/2006/main" r:embed="R6890a8339ea647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16FA9589-732D-44E3-AC00-50975B405E0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95" name="header-divider">
            <a:extLst xmlns:a="http://schemas.openxmlformats.org/drawingml/2006/main">
              <a:ext uri="{FF2B5EF4-FFF2-40B4-BE49-F238E27FC236}">
                <a16:creationId xmlns:a16="http://schemas.microsoft.com/office/drawing/2014/main" id="{E930268C-06C4-43E6-B09A-D5F59C2407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D4B6F169-D3A0-4525-A5B5-1A75896AE346}"/>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97" name="18-text-2">
            <a:extLst xmlns:a="http://schemas.openxmlformats.org/drawingml/2006/main">
              <a:ext uri="{FF2B5EF4-FFF2-40B4-BE49-F238E27FC236}">
                <a16:creationId xmlns:a16="http://schemas.microsoft.com/office/drawing/2014/main" id="{5C449DD4-7DFE-432F-9395-A71BD8F3ED5D}"/>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98" name="18-text-3">
            <a:extLst xmlns:a="http://schemas.openxmlformats.org/drawingml/2006/main">
              <a:ext uri="{FF2B5EF4-FFF2-40B4-BE49-F238E27FC236}">
                <a16:creationId xmlns:a16="http://schemas.microsoft.com/office/drawing/2014/main" id="{46F07822-E3D0-496A-AD5F-1798526C83BD}"/>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99" name="18-text-4">
            <a:extLst xmlns:a="http://schemas.openxmlformats.org/drawingml/2006/main">
              <a:ext uri="{FF2B5EF4-FFF2-40B4-BE49-F238E27FC236}">
                <a16:creationId xmlns:a16="http://schemas.microsoft.com/office/drawing/2014/main" id="{BDA37CA4-6CBC-4A43-96B4-E21A4C0AE199}"/>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200" name="18-text-5">
            <a:extLst xmlns:a="http://schemas.openxmlformats.org/drawingml/2006/main">
              <a:ext uri="{FF2B5EF4-FFF2-40B4-BE49-F238E27FC236}">
                <a16:creationId xmlns:a16="http://schemas.microsoft.com/office/drawing/2014/main" id="{3ED574C4-8544-4F92-947C-F6FE94119017}"/>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201" name="18-text-6">
            <a:extLst xmlns:a="http://schemas.openxmlformats.org/drawingml/2006/main">
              <a:ext uri="{FF2B5EF4-FFF2-40B4-BE49-F238E27FC236}">
                <a16:creationId xmlns:a16="http://schemas.microsoft.com/office/drawing/2014/main" id="{2B378BE2-D5D9-41B5-A3E2-D8C005C48B40}"/>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202" name="18-line-8">
            <a:extLst xmlns:a="http://schemas.openxmlformats.org/drawingml/2006/main">
              <a:ext uri="{FF2B5EF4-FFF2-40B4-BE49-F238E27FC236}">
                <a16:creationId xmlns:a16="http://schemas.microsoft.com/office/drawing/2014/main" id="{95734849-0061-427D-B32C-BE5DC7806C73}"/>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3" name="18-line-10">
            <a:extLst xmlns:a="http://schemas.openxmlformats.org/drawingml/2006/main">
              <a:ext uri="{FF2B5EF4-FFF2-40B4-BE49-F238E27FC236}">
                <a16:creationId xmlns:a16="http://schemas.microsoft.com/office/drawing/2014/main" id="{A60702A2-9435-4511-B1DF-478C5E4807E6}"/>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4" name="18-line-12">
            <a:extLst xmlns:a="http://schemas.openxmlformats.org/drawingml/2006/main">
              <a:ext uri="{FF2B5EF4-FFF2-40B4-BE49-F238E27FC236}">
                <a16:creationId xmlns:a16="http://schemas.microsoft.com/office/drawing/2014/main" id="{2C6A518D-F4E8-4306-9E78-82FA281A311C}"/>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5" name="18-text-13">
            <a:extLst xmlns:a="http://schemas.openxmlformats.org/drawingml/2006/main">
              <a:ext uri="{FF2B5EF4-FFF2-40B4-BE49-F238E27FC236}">
                <a16:creationId xmlns:a16="http://schemas.microsoft.com/office/drawing/2014/main" id="{65C26633-5053-413B-9B0A-091EC9AC3E16}"/>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206" name="18-text-14">
            <a:extLst xmlns:a="http://schemas.openxmlformats.org/drawingml/2006/main">
              <a:ext uri="{FF2B5EF4-FFF2-40B4-BE49-F238E27FC236}">
                <a16:creationId xmlns:a16="http://schemas.microsoft.com/office/drawing/2014/main" id="{6A951842-2587-4EDE-904D-A88961A18568}"/>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207" name="18-text-15">
            <a:extLst xmlns:a="http://schemas.openxmlformats.org/drawingml/2006/main">
              <a:ext uri="{FF2B5EF4-FFF2-40B4-BE49-F238E27FC236}">
                <a16:creationId xmlns:a16="http://schemas.microsoft.com/office/drawing/2014/main" id="{E78D700E-591F-4C07-A712-C3AEA5A9B7F9}"/>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208" name="18-text-16">
            <a:extLst xmlns:a="http://schemas.openxmlformats.org/drawingml/2006/main">
              <a:ext uri="{FF2B5EF4-FFF2-40B4-BE49-F238E27FC236}">
                <a16:creationId xmlns:a16="http://schemas.microsoft.com/office/drawing/2014/main" id="{BEF9BE5B-CE0D-4164-B402-FC588B8C514E}"/>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209" name="18-text-17">
            <a:extLst xmlns:a="http://schemas.openxmlformats.org/drawingml/2006/main">
              <a:ext uri="{FF2B5EF4-FFF2-40B4-BE49-F238E27FC236}">
                <a16:creationId xmlns:a16="http://schemas.microsoft.com/office/drawing/2014/main" id="{70EA65DB-FDD2-48CF-9847-39634B740CD7}"/>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210" name="narrative-number">
            <a:extLst xmlns:a="http://schemas.openxmlformats.org/drawingml/2006/main">
              <a:ext uri="{FF2B5EF4-FFF2-40B4-BE49-F238E27FC236}">
                <a16:creationId xmlns:a16="http://schemas.microsoft.com/office/drawing/2014/main" id="{4F0C7456-1008-431F-965F-F22B7D065C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146102209"/>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1" name="!!area-name">
            <a:extLst xmlns:a="http://schemas.openxmlformats.org/drawingml/2006/main">
              <a:ext uri="{FF2B5EF4-FFF2-40B4-BE49-F238E27FC236}">
                <a16:creationId xmlns:a16="http://schemas.microsoft.com/office/drawing/2014/main" id="{2BF052BB-5EEC-447E-93E0-4BEFB9D5E5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5" name="mini-map"/>
          <p:cNvPicPr>
            <a:picLocks xmlns:a="http://schemas.openxmlformats.org/drawingml/2006/main" noChangeAspect="1"/>
          </p:cNvPicPr>
          <p:nvPr/>
        </p:nvPicPr>
        <p:blipFill>
          <a:blip xmlns:r="http://schemas.openxmlformats.org/officeDocument/2006/relationships" xmlns:a="http://schemas.openxmlformats.org/drawingml/2006/main" r:embed="R91ad46375d60486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3" name="slide-title">
            <a:extLst xmlns:a="http://schemas.openxmlformats.org/drawingml/2006/main">
              <a:ext uri="{FF2B5EF4-FFF2-40B4-BE49-F238E27FC236}">
                <a16:creationId xmlns:a16="http://schemas.microsoft.com/office/drawing/2014/main" id="{B0EA844F-9813-4B85-B610-70A09D2B80E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14" name="header-divider">
            <a:extLst xmlns:a="http://schemas.openxmlformats.org/drawingml/2006/main">
              <a:ext uri="{FF2B5EF4-FFF2-40B4-BE49-F238E27FC236}">
                <a16:creationId xmlns:a16="http://schemas.microsoft.com/office/drawing/2014/main" id="{E022065D-7A3F-48B2-A6EA-4804FA17DB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5" name="19-text-1">
            <a:extLst xmlns:a="http://schemas.openxmlformats.org/drawingml/2006/main">
              <a:ext uri="{FF2B5EF4-FFF2-40B4-BE49-F238E27FC236}">
                <a16:creationId xmlns:a16="http://schemas.microsoft.com/office/drawing/2014/main" id="{834ACA54-789D-4607-ADCA-F08B4E1AC5F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16" name="19-text-2">
            <a:extLst xmlns:a="http://schemas.openxmlformats.org/drawingml/2006/main">
              <a:ext uri="{FF2B5EF4-FFF2-40B4-BE49-F238E27FC236}">
                <a16:creationId xmlns:a16="http://schemas.microsoft.com/office/drawing/2014/main" id="{8F6E4A4A-3794-44B9-9340-D54E3B69776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17" name="19-text-3">
            <a:extLst xmlns:a="http://schemas.openxmlformats.org/drawingml/2006/main">
              <a:ext uri="{FF2B5EF4-FFF2-40B4-BE49-F238E27FC236}">
                <a16:creationId xmlns:a16="http://schemas.microsoft.com/office/drawing/2014/main" id="{C0763FC7-0469-454C-86EC-FCEAFD5117D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18" name="19-text-4">
            <a:extLst xmlns:a="http://schemas.openxmlformats.org/drawingml/2006/main">
              <a:ext uri="{FF2B5EF4-FFF2-40B4-BE49-F238E27FC236}">
                <a16:creationId xmlns:a16="http://schemas.microsoft.com/office/drawing/2014/main" id="{826E0F8D-3C94-4174-89F2-D9816F40310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19" name="19-text-5">
            <a:extLst xmlns:a="http://schemas.openxmlformats.org/drawingml/2006/main">
              <a:ext uri="{FF2B5EF4-FFF2-40B4-BE49-F238E27FC236}">
                <a16:creationId xmlns:a16="http://schemas.microsoft.com/office/drawing/2014/main" id="{817E1FB8-0614-4073-ADF9-23442F65B42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20" name="19-text-6">
            <a:extLst xmlns:a="http://schemas.openxmlformats.org/drawingml/2006/main">
              <a:ext uri="{FF2B5EF4-FFF2-40B4-BE49-F238E27FC236}">
                <a16:creationId xmlns:a16="http://schemas.microsoft.com/office/drawing/2014/main" id="{1FD77F17-A7EC-4FC1-885A-288694A83DB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21" name="19-text-7">
            <a:extLst xmlns:a="http://schemas.openxmlformats.org/drawingml/2006/main">
              <a:ext uri="{FF2B5EF4-FFF2-40B4-BE49-F238E27FC236}">
                <a16:creationId xmlns:a16="http://schemas.microsoft.com/office/drawing/2014/main" id="{6C4B61FB-0213-41B9-B320-18D59ECFFB2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2" name="19-text-8">
            <a:extLst xmlns:a="http://schemas.openxmlformats.org/drawingml/2006/main">
              <a:ext uri="{FF2B5EF4-FFF2-40B4-BE49-F238E27FC236}">
                <a16:creationId xmlns:a16="http://schemas.microsoft.com/office/drawing/2014/main" id="{226B60AD-0245-4C67-9601-2DDF5D7580E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3" name="narrative-number">
            <a:extLst xmlns:a="http://schemas.openxmlformats.org/drawingml/2006/main">
              <a:ext uri="{FF2B5EF4-FFF2-40B4-BE49-F238E27FC236}">
                <a16:creationId xmlns:a16="http://schemas.microsoft.com/office/drawing/2014/main" id="{617B7E57-D3D6-41F2-B4ED-BC1403C3DA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11058297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4" name="!!area-name">
            <a:extLst xmlns:a="http://schemas.openxmlformats.org/drawingml/2006/main">
              <a:ext uri="{FF2B5EF4-FFF2-40B4-BE49-F238E27FC236}">
                <a16:creationId xmlns:a16="http://schemas.microsoft.com/office/drawing/2014/main" id="{B5CB4E01-D6D5-4F00-9E47-71EDA6C1DC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41" name="mini-map"/>
          <p:cNvPicPr>
            <a:picLocks xmlns:a="http://schemas.openxmlformats.org/drawingml/2006/main" noChangeAspect="1"/>
          </p:cNvPicPr>
          <p:nvPr/>
        </p:nvPicPr>
        <p:blipFill>
          <a:blip xmlns:r="http://schemas.openxmlformats.org/officeDocument/2006/relationships" xmlns:a="http://schemas.openxmlformats.org/drawingml/2006/main" r:embed="Rcfd5a25641b948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6" name="slide-title">
            <a:extLst xmlns:a="http://schemas.openxmlformats.org/drawingml/2006/main">
              <a:ext uri="{FF2B5EF4-FFF2-40B4-BE49-F238E27FC236}">
                <a16:creationId xmlns:a16="http://schemas.microsoft.com/office/drawing/2014/main" id="{8EFA1925-69BE-4899-8DE2-E99E95355A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7" name="header-divider">
            <a:extLst xmlns:a="http://schemas.openxmlformats.org/drawingml/2006/main">
              <a:ext uri="{FF2B5EF4-FFF2-40B4-BE49-F238E27FC236}">
                <a16:creationId xmlns:a16="http://schemas.microsoft.com/office/drawing/2014/main" id="{5B1479C5-4A23-4AAE-B691-70C249C9FD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8" name="20-text-1">
            <a:extLst xmlns:a="http://schemas.openxmlformats.org/drawingml/2006/main">
              <a:ext uri="{FF2B5EF4-FFF2-40B4-BE49-F238E27FC236}">
                <a16:creationId xmlns:a16="http://schemas.microsoft.com/office/drawing/2014/main" id="{FD5C080B-966E-4346-A6AC-E19C7259F26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9" name="20-text-2">
            <a:extLst xmlns:a="http://schemas.openxmlformats.org/drawingml/2006/main">
              <a:ext uri="{FF2B5EF4-FFF2-40B4-BE49-F238E27FC236}">
                <a16:creationId xmlns:a16="http://schemas.microsoft.com/office/drawing/2014/main" id="{D0D0E986-8AC6-4761-A152-69A4538F1B6C}"/>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30" name="20-text-3">
            <a:extLst xmlns:a="http://schemas.openxmlformats.org/drawingml/2006/main">
              <a:ext uri="{FF2B5EF4-FFF2-40B4-BE49-F238E27FC236}">
                <a16:creationId xmlns:a16="http://schemas.microsoft.com/office/drawing/2014/main" id="{D444F906-2E4A-4BED-82E5-1CCB9890C063}"/>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31" name="20-text-4">
            <a:extLst xmlns:a="http://schemas.openxmlformats.org/drawingml/2006/main">
              <a:ext uri="{FF2B5EF4-FFF2-40B4-BE49-F238E27FC236}">
                <a16:creationId xmlns:a16="http://schemas.microsoft.com/office/drawing/2014/main" id="{DD9814E9-4A7B-4DDC-9D9B-5D2260250868}"/>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32" name="20-text-5">
            <a:extLst xmlns:a="http://schemas.openxmlformats.org/drawingml/2006/main">
              <a:ext uri="{FF2B5EF4-FFF2-40B4-BE49-F238E27FC236}">
                <a16:creationId xmlns:a16="http://schemas.microsoft.com/office/drawing/2014/main" id="{7776892F-404F-4C5C-A846-DF5CEFD1CEB0}"/>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3" name="20-text-6">
            <a:extLst xmlns:a="http://schemas.openxmlformats.org/drawingml/2006/main">
              <a:ext uri="{FF2B5EF4-FFF2-40B4-BE49-F238E27FC236}">
                <a16:creationId xmlns:a16="http://schemas.microsoft.com/office/drawing/2014/main" id="{16FF1907-7C2B-4A70-AF9E-858CA467EA7E}"/>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4" name="20-text-7">
            <a:extLst xmlns:a="http://schemas.openxmlformats.org/drawingml/2006/main">
              <a:ext uri="{FF2B5EF4-FFF2-40B4-BE49-F238E27FC236}">
                <a16:creationId xmlns:a16="http://schemas.microsoft.com/office/drawing/2014/main" id="{8ADBA935-5F17-41B5-BEEE-B0EDE46235A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5" name="20-text-8">
            <a:extLst xmlns:a="http://schemas.openxmlformats.org/drawingml/2006/main">
              <a:ext uri="{FF2B5EF4-FFF2-40B4-BE49-F238E27FC236}">
                <a16:creationId xmlns:a16="http://schemas.microsoft.com/office/drawing/2014/main" id="{0E9DFFD1-8E7D-4520-B128-238746922D6D}"/>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6" name="20-text-9">
            <a:extLst xmlns:a="http://schemas.openxmlformats.org/drawingml/2006/main">
              <a:ext uri="{FF2B5EF4-FFF2-40B4-BE49-F238E27FC236}">
                <a16:creationId xmlns:a16="http://schemas.microsoft.com/office/drawing/2014/main" id="{71BE7B01-1CD9-4D14-86BE-D18DBC127565}"/>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7" name="20-text-10">
            <a:extLst xmlns:a="http://schemas.openxmlformats.org/drawingml/2006/main">
              <a:ext uri="{FF2B5EF4-FFF2-40B4-BE49-F238E27FC236}">
                <a16:creationId xmlns:a16="http://schemas.microsoft.com/office/drawing/2014/main" id="{8D026215-50F8-4C2F-91D8-233F457F024C}"/>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8" name="20-text-11">
            <a:extLst xmlns:a="http://schemas.openxmlformats.org/drawingml/2006/main">
              <a:ext uri="{FF2B5EF4-FFF2-40B4-BE49-F238E27FC236}">
                <a16:creationId xmlns:a16="http://schemas.microsoft.com/office/drawing/2014/main" id="{A6FD2DDD-7133-4A28-B5F2-C7EBB22F06BE}"/>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9" name="narrative-number">
            <a:extLst xmlns:a="http://schemas.openxmlformats.org/drawingml/2006/main">
              <a:ext uri="{FF2B5EF4-FFF2-40B4-BE49-F238E27FC236}">
                <a16:creationId xmlns:a16="http://schemas.microsoft.com/office/drawing/2014/main" id="{EB8FC5AD-39CA-40D5-A3BF-993A70C71C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348982745"/>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0" name="!!area-name">
            <a:extLst xmlns:a="http://schemas.openxmlformats.org/drawingml/2006/main">
              <a:ext uri="{FF2B5EF4-FFF2-40B4-BE49-F238E27FC236}">
                <a16:creationId xmlns:a16="http://schemas.microsoft.com/office/drawing/2014/main" id="{60DDCE59-7918-49D8-BAB5-C527A06CA2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9" name="mini-map"/>
          <p:cNvPicPr>
            <a:picLocks xmlns:a="http://schemas.openxmlformats.org/drawingml/2006/main" noChangeAspect="1"/>
          </p:cNvPicPr>
          <p:nvPr/>
        </p:nvPicPr>
        <p:blipFill>
          <a:blip xmlns:r="http://schemas.openxmlformats.org/officeDocument/2006/relationships" xmlns:a="http://schemas.openxmlformats.org/drawingml/2006/main" r:embed="R8f80097ede59445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2" name="header-divider">
            <a:extLst xmlns:a="http://schemas.openxmlformats.org/drawingml/2006/main">
              <a:ext uri="{FF2B5EF4-FFF2-40B4-BE49-F238E27FC236}">
                <a16:creationId xmlns:a16="http://schemas.microsoft.com/office/drawing/2014/main" id="{1B7B5CFA-758B-4219-9305-131AF5A656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3" name="21-text-1">
            <a:extLst xmlns:a="http://schemas.openxmlformats.org/drawingml/2006/main">
              <a:ext uri="{FF2B5EF4-FFF2-40B4-BE49-F238E27FC236}">
                <a16:creationId xmlns:a16="http://schemas.microsoft.com/office/drawing/2014/main" id="{EF1AA45D-EEB9-4ECA-9846-2032FB634FE3}"/>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4" name="21-text-2">
            <a:extLst xmlns:a="http://schemas.openxmlformats.org/drawingml/2006/main">
              <a:ext uri="{FF2B5EF4-FFF2-40B4-BE49-F238E27FC236}">
                <a16:creationId xmlns:a16="http://schemas.microsoft.com/office/drawing/2014/main" id="{E4013219-684A-4D9B-A8C4-283617CA9CE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5" name="21-text-3">
            <a:extLst xmlns:a="http://schemas.openxmlformats.org/drawingml/2006/main">
              <a:ext uri="{FF2B5EF4-FFF2-40B4-BE49-F238E27FC236}">
                <a16:creationId xmlns:a16="http://schemas.microsoft.com/office/drawing/2014/main" id="{ECB6001A-B76F-4337-93F4-EBFF8DEAED1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4" name="21-image-4"/>
          <p:cNvPicPr>
            <a:picLocks xmlns:a="http://schemas.openxmlformats.org/drawingml/2006/main" noChangeAspect="1"/>
          </p:cNvPicPr>
          <p:nvPr/>
        </p:nvPicPr>
        <p:blipFill>
          <a:blip xmlns:r="http://schemas.openxmlformats.org/officeDocument/2006/relationships" xmlns:a="http://schemas.openxmlformats.org/drawingml/2006/main" r:embed="Rb0b909f1727d428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7" name="narrative-number">
            <a:extLst xmlns:a="http://schemas.openxmlformats.org/drawingml/2006/main">
              <a:ext uri="{FF2B5EF4-FFF2-40B4-BE49-F238E27FC236}">
                <a16:creationId xmlns:a16="http://schemas.microsoft.com/office/drawing/2014/main" id="{32B16180-3C89-4D4F-8D35-FC6F90A701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6913374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8" name="!!area-name">
            <a:extLst xmlns:a="http://schemas.openxmlformats.org/drawingml/2006/main">
              <a:ext uri="{FF2B5EF4-FFF2-40B4-BE49-F238E27FC236}">
                <a16:creationId xmlns:a16="http://schemas.microsoft.com/office/drawing/2014/main" id="{1360F596-D83C-4685-8D53-7D6AAE2081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6" name="mini-map"/>
          <p:cNvPicPr>
            <a:picLocks xmlns:a="http://schemas.openxmlformats.org/drawingml/2006/main" noChangeAspect="1"/>
          </p:cNvPicPr>
          <p:nvPr/>
        </p:nvPicPr>
        <p:blipFill>
          <a:blip xmlns:r="http://schemas.openxmlformats.org/officeDocument/2006/relationships" xmlns:a="http://schemas.openxmlformats.org/drawingml/2006/main" r:embed="Rfeb0400a43574c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0" name="slide-title">
            <a:extLst xmlns:a="http://schemas.openxmlformats.org/drawingml/2006/main">
              <a:ext uri="{FF2B5EF4-FFF2-40B4-BE49-F238E27FC236}">
                <a16:creationId xmlns:a16="http://schemas.microsoft.com/office/drawing/2014/main" id="{3530EE2B-AD81-4137-8304-D1AF040995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51" name="header-divider">
            <a:extLst xmlns:a="http://schemas.openxmlformats.org/drawingml/2006/main">
              <a:ext uri="{FF2B5EF4-FFF2-40B4-BE49-F238E27FC236}">
                <a16:creationId xmlns:a16="http://schemas.microsoft.com/office/drawing/2014/main" id="{30D2B194-98E7-4BC2-9F52-6CAD3ED6F0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22-text-1">
            <a:extLst xmlns:a="http://schemas.openxmlformats.org/drawingml/2006/main">
              <a:ext uri="{FF2B5EF4-FFF2-40B4-BE49-F238E27FC236}">
                <a16:creationId xmlns:a16="http://schemas.microsoft.com/office/drawing/2014/main" id="{966BDC1E-0473-4615-9757-5FC95B75641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53" name="22-text-2">
            <a:extLst xmlns:a="http://schemas.openxmlformats.org/drawingml/2006/main">
              <a:ext uri="{FF2B5EF4-FFF2-40B4-BE49-F238E27FC236}">
                <a16:creationId xmlns:a16="http://schemas.microsoft.com/office/drawing/2014/main" id="{B9BD641B-BC33-4F39-9C75-9B3BDD205E6C}"/>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54" name="22-text-3">
            <a:extLst xmlns:a="http://schemas.openxmlformats.org/drawingml/2006/main">
              <a:ext uri="{FF2B5EF4-FFF2-40B4-BE49-F238E27FC236}">
                <a16:creationId xmlns:a16="http://schemas.microsoft.com/office/drawing/2014/main" id="{B1E1B927-CEB6-4F63-AA81-138A8743943D}"/>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5" name="22-text-4">
            <a:extLst xmlns:a="http://schemas.openxmlformats.org/drawingml/2006/main">
              <a:ext uri="{FF2B5EF4-FFF2-40B4-BE49-F238E27FC236}">
                <a16:creationId xmlns:a16="http://schemas.microsoft.com/office/drawing/2014/main" id="{00781CD9-97DD-4952-8638-2FFE2FA45D20}"/>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56" name="22-text-5">
            <a:extLst xmlns:a="http://schemas.openxmlformats.org/drawingml/2006/main">
              <a:ext uri="{FF2B5EF4-FFF2-40B4-BE49-F238E27FC236}">
                <a16:creationId xmlns:a16="http://schemas.microsoft.com/office/drawing/2014/main" id="{C5611CDB-B181-472C-AC8A-0750FC1B2443}"/>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57" name="22-text-6">
            <a:extLst xmlns:a="http://schemas.openxmlformats.org/drawingml/2006/main">
              <a:ext uri="{FF2B5EF4-FFF2-40B4-BE49-F238E27FC236}">
                <a16:creationId xmlns:a16="http://schemas.microsoft.com/office/drawing/2014/main" id="{6D84D133-1BE2-4380-A93D-16BAF8E78883}"/>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58" name="22-line-8">
            <a:extLst xmlns:a="http://schemas.openxmlformats.org/drawingml/2006/main">
              <a:ext uri="{FF2B5EF4-FFF2-40B4-BE49-F238E27FC236}">
                <a16:creationId xmlns:a16="http://schemas.microsoft.com/office/drawing/2014/main" id="{61BEF6A9-AE93-4764-826A-769C885AEC14}"/>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9" name="22-line-10">
            <a:extLst xmlns:a="http://schemas.openxmlformats.org/drawingml/2006/main">
              <a:ext uri="{FF2B5EF4-FFF2-40B4-BE49-F238E27FC236}">
                <a16:creationId xmlns:a16="http://schemas.microsoft.com/office/drawing/2014/main" id="{615CDA33-C411-434E-8049-9E60A113EE8F}"/>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0" name="22-text-11">
            <a:extLst xmlns:a="http://schemas.openxmlformats.org/drawingml/2006/main">
              <a:ext uri="{FF2B5EF4-FFF2-40B4-BE49-F238E27FC236}">
                <a16:creationId xmlns:a16="http://schemas.microsoft.com/office/drawing/2014/main" id="{89AC2129-3923-47BE-A1B8-25CA02948B75}"/>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61" name="22-text-12">
            <a:extLst xmlns:a="http://schemas.openxmlformats.org/drawingml/2006/main">
              <a:ext uri="{FF2B5EF4-FFF2-40B4-BE49-F238E27FC236}">
                <a16:creationId xmlns:a16="http://schemas.microsoft.com/office/drawing/2014/main" id="{1E22DF49-FF2A-4128-85BE-77DD8EC58804}"/>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62" name="22-text-13">
            <a:extLst xmlns:a="http://schemas.openxmlformats.org/drawingml/2006/main">
              <a:ext uri="{FF2B5EF4-FFF2-40B4-BE49-F238E27FC236}">
                <a16:creationId xmlns:a16="http://schemas.microsoft.com/office/drawing/2014/main" id="{D8D831A3-0B74-4742-B710-61269DE9F5B5}"/>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63" name="22-text-14">
            <a:extLst xmlns:a="http://schemas.openxmlformats.org/drawingml/2006/main">
              <a:ext uri="{FF2B5EF4-FFF2-40B4-BE49-F238E27FC236}">
                <a16:creationId xmlns:a16="http://schemas.microsoft.com/office/drawing/2014/main" id="{3971EB11-A393-41C4-8C87-D6A10A08E00A}"/>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64" name="narrative-number">
            <a:extLst xmlns:a="http://schemas.openxmlformats.org/drawingml/2006/main">
              <a:ext uri="{FF2B5EF4-FFF2-40B4-BE49-F238E27FC236}">
                <a16:creationId xmlns:a16="http://schemas.microsoft.com/office/drawing/2014/main" id="{BF3E47D6-6471-43AA-B305-EA6E8B7C42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17562106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5" name="!!area-name">
            <a:extLst xmlns:a="http://schemas.openxmlformats.org/drawingml/2006/main">
              <a:ext uri="{FF2B5EF4-FFF2-40B4-BE49-F238E27FC236}">
                <a16:creationId xmlns:a16="http://schemas.microsoft.com/office/drawing/2014/main" id="{BCCD4DCA-3F4E-4DD5-ABDA-67527B1667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fda1a13ba8a94d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7" name="slide-title">
            <a:extLst xmlns:a="http://schemas.openxmlformats.org/drawingml/2006/main">
              <a:ext uri="{FF2B5EF4-FFF2-40B4-BE49-F238E27FC236}">
                <a16:creationId xmlns:a16="http://schemas.microsoft.com/office/drawing/2014/main" id="{9FC7D529-EB0B-4D63-987C-9EAD1C4C520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68" name="header-divider">
            <a:extLst xmlns:a="http://schemas.openxmlformats.org/drawingml/2006/main">
              <a:ext uri="{FF2B5EF4-FFF2-40B4-BE49-F238E27FC236}">
                <a16:creationId xmlns:a16="http://schemas.microsoft.com/office/drawing/2014/main" id="{E098BB05-A7A7-4762-B36A-E9E1FA8081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9" name="23-text-1">
            <a:extLst xmlns:a="http://schemas.openxmlformats.org/drawingml/2006/main">
              <a:ext uri="{FF2B5EF4-FFF2-40B4-BE49-F238E27FC236}">
                <a16:creationId xmlns:a16="http://schemas.microsoft.com/office/drawing/2014/main" id="{3802AC32-92E7-4A47-805E-82163F1ABBF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70" name="23-text-2">
            <a:extLst xmlns:a="http://schemas.openxmlformats.org/drawingml/2006/main">
              <a:ext uri="{FF2B5EF4-FFF2-40B4-BE49-F238E27FC236}">
                <a16:creationId xmlns:a16="http://schemas.microsoft.com/office/drawing/2014/main" id="{0D078E76-046F-4C7B-BB56-CC91D78650B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81"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72" name="23-text-4">
            <a:extLst xmlns:a="http://schemas.openxmlformats.org/drawingml/2006/main">
              <a:ext uri="{FF2B5EF4-FFF2-40B4-BE49-F238E27FC236}">
                <a16:creationId xmlns:a16="http://schemas.microsoft.com/office/drawing/2014/main" id="{9B7137ED-BAE4-493C-8EB5-3C6BAB601C8D}"/>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73" name="23-text-5">
            <a:extLst xmlns:a="http://schemas.openxmlformats.org/drawingml/2006/main">
              <a:ext uri="{FF2B5EF4-FFF2-40B4-BE49-F238E27FC236}">
                <a16:creationId xmlns:a16="http://schemas.microsoft.com/office/drawing/2014/main" id="{BF37074E-36E3-44F0-9A3F-98B15547A2BF}"/>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74" name="narrative-number">
            <a:extLst xmlns:a="http://schemas.openxmlformats.org/drawingml/2006/main">
              <a:ext uri="{FF2B5EF4-FFF2-40B4-BE49-F238E27FC236}">
                <a16:creationId xmlns:a16="http://schemas.microsoft.com/office/drawing/2014/main" id="{A7A9D441-7150-43E1-A2DB-7A619B89CD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648487032"/>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0CF76345-DC1D-4A79-9CA0-4FEEA78304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9" name="mini-map"/>
          <p:cNvPicPr>
            <a:picLocks xmlns:a="http://schemas.openxmlformats.org/drawingml/2006/main" noChangeAspect="1"/>
          </p:cNvPicPr>
          <p:nvPr/>
        </p:nvPicPr>
        <p:blipFill>
          <a:blip xmlns:r="http://schemas.openxmlformats.org/officeDocument/2006/relationships" xmlns:a="http://schemas.openxmlformats.org/drawingml/2006/main" r:embed="R8d44f00941ac4d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71DBA3B5-C9BD-4A8F-9C13-2F8CF9B50A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8" name="header-divider">
            <a:extLst xmlns:a="http://schemas.openxmlformats.org/drawingml/2006/main">
              <a:ext uri="{FF2B5EF4-FFF2-40B4-BE49-F238E27FC236}">
                <a16:creationId xmlns:a16="http://schemas.microsoft.com/office/drawing/2014/main" id="{FF43D4C2-C875-46D1-A48E-E6A9E8E3EA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4-text-1">
            <a:extLst xmlns:a="http://schemas.openxmlformats.org/drawingml/2006/main">
              <a:ext uri="{FF2B5EF4-FFF2-40B4-BE49-F238E27FC236}">
                <a16:creationId xmlns:a16="http://schemas.microsoft.com/office/drawing/2014/main" id="{CAB447ED-0F59-4302-BDC3-A7F8D251732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80" name="24-text-2">
            <a:extLst xmlns:a="http://schemas.openxmlformats.org/drawingml/2006/main">
              <a:ext uri="{FF2B5EF4-FFF2-40B4-BE49-F238E27FC236}">
                <a16:creationId xmlns:a16="http://schemas.microsoft.com/office/drawing/2014/main" id="{C6D9F799-6CA9-4BFD-B4D8-9FE3D6508CA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81" name="24-text-3">
            <a:extLst xmlns:a="http://schemas.openxmlformats.org/drawingml/2006/main">
              <a:ext uri="{FF2B5EF4-FFF2-40B4-BE49-F238E27FC236}">
                <a16:creationId xmlns:a16="http://schemas.microsoft.com/office/drawing/2014/main" id="{8CAFB601-D787-4F56-A1E0-9AD86CFBCC2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82" name="24-text-4">
            <a:extLst xmlns:a="http://schemas.openxmlformats.org/drawingml/2006/main">
              <a:ext uri="{FF2B5EF4-FFF2-40B4-BE49-F238E27FC236}">
                <a16:creationId xmlns:a16="http://schemas.microsoft.com/office/drawing/2014/main" id="{0F0CEC2E-66FF-4252-A72C-3282E1C03D0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83" name="24-text-5">
            <a:extLst xmlns:a="http://schemas.openxmlformats.org/drawingml/2006/main">
              <a:ext uri="{FF2B5EF4-FFF2-40B4-BE49-F238E27FC236}">
                <a16:creationId xmlns:a16="http://schemas.microsoft.com/office/drawing/2014/main" id="{C6ED49F8-195E-4DA7-BDEF-6836AA61FAC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84" name="24-text-6">
            <a:extLst xmlns:a="http://schemas.openxmlformats.org/drawingml/2006/main">
              <a:ext uri="{FF2B5EF4-FFF2-40B4-BE49-F238E27FC236}">
                <a16:creationId xmlns:a16="http://schemas.microsoft.com/office/drawing/2014/main" id="{29CC1DA3-4AF2-4C03-B31E-C99547DD279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85" name="24-text-7">
            <a:extLst xmlns:a="http://schemas.openxmlformats.org/drawingml/2006/main">
              <a:ext uri="{FF2B5EF4-FFF2-40B4-BE49-F238E27FC236}">
                <a16:creationId xmlns:a16="http://schemas.microsoft.com/office/drawing/2014/main" id="{C37C2F04-3F0B-44A1-99C9-06EE26337F1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86" name="24-text-8">
            <a:extLst xmlns:a="http://schemas.openxmlformats.org/drawingml/2006/main">
              <a:ext uri="{FF2B5EF4-FFF2-40B4-BE49-F238E27FC236}">
                <a16:creationId xmlns:a16="http://schemas.microsoft.com/office/drawing/2014/main" id="{5E046E98-B7E4-4769-85D1-AB82E4FC6D5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7" name="narrative-number">
            <a:extLst xmlns:a="http://schemas.openxmlformats.org/drawingml/2006/main">
              <a:ext uri="{FF2B5EF4-FFF2-40B4-BE49-F238E27FC236}">
                <a16:creationId xmlns:a16="http://schemas.microsoft.com/office/drawing/2014/main" id="{5ABE8F84-9B72-436F-B259-C9547AD445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707755227"/>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8" name="!!area-name">
            <a:extLst xmlns:a="http://schemas.openxmlformats.org/drawingml/2006/main">
              <a:ext uri="{FF2B5EF4-FFF2-40B4-BE49-F238E27FC236}">
                <a16:creationId xmlns:a16="http://schemas.microsoft.com/office/drawing/2014/main" id="{C1A6D836-2E4F-4E9D-B7A8-474F84D27B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302" name="mini-map"/>
          <p:cNvPicPr>
            <a:picLocks xmlns:a="http://schemas.openxmlformats.org/drawingml/2006/main" noChangeAspect="1"/>
          </p:cNvPicPr>
          <p:nvPr/>
        </p:nvPicPr>
        <p:blipFill>
          <a:blip xmlns:r="http://schemas.openxmlformats.org/officeDocument/2006/relationships" xmlns:a="http://schemas.openxmlformats.org/drawingml/2006/main" r:embed="Rf22dada82b314b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0" name="slide-title">
            <a:extLst xmlns:a="http://schemas.openxmlformats.org/drawingml/2006/main">
              <a:ext uri="{FF2B5EF4-FFF2-40B4-BE49-F238E27FC236}">
                <a16:creationId xmlns:a16="http://schemas.microsoft.com/office/drawing/2014/main" id="{EE50ACF4-F5CF-41E7-B849-41728B9CB7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91" name="header-divider">
            <a:extLst xmlns:a="http://schemas.openxmlformats.org/drawingml/2006/main">
              <a:ext uri="{FF2B5EF4-FFF2-40B4-BE49-F238E27FC236}">
                <a16:creationId xmlns:a16="http://schemas.microsoft.com/office/drawing/2014/main" id="{C13C3567-F420-4B1F-B52F-2F93734FA2B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25-text-1">
            <a:extLst xmlns:a="http://schemas.openxmlformats.org/drawingml/2006/main">
              <a:ext uri="{FF2B5EF4-FFF2-40B4-BE49-F238E27FC236}">
                <a16:creationId xmlns:a16="http://schemas.microsoft.com/office/drawing/2014/main" id="{2239EF1F-26D7-4063-8DB0-8E3BFA53CC0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93" name="25-text-2">
            <a:extLst xmlns:a="http://schemas.openxmlformats.org/drawingml/2006/main">
              <a:ext uri="{FF2B5EF4-FFF2-40B4-BE49-F238E27FC236}">
                <a16:creationId xmlns:a16="http://schemas.microsoft.com/office/drawing/2014/main" id="{A0AD658A-DC2D-40D6-8AA0-0A745136117E}"/>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94" name="25-text-3">
            <a:extLst xmlns:a="http://schemas.openxmlformats.org/drawingml/2006/main">
              <a:ext uri="{FF2B5EF4-FFF2-40B4-BE49-F238E27FC236}">
                <a16:creationId xmlns:a16="http://schemas.microsoft.com/office/drawing/2014/main" id="{5EA29AF4-77B0-4548-8A5F-8E1DE93B3A5A}"/>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8"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96" name="25-text-5">
            <a:extLst xmlns:a="http://schemas.openxmlformats.org/drawingml/2006/main">
              <a:ext uri="{FF2B5EF4-FFF2-40B4-BE49-F238E27FC236}">
                <a16:creationId xmlns:a16="http://schemas.microsoft.com/office/drawing/2014/main" id="{5B701EC6-00FA-4A89-92D1-D5AF616AF458}"/>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7" name="25-text-6">
            <a:extLst xmlns:a="http://schemas.openxmlformats.org/drawingml/2006/main">
              <a:ext uri="{FF2B5EF4-FFF2-40B4-BE49-F238E27FC236}">
                <a16:creationId xmlns:a16="http://schemas.microsoft.com/office/drawing/2014/main" id="{61A393CA-EF4F-47C2-AF9D-71B8A92056AE}"/>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8" name="25-text-7">
            <a:extLst xmlns:a="http://schemas.openxmlformats.org/drawingml/2006/main">
              <a:ext uri="{FF2B5EF4-FFF2-40B4-BE49-F238E27FC236}">
                <a16:creationId xmlns:a16="http://schemas.microsoft.com/office/drawing/2014/main" id="{3C98072E-5390-4BA4-AAD2-A68CAE0AB892}"/>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9" name="25-text-8">
            <a:extLst xmlns:a="http://schemas.openxmlformats.org/drawingml/2006/main">
              <a:ext uri="{FF2B5EF4-FFF2-40B4-BE49-F238E27FC236}">
                <a16:creationId xmlns:a16="http://schemas.microsoft.com/office/drawing/2014/main" id="{D95779E5-71A2-4A46-B73F-76B0243D7B1A}"/>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300" name="narrative-number">
            <a:extLst xmlns:a="http://schemas.openxmlformats.org/drawingml/2006/main">
              <a:ext uri="{FF2B5EF4-FFF2-40B4-BE49-F238E27FC236}">
                <a16:creationId xmlns:a16="http://schemas.microsoft.com/office/drawing/2014/main" id="{0662BC4D-1A61-44D0-8F92-968255A94A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7482282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1" name="!!area-name">
            <a:extLst xmlns:a="http://schemas.openxmlformats.org/drawingml/2006/main">
              <a:ext uri="{FF2B5EF4-FFF2-40B4-BE49-F238E27FC236}">
                <a16:creationId xmlns:a16="http://schemas.microsoft.com/office/drawing/2014/main" id="{0607303C-45EA-4B45-AD57-B111D66A2F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10" name="mini-map"/>
          <p:cNvPicPr>
            <a:picLocks xmlns:a="http://schemas.openxmlformats.org/drawingml/2006/main" noChangeAspect="1"/>
          </p:cNvPicPr>
          <p:nvPr/>
        </p:nvPicPr>
        <p:blipFill>
          <a:blip xmlns:r="http://schemas.openxmlformats.org/officeDocument/2006/relationships" xmlns:a="http://schemas.openxmlformats.org/drawingml/2006/main" r:embed="R63e4c53e08ca47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3" name="header-divider">
            <a:extLst xmlns:a="http://schemas.openxmlformats.org/drawingml/2006/main">
              <a:ext uri="{FF2B5EF4-FFF2-40B4-BE49-F238E27FC236}">
                <a16:creationId xmlns:a16="http://schemas.microsoft.com/office/drawing/2014/main" id="{7AE78473-D79F-4123-AE22-433194B523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4" name="26-text-1">
            <a:extLst xmlns:a="http://schemas.openxmlformats.org/drawingml/2006/main">
              <a:ext uri="{FF2B5EF4-FFF2-40B4-BE49-F238E27FC236}">
                <a16:creationId xmlns:a16="http://schemas.microsoft.com/office/drawing/2014/main" id="{B6AB7659-A974-479E-942B-73B97B485E4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305" name="26-text-2">
            <a:extLst xmlns:a="http://schemas.openxmlformats.org/drawingml/2006/main">
              <a:ext uri="{FF2B5EF4-FFF2-40B4-BE49-F238E27FC236}">
                <a16:creationId xmlns:a16="http://schemas.microsoft.com/office/drawing/2014/main" id="{F12FE387-1EEF-4FDC-AF53-BF9E3458F7F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306" name="26-text-3">
            <a:extLst xmlns:a="http://schemas.openxmlformats.org/drawingml/2006/main">
              <a:ext uri="{FF2B5EF4-FFF2-40B4-BE49-F238E27FC236}">
                <a16:creationId xmlns:a16="http://schemas.microsoft.com/office/drawing/2014/main" id="{D88BB660-5642-4AFB-AC4C-D9D582F9451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15" name="26-image-4"/>
          <p:cNvPicPr>
            <a:picLocks xmlns:a="http://schemas.openxmlformats.org/drawingml/2006/main" noChangeAspect="1"/>
          </p:cNvPicPr>
          <p:nvPr/>
        </p:nvPicPr>
        <p:blipFill>
          <a:blip xmlns:r="http://schemas.openxmlformats.org/officeDocument/2006/relationships" xmlns:a="http://schemas.openxmlformats.org/drawingml/2006/main" r:embed="Rf3bd52701f704f6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8" name="narrative-number">
            <a:extLst xmlns:a="http://schemas.openxmlformats.org/drawingml/2006/main">
              <a:ext uri="{FF2B5EF4-FFF2-40B4-BE49-F238E27FC236}">
                <a16:creationId xmlns:a16="http://schemas.microsoft.com/office/drawing/2014/main" id="{9FEBFC9D-5D59-4D55-963D-C1C541CC7B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34548343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9" name="!!area-name">
            <a:extLst xmlns:a="http://schemas.openxmlformats.org/drawingml/2006/main">
              <a:ext uri="{FF2B5EF4-FFF2-40B4-BE49-F238E27FC236}">
                <a16:creationId xmlns:a16="http://schemas.microsoft.com/office/drawing/2014/main" id="{E26CEDD1-32BF-48BF-A370-53F49F2C09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46" name="mini-map"/>
          <p:cNvPicPr>
            <a:picLocks xmlns:a="http://schemas.openxmlformats.org/drawingml/2006/main" noChangeAspect="1"/>
          </p:cNvPicPr>
          <p:nvPr/>
        </p:nvPicPr>
        <p:blipFill>
          <a:blip xmlns:r="http://schemas.openxmlformats.org/officeDocument/2006/relationships" xmlns:a="http://schemas.openxmlformats.org/drawingml/2006/main" r:embed="R46971553c6da436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1" name="slide-title">
            <a:extLst xmlns:a="http://schemas.openxmlformats.org/drawingml/2006/main">
              <a:ext uri="{FF2B5EF4-FFF2-40B4-BE49-F238E27FC236}">
                <a16:creationId xmlns:a16="http://schemas.microsoft.com/office/drawing/2014/main" id="{4A7500DD-D54E-489C-8B9A-DE62A7CF00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12" name="header-divider">
            <a:extLst xmlns:a="http://schemas.openxmlformats.org/drawingml/2006/main">
              <a:ext uri="{FF2B5EF4-FFF2-40B4-BE49-F238E27FC236}">
                <a16:creationId xmlns:a16="http://schemas.microsoft.com/office/drawing/2014/main" id="{95A9C19B-680F-427F-98F8-A15925D50C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3" name="27-text-1">
            <a:extLst xmlns:a="http://schemas.openxmlformats.org/drawingml/2006/main">
              <a:ext uri="{FF2B5EF4-FFF2-40B4-BE49-F238E27FC236}">
                <a16:creationId xmlns:a16="http://schemas.microsoft.com/office/drawing/2014/main" id="{38F12C6C-9B10-4275-9786-4906B267A7E8}"/>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14" name="27-text-2">
            <a:extLst xmlns:a="http://schemas.openxmlformats.org/drawingml/2006/main">
              <a:ext uri="{FF2B5EF4-FFF2-40B4-BE49-F238E27FC236}">
                <a16:creationId xmlns:a16="http://schemas.microsoft.com/office/drawing/2014/main" id="{45D8AEC2-AA99-4B74-A985-67D1F1732D75}"/>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15" name="27-text-3">
            <a:extLst xmlns:a="http://schemas.openxmlformats.org/drawingml/2006/main">
              <a:ext uri="{FF2B5EF4-FFF2-40B4-BE49-F238E27FC236}">
                <a16:creationId xmlns:a16="http://schemas.microsoft.com/office/drawing/2014/main" id="{EDA5C220-84DF-4E61-AA09-86BFAD1C8109}"/>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16" name="27-text-4">
            <a:extLst xmlns:a="http://schemas.openxmlformats.org/drawingml/2006/main">
              <a:ext uri="{FF2B5EF4-FFF2-40B4-BE49-F238E27FC236}">
                <a16:creationId xmlns:a16="http://schemas.microsoft.com/office/drawing/2014/main" id="{EB8DF29D-C92E-4DB5-8262-2AA41B668237}"/>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17" name="27-text-5">
            <a:extLst xmlns:a="http://schemas.openxmlformats.org/drawingml/2006/main">
              <a:ext uri="{FF2B5EF4-FFF2-40B4-BE49-F238E27FC236}">
                <a16:creationId xmlns:a16="http://schemas.microsoft.com/office/drawing/2014/main" id="{3379E65D-FB2A-43F8-8EA9-F326E446FF2B}"/>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18" name="27-text-6">
            <a:extLst xmlns:a="http://schemas.openxmlformats.org/drawingml/2006/main">
              <a:ext uri="{FF2B5EF4-FFF2-40B4-BE49-F238E27FC236}">
                <a16:creationId xmlns:a16="http://schemas.microsoft.com/office/drawing/2014/main" id="{F0D7CF1C-12F4-49AA-B2C4-A06785280DE1}"/>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9" name="27-text-7">
            <a:extLst xmlns:a="http://schemas.openxmlformats.org/drawingml/2006/main">
              <a:ext uri="{FF2B5EF4-FFF2-40B4-BE49-F238E27FC236}">
                <a16:creationId xmlns:a16="http://schemas.microsoft.com/office/drawing/2014/main" id="{F36AE13A-A14B-4B80-B4BA-CDCF1B06ECBF}"/>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20" name="27-text-8">
            <a:extLst xmlns:a="http://schemas.openxmlformats.org/drawingml/2006/main">
              <a:ext uri="{FF2B5EF4-FFF2-40B4-BE49-F238E27FC236}">
                <a16:creationId xmlns:a16="http://schemas.microsoft.com/office/drawing/2014/main" id="{50E059C0-AA0C-46AB-906F-B9B7416D8F10}"/>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21" name="27-text-9">
            <a:extLst xmlns:a="http://schemas.openxmlformats.org/drawingml/2006/main">
              <a:ext uri="{FF2B5EF4-FFF2-40B4-BE49-F238E27FC236}">
                <a16:creationId xmlns:a16="http://schemas.microsoft.com/office/drawing/2014/main" id="{D4408A15-FC82-4369-9A69-A4C0C20A2A36}"/>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22" name="27-line-11">
            <a:extLst xmlns:a="http://schemas.openxmlformats.org/drawingml/2006/main">
              <a:ext uri="{FF2B5EF4-FFF2-40B4-BE49-F238E27FC236}">
                <a16:creationId xmlns:a16="http://schemas.microsoft.com/office/drawing/2014/main" id="{9AB6207B-26EB-40DF-A266-912349DDE017}"/>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13">
            <a:extLst xmlns:a="http://schemas.openxmlformats.org/drawingml/2006/main">
              <a:ext uri="{FF2B5EF4-FFF2-40B4-BE49-F238E27FC236}">
                <a16:creationId xmlns:a16="http://schemas.microsoft.com/office/drawing/2014/main" id="{781D7127-0681-49D0-87D2-B879C9650D0B}"/>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15">
            <a:extLst xmlns:a="http://schemas.openxmlformats.org/drawingml/2006/main">
              <a:ext uri="{FF2B5EF4-FFF2-40B4-BE49-F238E27FC236}">
                <a16:creationId xmlns:a16="http://schemas.microsoft.com/office/drawing/2014/main" id="{2192A301-48FF-4E82-AFF4-9027CE59BDBD}"/>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17">
            <a:extLst xmlns:a="http://schemas.openxmlformats.org/drawingml/2006/main">
              <a:ext uri="{FF2B5EF4-FFF2-40B4-BE49-F238E27FC236}">
                <a16:creationId xmlns:a16="http://schemas.microsoft.com/office/drawing/2014/main" id="{647AA6A8-2E61-486C-BA7A-B0423A8B62BB}"/>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6" name="27-line-19">
            <a:extLst xmlns:a="http://schemas.openxmlformats.org/drawingml/2006/main">
              <a:ext uri="{FF2B5EF4-FFF2-40B4-BE49-F238E27FC236}">
                <a16:creationId xmlns:a16="http://schemas.microsoft.com/office/drawing/2014/main" id="{D550499F-E458-4CCB-9B3D-32BB0A3E75B0}"/>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inspect-stage">
            <a:extLst xmlns:a="http://schemas.openxmlformats.org/drawingml/2006/main">
              <a:ext uri="{FF2B5EF4-FFF2-40B4-BE49-F238E27FC236}">
                <a16:creationId xmlns:a16="http://schemas.microsoft.com/office/drawing/2014/main" id="{6BC65509-858A-4D87-9610-922FF70ACA18}"/>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8" name="27-line-21">
            <a:extLst xmlns:a="http://schemas.openxmlformats.org/drawingml/2006/main">
              <a:ext uri="{FF2B5EF4-FFF2-40B4-BE49-F238E27FC236}">
                <a16:creationId xmlns:a16="http://schemas.microsoft.com/office/drawing/2014/main" id="{E8DAB477-601F-41E6-945E-C1CD6CA5F900}"/>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9" name="bounded-agent-loop">
            <a:extLst xmlns:a="http://schemas.openxmlformats.org/drawingml/2006/main">
              <a:ext uri="{FF2B5EF4-FFF2-40B4-BE49-F238E27FC236}">
                <a16:creationId xmlns:a16="http://schemas.microsoft.com/office/drawing/2014/main" id="{6D03E5BC-003D-477A-A3D1-6B4A89608039}"/>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30" name="27-text-22">
            <a:extLst xmlns:a="http://schemas.openxmlformats.org/drawingml/2006/main">
              <a:ext uri="{FF2B5EF4-FFF2-40B4-BE49-F238E27FC236}">
                <a16:creationId xmlns:a16="http://schemas.microsoft.com/office/drawing/2014/main" id="{8628930D-B08D-49EF-966E-4B3886F9CE02}"/>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31" name="27-text-23">
            <a:extLst xmlns:a="http://schemas.openxmlformats.org/drawingml/2006/main">
              <a:ext uri="{FF2B5EF4-FFF2-40B4-BE49-F238E27FC236}">
                <a16:creationId xmlns:a16="http://schemas.microsoft.com/office/drawing/2014/main" id="{70777862-F1A6-4E96-8F85-A205103842B8}"/>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32" name="27-text-24">
            <a:extLst xmlns:a="http://schemas.openxmlformats.org/drawingml/2006/main">
              <a:ext uri="{FF2B5EF4-FFF2-40B4-BE49-F238E27FC236}">
                <a16:creationId xmlns:a16="http://schemas.microsoft.com/office/drawing/2014/main" id="{1F003960-BB29-4DEC-BB26-ED94D5AD55D8}"/>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33" name="27-text-25">
            <a:extLst xmlns:a="http://schemas.openxmlformats.org/drawingml/2006/main">
              <a:ext uri="{FF2B5EF4-FFF2-40B4-BE49-F238E27FC236}">
                <a16:creationId xmlns:a16="http://schemas.microsoft.com/office/drawing/2014/main" id="{B4A3F3E5-D25F-4C7A-BF6C-852E15F9F76C}"/>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34" name="27-text-26">
            <a:extLst xmlns:a="http://schemas.openxmlformats.org/drawingml/2006/main">
              <a:ext uri="{FF2B5EF4-FFF2-40B4-BE49-F238E27FC236}">
                <a16:creationId xmlns:a16="http://schemas.microsoft.com/office/drawing/2014/main" id="{7EC56282-8D4A-4C3B-9742-DECE00D3189F}"/>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35" name="27-text-27">
            <a:extLst xmlns:a="http://schemas.openxmlformats.org/drawingml/2006/main">
              <a:ext uri="{FF2B5EF4-FFF2-40B4-BE49-F238E27FC236}">
                <a16:creationId xmlns:a16="http://schemas.microsoft.com/office/drawing/2014/main" id="{693793FD-44BE-44D9-98C1-E63D15BA8080}"/>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36" name="27-line-29">
            <a:extLst xmlns:a="http://schemas.openxmlformats.org/drawingml/2006/main">
              <a:ext uri="{FF2B5EF4-FFF2-40B4-BE49-F238E27FC236}">
                <a16:creationId xmlns:a16="http://schemas.microsoft.com/office/drawing/2014/main" id="{56EBED3E-B5A3-4192-9F0E-DEC65051BA83}"/>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7" name="27-line-31">
            <a:extLst xmlns:a="http://schemas.openxmlformats.org/drawingml/2006/main">
              <a:ext uri="{FF2B5EF4-FFF2-40B4-BE49-F238E27FC236}">
                <a16:creationId xmlns:a16="http://schemas.microsoft.com/office/drawing/2014/main" id="{BB656795-B69F-4050-9212-61653B172BA0}"/>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8" name="27-line-33">
            <a:extLst xmlns:a="http://schemas.openxmlformats.org/drawingml/2006/main">
              <a:ext uri="{FF2B5EF4-FFF2-40B4-BE49-F238E27FC236}">
                <a16:creationId xmlns:a16="http://schemas.microsoft.com/office/drawing/2014/main" id="{9FD93BAD-96D3-4D35-B157-BAE09247680B}"/>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9" name="27-line-35">
            <a:extLst xmlns:a="http://schemas.openxmlformats.org/drawingml/2006/main">
              <a:ext uri="{FF2B5EF4-FFF2-40B4-BE49-F238E27FC236}">
                <a16:creationId xmlns:a16="http://schemas.microsoft.com/office/drawing/2014/main" id="{368CB744-A5CD-43A0-B1ED-EA1558B4FE94}"/>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40" name="27-line-37">
            <a:extLst xmlns:a="http://schemas.openxmlformats.org/drawingml/2006/main">
              <a:ext uri="{FF2B5EF4-FFF2-40B4-BE49-F238E27FC236}">
                <a16:creationId xmlns:a16="http://schemas.microsoft.com/office/drawing/2014/main" id="{6E65489A-545A-4E00-9174-EF792550F5C8}"/>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1" name="27-line-39">
            <a:extLst xmlns:a="http://schemas.openxmlformats.org/drawingml/2006/main">
              <a:ext uri="{FF2B5EF4-FFF2-40B4-BE49-F238E27FC236}">
                <a16:creationId xmlns:a16="http://schemas.microsoft.com/office/drawing/2014/main" id="{B6A324C8-8689-4749-A20B-5AE75EA91621}"/>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42" name="27-text-40">
            <a:extLst xmlns:a="http://schemas.openxmlformats.org/drawingml/2006/main">
              <a:ext uri="{FF2B5EF4-FFF2-40B4-BE49-F238E27FC236}">
                <a16:creationId xmlns:a16="http://schemas.microsoft.com/office/drawing/2014/main" id="{EF1C1A00-979C-4351-9072-D038F57C70D8}"/>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43" name="27-text-41">
            <a:extLst xmlns:a="http://schemas.openxmlformats.org/drawingml/2006/main">
              <a:ext uri="{FF2B5EF4-FFF2-40B4-BE49-F238E27FC236}">
                <a16:creationId xmlns:a16="http://schemas.microsoft.com/office/drawing/2014/main" id="{3899D1ED-A5EE-4064-A0F8-37EFC6FFE47F}"/>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44" name="narrative-number">
            <a:extLst xmlns:a="http://schemas.openxmlformats.org/drawingml/2006/main">
              <a:ext uri="{FF2B5EF4-FFF2-40B4-BE49-F238E27FC236}">
                <a16:creationId xmlns:a16="http://schemas.microsoft.com/office/drawing/2014/main" id="{E16FA2D2-7AA0-40C3-9184-ED5267CB77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404705361"/>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0D865BAD-A7CE-41A7-AC07-899D94BAE2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9" name="mini-map"/>
          <p:cNvPicPr>
            <a:picLocks xmlns:a="http://schemas.openxmlformats.org/drawingml/2006/main" noChangeAspect="1"/>
          </p:cNvPicPr>
          <p:nvPr/>
        </p:nvPicPr>
        <p:blipFill>
          <a:blip xmlns:r="http://schemas.openxmlformats.org/officeDocument/2006/relationships" xmlns:a="http://schemas.openxmlformats.org/drawingml/2006/main" r:embed="R608cdbd289ff4d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slide-title">
            <a:extLst xmlns:a="http://schemas.openxmlformats.org/drawingml/2006/main">
              <a:ext uri="{FF2B5EF4-FFF2-40B4-BE49-F238E27FC236}">
                <a16:creationId xmlns:a16="http://schemas.microsoft.com/office/drawing/2014/main" id="{581A6073-5DCC-488C-9A32-31F0E8A1B6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48" name="header-divider">
            <a:extLst xmlns:a="http://schemas.openxmlformats.org/drawingml/2006/main">
              <a:ext uri="{FF2B5EF4-FFF2-40B4-BE49-F238E27FC236}">
                <a16:creationId xmlns:a16="http://schemas.microsoft.com/office/drawing/2014/main" id="{FF1C5B16-9277-4BC2-B280-18F0C0C67AA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28-text-1">
            <a:extLst xmlns:a="http://schemas.openxmlformats.org/drawingml/2006/main">
              <a:ext uri="{FF2B5EF4-FFF2-40B4-BE49-F238E27FC236}">
                <a16:creationId xmlns:a16="http://schemas.microsoft.com/office/drawing/2014/main" id="{AFD16FF2-31D1-4196-94FC-DC15E704CE2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50" name="28-text-2">
            <a:extLst xmlns:a="http://schemas.openxmlformats.org/drawingml/2006/main">
              <a:ext uri="{FF2B5EF4-FFF2-40B4-BE49-F238E27FC236}">
                <a16:creationId xmlns:a16="http://schemas.microsoft.com/office/drawing/2014/main" id="{EA1BB2F9-7CF1-456F-AD2E-73ECCBA516A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51" name="28-text-3">
            <a:extLst xmlns:a="http://schemas.openxmlformats.org/drawingml/2006/main">
              <a:ext uri="{FF2B5EF4-FFF2-40B4-BE49-F238E27FC236}">
                <a16:creationId xmlns:a16="http://schemas.microsoft.com/office/drawing/2014/main" id="{938BE094-BBEE-4E78-AF6E-4789E1869FCA}"/>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2" name="28-text-4">
            <a:extLst xmlns:a="http://schemas.openxmlformats.org/drawingml/2006/main">
              <a:ext uri="{FF2B5EF4-FFF2-40B4-BE49-F238E27FC236}">
                <a16:creationId xmlns:a16="http://schemas.microsoft.com/office/drawing/2014/main" id="{6D725E4F-16A0-403D-9AC8-3347EE400C2F}"/>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53" name="28-text-5">
            <a:extLst xmlns:a="http://schemas.openxmlformats.org/drawingml/2006/main">
              <a:ext uri="{FF2B5EF4-FFF2-40B4-BE49-F238E27FC236}">
                <a16:creationId xmlns:a16="http://schemas.microsoft.com/office/drawing/2014/main" id="{BAEBD45B-562B-4BA5-A781-C3BF46682CF0}"/>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54" name="28-text-6">
            <a:extLst xmlns:a="http://schemas.openxmlformats.org/drawingml/2006/main">
              <a:ext uri="{FF2B5EF4-FFF2-40B4-BE49-F238E27FC236}">
                <a16:creationId xmlns:a16="http://schemas.microsoft.com/office/drawing/2014/main" id="{CE709300-D907-4AD1-8519-BCCA5E6E1C66}"/>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55" name="28-text-7">
            <a:extLst xmlns:a="http://schemas.openxmlformats.org/drawingml/2006/main">
              <a:ext uri="{FF2B5EF4-FFF2-40B4-BE49-F238E27FC236}">
                <a16:creationId xmlns:a16="http://schemas.microsoft.com/office/drawing/2014/main" id="{756093A1-618A-4477-952B-98B8AEF14056}"/>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56" name="28-text-8">
            <a:extLst xmlns:a="http://schemas.openxmlformats.org/drawingml/2006/main">
              <a:ext uri="{FF2B5EF4-FFF2-40B4-BE49-F238E27FC236}">
                <a16:creationId xmlns:a16="http://schemas.microsoft.com/office/drawing/2014/main" id="{7A1E94BC-23FB-4E0E-B6A9-FF883EDE57D4}"/>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57" name="narrative-number">
            <a:extLst xmlns:a="http://schemas.openxmlformats.org/drawingml/2006/main">
              <a:ext uri="{FF2B5EF4-FFF2-40B4-BE49-F238E27FC236}">
                <a16:creationId xmlns:a16="http://schemas.microsoft.com/office/drawing/2014/main" id="{DB2E84DE-25F6-46C7-A244-526CC6BA50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587947382"/>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8" name="!!area-name">
            <a:extLst xmlns:a="http://schemas.openxmlformats.org/drawingml/2006/main">
              <a:ext uri="{FF2B5EF4-FFF2-40B4-BE49-F238E27FC236}">
                <a16:creationId xmlns:a16="http://schemas.microsoft.com/office/drawing/2014/main" id="{19676008-2DE2-450B-8793-8D07D4105DA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72" name="mini-map"/>
          <p:cNvPicPr>
            <a:picLocks xmlns:a="http://schemas.openxmlformats.org/drawingml/2006/main" noChangeAspect="1"/>
          </p:cNvPicPr>
          <p:nvPr/>
        </p:nvPicPr>
        <p:blipFill>
          <a:blip xmlns:r="http://schemas.openxmlformats.org/officeDocument/2006/relationships" xmlns:a="http://schemas.openxmlformats.org/drawingml/2006/main" r:embed="Recd54b92fd0d4f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0" name="slide-title">
            <a:extLst xmlns:a="http://schemas.openxmlformats.org/drawingml/2006/main">
              <a:ext uri="{FF2B5EF4-FFF2-40B4-BE49-F238E27FC236}">
                <a16:creationId xmlns:a16="http://schemas.microsoft.com/office/drawing/2014/main" id="{2377980A-399A-444A-80B9-A955F738B79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61" name="header-divider">
            <a:extLst xmlns:a="http://schemas.openxmlformats.org/drawingml/2006/main">
              <a:ext uri="{FF2B5EF4-FFF2-40B4-BE49-F238E27FC236}">
                <a16:creationId xmlns:a16="http://schemas.microsoft.com/office/drawing/2014/main" id="{8DD4EB65-61D7-43D7-BFAD-36B3C353EA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2" name="29-text-1">
            <a:extLst xmlns:a="http://schemas.openxmlformats.org/drawingml/2006/main">
              <a:ext uri="{FF2B5EF4-FFF2-40B4-BE49-F238E27FC236}">
                <a16:creationId xmlns:a16="http://schemas.microsoft.com/office/drawing/2014/main" id="{8B71D98A-C6C0-4B17-8FE0-41E37436385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63" name="29-text-2">
            <a:extLst xmlns:a="http://schemas.openxmlformats.org/drawingml/2006/main">
              <a:ext uri="{FF2B5EF4-FFF2-40B4-BE49-F238E27FC236}">
                <a16:creationId xmlns:a16="http://schemas.microsoft.com/office/drawing/2014/main" id="{1C392793-3B25-4A74-B454-B9874B117E0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64" name="29-text-3">
            <a:extLst xmlns:a="http://schemas.openxmlformats.org/drawingml/2006/main">
              <a:ext uri="{FF2B5EF4-FFF2-40B4-BE49-F238E27FC236}">
                <a16:creationId xmlns:a16="http://schemas.microsoft.com/office/drawing/2014/main" id="{644996FB-4E4F-4F1C-B520-FF8EC5988B5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65" name="29-text-4">
            <a:extLst xmlns:a="http://schemas.openxmlformats.org/drawingml/2006/main">
              <a:ext uri="{FF2B5EF4-FFF2-40B4-BE49-F238E27FC236}">
                <a16:creationId xmlns:a16="http://schemas.microsoft.com/office/drawing/2014/main" id="{1610E8D4-E195-4FF1-8D61-8B5240E58A8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66" name="29-text-5">
            <a:extLst xmlns:a="http://schemas.openxmlformats.org/drawingml/2006/main">
              <a:ext uri="{FF2B5EF4-FFF2-40B4-BE49-F238E27FC236}">
                <a16:creationId xmlns:a16="http://schemas.microsoft.com/office/drawing/2014/main" id="{15C53D9F-B7A6-4245-A69A-7D557D7E3A4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67" name="29-text-6">
            <a:extLst xmlns:a="http://schemas.openxmlformats.org/drawingml/2006/main">
              <a:ext uri="{FF2B5EF4-FFF2-40B4-BE49-F238E27FC236}">
                <a16:creationId xmlns:a16="http://schemas.microsoft.com/office/drawing/2014/main" id="{D2A605B0-89E6-4519-8F40-B9F68AEEFD9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68" name="29-text-7">
            <a:extLst xmlns:a="http://schemas.openxmlformats.org/drawingml/2006/main">
              <a:ext uri="{FF2B5EF4-FFF2-40B4-BE49-F238E27FC236}">
                <a16:creationId xmlns:a16="http://schemas.microsoft.com/office/drawing/2014/main" id="{93718B8A-C351-44CA-A766-40D5A42DBFE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9" name="29-text-8">
            <a:extLst xmlns:a="http://schemas.openxmlformats.org/drawingml/2006/main">
              <a:ext uri="{FF2B5EF4-FFF2-40B4-BE49-F238E27FC236}">
                <a16:creationId xmlns:a16="http://schemas.microsoft.com/office/drawing/2014/main" id="{05E18B49-ED97-455F-88F9-C9E255DCAFA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70" name="narrative-number">
            <a:extLst xmlns:a="http://schemas.openxmlformats.org/drawingml/2006/main">
              <a:ext uri="{FF2B5EF4-FFF2-40B4-BE49-F238E27FC236}">
                <a16:creationId xmlns:a16="http://schemas.microsoft.com/office/drawing/2014/main" id="{CE9C8E18-DD98-4C7F-ADF6-7D6E2348F0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28586745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1" name="!!area-name">
            <a:extLst xmlns:a="http://schemas.openxmlformats.org/drawingml/2006/main">
              <a:ext uri="{FF2B5EF4-FFF2-40B4-BE49-F238E27FC236}">
                <a16:creationId xmlns:a16="http://schemas.microsoft.com/office/drawing/2014/main" id="{320379FA-072C-4C67-BACC-5ED3F928EB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95" name="mini-map"/>
          <p:cNvPicPr>
            <a:picLocks xmlns:a="http://schemas.openxmlformats.org/drawingml/2006/main" noChangeAspect="1"/>
          </p:cNvPicPr>
          <p:nvPr/>
        </p:nvPicPr>
        <p:blipFill>
          <a:blip xmlns:r="http://schemas.openxmlformats.org/officeDocument/2006/relationships" xmlns:a="http://schemas.openxmlformats.org/drawingml/2006/main" r:embed="R6ea000cc5b174ce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3" name="slide-title">
            <a:extLst xmlns:a="http://schemas.openxmlformats.org/drawingml/2006/main">
              <a:ext uri="{FF2B5EF4-FFF2-40B4-BE49-F238E27FC236}">
                <a16:creationId xmlns:a16="http://schemas.microsoft.com/office/drawing/2014/main" id="{87F3BD75-17C0-4DA8-8C1F-28B6BF748B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74" name="header-divider">
            <a:extLst xmlns:a="http://schemas.openxmlformats.org/drawingml/2006/main">
              <a:ext uri="{FF2B5EF4-FFF2-40B4-BE49-F238E27FC236}">
                <a16:creationId xmlns:a16="http://schemas.microsoft.com/office/drawing/2014/main" id="{37D68DE2-5CEF-4BF9-8EC6-0CD783B1F16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5" name="30-text-1">
            <a:extLst xmlns:a="http://schemas.openxmlformats.org/drawingml/2006/main">
              <a:ext uri="{FF2B5EF4-FFF2-40B4-BE49-F238E27FC236}">
                <a16:creationId xmlns:a16="http://schemas.microsoft.com/office/drawing/2014/main" id="{BF781720-C585-40DA-915B-40ECE3004FD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76" name="30-text-2">
            <a:extLst xmlns:a="http://schemas.openxmlformats.org/drawingml/2006/main">
              <a:ext uri="{FF2B5EF4-FFF2-40B4-BE49-F238E27FC236}">
                <a16:creationId xmlns:a16="http://schemas.microsoft.com/office/drawing/2014/main" id="{DBC89B14-B7BF-4AB0-906C-37DE0956C5E3}"/>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77" name="30-text-3">
            <a:extLst xmlns:a="http://schemas.openxmlformats.org/drawingml/2006/main">
              <a:ext uri="{FF2B5EF4-FFF2-40B4-BE49-F238E27FC236}">
                <a16:creationId xmlns:a16="http://schemas.microsoft.com/office/drawing/2014/main" id="{130D7731-59C3-4A19-A0A3-33AD71474B0E}"/>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78" name="30-text-4">
            <a:extLst xmlns:a="http://schemas.openxmlformats.org/drawingml/2006/main">
              <a:ext uri="{FF2B5EF4-FFF2-40B4-BE49-F238E27FC236}">
                <a16:creationId xmlns:a16="http://schemas.microsoft.com/office/drawing/2014/main" id="{B9CAEAC0-068B-47A5-8D39-FA97ECF44AC5}"/>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9" name="30-text-5">
            <a:extLst xmlns:a="http://schemas.openxmlformats.org/drawingml/2006/main">
              <a:ext uri="{FF2B5EF4-FFF2-40B4-BE49-F238E27FC236}">
                <a16:creationId xmlns:a16="http://schemas.microsoft.com/office/drawing/2014/main" id="{7858B7DA-4884-4A08-A588-33F4996C6A36}"/>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80" name="30-line-7">
            <a:extLst xmlns:a="http://schemas.openxmlformats.org/drawingml/2006/main">
              <a:ext uri="{FF2B5EF4-FFF2-40B4-BE49-F238E27FC236}">
                <a16:creationId xmlns:a16="http://schemas.microsoft.com/office/drawing/2014/main" id="{E02A93F3-5F87-4610-9502-227551CB9D82}"/>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1" name="30-text-8">
            <a:extLst xmlns:a="http://schemas.openxmlformats.org/drawingml/2006/main">
              <a:ext uri="{FF2B5EF4-FFF2-40B4-BE49-F238E27FC236}">
                <a16:creationId xmlns:a16="http://schemas.microsoft.com/office/drawing/2014/main" id="{49D98B5E-C052-4552-9C9C-7F224FE05F9E}"/>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82" name="30-text-9">
            <a:extLst xmlns:a="http://schemas.openxmlformats.org/drawingml/2006/main">
              <a:ext uri="{FF2B5EF4-FFF2-40B4-BE49-F238E27FC236}">
                <a16:creationId xmlns:a16="http://schemas.microsoft.com/office/drawing/2014/main" id="{BA2BB657-ECDA-4B13-ACB8-E2A6CD116496}"/>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83" name="30-line-11">
            <a:extLst xmlns:a="http://schemas.openxmlformats.org/drawingml/2006/main">
              <a:ext uri="{FF2B5EF4-FFF2-40B4-BE49-F238E27FC236}">
                <a16:creationId xmlns:a16="http://schemas.microsoft.com/office/drawing/2014/main" id="{4A4B0EBD-C6FD-40C5-B27D-8DE55EF141FD}"/>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4" name="30-line-13">
            <a:extLst xmlns:a="http://schemas.openxmlformats.org/drawingml/2006/main">
              <a:ext uri="{FF2B5EF4-FFF2-40B4-BE49-F238E27FC236}">
                <a16:creationId xmlns:a16="http://schemas.microsoft.com/office/drawing/2014/main" id="{F745EAE3-7A5F-4701-960A-465453370CDB}"/>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5" name="30-line-15">
            <a:extLst xmlns:a="http://schemas.openxmlformats.org/drawingml/2006/main">
              <a:ext uri="{FF2B5EF4-FFF2-40B4-BE49-F238E27FC236}">
                <a16:creationId xmlns:a16="http://schemas.microsoft.com/office/drawing/2014/main" id="{5ADD8760-DB01-4361-AED6-F05D455CB6DF}"/>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6" name="30-line-17">
            <a:extLst xmlns:a="http://schemas.openxmlformats.org/drawingml/2006/main">
              <a:ext uri="{FF2B5EF4-FFF2-40B4-BE49-F238E27FC236}">
                <a16:creationId xmlns:a16="http://schemas.microsoft.com/office/drawing/2014/main" id="{CDAF4760-FBE0-4EFE-9402-3F4912CDE28B}"/>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7" name="30-text-18">
            <a:extLst xmlns:a="http://schemas.openxmlformats.org/drawingml/2006/main">
              <a:ext uri="{FF2B5EF4-FFF2-40B4-BE49-F238E27FC236}">
                <a16:creationId xmlns:a16="http://schemas.microsoft.com/office/drawing/2014/main" id="{26C5DD06-56EF-47DF-9EE4-EA9ECC0136A9}"/>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88" name="30-text-19">
            <a:extLst xmlns:a="http://schemas.openxmlformats.org/drawingml/2006/main">
              <a:ext uri="{FF2B5EF4-FFF2-40B4-BE49-F238E27FC236}">
                <a16:creationId xmlns:a16="http://schemas.microsoft.com/office/drawing/2014/main" id="{C3604701-D4EF-4629-92A6-AFDD8D72553C}"/>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9" name="30-line-21">
            <a:extLst xmlns:a="http://schemas.openxmlformats.org/drawingml/2006/main">
              <a:ext uri="{FF2B5EF4-FFF2-40B4-BE49-F238E27FC236}">
                <a16:creationId xmlns:a16="http://schemas.microsoft.com/office/drawing/2014/main" id="{77F2548C-5562-4FFE-A965-BEEE2F9D4540}"/>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0" name="30-text-22">
            <a:extLst xmlns:a="http://schemas.openxmlformats.org/drawingml/2006/main">
              <a:ext uri="{FF2B5EF4-FFF2-40B4-BE49-F238E27FC236}">
                <a16:creationId xmlns:a16="http://schemas.microsoft.com/office/drawing/2014/main" id="{3BBFB240-1479-4D1E-B639-09314C12C89D}"/>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91" name="30-text-23">
            <a:extLst xmlns:a="http://schemas.openxmlformats.org/drawingml/2006/main">
              <a:ext uri="{FF2B5EF4-FFF2-40B4-BE49-F238E27FC236}">
                <a16:creationId xmlns:a16="http://schemas.microsoft.com/office/drawing/2014/main" id="{939F2DAE-84E9-4526-AA9A-68796898183A}"/>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92" name="30-text-24">
            <a:extLst xmlns:a="http://schemas.openxmlformats.org/drawingml/2006/main">
              <a:ext uri="{FF2B5EF4-FFF2-40B4-BE49-F238E27FC236}">
                <a16:creationId xmlns:a16="http://schemas.microsoft.com/office/drawing/2014/main" id="{7F6857D0-0B1C-4583-A239-61A50406B3C4}"/>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93" name="narrative-number">
            <a:extLst xmlns:a="http://schemas.openxmlformats.org/drawingml/2006/main">
              <a:ext uri="{FF2B5EF4-FFF2-40B4-BE49-F238E27FC236}">
                <a16:creationId xmlns:a16="http://schemas.microsoft.com/office/drawing/2014/main" id="{11E52B1F-9A59-42C7-B084-409AB6FB47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23015115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4" name="!!area-name">
            <a:extLst xmlns:a="http://schemas.openxmlformats.org/drawingml/2006/main">
              <a:ext uri="{FF2B5EF4-FFF2-40B4-BE49-F238E27FC236}">
                <a16:creationId xmlns:a16="http://schemas.microsoft.com/office/drawing/2014/main" id="{5E694419-3119-48D2-9614-4EC5C18936B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bbacbf8a54d748d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6" name="header-divider">
            <a:extLst xmlns:a="http://schemas.openxmlformats.org/drawingml/2006/main">
              <a:ext uri="{FF2B5EF4-FFF2-40B4-BE49-F238E27FC236}">
                <a16:creationId xmlns:a16="http://schemas.microsoft.com/office/drawing/2014/main" id="{13B528DD-0FDC-4A87-A004-642A4BCD7E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1-text-1">
            <a:extLst xmlns:a="http://schemas.openxmlformats.org/drawingml/2006/main">
              <a:ext uri="{FF2B5EF4-FFF2-40B4-BE49-F238E27FC236}">
                <a16:creationId xmlns:a16="http://schemas.microsoft.com/office/drawing/2014/main" id="{F81FD3B3-E930-46DD-8F5D-129F42FBD92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98" name="31-text-2">
            <a:extLst xmlns:a="http://schemas.openxmlformats.org/drawingml/2006/main">
              <a:ext uri="{FF2B5EF4-FFF2-40B4-BE49-F238E27FC236}">
                <a16:creationId xmlns:a16="http://schemas.microsoft.com/office/drawing/2014/main" id="{3C2DF25A-A1F4-4D93-BBAB-6FE23777B4E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9" name="31-text-3">
            <a:extLst xmlns:a="http://schemas.openxmlformats.org/drawingml/2006/main">
              <a:ext uri="{FF2B5EF4-FFF2-40B4-BE49-F238E27FC236}">
                <a16:creationId xmlns:a16="http://schemas.microsoft.com/office/drawing/2014/main" id="{2964DC13-E4C3-4490-9385-02F9939D3AA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408" name="31-image-4"/>
          <p:cNvPicPr>
            <a:picLocks xmlns:a="http://schemas.openxmlformats.org/drawingml/2006/main" noChangeAspect="1"/>
          </p:cNvPicPr>
          <p:nvPr/>
        </p:nvPicPr>
        <p:blipFill>
          <a:blip xmlns:r="http://schemas.openxmlformats.org/officeDocument/2006/relationships" xmlns:a="http://schemas.openxmlformats.org/drawingml/2006/main" r:embed="R85dc89a806c34ef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401" name="narrative-number">
            <a:extLst xmlns:a="http://schemas.openxmlformats.org/drawingml/2006/main">
              <a:ext uri="{FF2B5EF4-FFF2-40B4-BE49-F238E27FC236}">
                <a16:creationId xmlns:a16="http://schemas.microsoft.com/office/drawing/2014/main" id="{E7252E9D-7722-422A-A9DB-D2ED19522A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02018046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1076C5D3-945A-41BC-B15F-93C75C6007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9" name="mini-map"/>
          <p:cNvPicPr>
            <a:picLocks xmlns:a="http://schemas.openxmlformats.org/drawingml/2006/main" noChangeAspect="1"/>
          </p:cNvPicPr>
          <p:nvPr/>
        </p:nvPicPr>
        <p:blipFill>
          <a:blip xmlns:r="http://schemas.openxmlformats.org/officeDocument/2006/relationships" xmlns:a="http://schemas.openxmlformats.org/drawingml/2006/main" r:embed="Ra8cb0eba6fb443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1611F87E-7C0B-4973-B6B6-2B37450D78C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405" name="header-divider">
            <a:extLst xmlns:a="http://schemas.openxmlformats.org/drawingml/2006/main">
              <a:ext uri="{FF2B5EF4-FFF2-40B4-BE49-F238E27FC236}">
                <a16:creationId xmlns:a16="http://schemas.microsoft.com/office/drawing/2014/main" id="{10370ADB-536A-4C3E-B493-8F4267CA8B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2-text-1">
            <a:extLst xmlns:a="http://schemas.openxmlformats.org/drawingml/2006/main">
              <a:ext uri="{FF2B5EF4-FFF2-40B4-BE49-F238E27FC236}">
                <a16:creationId xmlns:a16="http://schemas.microsoft.com/office/drawing/2014/main" id="{FF30BD5F-E4A3-43C6-8644-D018FCA1029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407" name="32-text-2">
            <a:extLst xmlns:a="http://schemas.openxmlformats.org/drawingml/2006/main">
              <a:ext uri="{FF2B5EF4-FFF2-40B4-BE49-F238E27FC236}">
                <a16:creationId xmlns:a16="http://schemas.microsoft.com/office/drawing/2014/main" id="{642AB98B-7200-4D20-8467-A3DD1DB11EC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408" name="32-text-3">
            <a:extLst xmlns:a="http://schemas.openxmlformats.org/drawingml/2006/main">
              <a:ext uri="{FF2B5EF4-FFF2-40B4-BE49-F238E27FC236}">
                <a16:creationId xmlns:a16="http://schemas.microsoft.com/office/drawing/2014/main" id="{C56DC483-35D5-4DA1-AC0A-0048671D674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9" name="32-text-4">
            <a:extLst xmlns:a="http://schemas.openxmlformats.org/drawingml/2006/main">
              <a:ext uri="{FF2B5EF4-FFF2-40B4-BE49-F238E27FC236}">
                <a16:creationId xmlns:a16="http://schemas.microsoft.com/office/drawing/2014/main" id="{34FEA13B-023A-4367-AC46-96DE09DD09F4}"/>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10" name="32-shape-5">
            <a:extLst xmlns:a="http://schemas.openxmlformats.org/drawingml/2006/main">
              <a:ext uri="{FF2B5EF4-FFF2-40B4-BE49-F238E27FC236}">
                <a16:creationId xmlns:a16="http://schemas.microsoft.com/office/drawing/2014/main" id="{62715B7C-E4CE-477F-AEF0-7BE1AF331D43}"/>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1" name="32-text-6">
            <a:extLst xmlns:a="http://schemas.openxmlformats.org/drawingml/2006/main">
              <a:ext uri="{FF2B5EF4-FFF2-40B4-BE49-F238E27FC236}">
                <a16:creationId xmlns:a16="http://schemas.microsoft.com/office/drawing/2014/main" id="{DBF8E557-9A86-423D-91CA-E3E180CDB9C7}"/>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12" name="32-text-7">
            <a:extLst xmlns:a="http://schemas.openxmlformats.org/drawingml/2006/main">
              <a:ext uri="{FF2B5EF4-FFF2-40B4-BE49-F238E27FC236}">
                <a16:creationId xmlns:a16="http://schemas.microsoft.com/office/drawing/2014/main" id="{5ADEDFB0-EEE2-4E84-A8E0-9FC67EC14141}"/>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13" name="32-text-8">
            <a:extLst xmlns:a="http://schemas.openxmlformats.org/drawingml/2006/main">
              <a:ext uri="{FF2B5EF4-FFF2-40B4-BE49-F238E27FC236}">
                <a16:creationId xmlns:a16="http://schemas.microsoft.com/office/drawing/2014/main" id="{CB9F8DE3-93F6-4CBE-B014-9F99C83814F2}"/>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14" name="32-text-9">
            <a:extLst xmlns:a="http://schemas.openxmlformats.org/drawingml/2006/main">
              <a:ext uri="{FF2B5EF4-FFF2-40B4-BE49-F238E27FC236}">
                <a16:creationId xmlns:a16="http://schemas.microsoft.com/office/drawing/2014/main" id="{5A2388E2-7DA5-4D15-A6CC-C8AFB3191B56}"/>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15" name="32-text-10">
            <a:extLst xmlns:a="http://schemas.openxmlformats.org/drawingml/2006/main">
              <a:ext uri="{FF2B5EF4-FFF2-40B4-BE49-F238E27FC236}">
                <a16:creationId xmlns:a16="http://schemas.microsoft.com/office/drawing/2014/main" id="{45C41BA7-CA29-4FE2-BA57-2C2E544E18AA}"/>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6" name="32-text-11">
            <a:extLst xmlns:a="http://schemas.openxmlformats.org/drawingml/2006/main">
              <a:ext uri="{FF2B5EF4-FFF2-40B4-BE49-F238E27FC236}">
                <a16:creationId xmlns:a16="http://schemas.microsoft.com/office/drawing/2014/main" id="{E3C91336-63DB-46CC-B9C9-D9B94F9597B7}"/>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17" name="narrative-number">
            <a:extLst xmlns:a="http://schemas.openxmlformats.org/drawingml/2006/main">
              <a:ext uri="{FF2B5EF4-FFF2-40B4-BE49-F238E27FC236}">
                <a16:creationId xmlns:a16="http://schemas.microsoft.com/office/drawing/2014/main" id="{0F4BB113-A007-44F0-BBCA-B5A684C0FF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577323995"/>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8" name="!!area-name">
            <a:extLst xmlns:a="http://schemas.openxmlformats.org/drawingml/2006/main">
              <a:ext uri="{FF2B5EF4-FFF2-40B4-BE49-F238E27FC236}">
                <a16:creationId xmlns:a16="http://schemas.microsoft.com/office/drawing/2014/main" id="{5A2ACF6C-54F9-422A-90E2-0A85CC759B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8f8450a0f5aa4d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0" name="slide-title">
            <a:extLst xmlns:a="http://schemas.openxmlformats.org/drawingml/2006/main">
              <a:ext uri="{FF2B5EF4-FFF2-40B4-BE49-F238E27FC236}">
                <a16:creationId xmlns:a16="http://schemas.microsoft.com/office/drawing/2014/main" id="{3EB42DF8-D49E-4E58-BEA6-F2E8734662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21" name="header-divider">
            <a:extLst xmlns:a="http://schemas.openxmlformats.org/drawingml/2006/main">
              <a:ext uri="{FF2B5EF4-FFF2-40B4-BE49-F238E27FC236}">
                <a16:creationId xmlns:a16="http://schemas.microsoft.com/office/drawing/2014/main" id="{6C89D9F4-F2F0-4026-938F-5ED1CF91CC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2" name="33-text-1">
            <a:extLst xmlns:a="http://schemas.openxmlformats.org/drawingml/2006/main">
              <a:ext uri="{FF2B5EF4-FFF2-40B4-BE49-F238E27FC236}">
                <a16:creationId xmlns:a16="http://schemas.microsoft.com/office/drawing/2014/main" id="{B6BA78B9-FD14-49AD-A738-B0C0D2412BE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32"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4" name="33-text-3">
            <a:extLst xmlns:a="http://schemas.openxmlformats.org/drawingml/2006/main">
              <a:ext uri="{FF2B5EF4-FFF2-40B4-BE49-F238E27FC236}">
                <a16:creationId xmlns:a16="http://schemas.microsoft.com/office/drawing/2014/main" id="{056BAD3B-08BF-44D7-B34F-8F3049317969}"/>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25" name="33-text-4">
            <a:extLst xmlns:a="http://schemas.openxmlformats.org/drawingml/2006/main">
              <a:ext uri="{FF2B5EF4-FFF2-40B4-BE49-F238E27FC236}">
                <a16:creationId xmlns:a16="http://schemas.microsoft.com/office/drawing/2014/main" id="{5785B202-7CD1-4FFD-AC0D-EDEF86D69D74}"/>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26" name="narrative-number">
            <a:extLst xmlns:a="http://schemas.openxmlformats.org/drawingml/2006/main">
              <a:ext uri="{FF2B5EF4-FFF2-40B4-BE49-F238E27FC236}">
                <a16:creationId xmlns:a16="http://schemas.microsoft.com/office/drawing/2014/main" id="{C2E77B0F-378E-4FD4-9D6C-5070F6C0FE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70966881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187ACE6C-ABB1-4B66-A95B-0C04D637B25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7e19e70da44d43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6620C8FC-4217-4EDE-992C-E227817CE0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30" name="header-divider">
            <a:extLst xmlns:a="http://schemas.openxmlformats.org/drawingml/2006/main">
              <a:ext uri="{FF2B5EF4-FFF2-40B4-BE49-F238E27FC236}">
                <a16:creationId xmlns:a16="http://schemas.microsoft.com/office/drawing/2014/main" id="{6B1482F3-C5D7-415E-820F-F5B36A833D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4-text-1">
            <a:extLst xmlns:a="http://schemas.openxmlformats.org/drawingml/2006/main">
              <a:ext uri="{FF2B5EF4-FFF2-40B4-BE49-F238E27FC236}">
                <a16:creationId xmlns:a16="http://schemas.microsoft.com/office/drawing/2014/main" id="{A43AA7BD-FE68-4E56-8A7A-084A69AF3F4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32" name="34-text-2">
            <a:extLst xmlns:a="http://schemas.openxmlformats.org/drawingml/2006/main">
              <a:ext uri="{FF2B5EF4-FFF2-40B4-BE49-F238E27FC236}">
                <a16:creationId xmlns:a16="http://schemas.microsoft.com/office/drawing/2014/main" id="{2B22BC85-8AE6-4F30-9E19-5BBA0A54256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33" name="34-text-3">
            <a:extLst xmlns:a="http://schemas.openxmlformats.org/drawingml/2006/main">
              <a:ext uri="{FF2B5EF4-FFF2-40B4-BE49-F238E27FC236}">
                <a16:creationId xmlns:a16="http://schemas.microsoft.com/office/drawing/2014/main" id="{EBFFEF42-5AFC-4A53-80A3-E5373AD22B8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34" name="34-text-4">
            <a:extLst xmlns:a="http://schemas.openxmlformats.org/drawingml/2006/main">
              <a:ext uri="{FF2B5EF4-FFF2-40B4-BE49-F238E27FC236}">
                <a16:creationId xmlns:a16="http://schemas.microsoft.com/office/drawing/2014/main" id="{5CEEC8BD-E410-4757-8BFF-4FB512B6F42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35" name="34-text-5">
            <a:extLst xmlns:a="http://schemas.openxmlformats.org/drawingml/2006/main">
              <a:ext uri="{FF2B5EF4-FFF2-40B4-BE49-F238E27FC236}">
                <a16:creationId xmlns:a16="http://schemas.microsoft.com/office/drawing/2014/main" id="{D0B703F9-70D7-4952-A53F-AA6E4A47B19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36" name="34-text-6">
            <a:extLst xmlns:a="http://schemas.openxmlformats.org/drawingml/2006/main">
              <a:ext uri="{FF2B5EF4-FFF2-40B4-BE49-F238E27FC236}">
                <a16:creationId xmlns:a16="http://schemas.microsoft.com/office/drawing/2014/main" id="{EE98BD69-F48C-4D27-B666-B0E0CD23040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37" name="34-text-7">
            <a:extLst xmlns:a="http://schemas.openxmlformats.org/drawingml/2006/main">
              <a:ext uri="{FF2B5EF4-FFF2-40B4-BE49-F238E27FC236}">
                <a16:creationId xmlns:a16="http://schemas.microsoft.com/office/drawing/2014/main" id="{024A5F37-3613-4C5A-874D-F7011DADA8D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38" name="34-text-8">
            <a:extLst xmlns:a="http://schemas.openxmlformats.org/drawingml/2006/main">
              <a:ext uri="{FF2B5EF4-FFF2-40B4-BE49-F238E27FC236}">
                <a16:creationId xmlns:a16="http://schemas.microsoft.com/office/drawing/2014/main" id="{458E6751-CD2C-473B-A050-AFFAE310826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9" name="34-text-9">
            <a:extLst xmlns:a="http://schemas.openxmlformats.org/drawingml/2006/main">
              <a:ext uri="{FF2B5EF4-FFF2-40B4-BE49-F238E27FC236}">
                <a16:creationId xmlns:a16="http://schemas.microsoft.com/office/drawing/2014/main" id="{58A4D48C-6941-4AD1-ADE3-598084ACC7B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40" name="narrative-number">
            <a:extLst xmlns:a="http://schemas.openxmlformats.org/drawingml/2006/main">
              <a:ext uri="{FF2B5EF4-FFF2-40B4-BE49-F238E27FC236}">
                <a16:creationId xmlns:a16="http://schemas.microsoft.com/office/drawing/2014/main" id="{51B6E24C-9415-441B-A1FE-34C805FB17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329894010"/>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39E69CED-1F2B-44FF-AB78-34EEAAE025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57" name="mini-map"/>
          <p:cNvPicPr>
            <a:picLocks xmlns:a="http://schemas.openxmlformats.org/drawingml/2006/main" noChangeAspect="1"/>
          </p:cNvPicPr>
          <p:nvPr/>
        </p:nvPicPr>
        <p:blipFill>
          <a:blip xmlns:r="http://schemas.openxmlformats.org/officeDocument/2006/relationships" xmlns:a="http://schemas.openxmlformats.org/drawingml/2006/main" r:embed="Rf8290e46111f4f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3" name="slide-title">
            <a:extLst xmlns:a="http://schemas.openxmlformats.org/drawingml/2006/main">
              <a:ext uri="{FF2B5EF4-FFF2-40B4-BE49-F238E27FC236}">
                <a16:creationId xmlns:a16="http://schemas.microsoft.com/office/drawing/2014/main" id="{B3A89F1A-0457-4A52-A40C-2A04B3B03F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44" name="header-divider">
            <a:extLst xmlns:a="http://schemas.openxmlformats.org/drawingml/2006/main">
              <a:ext uri="{FF2B5EF4-FFF2-40B4-BE49-F238E27FC236}">
                <a16:creationId xmlns:a16="http://schemas.microsoft.com/office/drawing/2014/main" id="{115B0AAD-8B85-4F15-872A-BF8E8C12B7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5-text-1">
            <a:extLst xmlns:a="http://schemas.openxmlformats.org/drawingml/2006/main">
              <a:ext uri="{FF2B5EF4-FFF2-40B4-BE49-F238E27FC236}">
                <a16:creationId xmlns:a16="http://schemas.microsoft.com/office/drawing/2014/main" id="{8D23B439-50C6-456B-BF00-DD2A01511C1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46" name="35-text-2">
            <a:extLst xmlns:a="http://schemas.openxmlformats.org/drawingml/2006/main">
              <a:ext uri="{FF2B5EF4-FFF2-40B4-BE49-F238E27FC236}">
                <a16:creationId xmlns:a16="http://schemas.microsoft.com/office/drawing/2014/main" id="{203B63D1-2615-4A88-9E9D-8C6CE80BAB79}"/>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47" name="35-text-3">
            <a:extLst xmlns:a="http://schemas.openxmlformats.org/drawingml/2006/main">
              <a:ext uri="{FF2B5EF4-FFF2-40B4-BE49-F238E27FC236}">
                <a16:creationId xmlns:a16="http://schemas.microsoft.com/office/drawing/2014/main" id="{F9EB7EA6-8046-4A30-A730-B2983A3FEA5E}"/>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48" name="35-text-4">
            <a:extLst xmlns:a="http://schemas.openxmlformats.org/drawingml/2006/main">
              <a:ext uri="{FF2B5EF4-FFF2-40B4-BE49-F238E27FC236}">
                <a16:creationId xmlns:a16="http://schemas.microsoft.com/office/drawing/2014/main" id="{0436E7FA-C549-4CAE-B282-5BDF305C5EA9}"/>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9" name="35-text-5">
            <a:extLst xmlns:a="http://schemas.openxmlformats.org/drawingml/2006/main">
              <a:ext uri="{FF2B5EF4-FFF2-40B4-BE49-F238E27FC236}">
                <a16:creationId xmlns:a16="http://schemas.microsoft.com/office/drawing/2014/main" id="{DA986C5E-E6D5-46CA-9EE1-61CD13B2C61E}"/>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50" name="35-text-6">
            <a:extLst xmlns:a="http://schemas.openxmlformats.org/drawingml/2006/main">
              <a:ext uri="{FF2B5EF4-FFF2-40B4-BE49-F238E27FC236}">
                <a16:creationId xmlns:a16="http://schemas.microsoft.com/office/drawing/2014/main" id="{9C659757-1FDA-42B6-B130-52256317C8FF}"/>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51" name="35-text-7">
            <a:extLst xmlns:a="http://schemas.openxmlformats.org/drawingml/2006/main">
              <a:ext uri="{FF2B5EF4-FFF2-40B4-BE49-F238E27FC236}">
                <a16:creationId xmlns:a16="http://schemas.microsoft.com/office/drawing/2014/main" id="{17EA171B-B47C-42C4-B0F0-D9A639B3015A}"/>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52" name="35-text-8">
            <a:extLst xmlns:a="http://schemas.openxmlformats.org/drawingml/2006/main">
              <a:ext uri="{FF2B5EF4-FFF2-40B4-BE49-F238E27FC236}">
                <a16:creationId xmlns:a16="http://schemas.microsoft.com/office/drawing/2014/main" id="{D105C717-CBE5-4701-BB11-9E9A1F270162}"/>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53" name="35-text-9">
            <a:extLst xmlns:a="http://schemas.openxmlformats.org/drawingml/2006/main">
              <a:ext uri="{FF2B5EF4-FFF2-40B4-BE49-F238E27FC236}">
                <a16:creationId xmlns:a16="http://schemas.microsoft.com/office/drawing/2014/main" id="{99DF479E-C0A9-40E8-836A-DBA0A097608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54" name="35-text-10">
            <a:extLst xmlns:a="http://schemas.openxmlformats.org/drawingml/2006/main">
              <a:ext uri="{FF2B5EF4-FFF2-40B4-BE49-F238E27FC236}">
                <a16:creationId xmlns:a16="http://schemas.microsoft.com/office/drawing/2014/main" id="{BDB42AB0-5C0C-4746-80E3-1C9E9D44A7CC}"/>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55" name="narrative-number">
            <a:extLst xmlns:a="http://schemas.openxmlformats.org/drawingml/2006/main">
              <a:ext uri="{FF2B5EF4-FFF2-40B4-BE49-F238E27FC236}">
                <a16:creationId xmlns:a16="http://schemas.microsoft.com/office/drawing/2014/main" id="{686B0B4A-B209-4CF4-9E62-3B17EFB5CD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360748922"/>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6" name="!!area-name">
            <a:extLst xmlns:a="http://schemas.openxmlformats.org/drawingml/2006/main">
              <a:ext uri="{FF2B5EF4-FFF2-40B4-BE49-F238E27FC236}">
                <a16:creationId xmlns:a16="http://schemas.microsoft.com/office/drawing/2014/main" id="{B479A5E1-C2CD-45E9-AB2F-47CA4690E3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fe770678700949d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8" name="header-divider">
            <a:extLst xmlns:a="http://schemas.openxmlformats.org/drawingml/2006/main">
              <a:ext uri="{FF2B5EF4-FFF2-40B4-BE49-F238E27FC236}">
                <a16:creationId xmlns:a16="http://schemas.microsoft.com/office/drawing/2014/main" id="{4AFC086C-6827-4D72-85AD-7D69683BD9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9" name="36-text-1">
            <a:extLst xmlns:a="http://schemas.openxmlformats.org/drawingml/2006/main">
              <a:ext uri="{FF2B5EF4-FFF2-40B4-BE49-F238E27FC236}">
                <a16:creationId xmlns:a16="http://schemas.microsoft.com/office/drawing/2014/main" id="{1F74A8AB-80A8-499C-B4C9-B7614C3EE57C}"/>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68" name="36-image-2"/>
          <p:cNvPicPr>
            <a:picLocks xmlns:a="http://schemas.openxmlformats.org/drawingml/2006/main" noChangeAspect="1"/>
          </p:cNvPicPr>
          <p:nvPr/>
        </p:nvPicPr>
        <p:blipFill>
          <a:blip xmlns:r="http://schemas.openxmlformats.org/officeDocument/2006/relationships" xmlns:a="http://schemas.openxmlformats.org/drawingml/2006/main" r:embed="Rf03cc9d4477a4bc6"/>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61" name="36-text-3">
            <a:extLst xmlns:a="http://schemas.openxmlformats.org/drawingml/2006/main">
              <a:ext uri="{FF2B5EF4-FFF2-40B4-BE49-F238E27FC236}">
                <a16:creationId xmlns:a16="http://schemas.microsoft.com/office/drawing/2014/main" id="{3D457F3E-A285-4655-825B-891B4AF8C75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62" name="36-text-4">
            <a:extLst xmlns:a="http://schemas.openxmlformats.org/drawingml/2006/main">
              <a:ext uri="{FF2B5EF4-FFF2-40B4-BE49-F238E27FC236}">
                <a16:creationId xmlns:a16="http://schemas.microsoft.com/office/drawing/2014/main" id="{85D44271-812B-4006-BCC4-6E6D1E9E2684}"/>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63" name="narrative-number">
            <a:extLst xmlns:a="http://schemas.openxmlformats.org/drawingml/2006/main">
              <a:ext uri="{FF2B5EF4-FFF2-40B4-BE49-F238E27FC236}">
                <a16:creationId xmlns:a16="http://schemas.microsoft.com/office/drawing/2014/main" id="{47EF8516-814F-42C2-8C63-A883EBA47E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007755620"/>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AC2556DC-C465-4823-9AB6-CE5C950CC7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7d96a5edd82a49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6ED394CE-BC16-46F5-BF52-7C82E530D7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67" name="header-divider">
            <a:extLst xmlns:a="http://schemas.openxmlformats.org/drawingml/2006/main">
              <a:ext uri="{FF2B5EF4-FFF2-40B4-BE49-F238E27FC236}">
                <a16:creationId xmlns:a16="http://schemas.microsoft.com/office/drawing/2014/main" id="{42275EEA-F39F-4FA4-84E4-AED90C2E87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8" name="37-text-1">
            <a:extLst xmlns:a="http://schemas.openxmlformats.org/drawingml/2006/main">
              <a:ext uri="{FF2B5EF4-FFF2-40B4-BE49-F238E27FC236}">
                <a16:creationId xmlns:a16="http://schemas.microsoft.com/office/drawing/2014/main" id="{7DF1EFD3-612B-4394-89DA-3D5776DC26A7}"/>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9" name="37-text-2">
            <a:extLst xmlns:a="http://schemas.openxmlformats.org/drawingml/2006/main">
              <a:ext uri="{FF2B5EF4-FFF2-40B4-BE49-F238E27FC236}">
                <a16:creationId xmlns:a16="http://schemas.microsoft.com/office/drawing/2014/main" id="{818E9466-641A-4C1E-9F7B-DE4775DF2E39}"/>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70" name="37-text-3">
            <a:extLst xmlns:a="http://schemas.openxmlformats.org/drawingml/2006/main">
              <a:ext uri="{FF2B5EF4-FFF2-40B4-BE49-F238E27FC236}">
                <a16:creationId xmlns:a16="http://schemas.microsoft.com/office/drawing/2014/main" id="{8B8D7F90-C90F-4518-945A-29230F3AD604}"/>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71" name="37-text-4">
            <a:extLst xmlns:a="http://schemas.openxmlformats.org/drawingml/2006/main">
              <a:ext uri="{FF2B5EF4-FFF2-40B4-BE49-F238E27FC236}">
                <a16:creationId xmlns:a16="http://schemas.microsoft.com/office/drawing/2014/main" id="{90B01B6A-C726-4E96-841D-6E96782EC674}"/>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72" name="37-text-5">
            <a:extLst xmlns:a="http://schemas.openxmlformats.org/drawingml/2006/main">
              <a:ext uri="{FF2B5EF4-FFF2-40B4-BE49-F238E27FC236}">
                <a16:creationId xmlns:a16="http://schemas.microsoft.com/office/drawing/2014/main" id="{271F17B0-2400-4BC3-B946-D4A63DFDC9B1}"/>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73" name="37-text-6">
            <a:extLst xmlns:a="http://schemas.openxmlformats.org/drawingml/2006/main">
              <a:ext uri="{FF2B5EF4-FFF2-40B4-BE49-F238E27FC236}">
                <a16:creationId xmlns:a16="http://schemas.microsoft.com/office/drawing/2014/main" id="{E0AB82A8-497E-44DC-B407-8676A05E0EC8}"/>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74" name="37-text-7">
            <a:extLst xmlns:a="http://schemas.openxmlformats.org/drawingml/2006/main">
              <a:ext uri="{FF2B5EF4-FFF2-40B4-BE49-F238E27FC236}">
                <a16:creationId xmlns:a16="http://schemas.microsoft.com/office/drawing/2014/main" id="{4DADFDE2-D07F-41B3-830D-911CC1B14C24}"/>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75" name="37-text-8">
            <a:extLst xmlns:a="http://schemas.openxmlformats.org/drawingml/2006/main">
              <a:ext uri="{FF2B5EF4-FFF2-40B4-BE49-F238E27FC236}">
                <a16:creationId xmlns:a16="http://schemas.microsoft.com/office/drawing/2014/main" id="{EE4B754D-75EA-4A2E-8F7D-A5CE25DAB3E7}"/>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76" name="37-text-9">
            <a:extLst xmlns:a="http://schemas.openxmlformats.org/drawingml/2006/main">
              <a:ext uri="{FF2B5EF4-FFF2-40B4-BE49-F238E27FC236}">
                <a16:creationId xmlns:a16="http://schemas.microsoft.com/office/drawing/2014/main" id="{553D7EB0-E70A-404C-A129-0A1CD0069A42}"/>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77" name="37-text-10">
            <a:extLst xmlns:a="http://schemas.openxmlformats.org/drawingml/2006/main">
              <a:ext uri="{FF2B5EF4-FFF2-40B4-BE49-F238E27FC236}">
                <a16:creationId xmlns:a16="http://schemas.microsoft.com/office/drawing/2014/main" id="{383B4D40-083F-4438-9E5D-DDE3BEE96C6B}"/>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78" name="37-text-11">
            <a:extLst xmlns:a="http://schemas.openxmlformats.org/drawingml/2006/main">
              <a:ext uri="{FF2B5EF4-FFF2-40B4-BE49-F238E27FC236}">
                <a16:creationId xmlns:a16="http://schemas.microsoft.com/office/drawing/2014/main" id="{1D03BF61-2C82-43A3-B019-677F6B714097}"/>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9" name="37-line-13">
            <a:extLst xmlns:a="http://schemas.openxmlformats.org/drawingml/2006/main">
              <a:ext uri="{FF2B5EF4-FFF2-40B4-BE49-F238E27FC236}">
                <a16:creationId xmlns:a16="http://schemas.microsoft.com/office/drawing/2014/main" id="{ED7CAF4F-31C7-4265-9D19-B567FE70C06F}"/>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0" name="37-line-15">
            <a:extLst xmlns:a="http://schemas.openxmlformats.org/drawingml/2006/main">
              <a:ext uri="{FF2B5EF4-FFF2-40B4-BE49-F238E27FC236}">
                <a16:creationId xmlns:a16="http://schemas.microsoft.com/office/drawing/2014/main" id="{FF8C12B3-1F92-4D28-BF7B-68C13879FCD5}"/>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1" name="37-line-17">
            <a:extLst xmlns:a="http://schemas.openxmlformats.org/drawingml/2006/main">
              <a:ext uri="{FF2B5EF4-FFF2-40B4-BE49-F238E27FC236}">
                <a16:creationId xmlns:a16="http://schemas.microsoft.com/office/drawing/2014/main" id="{409345BD-AE3E-4AC1-ACE5-7355AB53C697}"/>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2" name="37-shape-18">
            <a:extLst xmlns:a="http://schemas.openxmlformats.org/drawingml/2006/main">
              <a:ext uri="{FF2B5EF4-FFF2-40B4-BE49-F238E27FC236}">
                <a16:creationId xmlns:a16="http://schemas.microsoft.com/office/drawing/2014/main" id="{E8793B0A-BDC1-4208-8355-66CB7963E55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3" name="37-text-19">
            <a:extLst xmlns:a="http://schemas.openxmlformats.org/drawingml/2006/main">
              <a:ext uri="{FF2B5EF4-FFF2-40B4-BE49-F238E27FC236}">
                <a16:creationId xmlns:a16="http://schemas.microsoft.com/office/drawing/2014/main" id="{4ACEC2D3-F160-4E21-915F-8CEB13750AAD}"/>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84" name="narrative-number">
            <a:extLst xmlns:a="http://schemas.openxmlformats.org/drawingml/2006/main">
              <a:ext uri="{FF2B5EF4-FFF2-40B4-BE49-F238E27FC236}">
                <a16:creationId xmlns:a16="http://schemas.microsoft.com/office/drawing/2014/main" id="{A660D0FF-B5BB-4E81-A14E-E0A562BBCA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549638336"/>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354EDC44-EF35-48B3-9344-5E5FC09C64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9cbcb31a94b448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8A90457C-91A1-4CEB-BDC5-B1966A65C77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88" name="header-divider">
            <a:extLst xmlns:a="http://schemas.openxmlformats.org/drawingml/2006/main">
              <a:ext uri="{FF2B5EF4-FFF2-40B4-BE49-F238E27FC236}">
                <a16:creationId xmlns:a16="http://schemas.microsoft.com/office/drawing/2014/main" id="{0E1DE4E6-970E-469B-A556-1B9EDEFCEB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9" name="38-text-1">
            <a:extLst xmlns:a="http://schemas.openxmlformats.org/drawingml/2006/main">
              <a:ext uri="{FF2B5EF4-FFF2-40B4-BE49-F238E27FC236}">
                <a16:creationId xmlns:a16="http://schemas.microsoft.com/office/drawing/2014/main" id="{137347B8-8910-4F45-B6A2-0F7CD6731D0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90" name="38-text-2">
            <a:extLst xmlns:a="http://schemas.openxmlformats.org/drawingml/2006/main">
              <a:ext uri="{FF2B5EF4-FFF2-40B4-BE49-F238E27FC236}">
                <a16:creationId xmlns:a16="http://schemas.microsoft.com/office/drawing/2014/main" id="{4CF38E56-E49F-4126-902F-E87162E16E1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91" name="38-text-3">
            <a:extLst xmlns:a="http://schemas.openxmlformats.org/drawingml/2006/main">
              <a:ext uri="{FF2B5EF4-FFF2-40B4-BE49-F238E27FC236}">
                <a16:creationId xmlns:a16="http://schemas.microsoft.com/office/drawing/2014/main" id="{BFE52A37-1964-4F23-AAD1-25455BBF024B}"/>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92" name="38-text-4">
            <a:extLst xmlns:a="http://schemas.openxmlformats.org/drawingml/2006/main">
              <a:ext uri="{FF2B5EF4-FFF2-40B4-BE49-F238E27FC236}">
                <a16:creationId xmlns:a16="http://schemas.microsoft.com/office/drawing/2014/main" id="{68A848D0-61F9-40E2-AA0D-18C987C1A297}"/>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93" name="38-text-5">
            <a:extLst xmlns:a="http://schemas.openxmlformats.org/drawingml/2006/main">
              <a:ext uri="{FF2B5EF4-FFF2-40B4-BE49-F238E27FC236}">
                <a16:creationId xmlns:a16="http://schemas.microsoft.com/office/drawing/2014/main" id="{587B514D-2BAB-46B7-9EFA-183D9069F337}"/>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94" name="38-text-6">
            <a:extLst xmlns:a="http://schemas.openxmlformats.org/drawingml/2006/main">
              <a:ext uri="{FF2B5EF4-FFF2-40B4-BE49-F238E27FC236}">
                <a16:creationId xmlns:a16="http://schemas.microsoft.com/office/drawing/2014/main" id="{623AD5F0-7741-48C1-9550-211231D10D6C}"/>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95" name="narrative-number">
            <a:extLst xmlns:a="http://schemas.openxmlformats.org/drawingml/2006/main">
              <a:ext uri="{FF2B5EF4-FFF2-40B4-BE49-F238E27FC236}">
                <a16:creationId xmlns:a16="http://schemas.microsoft.com/office/drawing/2014/main" id="{1F8591E8-7F33-4742-9285-60E47EE27C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82807913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BA4507EF-D6AB-4AF8-B880-12937CEAB3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11" name="mini-map"/>
          <p:cNvPicPr>
            <a:picLocks xmlns:a="http://schemas.openxmlformats.org/drawingml/2006/main" noChangeAspect="1"/>
          </p:cNvPicPr>
          <p:nvPr/>
        </p:nvPicPr>
        <p:blipFill>
          <a:blip xmlns:r="http://schemas.openxmlformats.org/officeDocument/2006/relationships" xmlns:a="http://schemas.openxmlformats.org/drawingml/2006/main" r:embed="R6cae755d289943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4D0B0887-17D8-4071-B1C7-FFB3543C78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9" name="header-divider">
            <a:extLst xmlns:a="http://schemas.openxmlformats.org/drawingml/2006/main">
              <a:ext uri="{FF2B5EF4-FFF2-40B4-BE49-F238E27FC236}">
                <a16:creationId xmlns:a16="http://schemas.microsoft.com/office/drawing/2014/main" id="{74AB24B3-3C78-4130-A5FF-FDCD43D94A0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39-text-1">
            <a:extLst xmlns:a="http://schemas.openxmlformats.org/drawingml/2006/main">
              <a:ext uri="{FF2B5EF4-FFF2-40B4-BE49-F238E27FC236}">
                <a16:creationId xmlns:a16="http://schemas.microsoft.com/office/drawing/2014/main" id="{DACD2939-589D-4FE8-8C1E-1F730A1C76B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501" name="39-text-2">
            <a:extLst xmlns:a="http://schemas.openxmlformats.org/drawingml/2006/main">
              <a:ext uri="{FF2B5EF4-FFF2-40B4-BE49-F238E27FC236}">
                <a16:creationId xmlns:a16="http://schemas.microsoft.com/office/drawing/2014/main" id="{178E88DB-2C1D-4575-BC65-D254F556AFF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502" name="39-text-3">
            <a:extLst xmlns:a="http://schemas.openxmlformats.org/drawingml/2006/main">
              <a:ext uri="{FF2B5EF4-FFF2-40B4-BE49-F238E27FC236}">
                <a16:creationId xmlns:a16="http://schemas.microsoft.com/office/drawing/2014/main" id="{91D8AD1E-2F4E-4141-B885-D0384E5364E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503" name="39-text-4">
            <a:extLst xmlns:a="http://schemas.openxmlformats.org/drawingml/2006/main">
              <a:ext uri="{FF2B5EF4-FFF2-40B4-BE49-F238E27FC236}">
                <a16:creationId xmlns:a16="http://schemas.microsoft.com/office/drawing/2014/main" id="{440F7BC1-C1F0-4A3C-A89B-23E0EB22EDD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504" name="39-text-5">
            <a:extLst xmlns:a="http://schemas.openxmlformats.org/drawingml/2006/main">
              <a:ext uri="{FF2B5EF4-FFF2-40B4-BE49-F238E27FC236}">
                <a16:creationId xmlns:a16="http://schemas.microsoft.com/office/drawing/2014/main" id="{51467E78-25F3-40C4-998D-F9950294D506}"/>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505" name="39-text-6">
            <a:extLst xmlns:a="http://schemas.openxmlformats.org/drawingml/2006/main">
              <a:ext uri="{FF2B5EF4-FFF2-40B4-BE49-F238E27FC236}">
                <a16:creationId xmlns:a16="http://schemas.microsoft.com/office/drawing/2014/main" id="{8262A701-ECF8-4E43-BD80-060450FC6CD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506" name="39-text-7">
            <a:extLst xmlns:a="http://schemas.openxmlformats.org/drawingml/2006/main">
              <a:ext uri="{FF2B5EF4-FFF2-40B4-BE49-F238E27FC236}">
                <a16:creationId xmlns:a16="http://schemas.microsoft.com/office/drawing/2014/main" id="{8B5BC4E2-CD27-400A-8721-652629B864E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507" name="39-text-8">
            <a:extLst xmlns:a="http://schemas.openxmlformats.org/drawingml/2006/main">
              <a:ext uri="{FF2B5EF4-FFF2-40B4-BE49-F238E27FC236}">
                <a16:creationId xmlns:a16="http://schemas.microsoft.com/office/drawing/2014/main" id="{812C6AE0-B2D3-40E9-A060-1D90A17EF5C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508" name="39-text-9">
            <a:extLst xmlns:a="http://schemas.openxmlformats.org/drawingml/2006/main">
              <a:ext uri="{FF2B5EF4-FFF2-40B4-BE49-F238E27FC236}">
                <a16:creationId xmlns:a16="http://schemas.microsoft.com/office/drawing/2014/main" id="{0C37578E-150D-4D36-B2AD-E25AAB028E4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9" name="narrative-number">
            <a:extLst xmlns:a="http://schemas.openxmlformats.org/drawingml/2006/main">
              <a:ext uri="{FF2B5EF4-FFF2-40B4-BE49-F238E27FC236}">
                <a16:creationId xmlns:a16="http://schemas.microsoft.com/office/drawing/2014/main" id="{6A94ECAB-7E62-4F6E-9B57-037934A641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023360066"/>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0B93A50A-E3D6-4ABC-8323-6FE77DF02F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47642b2c73ed4a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F41F2B82-9764-4172-BDE4-A47D5072C35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13" name="header-divider">
            <a:extLst xmlns:a="http://schemas.openxmlformats.org/drawingml/2006/main">
              <a:ext uri="{FF2B5EF4-FFF2-40B4-BE49-F238E27FC236}">
                <a16:creationId xmlns:a16="http://schemas.microsoft.com/office/drawing/2014/main" id="{F941017D-4DC9-475C-B567-76B1EE5646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4" name="40-text-1">
            <a:extLst xmlns:a="http://schemas.openxmlformats.org/drawingml/2006/main">
              <a:ext uri="{FF2B5EF4-FFF2-40B4-BE49-F238E27FC236}">
                <a16:creationId xmlns:a16="http://schemas.microsoft.com/office/drawing/2014/main" id="{8EE6BDF7-5F11-4E9E-A1AF-A856DC915FA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23"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6" name="40-text-3">
            <a:extLst xmlns:a="http://schemas.openxmlformats.org/drawingml/2006/main">
              <a:ext uri="{FF2B5EF4-FFF2-40B4-BE49-F238E27FC236}">
                <a16:creationId xmlns:a16="http://schemas.microsoft.com/office/drawing/2014/main" id="{E731907E-25BB-42E0-B5B5-6E567764B741}"/>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17" name="narrative-number">
            <a:extLst xmlns:a="http://schemas.openxmlformats.org/drawingml/2006/main">
              <a:ext uri="{FF2B5EF4-FFF2-40B4-BE49-F238E27FC236}">
                <a16:creationId xmlns:a16="http://schemas.microsoft.com/office/drawing/2014/main" id="{6F3B5162-ED20-40C0-94AE-C844860DA9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513800198"/>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27" name="41-image-1"/>
          <p:cNvPicPr>
            <a:picLocks xmlns:a="http://schemas.openxmlformats.org/drawingml/2006/main" noChangeAspect="1"/>
          </p:cNvPicPr>
          <p:nvPr/>
        </p:nvPicPr>
        <p:blipFill>
          <a:blip xmlns:r="http://schemas.openxmlformats.org/officeDocument/2006/relationships" xmlns:a="http://schemas.openxmlformats.org/drawingml/2006/main" r:embed="R1eb923a1b1cd40b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E4D0EC66-3EC1-4E3A-84AC-A4CE4BFD511A}"/>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20" name="area-key-1">
            <a:extLst xmlns:a="http://schemas.openxmlformats.org/drawingml/2006/main">
              <a:ext uri="{FF2B5EF4-FFF2-40B4-BE49-F238E27FC236}">
                <a16:creationId xmlns:a16="http://schemas.microsoft.com/office/drawing/2014/main" id="{7552D0B4-0378-4554-AECE-BBE6BE611FFF}"/>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21" name="area-key-2">
            <a:extLst xmlns:a="http://schemas.openxmlformats.org/drawingml/2006/main">
              <a:ext uri="{FF2B5EF4-FFF2-40B4-BE49-F238E27FC236}">
                <a16:creationId xmlns:a16="http://schemas.microsoft.com/office/drawing/2014/main" id="{5FE394D7-FA50-4D28-8E46-24B4A15E7A63}"/>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22" name="area-key-3">
            <a:extLst xmlns:a="http://schemas.openxmlformats.org/drawingml/2006/main">
              <a:ext uri="{FF2B5EF4-FFF2-40B4-BE49-F238E27FC236}">
                <a16:creationId xmlns:a16="http://schemas.microsoft.com/office/drawing/2014/main" id="{88861FBF-AC77-40D2-BEAF-8C28B1B9BDCE}"/>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23" name="area-key-4">
            <a:extLst xmlns:a="http://schemas.openxmlformats.org/drawingml/2006/main">
              <a:ext uri="{FF2B5EF4-FFF2-40B4-BE49-F238E27FC236}">
                <a16:creationId xmlns:a16="http://schemas.microsoft.com/office/drawing/2014/main" id="{59ADE58A-55DF-4B0B-89B0-32A97771F4B6}"/>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24" name="area-key-5">
            <a:extLst xmlns:a="http://schemas.openxmlformats.org/drawingml/2006/main">
              <a:ext uri="{FF2B5EF4-FFF2-40B4-BE49-F238E27FC236}">
                <a16:creationId xmlns:a16="http://schemas.microsoft.com/office/drawing/2014/main" id="{C4CB091B-A5BC-4545-AE1C-55248A2549B0}"/>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25" name="area-key-6">
            <a:extLst xmlns:a="http://schemas.openxmlformats.org/drawingml/2006/main">
              <a:ext uri="{FF2B5EF4-FFF2-40B4-BE49-F238E27FC236}">
                <a16:creationId xmlns:a16="http://schemas.microsoft.com/office/drawing/2014/main" id="{B4A1EAB0-8414-4DA2-B992-3AC8C7058C3F}"/>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26" name="narrative-number">
            <a:extLst xmlns:a="http://schemas.openxmlformats.org/drawingml/2006/main">
              <a:ext uri="{FF2B5EF4-FFF2-40B4-BE49-F238E27FC236}">
                <a16:creationId xmlns:a16="http://schemas.microsoft.com/office/drawing/2014/main" id="{171F41DA-D4F8-420F-BB1A-011659DA56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4579938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7" name="section-label">
            <a:extLst xmlns:a="http://schemas.openxmlformats.org/drawingml/2006/main">
              <a:ext uri="{FF2B5EF4-FFF2-40B4-BE49-F238E27FC236}">
                <a16:creationId xmlns:a16="http://schemas.microsoft.com/office/drawing/2014/main" id="{BF0A4923-3D8F-484B-B48C-846B8900537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28" name="section-rule">
            <a:extLst xmlns:a="http://schemas.openxmlformats.org/drawingml/2006/main">
              <a:ext uri="{FF2B5EF4-FFF2-40B4-BE49-F238E27FC236}">
                <a16:creationId xmlns:a16="http://schemas.microsoft.com/office/drawing/2014/main" id="{48AF906F-CFB7-4F66-8421-551C5DFD926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section-title">
            <a:extLst xmlns:a="http://schemas.openxmlformats.org/drawingml/2006/main">
              <a:ext uri="{FF2B5EF4-FFF2-40B4-BE49-F238E27FC236}">
                <a16:creationId xmlns:a16="http://schemas.microsoft.com/office/drawing/2014/main" id="{6754F078-43A4-4380-A86B-0366A46B9A0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30" name="narrative-number">
            <a:extLst xmlns:a="http://schemas.openxmlformats.org/drawingml/2006/main">
              <a:ext uri="{FF2B5EF4-FFF2-40B4-BE49-F238E27FC236}">
                <a16:creationId xmlns:a16="http://schemas.microsoft.com/office/drawing/2014/main" id="{32244B11-136C-4744-81E8-87A894BB38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59714554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1" name="!!area-name">
            <a:extLst xmlns:a="http://schemas.openxmlformats.org/drawingml/2006/main">
              <a:ext uri="{FF2B5EF4-FFF2-40B4-BE49-F238E27FC236}">
                <a16:creationId xmlns:a16="http://schemas.microsoft.com/office/drawing/2014/main" id="{E9C0622B-2EAC-4A7C-BBDF-DC5320265A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8" name="mini-map"/>
          <p:cNvPicPr>
            <a:picLocks xmlns:a="http://schemas.openxmlformats.org/drawingml/2006/main" noChangeAspect="1"/>
          </p:cNvPicPr>
          <p:nvPr/>
        </p:nvPicPr>
        <p:blipFill>
          <a:blip xmlns:r="http://schemas.openxmlformats.org/officeDocument/2006/relationships" xmlns:a="http://schemas.openxmlformats.org/drawingml/2006/main" r:embed="Rb15b2f96245a45c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3" name="slide-title">
            <a:extLst xmlns:a="http://schemas.openxmlformats.org/drawingml/2006/main">
              <a:ext uri="{FF2B5EF4-FFF2-40B4-BE49-F238E27FC236}">
                <a16:creationId xmlns:a16="http://schemas.microsoft.com/office/drawing/2014/main" id="{97B4DF2A-ED33-45FB-9565-0F4996F31A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34" name="header-divider">
            <a:extLst xmlns:a="http://schemas.openxmlformats.org/drawingml/2006/main">
              <a:ext uri="{FF2B5EF4-FFF2-40B4-BE49-F238E27FC236}">
                <a16:creationId xmlns:a16="http://schemas.microsoft.com/office/drawing/2014/main" id="{765BAAE0-3058-486D-AD7F-B4657443E5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1"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6" name="narrative-number">
            <a:extLst xmlns:a="http://schemas.openxmlformats.org/drawingml/2006/main">
              <a:ext uri="{FF2B5EF4-FFF2-40B4-BE49-F238E27FC236}">
                <a16:creationId xmlns:a16="http://schemas.microsoft.com/office/drawing/2014/main" id="{52B909C6-F97C-4865-8A3C-E162073DC1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36642457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7" name="!!area-name">
            <a:extLst xmlns:a="http://schemas.openxmlformats.org/drawingml/2006/main">
              <a:ext uri="{FF2B5EF4-FFF2-40B4-BE49-F238E27FC236}">
                <a16:creationId xmlns:a16="http://schemas.microsoft.com/office/drawing/2014/main" id="{9827FFB4-367F-42D3-B5AF-9B4C9DBED3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44" name="mini-map"/>
          <p:cNvPicPr>
            <a:picLocks xmlns:a="http://schemas.openxmlformats.org/drawingml/2006/main" noChangeAspect="1"/>
          </p:cNvPicPr>
          <p:nvPr/>
        </p:nvPicPr>
        <p:blipFill>
          <a:blip xmlns:r="http://schemas.openxmlformats.org/officeDocument/2006/relationships" xmlns:a="http://schemas.openxmlformats.org/drawingml/2006/main" r:embed="R02de7e52e33741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9" name="slide-title">
            <a:extLst xmlns:a="http://schemas.openxmlformats.org/drawingml/2006/main">
              <a:ext uri="{FF2B5EF4-FFF2-40B4-BE49-F238E27FC236}">
                <a16:creationId xmlns:a16="http://schemas.microsoft.com/office/drawing/2014/main" id="{02015933-013D-4BD8-93FA-4C96E687D1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40" name="header-divider">
            <a:extLst xmlns:a="http://schemas.openxmlformats.org/drawingml/2006/main">
              <a:ext uri="{FF2B5EF4-FFF2-40B4-BE49-F238E27FC236}">
                <a16:creationId xmlns:a16="http://schemas.microsoft.com/office/drawing/2014/main" id="{B12998DD-CAF6-4B6B-BA6B-A50CC17C59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7"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42" name="narrative-number">
            <a:extLst xmlns:a="http://schemas.openxmlformats.org/drawingml/2006/main">
              <a:ext uri="{FF2B5EF4-FFF2-40B4-BE49-F238E27FC236}">
                <a16:creationId xmlns:a16="http://schemas.microsoft.com/office/drawing/2014/main" id="{E5DF1C59-88C4-427C-BEBB-B6D19FE5ED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84742474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3" name="!!area-name">
            <a:extLst xmlns:a="http://schemas.openxmlformats.org/drawingml/2006/main">
              <a:ext uri="{FF2B5EF4-FFF2-40B4-BE49-F238E27FC236}">
                <a16:creationId xmlns:a16="http://schemas.microsoft.com/office/drawing/2014/main" id="{E1BB3D54-91D0-4139-8482-A5D8A3AB77D3}"/>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44" name="header-divider">
            <a:extLst xmlns:a="http://schemas.openxmlformats.org/drawingml/2006/main">
              <a:ext uri="{FF2B5EF4-FFF2-40B4-BE49-F238E27FC236}">
                <a16:creationId xmlns:a16="http://schemas.microsoft.com/office/drawing/2014/main" id="{5AFD54B9-9A36-4964-9655-0455A84561C7}"/>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5" name="45-shape-1">
            <a:extLst xmlns:a="http://schemas.openxmlformats.org/drawingml/2006/main">
              <a:ext uri="{FF2B5EF4-FFF2-40B4-BE49-F238E27FC236}">
                <a16:creationId xmlns:a16="http://schemas.microsoft.com/office/drawing/2014/main" id="{529BB7E4-2A7B-48DD-ABED-2FA8D5EB67BC}"/>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6" name="45-shape-2">
            <a:extLst xmlns:a="http://schemas.openxmlformats.org/drawingml/2006/main">
              <a:ext uri="{FF2B5EF4-FFF2-40B4-BE49-F238E27FC236}">
                <a16:creationId xmlns:a16="http://schemas.microsoft.com/office/drawing/2014/main" id="{1208F115-EE36-4022-BDFB-19E0AE02B4A2}"/>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7" name="45-text-3">
            <a:extLst xmlns:a="http://schemas.openxmlformats.org/drawingml/2006/main">
              <a:ext uri="{FF2B5EF4-FFF2-40B4-BE49-F238E27FC236}">
                <a16:creationId xmlns:a16="http://schemas.microsoft.com/office/drawing/2014/main" id="{1ACFE8DF-0BA3-415C-9E17-BFB4E6023D4A}"/>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48" name="45-text-4">
            <a:extLst xmlns:a="http://schemas.openxmlformats.org/drawingml/2006/main">
              <a:ext uri="{FF2B5EF4-FFF2-40B4-BE49-F238E27FC236}">
                <a16:creationId xmlns:a16="http://schemas.microsoft.com/office/drawing/2014/main" id="{C110F0ED-32D8-4958-AF44-38D4488323D1}"/>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9" name="45-shape-5">
            <a:extLst xmlns:a="http://schemas.openxmlformats.org/drawingml/2006/main">
              <a:ext uri="{FF2B5EF4-FFF2-40B4-BE49-F238E27FC236}">
                <a16:creationId xmlns:a16="http://schemas.microsoft.com/office/drawing/2014/main" id="{BD46EA2F-6B2B-45CB-A82F-5FB2E9EE3A27}"/>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0" name="45-shape-6">
            <a:extLst xmlns:a="http://schemas.openxmlformats.org/drawingml/2006/main">
              <a:ext uri="{FF2B5EF4-FFF2-40B4-BE49-F238E27FC236}">
                <a16:creationId xmlns:a16="http://schemas.microsoft.com/office/drawing/2014/main" id="{414F4BB9-56F1-41F3-8FC3-40E07844BAC0}"/>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1" name="45-text-7">
            <a:extLst xmlns:a="http://schemas.openxmlformats.org/drawingml/2006/main">
              <a:ext uri="{FF2B5EF4-FFF2-40B4-BE49-F238E27FC236}">
                <a16:creationId xmlns:a16="http://schemas.microsoft.com/office/drawing/2014/main" id="{021235C0-8C11-4045-A939-407A92271D3B}"/>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52" name="45-text-8">
            <a:extLst xmlns:a="http://schemas.openxmlformats.org/drawingml/2006/main">
              <a:ext uri="{FF2B5EF4-FFF2-40B4-BE49-F238E27FC236}">
                <a16:creationId xmlns:a16="http://schemas.microsoft.com/office/drawing/2014/main" id="{5036548A-C91D-4837-9776-F3F0C2D27C6B}"/>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53" name="45-shape-9">
            <a:extLst xmlns:a="http://schemas.openxmlformats.org/drawingml/2006/main">
              <a:ext uri="{FF2B5EF4-FFF2-40B4-BE49-F238E27FC236}">
                <a16:creationId xmlns:a16="http://schemas.microsoft.com/office/drawing/2014/main" id="{16607B60-4FC5-4B05-B96B-B74FF8DDCAF6}"/>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4" name="45-shape-10">
            <a:extLst xmlns:a="http://schemas.openxmlformats.org/drawingml/2006/main">
              <a:ext uri="{FF2B5EF4-FFF2-40B4-BE49-F238E27FC236}">
                <a16:creationId xmlns:a16="http://schemas.microsoft.com/office/drawing/2014/main" id="{A4B8BA2F-66A4-4C2F-9BC4-D93CA2424766}"/>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5" name="45-text-11">
            <a:extLst xmlns:a="http://schemas.openxmlformats.org/drawingml/2006/main">
              <a:ext uri="{FF2B5EF4-FFF2-40B4-BE49-F238E27FC236}">
                <a16:creationId xmlns:a16="http://schemas.microsoft.com/office/drawing/2014/main" id="{1578C462-B2B6-46E2-A6F2-510BC52A5212}"/>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56" name="45-text-12">
            <a:extLst xmlns:a="http://schemas.openxmlformats.org/drawingml/2006/main">
              <a:ext uri="{FF2B5EF4-FFF2-40B4-BE49-F238E27FC236}">
                <a16:creationId xmlns:a16="http://schemas.microsoft.com/office/drawing/2014/main" id="{DD1B329B-1A6C-410D-963C-51ADC6046B28}"/>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57" name="45-shape-13">
            <a:extLst xmlns:a="http://schemas.openxmlformats.org/drawingml/2006/main">
              <a:ext uri="{FF2B5EF4-FFF2-40B4-BE49-F238E27FC236}">
                <a16:creationId xmlns:a16="http://schemas.microsoft.com/office/drawing/2014/main" id="{2334B6D0-EC4D-49A7-87B2-25DE6D9F7107}"/>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8" name="45-shape-14">
            <a:extLst xmlns:a="http://schemas.openxmlformats.org/drawingml/2006/main">
              <a:ext uri="{FF2B5EF4-FFF2-40B4-BE49-F238E27FC236}">
                <a16:creationId xmlns:a16="http://schemas.microsoft.com/office/drawing/2014/main" id="{49B69288-5737-458A-8988-3FA0E20A9BC1}"/>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9" name="45-text-15">
            <a:extLst xmlns:a="http://schemas.openxmlformats.org/drawingml/2006/main">
              <a:ext uri="{FF2B5EF4-FFF2-40B4-BE49-F238E27FC236}">
                <a16:creationId xmlns:a16="http://schemas.microsoft.com/office/drawing/2014/main" id="{8BF54784-D409-42A1-9CBC-598FA840A9F0}"/>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60" name="45-text-16">
            <a:extLst xmlns:a="http://schemas.openxmlformats.org/drawingml/2006/main">
              <a:ext uri="{FF2B5EF4-FFF2-40B4-BE49-F238E27FC236}">
                <a16:creationId xmlns:a16="http://schemas.microsoft.com/office/drawing/2014/main" id="{05AEE5AB-13E8-464A-AFC2-194C78232917}"/>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61" name="45-shape-17">
            <a:extLst xmlns:a="http://schemas.openxmlformats.org/drawingml/2006/main">
              <a:ext uri="{FF2B5EF4-FFF2-40B4-BE49-F238E27FC236}">
                <a16:creationId xmlns:a16="http://schemas.microsoft.com/office/drawing/2014/main" id="{5D3573F3-2842-4316-BFD1-2C169DF2FE0A}"/>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2" name="45-shape-18">
            <a:extLst xmlns:a="http://schemas.openxmlformats.org/drawingml/2006/main">
              <a:ext uri="{FF2B5EF4-FFF2-40B4-BE49-F238E27FC236}">
                <a16:creationId xmlns:a16="http://schemas.microsoft.com/office/drawing/2014/main" id="{A5EDB711-003B-4EB2-8D7C-FD93A2CC75EB}"/>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63" name="45-text-19">
            <a:extLst xmlns:a="http://schemas.openxmlformats.org/drawingml/2006/main">
              <a:ext uri="{FF2B5EF4-FFF2-40B4-BE49-F238E27FC236}">
                <a16:creationId xmlns:a16="http://schemas.microsoft.com/office/drawing/2014/main" id="{AD9A18D4-200C-4643-922F-04DBBB035528}"/>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64" name="45-text-20">
            <a:extLst xmlns:a="http://schemas.openxmlformats.org/drawingml/2006/main">
              <a:ext uri="{FF2B5EF4-FFF2-40B4-BE49-F238E27FC236}">
                <a16:creationId xmlns:a16="http://schemas.microsoft.com/office/drawing/2014/main" id="{CAA0F330-DE86-4FC7-9885-E3D76DD7FB3C}"/>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65" name="45-shape-21">
            <a:extLst xmlns:a="http://schemas.openxmlformats.org/drawingml/2006/main">
              <a:ext uri="{FF2B5EF4-FFF2-40B4-BE49-F238E27FC236}">
                <a16:creationId xmlns:a16="http://schemas.microsoft.com/office/drawing/2014/main" id="{717CDEAF-32F7-438B-AF8C-6A482988B845}"/>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6" name="45-shape-22">
            <a:extLst xmlns:a="http://schemas.openxmlformats.org/drawingml/2006/main">
              <a:ext uri="{FF2B5EF4-FFF2-40B4-BE49-F238E27FC236}">
                <a16:creationId xmlns:a16="http://schemas.microsoft.com/office/drawing/2014/main" id="{BFE1B3A8-9845-41C1-8074-0062EE0BF434}"/>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7" name="45-text-23">
            <a:extLst xmlns:a="http://schemas.openxmlformats.org/drawingml/2006/main">
              <a:ext uri="{FF2B5EF4-FFF2-40B4-BE49-F238E27FC236}">
                <a16:creationId xmlns:a16="http://schemas.microsoft.com/office/drawing/2014/main" id="{87621999-BF8F-4CE6-95CA-E9CEC59D25A8}"/>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68" name="45-text-24">
            <a:extLst xmlns:a="http://schemas.openxmlformats.org/drawingml/2006/main">
              <a:ext uri="{FF2B5EF4-FFF2-40B4-BE49-F238E27FC236}">
                <a16:creationId xmlns:a16="http://schemas.microsoft.com/office/drawing/2014/main" id="{6CC1E508-F9EC-40AA-B136-41D495240182}"/>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9" name="narrative-number">
            <a:extLst xmlns:a="http://schemas.openxmlformats.org/drawingml/2006/main">
              <a:ext uri="{FF2B5EF4-FFF2-40B4-BE49-F238E27FC236}">
                <a16:creationId xmlns:a16="http://schemas.microsoft.com/office/drawing/2014/main" id="{CE4AF6E6-6E9C-44DF-913D-6452F622C9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945406664"/>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area-name">
            <a:extLst xmlns:a="http://schemas.openxmlformats.org/drawingml/2006/main">
              <a:ext uri="{FF2B5EF4-FFF2-40B4-BE49-F238E27FC236}">
                <a16:creationId xmlns:a16="http://schemas.microsoft.com/office/drawing/2014/main" id="{BC7DA155-835E-4D31-A1F7-3DC075A155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8" name="mini-map"/>
          <p:cNvPicPr>
            <a:picLocks xmlns:a="http://schemas.openxmlformats.org/drawingml/2006/main" noChangeAspect="1"/>
          </p:cNvPicPr>
          <p:nvPr/>
        </p:nvPicPr>
        <p:blipFill>
          <a:blip xmlns:r="http://schemas.openxmlformats.org/officeDocument/2006/relationships" xmlns:a="http://schemas.openxmlformats.org/drawingml/2006/main" r:embed="Rfd242d484aff41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2" name="slide-title">
            <a:extLst xmlns:a="http://schemas.openxmlformats.org/drawingml/2006/main">
              <a:ext uri="{FF2B5EF4-FFF2-40B4-BE49-F238E27FC236}">
                <a16:creationId xmlns:a16="http://schemas.microsoft.com/office/drawing/2014/main" id="{4D53E464-57AC-4AEB-9C05-E634358524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73" name="header-divider">
            <a:extLst xmlns:a="http://schemas.openxmlformats.org/drawingml/2006/main">
              <a:ext uri="{FF2B5EF4-FFF2-40B4-BE49-F238E27FC236}">
                <a16:creationId xmlns:a16="http://schemas.microsoft.com/office/drawing/2014/main" id="{A13919C9-F0A3-4E5D-B0C2-C96E388D74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4" name="46-shape-1">
            <a:extLst xmlns:a="http://schemas.openxmlformats.org/drawingml/2006/main">
              <a:ext uri="{FF2B5EF4-FFF2-40B4-BE49-F238E27FC236}">
                <a16:creationId xmlns:a16="http://schemas.microsoft.com/office/drawing/2014/main" id="{A6B3CDC1-7FBC-41CE-A2ED-B0541370D1D5}"/>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5" name="46-text-2">
            <a:extLst xmlns:a="http://schemas.openxmlformats.org/drawingml/2006/main">
              <a:ext uri="{FF2B5EF4-FFF2-40B4-BE49-F238E27FC236}">
                <a16:creationId xmlns:a16="http://schemas.microsoft.com/office/drawing/2014/main" id="{A52C1596-D38E-4B26-BCC6-943E76D0CA41}"/>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76" name="46-text-3">
            <a:extLst xmlns:a="http://schemas.openxmlformats.org/drawingml/2006/main">
              <a:ext uri="{FF2B5EF4-FFF2-40B4-BE49-F238E27FC236}">
                <a16:creationId xmlns:a16="http://schemas.microsoft.com/office/drawing/2014/main" id="{6ECF7970-BB9B-4E55-8FCB-1F043E064865}"/>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77" name="46-shape-4">
            <a:extLst xmlns:a="http://schemas.openxmlformats.org/drawingml/2006/main">
              <a:ext uri="{FF2B5EF4-FFF2-40B4-BE49-F238E27FC236}">
                <a16:creationId xmlns:a16="http://schemas.microsoft.com/office/drawing/2014/main" id="{AFD1A931-8AAF-4DD3-A17D-252F16E4B6F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8" name="46-text-5">
            <a:extLst xmlns:a="http://schemas.openxmlformats.org/drawingml/2006/main">
              <a:ext uri="{FF2B5EF4-FFF2-40B4-BE49-F238E27FC236}">
                <a16:creationId xmlns:a16="http://schemas.microsoft.com/office/drawing/2014/main" id="{D6E17F30-3F44-4F27-AA9C-FBE7CB98A8D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9" name="46-text-6">
            <a:extLst xmlns:a="http://schemas.openxmlformats.org/drawingml/2006/main">
              <a:ext uri="{FF2B5EF4-FFF2-40B4-BE49-F238E27FC236}">
                <a16:creationId xmlns:a16="http://schemas.microsoft.com/office/drawing/2014/main" id="{56B918B3-71D1-49A2-8410-D718B23EE310}"/>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80" name="46-shape-7">
            <a:extLst xmlns:a="http://schemas.openxmlformats.org/drawingml/2006/main">
              <a:ext uri="{FF2B5EF4-FFF2-40B4-BE49-F238E27FC236}">
                <a16:creationId xmlns:a16="http://schemas.microsoft.com/office/drawing/2014/main" id="{7F1BEEFE-64CD-4777-BC50-25448755D1A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1" name="46-text-8">
            <a:extLst xmlns:a="http://schemas.openxmlformats.org/drawingml/2006/main">
              <a:ext uri="{FF2B5EF4-FFF2-40B4-BE49-F238E27FC236}">
                <a16:creationId xmlns:a16="http://schemas.microsoft.com/office/drawing/2014/main" id="{C789633B-3739-46DB-BD3C-58FF12FAB81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82" name="46-text-9">
            <a:extLst xmlns:a="http://schemas.openxmlformats.org/drawingml/2006/main">
              <a:ext uri="{FF2B5EF4-FFF2-40B4-BE49-F238E27FC236}">
                <a16:creationId xmlns:a16="http://schemas.microsoft.com/office/drawing/2014/main" id="{4C04EBA7-D8D1-424D-AB68-5C578B7DCC33}"/>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83" name="46-shape-10">
            <a:extLst xmlns:a="http://schemas.openxmlformats.org/drawingml/2006/main">
              <a:ext uri="{FF2B5EF4-FFF2-40B4-BE49-F238E27FC236}">
                <a16:creationId xmlns:a16="http://schemas.microsoft.com/office/drawing/2014/main" id="{C3879B76-F678-4231-97A2-BE271B8616AB}"/>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4" name="46-text-11">
            <a:extLst xmlns:a="http://schemas.openxmlformats.org/drawingml/2006/main">
              <a:ext uri="{FF2B5EF4-FFF2-40B4-BE49-F238E27FC236}">
                <a16:creationId xmlns:a16="http://schemas.microsoft.com/office/drawing/2014/main" id="{09B6C2C1-77D8-4D6F-81F6-8ED0CEA0A2E7}"/>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85" name="46-text-12">
            <a:extLst xmlns:a="http://schemas.openxmlformats.org/drawingml/2006/main">
              <a:ext uri="{FF2B5EF4-FFF2-40B4-BE49-F238E27FC236}">
                <a16:creationId xmlns:a16="http://schemas.microsoft.com/office/drawing/2014/main" id="{A5B31947-873C-420B-BE46-E074CB734E20}"/>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86" name="narrative-number">
            <a:extLst xmlns:a="http://schemas.openxmlformats.org/drawingml/2006/main">
              <a:ext uri="{FF2B5EF4-FFF2-40B4-BE49-F238E27FC236}">
                <a16:creationId xmlns:a16="http://schemas.microsoft.com/office/drawing/2014/main" id="{9200111D-CF7F-4075-A652-1C91419B4B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183512639"/>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7" name="47-text-1">
            <a:extLst xmlns:a="http://schemas.openxmlformats.org/drawingml/2006/main">
              <a:ext uri="{FF2B5EF4-FFF2-40B4-BE49-F238E27FC236}">
                <a16:creationId xmlns:a16="http://schemas.microsoft.com/office/drawing/2014/main" id="{9690C2FF-BDE4-4CFC-9E3C-4141FC81B696}"/>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88" name="47-text-2">
            <a:extLst xmlns:a="http://schemas.openxmlformats.org/drawingml/2006/main">
              <a:ext uri="{FF2B5EF4-FFF2-40B4-BE49-F238E27FC236}">
                <a16:creationId xmlns:a16="http://schemas.microsoft.com/office/drawing/2014/main" id="{1E3C5ECD-F8AA-459F-A6F1-3322330FC2F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9" name="47-text-3">
            <a:extLst xmlns:a="http://schemas.openxmlformats.org/drawingml/2006/main">
              <a:ext uri="{FF2B5EF4-FFF2-40B4-BE49-F238E27FC236}">
                <a16:creationId xmlns:a16="http://schemas.microsoft.com/office/drawing/2014/main" id="{5791F5C1-B5A9-417C-9AE1-CAE5DDC3785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90" name="narrative-number">
            <a:extLst xmlns:a="http://schemas.openxmlformats.org/drawingml/2006/main">
              <a:ext uri="{FF2B5EF4-FFF2-40B4-BE49-F238E27FC236}">
                <a16:creationId xmlns:a16="http://schemas.microsoft.com/office/drawing/2014/main" id="{7472EBDE-85D8-41E5-9DE9-63955C84B2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47299784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1" name="slide-title">
            <a:extLst xmlns:a="http://schemas.openxmlformats.org/drawingml/2006/main">
              <a:ext uri="{FF2B5EF4-FFF2-40B4-BE49-F238E27FC236}">
                <a16:creationId xmlns:a16="http://schemas.microsoft.com/office/drawing/2014/main" id="{67D46700-A14B-47D7-98D7-2B9BE355275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92" name="header-divider">
            <a:extLst xmlns:a="http://schemas.openxmlformats.org/drawingml/2006/main">
              <a:ext uri="{FF2B5EF4-FFF2-40B4-BE49-F238E27FC236}">
                <a16:creationId xmlns:a16="http://schemas.microsoft.com/office/drawing/2014/main" id="{192EF998-0EBC-4455-9240-8B0CF9DD91A3}"/>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3" name="48-text-1">
            <a:extLst xmlns:a="http://schemas.openxmlformats.org/drawingml/2006/main">
              <a:ext uri="{FF2B5EF4-FFF2-40B4-BE49-F238E27FC236}">
                <a16:creationId xmlns:a16="http://schemas.microsoft.com/office/drawing/2014/main" id="{D88908F6-CD13-42D8-B674-73ADBF072D04}"/>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94" name="48-text-2">
            <a:extLst xmlns:a="http://schemas.openxmlformats.org/drawingml/2006/main">
              <a:ext uri="{FF2B5EF4-FFF2-40B4-BE49-F238E27FC236}">
                <a16:creationId xmlns:a16="http://schemas.microsoft.com/office/drawing/2014/main" id="{9540297E-7046-4BD4-8ACA-26DFFA60796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95" name="48-text-3">
            <a:extLst xmlns:a="http://schemas.openxmlformats.org/drawingml/2006/main">
              <a:ext uri="{FF2B5EF4-FFF2-40B4-BE49-F238E27FC236}">
                <a16:creationId xmlns:a16="http://schemas.microsoft.com/office/drawing/2014/main" id="{7386A0BE-61C9-4943-ADFF-489931313A62}"/>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96" name="48-text-4">
            <a:extLst xmlns:a="http://schemas.openxmlformats.org/drawingml/2006/main">
              <a:ext uri="{FF2B5EF4-FFF2-40B4-BE49-F238E27FC236}">
                <a16:creationId xmlns:a16="http://schemas.microsoft.com/office/drawing/2014/main" id="{B7DD1B1A-752D-415D-B8F3-00E2C4C26FEA}"/>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7" name="48-text-5">
            <a:extLst xmlns:a="http://schemas.openxmlformats.org/drawingml/2006/main">
              <a:ext uri="{FF2B5EF4-FFF2-40B4-BE49-F238E27FC236}">
                <a16:creationId xmlns:a16="http://schemas.microsoft.com/office/drawing/2014/main" id="{45E5BBA1-B8C6-4324-AEE3-0248EC37358B}"/>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8" name="48-text-6">
            <a:extLst xmlns:a="http://schemas.openxmlformats.org/drawingml/2006/main">
              <a:ext uri="{FF2B5EF4-FFF2-40B4-BE49-F238E27FC236}">
                <a16:creationId xmlns:a16="http://schemas.microsoft.com/office/drawing/2014/main" id="{FE5CE3BD-B5DD-4FB9-816E-B23728C69570}"/>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9" name="48-text-7">
            <a:extLst xmlns:a="http://schemas.openxmlformats.org/drawingml/2006/main">
              <a:ext uri="{FF2B5EF4-FFF2-40B4-BE49-F238E27FC236}">
                <a16:creationId xmlns:a16="http://schemas.microsoft.com/office/drawing/2014/main" id="{63604D02-0406-4062-A3B8-634BAC850523}"/>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00" name="48-text-8">
            <a:extLst xmlns:a="http://schemas.openxmlformats.org/drawingml/2006/main">
              <a:ext uri="{FF2B5EF4-FFF2-40B4-BE49-F238E27FC236}">
                <a16:creationId xmlns:a16="http://schemas.microsoft.com/office/drawing/2014/main" id="{EA851222-AD7D-4AF5-A9B4-20E94F40B95B}"/>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01" name="48-text-9">
            <a:extLst xmlns:a="http://schemas.openxmlformats.org/drawingml/2006/main">
              <a:ext uri="{FF2B5EF4-FFF2-40B4-BE49-F238E27FC236}">
                <a16:creationId xmlns:a16="http://schemas.microsoft.com/office/drawing/2014/main" id="{22FA3631-5668-4444-8A23-95E6FBA8189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02" name="48-text-10">
            <a:extLst xmlns:a="http://schemas.openxmlformats.org/drawingml/2006/main">
              <a:ext uri="{FF2B5EF4-FFF2-40B4-BE49-F238E27FC236}">
                <a16:creationId xmlns:a16="http://schemas.microsoft.com/office/drawing/2014/main" id="{2C448930-558A-4B67-8393-EC8A10A4C97A}"/>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03" name="48-text-11">
            <a:extLst xmlns:a="http://schemas.openxmlformats.org/drawingml/2006/main">
              <a:ext uri="{FF2B5EF4-FFF2-40B4-BE49-F238E27FC236}">
                <a16:creationId xmlns:a16="http://schemas.microsoft.com/office/drawing/2014/main" id="{C8EA251E-551E-4340-A5BA-EA788CC4A912}"/>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04" name="48-text-12">
            <a:extLst xmlns:a="http://schemas.openxmlformats.org/drawingml/2006/main">
              <a:ext uri="{FF2B5EF4-FFF2-40B4-BE49-F238E27FC236}">
                <a16:creationId xmlns:a16="http://schemas.microsoft.com/office/drawing/2014/main" id="{B71F195E-A937-4C7B-96FE-5BF4584533AA}"/>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05" name="narrative-number">
            <a:extLst xmlns:a="http://schemas.openxmlformats.org/drawingml/2006/main">
              <a:ext uri="{FF2B5EF4-FFF2-40B4-BE49-F238E27FC236}">
                <a16:creationId xmlns:a16="http://schemas.microsoft.com/office/drawing/2014/main" id="{575C8D42-C4E8-4B00-AA0F-115932761C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3186500603"/>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2026-09-16T22:31:20.8800000Z</dcterms:created>
  <dcterms:modified xsi:type="dcterms:W3CDTF">2026-09-16T22:31:20.8800000Z</dcterms:modified>
</coreProperties>
</file>