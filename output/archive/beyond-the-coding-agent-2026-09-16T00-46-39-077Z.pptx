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83a62bc4a6459f" /><Relationship Type="http://schemas.openxmlformats.org/officeDocument/2006/relationships/extended-properties" Target="/docProps/app.xml" Id="R5bef4e0e7e9a49f8" /><Relationship Type="http://schemas.openxmlformats.org/officeDocument/2006/relationships/officeDocument" Target="/ppt/presentation.xml" Id="Rce532734307049b7"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3b5c37c41336482f"/>
    <p:sldMasterId xmlns:r="http://schemas.openxmlformats.org/officeDocument/2006/relationships" id="2147483650" r:id="R47b87fb541a2412f"/>
  </p:sldMasterIdLst>
  <p:notesMasterIdLst>
    <p:notesMasterId xmlns:r="http://schemas.openxmlformats.org/officeDocument/2006/relationships" r:id="Rbc4e8a372c7d4245"/>
  </p:notesMasterIdLst>
  <p:sldIdLst>
    <p:sldId xmlns:r="http://schemas.openxmlformats.org/officeDocument/2006/relationships" id="256" r:id="Rd057dec97c864045"/>
    <p:sldId xmlns:r="http://schemas.openxmlformats.org/officeDocument/2006/relationships" id="257" r:id="R6b4b31fda6694829"/>
    <p:sldId xmlns:r="http://schemas.openxmlformats.org/officeDocument/2006/relationships" id="258" r:id="R87e63c58e13c4e3b"/>
    <p:sldId xmlns:r="http://schemas.openxmlformats.org/officeDocument/2006/relationships" id="259" r:id="Rbeb74c9a1f3840d5"/>
    <p:sldId xmlns:r="http://schemas.openxmlformats.org/officeDocument/2006/relationships" id="260" r:id="R5489576cc9f24b55"/>
    <p:sldId xmlns:r="http://schemas.openxmlformats.org/officeDocument/2006/relationships" id="261" r:id="Rc47c305f18a344a2"/>
    <p:sldId xmlns:r="http://schemas.openxmlformats.org/officeDocument/2006/relationships" id="262" r:id="R7e20c50956b34a0d"/>
    <p:sldId xmlns:r="http://schemas.openxmlformats.org/officeDocument/2006/relationships" id="263" r:id="R33c1c4bdbb1f4760"/>
    <p:sldId xmlns:r="http://schemas.openxmlformats.org/officeDocument/2006/relationships" id="264" r:id="Rae5655ee01dd4388"/>
    <p:sldId xmlns:r="http://schemas.openxmlformats.org/officeDocument/2006/relationships" id="265" r:id="R8ea81061914d4148"/>
    <p:sldId xmlns:r="http://schemas.openxmlformats.org/officeDocument/2006/relationships" id="266" r:id="Rde796be3813147b5"/>
    <p:sldId xmlns:r="http://schemas.openxmlformats.org/officeDocument/2006/relationships" id="267" r:id="R306604e434f84147"/>
    <p:sldId xmlns:r="http://schemas.openxmlformats.org/officeDocument/2006/relationships" id="268" r:id="R25c14a06fb0449ec"/>
    <p:sldId xmlns:r="http://schemas.openxmlformats.org/officeDocument/2006/relationships" id="269" r:id="Rcd295dd3af6a4c3e"/>
    <p:sldId xmlns:r="http://schemas.openxmlformats.org/officeDocument/2006/relationships" id="270" r:id="R0f6b98e6ca1042d1"/>
    <p:sldId xmlns:r="http://schemas.openxmlformats.org/officeDocument/2006/relationships" id="271" r:id="R3e10a0d2412f41cc"/>
    <p:sldId xmlns:r="http://schemas.openxmlformats.org/officeDocument/2006/relationships" id="272" r:id="R337ada26cc31462b"/>
    <p:sldId xmlns:r="http://schemas.openxmlformats.org/officeDocument/2006/relationships" id="273" r:id="Rb81c834219db4a44"/>
    <p:sldId xmlns:r="http://schemas.openxmlformats.org/officeDocument/2006/relationships" id="274" r:id="R084b48d31fb34954"/>
    <p:sldId xmlns:r="http://schemas.openxmlformats.org/officeDocument/2006/relationships" id="275" r:id="R40966e0bea824b18"/>
    <p:sldId xmlns:r="http://schemas.openxmlformats.org/officeDocument/2006/relationships" id="276" r:id="R5b32d460ef0f4e79"/>
    <p:sldId xmlns:r="http://schemas.openxmlformats.org/officeDocument/2006/relationships" id="277" r:id="R928f5bf0ad0444cd"/>
    <p:sldId xmlns:r="http://schemas.openxmlformats.org/officeDocument/2006/relationships" id="278" r:id="R8519a4c0b66e4eb0"/>
    <p:sldId xmlns:r="http://schemas.openxmlformats.org/officeDocument/2006/relationships" id="279" r:id="Ra97d97782d204977"/>
    <p:sldId xmlns:r="http://schemas.openxmlformats.org/officeDocument/2006/relationships" id="280" r:id="R2f3b689796534595"/>
    <p:sldId xmlns:r="http://schemas.openxmlformats.org/officeDocument/2006/relationships" id="281" r:id="Raa75c36e266a4134"/>
    <p:sldId xmlns:r="http://schemas.openxmlformats.org/officeDocument/2006/relationships" id="282" r:id="R015baa4107b84775"/>
    <p:sldId xmlns:r="http://schemas.openxmlformats.org/officeDocument/2006/relationships" id="283" r:id="Ra32778083bcd4906"/>
    <p:sldId xmlns:r="http://schemas.openxmlformats.org/officeDocument/2006/relationships" id="284" r:id="Re22e5e9af6054fcf"/>
    <p:sldId xmlns:r="http://schemas.openxmlformats.org/officeDocument/2006/relationships" id="285" r:id="R83b7696a25774692"/>
    <p:sldId xmlns:r="http://schemas.openxmlformats.org/officeDocument/2006/relationships" id="286" r:id="Rac59030de3dc4862"/>
    <p:sldId xmlns:r="http://schemas.openxmlformats.org/officeDocument/2006/relationships" id="287" r:id="R934a2386fa1a453c"/>
    <p:sldId xmlns:r="http://schemas.openxmlformats.org/officeDocument/2006/relationships" id="288" r:id="R7c22305ec9a94ce7"/>
    <p:sldId xmlns:r="http://schemas.openxmlformats.org/officeDocument/2006/relationships" id="289" r:id="Rdaba619471614b66"/>
    <p:sldId xmlns:r="http://schemas.openxmlformats.org/officeDocument/2006/relationships" id="290" r:id="Re6d92e8166384369"/>
    <p:sldId xmlns:r="http://schemas.openxmlformats.org/officeDocument/2006/relationships" id="291" r:id="R0021f9417cbf4431"/>
    <p:sldId xmlns:r="http://schemas.openxmlformats.org/officeDocument/2006/relationships" id="292" r:id="Re426a80c66984eb0"/>
    <p:sldId xmlns:r="http://schemas.openxmlformats.org/officeDocument/2006/relationships" id="293" r:id="Rd3ae7e7f7edf4aff"/>
    <p:sldId xmlns:r="http://schemas.openxmlformats.org/officeDocument/2006/relationships" id="294" r:id="R20c55ce73d6b4202"/>
    <p:sldId xmlns:r="http://schemas.openxmlformats.org/officeDocument/2006/relationships" id="295" r:id="R7fc689de281749d5"/>
    <p:sldId xmlns:r="http://schemas.openxmlformats.org/officeDocument/2006/relationships" id="296" r:id="R7fb90ec6831c45d8"/>
    <p:sldId xmlns:r="http://schemas.openxmlformats.org/officeDocument/2006/relationships" id="297" r:id="R105c345b8da04dbc"/>
    <p:sldId xmlns:r="http://schemas.openxmlformats.org/officeDocument/2006/relationships" id="298" r:id="R364eb1ec6fb3461b"/>
    <p:sldId xmlns:r="http://schemas.openxmlformats.org/officeDocument/2006/relationships" id="299" r:id="R42063838a2b643d6"/>
    <p:sldId xmlns:r="http://schemas.openxmlformats.org/officeDocument/2006/relationships" id="300" r:id="R63eafac9ccf041a5"/>
    <p:sldId xmlns:r="http://schemas.openxmlformats.org/officeDocument/2006/relationships" id="301" r:id="Rbecb9135a1e74e38"/>
    <p:sldId xmlns:r="http://schemas.openxmlformats.org/officeDocument/2006/relationships" id="302" r:id="R158dbb9dacf74df6"/>
    <p:sldId xmlns:r="http://schemas.openxmlformats.org/officeDocument/2006/relationships" id="303" r:id="Ra84a52c764014a94"/>
    <p:sldId xmlns:r="http://schemas.openxmlformats.org/officeDocument/2006/relationships" id="304" r:id="R49eb53d911354694"/>
    <p:sldId xmlns:r="http://schemas.openxmlformats.org/officeDocument/2006/relationships" id="305" r:id="R4ef0e14e3c0d4449"/>
    <p:sldId xmlns:r="http://schemas.openxmlformats.org/officeDocument/2006/relationships" id="306" r:id="Ra498fd7fcd264033"/>
    <p:sldId xmlns:r="http://schemas.openxmlformats.org/officeDocument/2006/relationships" id="307" r:id="R48c206128c9f45ef"/>
    <p:sldId xmlns:r="http://schemas.openxmlformats.org/officeDocument/2006/relationships" id="308" r:id="R7efe79731d1f4421"/>
    <p:sldId xmlns:r="http://schemas.openxmlformats.org/officeDocument/2006/relationships" id="309" r:id="R6d8c489c4d4e4e45"/>
    <p:sldId xmlns:r="http://schemas.openxmlformats.org/officeDocument/2006/relationships" id="310" r:id="R84347b68e1e74244"/>
    <p:sldId xmlns:r="http://schemas.openxmlformats.org/officeDocument/2006/relationships" id="311" r:id="Rfeea3f8abe984fd2"/>
    <p:sldId xmlns:r="http://schemas.openxmlformats.org/officeDocument/2006/relationships" id="312" r:id="R891ae28fdd7343c8"/>
    <p:sldId xmlns:r="http://schemas.openxmlformats.org/officeDocument/2006/relationships" id="313" r:id="R00c91fe4fb3a4391"/>
    <p:sldId xmlns:r="http://schemas.openxmlformats.org/officeDocument/2006/relationships" id="314" r:id="R9af3e6ced38a4be0"/>
    <p:sldId xmlns:r="http://schemas.openxmlformats.org/officeDocument/2006/relationships" id="315" r:id="R2255c002e3714254"/>
    <p:sldId xmlns:r="http://schemas.openxmlformats.org/officeDocument/2006/relationships" id="316" r:id="R76a8b2978fc04f88"/>
    <p:sldId xmlns:r="http://schemas.openxmlformats.org/officeDocument/2006/relationships" id="317" r:id="R021a62f0d4614615"/>
    <p:sldId xmlns:r="http://schemas.openxmlformats.org/officeDocument/2006/relationships" id="318" r:id="R914083c59022452c"/>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0cce16b9fd4fa1" /><Relationship Type="http://schemas.openxmlformats.org/officeDocument/2006/relationships/slideMaster" Target="/ppt/slideMasters/slideMaster1.xml" Id="R3b5c37c41336482f" /><Relationship Type="http://schemas.openxmlformats.org/officeDocument/2006/relationships/slideMaster" Target="/ppt/slideMasters/slideMaster2.xml" Id="R47b87fb541a2412f" /><Relationship Type="http://schemas.openxmlformats.org/officeDocument/2006/relationships/notesMaster" Target="/ppt/notesMasters/notesMaster1.xml" Id="Rbc4e8a372c7d4245" /><Relationship Type="http://schemas.openxmlformats.org/officeDocument/2006/relationships/presProps" Target="/ppt/presProps.xml" Id="R2585d9103c944f63" /><Relationship Type="http://schemas.openxmlformats.org/officeDocument/2006/relationships/tableStyles" Target="/ppt/tableStyles.xml" Id="Rad043d77ad2d482e" /><Relationship Type="http://schemas.openxmlformats.org/officeDocument/2006/relationships/slide" Target="/ppt/slides/slide1.xml" Id="Rd057dec97c864045" /><Relationship Type="http://schemas.openxmlformats.org/officeDocument/2006/relationships/slide" Target="/ppt/slides/slide2.xml" Id="R6b4b31fda6694829" /><Relationship Type="http://schemas.openxmlformats.org/officeDocument/2006/relationships/slide" Target="/ppt/slides/slide3.xml" Id="R87e63c58e13c4e3b" /><Relationship Type="http://schemas.openxmlformats.org/officeDocument/2006/relationships/slide" Target="/ppt/slides/slide4.xml" Id="Rbeb74c9a1f3840d5" /><Relationship Type="http://schemas.openxmlformats.org/officeDocument/2006/relationships/slide" Target="/ppt/slides/slide5.xml" Id="R5489576cc9f24b55" /><Relationship Type="http://schemas.openxmlformats.org/officeDocument/2006/relationships/slide" Target="/ppt/slides/slide6.xml" Id="Rc47c305f18a344a2" /><Relationship Type="http://schemas.openxmlformats.org/officeDocument/2006/relationships/slide" Target="/ppt/slides/slide7.xml" Id="R7e20c50956b34a0d" /><Relationship Type="http://schemas.openxmlformats.org/officeDocument/2006/relationships/slide" Target="/ppt/slides/slide8.xml" Id="R33c1c4bdbb1f4760" /><Relationship Type="http://schemas.openxmlformats.org/officeDocument/2006/relationships/slide" Target="/ppt/slides/slide9.xml" Id="Rae5655ee01dd4388" /><Relationship Type="http://schemas.openxmlformats.org/officeDocument/2006/relationships/slide" Target="/ppt/slides/slide10.xml" Id="R8ea81061914d4148" /><Relationship Type="http://schemas.openxmlformats.org/officeDocument/2006/relationships/slide" Target="/ppt/slides/slide11.xml" Id="Rde796be3813147b5" /><Relationship Type="http://schemas.openxmlformats.org/officeDocument/2006/relationships/slide" Target="/ppt/slides/slide12.xml" Id="R306604e434f84147" /><Relationship Type="http://schemas.openxmlformats.org/officeDocument/2006/relationships/slide" Target="/ppt/slides/slide13.xml" Id="R25c14a06fb0449ec" /><Relationship Type="http://schemas.openxmlformats.org/officeDocument/2006/relationships/slide" Target="/ppt/slides/slide14.xml" Id="Rcd295dd3af6a4c3e" /><Relationship Type="http://schemas.openxmlformats.org/officeDocument/2006/relationships/slide" Target="/ppt/slides/slide15.xml" Id="R0f6b98e6ca1042d1" /><Relationship Type="http://schemas.openxmlformats.org/officeDocument/2006/relationships/slide" Target="/ppt/slides/slide16.xml" Id="R3e10a0d2412f41cc" /><Relationship Type="http://schemas.openxmlformats.org/officeDocument/2006/relationships/slide" Target="/ppt/slides/slide17.xml" Id="R337ada26cc31462b" /><Relationship Type="http://schemas.openxmlformats.org/officeDocument/2006/relationships/slide" Target="/ppt/slides/slide18.xml" Id="Rb81c834219db4a44" /><Relationship Type="http://schemas.openxmlformats.org/officeDocument/2006/relationships/slide" Target="/ppt/slides/slide19.xml" Id="R084b48d31fb34954" /><Relationship Type="http://schemas.openxmlformats.org/officeDocument/2006/relationships/slide" Target="/ppt/slides/slide20.xml" Id="R40966e0bea824b18" /><Relationship Type="http://schemas.openxmlformats.org/officeDocument/2006/relationships/slide" Target="/ppt/slides/slide21.xml" Id="R5b32d460ef0f4e79" /><Relationship Type="http://schemas.openxmlformats.org/officeDocument/2006/relationships/slide" Target="/ppt/slides/slide22.xml" Id="R928f5bf0ad0444cd" /><Relationship Type="http://schemas.openxmlformats.org/officeDocument/2006/relationships/slide" Target="/ppt/slides/slide23.xml" Id="R8519a4c0b66e4eb0" /><Relationship Type="http://schemas.openxmlformats.org/officeDocument/2006/relationships/slide" Target="/ppt/slides/slide24.xml" Id="Ra97d97782d204977" /><Relationship Type="http://schemas.openxmlformats.org/officeDocument/2006/relationships/slide" Target="/ppt/slides/slide25.xml" Id="R2f3b689796534595" /><Relationship Type="http://schemas.openxmlformats.org/officeDocument/2006/relationships/slide" Target="/ppt/slides/slide26.xml" Id="Raa75c36e266a4134" /><Relationship Type="http://schemas.openxmlformats.org/officeDocument/2006/relationships/slide" Target="/ppt/slides/slide27.xml" Id="R015baa4107b84775" /><Relationship Type="http://schemas.openxmlformats.org/officeDocument/2006/relationships/slide" Target="/ppt/slides/slide28.xml" Id="Ra32778083bcd4906" /><Relationship Type="http://schemas.openxmlformats.org/officeDocument/2006/relationships/slide" Target="/ppt/slides/slide29.xml" Id="Re22e5e9af6054fcf" /><Relationship Type="http://schemas.openxmlformats.org/officeDocument/2006/relationships/slide" Target="/ppt/slides/slide30.xml" Id="R83b7696a25774692" /><Relationship Type="http://schemas.openxmlformats.org/officeDocument/2006/relationships/slide" Target="/ppt/slides/slide31.xml" Id="Rac59030de3dc4862" /><Relationship Type="http://schemas.openxmlformats.org/officeDocument/2006/relationships/slide" Target="/ppt/slides/slide32.xml" Id="R934a2386fa1a453c" /><Relationship Type="http://schemas.openxmlformats.org/officeDocument/2006/relationships/slide" Target="/ppt/slides/slide33.xml" Id="R7c22305ec9a94ce7" /><Relationship Type="http://schemas.openxmlformats.org/officeDocument/2006/relationships/slide" Target="/ppt/slides/slide34.xml" Id="Rdaba619471614b66" /><Relationship Type="http://schemas.openxmlformats.org/officeDocument/2006/relationships/slide" Target="/ppt/slides/slide35.xml" Id="Re6d92e8166384369" /><Relationship Type="http://schemas.openxmlformats.org/officeDocument/2006/relationships/slide" Target="/ppt/slides/slide36.xml" Id="R0021f9417cbf4431" /><Relationship Type="http://schemas.openxmlformats.org/officeDocument/2006/relationships/slide" Target="/ppt/slides/slide37.xml" Id="Re426a80c66984eb0" /><Relationship Type="http://schemas.openxmlformats.org/officeDocument/2006/relationships/slide" Target="/ppt/slides/slide38.xml" Id="Rd3ae7e7f7edf4aff" /><Relationship Type="http://schemas.openxmlformats.org/officeDocument/2006/relationships/slide" Target="/ppt/slides/slide39.xml" Id="R20c55ce73d6b4202" /><Relationship Type="http://schemas.openxmlformats.org/officeDocument/2006/relationships/slide" Target="/ppt/slides/slide40.xml" Id="R7fc689de281749d5" /><Relationship Type="http://schemas.openxmlformats.org/officeDocument/2006/relationships/slide" Target="/ppt/slides/slide41.xml" Id="R7fb90ec6831c45d8" /><Relationship Type="http://schemas.openxmlformats.org/officeDocument/2006/relationships/slide" Target="/ppt/slides/slide42.xml" Id="R105c345b8da04dbc" /><Relationship Type="http://schemas.openxmlformats.org/officeDocument/2006/relationships/slide" Target="/ppt/slides/slide43.xml" Id="R364eb1ec6fb3461b" /><Relationship Type="http://schemas.openxmlformats.org/officeDocument/2006/relationships/slide" Target="/ppt/slides/slide44.xml" Id="R42063838a2b643d6" /><Relationship Type="http://schemas.openxmlformats.org/officeDocument/2006/relationships/slide" Target="/ppt/slides/slide45.xml" Id="R63eafac9ccf041a5" /><Relationship Type="http://schemas.openxmlformats.org/officeDocument/2006/relationships/slide" Target="/ppt/slides/slide46.xml" Id="Rbecb9135a1e74e38" /><Relationship Type="http://schemas.openxmlformats.org/officeDocument/2006/relationships/slide" Target="/ppt/slides/slide47.xml" Id="R158dbb9dacf74df6" /><Relationship Type="http://schemas.openxmlformats.org/officeDocument/2006/relationships/slide" Target="/ppt/slides/slide48.xml" Id="Ra84a52c764014a94" /><Relationship Type="http://schemas.openxmlformats.org/officeDocument/2006/relationships/slide" Target="/ppt/slides/slide49.xml" Id="R49eb53d911354694" /><Relationship Type="http://schemas.openxmlformats.org/officeDocument/2006/relationships/slide" Target="/ppt/slides/slide50.xml" Id="R4ef0e14e3c0d4449" /><Relationship Type="http://schemas.openxmlformats.org/officeDocument/2006/relationships/slide" Target="/ppt/slides/slide51.xml" Id="Ra498fd7fcd264033" /><Relationship Type="http://schemas.openxmlformats.org/officeDocument/2006/relationships/slide" Target="/ppt/slides/slide52.xml" Id="R48c206128c9f45ef" /><Relationship Type="http://schemas.openxmlformats.org/officeDocument/2006/relationships/slide" Target="/ppt/slides/slide53.xml" Id="R7efe79731d1f4421" /><Relationship Type="http://schemas.openxmlformats.org/officeDocument/2006/relationships/slide" Target="/ppt/slides/slide54.xml" Id="R6d8c489c4d4e4e45" /><Relationship Type="http://schemas.openxmlformats.org/officeDocument/2006/relationships/slide" Target="/ppt/slides/slide55.xml" Id="R84347b68e1e74244" /><Relationship Type="http://schemas.openxmlformats.org/officeDocument/2006/relationships/slide" Target="/ppt/slides/slide56.xml" Id="Rfeea3f8abe984fd2" /><Relationship Type="http://schemas.openxmlformats.org/officeDocument/2006/relationships/slide" Target="/ppt/slides/slide57.xml" Id="R891ae28fdd7343c8" /><Relationship Type="http://schemas.openxmlformats.org/officeDocument/2006/relationships/slide" Target="/ppt/slides/slide58.xml" Id="R00c91fe4fb3a4391" /><Relationship Type="http://schemas.openxmlformats.org/officeDocument/2006/relationships/slide" Target="/ppt/slides/slide59.xml" Id="R9af3e6ced38a4be0" /><Relationship Type="http://schemas.openxmlformats.org/officeDocument/2006/relationships/slide" Target="/ppt/slides/slide60.xml" Id="R2255c002e3714254" /><Relationship Type="http://schemas.openxmlformats.org/officeDocument/2006/relationships/slide" Target="/ppt/slides/slide61.xml" Id="R76a8b2978fc04f88" /><Relationship Type="http://schemas.openxmlformats.org/officeDocument/2006/relationships/slide" Target="/ppt/slides/slide62.xml" Id="R021a62f0d4614615" /><Relationship Type="http://schemas.openxmlformats.org/officeDocument/2006/relationships/slide" Target="/ppt/slides/slide63.xml" Id="R914083c5902245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cf4bbd7e417148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8429e0d50644ef" /><Relationship Type="http://schemas.openxmlformats.org/officeDocument/2006/relationships/notesMaster" Target="/ppt/notesMasters/notesMaster1.xml" Id="R2aa159e0a8244c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4631bf0eeb4e59" /><Relationship Type="http://schemas.openxmlformats.org/officeDocument/2006/relationships/notesMaster" Target="/ppt/notesMasters/notesMaster1.xml" Id="R9c56065a253a48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a470c6d5af4083" /><Relationship Type="http://schemas.openxmlformats.org/officeDocument/2006/relationships/notesMaster" Target="/ppt/notesMasters/notesMaster1.xml" Id="R3777d7fa34c94e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e84a87660c4eb8" /><Relationship Type="http://schemas.openxmlformats.org/officeDocument/2006/relationships/notesMaster" Target="/ppt/notesMasters/notesMaster1.xml" Id="R9c95fd152f2f4d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a815e15b794811" /><Relationship Type="http://schemas.openxmlformats.org/officeDocument/2006/relationships/notesMaster" Target="/ppt/notesMasters/notesMaster1.xml" Id="Rfe0b6b44a6384d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5bf02dacda484b" /><Relationship Type="http://schemas.openxmlformats.org/officeDocument/2006/relationships/notesMaster" Target="/ppt/notesMasters/notesMaster1.xml" Id="R98f6b589a1a143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44a4ce4179419f" /><Relationship Type="http://schemas.openxmlformats.org/officeDocument/2006/relationships/notesMaster" Target="/ppt/notesMasters/notesMaster1.xml" Id="R426094340fde4f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4ee3ddb1bf4b94" /><Relationship Type="http://schemas.openxmlformats.org/officeDocument/2006/relationships/notesMaster" Target="/ppt/notesMasters/notesMaster1.xml" Id="R6973dba22fef44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63d3c05c864042" /><Relationship Type="http://schemas.openxmlformats.org/officeDocument/2006/relationships/notesMaster" Target="/ppt/notesMasters/notesMaster1.xml" Id="R771a0205e15b44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bcd1d1f2af94167" /><Relationship Type="http://schemas.openxmlformats.org/officeDocument/2006/relationships/notesMaster" Target="/ppt/notesMasters/notesMaster1.xml" Id="Reff11ffede864a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dd72ea0e8d4627" /><Relationship Type="http://schemas.openxmlformats.org/officeDocument/2006/relationships/notesMaster" Target="/ppt/notesMasters/notesMaster1.xml" Id="R7e1e2cde994b45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0a70a7c9b34f3a" /><Relationship Type="http://schemas.openxmlformats.org/officeDocument/2006/relationships/notesMaster" Target="/ppt/notesMasters/notesMaster1.xml" Id="R5127c53aebd14a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aeb54d79a064ead" /><Relationship Type="http://schemas.openxmlformats.org/officeDocument/2006/relationships/notesMaster" Target="/ppt/notesMasters/notesMaster1.xml" Id="Reccb23c8ae7b4c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68d83168fb4664" /><Relationship Type="http://schemas.openxmlformats.org/officeDocument/2006/relationships/notesMaster" Target="/ppt/notesMasters/notesMaster1.xml" Id="R19042d5fe78d40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3b216d623b4ee2" /><Relationship Type="http://schemas.openxmlformats.org/officeDocument/2006/relationships/notesMaster" Target="/ppt/notesMasters/notesMaster1.xml" Id="R913b2c41908f43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7f6a331cbc4a35" /><Relationship Type="http://schemas.openxmlformats.org/officeDocument/2006/relationships/notesMaster" Target="/ppt/notesMasters/notesMaster1.xml" Id="R909bc2b97511465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617031c49c4d1a" /><Relationship Type="http://schemas.openxmlformats.org/officeDocument/2006/relationships/notesMaster" Target="/ppt/notesMasters/notesMaster1.xml" Id="Rb2cb1f5a2f154b8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51b2c4beb94107" /><Relationship Type="http://schemas.openxmlformats.org/officeDocument/2006/relationships/notesMaster" Target="/ppt/notesMasters/notesMaster1.xml" Id="R7f5a1dcc1fac40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e895b3f6e041bb" /><Relationship Type="http://schemas.openxmlformats.org/officeDocument/2006/relationships/notesMaster" Target="/ppt/notesMasters/notesMaster1.xml" Id="Ra18b5479c48c40f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42959623dab47e3" /><Relationship Type="http://schemas.openxmlformats.org/officeDocument/2006/relationships/notesMaster" Target="/ppt/notesMasters/notesMaster1.xml" Id="R62ec6707abd9462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cd8265467c4111" /><Relationship Type="http://schemas.openxmlformats.org/officeDocument/2006/relationships/notesMaster" Target="/ppt/notesMasters/notesMaster1.xml" Id="R3d246b1018a9428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08810a52a57453c" /><Relationship Type="http://schemas.openxmlformats.org/officeDocument/2006/relationships/notesMaster" Target="/ppt/notesMasters/notesMaster1.xml" Id="R036f7ee8caeb4c4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3f0d10800fb4308" /><Relationship Type="http://schemas.openxmlformats.org/officeDocument/2006/relationships/notesMaster" Target="/ppt/notesMasters/notesMaster1.xml" Id="Rf6dbda128a11416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3059b1d537c4501" /><Relationship Type="http://schemas.openxmlformats.org/officeDocument/2006/relationships/notesMaster" Target="/ppt/notesMasters/notesMaster1.xml" Id="R2149e96d6184403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00d5d0c7b1d4f8f" /><Relationship Type="http://schemas.openxmlformats.org/officeDocument/2006/relationships/notesMaster" Target="/ppt/notesMasters/notesMaster1.xml" Id="Rca76164d6cd94af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08ad2cd8e334a41" /><Relationship Type="http://schemas.openxmlformats.org/officeDocument/2006/relationships/notesMaster" Target="/ppt/notesMasters/notesMaster1.xml" Id="R0c4ec421b099494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23e4fa18e954d7b" /><Relationship Type="http://schemas.openxmlformats.org/officeDocument/2006/relationships/notesMaster" Target="/ppt/notesMasters/notesMaster1.xml" Id="R94977585a447489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7aad7332cb64da4" /><Relationship Type="http://schemas.openxmlformats.org/officeDocument/2006/relationships/notesMaster" Target="/ppt/notesMasters/notesMaster1.xml" Id="Rf9b24f9a07fd461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f74a5daf5ad423b" /><Relationship Type="http://schemas.openxmlformats.org/officeDocument/2006/relationships/notesMaster" Target="/ppt/notesMasters/notesMaster1.xml" Id="R18f1ecac85404de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5f14be19d5b4c81" /><Relationship Type="http://schemas.openxmlformats.org/officeDocument/2006/relationships/notesMaster" Target="/ppt/notesMasters/notesMaster1.xml" Id="Rf9f1dff7b0e941f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9a21480a3544b83" /><Relationship Type="http://schemas.openxmlformats.org/officeDocument/2006/relationships/notesMaster" Target="/ppt/notesMasters/notesMaster1.xml" Id="R80b7065e212a4e7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6e86649a5d24948" /><Relationship Type="http://schemas.openxmlformats.org/officeDocument/2006/relationships/notesMaster" Target="/ppt/notesMasters/notesMaster1.xml" Id="Rd336f4c86668426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d465577325a489f" /><Relationship Type="http://schemas.openxmlformats.org/officeDocument/2006/relationships/notesMaster" Target="/ppt/notesMasters/notesMaster1.xml" Id="R5f9fc690ba7f46c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db276950f484489" /><Relationship Type="http://schemas.openxmlformats.org/officeDocument/2006/relationships/notesMaster" Target="/ppt/notesMasters/notesMaster1.xml" Id="R6f062f8d34344e0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1ec40920e294336" /><Relationship Type="http://schemas.openxmlformats.org/officeDocument/2006/relationships/notesMaster" Target="/ppt/notesMasters/notesMaster1.xml" Id="Re59d9bf5cbe14e6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7f05c82809f4d77" /><Relationship Type="http://schemas.openxmlformats.org/officeDocument/2006/relationships/notesMaster" Target="/ppt/notesMasters/notesMaster1.xml" Id="R91e21cb48014499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b1890d0e60a424c" /><Relationship Type="http://schemas.openxmlformats.org/officeDocument/2006/relationships/notesMaster" Target="/ppt/notesMasters/notesMaster1.xml" Id="R6dd04d017ece4d7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704de608bd447dd" /><Relationship Type="http://schemas.openxmlformats.org/officeDocument/2006/relationships/notesMaster" Target="/ppt/notesMasters/notesMaster1.xml" Id="R3247f6ddd66042b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5ce586e7ca54747" /><Relationship Type="http://schemas.openxmlformats.org/officeDocument/2006/relationships/notesMaster" Target="/ppt/notesMasters/notesMaster1.xml" Id="R0284b31f1d8f496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83ecd1ef36c478d" /><Relationship Type="http://schemas.openxmlformats.org/officeDocument/2006/relationships/notesMaster" Target="/ppt/notesMasters/notesMaster1.xml" Id="Rf354f378711845f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61b216ea27047c4" /><Relationship Type="http://schemas.openxmlformats.org/officeDocument/2006/relationships/notesMaster" Target="/ppt/notesMasters/notesMaster1.xml" Id="Rd348b3088a8c445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aa60743a9764652" /><Relationship Type="http://schemas.openxmlformats.org/officeDocument/2006/relationships/notesMaster" Target="/ppt/notesMasters/notesMaster1.xml" Id="R61f526b92cc44e0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6d4c3b5f7da486f" /><Relationship Type="http://schemas.openxmlformats.org/officeDocument/2006/relationships/notesMaster" Target="/ppt/notesMasters/notesMaster1.xml" Id="Rb58ad194812744a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5c7e294d0554a71" /><Relationship Type="http://schemas.openxmlformats.org/officeDocument/2006/relationships/notesMaster" Target="/ppt/notesMasters/notesMaster1.xml" Id="R90d64ee06b404ca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7244410a1304dd2" /><Relationship Type="http://schemas.openxmlformats.org/officeDocument/2006/relationships/notesMaster" Target="/ppt/notesMasters/notesMaster1.xml" Id="Rb2f97e4bb99c4b2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a744981d43c4e66" /><Relationship Type="http://schemas.openxmlformats.org/officeDocument/2006/relationships/notesMaster" Target="/ppt/notesMasters/notesMaster1.xml" Id="R57f74f763d29466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1c5bbbbb5c1438f" /><Relationship Type="http://schemas.openxmlformats.org/officeDocument/2006/relationships/notesMaster" Target="/ppt/notesMasters/notesMaster1.xml" Id="R439e81f2bdf0439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b3a785c5fec40a3" /><Relationship Type="http://schemas.openxmlformats.org/officeDocument/2006/relationships/notesMaster" Target="/ppt/notesMasters/notesMaster1.xml" Id="Rf8f28307ac3f445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e15adcd06154083" /><Relationship Type="http://schemas.openxmlformats.org/officeDocument/2006/relationships/notesMaster" Target="/ppt/notesMasters/notesMaster1.xml" Id="R6ba285abb22645a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4d17842ca924234" /><Relationship Type="http://schemas.openxmlformats.org/officeDocument/2006/relationships/notesMaster" Target="/ppt/notesMasters/notesMaster1.xml" Id="R703743fa42cf417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49510194d0441af" /><Relationship Type="http://schemas.openxmlformats.org/officeDocument/2006/relationships/notesMaster" Target="/ppt/notesMasters/notesMaster1.xml" Id="Re65741541abf4cb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724d6696f71413a" /><Relationship Type="http://schemas.openxmlformats.org/officeDocument/2006/relationships/notesMaster" Target="/ppt/notesMasters/notesMaster1.xml" Id="R04d7bb3fbc6c413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c565e31fdb34fb4" /><Relationship Type="http://schemas.openxmlformats.org/officeDocument/2006/relationships/notesMaster" Target="/ppt/notesMasters/notesMaster1.xml" Id="Rc3bc7432e040487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7a128bea55743fb" /><Relationship Type="http://schemas.openxmlformats.org/officeDocument/2006/relationships/notesMaster" Target="/ppt/notesMasters/notesMaster1.xml" Id="R6f072144c0d44b6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a9d3e2936fc4ece" /><Relationship Type="http://schemas.openxmlformats.org/officeDocument/2006/relationships/notesMaster" Target="/ppt/notesMasters/notesMaster1.xml" Id="R69290f133e81420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e996e391dab40e9" /><Relationship Type="http://schemas.openxmlformats.org/officeDocument/2006/relationships/notesMaster" Target="/ppt/notesMasters/notesMaster1.xml" Id="R227328b47df24cd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8326836c56c45bd" /><Relationship Type="http://schemas.openxmlformats.org/officeDocument/2006/relationships/notesMaster" Target="/ppt/notesMasters/notesMaster1.xml" Id="R6e5f1991cf8a467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216dfe66d694efe" /><Relationship Type="http://schemas.openxmlformats.org/officeDocument/2006/relationships/notesMaster" Target="/ppt/notesMasters/notesMaster1.xml" Id="R3068a9d064b5417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05044dd201e4470" /><Relationship Type="http://schemas.openxmlformats.org/officeDocument/2006/relationships/notesMaster" Target="/ppt/notesMasters/notesMaster1.xml" Id="Rc7ad13e19a5c425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a0410c33246458b" /><Relationship Type="http://schemas.openxmlformats.org/officeDocument/2006/relationships/notesMaster" Target="/ppt/notesMasters/notesMaster1.xml" Id="Rf1558440260046f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972cff3405e4280" /><Relationship Type="http://schemas.openxmlformats.org/officeDocument/2006/relationships/notesMaster" Target="/ppt/notesMasters/notesMaster1.xml" Id="R72868008dafa449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7006c3edbec14514" /><Relationship Type="http://schemas.openxmlformats.org/officeDocument/2006/relationships/notesMaster" Target="/ppt/notesMasters/notesMaster1.xml" Id="R93904484c41a48a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47937b701284761" /><Relationship Type="http://schemas.openxmlformats.org/officeDocument/2006/relationships/notesMaster" Target="/ppt/notesMasters/notesMaster1.xml" Id="R5843b151cb674c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Owner means the engineer or team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rPr b="1"/>
              <a:t>For each area: When you are the user, including what someone engineered, then When you are the owner.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the model picker in Devin Desktop. The first choice is which model handles your coding task.</a:t>
            </a:r>
          </a:p>
          <a:p xmlns:a="http://schemas.openxmlformats.org/drawingml/2006/main">
            <a:r>
              <a:t/>
            </a:r>
          </a:p>
          <a:p xmlns:a="http://schemas.openxmlformats.org/drawingml/2006/main">
            <a:r>
              <a:rPr b="0"/>
              <a:t>The reasoning-effort slider adjusts the effort used to work through that task. </a:t>
            </a:r>
            <a:r>
              <a:rPr b="1"/>
              <a:t>One picker exposes both the model and its reasoning setting.</a:t>
            </a:r>
            <a:r>
              <a:rPr b="0"/>
              <a:t> Those familiar controls are our starting point.</a:t>
            </a:r>
          </a:p>
          <a:p xmlns:a="http://schemas.openxmlformats.org/drawingml/2006/main">
            <a:r>
              <a:t/>
            </a:r>
          </a:p>
          <a:p xmlns:a="http://schemas.openxmlformats.org/drawingml/2006/main">
            <a:r>
              <a:rPr b="0"/>
              <a:t>Advance to the Models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From the large authorized corpus, retrieve relevant passages. The preliminary briefing says bearing wear is possible. </a:t>
            </a:r>
            <a:r>
              <a:rPr b="1"/>
              <a:t>The later minutes leave the cause unresolved and call for inspection.</a:t>
            </a:r>
            <a:r>
              <a:rPr b="0"/>
              <a:t> Keep these documents distinct.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Preserve revision, source location, and decision status. Refresh retrieval when records arrive. </a:t>
            </a:r>
            <a:r>
              <a:rPr b="1"/>
              <a:t>You own relevance, freshness, provenance, and the context budget.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Compaction must preserve the unresolved cause, inspection constraint, and access scope.</a:t>
            </a:r>
            <a:r>
              <a:rPr b="0"/>
              <a:t> Compare the sensor fault in FRB-017 and bearing wear in FRB-031. Similar symptoms do not prove a common cause. Missing, unreadable, conflicting, or unauthorized evidence needs an explicit limitation.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Adding instead of curating.</a:t>
            </a:r>
            <a:r>
              <a:rPr b="0"/>
              <a:t> A bigger window does not solve selection.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From the large authorized corpus, retrieve relevant passages. The preliminary briefing says bearing wear is possible. </a:t>
            </a:r>
            <a:r>
              <a:rPr b="1"/>
              <a:t>The later minutes leave the cause unresolved and call for inspection.</a:t>
            </a:r>
            <a:r>
              <a:rPr b="0"/>
              <a:t> Keep these documents distinct.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Preserve revision, source location, and decision status. Refresh retrieval when records arrive. </a:t>
            </a:r>
            <a:r>
              <a:rPr b="1"/>
              <a:t>You own relevance, freshness, provenance, and the context budget.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Compaction must preserve the unresolved cause, inspection constraint, and access scope.</a:t>
            </a:r>
            <a:r>
              <a:rPr b="0"/>
              <a:t> Compare the sensor fault in FRB-017 and bearing wear in FRB-031. Similar symptoms do not prove a common cause. Missing, unreadable, conflicting, or unauthorized evidence needs an explicit limitation.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Adding instead of curating.</a:t>
            </a:r>
            <a:r>
              <a:rPr b="0"/>
              <a:t> A bigger window does not solve selection.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last twenty-five minutes was engineering. </a:t>
            </a:r>
            <a:r>
              <a:rPr b="1"/>
              <a:t>Most of it is engineering you already do.</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We have fifteen minutes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0a015ed9ec43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5589357bdb244f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25d6d8b14a8746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6D3DF280-8637-40F2-BF12-470650E52738}"/>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92417b358f4b9e" /><Relationship Type="http://schemas.openxmlformats.org/officeDocument/2006/relationships/slideLayout" Target="/ppt/slideLayouts/slideLayout1.xml" Id="Ra6856047b692424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b7c8154274b7467a" /><Relationship Type="http://schemas.openxmlformats.org/officeDocument/2006/relationships/slideLayout" Target="/ppt/slideLayouts/slideLayout2.xml" Id="R858c69268d5a4913" /><Relationship Type="http://schemas.openxmlformats.org/officeDocument/2006/relationships/slideLayout" Target="/ppt/slideLayouts/slideLayout3.xml" Id="R5c4b92fd7aae40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856047b6924240"/>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858c69268d5a4913"/>
    <p:sldLayoutId xmlns:r="http://schemas.openxmlformats.org/officeDocument/2006/relationships" id="2147483652" r:id="R5c4b92fd7aae4018"/>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0365c712d381494d" /><Relationship Type="http://schemas.openxmlformats.org/officeDocument/2006/relationships/notesSlide" Target="/ppt/notesSlides/notesSlide1.xml" Id="R59643b409b3f44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afe299628424440" /><Relationship Type="http://schemas.openxmlformats.org/officeDocument/2006/relationships/notesSlide" Target="/ppt/notesSlides/notesSlide2.xml" Id="R9fc570a057a240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fe081a9b47b4969" /><Relationship Type="http://schemas.openxmlformats.org/officeDocument/2006/relationships/image" Target="/ppt/media/image.png" Id="R4802c96f0cc34117" /><Relationship Type="http://schemas.openxmlformats.org/officeDocument/2006/relationships/notesSlide" Target="/ppt/notesSlides/notesSlide3.xml" Id="R771b67de2b6b42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3bf198f470f4a0c" /><Relationship Type="http://schemas.openxmlformats.org/officeDocument/2006/relationships/notesSlide" Target="/ppt/notesSlides/notesSlide4.xml" Id="Rc1f4b630b08345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8ca28a1103749b6" /><Relationship Type="http://schemas.openxmlformats.org/officeDocument/2006/relationships/notesSlide" Target="/ppt/notesSlides/notesSlide5.xml" Id="R6e38572a7ec248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f150173045d4358" /><Relationship Type="http://schemas.openxmlformats.org/officeDocument/2006/relationships/notesSlide" Target="/ppt/notesSlides/notesSlide6.xml" Id="R7e8dd04f7dd64d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314126af60a48b3" /><Relationship Type="http://schemas.openxmlformats.org/officeDocument/2006/relationships/notesSlide" Target="/ppt/notesSlides/notesSlide7.xml" Id="R2b12a375aac149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34fbbbf3daa4d64" /><Relationship Type="http://schemas.openxmlformats.org/officeDocument/2006/relationships/notesSlide" Target="/ppt/notesSlides/notesSlide8.xml" Id="R17b9dc8e512c49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f86045e817840ca" /><Relationship Type="http://schemas.openxmlformats.org/officeDocument/2006/relationships/image" Target="/ppt/media/image2.png" Id="R8ffa761a23224695" /><Relationship Type="http://schemas.openxmlformats.org/officeDocument/2006/relationships/notesSlide" Target="/ppt/notesSlides/notesSlide9.xml" Id="R395d850469a342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230e6da96684525" /><Relationship Type="http://schemas.openxmlformats.org/officeDocument/2006/relationships/image" Target="/ppt/media/image3.png" Id="Rcbd699faa2d14bd5" /><Relationship Type="http://schemas.openxmlformats.org/officeDocument/2006/relationships/notesSlide" Target="/ppt/notesSlides/notesSlide10.xml" Id="Rb76d53d10fe04e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6f861f0e2a45428d" /><Relationship Type="http://schemas.openxmlformats.org/officeDocument/2006/relationships/image" Target="/ppt/media/image4.png" Id="R462259dc03a04abf" /><Relationship Type="http://schemas.openxmlformats.org/officeDocument/2006/relationships/notesSlide" Target="/ppt/notesSlides/notesSlide11.xml" Id="Rea167743c9a042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54a6c60db7145dc" /><Relationship Type="http://schemas.openxmlformats.org/officeDocument/2006/relationships/image" Target="/ppt/media/image5.png" Id="R2ef323f790bd43dc" /><Relationship Type="http://schemas.openxmlformats.org/officeDocument/2006/relationships/notesSlide" Target="/ppt/notesSlides/notesSlide12.xml" Id="Rff2f867bfe1d49d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ead2d813af44167" /><Relationship Type="http://schemas.openxmlformats.org/officeDocument/2006/relationships/image" Target="/ppt/media/image6.png" Id="Rf75961f2d1a2414f" /><Relationship Type="http://schemas.openxmlformats.org/officeDocument/2006/relationships/notesSlide" Target="/ppt/notesSlides/notesSlide13.xml" Id="R34aefd81db424b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c8792032c804a74" /><Relationship Type="http://schemas.openxmlformats.org/officeDocument/2006/relationships/image" Target="/ppt/media/image7.png" Id="Ra784e1b0a4544751" /><Relationship Type="http://schemas.openxmlformats.org/officeDocument/2006/relationships/notesSlide" Target="/ppt/notesSlides/notesSlide14.xml" Id="R05010a4885634e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ad5b91907e994c61" /><Relationship Type="http://schemas.openxmlformats.org/officeDocument/2006/relationships/notesSlide" Target="/ppt/notesSlides/notesSlide15.xml" Id="Rb5ec47bc64e24d9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ed5d89feaf64f3e" /><Relationship Type="http://schemas.openxmlformats.org/officeDocument/2006/relationships/image" Target="/ppt/media/image8.png" Id="Rbbdc5212b34d4f6b" /><Relationship Type="http://schemas.openxmlformats.org/officeDocument/2006/relationships/image" Target="/ppt/media/image9.png" Id="Re0d4de4e0294413b" /><Relationship Type="http://schemas.openxmlformats.org/officeDocument/2006/relationships/notesSlide" Target="/ppt/notesSlides/notesSlide16.xml" Id="R789a733ce00846b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e66d0d33e724fe1" /><Relationship Type="http://schemas.openxmlformats.org/officeDocument/2006/relationships/image" Target="/ppt/media/image8.png" Id="Ra0a3fb1f58f54921" /><Relationship Type="http://schemas.openxmlformats.org/officeDocument/2006/relationships/notesSlide" Target="/ppt/notesSlides/notesSlide17.xml" Id="R36fe80cf682043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28254ee80e5847c7" /><Relationship Type="http://schemas.openxmlformats.org/officeDocument/2006/relationships/image" Target="/ppt/media/image8.png" Id="Ra196035ebc0f4456" /><Relationship Type="http://schemas.openxmlformats.org/officeDocument/2006/relationships/notesSlide" Target="/ppt/notesSlides/notesSlide18.xml" Id="Re54e7e4f69f945e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4ce10eca27484031" /><Relationship Type="http://schemas.openxmlformats.org/officeDocument/2006/relationships/image" Target="/ppt/media/image8.png" Id="R0b97e47dfb574898" /><Relationship Type="http://schemas.openxmlformats.org/officeDocument/2006/relationships/notesSlide" Target="/ppt/notesSlides/notesSlide19.xml" Id="R1b48dceab87c4ae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490beb52647f4977" /><Relationship Type="http://schemas.openxmlformats.org/officeDocument/2006/relationships/notesSlide" Target="/ppt/notesSlides/notesSlide20.xml" Id="R5f1e322d03fc4d6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b7abffb43b874413" /><Relationship Type="http://schemas.openxmlformats.org/officeDocument/2006/relationships/image" Target="/ppt/media/image10.png" Id="R09fea9367b7c479f" /><Relationship Type="http://schemas.openxmlformats.org/officeDocument/2006/relationships/notesSlide" Target="/ppt/notesSlides/notesSlide21.xml" Id="Rb936373ebcaf4b9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50cecfae874b44c0" /><Relationship Type="http://schemas.openxmlformats.org/officeDocument/2006/relationships/image" Target="/ppt/media/image10.png" Id="R83e0bc9470d9424e" /><Relationship Type="http://schemas.openxmlformats.org/officeDocument/2006/relationships/notesSlide" Target="/ppt/notesSlides/notesSlide22.xml" Id="R9d4d34f3dae0436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e72861c69db44b66" /><Relationship Type="http://schemas.openxmlformats.org/officeDocument/2006/relationships/image" Target="/ppt/media/image10.png" Id="Rd80bd69a73ad4860" /><Relationship Type="http://schemas.openxmlformats.org/officeDocument/2006/relationships/notesSlide" Target="/ppt/notesSlides/notesSlide23.xml" Id="R29a52660a9af4e1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350973a855b04f2b" /><Relationship Type="http://schemas.openxmlformats.org/officeDocument/2006/relationships/image" Target="/ppt/media/image11.png" Id="R1e3a47d4d0af4d69" /><Relationship Type="http://schemas.openxmlformats.org/officeDocument/2006/relationships/notesSlide" Target="/ppt/notesSlides/notesSlide24.xml" Id="R683408a04474485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246b812ece504381" /><Relationship Type="http://schemas.openxmlformats.org/officeDocument/2006/relationships/image" Target="/ppt/media/image11.png" Id="R1ecb0c49e92b4588" /><Relationship Type="http://schemas.openxmlformats.org/officeDocument/2006/relationships/notesSlide" Target="/ppt/notesSlides/notesSlide25.xml" Id="R034f314a290943f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99036fc1c925471e" /><Relationship Type="http://schemas.openxmlformats.org/officeDocument/2006/relationships/notesSlide" Target="/ppt/notesSlides/notesSlide26.xml" Id="Rb195243d0e2740d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d9f1ba221db04e79" /><Relationship Type="http://schemas.openxmlformats.org/officeDocument/2006/relationships/image" Target="/ppt/media/image12.png" Id="Rd9c02ea75ec04e33" /><Relationship Type="http://schemas.openxmlformats.org/officeDocument/2006/relationships/notesSlide" Target="/ppt/notesSlides/notesSlide27.xml" Id="Rf79b2647e7c04cb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04a1e8756cde49db" /><Relationship Type="http://schemas.openxmlformats.org/officeDocument/2006/relationships/image" Target="/ppt/media/image12.png" Id="R9fb856abab18466f" /><Relationship Type="http://schemas.openxmlformats.org/officeDocument/2006/relationships/notesSlide" Target="/ppt/notesSlides/notesSlide28.xml" Id="R7d38c0d0ee214a1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7dab023fa4e24fc2" /><Relationship Type="http://schemas.openxmlformats.org/officeDocument/2006/relationships/image" Target="/ppt/media/image13.png" Id="R810796de325e4d16" /><Relationship Type="http://schemas.openxmlformats.org/officeDocument/2006/relationships/notesSlide" Target="/ppt/notesSlides/notesSlide29.xml" Id="R229ffe790787447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c89f834149144848" /><Relationship Type="http://schemas.openxmlformats.org/officeDocument/2006/relationships/image" Target="/ppt/media/image13.png" Id="R1321643b4b864725" /><Relationship Type="http://schemas.openxmlformats.org/officeDocument/2006/relationships/notesSlide" Target="/ppt/notesSlides/notesSlide30.xml" Id="R243a57370460479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44b63aade49b4e4b" /><Relationship Type="http://schemas.openxmlformats.org/officeDocument/2006/relationships/notesSlide" Target="/ppt/notesSlides/notesSlide31.xml" Id="R92d420cc507b4e0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671dd0aeb8a3462b" /><Relationship Type="http://schemas.openxmlformats.org/officeDocument/2006/relationships/image" Target="/ppt/media/image14.png" Id="R859b2a95178e4569" /><Relationship Type="http://schemas.openxmlformats.org/officeDocument/2006/relationships/notesSlide" Target="/ppt/notesSlides/notesSlide32.xml" Id="R3989f43965934fa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6a250fd4fe534e5e" /><Relationship Type="http://schemas.openxmlformats.org/officeDocument/2006/relationships/image" Target="/ppt/media/image14.png" Id="R0838026b59f94c7b" /><Relationship Type="http://schemas.openxmlformats.org/officeDocument/2006/relationships/notesSlide" Target="/ppt/notesSlides/notesSlide33.xml" Id="R630b9d129444499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0b09f7e73c8748ff" /><Relationship Type="http://schemas.openxmlformats.org/officeDocument/2006/relationships/image" Target="/ppt/media/image14.png" Id="Rb9f480501570427d" /><Relationship Type="http://schemas.openxmlformats.org/officeDocument/2006/relationships/notesSlide" Target="/ppt/notesSlides/notesSlide34.xml" Id="Raee87f4021b24a6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052fc7a279ec4bd6" /><Relationship Type="http://schemas.openxmlformats.org/officeDocument/2006/relationships/image" Target="/ppt/media/image14.png" Id="Ra7d62cf4953f4293" /><Relationship Type="http://schemas.openxmlformats.org/officeDocument/2006/relationships/notesSlide" Target="/ppt/notesSlides/notesSlide35.xml" Id="R7392e148087e4bd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0af6dc62520942e6" /><Relationship Type="http://schemas.openxmlformats.org/officeDocument/2006/relationships/image" Target="/ppt/media/image15.png" Id="R01e35db9ecb84afb" /><Relationship Type="http://schemas.openxmlformats.org/officeDocument/2006/relationships/notesSlide" Target="/ppt/notesSlides/notesSlide36.xml" Id="Ra21e958d47464ea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cda89f518c2b40fb" /><Relationship Type="http://schemas.openxmlformats.org/officeDocument/2006/relationships/image" Target="/ppt/media/image15.png" Id="R6f10cb4a29874673" /><Relationship Type="http://schemas.openxmlformats.org/officeDocument/2006/relationships/notesSlide" Target="/ppt/notesSlides/notesSlide37.xml" Id="R70e64b8adece470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dfb5db1bc4864d19" /><Relationship Type="http://schemas.openxmlformats.org/officeDocument/2006/relationships/image" Target="/ppt/media/image15.png" Id="R3871d1dcb00740b1" /><Relationship Type="http://schemas.openxmlformats.org/officeDocument/2006/relationships/notesSlide" Target="/ppt/notesSlides/notesSlide38.xml" Id="Raf81a58a0670475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93f2fa897b5e4eaf" /><Relationship Type="http://schemas.openxmlformats.org/officeDocument/2006/relationships/notesSlide" Target="/ppt/notesSlides/notesSlide39.xml" Id="Rdd1d832a3e5f410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c81b1ec65ba04cb6" /><Relationship Type="http://schemas.openxmlformats.org/officeDocument/2006/relationships/image" Target="/ppt/media/image16.png" Id="R0ebfb2c56ea64b84" /><Relationship Type="http://schemas.openxmlformats.org/officeDocument/2006/relationships/notesSlide" Target="/ppt/notesSlides/notesSlide40.xml" Id="R6027bc0c6b6d4d1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1ec6c1ad07924813" /><Relationship Type="http://schemas.openxmlformats.org/officeDocument/2006/relationships/image" Target="/ppt/media/image16.png" Id="Ree9d3df68dcd4506" /><Relationship Type="http://schemas.openxmlformats.org/officeDocument/2006/relationships/notesSlide" Target="/ppt/notesSlides/notesSlide41.xml" Id="Ra40c6ac6ac44456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7e8b0d8da09c4a9c" /><Relationship Type="http://schemas.openxmlformats.org/officeDocument/2006/relationships/image" Target="/ppt/media/image16.png" Id="R4186799e8ac1493a" /><Relationship Type="http://schemas.openxmlformats.org/officeDocument/2006/relationships/notesSlide" Target="/ppt/notesSlides/notesSlide42.xml" Id="R776343826d4a419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fd3367075c2d408c" /><Relationship Type="http://schemas.openxmlformats.org/officeDocument/2006/relationships/image" Target="/ppt/media/image16.png" Id="Re9ddfbac26d74d5b" /><Relationship Type="http://schemas.openxmlformats.org/officeDocument/2006/relationships/notesSlide" Target="/ppt/notesSlides/notesSlide43.xml" Id="R18fb5f72b838412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1042b86e4d064fb9" /><Relationship Type="http://schemas.openxmlformats.org/officeDocument/2006/relationships/image" Target="/ppt/media/image17.png" Id="R2773c5e88ad94d75" /><Relationship Type="http://schemas.openxmlformats.org/officeDocument/2006/relationships/notesSlide" Target="/ppt/notesSlides/notesSlide44.xml" Id="R35892682f8b440a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bd439f789ad247cf" /><Relationship Type="http://schemas.openxmlformats.org/officeDocument/2006/relationships/image" Target="/ppt/media/image17.png" Id="R71747716aea04eb6" /><Relationship Type="http://schemas.openxmlformats.org/officeDocument/2006/relationships/notesSlide" Target="/ppt/notesSlides/notesSlide45.xml" Id="R1f5c2315576a406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76ff4b28761749f9" /><Relationship Type="http://schemas.openxmlformats.org/officeDocument/2006/relationships/notesSlide" Target="/ppt/notesSlides/notesSlide46.xml" Id="R6d5f6ade2b1f4dd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c0e0a477c53d4cc0" /><Relationship Type="http://schemas.openxmlformats.org/officeDocument/2006/relationships/image" Target="/ppt/media/image18.png" Id="Rf8824201f53a43c3" /><Relationship Type="http://schemas.openxmlformats.org/officeDocument/2006/relationships/notesSlide" Target="/ppt/notesSlides/notesSlide47.xml" Id="R4209eda9400d484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043ba0f3ae984536" /><Relationship Type="http://schemas.openxmlformats.org/officeDocument/2006/relationships/image" Target="/ppt/media/image18.png" Id="Rce44a8f0e2354095" /><Relationship Type="http://schemas.openxmlformats.org/officeDocument/2006/relationships/notesSlide" Target="/ppt/notesSlides/notesSlide48.xml" Id="R4c3bb7f8277d44c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57207e645bdd4633" /><Relationship Type="http://schemas.openxmlformats.org/officeDocument/2006/relationships/image" Target="/ppt/media/image18.png" Id="R4c12d1e9840a4f12" /><Relationship Type="http://schemas.openxmlformats.org/officeDocument/2006/relationships/notesSlide" Target="/ppt/notesSlides/notesSlide49.xml" Id="R3515e62359b34b7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d271a4dd95c445d9" /><Relationship Type="http://schemas.openxmlformats.org/officeDocument/2006/relationships/image" Target="/ppt/media/image18.png" Id="Re5ed532e4b7f4ba8" /><Relationship Type="http://schemas.openxmlformats.org/officeDocument/2006/relationships/notesSlide" Target="/ppt/notesSlides/notesSlide50.xml" Id="R3d6655074bc34ca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7cdf49362c1c42a5" /><Relationship Type="http://schemas.openxmlformats.org/officeDocument/2006/relationships/image" Target="/ppt/media/image19.png" Id="Rb7c6bb772c2448c5" /><Relationship Type="http://schemas.openxmlformats.org/officeDocument/2006/relationships/notesSlide" Target="/ppt/notesSlides/notesSlide51.xml" Id="R705b6a206d9b439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fed1313220054a4c" /><Relationship Type="http://schemas.openxmlformats.org/officeDocument/2006/relationships/image" Target="/ppt/media/image20.png" Id="R75ba225034b34eea" /><Relationship Type="http://schemas.openxmlformats.org/officeDocument/2006/relationships/notesSlide" Target="/ppt/notesSlides/notesSlide52.xml" Id="R80a5451386224cb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6ef4b879e5fa4f31" /><Relationship Type="http://schemas.openxmlformats.org/officeDocument/2006/relationships/notesSlide" Target="/ppt/notesSlides/notesSlide53.xml" Id="Rc40391840e884eb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5d57a2bdf8ac4795" /><Relationship Type="http://schemas.openxmlformats.org/officeDocument/2006/relationships/image" Target="/ppt/media/image21.png" Id="R7d1b380ab67f4597" /><Relationship Type="http://schemas.openxmlformats.org/officeDocument/2006/relationships/notesSlide" Target="/ppt/notesSlides/notesSlide54.xml" Id="R9649e6c3ef4c451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2d5fcdfab0294d98" /><Relationship Type="http://schemas.openxmlformats.org/officeDocument/2006/relationships/image" Target="/ppt/media/image21.png" Id="R46b848be03a545ab" /><Relationship Type="http://schemas.openxmlformats.org/officeDocument/2006/relationships/notesSlide" Target="/ppt/notesSlides/notesSlide55.xml" Id="Recc5add2e8c841f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3073d91a0d6c403c" /><Relationship Type="http://schemas.openxmlformats.org/officeDocument/2006/relationships/image" Target="/ppt/media/image22.png" Id="R91d120651dac4578" /><Relationship Type="http://schemas.openxmlformats.org/officeDocument/2006/relationships/notesSlide" Target="/ppt/notesSlides/notesSlide56.xml" Id="R69d1e206d87541b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2a5ca18de8d24bb7" /><Relationship Type="http://schemas.openxmlformats.org/officeDocument/2006/relationships/image" Target="/ppt/media/image23.png" Id="R58bb8150ad6b4907" /><Relationship Type="http://schemas.openxmlformats.org/officeDocument/2006/relationships/notesSlide" Target="/ppt/notesSlides/notesSlide57.xml" Id="Rc2fef0e6ec2747a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2.xml" Id="Rbce7261a2c1e4184" /><Relationship Type="http://schemas.openxmlformats.org/officeDocument/2006/relationships/image" Target="/ppt/media/image23.png" Id="R6496d81947ad498e" /><Relationship Type="http://schemas.openxmlformats.org/officeDocument/2006/relationships/notesSlide" Target="/ppt/notesSlides/notesSlide58.xml" Id="Rfff55e9cc1e242d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2.xml" Id="Rd18f09649a4e40f5" /><Relationship Type="http://schemas.openxmlformats.org/officeDocument/2006/relationships/notesSlide" Target="/ppt/notesSlides/notesSlide59.xml" Id="R7747d9973e794e5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2.xml" Id="R1a3850adc85f4b1f" /><Relationship Type="http://schemas.openxmlformats.org/officeDocument/2006/relationships/image" Target="/ppt/media/image24.png" Id="R2e0fca4f07314220" /><Relationship Type="http://schemas.openxmlformats.org/officeDocument/2006/relationships/notesSlide" Target="/ppt/notesSlides/notesSlide60.xml" Id="R61cd628c432f4074" /></Relationships>
</file>

<file path=ppt/slides/_rels/slide61.xml.rels>&#65279;<?xml version="1.0" encoding="utf-8"?><Relationships xmlns="http://schemas.openxmlformats.org/package/2006/relationships"><Relationship Type="http://schemas.openxmlformats.org/officeDocument/2006/relationships/slideLayout" Target="/ppt/slideLayouts/slideLayout2.xml" Id="Ra2c972dbaf1c43ca" /><Relationship Type="http://schemas.openxmlformats.org/officeDocument/2006/relationships/image" Target="/ppt/media/image24.png" Id="R0d82758b26f44962" /><Relationship Type="http://schemas.openxmlformats.org/officeDocument/2006/relationships/notesSlide" Target="/ppt/notesSlides/notesSlide61.xml" Id="R8d165244a1cf4cd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xml" Id="Rb3bb54cff97f4908" /><Relationship Type="http://schemas.openxmlformats.org/officeDocument/2006/relationships/notesSlide" Target="/ppt/notesSlides/notesSlide62.xml" Id="R080394cc618d42a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2.xml" Id="Rff23d17331dc4ada" /><Relationship Type="http://schemas.openxmlformats.org/officeDocument/2006/relationships/notesSlide" Target="/ppt/notesSlides/notesSlide63.xml" Id="R2fee48513a484974"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7F688027-B40F-48A0-ACAD-38685D1C7272}"/>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46C4782C-2C5C-4A66-82C6-C18766074A3B}"/>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95C3A0FB-9BE1-447F-A3E4-E34BAE80FD43}"/>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EB1504BC-3FC3-480E-BFC1-7E53D5E3F8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579555337"/>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7076128B-B0A5-40CE-8B4A-BE0D4219F6C6}"/>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3A3EDFAE-E559-4FB1-8FA4-EFC732475B95}"/>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4A10387E-85A3-4E69-B9DA-E8424DE4AEE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050254798"/>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4802c96f0cc34117"/>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42EAE545-F7A9-4976-AC84-11F84B491DDB}"/>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EF664538-2E41-4F12-8640-D3E34991600F}"/>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03C53493-6D6E-4536-8390-298291C6BE3F}"/>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036B170E-1B71-4D8D-AD6E-D9822FCF9E84}"/>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3F8FDDF8-B7E9-4B36-A126-9091500090B4}"/>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51F6D63D-BD2B-4B46-BED4-92989AC1CB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344732782"/>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E61974CC-7979-4313-B51D-738B3F3DF909}"/>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1AB7FAC0-99E1-48F1-904F-79F84E2A237D}"/>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ED46B84C-6D96-4E7F-8FB0-0EF17FF6F05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3313729035"/>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007D2EA5-2851-4F76-AEBE-A568CB2496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236036437"/>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5D0C4E85-5373-4E8B-B921-F555846D03CA}"/>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811F3574-B77E-4068-9642-38DAA7DF4401}"/>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A0EE8373-08CA-4610-BE41-B651CED3C5A2}"/>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48C801D1-4C7F-4D86-89AB-FF0E27209290}"/>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5FD4661F-8FE5-4FB9-8DA3-3CF74A8E148C}"/>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29740049-A0E6-4452-A819-46EE9C6B904E}"/>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347795D9-0FA8-45DC-93AA-4B06F9F4C607}"/>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664961B9-B6A5-401C-8B2D-FC6EE6B2A5E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574081452"/>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4105222F-F35F-4AD0-B7FE-8E2F2FB0B035}"/>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CDF98A90-CAC8-4673-9D29-57069CF8F5E6}"/>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7806B1D4-5936-4062-BAF2-5B2F889EB4A2}"/>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7CF92213-9806-49CA-AEEB-5F5A94CE44E7}"/>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F52A2A91-05E3-4845-9266-4F647AB34885}"/>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081ADAD3-375F-403E-9B23-E8261C568050}"/>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C2CA1689-9D63-4DFD-AC13-A67D8826E2D9}"/>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FAD6B1BE-90E1-4BDD-90DB-FCB908D89E7A}"/>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C55ED460-DCAB-41DE-AF19-08DB53D5FE0B}"/>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12FEA786-7B3D-4AE4-910B-A91D59E7F5C6}"/>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2CA1F2E4-E621-4E29-970E-A95011D3A96F}"/>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45ECD9F8-EABB-41A1-BB0D-80C0702D4978}"/>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18B0993B-F617-4830-8FE7-7FC329DFF57F}"/>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4AFA6154-FB5C-4379-8222-4BEF7DD1F53F}"/>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FD7FB247-9403-4CCE-9D24-3E78E6497E3C}"/>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60867DB7-6749-4E9B-A90B-6FF080928857}"/>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17B8F570-86A2-46E5-A365-5556B9C6BBEC}"/>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6C6D4099-AF50-4577-8791-78803EBA1544}"/>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
        <p:nvSpPr>
          <p:cNvPr id="46" name="narrative-number">
            <a:extLst xmlns:a="http://schemas.openxmlformats.org/drawingml/2006/main">
              <a:ext uri="{FF2B5EF4-FFF2-40B4-BE49-F238E27FC236}">
                <a16:creationId xmlns:a16="http://schemas.microsoft.com/office/drawing/2014/main" id="{C99AB8F8-346D-4626-8838-E0F7B469B1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953344372"/>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8439F48C-687B-4B2E-B5C2-D2A98D70A321}"/>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13733432-309E-4368-B187-4A8CE19B00C6}"/>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97EEA092-F870-4091-8A4B-118239972C5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26CF332D-3C8E-4291-8219-8836F1F5DB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879750246"/>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8ffa761a2322469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B4765349-CA6A-4CAA-8D3F-3F1678383E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28565524"/>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cbd699faa2d14bd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4477FFCB-ADD1-4932-B79B-3AC34001182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945857713"/>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462259dc03a04a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5D06F4B2-8F84-4756-9A9E-EC27A3CF7A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904430917"/>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2ef323f790bd43d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4F3D8505-73DA-4F6C-922B-C02CD5AA96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753099498"/>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f75961f2d1a2414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2F97073A-3470-4C30-A251-BB9A50C020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656324469"/>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a784e1b0a454475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9F8D0815-255E-4F06-ACA2-3454B74531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479548909"/>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11F59900-0F6B-4E85-B662-6B239F798B7D}"/>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F250E958-8E91-4FB1-BCE0-5D533FAC234C}"/>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91FBEEDA-9879-4FAB-9058-7C597A19C35A}"/>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78EACC5A-61CD-4801-8E98-D6D654687F22}"/>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6A8C75F8-D86C-4037-81FF-6B46E6A9152C}"/>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41362DC6-F14D-454B-B0AB-91523D4D177E}"/>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8A8FA585-4FA4-439C-AE9C-41C32F728E7D}"/>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08-text-3">
            <a:extLst xmlns:a="http://schemas.openxmlformats.org/drawingml/2006/main">
              <a:ext uri="{FF2B5EF4-FFF2-40B4-BE49-F238E27FC236}">
                <a16:creationId xmlns:a16="http://schemas.microsoft.com/office/drawing/2014/main" id="{E0A9DFF1-3CBF-4515-A631-E36B807B8439}"/>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a:t>
            </a:r>
          </a:p>
        </p:txBody>
      </p:sp>
      <p:sp>
        <p:nvSpPr>
          <p:cNvPr id="71" name="08-text-4">
            <a:extLst xmlns:a="http://schemas.openxmlformats.org/drawingml/2006/main">
              <a:ext uri="{FF2B5EF4-FFF2-40B4-BE49-F238E27FC236}">
                <a16:creationId xmlns:a16="http://schemas.microsoft.com/office/drawing/2014/main" id="{8EA82077-0233-45A1-A0D7-9935B8DE4A1F}"/>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Choose which model handles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coding task.</a:t>
            </a:r>
          </a:p>
        </p:txBody>
      </p:sp>
      <p:sp>
        <p:nvSpPr>
          <p:cNvPr id="72" name="08-text-5">
            <a:extLst xmlns:a="http://schemas.openxmlformats.org/drawingml/2006/main">
              <a:ext uri="{FF2B5EF4-FFF2-40B4-BE49-F238E27FC236}">
                <a16:creationId xmlns:a16="http://schemas.microsoft.com/office/drawing/2014/main" id="{35495CA9-636D-461D-9B6D-6706D5C680C2}"/>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effort</a:t>
            </a:r>
          </a:p>
        </p:txBody>
      </p:sp>
      <p:sp>
        <p:nvSpPr>
          <p:cNvPr id="73" name="08-text-6">
            <a:extLst xmlns:a="http://schemas.openxmlformats.org/drawingml/2006/main">
              <a:ext uri="{FF2B5EF4-FFF2-40B4-BE49-F238E27FC236}">
                <a16:creationId xmlns:a16="http://schemas.microsoft.com/office/drawing/2014/main" id="{98F6C82B-F06C-49FD-829D-71AD403E2005}"/>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Adjust the effort used to</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 through the task.</a:t>
            </a:r>
          </a:p>
        </p:txBody>
      </p:sp>
      <p:sp>
        <p:nvSpPr>
          <p:cNvPr id="74" name="narrative-number">
            <a:extLst xmlns:a="http://schemas.openxmlformats.org/drawingml/2006/main">
              <a:ext uri="{FF2B5EF4-FFF2-40B4-BE49-F238E27FC236}">
                <a16:creationId xmlns:a16="http://schemas.microsoft.com/office/drawing/2014/main" id="{89EC5178-E891-417B-9FB2-5A48C7C8B6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546675169"/>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5" name="!!area-name">
            <a:extLst xmlns:a="http://schemas.openxmlformats.org/drawingml/2006/main">
              <a:ext uri="{FF2B5EF4-FFF2-40B4-BE49-F238E27FC236}">
                <a16:creationId xmlns:a16="http://schemas.microsoft.com/office/drawing/2014/main" id="{4A47C1C9-C60D-4D3A-8526-A699BC99CC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84" name="mini-map"/>
          <p:cNvPicPr>
            <a:picLocks xmlns:a="http://schemas.openxmlformats.org/drawingml/2006/main" noChangeAspect="1"/>
          </p:cNvPicPr>
          <p:nvPr/>
        </p:nvPicPr>
        <p:blipFill>
          <a:blip xmlns:r="http://schemas.openxmlformats.org/officeDocument/2006/relationships" xmlns:a="http://schemas.openxmlformats.org/drawingml/2006/main" r:embed="Rbbdc5212b34d4f6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7" name="header-divider">
            <a:extLst xmlns:a="http://schemas.openxmlformats.org/drawingml/2006/main">
              <a:ext uri="{FF2B5EF4-FFF2-40B4-BE49-F238E27FC236}">
                <a16:creationId xmlns:a16="http://schemas.microsoft.com/office/drawing/2014/main" id="{44AB7985-B546-44E9-B87E-C2D53820F66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8" name="09-text-1">
            <a:extLst xmlns:a="http://schemas.openxmlformats.org/drawingml/2006/main">
              <a:ext uri="{FF2B5EF4-FFF2-40B4-BE49-F238E27FC236}">
                <a16:creationId xmlns:a16="http://schemas.microsoft.com/office/drawing/2014/main" id="{12D434CE-9E02-4C46-AA31-DF8E2E024421}"/>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9" name="09-text-2">
            <a:extLst xmlns:a="http://schemas.openxmlformats.org/drawingml/2006/main">
              <a:ext uri="{FF2B5EF4-FFF2-40B4-BE49-F238E27FC236}">
                <a16:creationId xmlns:a16="http://schemas.microsoft.com/office/drawing/2014/main" id="{2B90F58C-F5CA-4674-88B3-060F79AEAEA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80" name="09-text-3">
            <a:extLst xmlns:a="http://schemas.openxmlformats.org/drawingml/2006/main">
              <a:ext uri="{FF2B5EF4-FFF2-40B4-BE49-F238E27FC236}">
                <a16:creationId xmlns:a16="http://schemas.microsoft.com/office/drawing/2014/main" id="{E225CAB8-A6EA-422D-8980-076C2F22FA3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9" name="09-image-4"/>
          <p:cNvPicPr>
            <a:picLocks xmlns:a="http://schemas.openxmlformats.org/drawingml/2006/main" noChangeAspect="1"/>
          </p:cNvPicPr>
          <p:nvPr/>
        </p:nvPicPr>
        <p:blipFill>
          <a:blip xmlns:r="http://schemas.openxmlformats.org/officeDocument/2006/relationships" xmlns:a="http://schemas.openxmlformats.org/drawingml/2006/main" r:embed="Re0d4de4e0294413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82" name="narrative-number">
            <a:extLst xmlns:a="http://schemas.openxmlformats.org/drawingml/2006/main">
              <a:ext uri="{FF2B5EF4-FFF2-40B4-BE49-F238E27FC236}">
                <a16:creationId xmlns:a16="http://schemas.microsoft.com/office/drawing/2014/main" id="{801E2C33-72E5-400A-974B-327B716B1D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231571475"/>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3" name="!!area-name">
            <a:extLst xmlns:a="http://schemas.openxmlformats.org/drawingml/2006/main">
              <a:ext uri="{FF2B5EF4-FFF2-40B4-BE49-F238E27FC236}">
                <a16:creationId xmlns:a16="http://schemas.microsoft.com/office/drawing/2014/main" id="{85F3C1F0-B96D-4992-AB5A-DF10ACA419C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95" name="mini-map"/>
          <p:cNvPicPr>
            <a:picLocks xmlns:a="http://schemas.openxmlformats.org/drawingml/2006/main" noChangeAspect="1"/>
          </p:cNvPicPr>
          <p:nvPr/>
        </p:nvPicPr>
        <p:blipFill>
          <a:blip xmlns:r="http://schemas.openxmlformats.org/officeDocument/2006/relationships" xmlns:a="http://schemas.openxmlformats.org/drawingml/2006/main" r:embed="Ra0a3fb1f58f549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5" name="header-divider">
            <a:extLst xmlns:a="http://schemas.openxmlformats.org/drawingml/2006/main">
              <a:ext uri="{FF2B5EF4-FFF2-40B4-BE49-F238E27FC236}">
                <a16:creationId xmlns:a16="http://schemas.microsoft.com/office/drawing/2014/main" id="{A820FF17-AE55-402A-A017-0BDDABD9D0A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6" name="models-decisions-title">
            <a:extLst xmlns:a="http://schemas.openxmlformats.org/drawingml/2006/main">
              <a:ext uri="{FF2B5EF4-FFF2-40B4-BE49-F238E27FC236}">
                <a16:creationId xmlns:a16="http://schemas.microsoft.com/office/drawing/2014/main" id="{18678533-2121-4CBD-B892-3FC288843B1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decisions you own</a:t>
            </a:r>
          </a:p>
        </p:txBody>
      </p:sp>
      <p:sp>
        <p:nvSpPr>
          <p:cNvPr id="87" name="09-text-5">
            <a:extLst xmlns:a="http://schemas.openxmlformats.org/drawingml/2006/main">
              <a:ext uri="{FF2B5EF4-FFF2-40B4-BE49-F238E27FC236}">
                <a16:creationId xmlns:a16="http://schemas.microsoft.com/office/drawing/2014/main" id="{421E354F-1B60-409F-A17D-C4B02DFC76A3}"/>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model and</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settings?</a:t>
            </a:r>
          </a:p>
        </p:txBody>
      </p:sp>
      <p:sp>
        <p:nvSpPr>
          <p:cNvPr id="88" name="09-text-6">
            <a:extLst xmlns:a="http://schemas.openxmlformats.org/drawingml/2006/main">
              <a:ext uri="{FF2B5EF4-FFF2-40B4-BE49-F238E27FC236}">
                <a16:creationId xmlns:a16="http://schemas.microsoft.com/office/drawing/2014/main" id="{8E634B26-3D5D-4F5B-98F5-AA17BA16FB93}"/>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Balance task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deployment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representative task comparisons.</a:t>
            </a:r>
          </a:p>
        </p:txBody>
      </p:sp>
      <p:sp>
        <p:nvSpPr>
          <p:cNvPr id="89" name="09-text-7">
            <a:extLst xmlns:a="http://schemas.openxmlformats.org/drawingml/2006/main">
              <a:ext uri="{FF2B5EF4-FFF2-40B4-BE49-F238E27FC236}">
                <a16:creationId xmlns:a16="http://schemas.microsoft.com/office/drawing/2014/main" id="{F14F6DD9-BB03-4FCD-9F2B-0CD2287E9357}"/>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One model or</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different models?</a:t>
            </a:r>
          </a:p>
        </p:txBody>
      </p:sp>
      <p:sp>
        <p:nvSpPr>
          <p:cNvPr id="90" name="09-text-8">
            <a:extLst xmlns:a="http://schemas.openxmlformats.org/drawingml/2006/main">
              <a:ext uri="{FF2B5EF4-FFF2-40B4-BE49-F238E27FC236}">
                <a16:creationId xmlns:a16="http://schemas.microsoft.com/office/drawing/2014/main" id="{F0770AD5-8E30-4407-8C32-01CC36F9EF39}"/>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 adds task-specific choices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more configurations to maintain.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one until evidence supports routing.</a:t>
            </a:r>
          </a:p>
        </p:txBody>
      </p:sp>
      <p:sp>
        <p:nvSpPr>
          <p:cNvPr id="91" name="09-text-9">
            <a:extLst xmlns:a="http://schemas.openxmlformats.org/drawingml/2006/main">
              <a:ext uri="{FF2B5EF4-FFF2-40B4-BE49-F238E27FC236}">
                <a16:creationId xmlns:a16="http://schemas.microsoft.com/office/drawing/2014/main" id="{BA5A4D5F-E78C-4D1B-B7DA-367C929CF430}"/>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will model</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changes be controlled?</a:t>
            </a:r>
          </a:p>
        </p:txBody>
      </p:sp>
      <p:sp>
        <p:nvSpPr>
          <p:cNvPr id="92" name="09-text-10">
            <a:extLst xmlns:a="http://schemas.openxmlformats.org/drawingml/2006/main">
              <a:ext uri="{FF2B5EF4-FFF2-40B4-BE49-F238E27FC236}">
                <a16:creationId xmlns:a16="http://schemas.microsoft.com/office/drawing/2014/main" id="{DFDE5870-8607-4A2F-9C06-771597C2FDEF}"/>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versions need planned migration.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Moving aliases need regression monitoring.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evaluation and replacement practices.</a:t>
            </a:r>
          </a:p>
        </p:txBody>
      </p:sp>
      <p:sp>
        <p:nvSpPr>
          <p:cNvPr id="93" name="narrative-number">
            <a:extLst xmlns:a="http://schemas.openxmlformats.org/drawingml/2006/main">
              <a:ext uri="{FF2B5EF4-FFF2-40B4-BE49-F238E27FC236}">
                <a16:creationId xmlns:a16="http://schemas.microsoft.com/office/drawing/2014/main" id="{3BE512AA-82DC-4F8F-8C1B-42947DC7EC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260385737"/>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4" name="!!area-name">
            <a:extLst xmlns:a="http://schemas.openxmlformats.org/drawingml/2006/main">
              <a:ext uri="{FF2B5EF4-FFF2-40B4-BE49-F238E27FC236}">
                <a16:creationId xmlns:a16="http://schemas.microsoft.com/office/drawing/2014/main" id="{1529A9D0-1D9B-4881-8A66-9D7735BEA8F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09" name="mini-map"/>
          <p:cNvPicPr>
            <a:picLocks xmlns:a="http://schemas.openxmlformats.org/drawingml/2006/main" noChangeAspect="1"/>
          </p:cNvPicPr>
          <p:nvPr/>
        </p:nvPicPr>
        <p:blipFill>
          <a:blip xmlns:r="http://schemas.openxmlformats.org/officeDocument/2006/relationships" xmlns:a="http://schemas.openxmlformats.org/drawingml/2006/main" r:embed="Ra196035ebc0f445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6" name="header-divider">
            <a:extLst xmlns:a="http://schemas.openxmlformats.org/drawingml/2006/main">
              <a:ext uri="{FF2B5EF4-FFF2-40B4-BE49-F238E27FC236}">
                <a16:creationId xmlns:a16="http://schemas.microsoft.com/office/drawing/2014/main" id="{064C844B-2175-466C-AD42-4D58E499E00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7" name="models-maintenance-title">
            <a:extLst xmlns:a="http://schemas.openxmlformats.org/drawingml/2006/main">
              <a:ext uri="{FF2B5EF4-FFF2-40B4-BE49-F238E27FC236}">
                <a16:creationId xmlns:a16="http://schemas.microsoft.com/office/drawing/2014/main" id="{530E6D08-C7B1-4622-B074-FC5270C27DE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model choices</a:t>
            </a:r>
          </a:p>
        </p:txBody>
      </p:sp>
      <p:sp>
        <p:nvSpPr>
          <p:cNvPr id="98" name="09-text-11">
            <a:extLst xmlns:a="http://schemas.openxmlformats.org/drawingml/2006/main">
              <a:ext uri="{FF2B5EF4-FFF2-40B4-BE49-F238E27FC236}">
                <a16:creationId xmlns:a16="http://schemas.microsoft.com/office/drawing/2014/main" id="{FA7BA9CC-9369-4F40-9B49-725CB3BA897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Task changes</a:t>
            </a:r>
          </a:p>
        </p:txBody>
      </p:sp>
      <p:sp>
        <p:nvSpPr>
          <p:cNvPr id="99" name="09-text-12">
            <a:extLst xmlns:a="http://schemas.openxmlformats.org/drawingml/2006/main">
              <a:ext uri="{FF2B5EF4-FFF2-40B4-BE49-F238E27FC236}">
                <a16:creationId xmlns:a16="http://schemas.microsoft.com/office/drawing/2014/main" id="{5257067C-300E-4C39-B115-D11AA7AC7E4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tasks can expose gaps in the original evaluation.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the cases as intended use changes.</a:t>
            </a:r>
          </a:p>
        </p:txBody>
      </p:sp>
      <p:sp>
        <p:nvSpPr>
          <p:cNvPr id="100" name="09-text-13">
            <a:extLst xmlns:a="http://schemas.openxmlformats.org/drawingml/2006/main">
              <a:ext uri="{FF2B5EF4-FFF2-40B4-BE49-F238E27FC236}">
                <a16:creationId xmlns:a16="http://schemas.microsoft.com/office/drawing/2014/main" id="{4D22C666-79CE-44A0-AD4B-E2B07A486820}"/>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Routing</a:t>
            </a:r>
          </a:p>
        </p:txBody>
      </p:sp>
      <p:sp>
        <p:nvSpPr>
          <p:cNvPr id="101" name="09-text-14">
            <a:extLst xmlns:a="http://schemas.openxmlformats.org/drawingml/2006/main">
              <a:ext uri="{FF2B5EF4-FFF2-40B4-BE49-F238E27FC236}">
                <a16:creationId xmlns:a16="http://schemas.microsoft.com/office/drawing/2014/main" id="{2D349F46-1363-4747-9AE2-2139A44AA11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route needs evaluation coverage.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Measure the whole workflow as routes change.</a:t>
            </a:r>
          </a:p>
        </p:txBody>
      </p:sp>
      <p:sp>
        <p:nvSpPr>
          <p:cNvPr id="102" name="09-text-15">
            <a:extLst xmlns:a="http://schemas.openxmlformats.org/drawingml/2006/main">
              <a:ext uri="{FF2B5EF4-FFF2-40B4-BE49-F238E27FC236}">
                <a16:creationId xmlns:a16="http://schemas.microsoft.com/office/drawing/2014/main" id="{77F8CFA1-1D37-4003-91F2-9618AE4117E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lifecycle</a:t>
            </a:r>
          </a:p>
        </p:txBody>
      </p:sp>
      <p:sp>
        <p:nvSpPr>
          <p:cNvPr id="103" name="09-text-16">
            <a:extLst xmlns:a="http://schemas.openxmlformats.org/drawingml/2006/main">
              <a:ext uri="{FF2B5EF4-FFF2-40B4-BE49-F238E27FC236}">
                <a16:creationId xmlns:a16="http://schemas.microsoft.com/office/drawing/2014/main" id="{439B8BD6-1374-4BFA-89BF-48D82F886F8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retire. Aliases update.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changes and prepare a replacement.</a:t>
            </a:r>
          </a:p>
        </p:txBody>
      </p:sp>
      <p:sp>
        <p:nvSpPr>
          <p:cNvPr id="104" name="09-text-17">
            <a:extLst xmlns:a="http://schemas.openxmlformats.org/drawingml/2006/main">
              <a:ext uri="{FF2B5EF4-FFF2-40B4-BE49-F238E27FC236}">
                <a16:creationId xmlns:a16="http://schemas.microsoft.com/office/drawing/2014/main" id="{AE6EC344-160B-4EFF-9172-C1E5EAC937E8}"/>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does not freeze the whole system.</a:t>
            </a:r>
          </a:p>
        </p:txBody>
      </p:sp>
      <p:sp>
        <p:nvSpPr>
          <p:cNvPr id="105" name="09-text-18">
            <a:extLst xmlns:a="http://schemas.openxmlformats.org/drawingml/2006/main">
              <a:ext uri="{FF2B5EF4-FFF2-40B4-BE49-F238E27FC236}">
                <a16:creationId xmlns:a16="http://schemas.microsoft.com/office/drawing/2014/main" id="{733CABBE-B453-4A42-A02B-548FAAA96C0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06" name="09-text-19">
            <a:extLst xmlns:a="http://schemas.openxmlformats.org/drawingml/2006/main">
              <a:ext uri="{FF2B5EF4-FFF2-40B4-BE49-F238E27FC236}">
                <a16:creationId xmlns:a16="http://schemas.microsoft.com/office/drawing/2014/main" id="{6CA11432-E38C-4DF8-A9D9-77600288E77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07" name="narrative-number">
            <a:extLst xmlns:a="http://schemas.openxmlformats.org/drawingml/2006/main">
              <a:ext uri="{FF2B5EF4-FFF2-40B4-BE49-F238E27FC236}">
                <a16:creationId xmlns:a16="http://schemas.microsoft.com/office/drawing/2014/main" id="{53F30FB3-14A7-4388-9B75-4B971688F13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811329261"/>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8" name="!!area-name">
            <a:extLst xmlns:a="http://schemas.openxmlformats.org/drawingml/2006/main">
              <a:ext uri="{FF2B5EF4-FFF2-40B4-BE49-F238E27FC236}">
                <a16:creationId xmlns:a16="http://schemas.microsoft.com/office/drawing/2014/main" id="{2C5EE378-AB9C-45E6-8E39-9D9FCB2DCE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17" name="mini-map"/>
          <p:cNvPicPr>
            <a:picLocks xmlns:a="http://schemas.openxmlformats.org/drawingml/2006/main" noChangeAspect="1"/>
          </p:cNvPicPr>
          <p:nvPr/>
        </p:nvPicPr>
        <p:blipFill>
          <a:blip xmlns:r="http://schemas.openxmlformats.org/officeDocument/2006/relationships" xmlns:a="http://schemas.openxmlformats.org/drawingml/2006/main" r:embed="R0b97e47dfb57489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0" name="header-divider">
            <a:extLst xmlns:a="http://schemas.openxmlformats.org/drawingml/2006/main">
              <a:ext uri="{FF2B5EF4-FFF2-40B4-BE49-F238E27FC236}">
                <a16:creationId xmlns:a16="http://schemas.microsoft.com/office/drawing/2014/main" id="{A39A67D7-332E-4E0A-B5E3-D3424E1315C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1" name="models-application-title">
            <a:extLst xmlns:a="http://schemas.openxmlformats.org/drawingml/2006/main">
              <a:ext uri="{FF2B5EF4-FFF2-40B4-BE49-F238E27FC236}">
                <a16:creationId xmlns:a16="http://schemas.microsoft.com/office/drawing/2014/main" id="{F74C3192-F4D0-421C-8BCA-4023D3F9507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design for the FRB brief</a:t>
            </a:r>
          </a:p>
        </p:txBody>
      </p:sp>
      <p:sp>
        <p:nvSpPr>
          <p:cNvPr id="112" name="09-text-20">
            <a:extLst xmlns:a="http://schemas.openxmlformats.org/drawingml/2006/main">
              <a:ext uri="{FF2B5EF4-FFF2-40B4-BE49-F238E27FC236}">
                <a16:creationId xmlns:a16="http://schemas.microsoft.com/office/drawing/2014/main" id="{A0859877-7C22-4A4E-AB73-2E1E3171A0E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1" name="09-table-21"/>
          <p:cNvGraphicFramePr/>
          <p:nvPr/>
        </p:nvGraphicFramePr>
        <p:xfrm>
          <a:off xmlns:a="http://schemas.openxmlformats.org/drawingml/2006/main" x="609600" y="2895600"/>
          <a:ext xmlns:a="http://schemas.openxmlformats.org/drawingml/2006/main" cx="10972800" cy="2590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 and rationale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Compare models on faithful summaries</a:t>
                      </a:r>
                    </a:p>
                    <a:p>
                      <a:pPr>
                        <a:lnSpc>
                          <a:spcPct val="125000"/>
                        </a:lnSpc>
                        <a:buNone/>
                      </a:pPr>
                      <a:r>
                        <a:rPr sz="2000" b="0">
                          <a:solidFill>
                            <a:srgbClr val="FFFCF5"/>
                          </a:solidFill>
                          <a:latin typeface="Helvetica"/>
                          <a:ea typeface="Helvetica"/>
                          <a:cs typeface="Helvetica"/>
                        </a:rPr>
                        <a:t>and supported findings.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Allocation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One model configuration for the brief.</a:t>
                      </a:r>
                    </a:p>
                    <a:p>
                      <a:pPr>
                        <a:lnSpc>
                          <a:spcPct val="125000"/>
                        </a:lnSpc>
                        <a:buNone/>
                      </a:pPr>
                      <a:r>
                        <a:rPr sz="2000" b="0">
                          <a:solidFill>
                            <a:srgbClr val="FFFCF5"/>
                          </a:solidFill>
                          <a:latin typeface="Helvetica"/>
                          <a:ea typeface="Helvetica"/>
                          <a:cs typeface="Helvetica"/>
                        </a:rPr>
                        <a:t>Add routing only when measurements justify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Changes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Pinned version where available,</a:t>
                      </a:r>
                    </a:p>
                    <a:p>
                      <a:pPr>
                        <a:lnSpc>
                          <a:spcPct val="125000"/>
                        </a:lnSpc>
                        <a:buNone/>
                      </a:pPr>
                      <a:r>
                        <a:rPr sz="2000" b="0">
                          <a:solidFill>
                            <a:srgbClr val="FFFCF5"/>
                          </a:solidFill>
                          <a:latin typeface="Helvetica"/>
                          <a:ea typeface="Helvetica"/>
                          <a:cs typeface="Helvetica"/>
                        </a:rPr>
                        <a:t>with a migration plan.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14" name="09-text-22">
            <a:extLst xmlns:a="http://schemas.openxmlformats.org/drawingml/2006/main">
              <a:ext uri="{FF2B5EF4-FFF2-40B4-BE49-F238E27FC236}">
                <a16:creationId xmlns:a16="http://schemas.microsoft.com/office/drawing/2014/main" id="{F8ED18A8-AF6D-413C-A0A0-23FB81432058}"/>
              </a:ext>
            </a:extLst>
          </p:cNvPr>
          <p:cNvSpPr>
            <a:spLocks xmlns:a="http://schemas.openxmlformats.org/drawingml/2006/main"/>
          </p:cNvSpPr>
          <p:nvPr/>
        </p:nvSpPr>
        <p:spPr>
          <a:xfrm xmlns:a="http://schemas.openxmlformats.org/drawingml/2006/main">
            <a:off x="609600" y="5588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Revisit when measured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lifecycle requirements justify a change.</a:t>
            </a:r>
          </a:p>
        </p:txBody>
      </p:sp>
      <p:sp>
        <p:nvSpPr>
          <p:cNvPr id="115" name="narrative-number">
            <a:extLst xmlns:a="http://schemas.openxmlformats.org/drawingml/2006/main">
              <a:ext uri="{FF2B5EF4-FFF2-40B4-BE49-F238E27FC236}">
                <a16:creationId xmlns:a16="http://schemas.microsoft.com/office/drawing/2014/main" id="{55F6AB3A-D5AC-42DA-B6F2-72B5CE9005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528298465"/>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6" name="!!area-header">
            <a:extLst xmlns:a="http://schemas.openxmlformats.org/drawingml/2006/main">
              <a:ext uri="{FF2B5EF4-FFF2-40B4-BE49-F238E27FC236}">
                <a16:creationId xmlns:a16="http://schemas.microsoft.com/office/drawing/2014/main" id="{4FE6A598-ECEF-4990-B7BD-2A1582831260}"/>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17" name="!!area-name">
            <a:extLst xmlns:a="http://schemas.openxmlformats.org/drawingml/2006/main">
              <a:ext uri="{FF2B5EF4-FFF2-40B4-BE49-F238E27FC236}">
                <a16:creationId xmlns:a16="http://schemas.microsoft.com/office/drawing/2014/main" id="{F17B7B41-0E0A-409D-B2DC-B690C5E04D26}"/>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18" name="!!area-beat">
            <a:extLst xmlns:a="http://schemas.openxmlformats.org/drawingml/2006/main">
              <a:ext uri="{FF2B5EF4-FFF2-40B4-BE49-F238E27FC236}">
                <a16:creationId xmlns:a16="http://schemas.microsoft.com/office/drawing/2014/main" id="{AB0CC1D4-2E43-4EB4-B868-2DFC55377818}"/>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19" name="header-divider">
            <a:extLst xmlns:a="http://schemas.openxmlformats.org/drawingml/2006/main">
              <a:ext uri="{FF2B5EF4-FFF2-40B4-BE49-F238E27FC236}">
                <a16:creationId xmlns:a16="http://schemas.microsoft.com/office/drawing/2014/main" id="{39548C48-5ED2-45C4-951B-B323D0E011AA}"/>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0" name="!!screenshot-AGENTS.md">
            <a:extLst xmlns:a="http://schemas.openxmlformats.org/drawingml/2006/main">
              <a:ext uri="{FF2B5EF4-FFF2-40B4-BE49-F238E27FC236}">
                <a16:creationId xmlns:a16="http://schemas.microsoft.com/office/drawing/2014/main" id="{ABE5EAA7-9EBF-43C0-8999-000D89777128}"/>
              </a:ext>
            </a:extLst>
          </p:cNvPr>
          <p:cNvSpPr>
            <a:spLocks xmlns:a="http://schemas.openxmlformats.org/drawingml/2006/main"/>
          </p:cNvSpPr>
          <p:nvPr/>
        </p:nvSpPr>
        <p:spPr>
          <a:xfrm xmlns:a="http://schemas.openxmlformats.org/drawingml/2006/main">
            <a:off x="6096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21" name="10-text-1">
            <a:extLst xmlns:a="http://schemas.openxmlformats.org/drawingml/2006/main">
              <a:ext uri="{FF2B5EF4-FFF2-40B4-BE49-F238E27FC236}">
                <a16:creationId xmlns:a16="http://schemas.microsoft.com/office/drawing/2014/main" id="{7A9B0884-C9B6-47F1-869E-F85A6610E627}"/>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22" name="10-text-2">
            <a:extLst xmlns:a="http://schemas.openxmlformats.org/drawingml/2006/main">
              <a:ext uri="{FF2B5EF4-FFF2-40B4-BE49-F238E27FC236}">
                <a16:creationId xmlns:a16="http://schemas.microsoft.com/office/drawing/2014/main" id="{76FCABFA-5ED2-4437-982F-EDEA59659144}"/>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AGENTS.md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10 to 15 lines</a:t>
            </a:r>
          </a:p>
        </p:txBody>
      </p:sp>
      <p:sp>
        <p:nvSpPr>
          <p:cNvPr id="123" name="!!screenshot-Codex CLI">
            <a:extLst xmlns:a="http://schemas.openxmlformats.org/drawingml/2006/main">
              <a:ext uri="{FF2B5EF4-FFF2-40B4-BE49-F238E27FC236}">
                <a16:creationId xmlns:a16="http://schemas.microsoft.com/office/drawing/2014/main" id="{0E58E287-81E4-405D-921F-13D3B493DFE6}"/>
              </a:ext>
            </a:extLst>
          </p:cNvPr>
          <p:cNvSpPr>
            <a:spLocks xmlns:a="http://schemas.openxmlformats.org/drawingml/2006/main"/>
          </p:cNvSpPr>
          <p:nvPr/>
        </p:nvSpPr>
        <p:spPr>
          <a:xfrm xmlns:a="http://schemas.openxmlformats.org/drawingml/2006/main">
            <a:off x="62484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24" name="10-text-3">
            <a:extLst xmlns:a="http://schemas.openxmlformats.org/drawingml/2006/main">
              <a:ext uri="{FF2B5EF4-FFF2-40B4-BE49-F238E27FC236}">
                <a16:creationId xmlns:a16="http://schemas.microsoft.com/office/drawing/2014/main" id="{BD8991AA-334F-4FD9-A502-1365006CA91C}"/>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25" name="10-text-4">
            <a:extLst xmlns:a="http://schemas.openxmlformats.org/drawingml/2006/main">
              <a:ext uri="{FF2B5EF4-FFF2-40B4-BE49-F238E27FC236}">
                <a16:creationId xmlns:a16="http://schemas.microsoft.com/office/drawing/2014/main" id="{AE0ED6C5-0D08-4B8A-A16A-DFA16AD03EA5}"/>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/compact notice</a:t>
            </a:r>
          </a:p>
        </p:txBody>
      </p:sp>
      <p:sp>
        <p:nvSpPr>
          <p:cNvPr id="126" name="10-text-5">
            <a:extLst xmlns:a="http://schemas.openxmlformats.org/drawingml/2006/main">
              <a:ext uri="{FF2B5EF4-FFF2-40B4-BE49-F238E27FC236}">
                <a16:creationId xmlns:a16="http://schemas.microsoft.com/office/drawing/2014/main" id="{10632934-0C03-44BD-AF94-D979B3E4F012}"/>
              </a:ext>
            </a:extLst>
          </p:cNvPr>
          <p:cNvSpPr>
            <a:spLocks xmlns:a="http://schemas.openxmlformats.org/drawingml/2006/main"/>
          </p:cNvSpPr>
          <p:nvPr/>
        </p:nvSpPr>
        <p:spPr>
          <a:xfrm xmlns:a="http://schemas.openxmlformats.org/drawingml/2006/main">
            <a:off x="6096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AGENTS.md</a:t>
            </a:r>
          </a:p>
        </p:txBody>
      </p:sp>
      <p:sp>
        <p:nvSpPr>
          <p:cNvPr id="127" name="10-text-6">
            <a:extLst xmlns:a="http://schemas.openxmlformats.org/drawingml/2006/main">
              <a:ext uri="{FF2B5EF4-FFF2-40B4-BE49-F238E27FC236}">
                <a16:creationId xmlns:a16="http://schemas.microsoft.com/office/drawing/2014/main" id="{61A0805C-D008-492D-A54F-6BAEBE0813E0}"/>
              </a:ext>
            </a:extLst>
          </p:cNvPr>
          <p:cNvSpPr>
            <a:spLocks xmlns:a="http://schemas.openxmlformats.org/drawingml/2006/main"/>
          </p:cNvSpPr>
          <p:nvPr/>
        </p:nvSpPr>
        <p:spPr>
          <a:xfrm xmlns:a="http://schemas.openxmlformats.org/drawingml/2006/main">
            <a:off x="62484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/compact</a:t>
            </a:r>
          </a:p>
        </p:txBody>
      </p:sp>
      <p:sp>
        <p:nvSpPr>
          <p:cNvPr id="128" name="narrative-number">
            <a:extLst xmlns:a="http://schemas.openxmlformats.org/drawingml/2006/main">
              <a:ext uri="{FF2B5EF4-FFF2-40B4-BE49-F238E27FC236}">
                <a16:creationId xmlns:a16="http://schemas.microsoft.com/office/drawing/2014/main" id="{92B30FB2-905F-4A28-A521-1E8D20507F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4018981951"/>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9" name="!!area-name">
            <a:extLst xmlns:a="http://schemas.openxmlformats.org/drawingml/2006/main">
              <a:ext uri="{FF2B5EF4-FFF2-40B4-BE49-F238E27FC236}">
                <a16:creationId xmlns:a16="http://schemas.microsoft.com/office/drawing/2014/main" id="{840D56D4-5E72-453A-942D-21AD1B9150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43" name="mini-map"/>
          <p:cNvPicPr>
            <a:picLocks xmlns:a="http://schemas.openxmlformats.org/drawingml/2006/main" noChangeAspect="1"/>
          </p:cNvPicPr>
          <p:nvPr/>
        </p:nvPicPr>
        <p:blipFill>
          <a:blip xmlns:r="http://schemas.openxmlformats.org/officeDocument/2006/relationships" xmlns:a="http://schemas.openxmlformats.org/drawingml/2006/main" r:embed="R09fea9367b7c479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1" name="header-divider">
            <a:extLst xmlns:a="http://schemas.openxmlformats.org/drawingml/2006/main">
              <a:ext uri="{FF2B5EF4-FFF2-40B4-BE49-F238E27FC236}">
                <a16:creationId xmlns:a16="http://schemas.microsoft.com/office/drawing/2014/main" id="{15C7E278-CBA5-4A8D-B021-884A0FB9D0D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2" name="!!screenshot-AGENTS.md">
            <a:extLst xmlns:a="http://schemas.openxmlformats.org/drawingml/2006/main">
              <a:ext uri="{FF2B5EF4-FFF2-40B4-BE49-F238E27FC236}">
                <a16:creationId xmlns:a16="http://schemas.microsoft.com/office/drawing/2014/main" id="{897DBB1E-A954-4F8C-81EC-C50377B50D6C}"/>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33" name="10b-text-1">
            <a:extLst xmlns:a="http://schemas.openxmlformats.org/drawingml/2006/main">
              <a:ext uri="{FF2B5EF4-FFF2-40B4-BE49-F238E27FC236}">
                <a16:creationId xmlns:a16="http://schemas.microsoft.com/office/drawing/2014/main" id="{CF9DEA82-8358-4F95-B666-73908A5D0A8B}"/>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34" name="10b-text-2">
            <a:extLst xmlns:a="http://schemas.openxmlformats.org/drawingml/2006/main">
              <a:ext uri="{FF2B5EF4-FFF2-40B4-BE49-F238E27FC236}">
                <a16:creationId xmlns:a16="http://schemas.microsoft.com/office/drawing/2014/main" id="{D170A760-2EEA-4DAF-872C-71EFCC9A55B5}"/>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35" name="!!screenshot-Codex CLI">
            <a:extLst xmlns:a="http://schemas.openxmlformats.org/drawingml/2006/main">
              <a:ext uri="{FF2B5EF4-FFF2-40B4-BE49-F238E27FC236}">
                <a16:creationId xmlns:a16="http://schemas.microsoft.com/office/drawing/2014/main" id="{641294C6-357A-40D5-ADAE-E859D937BE76}"/>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36" name="10b-text-3">
            <a:extLst xmlns:a="http://schemas.openxmlformats.org/drawingml/2006/main">
              <a:ext uri="{FF2B5EF4-FFF2-40B4-BE49-F238E27FC236}">
                <a16:creationId xmlns:a16="http://schemas.microsoft.com/office/drawing/2014/main" id="{D9F5A4F7-457D-4F81-B959-713BD39DCC9C}"/>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37" name="10b-text-4">
            <a:extLst xmlns:a="http://schemas.openxmlformats.org/drawingml/2006/main">
              <a:ext uri="{FF2B5EF4-FFF2-40B4-BE49-F238E27FC236}">
                <a16:creationId xmlns:a16="http://schemas.microsoft.com/office/drawing/2014/main" id="{EE5C069E-F0FD-4BB4-9779-BF3FCDA46C42}"/>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38" name="10b-text-5">
            <a:extLst xmlns:a="http://schemas.openxmlformats.org/drawingml/2006/main">
              <a:ext uri="{FF2B5EF4-FFF2-40B4-BE49-F238E27FC236}">
                <a16:creationId xmlns:a16="http://schemas.microsoft.com/office/drawing/2014/main" id="{E0DE817F-86D3-474E-9F04-18301BEDB19A}"/>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context fails:</a:t>
            </a:r>
          </a:p>
        </p:txBody>
      </p:sp>
      <p:sp>
        <p:nvSpPr>
          <p:cNvPr id="139" name="10b-text-6">
            <a:extLst xmlns:a="http://schemas.openxmlformats.org/drawingml/2006/main">
              <a:ext uri="{FF2B5EF4-FFF2-40B4-BE49-F238E27FC236}">
                <a16:creationId xmlns:a16="http://schemas.microsoft.com/office/drawing/2014/main" id="{47B98D3C-EBF8-42DD-830C-A0155C5B36F6}"/>
              </a:ext>
            </a:extLst>
          </p:cNvPr>
          <p:cNvSpPr>
            <a:spLocks xmlns:a="http://schemas.openxmlformats.org/drawingml/2006/main"/>
          </p:cNvSpPr>
          <p:nvPr/>
        </p:nvSpPr>
        <p:spPr>
          <a:xfrm xmlns:a="http://schemas.openxmlformats.org/drawingml/2006/main">
            <a:off x="609600" y="292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Poisoning · Distraction · Confusion · Clash</a:t>
            </a:r>
          </a:p>
        </p:txBody>
      </p:sp>
      <p:sp>
        <p:nvSpPr>
          <p:cNvPr id="140" name="10b-text-7">
            <a:extLst xmlns:a="http://schemas.openxmlformats.org/drawingml/2006/main">
              <a:ext uri="{FF2B5EF4-FFF2-40B4-BE49-F238E27FC236}">
                <a16:creationId xmlns:a16="http://schemas.microsoft.com/office/drawing/2014/main" id="{BE6584CF-9CCE-489E-A6CA-A5FCCF5FA3E5}"/>
              </a:ext>
            </a:extLst>
          </p:cNvPr>
          <p:cNvSpPr>
            <a:spLocks xmlns:a="http://schemas.openxmlformats.org/drawingml/2006/main"/>
          </p:cNvSpPr>
          <p:nvPr/>
        </p:nvSpPr>
        <p:spPr>
          <a:xfrm xmlns:a="http://schemas.openxmlformats.org/drawingml/2006/main">
            <a:off x="609600" y="370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18 models tested. Performance degrades as input grows, on simple tasks.</a:t>
            </a:r>
          </a:p>
        </p:txBody>
      </p:sp>
      <p:sp>
        <p:nvSpPr>
          <p:cNvPr id="141" name="narrative-number">
            <a:extLst xmlns:a="http://schemas.openxmlformats.org/drawingml/2006/main">
              <a:ext uri="{FF2B5EF4-FFF2-40B4-BE49-F238E27FC236}">
                <a16:creationId xmlns:a16="http://schemas.microsoft.com/office/drawing/2014/main" id="{E9A92671-5B51-4623-A034-C6052C50C0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00914791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2" name="!!area-name">
            <a:extLst xmlns:a="http://schemas.openxmlformats.org/drawingml/2006/main">
              <a:ext uri="{FF2B5EF4-FFF2-40B4-BE49-F238E27FC236}">
                <a16:creationId xmlns:a16="http://schemas.microsoft.com/office/drawing/2014/main" id="{C2F59E3E-AC03-46B9-A2CF-F8D1436CEFC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57" name="mini-map"/>
          <p:cNvPicPr>
            <a:picLocks xmlns:a="http://schemas.openxmlformats.org/drawingml/2006/main" noChangeAspect="1"/>
          </p:cNvPicPr>
          <p:nvPr/>
        </p:nvPicPr>
        <p:blipFill>
          <a:blip xmlns:r="http://schemas.openxmlformats.org/officeDocument/2006/relationships" xmlns:a="http://schemas.openxmlformats.org/drawingml/2006/main" r:embed="R83e0bc9470d9424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4" name="header-divider">
            <a:extLst xmlns:a="http://schemas.openxmlformats.org/drawingml/2006/main">
              <a:ext uri="{FF2B5EF4-FFF2-40B4-BE49-F238E27FC236}">
                <a16:creationId xmlns:a16="http://schemas.microsoft.com/office/drawing/2014/main" id="{7570A195-128B-478A-875E-B48FC5E2AE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5" name="!!screenshot-AGENTS.md">
            <a:extLst xmlns:a="http://schemas.openxmlformats.org/drawingml/2006/main">
              <a:ext uri="{FF2B5EF4-FFF2-40B4-BE49-F238E27FC236}">
                <a16:creationId xmlns:a16="http://schemas.microsoft.com/office/drawing/2014/main" id="{62AB9E07-057C-4628-8CD3-1853BF4ED54B}"/>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46" name="10b-text-1">
            <a:extLst xmlns:a="http://schemas.openxmlformats.org/drawingml/2006/main">
              <a:ext uri="{FF2B5EF4-FFF2-40B4-BE49-F238E27FC236}">
                <a16:creationId xmlns:a16="http://schemas.microsoft.com/office/drawing/2014/main" id="{FF1A5780-1250-4036-951C-C3EC9BB3FD2E}"/>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47" name="10b-text-2">
            <a:extLst xmlns:a="http://schemas.openxmlformats.org/drawingml/2006/main">
              <a:ext uri="{FF2B5EF4-FFF2-40B4-BE49-F238E27FC236}">
                <a16:creationId xmlns:a16="http://schemas.microsoft.com/office/drawing/2014/main" id="{098FDF2D-4B46-4135-A181-C8E93C743507}"/>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48" name="!!screenshot-Codex CLI">
            <a:extLst xmlns:a="http://schemas.openxmlformats.org/drawingml/2006/main">
              <a:ext uri="{FF2B5EF4-FFF2-40B4-BE49-F238E27FC236}">
                <a16:creationId xmlns:a16="http://schemas.microsoft.com/office/drawing/2014/main" id="{670BEA24-531F-451F-910E-227F4CEBE5D2}"/>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49" name="10b-text-3">
            <a:extLst xmlns:a="http://schemas.openxmlformats.org/drawingml/2006/main">
              <a:ext uri="{FF2B5EF4-FFF2-40B4-BE49-F238E27FC236}">
                <a16:creationId xmlns:a16="http://schemas.microsoft.com/office/drawing/2014/main" id="{897550D6-7FE6-402B-90AA-251E967404D2}"/>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50" name="10b-text-4">
            <a:extLst xmlns:a="http://schemas.openxmlformats.org/drawingml/2006/main">
              <a:ext uri="{FF2B5EF4-FFF2-40B4-BE49-F238E27FC236}">
                <a16:creationId xmlns:a16="http://schemas.microsoft.com/office/drawing/2014/main" id="{B740C82E-0875-4B1C-8F8C-44B9D73E092A}"/>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51" name="10b-text-8">
            <a:extLst xmlns:a="http://schemas.openxmlformats.org/drawingml/2006/main">
              <a:ext uri="{FF2B5EF4-FFF2-40B4-BE49-F238E27FC236}">
                <a16:creationId xmlns:a16="http://schemas.microsoft.com/office/drawing/2014/main" id="{8007FBCE-6347-4BE5-8F63-94BD1A766C4B}"/>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someone engineered:</a:t>
            </a:r>
          </a:p>
        </p:txBody>
      </p:sp>
      <p:sp>
        <p:nvSpPr>
          <p:cNvPr id="152" name="10b-text-9">
            <a:extLst xmlns:a="http://schemas.openxmlformats.org/drawingml/2006/main">
              <a:ext uri="{FF2B5EF4-FFF2-40B4-BE49-F238E27FC236}">
                <a16:creationId xmlns:a16="http://schemas.microsoft.com/office/drawing/2014/main" id="{2CEF49AE-2FF1-478A-817D-7355CCDEE0CE}"/>
              </a:ext>
            </a:extLst>
          </p:cNvPr>
          <p:cNvSpPr>
            <a:spLocks xmlns:a="http://schemas.openxmlformats.org/drawingml/2006/main"/>
          </p:cNvSpPr>
          <p:nvPr/>
        </p:nvSpPr>
        <p:spPr>
          <a:xfrm xmlns:a="http://schemas.openxmlformats.org/drawingml/2006/main">
            <a:off x="609600" y="29972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system prompt · A compaction policy · A memory convention</a:t>
            </a:r>
          </a:p>
        </p:txBody>
      </p:sp>
      <p:sp>
        <p:nvSpPr>
          <p:cNvPr id="153" name="10b-text-10">
            <a:extLst xmlns:a="http://schemas.openxmlformats.org/drawingml/2006/main">
              <a:ext uri="{FF2B5EF4-FFF2-40B4-BE49-F238E27FC236}">
                <a16:creationId xmlns:a16="http://schemas.microsoft.com/office/drawing/2014/main" id="{2FECD49B-EF71-4FD6-9B4E-8F8CE68A0E2A}"/>
              </a:ext>
            </a:extLst>
          </p:cNvPr>
          <p:cNvSpPr>
            <a:spLocks xmlns:a="http://schemas.openxmlformats.org/drawingml/2006/main"/>
          </p:cNvSpPr>
          <p:nvPr/>
        </p:nvSpPr>
        <p:spPr>
          <a:xfrm xmlns:a="http://schemas.openxmlformats.org/drawingml/2006/main">
            <a:off x="609600" y="36322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RAG retrieves relevant external information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supplies it to the model.</a:t>
            </a:r>
          </a:p>
        </p:txBody>
      </p:sp>
      <p:sp>
        <p:nvSpPr>
          <p:cNvPr id="154" name="10b-text-11">
            <a:extLst xmlns:a="http://schemas.openxmlformats.org/drawingml/2006/main">
              <a:ext uri="{FF2B5EF4-FFF2-40B4-BE49-F238E27FC236}">
                <a16:creationId xmlns:a16="http://schemas.microsoft.com/office/drawing/2014/main" id="{1FD86EAA-530F-432A-9F71-E49CDCBBE362}"/>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Grep · File reads · Embeddings · Hybrid retrieval</a:t>
            </a:r>
          </a:p>
        </p:txBody>
      </p:sp>
      <p:sp>
        <p:nvSpPr>
          <p:cNvPr id="155" name="narrative-number">
            <a:extLst xmlns:a="http://schemas.openxmlformats.org/drawingml/2006/main">
              <a:ext uri="{FF2B5EF4-FFF2-40B4-BE49-F238E27FC236}">
                <a16:creationId xmlns:a16="http://schemas.microsoft.com/office/drawing/2014/main" id="{4F1DF32C-F103-4211-A816-5A4741323A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129261830"/>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6" name="!!area-name">
            <a:extLst xmlns:a="http://schemas.openxmlformats.org/drawingml/2006/main">
              <a:ext uri="{FF2B5EF4-FFF2-40B4-BE49-F238E27FC236}">
                <a16:creationId xmlns:a16="http://schemas.microsoft.com/office/drawing/2014/main" id="{DACBD814-7C71-495E-8654-AE41A0AC51B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d80bd69a73ad486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8" name="header-divider">
            <a:extLst xmlns:a="http://schemas.openxmlformats.org/drawingml/2006/main">
              <a:ext uri="{FF2B5EF4-FFF2-40B4-BE49-F238E27FC236}">
                <a16:creationId xmlns:a16="http://schemas.microsoft.com/office/drawing/2014/main" id="{6EA2728F-CE6E-47EF-9700-D2AA48E3C7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9" name="!!screenshot-AGENTS.md">
            <a:extLst xmlns:a="http://schemas.openxmlformats.org/drawingml/2006/main">
              <a:ext uri="{FF2B5EF4-FFF2-40B4-BE49-F238E27FC236}">
                <a16:creationId xmlns:a16="http://schemas.microsoft.com/office/drawing/2014/main" id="{43C4FE98-7352-4654-8F33-C278E4CAEDBA}"/>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60" name="10b-text-1">
            <a:extLst xmlns:a="http://schemas.openxmlformats.org/drawingml/2006/main">
              <a:ext uri="{FF2B5EF4-FFF2-40B4-BE49-F238E27FC236}">
                <a16:creationId xmlns:a16="http://schemas.microsoft.com/office/drawing/2014/main" id="{0093B764-07AD-481D-AFEC-3FDDFECE8A1E}"/>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61" name="10b-text-2">
            <a:extLst xmlns:a="http://schemas.openxmlformats.org/drawingml/2006/main">
              <a:ext uri="{FF2B5EF4-FFF2-40B4-BE49-F238E27FC236}">
                <a16:creationId xmlns:a16="http://schemas.microsoft.com/office/drawing/2014/main" id="{6AD564F2-EF15-442F-8D08-D58FA8245B8E}"/>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62" name="!!screenshot-Codex CLI">
            <a:extLst xmlns:a="http://schemas.openxmlformats.org/drawingml/2006/main">
              <a:ext uri="{FF2B5EF4-FFF2-40B4-BE49-F238E27FC236}">
                <a16:creationId xmlns:a16="http://schemas.microsoft.com/office/drawing/2014/main" id="{656B8933-ED81-4CF5-9342-84DE4BFD89BC}"/>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63" name="10b-text-3">
            <a:extLst xmlns:a="http://schemas.openxmlformats.org/drawingml/2006/main">
              <a:ext uri="{FF2B5EF4-FFF2-40B4-BE49-F238E27FC236}">
                <a16:creationId xmlns:a16="http://schemas.microsoft.com/office/drawing/2014/main" id="{B2A9DDCD-99A6-4DBB-B578-8C7762F98869}"/>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64" name="10b-text-4">
            <a:extLst xmlns:a="http://schemas.openxmlformats.org/drawingml/2006/main">
              <a:ext uri="{FF2B5EF4-FFF2-40B4-BE49-F238E27FC236}">
                <a16:creationId xmlns:a16="http://schemas.microsoft.com/office/drawing/2014/main" id="{9DD5F18C-0B8D-4007-8E6C-749DCDD1ACB1}"/>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65" name="10b-text-12">
            <a:extLst xmlns:a="http://schemas.openxmlformats.org/drawingml/2006/main">
              <a:ext uri="{FF2B5EF4-FFF2-40B4-BE49-F238E27FC236}">
                <a16:creationId xmlns:a16="http://schemas.microsoft.com/office/drawing/2014/main" id="{24C325A0-D096-48DE-957D-7C6F734128ED}"/>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Preserve useful stable prefixes.</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cache savings.</a:t>
            </a:r>
          </a:p>
        </p:txBody>
      </p:sp>
      <p:sp>
        <p:nvSpPr>
          <p:cNvPr id="166" name="10b-text-13">
            <a:extLst xmlns:a="http://schemas.openxmlformats.org/drawingml/2006/main">
              <a:ext uri="{FF2B5EF4-FFF2-40B4-BE49-F238E27FC236}">
                <a16:creationId xmlns:a16="http://schemas.microsoft.com/office/drawing/2014/main" id="{DBD4318A-3827-4DA5-826E-C0B1D7009C80}"/>
              </a:ext>
            </a:extLst>
          </p:cNvPr>
          <p:cNvSpPr>
            <a:spLocks xmlns:a="http://schemas.openxmlformats.org/drawingml/2006/main"/>
          </p:cNvSpPr>
          <p:nvPr/>
        </p:nvSpPr>
        <p:spPr>
          <a:xfrm xmlns:a="http://schemas.openxmlformats.org/drawingml/2006/main">
            <a:off x="609600" y="3886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Update context and tool access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correctness and authorization.</a:t>
            </a:r>
          </a:p>
        </p:txBody>
      </p:sp>
      <p:sp>
        <p:nvSpPr>
          <p:cNvPr id="167" name="10b-text-14">
            <a:extLst xmlns:a="http://schemas.openxmlformats.org/drawingml/2006/main">
              <a:ext uri="{FF2B5EF4-FFF2-40B4-BE49-F238E27FC236}">
                <a16:creationId xmlns:a16="http://schemas.microsoft.com/office/drawing/2014/main" id="{59B0EAF1-8B73-4FE2-8CEE-62AD70402304}"/>
              </a:ext>
            </a:extLst>
          </p:cNvPr>
          <p:cNvSpPr>
            <a:spLocks xmlns:a="http://schemas.openxmlformats.org/drawingml/2006/main"/>
          </p:cNvSpPr>
          <p:nvPr/>
        </p:nvSpPr>
        <p:spPr>
          <a:xfrm xmlns:a="http://schemas.openxmlformats.org/drawingml/2006/main">
            <a:off x="609600" y="5334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Manus, July 2025: reported 100:1 input/output; $0.30 cached vs $3 uncached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per million input tokens in its pricing example.</a:t>
            </a:r>
          </a:p>
        </p:txBody>
      </p:sp>
      <p:sp>
        <p:nvSpPr>
          <p:cNvPr id="168" name="narrative-number">
            <a:extLst xmlns:a="http://schemas.openxmlformats.org/drawingml/2006/main">
              <a:ext uri="{FF2B5EF4-FFF2-40B4-BE49-F238E27FC236}">
                <a16:creationId xmlns:a16="http://schemas.microsoft.com/office/drawing/2014/main" id="{4018C27A-2BA4-4C08-9113-84B675085EC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694947679"/>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65784008-1E45-4AB2-B570-54C31EFA5FA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81" name="mini-map"/>
          <p:cNvPicPr>
            <a:picLocks xmlns:a="http://schemas.openxmlformats.org/drawingml/2006/main" noChangeAspect="1"/>
          </p:cNvPicPr>
          <p:nvPr/>
        </p:nvPicPr>
        <p:blipFill>
          <a:blip xmlns:r="http://schemas.openxmlformats.org/officeDocument/2006/relationships" xmlns:a="http://schemas.openxmlformats.org/drawingml/2006/main" r:embed="R1e3a47d4d0af4d6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DE43F27B-0599-4485-BE08-703B260922A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172" name="header-divider">
            <a:extLst xmlns:a="http://schemas.openxmlformats.org/drawingml/2006/main">
              <a:ext uri="{FF2B5EF4-FFF2-40B4-BE49-F238E27FC236}">
                <a16:creationId xmlns:a16="http://schemas.microsoft.com/office/drawing/2014/main" id="{D2D13955-E324-4135-B2A2-0E0F02C358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11-text-1">
            <a:extLst xmlns:a="http://schemas.openxmlformats.org/drawingml/2006/main">
              <a:ext uri="{FF2B5EF4-FFF2-40B4-BE49-F238E27FC236}">
                <a16:creationId xmlns:a16="http://schemas.microsoft.com/office/drawing/2014/main" id="{DFF8DAAF-FB12-45B0-8539-DE0CDAB9D6A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evidence</a:t>
            </a:r>
          </a:p>
        </p:txBody>
      </p:sp>
      <p:sp>
        <p:nvSpPr>
          <p:cNvPr id="174" name="11-text-2">
            <a:extLst xmlns:a="http://schemas.openxmlformats.org/drawingml/2006/main">
              <a:ext uri="{FF2B5EF4-FFF2-40B4-BE49-F238E27FC236}">
                <a16:creationId xmlns:a16="http://schemas.microsoft.com/office/drawing/2014/main" id="{772741D0-2778-4967-A29D-B0B09CB441C0}"/>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 · preliminary</a:t>
            </a:r>
          </a:p>
        </p:txBody>
      </p:sp>
      <p:sp>
        <p:nvSpPr>
          <p:cNvPr id="175" name="11-text-3">
            <a:extLst xmlns:a="http://schemas.openxmlformats.org/drawingml/2006/main">
              <a:ext uri="{FF2B5EF4-FFF2-40B4-BE49-F238E27FC236}">
                <a16:creationId xmlns:a16="http://schemas.microsoft.com/office/drawing/2014/main" id="{8D5ECB2B-465A-424D-9ACC-D28D27E1C0A3}"/>
              </a:ext>
            </a:extLst>
          </p:cNvPr>
          <p:cNvSpPr>
            <a:spLocks xmlns:a="http://schemas.openxmlformats.org/drawingml/2006/main"/>
          </p:cNvSpPr>
          <p:nvPr/>
        </p:nvSpPr>
        <p:spPr>
          <a:xfrm xmlns:a="http://schemas.openxmlformats.org/drawingml/2006/main">
            <a:off x="62484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 · later</a:t>
            </a:r>
          </a:p>
        </p:txBody>
      </p:sp>
      <p:sp>
        <p:nvSpPr>
          <p:cNvPr id="176" name="11-text-4">
            <a:extLst xmlns:a="http://schemas.openxmlformats.org/drawingml/2006/main">
              <a:ext uri="{FF2B5EF4-FFF2-40B4-BE49-F238E27FC236}">
                <a16:creationId xmlns:a16="http://schemas.microsoft.com/office/drawing/2014/main" id="{F766CC6C-95B4-4C5D-AAFD-76F1DD226201}"/>
              </a:ext>
            </a:extLst>
          </p:cNvPr>
          <p:cNvSpPr>
            <a:spLocks xmlns:a="http://schemas.openxmlformats.org/drawingml/2006/main"/>
          </p:cNvSpPr>
          <p:nvPr/>
        </p:nvSpPr>
        <p:spPr>
          <a:xfrm xmlns:a="http://schemas.openxmlformats.org/drawingml/2006/main">
            <a:off x="609600" y="3251200"/>
            <a:ext cx="5334000" cy="15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177" name="11-text-5">
            <a:extLst xmlns:a="http://schemas.openxmlformats.org/drawingml/2006/main">
              <a:ext uri="{FF2B5EF4-FFF2-40B4-BE49-F238E27FC236}">
                <a16:creationId xmlns:a16="http://schemas.microsoft.com/office/drawing/2014/main" id="{366D7F90-59F2-422B-BCD3-6819A753C982}"/>
              </a:ext>
            </a:extLst>
          </p:cNvPr>
          <p:cNvSpPr>
            <a:spLocks xmlns:a="http://schemas.openxmlformats.org/drawingml/2006/main"/>
          </p:cNvSpPr>
          <p:nvPr/>
        </p:nvSpPr>
        <p:spPr>
          <a:xfrm xmlns:a="http://schemas.openxmlformats.org/drawingml/2006/main">
            <a:off x="6248400" y="3251200"/>
            <a:ext cx="5334000" cy="15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8" name="11-text-6">
            <a:extLst xmlns:a="http://schemas.openxmlformats.org/drawingml/2006/main">
              <a:ext uri="{FF2B5EF4-FFF2-40B4-BE49-F238E27FC236}">
                <a16:creationId xmlns:a16="http://schemas.microsoft.com/office/drawing/2014/main" id="{55AE1E31-A2CB-41E8-8719-501E87874919}"/>
              </a:ext>
            </a:extLst>
          </p:cNvPr>
          <p:cNvSpPr>
            <a:spLocks xmlns:a="http://schemas.openxmlformats.org/drawingml/2006/main"/>
          </p:cNvSpPr>
          <p:nvPr/>
        </p:nvSpPr>
        <p:spPr>
          <a:xfrm xmlns:a="http://schemas.openxmlformats.org/drawingml/2006/main">
            <a:off x="609600" y="5003800"/>
            <a:ext cx="109728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excerpts with revision, source location,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decision status. Refresh as records arrive.</a:t>
            </a:r>
          </a:p>
        </p:txBody>
      </p:sp>
      <p:sp>
        <p:nvSpPr>
          <p:cNvPr id="179" name="narrative-number">
            <a:extLst xmlns:a="http://schemas.openxmlformats.org/drawingml/2006/main">
              <a:ext uri="{FF2B5EF4-FFF2-40B4-BE49-F238E27FC236}">
                <a16:creationId xmlns:a16="http://schemas.microsoft.com/office/drawing/2014/main" id="{2D295C33-AFD7-492E-81E3-F1F4DBDA95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69736159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0" name="!!area-name">
            <a:extLst xmlns:a="http://schemas.openxmlformats.org/drawingml/2006/main">
              <a:ext uri="{FF2B5EF4-FFF2-40B4-BE49-F238E27FC236}">
                <a16:creationId xmlns:a16="http://schemas.microsoft.com/office/drawing/2014/main" id="{FE1F29E7-DE21-4C26-85EF-AC5B3322E91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94" name="mini-map"/>
          <p:cNvPicPr>
            <a:picLocks xmlns:a="http://schemas.openxmlformats.org/drawingml/2006/main" noChangeAspect="1"/>
          </p:cNvPicPr>
          <p:nvPr/>
        </p:nvPicPr>
        <p:blipFill>
          <a:blip xmlns:r="http://schemas.openxmlformats.org/officeDocument/2006/relationships" xmlns:a="http://schemas.openxmlformats.org/drawingml/2006/main" r:embed="R1ecb0c49e92b458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2" name="slide-title">
            <a:extLst xmlns:a="http://schemas.openxmlformats.org/drawingml/2006/main">
              <a:ext uri="{FF2B5EF4-FFF2-40B4-BE49-F238E27FC236}">
                <a16:creationId xmlns:a16="http://schemas.microsoft.com/office/drawing/2014/main" id="{C650F0CB-4AAB-4CD6-BC0D-D3D61E4DFE2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183" name="header-divider">
            <a:extLst xmlns:a="http://schemas.openxmlformats.org/drawingml/2006/main">
              <a:ext uri="{FF2B5EF4-FFF2-40B4-BE49-F238E27FC236}">
                <a16:creationId xmlns:a16="http://schemas.microsoft.com/office/drawing/2014/main" id="{8AB34738-677D-4774-9EA7-53C48E1A4E1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4" name="11-text-7">
            <a:extLst xmlns:a="http://schemas.openxmlformats.org/drawingml/2006/main">
              <a:ext uri="{FF2B5EF4-FFF2-40B4-BE49-F238E27FC236}">
                <a16:creationId xmlns:a16="http://schemas.microsoft.com/office/drawing/2014/main" id="{1006FA5A-AC1B-446C-81B6-242602E69AA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context</a:t>
            </a:r>
          </a:p>
        </p:txBody>
      </p:sp>
      <p:sp>
        <p:nvSpPr>
          <p:cNvPr id="185" name="11-text-8">
            <a:extLst xmlns:a="http://schemas.openxmlformats.org/drawingml/2006/main">
              <a:ext uri="{FF2B5EF4-FFF2-40B4-BE49-F238E27FC236}">
                <a16:creationId xmlns:a16="http://schemas.microsoft.com/office/drawing/2014/main" id="{401E4E3B-1D1D-4BFC-886D-1F6DD4B760B3}"/>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Compaction must preserve: unresolved cause,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 authorized scope.</a:t>
            </a:r>
          </a:p>
        </p:txBody>
      </p:sp>
      <p:sp>
        <p:nvSpPr>
          <p:cNvPr id="186" name="11-text-9">
            <a:extLst xmlns:a="http://schemas.openxmlformats.org/drawingml/2006/main">
              <a:ext uri="{FF2B5EF4-FFF2-40B4-BE49-F238E27FC236}">
                <a16:creationId xmlns:a16="http://schemas.microsoft.com/office/drawing/2014/main" id="{ACDAC3AF-2BCD-44E0-8AA3-6912BA9CEE28}"/>
              </a:ext>
            </a:extLst>
          </p:cNvPr>
          <p:cNvSpPr>
            <a:spLocks xmlns:a="http://schemas.openxmlformats.org/drawingml/2006/main"/>
          </p:cNvSpPr>
          <p:nvPr/>
        </p:nvSpPr>
        <p:spPr>
          <a:xfrm xmlns:a="http://schemas.openxmlformats.org/drawingml/2006/main">
            <a:off x="609600" y="3860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FRB-017’s sensor fault and FRB-031’s bearing wear.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Similar symptoms do not prove a common cause.</a:t>
            </a:r>
          </a:p>
        </p:txBody>
      </p:sp>
      <p:sp>
        <p:nvSpPr>
          <p:cNvPr id="187" name="11-text-10">
            <a:extLst xmlns:a="http://schemas.openxmlformats.org/drawingml/2006/main">
              <a:ext uri="{FF2B5EF4-FFF2-40B4-BE49-F238E27FC236}">
                <a16:creationId xmlns:a16="http://schemas.microsoft.com/office/drawing/2014/main" id="{512E0AE5-A698-4E5D-8AF7-2448B9C2EDEE}"/>
              </a:ext>
            </a:extLst>
          </p:cNvPr>
          <p:cNvSpPr>
            <a:spLocks xmlns:a="http://schemas.openxmlformats.org/drawingml/2006/main"/>
          </p:cNvSpPr>
          <p:nvPr/>
        </p:nvSpPr>
        <p:spPr>
          <a:xfrm xmlns:a="http://schemas.openxmlformats.org/drawingml/2006/main">
            <a:off x="609600" y="4876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Missing or inaccessible evidence must stay an explicit limitation.</a:t>
            </a:r>
          </a:p>
        </p:txBody>
      </p:sp>
      <p:sp>
        <p:nvSpPr>
          <p:cNvPr id="188" name="11-shape-11">
            <a:extLst xmlns:a="http://schemas.openxmlformats.org/drawingml/2006/main">
              <a:ext uri="{FF2B5EF4-FFF2-40B4-BE49-F238E27FC236}">
                <a16:creationId xmlns:a16="http://schemas.microsoft.com/office/drawing/2014/main" id="{1827BF00-2590-4D0E-BBA9-671B237D1584}"/>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89" name="11-shape-12">
            <a:extLst xmlns:a="http://schemas.openxmlformats.org/drawingml/2006/main">
              <a:ext uri="{FF2B5EF4-FFF2-40B4-BE49-F238E27FC236}">
                <a16:creationId xmlns:a16="http://schemas.microsoft.com/office/drawing/2014/main" id="{D9262009-9C5F-4F7D-8696-47AC2AE62AAE}"/>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90" name="11-text-13">
            <a:extLst xmlns:a="http://schemas.openxmlformats.org/drawingml/2006/main">
              <a:ext uri="{FF2B5EF4-FFF2-40B4-BE49-F238E27FC236}">
                <a16:creationId xmlns:a16="http://schemas.microsoft.com/office/drawing/2014/main" id="{0060944D-62CF-4DDF-9D1A-93EDF75AB4DB}"/>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191" name="11-text-14">
            <a:extLst xmlns:a="http://schemas.openxmlformats.org/drawingml/2006/main">
              <a:ext uri="{FF2B5EF4-FFF2-40B4-BE49-F238E27FC236}">
                <a16:creationId xmlns:a16="http://schemas.microsoft.com/office/drawing/2014/main" id="{CBF0DDC5-95BB-46B2-8D86-30189679BC1E}"/>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192" name="narrative-number">
            <a:extLst xmlns:a="http://schemas.openxmlformats.org/drawingml/2006/main">
              <a:ext uri="{FF2B5EF4-FFF2-40B4-BE49-F238E27FC236}">
                <a16:creationId xmlns:a16="http://schemas.microsoft.com/office/drawing/2014/main" id="{6BE7175D-B7B8-4141-8A61-4AF2AF6836A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25940566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8"/>
                                        </p:tgtEl>
                                        <p:attrNameLst>
                                          <p:attrName>style.visibility</p:attrName>
                                        </p:attrNameLst>
                                      </p:cBhvr>
                                      <p:to>
                                        <p:strVal val="visible"/>
                                      </p:to>
                                    </p:set>
                                    <p:animEffect transition="in" filter="fade">
                                      <p:cBhvr>
                                        <p:cTn id="7" dur="300" fill="hold"/>
                                        <p:tgtEl>
                                          <p:spTgt spid="188"/>
                                        </p:tgtEl>
                                      </p:cBhvr>
                                    </p:animEffect>
                                  </p:childTnLst>
                                </p:cTn>
                              </p:par>
                              <p:par>
                                <p:cTn id="8" presetID="10" presetClass="entr" presetSubtype="0" fill="hold" nodeType="withEffect">
                                  <p:stCondLst>
                                    <p:cond delay="0"/>
                                  </p:stCondLst>
                                  <p:childTnLst>
                                    <p:set>
                                      <p:cBhvr>
                                        <p:cTn id="9" dur="1" fill="hold">
                                          <p:stCondLst>
                                            <p:cond delay="0"/>
                                          </p:stCondLst>
                                        </p:cTn>
                                        <p:tgtEl>
                                          <p:spTgt spid="189"/>
                                        </p:tgtEl>
                                        <p:attrNameLst>
                                          <p:attrName>style.visibility</p:attrName>
                                        </p:attrNameLst>
                                      </p:cBhvr>
                                      <p:to>
                                        <p:strVal val="visible"/>
                                      </p:to>
                                    </p:set>
                                    <p:animEffect transition="in" filter="fade">
                                      <p:cBhvr>
                                        <p:cTn id="10" dur="300" fill="hold"/>
                                        <p:tgtEl>
                                          <p:spTgt spid="189"/>
                                        </p:tgtEl>
                                      </p:cBhvr>
                                    </p:animEffect>
                                  </p:childTnLst>
                                </p:cTn>
                              </p:par>
                              <p:par>
                                <p:cTn id="11" presetID="10" presetClass="entr" presetSubtype="0" fill="hold" nodeType="withEffect">
                                  <p:stCondLst>
                                    <p:cond delay="0"/>
                                  </p:stCondLst>
                                  <p:childTnLst>
                                    <p:set>
                                      <p:cBhvr>
                                        <p:cTn id="12" dur="1" fill="hold">
                                          <p:stCondLst>
                                            <p:cond delay="0"/>
                                          </p:stCondLst>
                                        </p:cTn>
                                        <p:tgtEl>
                                          <p:spTgt spid="190"/>
                                        </p:tgtEl>
                                        <p:attrNameLst>
                                          <p:attrName>style.visibility</p:attrName>
                                        </p:attrNameLst>
                                      </p:cBhvr>
                                      <p:to>
                                        <p:strVal val="visible"/>
                                      </p:to>
                                    </p:set>
                                    <p:animEffect transition="in" filter="fade">
                                      <p:cBhvr>
                                        <p:cTn id="13" dur="300" fill="hold"/>
                                        <p:tgtEl>
                                          <p:spTgt spid="190"/>
                                        </p:tgtEl>
                                      </p:cBhvr>
                                    </p:animEffect>
                                  </p:childTnLst>
                                </p:cTn>
                              </p:par>
                              <p:par>
                                <p:cTn id="14" presetID="10" presetClass="entr" presetSubtype="0" fill="hold" nodeType="withEffect">
                                  <p:stCondLst>
                                    <p:cond delay="0"/>
                                  </p:stCondLst>
                                  <p:childTnLst>
                                    <p:set>
                                      <p:cBhvr>
                                        <p:cTn id="15" dur="1" fill="hold">
                                          <p:stCondLst>
                                            <p:cond delay="0"/>
                                          </p:stCondLst>
                                        </p:cTn>
                                        <p:tgtEl>
                                          <p:spTgt spid="191"/>
                                        </p:tgtEl>
                                        <p:attrNameLst>
                                          <p:attrName>style.visibility</p:attrName>
                                        </p:attrNameLst>
                                      </p:cBhvr>
                                      <p:to>
                                        <p:strVal val="visible"/>
                                      </p:to>
                                    </p:set>
                                    <p:animEffect transition="in" filter="fade">
                                      <p:cBhvr>
                                        <p:cTn id="16" dur="300" fill="hold"/>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3" name="!!area-header">
            <a:extLst xmlns:a="http://schemas.openxmlformats.org/drawingml/2006/main">
              <a:ext uri="{FF2B5EF4-FFF2-40B4-BE49-F238E27FC236}">
                <a16:creationId xmlns:a16="http://schemas.microsoft.com/office/drawing/2014/main" id="{FD34A17A-C216-43BC-96E5-2110FFB3C59E}"/>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94" name="!!area-name">
            <a:extLst xmlns:a="http://schemas.openxmlformats.org/drawingml/2006/main">
              <a:ext uri="{FF2B5EF4-FFF2-40B4-BE49-F238E27FC236}">
                <a16:creationId xmlns:a16="http://schemas.microsoft.com/office/drawing/2014/main" id="{3696723E-4003-45EE-8A95-4EB0706CF20D}"/>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195" name="!!area-beat">
            <a:extLst xmlns:a="http://schemas.openxmlformats.org/drawingml/2006/main">
              <a:ext uri="{FF2B5EF4-FFF2-40B4-BE49-F238E27FC236}">
                <a16:creationId xmlns:a16="http://schemas.microsoft.com/office/drawing/2014/main" id="{D08F1178-36D2-4B84-B1A5-0F7BEFADCA87}"/>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96" name="header-divider">
            <a:extLst xmlns:a="http://schemas.openxmlformats.org/drawingml/2006/main">
              <a:ext uri="{FF2B5EF4-FFF2-40B4-BE49-F238E27FC236}">
                <a16:creationId xmlns:a16="http://schemas.microsoft.com/office/drawing/2014/main" id="{4F769F5D-0A2A-4AF0-8361-C26836978683}"/>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7" name="!!screenshot-MCP configuration">
            <a:extLst xmlns:a="http://schemas.openxmlformats.org/drawingml/2006/main">
              <a:ext uri="{FF2B5EF4-FFF2-40B4-BE49-F238E27FC236}">
                <a16:creationId xmlns:a16="http://schemas.microsoft.com/office/drawing/2014/main" id="{3F9436C0-7613-4411-B6C5-D431317F0FB2}"/>
              </a:ext>
            </a:extLst>
          </p:cNvPr>
          <p:cNvSpPr>
            <a:spLocks xmlns:a="http://schemas.openxmlformats.org/drawingml/2006/main"/>
          </p:cNvSpPr>
          <p:nvPr/>
        </p:nvSpPr>
        <p:spPr>
          <a:xfrm xmlns:a="http://schemas.openxmlformats.org/drawingml/2006/main">
            <a:off x="6096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198" name="12-text-1">
            <a:extLst xmlns:a="http://schemas.openxmlformats.org/drawingml/2006/main">
              <a:ext uri="{FF2B5EF4-FFF2-40B4-BE49-F238E27FC236}">
                <a16:creationId xmlns:a16="http://schemas.microsoft.com/office/drawing/2014/main" id="{3B227A78-9892-452D-B7F3-6B2882F7B42E}"/>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99" name="12-text-2">
            <a:extLst xmlns:a="http://schemas.openxmlformats.org/drawingml/2006/main">
              <a:ext uri="{FF2B5EF4-FFF2-40B4-BE49-F238E27FC236}">
                <a16:creationId xmlns:a16="http://schemas.microsoft.com/office/drawing/2014/main" id="{69482973-CA61-48D3-8045-874377B0697C}"/>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200" name="!!screenshot-The permission prompt">
            <a:extLst xmlns:a="http://schemas.openxmlformats.org/drawingml/2006/main">
              <a:ext uri="{FF2B5EF4-FFF2-40B4-BE49-F238E27FC236}">
                <a16:creationId xmlns:a16="http://schemas.microsoft.com/office/drawing/2014/main" id="{9247F939-5818-4762-919A-21E416EAA83E}"/>
              </a:ext>
            </a:extLst>
          </p:cNvPr>
          <p:cNvSpPr>
            <a:spLocks xmlns:a="http://schemas.openxmlformats.org/drawingml/2006/main"/>
          </p:cNvSpPr>
          <p:nvPr/>
        </p:nvSpPr>
        <p:spPr>
          <a:xfrm xmlns:a="http://schemas.openxmlformats.org/drawingml/2006/main">
            <a:off x="62484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201" name="12-text-3">
            <a:extLst xmlns:a="http://schemas.openxmlformats.org/drawingml/2006/main">
              <a:ext uri="{FF2B5EF4-FFF2-40B4-BE49-F238E27FC236}">
                <a16:creationId xmlns:a16="http://schemas.microsoft.com/office/drawing/2014/main" id="{C942299A-9310-4AA8-BFDF-84F921DA58BE}"/>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02" name="12-text-4">
            <a:extLst xmlns:a="http://schemas.openxmlformats.org/drawingml/2006/main">
              <a:ext uri="{FF2B5EF4-FFF2-40B4-BE49-F238E27FC236}">
                <a16:creationId xmlns:a16="http://schemas.microsoft.com/office/drawing/2014/main" id="{1695B735-93AC-456B-A7FA-8F1FB58E2378}"/>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203" name="12-text-5">
            <a:extLst xmlns:a="http://schemas.openxmlformats.org/drawingml/2006/main">
              <a:ext uri="{FF2B5EF4-FFF2-40B4-BE49-F238E27FC236}">
                <a16:creationId xmlns:a16="http://schemas.microsoft.com/office/drawing/2014/main" id="{66B1E98C-5726-4898-A37E-8E89AAB50F9D}"/>
              </a:ext>
            </a:extLst>
          </p:cNvPr>
          <p:cNvSpPr>
            <a:spLocks xmlns:a="http://schemas.openxmlformats.org/drawingml/2006/main"/>
          </p:cNvSpPr>
          <p:nvPr/>
        </p:nvSpPr>
        <p:spPr>
          <a:xfrm xmlns:a="http://schemas.openxmlformats.org/drawingml/2006/main">
            <a:off x="6096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204" name="12-text-6">
            <a:extLst xmlns:a="http://schemas.openxmlformats.org/drawingml/2006/main">
              <a:ext uri="{FF2B5EF4-FFF2-40B4-BE49-F238E27FC236}">
                <a16:creationId xmlns:a16="http://schemas.microsoft.com/office/drawing/2014/main" id="{281C513D-A949-4666-BF4C-C6F16B9117B1}"/>
              </a:ext>
            </a:extLst>
          </p:cNvPr>
          <p:cNvSpPr>
            <a:spLocks xmlns:a="http://schemas.openxmlformats.org/drawingml/2006/main"/>
          </p:cNvSpPr>
          <p:nvPr/>
        </p:nvSpPr>
        <p:spPr>
          <a:xfrm xmlns:a="http://schemas.openxmlformats.org/drawingml/2006/main">
            <a:off x="62484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Shell command approval</a:t>
            </a:r>
          </a:p>
        </p:txBody>
      </p:sp>
      <p:sp>
        <p:nvSpPr>
          <p:cNvPr id="205" name="12-text-7">
            <a:extLst xmlns:a="http://schemas.openxmlformats.org/drawingml/2006/main">
              <a:ext uri="{FF2B5EF4-FFF2-40B4-BE49-F238E27FC236}">
                <a16:creationId xmlns:a16="http://schemas.microsoft.com/office/drawing/2014/main" id="{42427851-52D0-4526-BECF-CD8569435820}"/>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sandbox: read-only · workspace-write · full access</a:t>
            </a:r>
          </a:p>
        </p:txBody>
      </p:sp>
      <p:sp>
        <p:nvSpPr>
          <p:cNvPr id="206" name="12-text-8">
            <a:extLst xmlns:a="http://schemas.openxmlformats.org/drawingml/2006/main">
              <a:ext uri="{FF2B5EF4-FFF2-40B4-BE49-F238E27FC236}">
                <a16:creationId xmlns:a16="http://schemas.microsoft.com/office/drawing/2014/main" id="{988D143C-4056-41BD-9CFC-CA9EAB7D89F5}"/>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CLI modes: Normal · Accept Edits · Smart · Bypass · Autonomous</a:t>
            </a:r>
          </a:p>
        </p:txBody>
      </p:sp>
      <p:sp>
        <p:nvSpPr>
          <p:cNvPr id="207" name="narrative-number">
            <a:extLst xmlns:a="http://schemas.openxmlformats.org/drawingml/2006/main">
              <a:ext uri="{FF2B5EF4-FFF2-40B4-BE49-F238E27FC236}">
                <a16:creationId xmlns:a16="http://schemas.microsoft.com/office/drawing/2014/main" id="{AD0EEF30-CAB0-49E4-9F33-51E81469C9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125306965"/>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AE1B01F3-E47B-4105-BC5F-7EDB7C4CD62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24" name="mini-map"/>
          <p:cNvPicPr>
            <a:picLocks xmlns:a="http://schemas.openxmlformats.org/drawingml/2006/main" noChangeAspect="1"/>
          </p:cNvPicPr>
          <p:nvPr/>
        </p:nvPicPr>
        <p:blipFill>
          <a:blip xmlns:r="http://schemas.openxmlformats.org/officeDocument/2006/relationships" xmlns:a="http://schemas.openxmlformats.org/drawingml/2006/main" r:embed="Rd9c02ea75ec04e3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header-divider">
            <a:extLst xmlns:a="http://schemas.openxmlformats.org/drawingml/2006/main">
              <a:ext uri="{FF2B5EF4-FFF2-40B4-BE49-F238E27FC236}">
                <a16:creationId xmlns:a16="http://schemas.microsoft.com/office/drawing/2014/main" id="{813469E9-776D-4297-83DA-875EBDC83E2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1" name="!!screenshot-MCP configuration">
            <a:extLst xmlns:a="http://schemas.openxmlformats.org/drawingml/2006/main">
              <a:ext uri="{FF2B5EF4-FFF2-40B4-BE49-F238E27FC236}">
                <a16:creationId xmlns:a16="http://schemas.microsoft.com/office/drawing/2014/main" id="{1E0A5FDD-606D-4466-AE39-D016AD5AFF5B}"/>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12" name="12b-text-1">
            <a:extLst xmlns:a="http://schemas.openxmlformats.org/drawingml/2006/main">
              <a:ext uri="{FF2B5EF4-FFF2-40B4-BE49-F238E27FC236}">
                <a16:creationId xmlns:a16="http://schemas.microsoft.com/office/drawing/2014/main" id="{E08F9F35-BC5D-4D9A-AE4F-753DBADF1D3B}"/>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13" name="12b-text-2">
            <a:extLst xmlns:a="http://schemas.openxmlformats.org/drawingml/2006/main">
              <a:ext uri="{FF2B5EF4-FFF2-40B4-BE49-F238E27FC236}">
                <a16:creationId xmlns:a16="http://schemas.microsoft.com/office/drawing/2014/main" id="{8908A137-E1FC-4246-94CB-A2225AAA9754}"/>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14" name="!!screenshot-The permission prompt">
            <a:extLst xmlns:a="http://schemas.openxmlformats.org/drawingml/2006/main">
              <a:ext uri="{FF2B5EF4-FFF2-40B4-BE49-F238E27FC236}">
                <a16:creationId xmlns:a16="http://schemas.microsoft.com/office/drawing/2014/main" id="{39A89F0F-4E78-4866-964E-792231D252E0}"/>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15" name="12b-text-3">
            <a:extLst xmlns:a="http://schemas.openxmlformats.org/drawingml/2006/main">
              <a:ext uri="{FF2B5EF4-FFF2-40B4-BE49-F238E27FC236}">
                <a16:creationId xmlns:a16="http://schemas.microsoft.com/office/drawing/2014/main" id="{00BCD47A-F8B2-4FE6-AAD6-8AC9023DDCDF}"/>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16" name="12b-text-4">
            <a:extLst xmlns:a="http://schemas.openxmlformats.org/drawingml/2006/main">
              <a:ext uri="{FF2B5EF4-FFF2-40B4-BE49-F238E27FC236}">
                <a16:creationId xmlns:a16="http://schemas.microsoft.com/office/drawing/2014/main" id="{958462C4-610F-4020-948E-C1486BDC7CA9}"/>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17" name="12b-text-5">
            <a:extLst xmlns:a="http://schemas.openxmlformats.org/drawingml/2006/main">
              <a:ext uri="{FF2B5EF4-FFF2-40B4-BE49-F238E27FC236}">
                <a16:creationId xmlns:a16="http://schemas.microsoft.com/office/drawing/2014/main" id="{7947B172-93E7-4E03-947E-06864FF95B79}"/>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218" name="12b-text-6">
            <a:extLst xmlns:a="http://schemas.openxmlformats.org/drawingml/2006/main">
              <a:ext uri="{FF2B5EF4-FFF2-40B4-BE49-F238E27FC236}">
                <a16:creationId xmlns:a16="http://schemas.microsoft.com/office/drawing/2014/main" id="{F9378993-55A6-4C34-8E09-69E541829ED0}"/>
              </a:ext>
            </a:extLst>
          </p:cNvPr>
          <p:cNvSpPr>
            <a:spLocks xmlns:a="http://schemas.openxmlformats.org/drawingml/2006/main"/>
          </p:cNvSpPr>
          <p:nvPr/>
        </p:nvSpPr>
        <p:spPr>
          <a:xfrm xmlns:a="http://schemas.openxmlformats.org/drawingml/2006/main">
            <a:off x="609600" y="29972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219" name="12b-text-7">
            <a:extLst xmlns:a="http://schemas.openxmlformats.org/drawingml/2006/main">
              <a:ext uri="{FF2B5EF4-FFF2-40B4-BE49-F238E27FC236}">
                <a16:creationId xmlns:a16="http://schemas.microsoft.com/office/drawing/2014/main" id="{AB28CD22-84F8-4536-BF9B-F143C89BAFCE}"/>
              </a:ext>
            </a:extLst>
          </p:cNvPr>
          <p:cNvSpPr>
            <a:spLocks xmlns:a="http://schemas.openxmlformats.org/drawingml/2006/main"/>
          </p:cNvSpPr>
          <p:nvPr/>
        </p:nvSpPr>
        <p:spPr>
          <a:xfrm xmlns:a="http://schemas.openxmlformats.org/drawingml/2006/main">
            <a:off x="609600" y="3937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220" name="12b-text-8">
            <a:extLst xmlns:a="http://schemas.openxmlformats.org/drawingml/2006/main">
              <a:ext uri="{FF2B5EF4-FFF2-40B4-BE49-F238E27FC236}">
                <a16:creationId xmlns:a16="http://schemas.microsoft.com/office/drawing/2014/main" id="{B448F0F2-7F06-49B1-B641-A6D233221D89}"/>
              </a:ext>
            </a:extLst>
          </p:cNvPr>
          <p:cNvSpPr>
            <a:spLocks xmlns:a="http://schemas.openxmlformats.org/drawingml/2006/main"/>
          </p:cNvSpPr>
          <p:nvPr/>
        </p:nvSpPr>
        <p:spPr>
          <a:xfrm xmlns:a="http://schemas.openxmlformats.org/drawingml/2006/main">
            <a:off x="609600" y="44958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221" name="12b-text-9">
            <a:extLst xmlns:a="http://schemas.openxmlformats.org/drawingml/2006/main">
              <a:ext uri="{FF2B5EF4-FFF2-40B4-BE49-F238E27FC236}">
                <a16:creationId xmlns:a16="http://schemas.microsoft.com/office/drawing/2014/main" id="{678194E9-D25D-4EC4-BB78-40A2A5075DF7}"/>
              </a:ext>
            </a:extLst>
          </p:cNvPr>
          <p:cNvSpPr>
            <a:spLocks xmlns:a="http://schemas.openxmlformats.org/drawingml/2006/main"/>
          </p:cNvSpPr>
          <p:nvPr/>
        </p:nvSpPr>
        <p:spPr>
          <a:xfrm xmlns:a="http://schemas.openxmlformats.org/drawingml/2006/main">
            <a:off x="609600" y="5054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222" name="narrative-number">
            <a:extLst xmlns:a="http://schemas.openxmlformats.org/drawingml/2006/main">
              <a:ext uri="{FF2B5EF4-FFF2-40B4-BE49-F238E27FC236}">
                <a16:creationId xmlns:a16="http://schemas.microsoft.com/office/drawing/2014/main" id="{700E4C64-8A19-40FE-A2A8-D01238F006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900832577"/>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3" name="!!area-name">
            <a:extLst xmlns:a="http://schemas.openxmlformats.org/drawingml/2006/main">
              <a:ext uri="{FF2B5EF4-FFF2-40B4-BE49-F238E27FC236}">
                <a16:creationId xmlns:a16="http://schemas.microsoft.com/office/drawing/2014/main" id="{21D969C2-7963-40A7-985D-BB862993AD1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37" name="mini-map"/>
          <p:cNvPicPr>
            <a:picLocks xmlns:a="http://schemas.openxmlformats.org/drawingml/2006/main" noChangeAspect="1"/>
          </p:cNvPicPr>
          <p:nvPr/>
        </p:nvPicPr>
        <p:blipFill>
          <a:blip xmlns:r="http://schemas.openxmlformats.org/officeDocument/2006/relationships" xmlns:a="http://schemas.openxmlformats.org/drawingml/2006/main" r:embed="R9fb856abab1846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5" name="header-divider">
            <a:extLst xmlns:a="http://schemas.openxmlformats.org/drawingml/2006/main">
              <a:ext uri="{FF2B5EF4-FFF2-40B4-BE49-F238E27FC236}">
                <a16:creationId xmlns:a16="http://schemas.microsoft.com/office/drawing/2014/main" id="{8420AB79-0A2A-4958-850A-1112E96872F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6" name="!!screenshot-MCP configuration">
            <a:extLst xmlns:a="http://schemas.openxmlformats.org/drawingml/2006/main">
              <a:ext uri="{FF2B5EF4-FFF2-40B4-BE49-F238E27FC236}">
                <a16:creationId xmlns:a16="http://schemas.microsoft.com/office/drawing/2014/main" id="{2CA6576F-F12A-4630-B3DE-4621C51272E3}"/>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27" name="12b-text-1">
            <a:extLst xmlns:a="http://schemas.openxmlformats.org/drawingml/2006/main">
              <a:ext uri="{FF2B5EF4-FFF2-40B4-BE49-F238E27FC236}">
                <a16:creationId xmlns:a16="http://schemas.microsoft.com/office/drawing/2014/main" id="{7DD8B36D-2946-4DED-8BA5-B35327FCA879}"/>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28" name="12b-text-2">
            <a:extLst xmlns:a="http://schemas.openxmlformats.org/drawingml/2006/main">
              <a:ext uri="{FF2B5EF4-FFF2-40B4-BE49-F238E27FC236}">
                <a16:creationId xmlns:a16="http://schemas.microsoft.com/office/drawing/2014/main" id="{93F25F16-367F-4A7D-8146-F8E598DB2B22}"/>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29" name="!!screenshot-The permission prompt">
            <a:extLst xmlns:a="http://schemas.openxmlformats.org/drawingml/2006/main">
              <a:ext uri="{FF2B5EF4-FFF2-40B4-BE49-F238E27FC236}">
                <a16:creationId xmlns:a16="http://schemas.microsoft.com/office/drawing/2014/main" id="{AC7AA385-B5A4-4591-BAA2-8DD806A9C285}"/>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30" name="12b-text-3">
            <a:extLst xmlns:a="http://schemas.openxmlformats.org/drawingml/2006/main">
              <a:ext uri="{FF2B5EF4-FFF2-40B4-BE49-F238E27FC236}">
                <a16:creationId xmlns:a16="http://schemas.microsoft.com/office/drawing/2014/main" id="{733BB84D-60E8-42B9-8275-91C82020E134}"/>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31" name="12b-text-4">
            <a:extLst xmlns:a="http://schemas.openxmlformats.org/drawingml/2006/main">
              <a:ext uri="{FF2B5EF4-FFF2-40B4-BE49-F238E27FC236}">
                <a16:creationId xmlns:a16="http://schemas.microsoft.com/office/drawing/2014/main" id="{3ECED6B3-192E-459B-A069-1118A7EF389D}"/>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32" name="12b-text-10">
            <a:extLst xmlns:a="http://schemas.openxmlformats.org/drawingml/2006/main">
              <a:ext uri="{FF2B5EF4-FFF2-40B4-BE49-F238E27FC236}">
                <a16:creationId xmlns:a16="http://schemas.microsoft.com/office/drawing/2014/main" id="{F744A695-4005-4CA1-B063-E179CA791353}"/>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233" name="12b-text-11">
            <a:extLst xmlns:a="http://schemas.openxmlformats.org/drawingml/2006/main">
              <a:ext uri="{FF2B5EF4-FFF2-40B4-BE49-F238E27FC236}">
                <a16:creationId xmlns:a16="http://schemas.microsoft.com/office/drawing/2014/main" id="{AC63ABD9-B6F4-4218-BC39-0747FECC8151}"/>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234" name="12b-text-12">
            <a:extLst xmlns:a="http://schemas.openxmlformats.org/drawingml/2006/main">
              <a:ext uri="{FF2B5EF4-FFF2-40B4-BE49-F238E27FC236}">
                <a16:creationId xmlns:a16="http://schemas.microsoft.com/office/drawing/2014/main" id="{8D89D07D-1CF3-48B7-B118-E1C23CA0E011}"/>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
        <p:nvSpPr>
          <p:cNvPr id="235" name="narrative-number">
            <a:extLst xmlns:a="http://schemas.openxmlformats.org/drawingml/2006/main">
              <a:ext uri="{FF2B5EF4-FFF2-40B4-BE49-F238E27FC236}">
                <a16:creationId xmlns:a16="http://schemas.microsoft.com/office/drawing/2014/main" id="{B8655945-AE88-4F98-BA2D-32275AFA482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72693062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6" name="!!area-name">
            <a:extLst xmlns:a="http://schemas.openxmlformats.org/drawingml/2006/main">
              <a:ext uri="{FF2B5EF4-FFF2-40B4-BE49-F238E27FC236}">
                <a16:creationId xmlns:a16="http://schemas.microsoft.com/office/drawing/2014/main" id="{F46238B7-4D22-4136-BCE0-448EF67FE0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45" name="mini-map"/>
          <p:cNvPicPr>
            <a:picLocks xmlns:a="http://schemas.openxmlformats.org/drawingml/2006/main" noChangeAspect="1"/>
          </p:cNvPicPr>
          <p:nvPr/>
        </p:nvPicPr>
        <p:blipFill>
          <a:blip xmlns:r="http://schemas.openxmlformats.org/officeDocument/2006/relationships" xmlns:a="http://schemas.openxmlformats.org/drawingml/2006/main" r:embed="R810796de325e4d1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8" name="slide-title">
            <a:extLst xmlns:a="http://schemas.openxmlformats.org/drawingml/2006/main">
              <a:ext uri="{FF2B5EF4-FFF2-40B4-BE49-F238E27FC236}">
                <a16:creationId xmlns:a16="http://schemas.microsoft.com/office/drawing/2014/main" id="{A24A26EC-E337-4E39-84D2-A743C4D6D8C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39" name="header-divider">
            <a:extLst xmlns:a="http://schemas.openxmlformats.org/drawingml/2006/main">
              <a:ext uri="{FF2B5EF4-FFF2-40B4-BE49-F238E27FC236}">
                <a16:creationId xmlns:a16="http://schemas.microsoft.com/office/drawing/2014/main" id="{B9FEAA59-CACB-4582-B9FA-1B441B7B65F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13-text-1">
            <a:extLst xmlns:a="http://schemas.openxmlformats.org/drawingml/2006/main">
              <a:ext uri="{FF2B5EF4-FFF2-40B4-BE49-F238E27FC236}">
                <a16:creationId xmlns:a16="http://schemas.microsoft.com/office/drawing/2014/main" id="{424EA675-B2C8-4D16-B5DE-56993D122D2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tool contract</a:t>
            </a:r>
          </a:p>
        </p:txBody>
      </p:sp>
      <p:sp>
        <p:nvSpPr>
          <p:cNvPr id="241" name="13-text-2">
            <a:extLst xmlns:a="http://schemas.openxmlformats.org/drawingml/2006/main">
              <a:ext uri="{FF2B5EF4-FFF2-40B4-BE49-F238E27FC236}">
                <a16:creationId xmlns:a16="http://schemas.microsoft.com/office/drawing/2014/main" id="{32D3335D-F132-4949-8C33-5DABF1E98AA5}"/>
              </a:ext>
            </a:extLst>
          </p:cNvPr>
          <p:cNvSpPr>
            <a:spLocks xmlns:a="http://schemas.openxmlformats.org/drawingml/2006/main"/>
          </p:cNvSpPr>
          <p:nvPr/>
        </p:nvSpPr>
        <p:spPr>
          <a:xfrm xmlns:a="http://schemas.openxmlformats.org/drawingml/2006/main">
            <a:off x="609600" y="2794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Background: parse and index PDF reports, Word minutes,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PowerPoint briefings.</a:t>
            </a:r>
          </a:p>
        </p:txBody>
      </p:sp>
      <p:graphicFrame>
        <p:nvGraphicFramePr>
          <p:cNvPr id="250" name="13-table-3"/>
          <p:cNvGraphicFramePr/>
          <p:nvPr/>
        </p:nvGraphicFramePr>
        <p:xfrm>
          <a:off xmlns:a="http://schemas.openxmlformats.org/drawingml/2006/main" x="609600" y="36068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2743200"/>
                <a:gridCol w="3606800"/>
                <a:gridCol w="4622800"/>
              </a:tblGrid>
              <a:tr h="406400">
                <a:tc>
                  <a:txBody>
                    <a:bodyPr>
                      <a:noAutofit/>
                    </a:bodyPr>
                    <a:lstStyle/>
                    <a:p>
                      <a:pPr>
                        <a:lnSpc>
                          <a:spcPct val="125000"/>
                        </a:lnSpc>
                        <a:buNone/>
                      </a:pPr>
                      <a:r>
                        <a:rPr sz="2000" b="1">
                          <a:solidFill>
                            <a:srgbClr val="F948BE"/>
                          </a:solidFill>
                          <a:latin typeface="Helvetica"/>
                          <a:ea typeface="Helvetica"/>
                          <a:cs typeface="Helvetica"/>
                        </a:rPr>
                        <a:t>Agent tool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Returns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Search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date, category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Authorized record IDs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Retrieve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revision, 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source passages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Export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Selected IDs + revisions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 manifest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85800">
                <a:tc>
                  <a:txBody>
                    <a:bodyPr>
                      <a:noAutofit/>
                    </a:bodyPr>
                    <a:lstStyle/>
                    <a:p>
                      <a:pPr>
                        <a:lnSpc>
                          <a:spcPct val="125000"/>
                        </a:lnSpc>
                        <a:buNone/>
                      </a:pPr>
                      <a:r>
                        <a:rPr sz="2000" b="0">
                          <a:solidFill>
                            <a:srgbClr val="FFFCF5"/>
                          </a:solidFill>
                          <a:latin typeface="Helvetica"/>
                          <a:ea typeface="Helvetica"/>
                          <a:cs typeface="Helvetica"/>
                        </a:rPr>
                        <a:t>Export cited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 citations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Brief + 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43" name="narrative-number">
            <a:extLst xmlns:a="http://schemas.openxmlformats.org/drawingml/2006/main">
              <a:ext uri="{FF2B5EF4-FFF2-40B4-BE49-F238E27FC236}">
                <a16:creationId xmlns:a16="http://schemas.microsoft.com/office/drawing/2014/main" id="{AD8D1FC9-B525-47A5-91EE-3C819D6737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32987555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4" name="!!area-name">
            <a:extLst xmlns:a="http://schemas.openxmlformats.org/drawingml/2006/main">
              <a:ext uri="{FF2B5EF4-FFF2-40B4-BE49-F238E27FC236}">
                <a16:creationId xmlns:a16="http://schemas.microsoft.com/office/drawing/2014/main" id="{8097A864-1BFD-4D1D-BD48-E70FCFF0DE0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61" name="mini-map"/>
          <p:cNvPicPr>
            <a:picLocks xmlns:a="http://schemas.openxmlformats.org/drawingml/2006/main" noChangeAspect="1"/>
          </p:cNvPicPr>
          <p:nvPr/>
        </p:nvPicPr>
        <p:blipFill>
          <a:blip xmlns:r="http://schemas.openxmlformats.org/officeDocument/2006/relationships" xmlns:a="http://schemas.openxmlformats.org/drawingml/2006/main" r:embed="R1321643b4b86472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6" name="slide-title">
            <a:extLst xmlns:a="http://schemas.openxmlformats.org/drawingml/2006/main">
              <a:ext uri="{FF2B5EF4-FFF2-40B4-BE49-F238E27FC236}">
                <a16:creationId xmlns:a16="http://schemas.microsoft.com/office/drawing/2014/main" id="{477C4A3C-5FD1-40F5-BE39-B136698AB77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47" name="header-divider">
            <a:extLst xmlns:a="http://schemas.openxmlformats.org/drawingml/2006/main">
              <a:ext uri="{FF2B5EF4-FFF2-40B4-BE49-F238E27FC236}">
                <a16:creationId xmlns:a16="http://schemas.microsoft.com/office/drawing/2014/main" id="{8CB9B51F-00C5-4F79-95F2-1A8886BA92D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8" name="13-text-4">
            <a:extLst xmlns:a="http://schemas.openxmlformats.org/drawingml/2006/main">
              <a:ext uri="{FF2B5EF4-FFF2-40B4-BE49-F238E27FC236}">
                <a16:creationId xmlns:a16="http://schemas.microsoft.com/office/drawing/2014/main" id="{CADEBA11-4332-4265-8862-58A6ACB8D4F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result contract</a:t>
            </a:r>
          </a:p>
        </p:txBody>
      </p:sp>
      <p:sp>
        <p:nvSpPr>
          <p:cNvPr id="249" name="13-text-5">
            <a:extLst xmlns:a="http://schemas.openxmlformats.org/drawingml/2006/main">
              <a:ext uri="{FF2B5EF4-FFF2-40B4-BE49-F238E27FC236}">
                <a16:creationId xmlns:a16="http://schemas.microsoft.com/office/drawing/2014/main" id="{E612CF63-5ECF-49FB-BB77-62346516F746}"/>
              </a:ext>
            </a:extLst>
          </p:cNvPr>
          <p:cNvSpPr>
            <a:spLocks xmlns:a="http://schemas.openxmlformats.org/drawingml/2006/main"/>
          </p:cNvSpPr>
          <p:nvPr/>
        </p:nvSpPr>
        <p:spPr>
          <a:xfrm xmlns:a="http://schemas.openxmlformats.org/drawingml/2006/main">
            <a:off x="609600" y="28956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p:txBody>
      </p:sp>
      <p:sp>
        <p:nvSpPr>
          <p:cNvPr id="250" name="13-text-6">
            <a:extLst xmlns:a="http://schemas.openxmlformats.org/drawingml/2006/main">
              <a:ext uri="{FF2B5EF4-FFF2-40B4-BE49-F238E27FC236}">
                <a16:creationId xmlns:a16="http://schemas.microsoft.com/office/drawing/2014/main" id="{66410CAF-2B61-460A-91B7-DF1EAFBF086E}"/>
              </a:ext>
            </a:extLst>
          </p:cNvPr>
          <p:cNvSpPr>
            <a:spLocks xmlns:a="http://schemas.openxmlformats.org/drawingml/2006/main"/>
          </p:cNvSpPr>
          <p:nvPr/>
        </p:nvSpPr>
        <p:spPr>
          <a:xfrm xmlns:a="http://schemas.openxmlformats.org/drawingml/2006/main">
            <a:off x="2489200" y="28956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IDs, revisions, source locations.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Parsing failures and incomplete results are explicit.</a:t>
            </a:r>
          </a:p>
        </p:txBody>
      </p:sp>
      <p:sp>
        <p:nvSpPr>
          <p:cNvPr id="251" name="13-text-7">
            <a:extLst xmlns:a="http://schemas.openxmlformats.org/drawingml/2006/main">
              <a:ext uri="{FF2B5EF4-FFF2-40B4-BE49-F238E27FC236}">
                <a16:creationId xmlns:a16="http://schemas.microsoft.com/office/drawing/2014/main" id="{739E8561-0639-4D3C-B499-F1CE15AF0313}"/>
              </a:ext>
            </a:extLst>
          </p:cNvPr>
          <p:cNvSpPr>
            <a:spLocks xmlns:a="http://schemas.openxmlformats.org/drawingml/2006/main"/>
          </p:cNvSpPr>
          <p:nvPr/>
        </p:nvSpPr>
        <p:spPr>
          <a:xfrm xmlns:a="http://schemas.openxmlformats.org/drawingml/2006/main">
            <a:off x="609600" y="38608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a:t>
            </a:r>
          </a:p>
        </p:txBody>
      </p:sp>
      <p:sp>
        <p:nvSpPr>
          <p:cNvPr id="252" name="13-text-8">
            <a:extLst xmlns:a="http://schemas.openxmlformats.org/drawingml/2006/main">
              <a:ext uri="{FF2B5EF4-FFF2-40B4-BE49-F238E27FC236}">
                <a16:creationId xmlns:a16="http://schemas.microsoft.com/office/drawing/2014/main" id="{07B44C2C-B136-418B-9F55-CF5AB79893E7}"/>
              </a:ext>
            </a:extLst>
          </p:cNvPr>
          <p:cNvSpPr>
            <a:spLocks xmlns:a="http://schemas.openxmlformats.org/drawingml/2006/main"/>
          </p:cNvSpPr>
          <p:nvPr/>
        </p:nvSpPr>
        <p:spPr>
          <a:xfrm xmlns:a="http://schemas.openxmlformats.org/drawingml/2006/main">
            <a:off x="2489200" y="38608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records or the checked brief,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citations and uncertainty intact.</a:t>
            </a:r>
          </a:p>
        </p:txBody>
      </p:sp>
      <p:sp>
        <p:nvSpPr>
          <p:cNvPr id="253" name="13-text-9">
            <a:extLst xmlns:a="http://schemas.openxmlformats.org/drawingml/2006/main">
              <a:ext uri="{FF2B5EF4-FFF2-40B4-BE49-F238E27FC236}">
                <a16:creationId xmlns:a16="http://schemas.microsoft.com/office/drawing/2014/main" id="{D4C549CE-BF3F-49D3-818B-86EA879471E5}"/>
              </a:ext>
            </a:extLst>
          </p:cNvPr>
          <p:cNvSpPr>
            <a:spLocks xmlns:a="http://schemas.openxmlformats.org/drawingml/2006/main"/>
          </p:cNvSpPr>
          <p:nvPr/>
        </p:nvSpPr>
        <p:spPr>
          <a:xfrm xmlns:a="http://schemas.openxmlformats.org/drawingml/2006/main">
            <a:off x="609600" y="4826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a:t>
            </a:r>
          </a:p>
        </p:txBody>
      </p:sp>
      <p:sp>
        <p:nvSpPr>
          <p:cNvPr id="254" name="13-text-10">
            <a:extLst xmlns:a="http://schemas.openxmlformats.org/drawingml/2006/main">
              <a:ext uri="{FF2B5EF4-FFF2-40B4-BE49-F238E27FC236}">
                <a16:creationId xmlns:a16="http://schemas.microsoft.com/office/drawing/2014/main" id="{11B8CD32-CCF0-4B92-B237-718081572264}"/>
              </a:ext>
            </a:extLst>
          </p:cNvPr>
          <p:cNvSpPr>
            <a:spLocks xmlns:a="http://schemas.openxmlformats.org/drawingml/2006/main"/>
          </p:cNvSpPr>
          <p:nvPr/>
        </p:nvSpPr>
        <p:spPr>
          <a:xfrm xmlns:a="http://schemas.openxmlformats.org/drawingml/2006/main">
            <a:off x="2489200" y="48260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and allowed destinations outside the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reads and exports.</a:t>
            </a:r>
          </a:p>
        </p:txBody>
      </p:sp>
      <p:sp>
        <p:nvSpPr>
          <p:cNvPr id="255" name="13-shape-11">
            <a:extLst xmlns:a="http://schemas.openxmlformats.org/drawingml/2006/main">
              <a:ext uri="{FF2B5EF4-FFF2-40B4-BE49-F238E27FC236}">
                <a16:creationId xmlns:a16="http://schemas.microsoft.com/office/drawing/2014/main" id="{ECD7D9A6-534E-4A7E-92BD-7A38878DC953}"/>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56" name="13-shape-12">
            <a:extLst xmlns:a="http://schemas.openxmlformats.org/drawingml/2006/main">
              <a:ext uri="{FF2B5EF4-FFF2-40B4-BE49-F238E27FC236}">
                <a16:creationId xmlns:a16="http://schemas.microsoft.com/office/drawing/2014/main" id="{1A442A42-8FD6-49D2-BEE8-E34EE610F069}"/>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57" name="13-text-13">
            <a:extLst xmlns:a="http://schemas.openxmlformats.org/drawingml/2006/main">
              <a:ext uri="{FF2B5EF4-FFF2-40B4-BE49-F238E27FC236}">
                <a16:creationId xmlns:a16="http://schemas.microsoft.com/office/drawing/2014/main" id="{7F2B4807-8CBF-417B-89F1-45FCE897F7C3}"/>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58" name="13-text-14">
            <a:extLst xmlns:a="http://schemas.openxmlformats.org/drawingml/2006/main">
              <a:ext uri="{FF2B5EF4-FFF2-40B4-BE49-F238E27FC236}">
                <a16:creationId xmlns:a16="http://schemas.microsoft.com/office/drawing/2014/main" id="{266379FF-D572-49B3-B6B1-8FE0FACFAE98}"/>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259" name="narrative-number">
            <a:extLst xmlns:a="http://schemas.openxmlformats.org/drawingml/2006/main">
              <a:ext uri="{FF2B5EF4-FFF2-40B4-BE49-F238E27FC236}">
                <a16:creationId xmlns:a16="http://schemas.microsoft.com/office/drawing/2014/main" id="{AB86987E-90D4-4FDB-B3FD-9927EECA343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80357609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5"/>
                                        </p:tgtEl>
                                        <p:attrNameLst>
                                          <p:attrName>style.visibility</p:attrName>
                                        </p:attrNameLst>
                                      </p:cBhvr>
                                      <p:to>
                                        <p:strVal val="visible"/>
                                      </p:to>
                                    </p:set>
                                    <p:animEffect transition="in" filter="fade">
                                      <p:cBhvr>
                                        <p:cTn id="7" dur="300" fill="hold"/>
                                        <p:tgtEl>
                                          <p:spTgt spid="255"/>
                                        </p:tgtEl>
                                      </p:cBhvr>
                                    </p:animEffect>
                                  </p:childTnLst>
                                </p:cTn>
                              </p:par>
                              <p:par>
                                <p:cTn id="8" presetID="10" presetClass="entr" presetSubtype="0" fill="hold" nodeType="withEffect">
                                  <p:stCondLst>
                                    <p:cond delay="0"/>
                                  </p:stCondLst>
                                  <p:childTnLst>
                                    <p:set>
                                      <p:cBhvr>
                                        <p:cTn id="9" dur="1" fill="hold">
                                          <p:stCondLst>
                                            <p:cond delay="0"/>
                                          </p:stCondLst>
                                        </p:cTn>
                                        <p:tgtEl>
                                          <p:spTgt spid="256"/>
                                        </p:tgtEl>
                                        <p:attrNameLst>
                                          <p:attrName>style.visibility</p:attrName>
                                        </p:attrNameLst>
                                      </p:cBhvr>
                                      <p:to>
                                        <p:strVal val="visible"/>
                                      </p:to>
                                    </p:set>
                                    <p:animEffect transition="in" filter="fade">
                                      <p:cBhvr>
                                        <p:cTn id="10" dur="300" fill="hold"/>
                                        <p:tgtEl>
                                          <p:spTgt spid="256"/>
                                        </p:tgtEl>
                                      </p:cBhvr>
                                    </p:animEffect>
                                  </p:childTnLst>
                                </p:cTn>
                              </p:par>
                              <p:par>
                                <p:cTn id="11" presetID="10" presetClass="entr" presetSubtype="0" fill="hold" nodeType="withEffect">
                                  <p:stCondLst>
                                    <p:cond delay="0"/>
                                  </p:stCondLst>
                                  <p:childTnLst>
                                    <p:set>
                                      <p:cBhvr>
                                        <p:cTn id="12" dur="1" fill="hold">
                                          <p:stCondLst>
                                            <p:cond delay="0"/>
                                          </p:stCondLst>
                                        </p:cTn>
                                        <p:tgtEl>
                                          <p:spTgt spid="257"/>
                                        </p:tgtEl>
                                        <p:attrNameLst>
                                          <p:attrName>style.visibility</p:attrName>
                                        </p:attrNameLst>
                                      </p:cBhvr>
                                      <p:to>
                                        <p:strVal val="visible"/>
                                      </p:to>
                                    </p:set>
                                    <p:animEffect transition="in" filter="fade">
                                      <p:cBhvr>
                                        <p:cTn id="13" dur="300" fill="hold"/>
                                        <p:tgtEl>
                                          <p:spTgt spid="257"/>
                                        </p:tgtEl>
                                      </p:cBhvr>
                                    </p:animEffect>
                                  </p:childTnLst>
                                </p:cTn>
                              </p:par>
                              <p:par>
                                <p:cTn id="14" presetID="10" presetClass="entr" presetSubtype="0" fill="hold" nodeType="withEffect">
                                  <p:stCondLst>
                                    <p:cond delay="0"/>
                                  </p:stCondLst>
                                  <p:childTnLst>
                                    <p:set>
                                      <p:cBhvr>
                                        <p:cTn id="15" dur="1" fill="hold">
                                          <p:stCondLst>
                                            <p:cond delay="0"/>
                                          </p:stCondLst>
                                        </p:cTn>
                                        <p:tgtEl>
                                          <p:spTgt spid="258"/>
                                        </p:tgtEl>
                                        <p:attrNameLst>
                                          <p:attrName>style.visibility</p:attrName>
                                        </p:attrNameLst>
                                      </p:cBhvr>
                                      <p:to>
                                        <p:strVal val="visible"/>
                                      </p:to>
                                    </p:set>
                                    <p:animEffect transition="in" filter="fade">
                                      <p:cBhvr>
                                        <p:cTn id="16" dur="300" fill="hold"/>
                                        <p:tgtEl>
                                          <p:spTgt spid="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0" name="!!area-header">
            <a:extLst xmlns:a="http://schemas.openxmlformats.org/drawingml/2006/main">
              <a:ext uri="{FF2B5EF4-FFF2-40B4-BE49-F238E27FC236}">
                <a16:creationId xmlns:a16="http://schemas.microsoft.com/office/drawing/2014/main" id="{E8FD32A3-AA0D-4CC8-845C-2A8DB3D4E3F9}"/>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61" name="!!area-name">
            <a:extLst xmlns:a="http://schemas.openxmlformats.org/drawingml/2006/main">
              <a:ext uri="{FF2B5EF4-FFF2-40B4-BE49-F238E27FC236}">
                <a16:creationId xmlns:a16="http://schemas.microsoft.com/office/drawing/2014/main" id="{F33DC96B-261D-468F-B6DB-006A428CA0A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262" name="!!area-beat">
            <a:extLst xmlns:a="http://schemas.openxmlformats.org/drawingml/2006/main">
              <a:ext uri="{FF2B5EF4-FFF2-40B4-BE49-F238E27FC236}">
                <a16:creationId xmlns:a16="http://schemas.microsoft.com/office/drawing/2014/main" id="{05ADEEA0-899D-4E6A-89B7-ECF11FB3CDD3}"/>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63" name="header-divider">
            <a:extLst xmlns:a="http://schemas.openxmlformats.org/drawingml/2006/main">
              <a:ext uri="{FF2B5EF4-FFF2-40B4-BE49-F238E27FC236}">
                <a16:creationId xmlns:a16="http://schemas.microsoft.com/office/drawing/2014/main" id="{4C3FA2DF-003A-443A-B579-1FAC94424F02}"/>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4" name="14-shape-1">
            <a:extLst xmlns:a="http://schemas.openxmlformats.org/drawingml/2006/main">
              <a:ext uri="{FF2B5EF4-FFF2-40B4-BE49-F238E27FC236}">
                <a16:creationId xmlns:a16="http://schemas.microsoft.com/office/drawing/2014/main" id="{36A8F655-9AAB-41E0-A52D-FA5523CA1EBF}"/>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65" name="14-text-2">
            <a:extLst xmlns:a="http://schemas.openxmlformats.org/drawingml/2006/main">
              <a:ext uri="{FF2B5EF4-FFF2-40B4-BE49-F238E27FC236}">
                <a16:creationId xmlns:a16="http://schemas.microsoft.com/office/drawing/2014/main" id="{4FFA3A1C-AC87-484F-B1C2-5F1BFF576E12}"/>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266" name="14-shape-3">
            <a:extLst xmlns:a="http://schemas.openxmlformats.org/drawingml/2006/main">
              <a:ext uri="{FF2B5EF4-FFF2-40B4-BE49-F238E27FC236}">
                <a16:creationId xmlns:a16="http://schemas.microsoft.com/office/drawing/2014/main" id="{973DADFB-4BA6-4E82-8B84-A577781A1B7A}"/>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67" name="14-text-4">
            <a:extLst xmlns:a="http://schemas.openxmlformats.org/drawingml/2006/main">
              <a:ext uri="{FF2B5EF4-FFF2-40B4-BE49-F238E27FC236}">
                <a16:creationId xmlns:a16="http://schemas.microsoft.com/office/drawing/2014/main" id="{6C9F7459-CE04-482D-842F-8FAD9E5B1307}"/>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268" name="14-shape-5">
            <a:extLst xmlns:a="http://schemas.openxmlformats.org/drawingml/2006/main">
              <a:ext uri="{FF2B5EF4-FFF2-40B4-BE49-F238E27FC236}">
                <a16:creationId xmlns:a16="http://schemas.microsoft.com/office/drawing/2014/main" id="{2613CFD0-B196-4B34-8F6B-495AA175BEEA}"/>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69" name="14-text-6">
            <a:extLst xmlns:a="http://schemas.openxmlformats.org/drawingml/2006/main">
              <a:ext uri="{FF2B5EF4-FFF2-40B4-BE49-F238E27FC236}">
                <a16:creationId xmlns:a16="http://schemas.microsoft.com/office/drawing/2014/main" id="{1C68E166-CB8C-4E60-9529-B9F8F2C94D60}"/>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270" name="14-shape-7">
            <a:extLst xmlns:a="http://schemas.openxmlformats.org/drawingml/2006/main">
              <a:ext uri="{FF2B5EF4-FFF2-40B4-BE49-F238E27FC236}">
                <a16:creationId xmlns:a16="http://schemas.microsoft.com/office/drawing/2014/main" id="{D7361DAD-8DB3-4810-A452-CFBA9838CDBB}"/>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71" name="14-text-8">
            <a:extLst xmlns:a="http://schemas.openxmlformats.org/drawingml/2006/main">
              <a:ext uri="{FF2B5EF4-FFF2-40B4-BE49-F238E27FC236}">
                <a16:creationId xmlns:a16="http://schemas.microsoft.com/office/drawing/2014/main" id="{8C2720BF-3AA7-430B-8C26-D492B57D689F}"/>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272" name="14-shape-9">
            <a:extLst xmlns:a="http://schemas.openxmlformats.org/drawingml/2006/main">
              <a:ext uri="{FF2B5EF4-FFF2-40B4-BE49-F238E27FC236}">
                <a16:creationId xmlns:a16="http://schemas.microsoft.com/office/drawing/2014/main" id="{979130E1-2AB5-4E18-8678-D2D1630BF6FD}"/>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73" name="14-text-10">
            <a:extLst xmlns:a="http://schemas.openxmlformats.org/drawingml/2006/main">
              <a:ext uri="{FF2B5EF4-FFF2-40B4-BE49-F238E27FC236}">
                <a16:creationId xmlns:a16="http://schemas.microsoft.com/office/drawing/2014/main" id="{87DFD267-50D3-4F93-B3FA-4E27598EDFB7}"/>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274" name="14-shape-11">
            <a:extLst xmlns:a="http://schemas.openxmlformats.org/drawingml/2006/main">
              <a:ext uri="{FF2B5EF4-FFF2-40B4-BE49-F238E27FC236}">
                <a16:creationId xmlns:a16="http://schemas.microsoft.com/office/drawing/2014/main" id="{EE63175C-AE8C-4F65-83AD-C60FD9E6D8E1}"/>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75" name="14-text-12">
            <a:extLst xmlns:a="http://schemas.openxmlformats.org/drawingml/2006/main">
              <a:ext uri="{FF2B5EF4-FFF2-40B4-BE49-F238E27FC236}">
                <a16:creationId xmlns:a16="http://schemas.microsoft.com/office/drawing/2014/main" id="{CFBBDB6E-982C-451C-AF8E-3DA1DDC31188}"/>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276" name="14-text-13">
            <a:extLst xmlns:a="http://schemas.openxmlformats.org/drawingml/2006/main">
              <a:ext uri="{FF2B5EF4-FFF2-40B4-BE49-F238E27FC236}">
                <a16:creationId xmlns:a16="http://schemas.microsoft.com/office/drawing/2014/main" id="{6D6842CB-25E4-4502-AC0E-9662C1A26532}"/>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277" name="14-text-14">
            <a:extLst xmlns:a="http://schemas.openxmlformats.org/drawingml/2006/main">
              <a:ext uri="{FF2B5EF4-FFF2-40B4-BE49-F238E27FC236}">
                <a16:creationId xmlns:a16="http://schemas.microsoft.com/office/drawing/2014/main" id="{DDEC6E9E-DB75-453F-8B21-FA29D8075081}"/>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278" name="14-text-15">
            <a:extLst xmlns:a="http://schemas.openxmlformats.org/drawingml/2006/main">
              <a:ext uri="{FF2B5EF4-FFF2-40B4-BE49-F238E27FC236}">
                <a16:creationId xmlns:a16="http://schemas.microsoft.com/office/drawing/2014/main" id="{44A7F924-FCBF-4B29-BF52-1B105A1BE187}"/>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279" name="14-line-17">
            <a:extLst xmlns:a="http://schemas.openxmlformats.org/drawingml/2006/main">
              <a:ext uri="{FF2B5EF4-FFF2-40B4-BE49-F238E27FC236}">
                <a16:creationId xmlns:a16="http://schemas.microsoft.com/office/drawing/2014/main" id="{13EFB399-0E81-480B-858B-C100800581F2}"/>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0" name="14-line-19">
            <a:extLst xmlns:a="http://schemas.openxmlformats.org/drawingml/2006/main">
              <a:ext uri="{FF2B5EF4-FFF2-40B4-BE49-F238E27FC236}">
                <a16:creationId xmlns:a16="http://schemas.microsoft.com/office/drawing/2014/main" id="{819DFDF0-40E3-4444-AACF-DE8CED2D4A98}"/>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1" name="14-line-21">
            <a:extLst xmlns:a="http://schemas.openxmlformats.org/drawingml/2006/main">
              <a:ext uri="{FF2B5EF4-FFF2-40B4-BE49-F238E27FC236}">
                <a16:creationId xmlns:a16="http://schemas.microsoft.com/office/drawing/2014/main" id="{BA7AADB4-6063-4870-84EB-B04E99B6B744}"/>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2" name="narrative-number">
            <a:extLst xmlns:a="http://schemas.openxmlformats.org/drawingml/2006/main">
              <a:ext uri="{FF2B5EF4-FFF2-40B4-BE49-F238E27FC236}">
                <a16:creationId xmlns:a16="http://schemas.microsoft.com/office/drawing/2014/main" id="{9ECF156C-9F3D-4B42-A481-A90169CE29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74036163"/>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3" name="!!area-name">
            <a:extLst xmlns:a="http://schemas.openxmlformats.org/drawingml/2006/main">
              <a:ext uri="{FF2B5EF4-FFF2-40B4-BE49-F238E27FC236}">
                <a16:creationId xmlns:a16="http://schemas.microsoft.com/office/drawing/2014/main" id="{480FF079-B1B7-4F87-ACCE-B8718E91F2D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859b2a95178e456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5" name="header-divider">
            <a:extLst xmlns:a="http://schemas.openxmlformats.org/drawingml/2006/main">
              <a:ext uri="{FF2B5EF4-FFF2-40B4-BE49-F238E27FC236}">
                <a16:creationId xmlns:a16="http://schemas.microsoft.com/office/drawing/2014/main" id="{5DBDCAB3-5C4D-439F-A852-05E39BCC4E3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6" name="14b-text-1">
            <a:extLst xmlns:a="http://schemas.openxmlformats.org/drawingml/2006/main">
              <a:ext uri="{FF2B5EF4-FFF2-40B4-BE49-F238E27FC236}">
                <a16:creationId xmlns:a16="http://schemas.microsoft.com/office/drawing/2014/main" id="{8C9A885B-1A5D-43E2-B66E-298B17DAF97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87" name="14b-text-2">
            <a:extLst xmlns:a="http://schemas.openxmlformats.org/drawingml/2006/main">
              <a:ext uri="{FF2B5EF4-FFF2-40B4-BE49-F238E27FC236}">
                <a16:creationId xmlns:a16="http://schemas.microsoft.com/office/drawing/2014/main" id="{5CA88A4B-1031-45F7-B9C6-6F61EB246913}"/>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288" name="14b-text-3">
            <a:extLst xmlns:a="http://schemas.openxmlformats.org/drawingml/2006/main">
              <a:ext uri="{FF2B5EF4-FFF2-40B4-BE49-F238E27FC236}">
                <a16:creationId xmlns:a16="http://schemas.microsoft.com/office/drawing/2014/main" id="{27F844FB-2AE1-4230-8FED-7080D3A0EFC3}"/>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289" name="14b-text-4">
            <a:extLst xmlns:a="http://schemas.openxmlformats.org/drawingml/2006/main">
              <a:ext uri="{FF2B5EF4-FFF2-40B4-BE49-F238E27FC236}">
                <a16:creationId xmlns:a16="http://schemas.microsoft.com/office/drawing/2014/main" id="{A03E3C5B-FEB7-4998-8D1A-2935FC7C0078}"/>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290" name="14b-text-5">
            <a:extLst xmlns:a="http://schemas.openxmlformats.org/drawingml/2006/main">
              <a:ext uri="{FF2B5EF4-FFF2-40B4-BE49-F238E27FC236}">
                <a16:creationId xmlns:a16="http://schemas.microsoft.com/office/drawing/2014/main" id="{FB890ABE-89B2-445A-8EEE-14CCCBFF50AF}"/>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291" name="14b-text-6">
            <a:extLst xmlns:a="http://schemas.openxmlformats.org/drawingml/2006/main">
              <a:ext uri="{FF2B5EF4-FFF2-40B4-BE49-F238E27FC236}">
                <a16:creationId xmlns:a16="http://schemas.microsoft.com/office/drawing/2014/main" id="{D1FF96ED-1E7A-41EE-81AF-880C10FD9E9A}"/>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292" name="14b-text-7">
            <a:extLst xmlns:a="http://schemas.openxmlformats.org/drawingml/2006/main">
              <a:ext uri="{FF2B5EF4-FFF2-40B4-BE49-F238E27FC236}">
                <a16:creationId xmlns:a16="http://schemas.microsoft.com/office/drawing/2014/main" id="{C7B921A7-AFCB-460B-8CC5-9738593E2D97}"/>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293" name="narrative-number">
            <a:extLst xmlns:a="http://schemas.openxmlformats.org/drawingml/2006/main">
              <a:ext uri="{FF2B5EF4-FFF2-40B4-BE49-F238E27FC236}">
                <a16:creationId xmlns:a16="http://schemas.microsoft.com/office/drawing/2014/main" id="{D5C0C63D-F38C-4B1E-B79D-EA487CABE6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18098737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name">
            <a:extLst xmlns:a="http://schemas.openxmlformats.org/drawingml/2006/main">
              <a:ext uri="{FF2B5EF4-FFF2-40B4-BE49-F238E27FC236}">
                <a16:creationId xmlns:a16="http://schemas.microsoft.com/office/drawing/2014/main" id="{9296E6AD-52BE-4BAF-A5B5-B4DB9A6A37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0838026b59f94c7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6" name="header-divider">
            <a:extLst xmlns:a="http://schemas.openxmlformats.org/drawingml/2006/main">
              <a:ext uri="{FF2B5EF4-FFF2-40B4-BE49-F238E27FC236}">
                <a16:creationId xmlns:a16="http://schemas.microsoft.com/office/drawing/2014/main" id="{D704CD04-9B58-47BD-8656-4358C5C80B1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7" name="14b-text-1">
            <a:extLst xmlns:a="http://schemas.openxmlformats.org/drawingml/2006/main">
              <a:ext uri="{FF2B5EF4-FFF2-40B4-BE49-F238E27FC236}">
                <a16:creationId xmlns:a16="http://schemas.microsoft.com/office/drawing/2014/main" id="{22114638-4172-476C-ACA4-02A4D3CAA8E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98" name="14b-text-8">
            <a:extLst xmlns:a="http://schemas.openxmlformats.org/drawingml/2006/main">
              <a:ext uri="{FF2B5EF4-FFF2-40B4-BE49-F238E27FC236}">
                <a16:creationId xmlns:a16="http://schemas.microsoft.com/office/drawing/2014/main" id="{B9D02E46-182F-4B79-B809-6227C87EE07A}"/>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299" name="14b-text-9">
            <a:extLst xmlns:a="http://schemas.openxmlformats.org/drawingml/2006/main">
              <a:ext uri="{FF2B5EF4-FFF2-40B4-BE49-F238E27FC236}">
                <a16:creationId xmlns:a16="http://schemas.microsoft.com/office/drawing/2014/main" id="{B144874D-B15F-46C3-A75D-329934DF2CF4}"/>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300" name="14b-text-10">
            <a:extLst xmlns:a="http://schemas.openxmlformats.org/drawingml/2006/main">
              <a:ext uri="{FF2B5EF4-FFF2-40B4-BE49-F238E27FC236}">
                <a16:creationId xmlns:a16="http://schemas.microsoft.com/office/drawing/2014/main" id="{504D3A26-B32B-4659-A961-B6BA1CFE90B8}"/>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301" name="narrative-number">
            <a:extLst xmlns:a="http://schemas.openxmlformats.org/drawingml/2006/main">
              <a:ext uri="{FF2B5EF4-FFF2-40B4-BE49-F238E27FC236}">
                <a16:creationId xmlns:a16="http://schemas.microsoft.com/office/drawing/2014/main" id="{4AE2A5DD-78FC-46A5-A8FB-6426857FD67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866600417"/>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192F2986-E1E7-4C3E-850E-5A547101415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10" name="mini-map"/>
          <p:cNvPicPr>
            <a:picLocks xmlns:a="http://schemas.openxmlformats.org/drawingml/2006/main" noChangeAspect="1"/>
          </p:cNvPicPr>
          <p:nvPr/>
        </p:nvPicPr>
        <p:blipFill>
          <a:blip xmlns:r="http://schemas.openxmlformats.org/officeDocument/2006/relationships" xmlns:a="http://schemas.openxmlformats.org/drawingml/2006/main" r:embed="Rb9f480501570427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header-divider">
            <a:extLst xmlns:a="http://schemas.openxmlformats.org/drawingml/2006/main">
              <a:ext uri="{FF2B5EF4-FFF2-40B4-BE49-F238E27FC236}">
                <a16:creationId xmlns:a16="http://schemas.microsoft.com/office/drawing/2014/main" id="{5920DA8B-E0C6-4461-B177-9CF33731FE7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5" name="14b-text-1">
            <a:extLst xmlns:a="http://schemas.openxmlformats.org/drawingml/2006/main">
              <a:ext uri="{FF2B5EF4-FFF2-40B4-BE49-F238E27FC236}">
                <a16:creationId xmlns:a16="http://schemas.microsoft.com/office/drawing/2014/main" id="{2C728790-F4EF-48E2-8C2D-DA4222FB0F2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06" name="14b-text-11">
            <a:extLst xmlns:a="http://schemas.openxmlformats.org/drawingml/2006/main">
              <a:ext uri="{FF2B5EF4-FFF2-40B4-BE49-F238E27FC236}">
                <a16:creationId xmlns:a16="http://schemas.microsoft.com/office/drawing/2014/main" id="{0B54794C-9E0D-4768-955A-4975ECFA1943}"/>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307" name="14b-text-12">
            <a:extLst xmlns:a="http://schemas.openxmlformats.org/drawingml/2006/main">
              <a:ext uri="{FF2B5EF4-FFF2-40B4-BE49-F238E27FC236}">
                <a16:creationId xmlns:a16="http://schemas.microsoft.com/office/drawing/2014/main" id="{CD3E4360-877F-4F85-A1A6-ACE95845DD41}"/>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308" name="narrative-number">
            <a:extLst xmlns:a="http://schemas.openxmlformats.org/drawingml/2006/main">
              <a:ext uri="{FF2B5EF4-FFF2-40B4-BE49-F238E27FC236}">
                <a16:creationId xmlns:a16="http://schemas.microsoft.com/office/drawing/2014/main" id="{2F61488E-764B-47BF-81B2-41340DB786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981081444"/>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9" name="!!area-name">
            <a:extLst xmlns:a="http://schemas.openxmlformats.org/drawingml/2006/main">
              <a:ext uri="{FF2B5EF4-FFF2-40B4-BE49-F238E27FC236}">
                <a16:creationId xmlns:a16="http://schemas.microsoft.com/office/drawing/2014/main" id="{1F20D0CE-03A2-45AA-9096-E6583C2E90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19" name="mini-map"/>
          <p:cNvPicPr>
            <a:picLocks xmlns:a="http://schemas.openxmlformats.org/drawingml/2006/main" noChangeAspect="1"/>
          </p:cNvPicPr>
          <p:nvPr/>
        </p:nvPicPr>
        <p:blipFill>
          <a:blip xmlns:r="http://schemas.openxmlformats.org/officeDocument/2006/relationships" xmlns:a="http://schemas.openxmlformats.org/drawingml/2006/main" r:embed="Ra7d62cf4953f429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1" name="header-divider">
            <a:extLst xmlns:a="http://schemas.openxmlformats.org/drawingml/2006/main">
              <a:ext uri="{FF2B5EF4-FFF2-40B4-BE49-F238E27FC236}">
                <a16:creationId xmlns:a16="http://schemas.microsoft.com/office/drawing/2014/main" id="{DBF8EE09-77F3-4F91-A9D1-9F74F0BC898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2" name="14b-text-1">
            <a:extLst xmlns:a="http://schemas.openxmlformats.org/drawingml/2006/main">
              <a:ext uri="{FF2B5EF4-FFF2-40B4-BE49-F238E27FC236}">
                <a16:creationId xmlns:a16="http://schemas.microsoft.com/office/drawing/2014/main" id="{2FA5A1C5-AE86-481C-A8F0-482963FDC60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13" name="14b-text-13">
            <a:extLst xmlns:a="http://schemas.openxmlformats.org/drawingml/2006/main">
              <a:ext uri="{FF2B5EF4-FFF2-40B4-BE49-F238E27FC236}">
                <a16:creationId xmlns:a16="http://schemas.microsoft.com/office/drawing/2014/main" id="{1FE33539-A291-4546-A983-0D6BC818F7F9}"/>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314" name="14b-text-14">
            <a:extLst xmlns:a="http://schemas.openxmlformats.org/drawingml/2006/main">
              <a:ext uri="{FF2B5EF4-FFF2-40B4-BE49-F238E27FC236}">
                <a16:creationId xmlns:a16="http://schemas.microsoft.com/office/drawing/2014/main" id="{C2394A76-D82A-41B7-B6EA-98B34E064C36}"/>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315" name="14b-text-15">
            <a:extLst xmlns:a="http://schemas.openxmlformats.org/drawingml/2006/main">
              <a:ext uri="{FF2B5EF4-FFF2-40B4-BE49-F238E27FC236}">
                <a16:creationId xmlns:a16="http://schemas.microsoft.com/office/drawing/2014/main" id="{A83CEC72-A185-420D-A000-EA08F7DCD906}"/>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316" name="14b-text-16">
            <a:extLst xmlns:a="http://schemas.openxmlformats.org/drawingml/2006/main">
              <a:ext uri="{FF2B5EF4-FFF2-40B4-BE49-F238E27FC236}">
                <a16:creationId xmlns:a16="http://schemas.microsoft.com/office/drawing/2014/main" id="{2F959F78-7F82-4066-BD18-46284219FAFF}"/>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
        <p:nvSpPr>
          <p:cNvPr id="317" name="narrative-number">
            <a:extLst xmlns:a="http://schemas.openxmlformats.org/drawingml/2006/main">
              <a:ext uri="{FF2B5EF4-FFF2-40B4-BE49-F238E27FC236}">
                <a16:creationId xmlns:a16="http://schemas.microsoft.com/office/drawing/2014/main" id="{C6CB523E-04C9-4341-9969-0C077553E9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319264899"/>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8" name="!!area-name">
            <a:extLst xmlns:a="http://schemas.openxmlformats.org/drawingml/2006/main">
              <a:ext uri="{FF2B5EF4-FFF2-40B4-BE49-F238E27FC236}">
                <a16:creationId xmlns:a16="http://schemas.microsoft.com/office/drawing/2014/main" id="{7E265DE2-098D-45EF-9D8C-D4A60F63069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37" name="mini-map"/>
          <p:cNvPicPr>
            <a:picLocks xmlns:a="http://schemas.openxmlformats.org/drawingml/2006/main" noChangeAspect="1"/>
          </p:cNvPicPr>
          <p:nvPr/>
        </p:nvPicPr>
        <p:blipFill>
          <a:blip xmlns:r="http://schemas.openxmlformats.org/officeDocument/2006/relationships" xmlns:a="http://schemas.openxmlformats.org/drawingml/2006/main" r:embed="R01e35db9ecb84af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0" name="slide-title">
            <a:extLst xmlns:a="http://schemas.openxmlformats.org/drawingml/2006/main">
              <a:ext uri="{FF2B5EF4-FFF2-40B4-BE49-F238E27FC236}">
                <a16:creationId xmlns:a16="http://schemas.microsoft.com/office/drawing/2014/main" id="{B821A3EE-8052-4A4B-82FC-AC430C3E4EF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21" name="header-divider">
            <a:extLst xmlns:a="http://schemas.openxmlformats.org/drawingml/2006/main">
              <a:ext uri="{FF2B5EF4-FFF2-40B4-BE49-F238E27FC236}">
                <a16:creationId xmlns:a16="http://schemas.microsoft.com/office/drawing/2014/main" id="{F8F6612C-1092-4AA2-BADB-70B731BF7AE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2" name="15-text-1">
            <a:extLst xmlns:a="http://schemas.openxmlformats.org/drawingml/2006/main">
              <a:ext uri="{FF2B5EF4-FFF2-40B4-BE49-F238E27FC236}">
                <a16:creationId xmlns:a16="http://schemas.microsoft.com/office/drawing/2014/main" id="{54779065-4E0A-41B1-9F74-DE2331B645D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23" name="15-text-2">
            <a:extLst xmlns:a="http://schemas.openxmlformats.org/drawingml/2006/main">
              <a:ext uri="{FF2B5EF4-FFF2-40B4-BE49-F238E27FC236}">
                <a16:creationId xmlns:a16="http://schemas.microsoft.com/office/drawing/2014/main" id="{C2A716DE-45DE-4984-897B-07260F677397}"/>
              </a:ext>
            </a:extLst>
          </p:cNvPr>
          <p:cNvSpPr>
            <a:spLocks xmlns:a="http://schemas.openxmlformats.org/drawingml/2006/main"/>
          </p:cNvSpPr>
          <p:nvPr/>
        </p:nvSpPr>
        <p:spPr>
          <a:xfrm xmlns:a="http://schemas.openxmlformats.org/drawingml/2006/main">
            <a:off x="6096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24" name="15-text-3">
            <a:extLst xmlns:a="http://schemas.openxmlformats.org/drawingml/2006/main">
              <a:ext uri="{FF2B5EF4-FFF2-40B4-BE49-F238E27FC236}">
                <a16:creationId xmlns:a16="http://schemas.microsoft.com/office/drawing/2014/main" id="{810F78A2-273B-4104-B799-A4AE1623C066}"/>
              </a:ext>
            </a:extLst>
          </p:cNvPr>
          <p:cNvSpPr>
            <a:spLocks xmlns:a="http://schemas.openxmlformats.org/drawingml/2006/main"/>
          </p:cNvSpPr>
          <p:nvPr/>
        </p:nvSpPr>
        <p:spPr>
          <a:xfrm xmlns:a="http://schemas.openxmlformats.org/drawingml/2006/main">
            <a:off x="12192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target packet.</a:t>
            </a:r>
          </a:p>
        </p:txBody>
      </p:sp>
      <p:sp>
        <p:nvSpPr>
          <p:cNvPr id="325" name="15-text-4">
            <a:extLst xmlns:a="http://schemas.openxmlformats.org/drawingml/2006/main">
              <a:ext uri="{FF2B5EF4-FFF2-40B4-BE49-F238E27FC236}">
                <a16:creationId xmlns:a16="http://schemas.microsoft.com/office/drawing/2014/main" id="{A531050B-47DD-4154-A965-3771AF4EAE9F}"/>
              </a:ext>
            </a:extLst>
          </p:cNvPr>
          <p:cNvSpPr>
            <a:spLocks xmlns:a="http://schemas.openxmlformats.org/drawingml/2006/main"/>
          </p:cNvSpPr>
          <p:nvPr/>
        </p:nvSpPr>
        <p:spPr>
          <a:xfrm xmlns:a="http://schemas.openxmlformats.org/drawingml/2006/main">
            <a:off x="6096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26" name="15-text-5">
            <a:extLst xmlns:a="http://schemas.openxmlformats.org/drawingml/2006/main">
              <a:ext uri="{FF2B5EF4-FFF2-40B4-BE49-F238E27FC236}">
                <a16:creationId xmlns:a16="http://schemas.microsoft.com/office/drawing/2014/main" id="{10209DD2-C9D4-427D-B8EC-B50A7F22A065}"/>
              </a:ext>
            </a:extLst>
          </p:cNvPr>
          <p:cNvSpPr>
            <a:spLocks xmlns:a="http://schemas.openxmlformats.org/drawingml/2006/main"/>
          </p:cNvSpPr>
          <p:nvPr/>
        </p:nvSpPr>
        <p:spPr>
          <a:xfrm xmlns:a="http://schemas.openxmlformats.org/drawingml/2006/main">
            <a:off x="12192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327" name="15-text-6">
            <a:extLst xmlns:a="http://schemas.openxmlformats.org/drawingml/2006/main">
              <a:ext uri="{FF2B5EF4-FFF2-40B4-BE49-F238E27FC236}">
                <a16:creationId xmlns:a16="http://schemas.microsoft.com/office/drawing/2014/main" id="{6DF37F25-FC62-470B-BD2C-85681F9427FD}"/>
              </a:ext>
            </a:extLst>
          </p:cNvPr>
          <p:cNvSpPr>
            <a:spLocks xmlns:a="http://schemas.openxmlformats.org/drawingml/2006/main"/>
          </p:cNvSpPr>
          <p:nvPr/>
        </p:nvSpPr>
        <p:spPr>
          <a:xfrm xmlns:a="http://schemas.openxmlformats.org/drawingml/2006/main">
            <a:off x="6096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28" name="15-text-7">
            <a:extLst xmlns:a="http://schemas.openxmlformats.org/drawingml/2006/main">
              <a:ext uri="{FF2B5EF4-FFF2-40B4-BE49-F238E27FC236}">
                <a16:creationId xmlns:a16="http://schemas.microsoft.com/office/drawing/2014/main" id="{F6E4F168-B7DC-4397-BB88-10D949ABB7E0}"/>
              </a:ext>
            </a:extLst>
          </p:cNvPr>
          <p:cNvSpPr>
            <a:spLocks xmlns:a="http://schemas.openxmlformats.org/drawingml/2006/main"/>
          </p:cNvSpPr>
          <p:nvPr/>
        </p:nvSpPr>
        <p:spPr>
          <a:xfrm xmlns:a="http://schemas.openxmlformats.org/drawingml/2006/main">
            <a:off x="12192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329" name="15-text-8">
            <a:extLst xmlns:a="http://schemas.openxmlformats.org/drawingml/2006/main">
              <a:ext uri="{FF2B5EF4-FFF2-40B4-BE49-F238E27FC236}">
                <a16:creationId xmlns:a16="http://schemas.microsoft.com/office/drawing/2014/main" id="{4B1ABECD-0F80-42AB-9A5D-2A15A136F68B}"/>
              </a:ext>
            </a:extLst>
          </p:cNvPr>
          <p:cNvSpPr>
            <a:spLocks xmlns:a="http://schemas.openxmlformats.org/drawingml/2006/main"/>
          </p:cNvSpPr>
          <p:nvPr/>
        </p:nvSpPr>
        <p:spPr>
          <a:xfrm xmlns:a="http://schemas.openxmlformats.org/drawingml/2006/main">
            <a:off x="62484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330" name="15-text-9">
            <a:extLst xmlns:a="http://schemas.openxmlformats.org/drawingml/2006/main">
              <a:ext uri="{FF2B5EF4-FFF2-40B4-BE49-F238E27FC236}">
                <a16:creationId xmlns:a16="http://schemas.microsoft.com/office/drawing/2014/main" id="{7A08AED9-896C-4127-8B80-404BECE04F25}"/>
              </a:ext>
            </a:extLst>
          </p:cNvPr>
          <p:cNvSpPr>
            <a:spLocks xmlns:a="http://schemas.openxmlformats.org/drawingml/2006/main"/>
          </p:cNvSpPr>
          <p:nvPr/>
        </p:nvSpPr>
        <p:spPr>
          <a:xfrm xmlns:a="http://schemas.openxmlformats.org/drawingml/2006/main">
            <a:off x="68580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331" name="15-text-10">
            <a:extLst xmlns:a="http://schemas.openxmlformats.org/drawingml/2006/main">
              <a:ext uri="{FF2B5EF4-FFF2-40B4-BE49-F238E27FC236}">
                <a16:creationId xmlns:a16="http://schemas.microsoft.com/office/drawing/2014/main" id="{A701B3F0-2FC4-42C4-A514-337F47585A32}"/>
              </a:ext>
            </a:extLst>
          </p:cNvPr>
          <p:cNvSpPr>
            <a:spLocks xmlns:a="http://schemas.openxmlformats.org/drawingml/2006/main"/>
          </p:cNvSpPr>
          <p:nvPr/>
        </p:nvSpPr>
        <p:spPr>
          <a:xfrm xmlns:a="http://schemas.openxmlformats.org/drawingml/2006/main">
            <a:off x="62484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332" name="15-text-11">
            <a:extLst xmlns:a="http://schemas.openxmlformats.org/drawingml/2006/main">
              <a:ext uri="{FF2B5EF4-FFF2-40B4-BE49-F238E27FC236}">
                <a16:creationId xmlns:a16="http://schemas.microsoft.com/office/drawing/2014/main" id="{6BACB18D-3509-4C62-BCED-FA4870880F23}"/>
              </a:ext>
            </a:extLst>
          </p:cNvPr>
          <p:cNvSpPr>
            <a:spLocks xmlns:a="http://schemas.openxmlformats.org/drawingml/2006/main"/>
          </p:cNvSpPr>
          <p:nvPr/>
        </p:nvSpPr>
        <p:spPr>
          <a:xfrm xmlns:a="http://schemas.openxmlformats.org/drawingml/2006/main">
            <a:off x="68580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333" name="15-text-12">
            <a:extLst xmlns:a="http://schemas.openxmlformats.org/drawingml/2006/main">
              <a:ext uri="{FF2B5EF4-FFF2-40B4-BE49-F238E27FC236}">
                <a16:creationId xmlns:a16="http://schemas.microsoft.com/office/drawing/2014/main" id="{287B0992-4A67-4ED8-A057-1212765D0416}"/>
              </a:ext>
            </a:extLst>
          </p:cNvPr>
          <p:cNvSpPr>
            <a:spLocks xmlns:a="http://schemas.openxmlformats.org/drawingml/2006/main"/>
          </p:cNvSpPr>
          <p:nvPr/>
        </p:nvSpPr>
        <p:spPr>
          <a:xfrm xmlns:a="http://schemas.openxmlformats.org/drawingml/2006/main">
            <a:off x="62484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34" name="15-text-13">
            <a:extLst xmlns:a="http://schemas.openxmlformats.org/drawingml/2006/main">
              <a:ext uri="{FF2B5EF4-FFF2-40B4-BE49-F238E27FC236}">
                <a16:creationId xmlns:a16="http://schemas.microsoft.com/office/drawing/2014/main" id="{95933288-FDA0-480B-87FC-F9E751E6E90E}"/>
              </a:ext>
            </a:extLst>
          </p:cNvPr>
          <p:cNvSpPr>
            <a:spLocks xmlns:a="http://schemas.openxmlformats.org/drawingml/2006/main"/>
          </p:cNvSpPr>
          <p:nvPr/>
        </p:nvSpPr>
        <p:spPr>
          <a:xfrm xmlns:a="http://schemas.openxmlformats.org/drawingml/2006/main">
            <a:off x="68580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35" name="narrative-number">
            <a:extLst xmlns:a="http://schemas.openxmlformats.org/drawingml/2006/main">
              <a:ext uri="{FF2B5EF4-FFF2-40B4-BE49-F238E27FC236}">
                <a16:creationId xmlns:a16="http://schemas.microsoft.com/office/drawing/2014/main" id="{8464B2A5-08AE-40A2-8051-396B8A7F05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400897065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6" name="!!area-name">
            <a:extLst xmlns:a="http://schemas.openxmlformats.org/drawingml/2006/main">
              <a:ext uri="{FF2B5EF4-FFF2-40B4-BE49-F238E27FC236}">
                <a16:creationId xmlns:a16="http://schemas.microsoft.com/office/drawing/2014/main" id="{CD4560FC-0830-456E-8914-987B7518D28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46" name="mini-map"/>
          <p:cNvPicPr>
            <a:picLocks xmlns:a="http://schemas.openxmlformats.org/drawingml/2006/main" noChangeAspect="1"/>
          </p:cNvPicPr>
          <p:nvPr/>
        </p:nvPicPr>
        <p:blipFill>
          <a:blip xmlns:r="http://schemas.openxmlformats.org/officeDocument/2006/relationships" xmlns:a="http://schemas.openxmlformats.org/drawingml/2006/main" r:embed="R6f10cb4a2987467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8" name="slide-title">
            <a:extLst xmlns:a="http://schemas.openxmlformats.org/drawingml/2006/main">
              <a:ext uri="{FF2B5EF4-FFF2-40B4-BE49-F238E27FC236}">
                <a16:creationId xmlns:a16="http://schemas.microsoft.com/office/drawing/2014/main" id="{626B0D4B-5D67-47D5-A6DC-489D3109768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39" name="header-divider">
            <a:extLst xmlns:a="http://schemas.openxmlformats.org/drawingml/2006/main">
              <a:ext uri="{FF2B5EF4-FFF2-40B4-BE49-F238E27FC236}">
                <a16:creationId xmlns:a16="http://schemas.microsoft.com/office/drawing/2014/main" id="{BD57B327-163C-41C1-8617-E2D296049F9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0" name="15-text-14">
            <a:extLst xmlns:a="http://schemas.openxmlformats.org/drawingml/2006/main">
              <a:ext uri="{FF2B5EF4-FFF2-40B4-BE49-F238E27FC236}">
                <a16:creationId xmlns:a16="http://schemas.microsoft.com/office/drawing/2014/main" id="{BF68D61C-BC6D-4F2A-AE04-5CFA073D926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extension after measuring the workflow</a:t>
            </a:r>
          </a:p>
        </p:txBody>
      </p:sp>
      <p:sp>
        <p:nvSpPr>
          <p:cNvPr id="341" name="15-text-15">
            <a:extLst xmlns:a="http://schemas.openxmlformats.org/drawingml/2006/main">
              <a:ext uri="{FF2B5EF4-FFF2-40B4-BE49-F238E27FC236}">
                <a16:creationId xmlns:a16="http://schemas.microsoft.com/office/drawing/2014/main" id="{A3F61532-7809-4D13-8432-12BFBDE4C01E}"/>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Optional workers: compare FRB-017 and FRB-031 independently.</a:t>
            </a:r>
          </a:p>
        </p:txBody>
      </p:sp>
      <p:sp>
        <p:nvSpPr>
          <p:cNvPr id="342" name="15-text-16">
            <a:extLst xmlns:a="http://schemas.openxmlformats.org/drawingml/2006/main">
              <a:ext uri="{FF2B5EF4-FFF2-40B4-BE49-F238E27FC236}">
                <a16:creationId xmlns:a16="http://schemas.microsoft.com/office/drawing/2014/main" id="{2326BAF9-F660-4C43-BE86-A22FC69EAFE3}"/>
              </a:ext>
            </a:extLst>
          </p:cNvPr>
          <p:cNvSpPr>
            <a:spLocks xmlns:a="http://schemas.openxmlformats.org/drawingml/2006/main"/>
          </p:cNvSpPr>
          <p:nvPr/>
        </p:nvSpPr>
        <p:spPr>
          <a:xfrm xmlns:a="http://schemas.openxmlformats.org/drawingml/2006/main">
            <a:off x="609600" y="35814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evidence and uncertainty to the main analyst.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Authorized internal FRB corpus and attachments only.</a:t>
            </a:r>
          </a:p>
        </p:txBody>
      </p:sp>
      <p:sp>
        <p:nvSpPr>
          <p:cNvPr id="343" name="15-text-17">
            <a:extLst xmlns:a="http://schemas.openxmlformats.org/drawingml/2006/main">
              <a:ext uri="{FF2B5EF4-FFF2-40B4-BE49-F238E27FC236}">
                <a16:creationId xmlns:a16="http://schemas.microsoft.com/office/drawing/2014/main" id="{71CBD5FC-4A71-4C0D-BC5F-D689E141F3B4}"/>
              </a:ext>
            </a:extLst>
          </p:cNvPr>
          <p:cNvSpPr>
            <a:spLocks xmlns:a="http://schemas.openxmlformats.org/drawingml/2006/main"/>
          </p:cNvSpPr>
          <p:nvPr/>
        </p:nvSpPr>
        <p:spPr>
          <a:xfrm xmlns:a="http://schemas.openxmlformats.org/drawingml/2006/main">
            <a:off x="609600" y="4699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retries. Save steps and revisions for resume.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freshness, access, and export receipts.</a:t>
            </a:r>
          </a:p>
        </p:txBody>
      </p:sp>
      <p:sp>
        <p:nvSpPr>
          <p:cNvPr id="344" name="narrative-number">
            <a:extLst xmlns:a="http://schemas.openxmlformats.org/drawingml/2006/main">
              <a:ext uri="{FF2B5EF4-FFF2-40B4-BE49-F238E27FC236}">
                <a16:creationId xmlns:a16="http://schemas.microsoft.com/office/drawing/2014/main" id="{FD79CD71-3919-4D54-94C3-C178976CD04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5609652"/>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5" name="!!area-name">
            <a:extLst xmlns:a="http://schemas.openxmlformats.org/drawingml/2006/main">
              <a:ext uri="{FF2B5EF4-FFF2-40B4-BE49-F238E27FC236}">
                <a16:creationId xmlns:a16="http://schemas.microsoft.com/office/drawing/2014/main" id="{C1EDE09F-9FD5-4B31-8EE1-9E3B1AA815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60" name="mini-map"/>
          <p:cNvPicPr>
            <a:picLocks xmlns:a="http://schemas.openxmlformats.org/drawingml/2006/main" noChangeAspect="1"/>
          </p:cNvPicPr>
          <p:nvPr/>
        </p:nvPicPr>
        <p:blipFill>
          <a:blip xmlns:r="http://schemas.openxmlformats.org/officeDocument/2006/relationships" xmlns:a="http://schemas.openxmlformats.org/drawingml/2006/main" r:embed="R3871d1dcb00740b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7" name="slide-title">
            <a:extLst xmlns:a="http://schemas.openxmlformats.org/drawingml/2006/main">
              <a:ext uri="{FF2B5EF4-FFF2-40B4-BE49-F238E27FC236}">
                <a16:creationId xmlns:a16="http://schemas.microsoft.com/office/drawing/2014/main" id="{9C0C36DD-9495-4D6B-9793-0C674D8B07A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48" name="header-divider">
            <a:extLst xmlns:a="http://schemas.openxmlformats.org/drawingml/2006/main">
              <a:ext uri="{FF2B5EF4-FFF2-40B4-BE49-F238E27FC236}">
                <a16:creationId xmlns:a16="http://schemas.microsoft.com/office/drawing/2014/main" id="{DBE64FF8-C7A5-4752-B84F-223FDE26E0F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15-text-18">
            <a:extLst xmlns:a="http://schemas.openxmlformats.org/drawingml/2006/main">
              <a:ext uri="{FF2B5EF4-FFF2-40B4-BE49-F238E27FC236}">
                <a16:creationId xmlns:a16="http://schemas.microsoft.com/office/drawing/2014/main" id="{6FB95CE1-38C5-42D5-AA8C-82AD28D13B4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operating limits</a:t>
            </a:r>
          </a:p>
        </p:txBody>
      </p:sp>
      <p:sp>
        <p:nvSpPr>
          <p:cNvPr id="350" name="15-text-19">
            <a:extLst xmlns:a="http://schemas.openxmlformats.org/drawingml/2006/main">
              <a:ext uri="{FF2B5EF4-FFF2-40B4-BE49-F238E27FC236}">
                <a16:creationId xmlns:a16="http://schemas.microsoft.com/office/drawing/2014/main" id="{C32E12B0-2AF8-474F-8547-96C7DD483D3E}"/>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Conflicting findings: inspect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leave the result unresolved.</a:t>
            </a:r>
          </a:p>
        </p:txBody>
      </p:sp>
      <p:sp>
        <p:nvSpPr>
          <p:cNvPr id="351" name="15-text-20">
            <a:extLst xmlns:a="http://schemas.openxmlformats.org/drawingml/2006/main">
              <a:ext uri="{FF2B5EF4-FFF2-40B4-BE49-F238E27FC236}">
                <a16:creationId xmlns:a16="http://schemas.microsoft.com/office/drawing/2014/main" id="{31E36E30-92E4-4B7C-9F6A-BFB9EC5FDA7D}"/>
              </a:ext>
            </a:extLst>
          </p:cNvPr>
          <p:cNvSpPr>
            <a:spLocks xmlns:a="http://schemas.openxmlformats.org/drawingml/2006/main"/>
          </p:cNvSpPr>
          <p:nvPr/>
        </p:nvSpPr>
        <p:spPr>
          <a:xfrm xmlns:a="http://schemas.openxmlformats.org/drawingml/2006/main">
            <a:off x="609600" y="3860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Incomplete indexing must be explicit.</a:t>
            </a:r>
          </a:p>
        </p:txBody>
      </p:sp>
      <p:sp>
        <p:nvSpPr>
          <p:cNvPr id="352" name="15-text-21">
            <a:extLst xmlns:a="http://schemas.openxmlformats.org/drawingml/2006/main">
              <a:ext uri="{FF2B5EF4-FFF2-40B4-BE49-F238E27FC236}">
                <a16:creationId xmlns:a16="http://schemas.microsoft.com/office/drawing/2014/main" id="{6F8D1DB6-FA77-41CA-B054-4B71A7991058}"/>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actions, tokens, and end-to-end latency.</a:t>
            </a:r>
          </a:p>
        </p:txBody>
      </p:sp>
      <p:sp>
        <p:nvSpPr>
          <p:cNvPr id="353" name="15-shape-22">
            <a:extLst xmlns:a="http://schemas.openxmlformats.org/drawingml/2006/main">
              <a:ext uri="{FF2B5EF4-FFF2-40B4-BE49-F238E27FC236}">
                <a16:creationId xmlns:a16="http://schemas.microsoft.com/office/drawing/2014/main" id="{072F6211-F37B-4354-9B61-3B80ED61F10D}"/>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54" name="15-shape-23">
            <a:extLst xmlns:a="http://schemas.openxmlformats.org/drawingml/2006/main">
              <a:ext uri="{FF2B5EF4-FFF2-40B4-BE49-F238E27FC236}">
                <a16:creationId xmlns:a16="http://schemas.microsoft.com/office/drawing/2014/main" id="{06F57E50-57DD-4DB5-A1DF-468D4134A46D}"/>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55" name="15-text-24">
            <a:extLst xmlns:a="http://schemas.openxmlformats.org/drawingml/2006/main">
              <a:ext uri="{FF2B5EF4-FFF2-40B4-BE49-F238E27FC236}">
                <a16:creationId xmlns:a16="http://schemas.microsoft.com/office/drawing/2014/main" id="{56FB6FC9-DE61-469C-974C-D8BB28486812}"/>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56" name="15-text-25">
            <a:extLst xmlns:a="http://schemas.openxmlformats.org/drawingml/2006/main">
              <a:ext uri="{FF2B5EF4-FFF2-40B4-BE49-F238E27FC236}">
                <a16:creationId xmlns:a16="http://schemas.microsoft.com/office/drawing/2014/main" id="{0B1E67D3-B111-4890-A70F-1C962BB108FC}"/>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357" name="15-text-26">
            <a:extLst xmlns:a="http://schemas.openxmlformats.org/drawingml/2006/main">
              <a:ext uri="{FF2B5EF4-FFF2-40B4-BE49-F238E27FC236}">
                <a16:creationId xmlns:a16="http://schemas.microsoft.com/office/drawing/2014/main" id="{CB9AF798-331C-4571-A464-2F152A3DFAD4}"/>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bounded result can be an explicit limitation or a human handoff.</a:t>
            </a:r>
          </a:p>
        </p:txBody>
      </p:sp>
      <p:sp>
        <p:nvSpPr>
          <p:cNvPr id="358" name="narrative-number">
            <a:extLst xmlns:a="http://schemas.openxmlformats.org/drawingml/2006/main">
              <a:ext uri="{FF2B5EF4-FFF2-40B4-BE49-F238E27FC236}">
                <a16:creationId xmlns:a16="http://schemas.microsoft.com/office/drawing/2014/main" id="{26240E0D-6DFD-40B9-8030-34CEBFC8091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99795173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3"/>
                                        </p:tgtEl>
                                        <p:attrNameLst>
                                          <p:attrName>style.visibility</p:attrName>
                                        </p:attrNameLst>
                                      </p:cBhvr>
                                      <p:to>
                                        <p:strVal val="visible"/>
                                      </p:to>
                                    </p:set>
                                    <p:animEffect transition="in" filter="fade">
                                      <p:cBhvr>
                                        <p:cTn id="7" dur="300" fill="hold"/>
                                        <p:tgtEl>
                                          <p:spTgt spid="353"/>
                                        </p:tgtEl>
                                      </p:cBhvr>
                                    </p:animEffect>
                                  </p:childTnLst>
                                </p:cTn>
                              </p:par>
                              <p:par>
                                <p:cTn id="8" presetID="10" presetClass="entr" presetSubtype="0" fill="hold" nodeType="withEffect">
                                  <p:stCondLst>
                                    <p:cond delay="0"/>
                                  </p:stCondLst>
                                  <p:childTnLst>
                                    <p:set>
                                      <p:cBhvr>
                                        <p:cTn id="9" dur="1" fill="hold">
                                          <p:stCondLst>
                                            <p:cond delay="0"/>
                                          </p:stCondLst>
                                        </p:cTn>
                                        <p:tgtEl>
                                          <p:spTgt spid="354"/>
                                        </p:tgtEl>
                                        <p:attrNameLst>
                                          <p:attrName>style.visibility</p:attrName>
                                        </p:attrNameLst>
                                      </p:cBhvr>
                                      <p:to>
                                        <p:strVal val="visible"/>
                                      </p:to>
                                    </p:set>
                                    <p:animEffect transition="in" filter="fade">
                                      <p:cBhvr>
                                        <p:cTn id="10" dur="300" fill="hold"/>
                                        <p:tgtEl>
                                          <p:spTgt spid="354"/>
                                        </p:tgtEl>
                                      </p:cBhvr>
                                    </p:animEffect>
                                  </p:childTnLst>
                                </p:cTn>
                              </p:par>
                              <p:par>
                                <p:cTn id="11" presetID="10" presetClass="entr" presetSubtype="0" fill="hold" nodeType="withEffect">
                                  <p:stCondLst>
                                    <p:cond delay="0"/>
                                  </p:stCondLst>
                                  <p:childTnLst>
                                    <p:set>
                                      <p:cBhvr>
                                        <p:cTn id="12" dur="1" fill="hold">
                                          <p:stCondLst>
                                            <p:cond delay="0"/>
                                          </p:stCondLst>
                                        </p:cTn>
                                        <p:tgtEl>
                                          <p:spTgt spid="355"/>
                                        </p:tgtEl>
                                        <p:attrNameLst>
                                          <p:attrName>style.visibility</p:attrName>
                                        </p:attrNameLst>
                                      </p:cBhvr>
                                      <p:to>
                                        <p:strVal val="visible"/>
                                      </p:to>
                                    </p:set>
                                    <p:animEffect transition="in" filter="fade">
                                      <p:cBhvr>
                                        <p:cTn id="13" dur="300" fill="hold"/>
                                        <p:tgtEl>
                                          <p:spTgt spid="355"/>
                                        </p:tgtEl>
                                      </p:cBhvr>
                                    </p:animEffect>
                                  </p:childTnLst>
                                </p:cTn>
                              </p:par>
                              <p:par>
                                <p:cTn id="14" presetID="10" presetClass="entr" presetSubtype="0" fill="hold" nodeType="withEffect">
                                  <p:stCondLst>
                                    <p:cond delay="0"/>
                                  </p:stCondLst>
                                  <p:childTnLst>
                                    <p:set>
                                      <p:cBhvr>
                                        <p:cTn id="15" dur="1" fill="hold">
                                          <p:stCondLst>
                                            <p:cond delay="0"/>
                                          </p:stCondLst>
                                        </p:cTn>
                                        <p:tgtEl>
                                          <p:spTgt spid="356"/>
                                        </p:tgtEl>
                                        <p:attrNameLst>
                                          <p:attrName>style.visibility</p:attrName>
                                        </p:attrNameLst>
                                      </p:cBhvr>
                                      <p:to>
                                        <p:strVal val="visible"/>
                                      </p:to>
                                    </p:set>
                                    <p:animEffect transition="in" filter="fade">
                                      <p:cBhvr>
                                        <p:cTn id="16" dur="300" fill="hold"/>
                                        <p:tgtEl>
                                          <p:spTgt spid="356"/>
                                        </p:tgtEl>
                                      </p:cBhvr>
                                    </p:animEffect>
                                  </p:childTnLst>
                                </p:cTn>
                              </p:par>
                              <p:par>
                                <p:cTn id="17" presetID="1" presetClass="entr" presetSubtype="0" fill="hold" nodeType="withEffect">
                                  <p:stCondLst>
                                    <p:cond delay="0"/>
                                  </p:stCondLst>
                                  <p:childTnLst>
                                    <p:set>
                                      <p:cBhvr>
                                        <p:cTn id="18" dur="1" fill="hold">
                                          <p:stCondLst>
                                            <p:cond delay="0"/>
                                          </p:stCondLst>
                                        </p:cTn>
                                        <p:tgtEl>
                                          <p:spTgt spid="3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9" name="!!area-header">
            <a:extLst xmlns:a="http://schemas.openxmlformats.org/drawingml/2006/main">
              <a:ext uri="{FF2B5EF4-FFF2-40B4-BE49-F238E27FC236}">
                <a16:creationId xmlns:a16="http://schemas.microsoft.com/office/drawing/2014/main" id="{0D136BE3-8C47-4424-8D86-FECB645BCDBA}"/>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360" name="!!area-name">
            <a:extLst xmlns:a="http://schemas.openxmlformats.org/drawingml/2006/main">
              <a:ext uri="{FF2B5EF4-FFF2-40B4-BE49-F238E27FC236}">
                <a16:creationId xmlns:a16="http://schemas.microsoft.com/office/drawing/2014/main" id="{3086E600-AA99-462B-9BC6-72B177FC68C4}"/>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61" name="!!area-beat">
            <a:extLst xmlns:a="http://schemas.openxmlformats.org/drawingml/2006/main">
              <a:ext uri="{FF2B5EF4-FFF2-40B4-BE49-F238E27FC236}">
                <a16:creationId xmlns:a16="http://schemas.microsoft.com/office/drawing/2014/main" id="{61A7DBF8-3125-49D3-89FF-F3B9FC786C7E}"/>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62" name="header-divider">
            <a:extLst xmlns:a="http://schemas.openxmlformats.org/drawingml/2006/main">
              <a:ext uri="{FF2B5EF4-FFF2-40B4-BE49-F238E27FC236}">
                <a16:creationId xmlns:a16="http://schemas.microsoft.com/office/drawing/2014/main" id="{D06DE7C9-CC20-4F75-A3B2-9CDDBAC4B147}"/>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3" name="16-text-1">
            <a:extLst xmlns:a="http://schemas.openxmlformats.org/drawingml/2006/main">
              <a:ext uri="{FF2B5EF4-FFF2-40B4-BE49-F238E27FC236}">
                <a16:creationId xmlns:a16="http://schemas.microsoft.com/office/drawing/2014/main" id="{B40FDE82-95F4-456F-B117-87FD59BE095A}"/>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364" name="16-text-2">
            <a:extLst xmlns:a="http://schemas.openxmlformats.org/drawingml/2006/main">
              <a:ext uri="{FF2B5EF4-FFF2-40B4-BE49-F238E27FC236}">
                <a16:creationId xmlns:a16="http://schemas.microsoft.com/office/drawing/2014/main" id="{EA43A819-9F64-463B-AF6B-BDDB052F7F52}"/>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365" name="16-text-3">
            <a:extLst xmlns:a="http://schemas.openxmlformats.org/drawingml/2006/main">
              <a:ext uri="{FF2B5EF4-FFF2-40B4-BE49-F238E27FC236}">
                <a16:creationId xmlns:a16="http://schemas.microsoft.com/office/drawing/2014/main" id="{8B118BD9-75A6-4B0F-8EAC-01CCB9CEEBDB}"/>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366" name="16-text-4">
            <a:extLst xmlns:a="http://schemas.openxmlformats.org/drawingml/2006/main">
              <a:ext uri="{FF2B5EF4-FFF2-40B4-BE49-F238E27FC236}">
                <a16:creationId xmlns:a16="http://schemas.microsoft.com/office/drawing/2014/main" id="{0E95CB91-EB26-43B6-A038-17F3117B4517}"/>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367" name="16-line-6">
            <a:extLst xmlns:a="http://schemas.openxmlformats.org/drawingml/2006/main">
              <a:ext uri="{FF2B5EF4-FFF2-40B4-BE49-F238E27FC236}">
                <a16:creationId xmlns:a16="http://schemas.microsoft.com/office/drawing/2014/main" id="{FE30B814-CBB8-461C-8E3F-11E362E55360}"/>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8" name="16-line-8">
            <a:extLst xmlns:a="http://schemas.openxmlformats.org/drawingml/2006/main">
              <a:ext uri="{FF2B5EF4-FFF2-40B4-BE49-F238E27FC236}">
                <a16:creationId xmlns:a16="http://schemas.microsoft.com/office/drawing/2014/main" id="{794F58A4-69F6-44C9-A2D6-41AA75439C32}"/>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9" name="16-line-10">
            <a:extLst xmlns:a="http://schemas.openxmlformats.org/drawingml/2006/main">
              <a:ext uri="{FF2B5EF4-FFF2-40B4-BE49-F238E27FC236}">
                <a16:creationId xmlns:a16="http://schemas.microsoft.com/office/drawing/2014/main" id="{62310D3B-CDCE-4BD6-8438-B8C8937B990E}"/>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0" name="16-text-11">
            <a:extLst xmlns:a="http://schemas.openxmlformats.org/drawingml/2006/main">
              <a:ext uri="{FF2B5EF4-FFF2-40B4-BE49-F238E27FC236}">
                <a16:creationId xmlns:a16="http://schemas.microsoft.com/office/drawing/2014/main" id="{78D44310-7BCC-4924-ACD8-057FB6F1D99E}"/>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371" name="16-text-12">
            <a:extLst xmlns:a="http://schemas.openxmlformats.org/drawingml/2006/main">
              <a:ext uri="{FF2B5EF4-FFF2-40B4-BE49-F238E27FC236}">
                <a16:creationId xmlns:a16="http://schemas.microsoft.com/office/drawing/2014/main" id="{1B308000-272B-4566-B507-87E1B875FEE9}"/>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
        <p:nvSpPr>
          <p:cNvPr id="372" name="narrative-number">
            <a:extLst xmlns:a="http://schemas.openxmlformats.org/drawingml/2006/main">
              <a:ext uri="{FF2B5EF4-FFF2-40B4-BE49-F238E27FC236}">
                <a16:creationId xmlns:a16="http://schemas.microsoft.com/office/drawing/2014/main" id="{7115E701-FE71-4B8C-B9E9-1CE8CE53BE8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714627449"/>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3" name="!!area-name">
            <a:extLst xmlns:a="http://schemas.openxmlformats.org/drawingml/2006/main">
              <a:ext uri="{FF2B5EF4-FFF2-40B4-BE49-F238E27FC236}">
                <a16:creationId xmlns:a16="http://schemas.microsoft.com/office/drawing/2014/main" id="{C96A2A07-3D4D-4F13-93A6-50CAD5AF9F8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82" name="mini-map"/>
          <p:cNvPicPr>
            <a:picLocks xmlns:a="http://schemas.openxmlformats.org/drawingml/2006/main" noChangeAspect="1"/>
          </p:cNvPicPr>
          <p:nvPr/>
        </p:nvPicPr>
        <p:blipFill>
          <a:blip xmlns:r="http://schemas.openxmlformats.org/officeDocument/2006/relationships" xmlns:a="http://schemas.openxmlformats.org/drawingml/2006/main" r:embed="R0ebfb2c56ea64b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5" name="header-divider">
            <a:extLst xmlns:a="http://schemas.openxmlformats.org/drawingml/2006/main">
              <a:ext uri="{FF2B5EF4-FFF2-40B4-BE49-F238E27FC236}">
                <a16:creationId xmlns:a16="http://schemas.microsoft.com/office/drawing/2014/main" id="{2E466416-AFF4-4BE9-978D-2A5B960579C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6" name="16b-text-1">
            <a:extLst xmlns:a="http://schemas.openxmlformats.org/drawingml/2006/main">
              <a:ext uri="{FF2B5EF4-FFF2-40B4-BE49-F238E27FC236}">
                <a16:creationId xmlns:a16="http://schemas.microsoft.com/office/drawing/2014/main" id="{65211D4F-848B-4351-92CA-23D11C62751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77" name="16b-text-2">
            <a:extLst xmlns:a="http://schemas.openxmlformats.org/drawingml/2006/main">
              <a:ext uri="{FF2B5EF4-FFF2-40B4-BE49-F238E27FC236}">
                <a16:creationId xmlns:a16="http://schemas.microsoft.com/office/drawing/2014/main" id="{D20929A0-DA6B-49E4-8658-7B164647FA8B}"/>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386"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79" name="16b-text-4">
            <a:extLst xmlns:a="http://schemas.openxmlformats.org/drawingml/2006/main">
              <a:ext uri="{FF2B5EF4-FFF2-40B4-BE49-F238E27FC236}">
                <a16:creationId xmlns:a16="http://schemas.microsoft.com/office/drawing/2014/main" id="{C9693218-298D-4F14-B31C-FF2B1DB68144}"/>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380" name="narrative-number">
            <a:extLst xmlns:a="http://schemas.openxmlformats.org/drawingml/2006/main">
              <a:ext uri="{FF2B5EF4-FFF2-40B4-BE49-F238E27FC236}">
                <a16:creationId xmlns:a16="http://schemas.microsoft.com/office/drawing/2014/main" id="{CE13E3BC-C070-4E6C-A4C0-E126A94885F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755872366"/>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1" name="!!area-name">
            <a:extLst xmlns:a="http://schemas.openxmlformats.org/drawingml/2006/main">
              <a:ext uri="{FF2B5EF4-FFF2-40B4-BE49-F238E27FC236}">
                <a16:creationId xmlns:a16="http://schemas.microsoft.com/office/drawing/2014/main" id="{A70DDAB7-DB5F-4028-8F81-C2E1981A2BE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97" name="mini-map"/>
          <p:cNvPicPr>
            <a:picLocks xmlns:a="http://schemas.openxmlformats.org/drawingml/2006/main" noChangeAspect="1"/>
          </p:cNvPicPr>
          <p:nvPr/>
        </p:nvPicPr>
        <p:blipFill>
          <a:blip xmlns:r="http://schemas.openxmlformats.org/officeDocument/2006/relationships" xmlns:a="http://schemas.openxmlformats.org/drawingml/2006/main" r:embed="Ree9d3df68dcd450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3" name="header-divider">
            <a:extLst xmlns:a="http://schemas.openxmlformats.org/drawingml/2006/main">
              <a:ext uri="{FF2B5EF4-FFF2-40B4-BE49-F238E27FC236}">
                <a16:creationId xmlns:a16="http://schemas.microsoft.com/office/drawing/2014/main" id="{D155BC3A-5741-4ACF-AF1C-2003F84B72E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4" name="16b-text-1">
            <a:extLst xmlns:a="http://schemas.openxmlformats.org/drawingml/2006/main">
              <a:ext uri="{FF2B5EF4-FFF2-40B4-BE49-F238E27FC236}">
                <a16:creationId xmlns:a16="http://schemas.microsoft.com/office/drawing/2014/main" id="{1EB483F1-3315-4475-81E7-13B11647464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85" name="16b-text-5">
            <a:extLst xmlns:a="http://schemas.openxmlformats.org/drawingml/2006/main">
              <a:ext uri="{FF2B5EF4-FFF2-40B4-BE49-F238E27FC236}">
                <a16:creationId xmlns:a16="http://schemas.microsoft.com/office/drawing/2014/main" id="{C60F5F80-A8E4-4A44-A8FC-1A2128F18D2A}"/>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386" name="16b-text-6">
            <a:extLst xmlns:a="http://schemas.openxmlformats.org/drawingml/2006/main">
              <a:ext uri="{FF2B5EF4-FFF2-40B4-BE49-F238E27FC236}">
                <a16:creationId xmlns:a16="http://schemas.microsoft.com/office/drawing/2014/main" id="{619D43BA-B12C-465E-AB93-EB2449BCC222}"/>
              </a:ext>
            </a:extLst>
          </p:cNvPr>
          <p:cNvSpPr>
            <a:spLocks xmlns:a="http://schemas.openxmlformats.org/drawingml/2006/main"/>
          </p:cNvSpPr>
          <p:nvPr/>
        </p:nvSpPr>
        <p:spPr>
          <a:xfrm xmlns:a="http://schemas.openxmlformats.org/drawingml/2006/main">
            <a:off x="609600" y="3098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grader</a:t>
            </a:r>
          </a:p>
        </p:txBody>
      </p:sp>
      <p:sp>
        <p:nvSpPr>
          <p:cNvPr id="387" name="16b-text-7">
            <a:extLst xmlns:a="http://schemas.openxmlformats.org/drawingml/2006/main">
              <a:ext uri="{FF2B5EF4-FFF2-40B4-BE49-F238E27FC236}">
                <a16:creationId xmlns:a16="http://schemas.microsoft.com/office/drawing/2014/main" id="{87D046CA-E781-42E3-9ACC-0D87399DDD77}"/>
              </a:ext>
            </a:extLst>
          </p:cNvPr>
          <p:cNvSpPr>
            <a:spLocks xmlns:a="http://schemas.openxmlformats.org/drawingml/2006/main"/>
          </p:cNvSpPr>
          <p:nvPr/>
        </p:nvSpPr>
        <p:spPr>
          <a:xfrm xmlns:a="http://schemas.openxmlformats.org/drawingml/2006/main">
            <a:off x="609600" y="3530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a:t>
            </a:r>
          </a:p>
        </p:txBody>
      </p:sp>
      <p:sp>
        <p:nvSpPr>
          <p:cNvPr id="388" name="16b-text-8">
            <a:extLst xmlns:a="http://schemas.openxmlformats.org/drawingml/2006/main">
              <a:ext uri="{FF2B5EF4-FFF2-40B4-BE49-F238E27FC236}">
                <a16:creationId xmlns:a16="http://schemas.microsoft.com/office/drawing/2014/main" id="{31A6564D-CD25-4F71-BD90-6D6548CA5D5E}"/>
              </a:ext>
            </a:extLst>
          </p:cNvPr>
          <p:cNvSpPr>
            <a:spLocks xmlns:a="http://schemas.openxmlformats.org/drawingml/2006/main"/>
          </p:cNvSpPr>
          <p:nvPr/>
        </p:nvSpPr>
        <p:spPr>
          <a:xfrm xmlns:a="http://schemas.openxmlformats.org/drawingml/2006/main">
            <a:off x="609600" y="3886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389" name="16b-text-9">
            <a:extLst xmlns:a="http://schemas.openxmlformats.org/drawingml/2006/main">
              <a:ext uri="{FF2B5EF4-FFF2-40B4-BE49-F238E27FC236}">
                <a16:creationId xmlns:a16="http://schemas.microsoft.com/office/drawing/2014/main" id="{3FDF64AF-E34C-4D14-A1D3-0CF5C540A4E8}"/>
              </a:ext>
            </a:extLst>
          </p:cNvPr>
          <p:cNvSpPr>
            <a:spLocks xmlns:a="http://schemas.openxmlformats.org/drawingml/2006/main"/>
          </p:cNvSpPr>
          <p:nvPr/>
        </p:nvSpPr>
        <p:spPr>
          <a:xfrm xmlns:a="http://schemas.openxmlformats.org/drawingml/2006/main">
            <a:off x="609600" y="4673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90" name="16b-text-10">
            <a:extLst xmlns:a="http://schemas.openxmlformats.org/drawingml/2006/main">
              <a:ext uri="{FF2B5EF4-FFF2-40B4-BE49-F238E27FC236}">
                <a16:creationId xmlns:a16="http://schemas.microsoft.com/office/drawing/2014/main" id="{171B7E2E-D081-4F79-B478-D8A6ABDF9176}"/>
              </a:ext>
            </a:extLst>
          </p:cNvPr>
          <p:cNvSpPr>
            <a:spLocks xmlns:a="http://schemas.openxmlformats.org/drawingml/2006/main"/>
          </p:cNvSpPr>
          <p:nvPr/>
        </p:nvSpPr>
        <p:spPr>
          <a:xfrm xmlns:a="http://schemas.openxmlformats.org/drawingml/2006/main">
            <a:off x="609600" y="50292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91" name="16b-text-11">
            <a:extLst xmlns:a="http://schemas.openxmlformats.org/drawingml/2006/main">
              <a:ext uri="{FF2B5EF4-FFF2-40B4-BE49-F238E27FC236}">
                <a16:creationId xmlns:a16="http://schemas.microsoft.com/office/drawing/2014/main" id="{92130367-DD1C-43DB-B0A5-2CBB2805725F}"/>
              </a:ext>
            </a:extLst>
          </p:cNvPr>
          <p:cNvSpPr>
            <a:spLocks xmlns:a="http://schemas.openxmlformats.org/drawingml/2006/main"/>
          </p:cNvSpPr>
          <p:nvPr/>
        </p:nvSpPr>
        <p:spPr>
          <a:xfrm xmlns:a="http://schemas.openxmlformats.org/drawingml/2006/main">
            <a:off x="6248400" y="3530600"/>
            <a:ext cx="533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Observed answer</a:t>
            </a:r>
          </a:p>
        </p:txBody>
      </p:sp>
      <p:sp>
        <p:nvSpPr>
          <p:cNvPr id="392" name="16b-text-12">
            <a:extLst xmlns:a="http://schemas.openxmlformats.org/drawingml/2006/main">
              <a:ext uri="{FF2B5EF4-FFF2-40B4-BE49-F238E27FC236}">
                <a16:creationId xmlns:a16="http://schemas.microsoft.com/office/drawing/2014/main" id="{23259AD3-C999-4438-A742-7691742F4CC2}"/>
              </a:ext>
            </a:extLst>
          </p:cNvPr>
          <p:cNvSpPr>
            <a:spLocks xmlns:a="http://schemas.openxmlformats.org/drawingml/2006/main"/>
          </p:cNvSpPr>
          <p:nvPr/>
        </p:nvSpPr>
        <p:spPr>
          <a:xfrm xmlns:a="http://schemas.openxmlformats.org/drawingml/2006/main">
            <a:off x="6248400" y="3937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93" name="16b-text-13">
            <a:extLst xmlns:a="http://schemas.openxmlformats.org/drawingml/2006/main">
              <a:ext uri="{FF2B5EF4-FFF2-40B4-BE49-F238E27FC236}">
                <a16:creationId xmlns:a16="http://schemas.microsoft.com/office/drawing/2014/main" id="{78D9D3FE-9A86-4DC2-9371-E0BF4D623E04}"/>
              </a:ext>
            </a:extLst>
          </p:cNvPr>
          <p:cNvSpPr>
            <a:spLocks xmlns:a="http://schemas.openxmlformats.org/drawingml/2006/main"/>
          </p:cNvSpPr>
          <p:nvPr/>
        </p:nvSpPr>
        <p:spPr>
          <a:xfrm xmlns:a="http://schemas.openxmlformats.org/drawingml/2006/main">
            <a:off x="6248400" y="4876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 hypothesis reported</a:t>
            </a:r>
          </a:p>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as a finding.</a:t>
            </a:r>
          </a:p>
        </p:txBody>
      </p:sp>
      <p:sp>
        <p:nvSpPr>
          <p:cNvPr id="394" name="16b-text-14">
            <a:extLst xmlns:a="http://schemas.openxmlformats.org/drawingml/2006/main">
              <a:ext uri="{FF2B5EF4-FFF2-40B4-BE49-F238E27FC236}">
                <a16:creationId xmlns:a16="http://schemas.microsoft.com/office/drawing/2014/main" id="{A33173B7-0DF9-4569-A5C1-DB84500F2005}"/>
              </a:ext>
            </a:extLst>
          </p:cNvPr>
          <p:cNvSpPr>
            <a:spLocks xmlns:a="http://schemas.openxmlformats.org/drawingml/2006/main"/>
          </p:cNvSpPr>
          <p:nvPr/>
        </p:nvSpPr>
        <p:spPr>
          <a:xfrm xmlns:a="http://schemas.openxmlformats.org/drawingml/2006/main">
            <a:off x="62484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before assigning a cause.</a:t>
            </a:r>
          </a:p>
        </p:txBody>
      </p:sp>
      <p:sp>
        <p:nvSpPr>
          <p:cNvPr id="395" name="narrative-number">
            <a:extLst xmlns:a="http://schemas.openxmlformats.org/drawingml/2006/main">
              <a:ext uri="{FF2B5EF4-FFF2-40B4-BE49-F238E27FC236}">
                <a16:creationId xmlns:a16="http://schemas.microsoft.com/office/drawing/2014/main" id="{1705D2D8-35F7-4957-B302-64162D0E67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4229527817"/>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6" name="!!area-name">
            <a:extLst xmlns:a="http://schemas.openxmlformats.org/drawingml/2006/main">
              <a:ext uri="{FF2B5EF4-FFF2-40B4-BE49-F238E27FC236}">
                <a16:creationId xmlns:a16="http://schemas.microsoft.com/office/drawing/2014/main" id="{A790481F-18D1-49E9-9455-4D3A52EA39B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07" name="mini-map"/>
          <p:cNvPicPr>
            <a:picLocks xmlns:a="http://schemas.openxmlformats.org/drawingml/2006/main" noChangeAspect="1"/>
          </p:cNvPicPr>
          <p:nvPr/>
        </p:nvPicPr>
        <p:blipFill>
          <a:blip xmlns:r="http://schemas.openxmlformats.org/officeDocument/2006/relationships" xmlns:a="http://schemas.openxmlformats.org/drawingml/2006/main" r:embed="R4186799e8ac1493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8" name="header-divider">
            <a:extLst xmlns:a="http://schemas.openxmlformats.org/drawingml/2006/main">
              <a:ext uri="{FF2B5EF4-FFF2-40B4-BE49-F238E27FC236}">
                <a16:creationId xmlns:a16="http://schemas.microsoft.com/office/drawing/2014/main" id="{AD9A3C5D-B996-4F8F-AD0D-455DEA86CD9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9" name="16b-text-1">
            <a:extLst xmlns:a="http://schemas.openxmlformats.org/drawingml/2006/main">
              <a:ext uri="{FF2B5EF4-FFF2-40B4-BE49-F238E27FC236}">
                <a16:creationId xmlns:a16="http://schemas.microsoft.com/office/drawing/2014/main" id="{4D02C0A0-3989-4BCB-AC57-3497A0D80C3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00" name="16b-text-15">
            <a:extLst xmlns:a="http://schemas.openxmlformats.org/drawingml/2006/main">
              <a:ext uri="{FF2B5EF4-FFF2-40B4-BE49-F238E27FC236}">
                <a16:creationId xmlns:a16="http://schemas.microsoft.com/office/drawing/2014/main" id="{BA0C5DD6-E0E2-46CC-8C7C-69FACF5DE137}"/>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401" name="16b-text-16">
            <a:extLst xmlns:a="http://schemas.openxmlformats.org/drawingml/2006/main">
              <a:ext uri="{FF2B5EF4-FFF2-40B4-BE49-F238E27FC236}">
                <a16:creationId xmlns:a16="http://schemas.microsoft.com/office/drawing/2014/main" id="{B82B38AD-250D-4D8E-91B7-1597CA659961}"/>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402" name="16b-text-17">
            <a:extLst xmlns:a="http://schemas.openxmlformats.org/drawingml/2006/main">
              <a:ext uri="{FF2B5EF4-FFF2-40B4-BE49-F238E27FC236}">
                <a16:creationId xmlns:a16="http://schemas.microsoft.com/office/drawing/2014/main" id="{4D312E05-A08E-4762-A49A-A1F07B393A55}"/>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403" name="16b-text-18">
            <a:extLst xmlns:a="http://schemas.openxmlformats.org/drawingml/2006/main">
              <a:ext uri="{FF2B5EF4-FFF2-40B4-BE49-F238E27FC236}">
                <a16:creationId xmlns:a16="http://schemas.microsoft.com/office/drawing/2014/main" id="{7835A3FD-8C1A-4457-9519-1B47B738A4C8}"/>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404" name="16b-text-19">
            <a:extLst xmlns:a="http://schemas.openxmlformats.org/drawingml/2006/main">
              <a:ext uri="{FF2B5EF4-FFF2-40B4-BE49-F238E27FC236}">
                <a16:creationId xmlns:a16="http://schemas.microsoft.com/office/drawing/2014/main" id="{322C5A00-8546-4EC4-8EBC-16BA5D7CDE1D}"/>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405" name="narrative-number">
            <a:extLst xmlns:a="http://schemas.openxmlformats.org/drawingml/2006/main">
              <a:ext uri="{FF2B5EF4-FFF2-40B4-BE49-F238E27FC236}">
                <a16:creationId xmlns:a16="http://schemas.microsoft.com/office/drawing/2014/main" id="{BE68D802-88D8-4BB3-BDC5-46BF505F2AC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469702230"/>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6" name="!!area-name">
            <a:extLst xmlns:a="http://schemas.openxmlformats.org/drawingml/2006/main">
              <a:ext uri="{FF2B5EF4-FFF2-40B4-BE49-F238E27FC236}">
                <a16:creationId xmlns:a16="http://schemas.microsoft.com/office/drawing/2014/main" id="{9C4C3E2F-5C15-429D-B5FF-6616403C12C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15" name="mini-map"/>
          <p:cNvPicPr>
            <a:picLocks xmlns:a="http://schemas.openxmlformats.org/drawingml/2006/main" noChangeAspect="1"/>
          </p:cNvPicPr>
          <p:nvPr/>
        </p:nvPicPr>
        <p:blipFill>
          <a:blip xmlns:r="http://schemas.openxmlformats.org/officeDocument/2006/relationships" xmlns:a="http://schemas.openxmlformats.org/drawingml/2006/main" r:embed="Re9ddfbac26d74d5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8" name="header-divider">
            <a:extLst xmlns:a="http://schemas.openxmlformats.org/drawingml/2006/main">
              <a:ext uri="{FF2B5EF4-FFF2-40B4-BE49-F238E27FC236}">
                <a16:creationId xmlns:a16="http://schemas.microsoft.com/office/drawing/2014/main" id="{89D2DF39-9E93-4272-9591-1809A23DB32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9" name="16b-text-1">
            <a:extLst xmlns:a="http://schemas.openxmlformats.org/drawingml/2006/main">
              <a:ext uri="{FF2B5EF4-FFF2-40B4-BE49-F238E27FC236}">
                <a16:creationId xmlns:a16="http://schemas.microsoft.com/office/drawing/2014/main" id="{A8EB3712-C6FC-487A-AE7A-AFBD09AE722D}"/>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10" name="16b-text-20">
            <a:extLst xmlns:a="http://schemas.openxmlformats.org/drawingml/2006/main">
              <a:ext uri="{FF2B5EF4-FFF2-40B4-BE49-F238E27FC236}">
                <a16:creationId xmlns:a16="http://schemas.microsoft.com/office/drawing/2014/main" id="{44FE075A-1327-4BC4-88F9-FDDA33545070}"/>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411" name="16b-text-21">
            <a:extLst xmlns:a="http://schemas.openxmlformats.org/drawingml/2006/main">
              <a:ext uri="{FF2B5EF4-FFF2-40B4-BE49-F238E27FC236}">
                <a16:creationId xmlns:a16="http://schemas.microsoft.com/office/drawing/2014/main" id="{FBA59F66-C3F2-4B21-9195-DD487E824A18}"/>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412" name="16b-text-22">
            <a:extLst xmlns:a="http://schemas.openxmlformats.org/drawingml/2006/main">
              <a:ext uri="{FF2B5EF4-FFF2-40B4-BE49-F238E27FC236}">
                <a16:creationId xmlns:a16="http://schemas.microsoft.com/office/drawing/2014/main" id="{41CD681D-0C5F-49A1-9708-6A6399C11F08}"/>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
        <p:nvSpPr>
          <p:cNvPr id="413" name="narrative-number">
            <a:extLst xmlns:a="http://schemas.openxmlformats.org/drawingml/2006/main">
              <a:ext uri="{FF2B5EF4-FFF2-40B4-BE49-F238E27FC236}">
                <a16:creationId xmlns:a16="http://schemas.microsoft.com/office/drawing/2014/main" id="{866AC551-6F03-41DC-AA1A-29FE0D3DFB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064787419"/>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4" name="!!area-name">
            <a:extLst xmlns:a="http://schemas.openxmlformats.org/drawingml/2006/main">
              <a:ext uri="{FF2B5EF4-FFF2-40B4-BE49-F238E27FC236}">
                <a16:creationId xmlns:a16="http://schemas.microsoft.com/office/drawing/2014/main" id="{B83F5EBD-E5C5-46AC-9B3B-C1C56012013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22" name="mini-map"/>
          <p:cNvPicPr>
            <a:picLocks xmlns:a="http://schemas.openxmlformats.org/drawingml/2006/main" noChangeAspect="1"/>
          </p:cNvPicPr>
          <p:nvPr/>
        </p:nvPicPr>
        <p:blipFill>
          <a:blip xmlns:r="http://schemas.openxmlformats.org/officeDocument/2006/relationships" xmlns:a="http://schemas.openxmlformats.org/drawingml/2006/main" r:embed="R2773c5e88ad94d7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6" name="slide-title">
            <a:extLst xmlns:a="http://schemas.openxmlformats.org/drawingml/2006/main">
              <a:ext uri="{FF2B5EF4-FFF2-40B4-BE49-F238E27FC236}">
                <a16:creationId xmlns:a16="http://schemas.microsoft.com/office/drawing/2014/main" id="{456E0A5E-D0E5-48AA-BAAB-97D9AC383C0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17" name="header-divider">
            <a:extLst xmlns:a="http://schemas.openxmlformats.org/drawingml/2006/main">
              <a:ext uri="{FF2B5EF4-FFF2-40B4-BE49-F238E27FC236}">
                <a16:creationId xmlns:a16="http://schemas.microsoft.com/office/drawing/2014/main" id="{500A59A4-B87B-4458-A45F-6E9777DD1A7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8" name="17-text-1">
            <a:extLst xmlns:a="http://schemas.openxmlformats.org/drawingml/2006/main">
              <a:ext uri="{FF2B5EF4-FFF2-40B4-BE49-F238E27FC236}">
                <a16:creationId xmlns:a16="http://schemas.microsoft.com/office/drawing/2014/main" id="{F0BA18AB-41C2-43CA-9433-2B7EAC8C128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checks</a:t>
            </a:r>
          </a:p>
        </p:txBody>
      </p:sp>
      <p:graphicFrame>
        <p:nvGraphicFramePr>
          <p:cNvPr id="426" name="17-table-2"/>
          <p:cNvGraphicFramePr/>
          <p:nvPr/>
        </p:nvGraphicFramePr>
        <p:xfrm>
          <a:off xmlns:a="http://schemas.openxmlformats.org/drawingml/2006/main" x="609600" y="29210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Direct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Expert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IDs and revisions match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Faithfulness to the evidence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Permissions and locations valid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Useful synthesis across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Exports match selected content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Warranted uncertainty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Citation exists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Citation supports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20" name="narrative-number">
            <a:extLst xmlns:a="http://schemas.openxmlformats.org/drawingml/2006/main">
              <a:ext uri="{FF2B5EF4-FFF2-40B4-BE49-F238E27FC236}">
                <a16:creationId xmlns:a16="http://schemas.microsoft.com/office/drawing/2014/main" id="{D7073066-9D82-4954-B3E2-AC587E480F7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73577290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1" name="!!area-name">
            <a:extLst xmlns:a="http://schemas.openxmlformats.org/drawingml/2006/main">
              <a:ext uri="{FF2B5EF4-FFF2-40B4-BE49-F238E27FC236}">
                <a16:creationId xmlns:a16="http://schemas.microsoft.com/office/drawing/2014/main" id="{C2FB9369-759A-4F7D-840D-5A7FB8914DB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42" name="mini-map"/>
          <p:cNvPicPr>
            <a:picLocks xmlns:a="http://schemas.openxmlformats.org/drawingml/2006/main" noChangeAspect="1"/>
          </p:cNvPicPr>
          <p:nvPr/>
        </p:nvPicPr>
        <p:blipFill>
          <a:blip xmlns:r="http://schemas.openxmlformats.org/officeDocument/2006/relationships" xmlns:a="http://schemas.openxmlformats.org/drawingml/2006/main" r:embed="R71747716aea04e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3" name="slide-title">
            <a:extLst xmlns:a="http://schemas.openxmlformats.org/drawingml/2006/main">
              <a:ext uri="{FF2B5EF4-FFF2-40B4-BE49-F238E27FC236}">
                <a16:creationId xmlns:a16="http://schemas.microsoft.com/office/drawing/2014/main" id="{ABB88E1D-D0A5-4AB7-8EEF-BFB5A3302C7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24" name="header-divider">
            <a:extLst xmlns:a="http://schemas.openxmlformats.org/drawingml/2006/main">
              <a:ext uri="{FF2B5EF4-FFF2-40B4-BE49-F238E27FC236}">
                <a16:creationId xmlns:a16="http://schemas.microsoft.com/office/drawing/2014/main" id="{4E49DB24-0088-4EFE-9C5B-63D3E160BF6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5" name="17-text-3">
            <a:extLst xmlns:a="http://schemas.openxmlformats.org/drawingml/2006/main">
              <a:ext uri="{FF2B5EF4-FFF2-40B4-BE49-F238E27FC236}">
                <a16:creationId xmlns:a16="http://schemas.microsoft.com/office/drawing/2014/main" id="{4FEAED92-91A6-4C59-8E15-7C1DF222018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failure</a:t>
            </a:r>
          </a:p>
        </p:txBody>
      </p:sp>
      <p:sp>
        <p:nvSpPr>
          <p:cNvPr id="426" name="17-text-4">
            <a:extLst xmlns:a="http://schemas.openxmlformats.org/drawingml/2006/main">
              <a:ext uri="{FF2B5EF4-FFF2-40B4-BE49-F238E27FC236}">
                <a16:creationId xmlns:a16="http://schemas.microsoft.com/office/drawing/2014/main" id="{6FC15C11-3982-4828-A7FB-4776FBA07FC0}"/>
              </a:ext>
            </a:extLst>
          </p:cNvPr>
          <p:cNvSpPr>
            <a:spLocks xmlns:a="http://schemas.openxmlformats.org/drawingml/2006/main"/>
          </p:cNvSpPr>
          <p:nvPr/>
        </p:nvSpPr>
        <p:spPr>
          <a:xfrm xmlns:a="http://schemas.openxmlformats.org/drawingml/2006/main">
            <a:off x="609600" y="28448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27" name="17-text-5">
            <a:extLst xmlns:a="http://schemas.openxmlformats.org/drawingml/2006/main">
              <a:ext uri="{FF2B5EF4-FFF2-40B4-BE49-F238E27FC236}">
                <a16:creationId xmlns:a16="http://schemas.microsoft.com/office/drawing/2014/main" id="{48760AA1-8DD7-44B7-9A9E-F1DA4C3D40A4}"/>
              </a:ext>
            </a:extLst>
          </p:cNvPr>
          <p:cNvSpPr>
            <a:spLocks xmlns:a="http://schemas.openxmlformats.org/drawingml/2006/main"/>
          </p:cNvSpPr>
          <p:nvPr/>
        </p:nvSpPr>
        <p:spPr>
          <a:xfrm xmlns:a="http://schemas.openxmlformats.org/drawingml/2006/main">
            <a:off x="1219200" y="28448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Inspect the failure and trace.</a:t>
            </a:r>
          </a:p>
        </p:txBody>
      </p:sp>
      <p:sp>
        <p:nvSpPr>
          <p:cNvPr id="428" name="17-text-6">
            <a:extLst xmlns:a="http://schemas.openxmlformats.org/drawingml/2006/main">
              <a:ext uri="{FF2B5EF4-FFF2-40B4-BE49-F238E27FC236}">
                <a16:creationId xmlns:a16="http://schemas.microsoft.com/office/drawing/2014/main" id="{8AFFA67C-410C-4BE9-BD42-B58C8F867332}"/>
              </a:ext>
            </a:extLst>
          </p:cNvPr>
          <p:cNvSpPr>
            <a:spLocks xmlns:a="http://schemas.openxmlformats.org/drawingml/2006/main"/>
          </p:cNvSpPr>
          <p:nvPr/>
        </p:nvSpPr>
        <p:spPr>
          <a:xfrm xmlns:a="http://schemas.openxmlformats.org/drawingml/2006/main">
            <a:off x="1219200" y="32258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Find the responsible component.</a:t>
            </a:r>
          </a:p>
        </p:txBody>
      </p:sp>
      <p:sp>
        <p:nvSpPr>
          <p:cNvPr id="429" name="17-text-7">
            <a:extLst xmlns:a="http://schemas.openxmlformats.org/drawingml/2006/main">
              <a:ext uri="{FF2B5EF4-FFF2-40B4-BE49-F238E27FC236}">
                <a16:creationId xmlns:a16="http://schemas.microsoft.com/office/drawing/2014/main" id="{C77C0110-9ACF-48BF-8AE1-0A786A425F36}"/>
              </a:ext>
            </a:extLst>
          </p:cNvPr>
          <p:cNvSpPr>
            <a:spLocks xmlns:a="http://schemas.openxmlformats.org/drawingml/2006/main"/>
          </p:cNvSpPr>
          <p:nvPr/>
        </p:nvSpPr>
        <p:spPr>
          <a:xfrm xmlns:a="http://schemas.openxmlformats.org/drawingml/2006/main">
            <a:off x="609600" y="38100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30" name="17-text-8">
            <a:extLst xmlns:a="http://schemas.openxmlformats.org/drawingml/2006/main">
              <a:ext uri="{FF2B5EF4-FFF2-40B4-BE49-F238E27FC236}">
                <a16:creationId xmlns:a16="http://schemas.microsoft.com/office/drawing/2014/main" id="{78177056-C206-42A2-9739-7D24C8ABF1E6}"/>
              </a:ext>
            </a:extLst>
          </p:cNvPr>
          <p:cNvSpPr>
            <a:spLocks xmlns:a="http://schemas.openxmlformats.org/drawingml/2006/main"/>
          </p:cNvSpPr>
          <p:nvPr/>
        </p:nvSpPr>
        <p:spPr>
          <a:xfrm xmlns:a="http://schemas.openxmlformats.org/drawingml/2006/main">
            <a:off x="1219200" y="38100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 that component.</a:t>
            </a:r>
          </a:p>
        </p:txBody>
      </p:sp>
      <p:sp>
        <p:nvSpPr>
          <p:cNvPr id="431" name="17-text-9">
            <a:extLst xmlns:a="http://schemas.openxmlformats.org/drawingml/2006/main">
              <a:ext uri="{FF2B5EF4-FFF2-40B4-BE49-F238E27FC236}">
                <a16:creationId xmlns:a16="http://schemas.microsoft.com/office/drawing/2014/main" id="{78CDB55D-0B92-40F0-9FB9-1F453839D06B}"/>
              </a:ext>
            </a:extLst>
          </p:cNvPr>
          <p:cNvSpPr>
            <a:spLocks xmlns:a="http://schemas.openxmlformats.org/drawingml/2006/main"/>
          </p:cNvSpPr>
          <p:nvPr/>
        </p:nvSpPr>
        <p:spPr>
          <a:xfrm xmlns:a="http://schemas.openxmlformats.org/drawingml/2006/main">
            <a:off x="1219200" y="41910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Rerun the suite with repeated trials.</a:t>
            </a:r>
          </a:p>
        </p:txBody>
      </p:sp>
      <p:sp>
        <p:nvSpPr>
          <p:cNvPr id="432" name="17-text-10">
            <a:extLst xmlns:a="http://schemas.openxmlformats.org/drawingml/2006/main">
              <a:ext uri="{FF2B5EF4-FFF2-40B4-BE49-F238E27FC236}">
                <a16:creationId xmlns:a16="http://schemas.microsoft.com/office/drawing/2014/main" id="{8F6DDAFB-CB53-41AF-8741-7D3A597FE180}"/>
              </a:ext>
            </a:extLst>
          </p:cNvPr>
          <p:cNvSpPr>
            <a:spLocks xmlns:a="http://schemas.openxmlformats.org/drawingml/2006/main"/>
          </p:cNvSpPr>
          <p:nvPr/>
        </p:nvSpPr>
        <p:spPr>
          <a:xfrm xmlns:a="http://schemas.openxmlformats.org/drawingml/2006/main">
            <a:off x="609600" y="47752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33" name="17-text-11">
            <a:extLst xmlns:a="http://schemas.openxmlformats.org/drawingml/2006/main">
              <a:ext uri="{FF2B5EF4-FFF2-40B4-BE49-F238E27FC236}">
                <a16:creationId xmlns:a16="http://schemas.microsoft.com/office/drawing/2014/main" id="{037363EA-AE58-4EE1-93D4-AD41D089ED77}"/>
              </a:ext>
            </a:extLst>
          </p:cNvPr>
          <p:cNvSpPr>
            <a:spLocks xmlns:a="http://schemas.openxmlformats.org/drawingml/2006/main"/>
          </p:cNvSpPr>
          <p:nvPr/>
        </p:nvSpPr>
        <p:spPr>
          <a:xfrm xmlns:a="http://schemas.openxmlformats.org/drawingml/2006/main">
            <a:off x="1219200" y="47752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Monitor production samples.</a:t>
            </a:r>
          </a:p>
        </p:txBody>
      </p:sp>
      <p:sp>
        <p:nvSpPr>
          <p:cNvPr id="434" name="17-text-12">
            <a:extLst xmlns:a="http://schemas.openxmlformats.org/drawingml/2006/main">
              <a:ext uri="{FF2B5EF4-FFF2-40B4-BE49-F238E27FC236}">
                <a16:creationId xmlns:a16="http://schemas.microsoft.com/office/drawing/2014/main" id="{DE17E2E6-F43A-48B7-A7A9-A79CA5CD6DEF}"/>
              </a:ext>
            </a:extLst>
          </p:cNvPr>
          <p:cNvSpPr>
            <a:spLocks xmlns:a="http://schemas.openxmlformats.org/drawingml/2006/main"/>
          </p:cNvSpPr>
          <p:nvPr/>
        </p:nvSpPr>
        <p:spPr>
          <a:xfrm xmlns:a="http://schemas.openxmlformats.org/drawingml/2006/main">
            <a:off x="1219200" y="51562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new failures to regression cases.</a:t>
            </a:r>
          </a:p>
        </p:txBody>
      </p:sp>
      <p:sp>
        <p:nvSpPr>
          <p:cNvPr id="435" name="17-text-13">
            <a:extLst xmlns:a="http://schemas.openxmlformats.org/drawingml/2006/main">
              <a:ext uri="{FF2B5EF4-FFF2-40B4-BE49-F238E27FC236}">
                <a16:creationId xmlns:a16="http://schemas.microsoft.com/office/drawing/2014/main" id="{00E7F92E-324D-4E2C-B72E-FD144757A066}"/>
              </a:ext>
            </a:extLst>
          </p:cNvPr>
          <p:cNvSpPr>
            <a:spLocks xmlns:a="http://schemas.openxmlformats.org/drawingml/2006/main"/>
          </p:cNvSpPr>
          <p:nvPr/>
        </p:nvSpPr>
        <p:spPr>
          <a:xfrm xmlns:a="http://schemas.openxmlformats.org/drawingml/2006/main">
            <a:off x="609600" y="56134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436" name="17-shape-14">
            <a:extLst xmlns:a="http://schemas.openxmlformats.org/drawingml/2006/main">
              <a:ext uri="{FF2B5EF4-FFF2-40B4-BE49-F238E27FC236}">
                <a16:creationId xmlns:a16="http://schemas.microsoft.com/office/drawing/2014/main" id="{F8F50D6A-A7E0-4FCA-89EA-348D18139879}"/>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7" name="17-shape-15">
            <a:extLst xmlns:a="http://schemas.openxmlformats.org/drawingml/2006/main">
              <a:ext uri="{FF2B5EF4-FFF2-40B4-BE49-F238E27FC236}">
                <a16:creationId xmlns:a16="http://schemas.microsoft.com/office/drawing/2014/main" id="{E7211090-5B98-4B2B-9F09-660252DFC311}"/>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38" name="17-text-16">
            <a:extLst xmlns:a="http://schemas.openxmlformats.org/drawingml/2006/main">
              <a:ext uri="{FF2B5EF4-FFF2-40B4-BE49-F238E27FC236}">
                <a16:creationId xmlns:a16="http://schemas.microsoft.com/office/drawing/2014/main" id="{294350B2-2F97-4745-AEAF-F61315C91860}"/>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39" name="17-text-17">
            <a:extLst xmlns:a="http://schemas.openxmlformats.org/drawingml/2006/main">
              <a:ext uri="{FF2B5EF4-FFF2-40B4-BE49-F238E27FC236}">
                <a16:creationId xmlns:a16="http://schemas.microsoft.com/office/drawing/2014/main" id="{4723C8B5-D37C-4F62-829A-4D48B10486A7}"/>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40" name="narrative-number">
            <a:extLst xmlns:a="http://schemas.openxmlformats.org/drawingml/2006/main">
              <a:ext uri="{FF2B5EF4-FFF2-40B4-BE49-F238E27FC236}">
                <a16:creationId xmlns:a16="http://schemas.microsoft.com/office/drawing/2014/main" id="{7C13AAC0-67D9-4345-A34F-21E5A24D1A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429233466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36"/>
                                        </p:tgtEl>
                                        <p:attrNameLst>
                                          <p:attrName>style.visibility</p:attrName>
                                        </p:attrNameLst>
                                      </p:cBhvr>
                                      <p:to>
                                        <p:strVal val="visible"/>
                                      </p:to>
                                    </p:set>
                                    <p:animEffect transition="in" filter="fade">
                                      <p:cBhvr>
                                        <p:cTn id="11" dur="300" fill="hold"/>
                                        <p:tgtEl>
                                          <p:spTgt spid="436"/>
                                        </p:tgtEl>
                                      </p:cBhvr>
                                    </p:animEffect>
                                  </p:childTnLst>
                                </p:cTn>
                              </p:par>
                              <p:par>
                                <p:cTn id="12" presetID="10" presetClass="entr" presetSubtype="0" fill="hold" nodeType="withEffect">
                                  <p:stCondLst>
                                    <p:cond delay="0"/>
                                  </p:stCondLst>
                                  <p:childTnLst>
                                    <p:set>
                                      <p:cBhvr>
                                        <p:cTn id="13" dur="1" fill="hold">
                                          <p:stCondLst>
                                            <p:cond delay="0"/>
                                          </p:stCondLst>
                                        </p:cTn>
                                        <p:tgtEl>
                                          <p:spTgt spid="437"/>
                                        </p:tgtEl>
                                        <p:attrNameLst>
                                          <p:attrName>style.visibility</p:attrName>
                                        </p:attrNameLst>
                                      </p:cBhvr>
                                      <p:to>
                                        <p:strVal val="visible"/>
                                      </p:to>
                                    </p:set>
                                    <p:animEffect transition="in" filter="fade">
                                      <p:cBhvr>
                                        <p:cTn id="14" dur="300" fill="hold"/>
                                        <p:tgtEl>
                                          <p:spTgt spid="437"/>
                                        </p:tgtEl>
                                      </p:cBhvr>
                                    </p:animEffect>
                                  </p:childTnLst>
                                </p:cTn>
                              </p:par>
                              <p:par>
                                <p:cTn id="15" presetID="10" presetClass="entr" presetSubtype="0" fill="hold" nodeType="withEffect">
                                  <p:stCondLst>
                                    <p:cond delay="0"/>
                                  </p:stCondLst>
                                  <p:childTnLst>
                                    <p:set>
                                      <p:cBhvr>
                                        <p:cTn id="16" dur="1" fill="hold">
                                          <p:stCondLst>
                                            <p:cond delay="0"/>
                                          </p:stCondLst>
                                        </p:cTn>
                                        <p:tgtEl>
                                          <p:spTgt spid="438"/>
                                        </p:tgtEl>
                                        <p:attrNameLst>
                                          <p:attrName>style.visibility</p:attrName>
                                        </p:attrNameLst>
                                      </p:cBhvr>
                                      <p:to>
                                        <p:strVal val="visible"/>
                                      </p:to>
                                    </p:set>
                                    <p:animEffect transition="in" filter="fade">
                                      <p:cBhvr>
                                        <p:cTn id="17" dur="300" fill="hold"/>
                                        <p:tgtEl>
                                          <p:spTgt spid="438"/>
                                        </p:tgtEl>
                                      </p:cBhvr>
                                    </p:animEffect>
                                  </p:childTnLst>
                                </p:cTn>
                              </p:par>
                              <p:par>
                                <p:cTn id="18" presetID="10" presetClass="entr" presetSubtype="0" fill="hold" nodeType="withEffect">
                                  <p:stCondLst>
                                    <p:cond delay="0"/>
                                  </p:stCondLst>
                                  <p:childTnLst>
                                    <p:set>
                                      <p:cBhvr>
                                        <p:cTn id="19" dur="1" fill="hold">
                                          <p:stCondLst>
                                            <p:cond delay="0"/>
                                          </p:stCondLst>
                                        </p:cTn>
                                        <p:tgtEl>
                                          <p:spTgt spid="439"/>
                                        </p:tgtEl>
                                        <p:attrNameLst>
                                          <p:attrName>style.visibility</p:attrName>
                                        </p:attrNameLst>
                                      </p:cBhvr>
                                      <p:to>
                                        <p:strVal val="visible"/>
                                      </p:to>
                                    </p:set>
                                    <p:animEffect transition="in" filter="fade">
                                      <p:cBhvr>
                                        <p:cTn id="20" dur="300" fill="hold"/>
                                        <p:tgtEl>
                                          <p:spTgt spid="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1" name="!!area-header">
            <a:extLst xmlns:a="http://schemas.openxmlformats.org/drawingml/2006/main">
              <a:ext uri="{FF2B5EF4-FFF2-40B4-BE49-F238E27FC236}">
                <a16:creationId xmlns:a16="http://schemas.microsoft.com/office/drawing/2014/main" id="{49B795CC-5ED9-4018-AC93-FDCE182DB0B6}"/>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42" name="!!area-name">
            <a:extLst xmlns:a="http://schemas.openxmlformats.org/drawingml/2006/main">
              <a:ext uri="{FF2B5EF4-FFF2-40B4-BE49-F238E27FC236}">
                <a16:creationId xmlns:a16="http://schemas.microsoft.com/office/drawing/2014/main" id="{451D1F97-7245-4743-9C34-2EFFD4F713A6}"/>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443" name="!!area-beat">
            <a:extLst xmlns:a="http://schemas.openxmlformats.org/drawingml/2006/main">
              <a:ext uri="{FF2B5EF4-FFF2-40B4-BE49-F238E27FC236}">
                <a16:creationId xmlns:a16="http://schemas.microsoft.com/office/drawing/2014/main" id="{5B1A38A3-F632-4B61-9EF0-D0BBA82FC602}"/>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44" name="header-divider">
            <a:extLst xmlns:a="http://schemas.openxmlformats.org/drawingml/2006/main">
              <a:ext uri="{FF2B5EF4-FFF2-40B4-BE49-F238E27FC236}">
                <a16:creationId xmlns:a16="http://schemas.microsoft.com/office/drawing/2014/main" id="{CFEA7BA0-30FF-4BAD-AF49-52FD4A61EC5E}"/>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5" name="18-shape-1">
            <a:extLst xmlns:a="http://schemas.openxmlformats.org/drawingml/2006/main">
              <a:ext uri="{FF2B5EF4-FFF2-40B4-BE49-F238E27FC236}">
                <a16:creationId xmlns:a16="http://schemas.microsoft.com/office/drawing/2014/main" id="{7FD165F6-473A-4BC4-9E1A-1B27FD2797E8}"/>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446" name="18-text-2">
            <a:extLst xmlns:a="http://schemas.openxmlformats.org/drawingml/2006/main">
              <a:ext uri="{FF2B5EF4-FFF2-40B4-BE49-F238E27FC236}">
                <a16:creationId xmlns:a16="http://schemas.microsoft.com/office/drawing/2014/main" id="{7CB71E66-CA01-481D-B879-D1420CA3BA0E}"/>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447" name="18-shape-3">
            <a:extLst xmlns:a="http://schemas.openxmlformats.org/drawingml/2006/main">
              <a:ext uri="{FF2B5EF4-FFF2-40B4-BE49-F238E27FC236}">
                <a16:creationId xmlns:a16="http://schemas.microsoft.com/office/drawing/2014/main" id="{036B8F99-C1B3-42A5-9CEE-AA66956190B9}"/>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48" name="18-text-4">
            <a:extLst xmlns:a="http://schemas.openxmlformats.org/drawingml/2006/main">
              <a:ext uri="{FF2B5EF4-FFF2-40B4-BE49-F238E27FC236}">
                <a16:creationId xmlns:a16="http://schemas.microsoft.com/office/drawing/2014/main" id="{57E2A11D-A8BF-412A-A647-6D24ED992348}"/>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449" name="18-shape-5">
            <a:extLst xmlns:a="http://schemas.openxmlformats.org/drawingml/2006/main">
              <a:ext uri="{FF2B5EF4-FFF2-40B4-BE49-F238E27FC236}">
                <a16:creationId xmlns:a16="http://schemas.microsoft.com/office/drawing/2014/main" id="{CBABEE83-8C0A-4076-BD5B-15487FB67917}"/>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50" name="18-text-6">
            <a:extLst xmlns:a="http://schemas.openxmlformats.org/drawingml/2006/main">
              <a:ext uri="{FF2B5EF4-FFF2-40B4-BE49-F238E27FC236}">
                <a16:creationId xmlns:a16="http://schemas.microsoft.com/office/drawing/2014/main" id="{B4F220D9-E3C6-4840-BA91-170DED07EC0F}"/>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451" name="18-shape-7">
            <a:extLst xmlns:a="http://schemas.openxmlformats.org/drawingml/2006/main">
              <a:ext uri="{FF2B5EF4-FFF2-40B4-BE49-F238E27FC236}">
                <a16:creationId xmlns:a16="http://schemas.microsoft.com/office/drawing/2014/main" id="{C854F453-E090-4F53-8827-B3AB843DD238}"/>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52" name="18-text-8">
            <a:extLst xmlns:a="http://schemas.openxmlformats.org/drawingml/2006/main">
              <a:ext uri="{FF2B5EF4-FFF2-40B4-BE49-F238E27FC236}">
                <a16:creationId xmlns:a16="http://schemas.microsoft.com/office/drawing/2014/main" id="{1FB9A4A9-AF72-4B2D-8CDA-9194E0E710CE}"/>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453" name="18-text-9">
            <a:extLst xmlns:a="http://schemas.openxmlformats.org/drawingml/2006/main">
              <a:ext uri="{FF2B5EF4-FFF2-40B4-BE49-F238E27FC236}">
                <a16:creationId xmlns:a16="http://schemas.microsoft.com/office/drawing/2014/main" id="{3C1D8794-3C03-480E-9B4E-48DB08A27A4B}"/>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
        <p:nvSpPr>
          <p:cNvPr id="454" name="narrative-number">
            <a:extLst xmlns:a="http://schemas.openxmlformats.org/drawingml/2006/main">
              <a:ext uri="{FF2B5EF4-FFF2-40B4-BE49-F238E27FC236}">
                <a16:creationId xmlns:a16="http://schemas.microsoft.com/office/drawing/2014/main" id="{85F0CEA0-BCE6-40DC-BB1E-B555648DF6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797592992"/>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5" name="!!area-name">
            <a:extLst xmlns:a="http://schemas.openxmlformats.org/drawingml/2006/main">
              <a:ext uri="{FF2B5EF4-FFF2-40B4-BE49-F238E27FC236}">
                <a16:creationId xmlns:a16="http://schemas.microsoft.com/office/drawing/2014/main" id="{F5F4B6CD-111F-44EF-A78B-3CEBCCD9F11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65" name="mini-map"/>
          <p:cNvPicPr>
            <a:picLocks xmlns:a="http://schemas.openxmlformats.org/drawingml/2006/main" noChangeAspect="1"/>
          </p:cNvPicPr>
          <p:nvPr/>
        </p:nvPicPr>
        <p:blipFill>
          <a:blip xmlns:r="http://schemas.openxmlformats.org/officeDocument/2006/relationships" xmlns:a="http://schemas.openxmlformats.org/drawingml/2006/main" r:embed="Rf8824201f53a43c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7" name="header-divider">
            <a:extLst xmlns:a="http://schemas.openxmlformats.org/drawingml/2006/main">
              <a:ext uri="{FF2B5EF4-FFF2-40B4-BE49-F238E27FC236}">
                <a16:creationId xmlns:a16="http://schemas.microsoft.com/office/drawing/2014/main" id="{D0C615B9-8806-470C-9959-27C08792975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8" name="18b-text-1">
            <a:extLst xmlns:a="http://schemas.openxmlformats.org/drawingml/2006/main">
              <a:ext uri="{FF2B5EF4-FFF2-40B4-BE49-F238E27FC236}">
                <a16:creationId xmlns:a16="http://schemas.microsoft.com/office/drawing/2014/main" id="{9B75A60A-B1F5-4A0F-981F-CA3E9D5DDB9D}"/>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59" name="18b-text-2">
            <a:extLst xmlns:a="http://schemas.openxmlformats.org/drawingml/2006/main">
              <a:ext uri="{FF2B5EF4-FFF2-40B4-BE49-F238E27FC236}">
                <a16:creationId xmlns:a16="http://schemas.microsoft.com/office/drawing/2014/main" id="{D85B2D97-F8BA-4342-9D4D-92F2E56F1B26}"/>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460" name="18b-text-3">
            <a:extLst xmlns:a="http://schemas.openxmlformats.org/drawingml/2006/main">
              <a:ext uri="{FF2B5EF4-FFF2-40B4-BE49-F238E27FC236}">
                <a16:creationId xmlns:a16="http://schemas.microsoft.com/office/drawing/2014/main" id="{90BA7438-2979-4E6F-B022-4D0EFFB09745}"/>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461" name="18b-text-4">
            <a:extLst xmlns:a="http://schemas.openxmlformats.org/drawingml/2006/main">
              <a:ext uri="{FF2B5EF4-FFF2-40B4-BE49-F238E27FC236}">
                <a16:creationId xmlns:a16="http://schemas.microsoft.com/office/drawing/2014/main" id="{128FA21F-D208-4C52-8CB0-F58D7B5971E1}"/>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462" name="18b-text-5">
            <a:extLst xmlns:a="http://schemas.openxmlformats.org/drawingml/2006/main">
              <a:ext uri="{FF2B5EF4-FFF2-40B4-BE49-F238E27FC236}">
                <a16:creationId xmlns:a16="http://schemas.microsoft.com/office/drawing/2014/main" id="{F23A81BF-440D-4FFA-BF9A-8B0E037678D1}"/>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463" name="narrative-number">
            <a:extLst xmlns:a="http://schemas.openxmlformats.org/drawingml/2006/main">
              <a:ext uri="{FF2B5EF4-FFF2-40B4-BE49-F238E27FC236}">
                <a16:creationId xmlns:a16="http://schemas.microsoft.com/office/drawing/2014/main" id="{AC506E8F-12CB-4ABF-84D5-AB40286B2AA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738935856"/>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4" name="!!area-name">
            <a:extLst xmlns:a="http://schemas.openxmlformats.org/drawingml/2006/main">
              <a:ext uri="{FF2B5EF4-FFF2-40B4-BE49-F238E27FC236}">
                <a16:creationId xmlns:a16="http://schemas.microsoft.com/office/drawing/2014/main" id="{BCB04062-11F8-4F9F-BE69-FABE947C75E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79" name="mini-map"/>
          <p:cNvPicPr>
            <a:picLocks xmlns:a="http://schemas.openxmlformats.org/drawingml/2006/main" noChangeAspect="1"/>
          </p:cNvPicPr>
          <p:nvPr/>
        </p:nvPicPr>
        <p:blipFill>
          <a:blip xmlns:r="http://schemas.openxmlformats.org/officeDocument/2006/relationships" xmlns:a="http://schemas.openxmlformats.org/drawingml/2006/main" r:embed="Rce44a8f0e235409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6" name="header-divider">
            <a:extLst xmlns:a="http://schemas.openxmlformats.org/drawingml/2006/main">
              <a:ext uri="{FF2B5EF4-FFF2-40B4-BE49-F238E27FC236}">
                <a16:creationId xmlns:a16="http://schemas.microsoft.com/office/drawing/2014/main" id="{52D85DBD-3C91-4971-860E-D45DDC56B7B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7" name="18b-text-1">
            <a:extLst xmlns:a="http://schemas.openxmlformats.org/drawingml/2006/main">
              <a:ext uri="{FF2B5EF4-FFF2-40B4-BE49-F238E27FC236}">
                <a16:creationId xmlns:a16="http://schemas.microsoft.com/office/drawing/2014/main" id="{8089B7B0-B24B-4270-9A4C-474F5196BEE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68" name="18b-text-10">
            <a:extLst xmlns:a="http://schemas.openxmlformats.org/drawingml/2006/main">
              <a:ext uri="{FF2B5EF4-FFF2-40B4-BE49-F238E27FC236}">
                <a16:creationId xmlns:a16="http://schemas.microsoft.com/office/drawing/2014/main" id="{D141BE7D-B126-4CF5-8838-A9E79815C707}"/>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469" name="18b-line-12">
            <a:extLst xmlns:a="http://schemas.openxmlformats.org/drawingml/2006/main">
              <a:ext uri="{FF2B5EF4-FFF2-40B4-BE49-F238E27FC236}">
                <a16:creationId xmlns:a16="http://schemas.microsoft.com/office/drawing/2014/main" id="{66792046-2931-4C0A-AF21-33C215980FCB}"/>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70" name="18b-line-14">
            <a:extLst xmlns:a="http://schemas.openxmlformats.org/drawingml/2006/main">
              <a:ext uri="{FF2B5EF4-FFF2-40B4-BE49-F238E27FC236}">
                <a16:creationId xmlns:a16="http://schemas.microsoft.com/office/drawing/2014/main" id="{75D2B0E3-4294-4D28-86C5-3E694F6D2237}"/>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71" name="18b-line-16">
            <a:extLst xmlns:a="http://schemas.openxmlformats.org/drawingml/2006/main">
              <a:ext uri="{FF2B5EF4-FFF2-40B4-BE49-F238E27FC236}">
                <a16:creationId xmlns:a16="http://schemas.microsoft.com/office/drawing/2014/main" id="{DB729413-4210-404A-9C49-F9DB15854F32}"/>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72" name="18b-text-17">
            <a:extLst xmlns:a="http://schemas.openxmlformats.org/drawingml/2006/main">
              <a:ext uri="{FF2B5EF4-FFF2-40B4-BE49-F238E27FC236}">
                <a16:creationId xmlns:a16="http://schemas.microsoft.com/office/drawing/2014/main" id="{DADF6C64-AA9F-4F6E-BBF3-7BA0A89A5704}"/>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73" name="18b-text-18">
            <a:extLst xmlns:a="http://schemas.openxmlformats.org/drawingml/2006/main">
              <a:ext uri="{FF2B5EF4-FFF2-40B4-BE49-F238E27FC236}">
                <a16:creationId xmlns:a16="http://schemas.microsoft.com/office/drawing/2014/main" id="{E49011AA-344D-4014-B600-FA220096C340}"/>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74" name="18b-text-19">
            <a:extLst xmlns:a="http://schemas.openxmlformats.org/drawingml/2006/main">
              <a:ext uri="{FF2B5EF4-FFF2-40B4-BE49-F238E27FC236}">
                <a16:creationId xmlns:a16="http://schemas.microsoft.com/office/drawing/2014/main" id="{78427CC9-76AD-4DD7-998C-916600324ED4}"/>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75" name="18b-text-20">
            <a:extLst xmlns:a="http://schemas.openxmlformats.org/drawingml/2006/main">
              <a:ext uri="{FF2B5EF4-FFF2-40B4-BE49-F238E27FC236}">
                <a16:creationId xmlns:a16="http://schemas.microsoft.com/office/drawing/2014/main" id="{1462B3F3-5F93-411B-8787-AD77B031E794}"/>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476" name="18b-text-21">
            <a:extLst xmlns:a="http://schemas.openxmlformats.org/drawingml/2006/main">
              <a:ext uri="{FF2B5EF4-FFF2-40B4-BE49-F238E27FC236}">
                <a16:creationId xmlns:a16="http://schemas.microsoft.com/office/drawing/2014/main" id="{BC814A13-D752-46C1-9B58-8E4F3E899EAE}"/>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477" name="narrative-number">
            <a:extLst xmlns:a="http://schemas.openxmlformats.org/drawingml/2006/main">
              <a:ext uri="{FF2B5EF4-FFF2-40B4-BE49-F238E27FC236}">
                <a16:creationId xmlns:a16="http://schemas.microsoft.com/office/drawing/2014/main" id="{C6C00A8B-FCC8-4D24-A32F-27D53A7982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930183995"/>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8" name="!!area-name">
            <a:extLst xmlns:a="http://schemas.openxmlformats.org/drawingml/2006/main">
              <a:ext uri="{FF2B5EF4-FFF2-40B4-BE49-F238E27FC236}">
                <a16:creationId xmlns:a16="http://schemas.microsoft.com/office/drawing/2014/main" id="{E7F71FBA-3203-4933-9C49-AA111BA8D6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88" name="mini-map"/>
          <p:cNvPicPr>
            <a:picLocks xmlns:a="http://schemas.openxmlformats.org/drawingml/2006/main" noChangeAspect="1"/>
          </p:cNvPicPr>
          <p:nvPr/>
        </p:nvPicPr>
        <p:blipFill>
          <a:blip xmlns:r="http://schemas.openxmlformats.org/officeDocument/2006/relationships" xmlns:a="http://schemas.openxmlformats.org/drawingml/2006/main" r:embed="R4c12d1e9840a4f1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0" name="header-divider">
            <a:extLst xmlns:a="http://schemas.openxmlformats.org/drawingml/2006/main">
              <a:ext uri="{FF2B5EF4-FFF2-40B4-BE49-F238E27FC236}">
                <a16:creationId xmlns:a16="http://schemas.microsoft.com/office/drawing/2014/main" id="{07234A81-4A38-42B9-8D14-22732515AC8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1" name="18b-text-1">
            <a:extLst xmlns:a="http://schemas.openxmlformats.org/drawingml/2006/main">
              <a:ext uri="{FF2B5EF4-FFF2-40B4-BE49-F238E27FC236}">
                <a16:creationId xmlns:a16="http://schemas.microsoft.com/office/drawing/2014/main" id="{F0A1F05B-288B-4522-9048-744CAECF138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82" name="18b-text-6">
            <a:extLst xmlns:a="http://schemas.openxmlformats.org/drawingml/2006/main">
              <a:ext uri="{FF2B5EF4-FFF2-40B4-BE49-F238E27FC236}">
                <a16:creationId xmlns:a16="http://schemas.microsoft.com/office/drawing/2014/main" id="{77EA9FFE-B7F2-4422-ACC2-B260745CD2D7}"/>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483" name="18b-text-7">
            <a:extLst xmlns:a="http://schemas.openxmlformats.org/drawingml/2006/main">
              <a:ext uri="{FF2B5EF4-FFF2-40B4-BE49-F238E27FC236}">
                <a16:creationId xmlns:a16="http://schemas.microsoft.com/office/drawing/2014/main" id="{9DE67E15-9386-4F6C-8A76-32FE31FDFBE2}"/>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484" name="18b-text-8">
            <a:extLst xmlns:a="http://schemas.openxmlformats.org/drawingml/2006/main">
              <a:ext uri="{FF2B5EF4-FFF2-40B4-BE49-F238E27FC236}">
                <a16:creationId xmlns:a16="http://schemas.microsoft.com/office/drawing/2014/main" id="{05FFDD41-CC0D-4635-BDE7-8DC04697FAA0}"/>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485" name="18b-text-9">
            <a:extLst xmlns:a="http://schemas.openxmlformats.org/drawingml/2006/main">
              <a:ext uri="{FF2B5EF4-FFF2-40B4-BE49-F238E27FC236}">
                <a16:creationId xmlns:a16="http://schemas.microsoft.com/office/drawing/2014/main" id="{80E9EC97-362B-4664-8ABB-62266E6DCD57}"/>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486" name="narrative-number">
            <a:extLst xmlns:a="http://schemas.openxmlformats.org/drawingml/2006/main">
              <a:ext uri="{FF2B5EF4-FFF2-40B4-BE49-F238E27FC236}">
                <a16:creationId xmlns:a16="http://schemas.microsoft.com/office/drawing/2014/main" id="{EB0D4F36-C37E-4B06-8EC8-5EDA9F75FD2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54482677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7" name="!!area-name">
            <a:extLst xmlns:a="http://schemas.openxmlformats.org/drawingml/2006/main">
              <a:ext uri="{FF2B5EF4-FFF2-40B4-BE49-F238E27FC236}">
                <a16:creationId xmlns:a16="http://schemas.microsoft.com/office/drawing/2014/main" id="{A64B5692-D335-4D25-9DBB-EBBE1F52FCA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96" name="mini-map"/>
          <p:cNvPicPr>
            <a:picLocks xmlns:a="http://schemas.openxmlformats.org/drawingml/2006/main" noChangeAspect="1"/>
          </p:cNvPicPr>
          <p:nvPr/>
        </p:nvPicPr>
        <p:blipFill>
          <a:blip xmlns:r="http://schemas.openxmlformats.org/officeDocument/2006/relationships" xmlns:a="http://schemas.openxmlformats.org/drawingml/2006/main" r:embed="Re5ed532e4b7f4ba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9" name="header-divider">
            <a:extLst xmlns:a="http://schemas.openxmlformats.org/drawingml/2006/main">
              <a:ext uri="{FF2B5EF4-FFF2-40B4-BE49-F238E27FC236}">
                <a16:creationId xmlns:a16="http://schemas.microsoft.com/office/drawing/2014/main" id="{D26882C2-1AFB-46CA-AE29-196A7E80AAD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0" name="18b-text-1">
            <a:extLst xmlns:a="http://schemas.openxmlformats.org/drawingml/2006/main">
              <a:ext uri="{FF2B5EF4-FFF2-40B4-BE49-F238E27FC236}">
                <a16:creationId xmlns:a16="http://schemas.microsoft.com/office/drawing/2014/main" id="{24C58841-90CC-4ECC-90BA-5557566E77C8}"/>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91" name="18b-text-22">
            <a:extLst xmlns:a="http://schemas.openxmlformats.org/drawingml/2006/main">
              <a:ext uri="{FF2B5EF4-FFF2-40B4-BE49-F238E27FC236}">
                <a16:creationId xmlns:a16="http://schemas.microsoft.com/office/drawing/2014/main" id="{0BCC2A28-BD81-418A-92F4-BE6AA4D84B6D}"/>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492" name="18b-text-23">
            <a:extLst xmlns:a="http://schemas.openxmlformats.org/drawingml/2006/main">
              <a:ext uri="{FF2B5EF4-FFF2-40B4-BE49-F238E27FC236}">
                <a16:creationId xmlns:a16="http://schemas.microsoft.com/office/drawing/2014/main" id="{63DBCA95-94F5-47A8-99CD-87DACA0A3A82}"/>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493" name="18b-text-24">
            <a:extLst xmlns:a="http://schemas.openxmlformats.org/drawingml/2006/main">
              <a:ext uri="{FF2B5EF4-FFF2-40B4-BE49-F238E27FC236}">
                <a16:creationId xmlns:a16="http://schemas.microsoft.com/office/drawing/2014/main" id="{DEA37DAE-8BC7-430C-B02F-1B8D0C3D8DD0}"/>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
        <p:nvSpPr>
          <p:cNvPr id="494" name="narrative-number">
            <a:extLst xmlns:a="http://schemas.openxmlformats.org/drawingml/2006/main">
              <a:ext uri="{FF2B5EF4-FFF2-40B4-BE49-F238E27FC236}">
                <a16:creationId xmlns:a16="http://schemas.microsoft.com/office/drawing/2014/main" id="{4466E90A-CC22-4724-B5E0-5E0065995E1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223356074"/>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5" name="!!area-name">
            <a:extLst xmlns:a="http://schemas.openxmlformats.org/drawingml/2006/main">
              <a:ext uri="{FF2B5EF4-FFF2-40B4-BE49-F238E27FC236}">
                <a16:creationId xmlns:a16="http://schemas.microsoft.com/office/drawing/2014/main" id="{CB7F4DF5-E5AC-4C23-86F7-65D8605622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514" name="mini-map"/>
          <p:cNvPicPr>
            <a:picLocks xmlns:a="http://schemas.openxmlformats.org/drawingml/2006/main" noChangeAspect="1"/>
          </p:cNvPicPr>
          <p:nvPr/>
        </p:nvPicPr>
        <p:blipFill>
          <a:blip xmlns:r="http://schemas.openxmlformats.org/officeDocument/2006/relationships" xmlns:a="http://schemas.openxmlformats.org/drawingml/2006/main" r:embed="Rb7c6bb772c2448c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7" name="slide-title">
            <a:extLst xmlns:a="http://schemas.openxmlformats.org/drawingml/2006/main">
              <a:ext uri="{FF2B5EF4-FFF2-40B4-BE49-F238E27FC236}">
                <a16:creationId xmlns:a16="http://schemas.microsoft.com/office/drawing/2014/main" id="{9C501609-B053-44AC-A80D-89E0DCF56DE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498" name="header-divider">
            <a:extLst xmlns:a="http://schemas.openxmlformats.org/drawingml/2006/main">
              <a:ext uri="{FF2B5EF4-FFF2-40B4-BE49-F238E27FC236}">
                <a16:creationId xmlns:a16="http://schemas.microsoft.com/office/drawing/2014/main" id="{5F647E6F-245B-4050-8961-495084A8309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17" name="19-table-1"/>
          <p:cNvGraphicFramePr/>
          <p:nvPr/>
        </p:nvGraphicFramePr>
        <p:xfrm>
          <a:off xmlns:a="http://schemas.openxmlformats.org/drawingml/2006/main" x="609600" y="2438400"/>
          <a:ext xmlns:a="http://schemas.openxmlformats.org/drawingml/2006/main" cx="10972800" cy="182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Coding-agent control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Illustrative FRB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Sandbox and login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FRB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Allowed exports. Human conclusions.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accountable FRB trace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0" name="19-text-2">
            <a:extLst xmlns:a="http://schemas.openxmlformats.org/drawingml/2006/main">
              <a:ext uri="{FF2B5EF4-FFF2-40B4-BE49-F238E27FC236}">
                <a16:creationId xmlns:a16="http://schemas.microsoft.com/office/drawing/2014/main" id="{85A638F1-B23B-4635-8CDF-1ADC07C9CAB3}"/>
              </a:ext>
            </a:extLst>
          </p:cNvPr>
          <p:cNvSpPr>
            <a:spLocks xmlns:a="http://schemas.openxmlformats.org/drawingml/2006/main"/>
          </p:cNvSpPr>
          <p:nvPr/>
        </p:nvSpPr>
        <p:spPr>
          <a:xfrm xmlns:a="http://schemas.openxmlformats.org/drawingml/2006/main">
            <a:off x="609600" y="4343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request · FRB-042-MIN r2 · workers · synthesis · export</a:t>
            </a:r>
          </a:p>
        </p:txBody>
      </p:sp>
      <p:sp>
        <p:nvSpPr>
          <p:cNvPr id="501" name="19-text-3">
            <a:extLst xmlns:a="http://schemas.openxmlformats.org/drawingml/2006/main">
              <a:ext uri="{FF2B5EF4-FFF2-40B4-BE49-F238E27FC236}">
                <a16:creationId xmlns:a16="http://schemas.microsoft.com/office/drawing/2014/main" id="{03516319-3C02-4068-8D51-7754B078BFFB}"/>
              </a:ext>
            </a:extLst>
          </p:cNvPr>
          <p:cNvSpPr>
            <a:spLocks xmlns:a="http://schemas.openxmlformats.org/drawingml/2006/main"/>
          </p:cNvSpPr>
          <p:nvPr/>
        </p:nvSpPr>
        <p:spPr>
          <a:xfrm xmlns:a="http://schemas.openxmlformats.org/drawingml/2006/main">
            <a:off x="609600" y="4826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freshness, parsing/tool and quality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brief. End-to-end latency.</a:t>
            </a:r>
          </a:p>
        </p:txBody>
      </p:sp>
      <p:sp>
        <p:nvSpPr>
          <p:cNvPr id="502" name="19-shape-4">
            <a:extLst xmlns:a="http://schemas.openxmlformats.org/drawingml/2006/main">
              <a:ext uri="{FF2B5EF4-FFF2-40B4-BE49-F238E27FC236}">
                <a16:creationId xmlns:a16="http://schemas.microsoft.com/office/drawing/2014/main" id="{DA95D58C-DAB0-49CE-B6A7-C733E9CFEEFD}"/>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3" name="19-shape-5">
            <a:extLst xmlns:a="http://schemas.openxmlformats.org/drawingml/2006/main">
              <a:ext uri="{FF2B5EF4-FFF2-40B4-BE49-F238E27FC236}">
                <a16:creationId xmlns:a16="http://schemas.microsoft.com/office/drawing/2014/main" id="{3B49B933-6B09-4DAC-A9F7-03A3C4A811EF}"/>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04" name="19-text-6">
            <a:extLst xmlns:a="http://schemas.openxmlformats.org/drawingml/2006/main">
              <a:ext uri="{FF2B5EF4-FFF2-40B4-BE49-F238E27FC236}">
                <a16:creationId xmlns:a16="http://schemas.microsoft.com/office/drawing/2014/main" id="{A02170EA-EB67-4DFF-B447-7EAB54D62F41}"/>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505" name="19-text-7">
            <a:extLst xmlns:a="http://schemas.openxmlformats.org/drawingml/2006/main">
              <a:ext uri="{FF2B5EF4-FFF2-40B4-BE49-F238E27FC236}">
                <a16:creationId xmlns:a16="http://schemas.microsoft.com/office/drawing/2014/main" id="{0166B48D-E05D-4FAC-A555-26C69FC0D170}"/>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06" name="19-line-9">
            <a:extLst xmlns:a="http://schemas.openxmlformats.org/drawingml/2006/main">
              <a:ext uri="{FF2B5EF4-FFF2-40B4-BE49-F238E27FC236}">
                <a16:creationId xmlns:a16="http://schemas.microsoft.com/office/drawing/2014/main" id="{223C2155-C639-4CC2-8980-E800F333B5D9}"/>
              </a:ext>
            </a:extLst>
          </p:cNvPr>
          <p:cNvSpPr>
            <a:spLocks xmlns:a="http://schemas.openxmlformats.org/drawingml/2006/main"/>
          </p:cNvSpPr>
          <p:nvPr/>
        </p:nvSpPr>
        <p:spPr>
          <a:xfrm xmlns:a="http://schemas.openxmlformats.org/drawingml/2006/main" flipH="0" flipV="0">
            <a:off x="90424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07" name="19-line-11">
            <a:extLst xmlns:a="http://schemas.openxmlformats.org/drawingml/2006/main">
              <a:ext uri="{FF2B5EF4-FFF2-40B4-BE49-F238E27FC236}">
                <a16:creationId xmlns:a16="http://schemas.microsoft.com/office/drawing/2014/main" id="{72DBA8E4-F691-45D3-BE99-17BE944E3FF1}"/>
              </a:ext>
            </a:extLst>
          </p:cNvPr>
          <p:cNvSpPr>
            <a:spLocks xmlns:a="http://schemas.openxmlformats.org/drawingml/2006/main"/>
          </p:cNvSpPr>
          <p:nvPr/>
        </p:nvSpPr>
        <p:spPr>
          <a:xfrm xmlns:a="http://schemas.openxmlformats.org/drawingml/2006/main" flipH="1" flipV="0">
            <a:off x="80772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08" name="19-line-13">
            <a:extLst xmlns:a="http://schemas.openxmlformats.org/drawingml/2006/main">
              <a:ext uri="{FF2B5EF4-FFF2-40B4-BE49-F238E27FC236}">
                <a16:creationId xmlns:a16="http://schemas.microsoft.com/office/drawing/2014/main" id="{DF226108-877A-4D61-8487-DF3A35CE4428}"/>
              </a:ext>
            </a:extLst>
          </p:cNvPr>
          <p:cNvSpPr>
            <a:spLocks xmlns:a="http://schemas.openxmlformats.org/drawingml/2006/main"/>
          </p:cNvSpPr>
          <p:nvPr/>
        </p:nvSpPr>
        <p:spPr>
          <a:xfrm xmlns:a="http://schemas.openxmlformats.org/drawingml/2006/main" flipH="0" flipV="1">
            <a:off x="80772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09" name="19-text-14">
            <a:extLst xmlns:a="http://schemas.openxmlformats.org/drawingml/2006/main">
              <a:ext uri="{FF2B5EF4-FFF2-40B4-BE49-F238E27FC236}">
                <a16:creationId xmlns:a16="http://schemas.microsoft.com/office/drawing/2014/main" id="{62FD44D1-041F-4153-AC08-36E0A6413816}"/>
              </a:ext>
            </a:extLst>
          </p:cNvPr>
          <p:cNvSpPr>
            <a:spLocks xmlns:a="http://schemas.openxmlformats.org/drawingml/2006/main"/>
          </p:cNvSpPr>
          <p:nvPr/>
        </p:nvSpPr>
        <p:spPr>
          <a:xfrm xmlns:a="http://schemas.openxmlformats.org/drawingml/2006/main">
            <a:off x="84328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510" name="19-text-15">
            <a:extLst xmlns:a="http://schemas.openxmlformats.org/drawingml/2006/main">
              <a:ext uri="{FF2B5EF4-FFF2-40B4-BE49-F238E27FC236}">
                <a16:creationId xmlns:a16="http://schemas.microsoft.com/office/drawing/2014/main" id="{CDBE95E2-A074-441A-BE29-619F35BE0BD0}"/>
              </a:ext>
            </a:extLst>
          </p:cNvPr>
          <p:cNvSpPr>
            <a:spLocks xmlns:a="http://schemas.openxmlformats.org/drawingml/2006/main"/>
          </p:cNvSpPr>
          <p:nvPr/>
        </p:nvSpPr>
        <p:spPr>
          <a:xfrm xmlns:a="http://schemas.openxmlformats.org/drawingml/2006/main">
            <a:off x="70612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511" name="19-text-16">
            <a:extLst xmlns:a="http://schemas.openxmlformats.org/drawingml/2006/main">
              <a:ext uri="{FF2B5EF4-FFF2-40B4-BE49-F238E27FC236}">
                <a16:creationId xmlns:a16="http://schemas.microsoft.com/office/drawing/2014/main" id="{12AD13BB-0283-4C4D-A442-3364E01E59B0}"/>
              </a:ext>
            </a:extLst>
          </p:cNvPr>
          <p:cNvSpPr>
            <a:spLocks xmlns:a="http://schemas.openxmlformats.org/drawingml/2006/main"/>
          </p:cNvSpPr>
          <p:nvPr/>
        </p:nvSpPr>
        <p:spPr>
          <a:xfrm xmlns:a="http://schemas.openxmlformats.org/drawingml/2006/main">
            <a:off x="90932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512" name="narrative-number">
            <a:extLst xmlns:a="http://schemas.openxmlformats.org/drawingml/2006/main">
              <a:ext uri="{FF2B5EF4-FFF2-40B4-BE49-F238E27FC236}">
                <a16:creationId xmlns:a16="http://schemas.microsoft.com/office/drawing/2014/main" id="{B2DB83DC-DDCC-4B34-9913-5C08350DD90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90454513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2"/>
                                        </p:tgtEl>
                                        <p:attrNameLst>
                                          <p:attrName>style.visibility</p:attrName>
                                        </p:attrNameLst>
                                      </p:cBhvr>
                                      <p:to>
                                        <p:strVal val="visible"/>
                                      </p:to>
                                    </p:set>
                                    <p:animEffect transition="in" filter="fade">
                                      <p:cBhvr>
                                        <p:cTn id="7" dur="300" fill="hold"/>
                                        <p:tgtEl>
                                          <p:spTgt spid="502"/>
                                        </p:tgtEl>
                                      </p:cBhvr>
                                    </p:animEffect>
                                  </p:childTnLst>
                                </p:cTn>
                              </p:par>
                              <p:par>
                                <p:cTn id="8" presetID="10" presetClass="entr" presetSubtype="0" fill="hold" nodeType="withEffect">
                                  <p:stCondLst>
                                    <p:cond delay="0"/>
                                  </p:stCondLst>
                                  <p:childTnLst>
                                    <p:set>
                                      <p:cBhvr>
                                        <p:cTn id="9" dur="1" fill="hold">
                                          <p:stCondLst>
                                            <p:cond delay="0"/>
                                          </p:stCondLst>
                                        </p:cTn>
                                        <p:tgtEl>
                                          <p:spTgt spid="503"/>
                                        </p:tgtEl>
                                        <p:attrNameLst>
                                          <p:attrName>style.visibility</p:attrName>
                                        </p:attrNameLst>
                                      </p:cBhvr>
                                      <p:to>
                                        <p:strVal val="visible"/>
                                      </p:to>
                                    </p:set>
                                    <p:animEffect transition="in" filter="fade">
                                      <p:cBhvr>
                                        <p:cTn id="10" dur="300" fill="hold"/>
                                        <p:tgtEl>
                                          <p:spTgt spid="503"/>
                                        </p:tgtEl>
                                      </p:cBhvr>
                                    </p:animEffect>
                                  </p:childTnLst>
                                </p:cTn>
                              </p:par>
                              <p:par>
                                <p:cTn id="11" presetID="10" presetClass="entr" presetSubtype="0" fill="hold" nodeType="withEffect">
                                  <p:stCondLst>
                                    <p:cond delay="0"/>
                                  </p:stCondLst>
                                  <p:childTnLst>
                                    <p:set>
                                      <p:cBhvr>
                                        <p:cTn id="12" dur="1" fill="hold">
                                          <p:stCondLst>
                                            <p:cond delay="0"/>
                                          </p:stCondLst>
                                        </p:cTn>
                                        <p:tgtEl>
                                          <p:spTgt spid="504"/>
                                        </p:tgtEl>
                                        <p:attrNameLst>
                                          <p:attrName>style.visibility</p:attrName>
                                        </p:attrNameLst>
                                      </p:cBhvr>
                                      <p:to>
                                        <p:strVal val="visible"/>
                                      </p:to>
                                    </p:set>
                                    <p:animEffect transition="in" filter="fade">
                                      <p:cBhvr>
                                        <p:cTn id="13" dur="300" fill="hold"/>
                                        <p:tgtEl>
                                          <p:spTgt spid="504"/>
                                        </p:tgtEl>
                                      </p:cBhvr>
                                    </p:animEffect>
                                  </p:childTnLst>
                                </p:cTn>
                              </p:par>
                              <p:par>
                                <p:cTn id="14" presetID="10" presetClass="entr" presetSubtype="0" fill="hold" nodeType="withEffect">
                                  <p:stCondLst>
                                    <p:cond delay="0"/>
                                  </p:stCondLst>
                                  <p:childTnLst>
                                    <p:set>
                                      <p:cBhvr>
                                        <p:cTn id="15" dur="1" fill="hold">
                                          <p:stCondLst>
                                            <p:cond delay="0"/>
                                          </p:stCondLst>
                                        </p:cTn>
                                        <p:tgtEl>
                                          <p:spTgt spid="505"/>
                                        </p:tgtEl>
                                        <p:attrNameLst>
                                          <p:attrName>style.visibility</p:attrName>
                                        </p:attrNameLst>
                                      </p:cBhvr>
                                      <p:to>
                                        <p:strVal val="visible"/>
                                      </p:to>
                                    </p:set>
                                    <p:animEffect transition="in" filter="fade">
                                      <p:cBhvr>
                                        <p:cTn id="16" dur="300" fill="hold"/>
                                        <p:tgtEl>
                                          <p:spTgt spid="505"/>
                                        </p:tgtEl>
                                      </p:cBhvr>
                                    </p:animEffect>
                                  </p:childTnLst>
                                </p:cTn>
                              </p:par>
                              <p:par>
                                <p:cTn id="17" presetID="1" presetClass="entr" presetSubtype="0" fill="hold" nodeType="withEffect">
                                  <p:stCondLst>
                                    <p:cond delay="0"/>
                                  </p:stCondLst>
                                  <p:childTnLst>
                                    <p:set>
                                      <p:cBhvr>
                                        <p:cTn id="18" dur="1" fill="hold">
                                          <p:stCondLst>
                                            <p:cond delay="0"/>
                                          </p:stCondLst>
                                        </p:cTn>
                                        <p:tgtEl>
                                          <p:spTgt spid="50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15" name="19b-image-1"/>
          <p:cNvPicPr>
            <a:picLocks xmlns:a="http://schemas.openxmlformats.org/drawingml/2006/main" noChangeAspect="1"/>
          </p:cNvPicPr>
          <p:nvPr/>
        </p:nvPicPr>
        <p:blipFill>
          <a:blip xmlns:r="http://schemas.openxmlformats.org/officeDocument/2006/relationships" xmlns:a="http://schemas.openxmlformats.org/drawingml/2006/main" r:embed="R75ba225034b34ee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14" name="narrative-number">
            <a:extLst xmlns:a="http://schemas.openxmlformats.org/drawingml/2006/main">
              <a:ext uri="{FF2B5EF4-FFF2-40B4-BE49-F238E27FC236}">
                <a16:creationId xmlns:a16="http://schemas.microsoft.com/office/drawing/2014/main" id="{06D07574-8EC7-425C-98BE-96565150D4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59540698"/>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5" name="section-label">
            <a:extLst xmlns:a="http://schemas.openxmlformats.org/drawingml/2006/main">
              <a:ext uri="{FF2B5EF4-FFF2-40B4-BE49-F238E27FC236}">
                <a16:creationId xmlns:a16="http://schemas.microsoft.com/office/drawing/2014/main" id="{FF8A2C20-938F-4CDE-A3E0-8977EC8C1097}"/>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16" name="section-rule">
            <a:extLst xmlns:a="http://schemas.openxmlformats.org/drawingml/2006/main">
              <a:ext uri="{FF2B5EF4-FFF2-40B4-BE49-F238E27FC236}">
                <a16:creationId xmlns:a16="http://schemas.microsoft.com/office/drawing/2014/main" id="{735E7D7D-2154-4472-B2EF-2F415FD74AB8}"/>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7" name="section-title">
            <a:extLst xmlns:a="http://schemas.openxmlformats.org/drawingml/2006/main">
              <a:ext uri="{FF2B5EF4-FFF2-40B4-BE49-F238E27FC236}">
                <a16:creationId xmlns:a16="http://schemas.microsoft.com/office/drawing/2014/main" id="{AF1652F1-CFA2-467A-B64D-5FD3003AD3F7}"/>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18" name="narrative-number">
            <a:extLst xmlns:a="http://schemas.openxmlformats.org/drawingml/2006/main">
              <a:ext uri="{FF2B5EF4-FFF2-40B4-BE49-F238E27FC236}">
                <a16:creationId xmlns:a16="http://schemas.microsoft.com/office/drawing/2014/main" id="{7A02C3C4-26A9-4864-B891-8AC33B59777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657907062"/>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9" name="!!area-name">
            <a:extLst xmlns:a="http://schemas.openxmlformats.org/drawingml/2006/main">
              <a:ext uri="{FF2B5EF4-FFF2-40B4-BE49-F238E27FC236}">
                <a16:creationId xmlns:a16="http://schemas.microsoft.com/office/drawing/2014/main" id="{667EC5D0-97B1-45C1-97A0-011D86C43C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26" name="mini-map"/>
          <p:cNvPicPr>
            <a:picLocks xmlns:a="http://schemas.openxmlformats.org/drawingml/2006/main" noChangeAspect="1"/>
          </p:cNvPicPr>
          <p:nvPr/>
        </p:nvPicPr>
        <p:blipFill>
          <a:blip xmlns:r="http://schemas.openxmlformats.org/officeDocument/2006/relationships" xmlns:a="http://schemas.openxmlformats.org/drawingml/2006/main" r:embed="R7d1b380ab67f459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1" name="slide-title">
            <a:extLst xmlns:a="http://schemas.openxmlformats.org/drawingml/2006/main">
              <a:ext uri="{FF2B5EF4-FFF2-40B4-BE49-F238E27FC236}">
                <a16:creationId xmlns:a16="http://schemas.microsoft.com/office/drawing/2014/main" id="{1687BCE2-3EF1-4DC3-AB34-7D55B204866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22" name="header-divider">
            <a:extLst xmlns:a="http://schemas.openxmlformats.org/drawingml/2006/main">
              <a:ext uri="{FF2B5EF4-FFF2-40B4-BE49-F238E27FC236}">
                <a16:creationId xmlns:a16="http://schemas.microsoft.com/office/drawing/2014/main" id="{B54CCCC8-6E52-4CC5-B0EE-BE21315D1DE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9"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4" name="narrative-number">
            <a:extLst xmlns:a="http://schemas.openxmlformats.org/drawingml/2006/main">
              <a:ext uri="{FF2B5EF4-FFF2-40B4-BE49-F238E27FC236}">
                <a16:creationId xmlns:a16="http://schemas.microsoft.com/office/drawing/2014/main" id="{D83094FF-9356-43DB-9EC8-E496E20B952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99175824"/>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5" name="!!area-name">
            <a:extLst xmlns:a="http://schemas.openxmlformats.org/drawingml/2006/main">
              <a:ext uri="{FF2B5EF4-FFF2-40B4-BE49-F238E27FC236}">
                <a16:creationId xmlns:a16="http://schemas.microsoft.com/office/drawing/2014/main" id="{EDE40CF1-D6E8-4BEE-9EFA-B9E2E2DB6FD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34" name="mini-map"/>
          <p:cNvPicPr>
            <a:picLocks xmlns:a="http://schemas.openxmlformats.org/drawingml/2006/main" noChangeAspect="1"/>
          </p:cNvPicPr>
          <p:nvPr/>
        </p:nvPicPr>
        <p:blipFill>
          <a:blip xmlns:r="http://schemas.openxmlformats.org/officeDocument/2006/relationships" xmlns:a="http://schemas.openxmlformats.org/drawingml/2006/main" r:embed="R46b848be03a545a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7" name="slide-title">
            <a:extLst xmlns:a="http://schemas.openxmlformats.org/drawingml/2006/main">
              <a:ext uri="{FF2B5EF4-FFF2-40B4-BE49-F238E27FC236}">
                <a16:creationId xmlns:a16="http://schemas.microsoft.com/office/drawing/2014/main" id="{89D8614A-0335-444F-B33E-673BDBD3B0C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28" name="header-divider">
            <a:extLst xmlns:a="http://schemas.openxmlformats.org/drawingml/2006/main">
              <a:ext uri="{FF2B5EF4-FFF2-40B4-BE49-F238E27FC236}">
                <a16:creationId xmlns:a16="http://schemas.microsoft.com/office/drawing/2014/main" id="{38DBB444-2023-4E73-A81A-DFAB6305456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9" name="21-text-2">
            <a:extLst xmlns:a="http://schemas.openxmlformats.org/drawingml/2006/main">
              <a:ext uri="{FF2B5EF4-FFF2-40B4-BE49-F238E27FC236}">
                <a16:creationId xmlns:a16="http://schemas.microsoft.com/office/drawing/2014/main" id="{205233AC-310E-40DA-8D32-18063DE57F98}"/>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530" name="21-text-3">
            <a:extLst xmlns:a="http://schemas.openxmlformats.org/drawingml/2006/main">
              <a:ext uri="{FF2B5EF4-FFF2-40B4-BE49-F238E27FC236}">
                <a16:creationId xmlns:a16="http://schemas.microsoft.com/office/drawing/2014/main" id="{E7A4F6FF-B845-4ACE-BCBB-39A851E7216C}"/>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531" name="21-text-4">
            <a:extLst xmlns:a="http://schemas.openxmlformats.org/drawingml/2006/main">
              <a:ext uri="{FF2B5EF4-FFF2-40B4-BE49-F238E27FC236}">
                <a16:creationId xmlns:a16="http://schemas.microsoft.com/office/drawing/2014/main" id="{85A0608A-2418-4F5B-A7F9-CA644722437B}"/>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532" name="narrative-number">
            <a:extLst xmlns:a="http://schemas.openxmlformats.org/drawingml/2006/main">
              <a:ext uri="{FF2B5EF4-FFF2-40B4-BE49-F238E27FC236}">
                <a16:creationId xmlns:a16="http://schemas.microsoft.com/office/drawing/2014/main" id="{61A76E22-39B6-44C4-903D-872EA7A977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695032435"/>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3" name="!!area-name">
            <a:extLst xmlns:a="http://schemas.openxmlformats.org/drawingml/2006/main">
              <a:ext uri="{FF2B5EF4-FFF2-40B4-BE49-F238E27FC236}">
                <a16:creationId xmlns:a16="http://schemas.microsoft.com/office/drawing/2014/main" id="{F41C597F-7F68-457A-AAAC-D399FB5114E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49" name="mini-map"/>
          <p:cNvPicPr>
            <a:picLocks xmlns:a="http://schemas.openxmlformats.org/drawingml/2006/main" noChangeAspect="1"/>
          </p:cNvPicPr>
          <p:nvPr/>
        </p:nvPicPr>
        <p:blipFill>
          <a:blip xmlns:r="http://schemas.openxmlformats.org/officeDocument/2006/relationships" xmlns:a="http://schemas.openxmlformats.org/drawingml/2006/main" r:embed="R91d120651dac457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5" name="slide-title">
            <a:extLst xmlns:a="http://schemas.openxmlformats.org/drawingml/2006/main">
              <a:ext uri="{FF2B5EF4-FFF2-40B4-BE49-F238E27FC236}">
                <a16:creationId xmlns:a16="http://schemas.microsoft.com/office/drawing/2014/main" id="{7DFC808D-B9E5-49DF-B1E8-0C184C007AC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536" name="header-divider">
            <a:extLst xmlns:a="http://schemas.openxmlformats.org/drawingml/2006/main">
              <a:ext uri="{FF2B5EF4-FFF2-40B4-BE49-F238E27FC236}">
                <a16:creationId xmlns:a16="http://schemas.microsoft.com/office/drawing/2014/main" id="{E30944BA-B159-405F-96E6-D4DFFE424D1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7" name="22-text-1">
            <a:extLst xmlns:a="http://schemas.openxmlformats.org/drawingml/2006/main">
              <a:ext uri="{FF2B5EF4-FFF2-40B4-BE49-F238E27FC236}">
                <a16:creationId xmlns:a16="http://schemas.microsoft.com/office/drawing/2014/main" id="{DD335437-9AA0-4C53-A44B-1124D9A2D50E}"/>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538" name="22-line-3">
            <a:extLst xmlns:a="http://schemas.openxmlformats.org/drawingml/2006/main">
              <a:ext uri="{FF2B5EF4-FFF2-40B4-BE49-F238E27FC236}">
                <a16:creationId xmlns:a16="http://schemas.microsoft.com/office/drawing/2014/main" id="{975E76F3-3E0D-40F5-8CD4-ACADE2F63BB1}"/>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39" name="22-text-4">
            <a:extLst xmlns:a="http://schemas.openxmlformats.org/drawingml/2006/main">
              <a:ext uri="{FF2B5EF4-FFF2-40B4-BE49-F238E27FC236}">
                <a16:creationId xmlns:a16="http://schemas.microsoft.com/office/drawing/2014/main" id="{0E7E5BFC-CABB-4443-B152-3FB4C0F46688}"/>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540" name="22-text-5">
            <a:extLst xmlns:a="http://schemas.openxmlformats.org/drawingml/2006/main">
              <a:ext uri="{FF2B5EF4-FFF2-40B4-BE49-F238E27FC236}">
                <a16:creationId xmlns:a16="http://schemas.microsoft.com/office/drawing/2014/main" id="{1ECE131E-AEA1-4BF7-9659-4DC6009774CE}"/>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41" name="22-line-7">
            <a:extLst xmlns:a="http://schemas.openxmlformats.org/drawingml/2006/main">
              <a:ext uri="{FF2B5EF4-FFF2-40B4-BE49-F238E27FC236}">
                <a16:creationId xmlns:a16="http://schemas.microsoft.com/office/drawing/2014/main" id="{B59BA328-A4AE-4361-A107-746337EFAD97}"/>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42" name="22-text-8">
            <a:extLst xmlns:a="http://schemas.openxmlformats.org/drawingml/2006/main">
              <a:ext uri="{FF2B5EF4-FFF2-40B4-BE49-F238E27FC236}">
                <a16:creationId xmlns:a16="http://schemas.microsoft.com/office/drawing/2014/main" id="{9E64CFBF-4B10-4BFB-AFAB-B7458D66317F}"/>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543" name="22-text-9">
            <a:extLst xmlns:a="http://schemas.openxmlformats.org/drawingml/2006/main">
              <a:ext uri="{FF2B5EF4-FFF2-40B4-BE49-F238E27FC236}">
                <a16:creationId xmlns:a16="http://schemas.microsoft.com/office/drawing/2014/main" id="{93BD7630-6253-4E69-A154-E12BA0097754}"/>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544" name="22-line-11">
            <a:extLst xmlns:a="http://schemas.openxmlformats.org/drawingml/2006/main">
              <a:ext uri="{FF2B5EF4-FFF2-40B4-BE49-F238E27FC236}">
                <a16:creationId xmlns:a16="http://schemas.microsoft.com/office/drawing/2014/main" id="{F0A565E5-9028-40E7-B693-B9FE6E023EC5}"/>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45" name="22-text-12">
            <a:extLst xmlns:a="http://schemas.openxmlformats.org/drawingml/2006/main">
              <a:ext uri="{FF2B5EF4-FFF2-40B4-BE49-F238E27FC236}">
                <a16:creationId xmlns:a16="http://schemas.microsoft.com/office/drawing/2014/main" id="{293185A3-DB25-4787-BA60-7822DBA94ECA}"/>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546" name="22-text-13">
            <a:extLst xmlns:a="http://schemas.openxmlformats.org/drawingml/2006/main">
              <a:ext uri="{FF2B5EF4-FFF2-40B4-BE49-F238E27FC236}">
                <a16:creationId xmlns:a16="http://schemas.microsoft.com/office/drawing/2014/main" id="{44F157A4-0402-4639-B959-14F6D72C6078}"/>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547" name="narrative-number">
            <a:extLst xmlns:a="http://schemas.openxmlformats.org/drawingml/2006/main">
              <a:ext uri="{FF2B5EF4-FFF2-40B4-BE49-F238E27FC236}">
                <a16:creationId xmlns:a16="http://schemas.microsoft.com/office/drawing/2014/main" id="{063D7A23-48C9-4E28-A33F-0535E464EC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77147507"/>
      </p:ext>
    </p:extLst>
  </p:cSld>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8" name="!!area-name">
            <a:extLst xmlns:a="http://schemas.openxmlformats.org/drawingml/2006/main">
              <a:ext uri="{FF2B5EF4-FFF2-40B4-BE49-F238E27FC236}">
                <a16:creationId xmlns:a16="http://schemas.microsoft.com/office/drawing/2014/main" id="{EFEEEEBC-0F65-4508-8B2B-9A2A626578A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61" name="mini-map"/>
          <p:cNvPicPr>
            <a:picLocks xmlns:a="http://schemas.openxmlformats.org/drawingml/2006/main" noChangeAspect="1"/>
          </p:cNvPicPr>
          <p:nvPr/>
        </p:nvPicPr>
        <p:blipFill>
          <a:blip xmlns:r="http://schemas.openxmlformats.org/officeDocument/2006/relationships" xmlns:a="http://schemas.openxmlformats.org/drawingml/2006/main" r:embed="R58bb8150ad6b490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0" name="header-divider">
            <a:extLst xmlns:a="http://schemas.openxmlformats.org/drawingml/2006/main">
              <a:ext uri="{FF2B5EF4-FFF2-40B4-BE49-F238E27FC236}">
                <a16:creationId xmlns:a16="http://schemas.microsoft.com/office/drawing/2014/main" id="{6898CA64-DC07-40D4-98EE-399CDC31E53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1" name="22b-text-1">
            <a:extLst xmlns:a="http://schemas.openxmlformats.org/drawingml/2006/main">
              <a:ext uri="{FF2B5EF4-FFF2-40B4-BE49-F238E27FC236}">
                <a16:creationId xmlns:a16="http://schemas.microsoft.com/office/drawing/2014/main" id="{19AF05D6-30AA-4E88-9C70-438861C1CD3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52" name="22b-text-2">
            <a:extLst xmlns:a="http://schemas.openxmlformats.org/drawingml/2006/main">
              <a:ext uri="{FF2B5EF4-FFF2-40B4-BE49-F238E27FC236}">
                <a16:creationId xmlns:a16="http://schemas.microsoft.com/office/drawing/2014/main" id="{276F59AC-6AF6-40CE-8C4E-24945CF2E0AA}"/>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553" name="22b-text-3">
            <a:extLst xmlns:a="http://schemas.openxmlformats.org/drawingml/2006/main">
              <a:ext uri="{FF2B5EF4-FFF2-40B4-BE49-F238E27FC236}">
                <a16:creationId xmlns:a16="http://schemas.microsoft.com/office/drawing/2014/main" id="{3051AA98-6687-4693-8968-A14FE76D71AF}"/>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54" name="22b-text-4">
            <a:extLst xmlns:a="http://schemas.openxmlformats.org/drawingml/2006/main">
              <a:ext uri="{FF2B5EF4-FFF2-40B4-BE49-F238E27FC236}">
                <a16:creationId xmlns:a16="http://schemas.microsoft.com/office/drawing/2014/main" id="{931B94F0-2FB2-44AA-A9A5-B264183E8980}"/>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555" name="22b-text-5">
            <a:extLst xmlns:a="http://schemas.openxmlformats.org/drawingml/2006/main">
              <a:ext uri="{FF2B5EF4-FFF2-40B4-BE49-F238E27FC236}">
                <a16:creationId xmlns:a16="http://schemas.microsoft.com/office/drawing/2014/main" id="{08419103-9D49-4B21-BC3E-D3813A4CFA5D}"/>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556" name="22b-text-6">
            <a:extLst xmlns:a="http://schemas.openxmlformats.org/drawingml/2006/main">
              <a:ext uri="{FF2B5EF4-FFF2-40B4-BE49-F238E27FC236}">
                <a16:creationId xmlns:a16="http://schemas.microsoft.com/office/drawing/2014/main" id="{3EDE6365-2B2B-4726-9D0A-E404B08FB12E}"/>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557" name="22b-text-7">
            <a:extLst xmlns:a="http://schemas.openxmlformats.org/drawingml/2006/main">
              <a:ext uri="{FF2B5EF4-FFF2-40B4-BE49-F238E27FC236}">
                <a16:creationId xmlns:a16="http://schemas.microsoft.com/office/drawing/2014/main" id="{98B0D9D1-06FA-493A-8A91-D72A2E791B67}"/>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558" name="22b-text-8">
            <a:extLst xmlns:a="http://schemas.openxmlformats.org/drawingml/2006/main">
              <a:ext uri="{FF2B5EF4-FFF2-40B4-BE49-F238E27FC236}">
                <a16:creationId xmlns:a16="http://schemas.microsoft.com/office/drawing/2014/main" id="{97323C09-6D07-49EA-BBBB-0A27D8AE4CC8}"/>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559" name="narrative-number">
            <a:extLst xmlns:a="http://schemas.openxmlformats.org/drawingml/2006/main">
              <a:ext uri="{FF2B5EF4-FFF2-40B4-BE49-F238E27FC236}">
                <a16:creationId xmlns:a16="http://schemas.microsoft.com/office/drawing/2014/main" id="{2533F0F1-6FFA-4EE7-B93B-C75AB049A7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456638483"/>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0" name="!!area-name">
            <a:extLst xmlns:a="http://schemas.openxmlformats.org/drawingml/2006/main">
              <a:ext uri="{FF2B5EF4-FFF2-40B4-BE49-F238E27FC236}">
                <a16:creationId xmlns:a16="http://schemas.microsoft.com/office/drawing/2014/main" id="{BA4B87E2-36B3-4A07-A858-99206AB5BF0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68" name="mini-map"/>
          <p:cNvPicPr>
            <a:picLocks xmlns:a="http://schemas.openxmlformats.org/drawingml/2006/main" noChangeAspect="1"/>
          </p:cNvPicPr>
          <p:nvPr/>
        </p:nvPicPr>
        <p:blipFill>
          <a:blip xmlns:r="http://schemas.openxmlformats.org/officeDocument/2006/relationships" xmlns:a="http://schemas.openxmlformats.org/drawingml/2006/main" r:embed="R6496d81947ad49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62" name="header-divider">
            <a:extLst xmlns:a="http://schemas.openxmlformats.org/drawingml/2006/main">
              <a:ext uri="{FF2B5EF4-FFF2-40B4-BE49-F238E27FC236}">
                <a16:creationId xmlns:a16="http://schemas.microsoft.com/office/drawing/2014/main" id="{0D6507DB-FA66-4B78-A59D-133D127CAA2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3" name="22b-text-1">
            <a:extLst xmlns:a="http://schemas.openxmlformats.org/drawingml/2006/main">
              <a:ext uri="{FF2B5EF4-FFF2-40B4-BE49-F238E27FC236}">
                <a16:creationId xmlns:a16="http://schemas.microsoft.com/office/drawing/2014/main" id="{8EF2B6A9-6E59-4D48-B264-B2B270747E83}"/>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64" name="22b-text-9">
            <a:extLst xmlns:a="http://schemas.openxmlformats.org/drawingml/2006/main">
              <a:ext uri="{FF2B5EF4-FFF2-40B4-BE49-F238E27FC236}">
                <a16:creationId xmlns:a16="http://schemas.microsoft.com/office/drawing/2014/main" id="{6E29C8B6-2823-4BCB-930E-E58EDA7F7E46}"/>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565" name="22b-text-10">
            <a:extLst xmlns:a="http://schemas.openxmlformats.org/drawingml/2006/main">
              <a:ext uri="{FF2B5EF4-FFF2-40B4-BE49-F238E27FC236}">
                <a16:creationId xmlns:a16="http://schemas.microsoft.com/office/drawing/2014/main" id="{31F76EAD-43F7-47E9-81F7-5797657EB21D}"/>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566" name="narrative-number">
            <a:extLst xmlns:a="http://schemas.openxmlformats.org/drawingml/2006/main">
              <a:ext uri="{FF2B5EF4-FFF2-40B4-BE49-F238E27FC236}">
                <a16:creationId xmlns:a16="http://schemas.microsoft.com/office/drawing/2014/main" id="{DC3A4B9B-6995-44EC-910E-DE2EF5C485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101632378"/>
      </p:ext>
    </p:extLst>
  </p:cSld>
</p:sld>
</file>

<file path=ppt/slides/slide5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7" name="!!area-name">
            <a:extLst xmlns:a="http://schemas.openxmlformats.org/drawingml/2006/main">
              <a:ext uri="{FF2B5EF4-FFF2-40B4-BE49-F238E27FC236}">
                <a16:creationId xmlns:a16="http://schemas.microsoft.com/office/drawing/2014/main" id="{4EF6DE48-D5FF-4F29-9B0D-FCB8FDF347B3}"/>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68" name="header-divider">
            <a:extLst xmlns:a="http://schemas.openxmlformats.org/drawingml/2006/main">
              <a:ext uri="{FF2B5EF4-FFF2-40B4-BE49-F238E27FC236}">
                <a16:creationId xmlns:a16="http://schemas.microsoft.com/office/drawing/2014/main" id="{0BE7348E-EFB4-46AA-8656-6A9DD077E0C9}"/>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9" name="23-shape-1">
            <a:extLst xmlns:a="http://schemas.openxmlformats.org/drawingml/2006/main">
              <a:ext uri="{FF2B5EF4-FFF2-40B4-BE49-F238E27FC236}">
                <a16:creationId xmlns:a16="http://schemas.microsoft.com/office/drawing/2014/main" id="{C9B1F718-34A5-4F5B-B404-6876708F86D0}"/>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0" name="23-shape-2">
            <a:extLst xmlns:a="http://schemas.openxmlformats.org/drawingml/2006/main">
              <a:ext uri="{FF2B5EF4-FFF2-40B4-BE49-F238E27FC236}">
                <a16:creationId xmlns:a16="http://schemas.microsoft.com/office/drawing/2014/main" id="{2D28E7C1-0762-47B5-8FAA-AB3B780B5946}"/>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71" name="23-text-3">
            <a:extLst xmlns:a="http://schemas.openxmlformats.org/drawingml/2006/main">
              <a:ext uri="{FF2B5EF4-FFF2-40B4-BE49-F238E27FC236}">
                <a16:creationId xmlns:a16="http://schemas.microsoft.com/office/drawing/2014/main" id="{79D7E162-1F26-46AA-8E6B-9CAD10038E6F}"/>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572" name="23-text-4">
            <a:extLst xmlns:a="http://schemas.openxmlformats.org/drawingml/2006/main">
              <a:ext uri="{FF2B5EF4-FFF2-40B4-BE49-F238E27FC236}">
                <a16:creationId xmlns:a16="http://schemas.microsoft.com/office/drawing/2014/main" id="{964F9AC9-3146-4469-BDF5-7D620881362E}"/>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573" name="23-shape-5">
            <a:extLst xmlns:a="http://schemas.openxmlformats.org/drawingml/2006/main">
              <a:ext uri="{FF2B5EF4-FFF2-40B4-BE49-F238E27FC236}">
                <a16:creationId xmlns:a16="http://schemas.microsoft.com/office/drawing/2014/main" id="{6C110F33-7162-45FA-ADE0-F992AAB03843}"/>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4" name="23-shape-6">
            <a:extLst xmlns:a="http://schemas.openxmlformats.org/drawingml/2006/main">
              <a:ext uri="{FF2B5EF4-FFF2-40B4-BE49-F238E27FC236}">
                <a16:creationId xmlns:a16="http://schemas.microsoft.com/office/drawing/2014/main" id="{C24CC19C-125A-471E-AE7D-E9A19D13DDA1}"/>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75" name="23-text-7">
            <a:extLst xmlns:a="http://schemas.openxmlformats.org/drawingml/2006/main">
              <a:ext uri="{FF2B5EF4-FFF2-40B4-BE49-F238E27FC236}">
                <a16:creationId xmlns:a16="http://schemas.microsoft.com/office/drawing/2014/main" id="{9F3D53B9-6F80-4452-BCA5-E590292C004D}"/>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576" name="23-text-8">
            <a:extLst xmlns:a="http://schemas.openxmlformats.org/drawingml/2006/main">
              <a:ext uri="{FF2B5EF4-FFF2-40B4-BE49-F238E27FC236}">
                <a16:creationId xmlns:a16="http://schemas.microsoft.com/office/drawing/2014/main" id="{C845A987-AF52-486D-AF37-E5420FE24DFE}"/>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577" name="23-shape-9">
            <a:extLst xmlns:a="http://schemas.openxmlformats.org/drawingml/2006/main">
              <a:ext uri="{FF2B5EF4-FFF2-40B4-BE49-F238E27FC236}">
                <a16:creationId xmlns:a16="http://schemas.microsoft.com/office/drawing/2014/main" id="{10429DB2-B665-4B3B-951E-C8F0811D30B4}"/>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8" name="23-shape-10">
            <a:extLst xmlns:a="http://schemas.openxmlformats.org/drawingml/2006/main">
              <a:ext uri="{FF2B5EF4-FFF2-40B4-BE49-F238E27FC236}">
                <a16:creationId xmlns:a16="http://schemas.microsoft.com/office/drawing/2014/main" id="{061AA0F1-8031-4ECD-9DEE-594A4125C729}"/>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79" name="23-text-11">
            <a:extLst xmlns:a="http://schemas.openxmlformats.org/drawingml/2006/main">
              <a:ext uri="{FF2B5EF4-FFF2-40B4-BE49-F238E27FC236}">
                <a16:creationId xmlns:a16="http://schemas.microsoft.com/office/drawing/2014/main" id="{777D9B97-0CC2-499D-B17C-A5451FAFD0CA}"/>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580" name="23-text-12">
            <a:extLst xmlns:a="http://schemas.openxmlformats.org/drawingml/2006/main">
              <a:ext uri="{FF2B5EF4-FFF2-40B4-BE49-F238E27FC236}">
                <a16:creationId xmlns:a16="http://schemas.microsoft.com/office/drawing/2014/main" id="{23EE446B-E8A9-4519-8262-80C747B0D648}"/>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581" name="23-shape-13">
            <a:extLst xmlns:a="http://schemas.openxmlformats.org/drawingml/2006/main">
              <a:ext uri="{FF2B5EF4-FFF2-40B4-BE49-F238E27FC236}">
                <a16:creationId xmlns:a16="http://schemas.microsoft.com/office/drawing/2014/main" id="{8592E325-4059-4449-AA42-DBAFFF371170}"/>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82" name="23-shape-14">
            <a:extLst xmlns:a="http://schemas.openxmlformats.org/drawingml/2006/main">
              <a:ext uri="{FF2B5EF4-FFF2-40B4-BE49-F238E27FC236}">
                <a16:creationId xmlns:a16="http://schemas.microsoft.com/office/drawing/2014/main" id="{02F451BC-593B-4ECA-88AA-8216FDF43996}"/>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83" name="23-text-15">
            <a:extLst xmlns:a="http://schemas.openxmlformats.org/drawingml/2006/main">
              <a:ext uri="{FF2B5EF4-FFF2-40B4-BE49-F238E27FC236}">
                <a16:creationId xmlns:a16="http://schemas.microsoft.com/office/drawing/2014/main" id="{BB91A896-935E-4CC3-A1B0-C58D48CC0DE3}"/>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84" name="23-text-16">
            <a:extLst xmlns:a="http://schemas.openxmlformats.org/drawingml/2006/main">
              <a:ext uri="{FF2B5EF4-FFF2-40B4-BE49-F238E27FC236}">
                <a16:creationId xmlns:a16="http://schemas.microsoft.com/office/drawing/2014/main" id="{E07E5684-C781-4FE1-8D6D-FEA5A31381F5}"/>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585" name="23-shape-17">
            <a:extLst xmlns:a="http://schemas.openxmlformats.org/drawingml/2006/main">
              <a:ext uri="{FF2B5EF4-FFF2-40B4-BE49-F238E27FC236}">
                <a16:creationId xmlns:a16="http://schemas.microsoft.com/office/drawing/2014/main" id="{10B16A37-4700-423E-8007-3FADC89B021C}"/>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86" name="23-shape-18">
            <a:extLst xmlns:a="http://schemas.openxmlformats.org/drawingml/2006/main">
              <a:ext uri="{FF2B5EF4-FFF2-40B4-BE49-F238E27FC236}">
                <a16:creationId xmlns:a16="http://schemas.microsoft.com/office/drawing/2014/main" id="{6E16AB44-4AF9-4235-9A05-D5701BC8A616}"/>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87" name="23-text-19">
            <a:extLst xmlns:a="http://schemas.openxmlformats.org/drawingml/2006/main">
              <a:ext uri="{FF2B5EF4-FFF2-40B4-BE49-F238E27FC236}">
                <a16:creationId xmlns:a16="http://schemas.microsoft.com/office/drawing/2014/main" id="{AAA22B22-ADEB-498D-8249-FE8CF37BAF78}"/>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588" name="23-text-20">
            <a:extLst xmlns:a="http://schemas.openxmlformats.org/drawingml/2006/main">
              <a:ext uri="{FF2B5EF4-FFF2-40B4-BE49-F238E27FC236}">
                <a16:creationId xmlns:a16="http://schemas.microsoft.com/office/drawing/2014/main" id="{1A02FE29-0116-45DE-8428-F3AEA5B5EFD7}"/>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589" name="23-shape-21">
            <a:extLst xmlns:a="http://schemas.openxmlformats.org/drawingml/2006/main">
              <a:ext uri="{FF2B5EF4-FFF2-40B4-BE49-F238E27FC236}">
                <a16:creationId xmlns:a16="http://schemas.microsoft.com/office/drawing/2014/main" id="{7395B163-C74A-459F-A834-63EA1688968E}"/>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90" name="23-shape-22">
            <a:extLst xmlns:a="http://schemas.openxmlformats.org/drawingml/2006/main">
              <a:ext uri="{FF2B5EF4-FFF2-40B4-BE49-F238E27FC236}">
                <a16:creationId xmlns:a16="http://schemas.microsoft.com/office/drawing/2014/main" id="{9D7E5E2B-3E96-43A9-B592-8ADC776A0A32}"/>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91" name="23-text-23">
            <a:extLst xmlns:a="http://schemas.openxmlformats.org/drawingml/2006/main">
              <a:ext uri="{FF2B5EF4-FFF2-40B4-BE49-F238E27FC236}">
                <a16:creationId xmlns:a16="http://schemas.microsoft.com/office/drawing/2014/main" id="{F37FC2A2-16B1-4200-AFA5-1A4FC7D4DB0C}"/>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592" name="23-text-24">
            <a:extLst xmlns:a="http://schemas.openxmlformats.org/drawingml/2006/main">
              <a:ext uri="{FF2B5EF4-FFF2-40B4-BE49-F238E27FC236}">
                <a16:creationId xmlns:a16="http://schemas.microsoft.com/office/drawing/2014/main" id="{DCA9265C-44CB-419A-8735-1B5038AFC490}"/>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93" name="narrative-number">
            <a:extLst xmlns:a="http://schemas.openxmlformats.org/drawingml/2006/main">
              <a:ext uri="{FF2B5EF4-FFF2-40B4-BE49-F238E27FC236}">
                <a16:creationId xmlns:a16="http://schemas.microsoft.com/office/drawing/2014/main" id="{853414F4-6228-486E-8C37-555C5E45017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192142194"/>
      </p:ext>
    </p:extLst>
  </p:cSld>
</p:sld>
</file>

<file path=ppt/slides/slide6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94" name="!!area-name">
            <a:extLst xmlns:a="http://schemas.openxmlformats.org/drawingml/2006/main">
              <a:ext uri="{FF2B5EF4-FFF2-40B4-BE49-F238E27FC236}">
                <a16:creationId xmlns:a16="http://schemas.microsoft.com/office/drawing/2014/main" id="{15E46CC7-2728-46AE-9C66-BEB97091EF8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12" name="mini-map"/>
          <p:cNvPicPr>
            <a:picLocks xmlns:a="http://schemas.openxmlformats.org/drawingml/2006/main" noChangeAspect="1"/>
          </p:cNvPicPr>
          <p:nvPr/>
        </p:nvPicPr>
        <p:blipFill>
          <a:blip xmlns:r="http://schemas.openxmlformats.org/officeDocument/2006/relationships" xmlns:a="http://schemas.openxmlformats.org/drawingml/2006/main" r:embed="R2e0fca4f0731422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96" name="slide-title">
            <a:extLst xmlns:a="http://schemas.openxmlformats.org/drawingml/2006/main">
              <a:ext uri="{FF2B5EF4-FFF2-40B4-BE49-F238E27FC236}">
                <a16:creationId xmlns:a16="http://schemas.microsoft.com/office/drawing/2014/main" id="{850201F1-E308-47AD-A8D1-039C349B9C2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97" name="header-divider">
            <a:extLst xmlns:a="http://schemas.openxmlformats.org/drawingml/2006/main">
              <a:ext uri="{FF2B5EF4-FFF2-40B4-BE49-F238E27FC236}">
                <a16:creationId xmlns:a16="http://schemas.microsoft.com/office/drawing/2014/main" id="{81C5E0F3-0208-482B-B8D5-D65A70F5F65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98" name="24-shape-1">
            <a:extLst xmlns:a="http://schemas.openxmlformats.org/drawingml/2006/main">
              <a:ext uri="{FF2B5EF4-FFF2-40B4-BE49-F238E27FC236}">
                <a16:creationId xmlns:a16="http://schemas.microsoft.com/office/drawing/2014/main" id="{F680C794-DBF1-49B5-98C1-8FCC668F6784}"/>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99" name="24-text-2">
            <a:extLst xmlns:a="http://schemas.openxmlformats.org/drawingml/2006/main">
              <a:ext uri="{FF2B5EF4-FFF2-40B4-BE49-F238E27FC236}">
                <a16:creationId xmlns:a16="http://schemas.microsoft.com/office/drawing/2014/main" id="{42C8F4C7-1CFB-4376-91AC-545B633676F6}"/>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600" name="24-text-3">
            <a:extLst xmlns:a="http://schemas.openxmlformats.org/drawingml/2006/main">
              <a:ext uri="{FF2B5EF4-FFF2-40B4-BE49-F238E27FC236}">
                <a16:creationId xmlns:a16="http://schemas.microsoft.com/office/drawing/2014/main" id="{AA9708A4-BEFF-4629-A29B-E3BBC0A93F3C}"/>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601" name="24-shape-4">
            <a:extLst xmlns:a="http://schemas.openxmlformats.org/drawingml/2006/main">
              <a:ext uri="{FF2B5EF4-FFF2-40B4-BE49-F238E27FC236}">
                <a16:creationId xmlns:a16="http://schemas.microsoft.com/office/drawing/2014/main" id="{10BE7DDE-90CF-4FE4-A232-CA02FB4AAD0E}"/>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02" name="24-text-5">
            <a:extLst xmlns:a="http://schemas.openxmlformats.org/drawingml/2006/main">
              <a:ext uri="{FF2B5EF4-FFF2-40B4-BE49-F238E27FC236}">
                <a16:creationId xmlns:a16="http://schemas.microsoft.com/office/drawing/2014/main" id="{BFDB5B1F-5410-4E98-8A27-12D7AF3A608A}"/>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603" name="24-text-6">
            <a:extLst xmlns:a="http://schemas.openxmlformats.org/drawingml/2006/main">
              <a:ext uri="{FF2B5EF4-FFF2-40B4-BE49-F238E27FC236}">
                <a16:creationId xmlns:a16="http://schemas.microsoft.com/office/drawing/2014/main" id="{763F95A2-3192-48B9-880B-BA66123E869C}"/>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604" name="24-shape-7">
            <a:extLst xmlns:a="http://schemas.openxmlformats.org/drawingml/2006/main">
              <a:ext uri="{FF2B5EF4-FFF2-40B4-BE49-F238E27FC236}">
                <a16:creationId xmlns:a16="http://schemas.microsoft.com/office/drawing/2014/main" id="{779155CF-6244-49C2-9EB5-6622916B526F}"/>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05" name="24-text-8">
            <a:extLst xmlns:a="http://schemas.openxmlformats.org/drawingml/2006/main">
              <a:ext uri="{FF2B5EF4-FFF2-40B4-BE49-F238E27FC236}">
                <a16:creationId xmlns:a16="http://schemas.microsoft.com/office/drawing/2014/main" id="{55CD7970-B7E2-4D3B-A983-CA44E9F141B2}"/>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606" name="24-text-9">
            <a:extLst xmlns:a="http://schemas.openxmlformats.org/drawingml/2006/main">
              <a:ext uri="{FF2B5EF4-FFF2-40B4-BE49-F238E27FC236}">
                <a16:creationId xmlns:a16="http://schemas.microsoft.com/office/drawing/2014/main" id="{E1DA3F7F-8DBD-46B5-B931-154C22D11D60}"/>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607" name="24-shape-10">
            <a:extLst xmlns:a="http://schemas.openxmlformats.org/drawingml/2006/main">
              <a:ext uri="{FF2B5EF4-FFF2-40B4-BE49-F238E27FC236}">
                <a16:creationId xmlns:a16="http://schemas.microsoft.com/office/drawing/2014/main" id="{B0E6E321-EED7-4964-A84C-205535BEA187}"/>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08" name="24-text-11">
            <a:extLst xmlns:a="http://schemas.openxmlformats.org/drawingml/2006/main">
              <a:ext uri="{FF2B5EF4-FFF2-40B4-BE49-F238E27FC236}">
                <a16:creationId xmlns:a16="http://schemas.microsoft.com/office/drawing/2014/main" id="{D9553DDF-EF30-4EBB-A770-B07BF67E7D88}"/>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609" name="24-text-12">
            <a:extLst xmlns:a="http://schemas.openxmlformats.org/drawingml/2006/main">
              <a:ext uri="{FF2B5EF4-FFF2-40B4-BE49-F238E27FC236}">
                <a16:creationId xmlns:a16="http://schemas.microsoft.com/office/drawing/2014/main" id="{A90B4E92-72C6-4566-9041-49A3F51A4037}"/>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610" name="narrative-number">
            <a:extLst xmlns:a="http://schemas.openxmlformats.org/drawingml/2006/main">
              <a:ext uri="{FF2B5EF4-FFF2-40B4-BE49-F238E27FC236}">
                <a16:creationId xmlns:a16="http://schemas.microsoft.com/office/drawing/2014/main" id="{9AE45B3C-31A6-4B83-BFD9-47FAC8E91D2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10569257"/>
      </p:ext>
    </p:extLst>
  </p:cSld>
</p:sld>
</file>

<file path=ppt/slides/slide6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11" name="!!area-name">
            <a:extLst xmlns:a="http://schemas.openxmlformats.org/drawingml/2006/main">
              <a:ext uri="{FF2B5EF4-FFF2-40B4-BE49-F238E27FC236}">
                <a16:creationId xmlns:a16="http://schemas.microsoft.com/office/drawing/2014/main" id="{B099AA13-495A-43B0-8433-931D9C08347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21" name="mini-map"/>
          <p:cNvPicPr>
            <a:picLocks xmlns:a="http://schemas.openxmlformats.org/drawingml/2006/main" noChangeAspect="1"/>
          </p:cNvPicPr>
          <p:nvPr/>
        </p:nvPicPr>
        <p:blipFill>
          <a:blip xmlns:r="http://schemas.openxmlformats.org/officeDocument/2006/relationships" xmlns:a="http://schemas.openxmlformats.org/drawingml/2006/main" r:embed="R0d82758b26f4496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13" name="slide-title">
            <a:extLst xmlns:a="http://schemas.openxmlformats.org/drawingml/2006/main">
              <a:ext uri="{FF2B5EF4-FFF2-40B4-BE49-F238E27FC236}">
                <a16:creationId xmlns:a16="http://schemas.microsoft.com/office/drawing/2014/main" id="{0004090B-33ED-430C-9459-8D402482FA1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614" name="header-divider">
            <a:extLst xmlns:a="http://schemas.openxmlformats.org/drawingml/2006/main">
              <a:ext uri="{FF2B5EF4-FFF2-40B4-BE49-F238E27FC236}">
                <a16:creationId xmlns:a16="http://schemas.microsoft.com/office/drawing/2014/main" id="{79EB9D2D-4805-4C02-9D9A-901E4A74DB6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15" name="24-text-13">
            <a:extLst xmlns:a="http://schemas.openxmlformats.org/drawingml/2006/main">
              <a:ext uri="{FF2B5EF4-FFF2-40B4-BE49-F238E27FC236}">
                <a16:creationId xmlns:a16="http://schemas.microsoft.com/office/drawing/2014/main" id="{EBFC5BAC-FA91-4332-966E-105D28FDEB66}"/>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616" name="24-text-14">
            <a:extLst xmlns:a="http://schemas.openxmlformats.org/drawingml/2006/main">
              <a:ext uri="{FF2B5EF4-FFF2-40B4-BE49-F238E27FC236}">
                <a16:creationId xmlns:a16="http://schemas.microsoft.com/office/drawing/2014/main" id="{5A1E18B9-4B25-45CD-921A-D4C6BB9C73F0}"/>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617" name="24-text-15">
            <a:extLst xmlns:a="http://schemas.openxmlformats.org/drawingml/2006/main">
              <a:ext uri="{FF2B5EF4-FFF2-40B4-BE49-F238E27FC236}">
                <a16:creationId xmlns:a16="http://schemas.microsoft.com/office/drawing/2014/main" id="{E8ED191C-1FE7-48A3-8743-A52448FAF6E5}"/>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627" name="24-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19" name="narrative-number">
            <a:extLst xmlns:a="http://schemas.openxmlformats.org/drawingml/2006/main">
              <a:ext uri="{FF2B5EF4-FFF2-40B4-BE49-F238E27FC236}">
                <a16:creationId xmlns:a16="http://schemas.microsoft.com/office/drawing/2014/main" id="{6F93FAAE-6236-458C-8A59-6D39EB2706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765079219"/>
      </p:ext>
    </p:extLst>
  </p:cSld>
</p:sld>
</file>

<file path=ppt/slides/slide6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20" name="slide-title">
            <a:extLst xmlns:a="http://schemas.openxmlformats.org/drawingml/2006/main">
              <a:ext uri="{FF2B5EF4-FFF2-40B4-BE49-F238E27FC236}">
                <a16:creationId xmlns:a16="http://schemas.microsoft.com/office/drawing/2014/main" id="{A4F755C8-2C97-4F60-81EF-16CA115369A7}"/>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621" name="header-divider">
            <a:extLst xmlns:a="http://schemas.openxmlformats.org/drawingml/2006/main">
              <a:ext uri="{FF2B5EF4-FFF2-40B4-BE49-F238E27FC236}">
                <a16:creationId xmlns:a16="http://schemas.microsoft.com/office/drawing/2014/main" id="{7CCFC2C8-D980-4053-954C-CAFC2F78EA39}"/>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2" name="25-text-1">
            <a:extLst xmlns:a="http://schemas.openxmlformats.org/drawingml/2006/main">
              <a:ext uri="{FF2B5EF4-FFF2-40B4-BE49-F238E27FC236}">
                <a16:creationId xmlns:a16="http://schemas.microsoft.com/office/drawing/2014/main" id="{EA589A59-6FB4-4540-8607-C7F88373662A}"/>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623" name="25-text-2">
            <a:extLst xmlns:a="http://schemas.openxmlformats.org/drawingml/2006/main">
              <a:ext uri="{FF2B5EF4-FFF2-40B4-BE49-F238E27FC236}">
                <a16:creationId xmlns:a16="http://schemas.microsoft.com/office/drawing/2014/main" id="{504D8BBA-CADC-4497-AE65-926C34C25456}"/>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624" name="25-text-3">
            <a:extLst xmlns:a="http://schemas.openxmlformats.org/drawingml/2006/main">
              <a:ext uri="{FF2B5EF4-FFF2-40B4-BE49-F238E27FC236}">
                <a16:creationId xmlns:a16="http://schemas.microsoft.com/office/drawing/2014/main" id="{2D6623F4-BECA-4D88-B336-61924EDE6D8C}"/>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625" name="25-text-4">
            <a:extLst xmlns:a="http://schemas.openxmlformats.org/drawingml/2006/main">
              <a:ext uri="{FF2B5EF4-FFF2-40B4-BE49-F238E27FC236}">
                <a16:creationId xmlns:a16="http://schemas.microsoft.com/office/drawing/2014/main" id="{A5215E78-6314-4BF4-8F05-ECA22524F357}"/>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626" name="25-text-5">
            <a:extLst xmlns:a="http://schemas.openxmlformats.org/drawingml/2006/main">
              <a:ext uri="{FF2B5EF4-FFF2-40B4-BE49-F238E27FC236}">
                <a16:creationId xmlns:a16="http://schemas.microsoft.com/office/drawing/2014/main" id="{3F7BEE86-1703-4D58-AD94-924B947FBFE8}"/>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627" name="25-text-6">
            <a:extLst xmlns:a="http://schemas.openxmlformats.org/drawingml/2006/main">
              <a:ext uri="{FF2B5EF4-FFF2-40B4-BE49-F238E27FC236}">
                <a16:creationId xmlns:a16="http://schemas.microsoft.com/office/drawing/2014/main" id="{C1A8DE9C-3CDE-4F03-899F-1F36F17C8475}"/>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628" name="25-text-7">
            <a:extLst xmlns:a="http://schemas.openxmlformats.org/drawingml/2006/main">
              <a:ext uri="{FF2B5EF4-FFF2-40B4-BE49-F238E27FC236}">
                <a16:creationId xmlns:a16="http://schemas.microsoft.com/office/drawing/2014/main" id="{1DEDB01C-2FCB-4E41-A27D-0911A6482E71}"/>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629" name="25-text-8">
            <a:extLst xmlns:a="http://schemas.openxmlformats.org/drawingml/2006/main">
              <a:ext uri="{FF2B5EF4-FFF2-40B4-BE49-F238E27FC236}">
                <a16:creationId xmlns:a16="http://schemas.microsoft.com/office/drawing/2014/main" id="{237168D4-AC02-4162-86CD-3ABF210FA308}"/>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630" name="25-text-9">
            <a:extLst xmlns:a="http://schemas.openxmlformats.org/drawingml/2006/main">
              <a:ext uri="{FF2B5EF4-FFF2-40B4-BE49-F238E27FC236}">
                <a16:creationId xmlns:a16="http://schemas.microsoft.com/office/drawing/2014/main" id="{F92A77FE-7B11-4A7E-B9DA-058C2FED7613}"/>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631" name="25-text-10">
            <a:extLst xmlns:a="http://schemas.openxmlformats.org/drawingml/2006/main">
              <a:ext uri="{FF2B5EF4-FFF2-40B4-BE49-F238E27FC236}">
                <a16:creationId xmlns:a16="http://schemas.microsoft.com/office/drawing/2014/main" id="{AFB2975C-555E-422F-8885-095954459225}"/>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32" name="25-text-11">
            <a:extLst xmlns:a="http://schemas.openxmlformats.org/drawingml/2006/main">
              <a:ext uri="{FF2B5EF4-FFF2-40B4-BE49-F238E27FC236}">
                <a16:creationId xmlns:a16="http://schemas.microsoft.com/office/drawing/2014/main" id="{0797E74B-4BE8-42D1-8F3C-C0D883BE1568}"/>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33" name="25-text-12">
            <a:extLst xmlns:a="http://schemas.openxmlformats.org/drawingml/2006/main">
              <a:ext uri="{FF2B5EF4-FFF2-40B4-BE49-F238E27FC236}">
                <a16:creationId xmlns:a16="http://schemas.microsoft.com/office/drawing/2014/main" id="{B65B2C9E-A2BC-4CB3-96EF-0D055F85D715}"/>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34" name="narrative-number">
            <a:extLst xmlns:a="http://schemas.openxmlformats.org/drawingml/2006/main">
              <a:ext uri="{FF2B5EF4-FFF2-40B4-BE49-F238E27FC236}">
                <a16:creationId xmlns:a16="http://schemas.microsoft.com/office/drawing/2014/main" id="{EC4254E9-F486-4932-91A3-86F05DA26BE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374691687"/>
      </p:ext>
    </p:extLst>
  </p:cSld>
</p:sld>
</file>

<file path=ppt/slides/slide6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5" name="26-text-1">
            <a:extLst xmlns:a="http://schemas.openxmlformats.org/drawingml/2006/main">
              <a:ext uri="{FF2B5EF4-FFF2-40B4-BE49-F238E27FC236}">
                <a16:creationId xmlns:a16="http://schemas.microsoft.com/office/drawing/2014/main" id="{FC64D24B-1230-426C-BF8D-6FB0EA72B173}"/>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636" name="26-text-2">
            <a:extLst xmlns:a="http://schemas.openxmlformats.org/drawingml/2006/main">
              <a:ext uri="{FF2B5EF4-FFF2-40B4-BE49-F238E27FC236}">
                <a16:creationId xmlns:a16="http://schemas.microsoft.com/office/drawing/2014/main" id="{A8E01CF3-D501-4E91-98FC-298FC6826524}"/>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637" name="26-text-3">
            <a:extLst xmlns:a="http://schemas.openxmlformats.org/drawingml/2006/main">
              <a:ext uri="{FF2B5EF4-FFF2-40B4-BE49-F238E27FC236}">
                <a16:creationId xmlns:a16="http://schemas.microsoft.com/office/drawing/2014/main" id="{6DFCABAC-D4F0-475C-8FEC-F25558EF527F}"/>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638" name="narrative-number">
            <a:extLst xmlns:a="http://schemas.openxmlformats.org/drawingml/2006/main">
              <a:ext uri="{FF2B5EF4-FFF2-40B4-BE49-F238E27FC236}">
                <a16:creationId xmlns:a16="http://schemas.microsoft.com/office/drawing/2014/main" id="{CA45832E-7208-469B-987F-43A468818AF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98218318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2026-09-16T00:46:40.3800000Z</dcterms:created>
  <dcterms:modified xsi:type="dcterms:W3CDTF">2026-09-16T00:46:40.3800000Z</dcterms:modified>
</coreProperties>
</file>