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d044bed7a54ce0" /><Relationship Type="http://schemas.openxmlformats.org/officeDocument/2006/relationships/extended-properties" Target="/docProps/app.xml" Id="Ra6fcb8589a4041ea" /><Relationship Type="http://schemas.openxmlformats.org/officeDocument/2006/relationships/officeDocument" Target="/ppt/presentation.xml" Id="R64b7ae77e1184444"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7acc3702b04740d1"/>
    <p:sldMasterId xmlns:r="http://schemas.openxmlformats.org/officeDocument/2006/relationships" id="2147483650" r:id="R1f46a102b92d4ab3"/>
  </p:sldMasterIdLst>
  <p:notesMasterIdLst>
    <p:notesMasterId xmlns:r="http://schemas.openxmlformats.org/officeDocument/2006/relationships" r:id="R0f0d93e3d1924645"/>
  </p:notesMasterIdLst>
  <p:sldIdLst>
    <p:sldId xmlns:r="http://schemas.openxmlformats.org/officeDocument/2006/relationships" id="256" r:id="Rc5446adc76114117"/>
    <p:sldId xmlns:r="http://schemas.openxmlformats.org/officeDocument/2006/relationships" id="257" r:id="R53371839c28f4028"/>
    <p:sldId xmlns:r="http://schemas.openxmlformats.org/officeDocument/2006/relationships" id="258" r:id="Re7fff2d7746b4649"/>
    <p:sldId xmlns:r="http://schemas.openxmlformats.org/officeDocument/2006/relationships" id="259" r:id="R5f16fe9d59454435"/>
    <p:sldId xmlns:r="http://schemas.openxmlformats.org/officeDocument/2006/relationships" id="260" r:id="Rd0645d4ef5db4d55"/>
    <p:sldId xmlns:r="http://schemas.openxmlformats.org/officeDocument/2006/relationships" id="261" r:id="Rb2718f7525d4450a"/>
    <p:sldId xmlns:r="http://schemas.openxmlformats.org/officeDocument/2006/relationships" id="262" r:id="R4ab7764c96464e3f"/>
    <p:sldId xmlns:r="http://schemas.openxmlformats.org/officeDocument/2006/relationships" id="263" r:id="R6e8118cca7ac4648"/>
    <p:sldId xmlns:r="http://schemas.openxmlformats.org/officeDocument/2006/relationships" id="264" r:id="R4d5e626187b945a5"/>
    <p:sldId xmlns:r="http://schemas.openxmlformats.org/officeDocument/2006/relationships" id="265" r:id="Rbee72bde6e4d4263"/>
    <p:sldId xmlns:r="http://schemas.openxmlformats.org/officeDocument/2006/relationships" id="266" r:id="Rc15c4593781e4e05"/>
    <p:sldId xmlns:r="http://schemas.openxmlformats.org/officeDocument/2006/relationships" id="267" r:id="Raf61909ea13345c4"/>
    <p:sldId xmlns:r="http://schemas.openxmlformats.org/officeDocument/2006/relationships" id="268" r:id="Re3d9f99cbf5641a9"/>
    <p:sldId xmlns:r="http://schemas.openxmlformats.org/officeDocument/2006/relationships" id="269" r:id="R298ed5180ebd4d7d"/>
    <p:sldId xmlns:r="http://schemas.openxmlformats.org/officeDocument/2006/relationships" id="270" r:id="R3069561ea9eb4f85"/>
    <p:sldId xmlns:r="http://schemas.openxmlformats.org/officeDocument/2006/relationships" id="271" r:id="Rca0befcf38c6413b"/>
    <p:sldId xmlns:r="http://schemas.openxmlformats.org/officeDocument/2006/relationships" id="272" r:id="R296ae7358eca4059"/>
    <p:sldId xmlns:r="http://schemas.openxmlformats.org/officeDocument/2006/relationships" id="273" r:id="R94ac313553f44724"/>
    <p:sldId xmlns:r="http://schemas.openxmlformats.org/officeDocument/2006/relationships" id="274" r:id="Rb4d10294f5fb406d"/>
    <p:sldId xmlns:r="http://schemas.openxmlformats.org/officeDocument/2006/relationships" id="275" r:id="Rd4bfbc0cf50c4cfd"/>
    <p:sldId xmlns:r="http://schemas.openxmlformats.org/officeDocument/2006/relationships" id="276" r:id="R158c773863794476"/>
    <p:sldId xmlns:r="http://schemas.openxmlformats.org/officeDocument/2006/relationships" id="277" r:id="R0041a95845764b44"/>
    <p:sldId xmlns:r="http://schemas.openxmlformats.org/officeDocument/2006/relationships" id="278" r:id="R1e86708c5e234f8f"/>
    <p:sldId xmlns:r="http://schemas.openxmlformats.org/officeDocument/2006/relationships" id="279" r:id="Rf04327576e184989"/>
    <p:sldId xmlns:r="http://schemas.openxmlformats.org/officeDocument/2006/relationships" id="280" r:id="Rf9857753a2ca458d"/>
    <p:sldId xmlns:r="http://schemas.openxmlformats.org/officeDocument/2006/relationships" id="281" r:id="Rbbcd8eb2cfd1453b"/>
    <p:sldId xmlns:r="http://schemas.openxmlformats.org/officeDocument/2006/relationships" id="282" r:id="R9b71fbccad4f4c72"/>
    <p:sldId xmlns:r="http://schemas.openxmlformats.org/officeDocument/2006/relationships" id="283" r:id="R3f3f3c19a204408a"/>
    <p:sldId xmlns:r="http://schemas.openxmlformats.org/officeDocument/2006/relationships" id="284" r:id="Rc3aa34a1932b4bac"/>
    <p:sldId xmlns:r="http://schemas.openxmlformats.org/officeDocument/2006/relationships" id="285" r:id="R4a18fdb8bf8c40cf"/>
    <p:sldId xmlns:r="http://schemas.openxmlformats.org/officeDocument/2006/relationships" id="286" r:id="R7ff829ef43404524"/>
    <p:sldId xmlns:r="http://schemas.openxmlformats.org/officeDocument/2006/relationships" id="287" r:id="Rac4f1094e8fb4445"/>
    <p:sldId xmlns:r="http://schemas.openxmlformats.org/officeDocument/2006/relationships" id="288" r:id="R66bf1743f767442f"/>
    <p:sldId xmlns:r="http://schemas.openxmlformats.org/officeDocument/2006/relationships" id="289" r:id="R9f73e2685fd04c2a"/>
    <p:sldId xmlns:r="http://schemas.openxmlformats.org/officeDocument/2006/relationships" id="290" r:id="R5cf8238309aa4ba7"/>
    <p:sldId xmlns:r="http://schemas.openxmlformats.org/officeDocument/2006/relationships" id="291" r:id="Rab7b4166572e40f1"/>
    <p:sldId xmlns:r="http://schemas.openxmlformats.org/officeDocument/2006/relationships" id="292" r:id="R62ee5a493fc84430"/>
    <p:sldId xmlns:r="http://schemas.openxmlformats.org/officeDocument/2006/relationships" id="293" r:id="Ra9200b2876f44ff5"/>
    <p:sldId xmlns:r="http://schemas.openxmlformats.org/officeDocument/2006/relationships" id="294" r:id="R9eb40a812e564500"/>
    <p:sldId xmlns:r="http://schemas.openxmlformats.org/officeDocument/2006/relationships" id="295" r:id="R8bab4d5f29134d04"/>
    <p:sldId xmlns:r="http://schemas.openxmlformats.org/officeDocument/2006/relationships" id="296" r:id="R6d25ea4229fd44f5"/>
    <p:sldId xmlns:r="http://schemas.openxmlformats.org/officeDocument/2006/relationships" id="297" r:id="R779b15cfd894492f"/>
    <p:sldId xmlns:r="http://schemas.openxmlformats.org/officeDocument/2006/relationships" id="298" r:id="R77acc7efe121422e"/>
    <p:sldId xmlns:r="http://schemas.openxmlformats.org/officeDocument/2006/relationships" id="299" r:id="R739d2497109a4635"/>
    <p:sldId xmlns:r="http://schemas.openxmlformats.org/officeDocument/2006/relationships" id="300" r:id="R69d7eef166f94f4d"/>
    <p:sldId xmlns:r="http://schemas.openxmlformats.org/officeDocument/2006/relationships" id="301" r:id="R9cc4fc384cca412d"/>
    <p:sldId xmlns:r="http://schemas.openxmlformats.org/officeDocument/2006/relationships" id="302" r:id="Rccd8f7e0a83d422d"/>
    <p:sldId xmlns:r="http://schemas.openxmlformats.org/officeDocument/2006/relationships" id="303" r:id="R7f23d56d53ba4063"/>
    <p:sldId xmlns:r="http://schemas.openxmlformats.org/officeDocument/2006/relationships" id="304" r:id="R3d92955145fd4d88"/>
    <p:sldId xmlns:r="http://schemas.openxmlformats.org/officeDocument/2006/relationships" id="305" r:id="Rf48dcbde5cce4191"/>
    <p:sldId xmlns:r="http://schemas.openxmlformats.org/officeDocument/2006/relationships" id="306" r:id="Rd23461bccf8841b9"/>
    <p:sldId xmlns:r="http://schemas.openxmlformats.org/officeDocument/2006/relationships" id="307" r:id="Rc05817d456ec49e7"/>
    <p:sldId xmlns:r="http://schemas.openxmlformats.org/officeDocument/2006/relationships" id="308" r:id="R4c876e824f2a4ec8"/>
    <p:sldId xmlns:r="http://schemas.openxmlformats.org/officeDocument/2006/relationships" id="309" r:id="R282f2ba43a654434"/>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c63b421ac54868" /><Relationship Type="http://schemas.openxmlformats.org/officeDocument/2006/relationships/slideMaster" Target="/ppt/slideMasters/slideMaster1.xml" Id="R7acc3702b04740d1" /><Relationship Type="http://schemas.openxmlformats.org/officeDocument/2006/relationships/slideMaster" Target="/ppt/slideMasters/slideMaster2.xml" Id="R1f46a102b92d4ab3" /><Relationship Type="http://schemas.openxmlformats.org/officeDocument/2006/relationships/notesMaster" Target="/ppt/notesMasters/notesMaster1.xml" Id="R0f0d93e3d1924645" /><Relationship Type="http://schemas.openxmlformats.org/officeDocument/2006/relationships/presProps" Target="/ppt/presProps.xml" Id="Rebfd712c0d8d4f6e" /><Relationship Type="http://schemas.openxmlformats.org/officeDocument/2006/relationships/tableStyles" Target="/ppt/tableStyles.xml" Id="Rf1771d5c4811496c" /><Relationship Type="http://schemas.openxmlformats.org/officeDocument/2006/relationships/slide" Target="/ppt/slides/slide1.xml" Id="Rc5446adc76114117" /><Relationship Type="http://schemas.openxmlformats.org/officeDocument/2006/relationships/slide" Target="/ppt/slides/slide2.xml" Id="R53371839c28f4028" /><Relationship Type="http://schemas.openxmlformats.org/officeDocument/2006/relationships/slide" Target="/ppt/slides/slide3.xml" Id="Re7fff2d7746b4649" /><Relationship Type="http://schemas.openxmlformats.org/officeDocument/2006/relationships/slide" Target="/ppt/slides/slide4.xml" Id="R5f16fe9d59454435" /><Relationship Type="http://schemas.openxmlformats.org/officeDocument/2006/relationships/slide" Target="/ppt/slides/slide5.xml" Id="Rd0645d4ef5db4d55" /><Relationship Type="http://schemas.openxmlformats.org/officeDocument/2006/relationships/slide" Target="/ppt/slides/slide6.xml" Id="Rb2718f7525d4450a" /><Relationship Type="http://schemas.openxmlformats.org/officeDocument/2006/relationships/slide" Target="/ppt/slides/slide7.xml" Id="R4ab7764c96464e3f" /><Relationship Type="http://schemas.openxmlformats.org/officeDocument/2006/relationships/slide" Target="/ppt/slides/slide8.xml" Id="R6e8118cca7ac4648" /><Relationship Type="http://schemas.openxmlformats.org/officeDocument/2006/relationships/slide" Target="/ppt/slides/slide9.xml" Id="R4d5e626187b945a5" /><Relationship Type="http://schemas.openxmlformats.org/officeDocument/2006/relationships/slide" Target="/ppt/slides/slide10.xml" Id="Rbee72bde6e4d4263" /><Relationship Type="http://schemas.openxmlformats.org/officeDocument/2006/relationships/slide" Target="/ppt/slides/slide11.xml" Id="Rc15c4593781e4e05" /><Relationship Type="http://schemas.openxmlformats.org/officeDocument/2006/relationships/slide" Target="/ppt/slides/slide12.xml" Id="Raf61909ea13345c4" /><Relationship Type="http://schemas.openxmlformats.org/officeDocument/2006/relationships/slide" Target="/ppt/slides/slide13.xml" Id="Re3d9f99cbf5641a9" /><Relationship Type="http://schemas.openxmlformats.org/officeDocument/2006/relationships/slide" Target="/ppt/slides/slide14.xml" Id="R298ed5180ebd4d7d" /><Relationship Type="http://schemas.openxmlformats.org/officeDocument/2006/relationships/slide" Target="/ppt/slides/slide15.xml" Id="R3069561ea9eb4f85" /><Relationship Type="http://schemas.openxmlformats.org/officeDocument/2006/relationships/slide" Target="/ppt/slides/slide16.xml" Id="Rca0befcf38c6413b" /><Relationship Type="http://schemas.openxmlformats.org/officeDocument/2006/relationships/slide" Target="/ppt/slides/slide17.xml" Id="R296ae7358eca4059" /><Relationship Type="http://schemas.openxmlformats.org/officeDocument/2006/relationships/slide" Target="/ppt/slides/slide18.xml" Id="R94ac313553f44724" /><Relationship Type="http://schemas.openxmlformats.org/officeDocument/2006/relationships/slide" Target="/ppt/slides/slide19.xml" Id="Rb4d10294f5fb406d" /><Relationship Type="http://schemas.openxmlformats.org/officeDocument/2006/relationships/slide" Target="/ppt/slides/slide20.xml" Id="Rd4bfbc0cf50c4cfd" /><Relationship Type="http://schemas.openxmlformats.org/officeDocument/2006/relationships/slide" Target="/ppt/slides/slide21.xml" Id="R158c773863794476" /><Relationship Type="http://schemas.openxmlformats.org/officeDocument/2006/relationships/slide" Target="/ppt/slides/slide22.xml" Id="R0041a95845764b44" /><Relationship Type="http://schemas.openxmlformats.org/officeDocument/2006/relationships/slide" Target="/ppt/slides/slide23.xml" Id="R1e86708c5e234f8f" /><Relationship Type="http://schemas.openxmlformats.org/officeDocument/2006/relationships/slide" Target="/ppt/slides/slide24.xml" Id="Rf04327576e184989" /><Relationship Type="http://schemas.openxmlformats.org/officeDocument/2006/relationships/slide" Target="/ppt/slides/slide25.xml" Id="Rf9857753a2ca458d" /><Relationship Type="http://schemas.openxmlformats.org/officeDocument/2006/relationships/slide" Target="/ppt/slides/slide26.xml" Id="Rbbcd8eb2cfd1453b" /><Relationship Type="http://schemas.openxmlformats.org/officeDocument/2006/relationships/slide" Target="/ppt/slides/slide27.xml" Id="R9b71fbccad4f4c72" /><Relationship Type="http://schemas.openxmlformats.org/officeDocument/2006/relationships/slide" Target="/ppt/slides/slide28.xml" Id="R3f3f3c19a204408a" /><Relationship Type="http://schemas.openxmlformats.org/officeDocument/2006/relationships/slide" Target="/ppt/slides/slide29.xml" Id="Rc3aa34a1932b4bac" /><Relationship Type="http://schemas.openxmlformats.org/officeDocument/2006/relationships/slide" Target="/ppt/slides/slide30.xml" Id="R4a18fdb8bf8c40cf" /><Relationship Type="http://schemas.openxmlformats.org/officeDocument/2006/relationships/slide" Target="/ppt/slides/slide31.xml" Id="R7ff829ef43404524" /><Relationship Type="http://schemas.openxmlformats.org/officeDocument/2006/relationships/slide" Target="/ppt/slides/slide32.xml" Id="Rac4f1094e8fb4445" /><Relationship Type="http://schemas.openxmlformats.org/officeDocument/2006/relationships/slide" Target="/ppt/slides/slide33.xml" Id="R66bf1743f767442f" /><Relationship Type="http://schemas.openxmlformats.org/officeDocument/2006/relationships/slide" Target="/ppt/slides/slide34.xml" Id="R9f73e2685fd04c2a" /><Relationship Type="http://schemas.openxmlformats.org/officeDocument/2006/relationships/slide" Target="/ppt/slides/slide35.xml" Id="R5cf8238309aa4ba7" /><Relationship Type="http://schemas.openxmlformats.org/officeDocument/2006/relationships/slide" Target="/ppt/slides/slide36.xml" Id="Rab7b4166572e40f1" /><Relationship Type="http://schemas.openxmlformats.org/officeDocument/2006/relationships/slide" Target="/ppt/slides/slide37.xml" Id="R62ee5a493fc84430" /><Relationship Type="http://schemas.openxmlformats.org/officeDocument/2006/relationships/slide" Target="/ppt/slides/slide38.xml" Id="Ra9200b2876f44ff5" /><Relationship Type="http://schemas.openxmlformats.org/officeDocument/2006/relationships/slide" Target="/ppt/slides/slide39.xml" Id="R9eb40a812e564500" /><Relationship Type="http://schemas.openxmlformats.org/officeDocument/2006/relationships/slide" Target="/ppt/slides/slide40.xml" Id="R8bab4d5f29134d04" /><Relationship Type="http://schemas.openxmlformats.org/officeDocument/2006/relationships/slide" Target="/ppt/slides/slide41.xml" Id="R6d25ea4229fd44f5" /><Relationship Type="http://schemas.openxmlformats.org/officeDocument/2006/relationships/slide" Target="/ppt/slides/slide42.xml" Id="R779b15cfd894492f" /><Relationship Type="http://schemas.openxmlformats.org/officeDocument/2006/relationships/slide" Target="/ppt/slides/slide43.xml" Id="R77acc7efe121422e" /><Relationship Type="http://schemas.openxmlformats.org/officeDocument/2006/relationships/slide" Target="/ppt/slides/slide44.xml" Id="R739d2497109a4635" /><Relationship Type="http://schemas.openxmlformats.org/officeDocument/2006/relationships/slide" Target="/ppt/slides/slide45.xml" Id="R69d7eef166f94f4d" /><Relationship Type="http://schemas.openxmlformats.org/officeDocument/2006/relationships/slide" Target="/ppt/slides/slide46.xml" Id="R9cc4fc384cca412d" /><Relationship Type="http://schemas.openxmlformats.org/officeDocument/2006/relationships/slide" Target="/ppt/slides/slide47.xml" Id="Rccd8f7e0a83d422d" /><Relationship Type="http://schemas.openxmlformats.org/officeDocument/2006/relationships/slide" Target="/ppt/slides/slide48.xml" Id="R7f23d56d53ba4063" /><Relationship Type="http://schemas.openxmlformats.org/officeDocument/2006/relationships/slide" Target="/ppt/slides/slide49.xml" Id="R3d92955145fd4d88" /><Relationship Type="http://schemas.openxmlformats.org/officeDocument/2006/relationships/slide" Target="/ppt/slides/slide50.xml" Id="Rf48dcbde5cce4191" /><Relationship Type="http://schemas.openxmlformats.org/officeDocument/2006/relationships/slide" Target="/ppt/slides/slide51.xml" Id="Rd23461bccf8841b9" /><Relationship Type="http://schemas.openxmlformats.org/officeDocument/2006/relationships/slide" Target="/ppt/slides/slide52.xml" Id="Rc05817d456ec49e7" /><Relationship Type="http://schemas.openxmlformats.org/officeDocument/2006/relationships/slide" Target="/ppt/slides/slide53.xml" Id="R4c876e824f2a4ec8" /><Relationship Type="http://schemas.openxmlformats.org/officeDocument/2006/relationships/slide" Target="/ppt/slides/slide54.xml" Id="R282f2ba43a6544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55d471a36ad46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ac19a451914e6d" /><Relationship Type="http://schemas.openxmlformats.org/officeDocument/2006/relationships/notesMaster" Target="/ppt/notesMasters/notesMaster1.xml" Id="R3f90ec55bbf944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5934e7765a492f" /><Relationship Type="http://schemas.openxmlformats.org/officeDocument/2006/relationships/notesMaster" Target="/ppt/notesMasters/notesMaster1.xml" Id="Ra6789e3bc0a74c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3bef4959a343f0" /><Relationship Type="http://schemas.openxmlformats.org/officeDocument/2006/relationships/notesMaster" Target="/ppt/notesMasters/notesMaster1.xml" Id="Rd13ea8906b5e42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1e132fe995404a" /><Relationship Type="http://schemas.openxmlformats.org/officeDocument/2006/relationships/notesMaster" Target="/ppt/notesMasters/notesMaster1.xml" Id="R0d48ba0d3f814e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2de9698b784810" /><Relationship Type="http://schemas.openxmlformats.org/officeDocument/2006/relationships/notesMaster" Target="/ppt/notesMasters/notesMaster1.xml" Id="R0672e382573241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b1dc580f664267" /><Relationship Type="http://schemas.openxmlformats.org/officeDocument/2006/relationships/notesMaster" Target="/ppt/notesMasters/notesMaster1.xml" Id="R3b01b0ba80524c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8b232d4ea94af6" /><Relationship Type="http://schemas.openxmlformats.org/officeDocument/2006/relationships/notesMaster" Target="/ppt/notesMasters/notesMaster1.xml" Id="R47599f24cb1c4b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a44f9b34de442d" /><Relationship Type="http://schemas.openxmlformats.org/officeDocument/2006/relationships/notesMaster" Target="/ppt/notesMasters/notesMaster1.xml" Id="R50d8f806e8c74a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08ac932e334b88" /><Relationship Type="http://schemas.openxmlformats.org/officeDocument/2006/relationships/notesMaster" Target="/ppt/notesMasters/notesMaster1.xml" Id="R8c26d5e74afe4f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6f2c8c38ea4584" /><Relationship Type="http://schemas.openxmlformats.org/officeDocument/2006/relationships/notesMaster" Target="/ppt/notesMasters/notesMaster1.xml" Id="R0034e8206f224d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e88ea9fd894fe4" /><Relationship Type="http://schemas.openxmlformats.org/officeDocument/2006/relationships/notesMaster" Target="/ppt/notesMasters/notesMaster1.xml" Id="R25fcd709b7954c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6d467a834c4cf2" /><Relationship Type="http://schemas.openxmlformats.org/officeDocument/2006/relationships/notesMaster" Target="/ppt/notesMasters/notesMaster1.xml" Id="Radc12aca3cfb44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b586bf18c440d0" /><Relationship Type="http://schemas.openxmlformats.org/officeDocument/2006/relationships/notesMaster" Target="/ppt/notesMasters/notesMaster1.xml" Id="R6afbf9dbed0a47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f592d0337f48d4" /><Relationship Type="http://schemas.openxmlformats.org/officeDocument/2006/relationships/notesMaster" Target="/ppt/notesMasters/notesMaster1.xml" Id="Rd004cffeaff146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1f1e411fe14719" /><Relationship Type="http://schemas.openxmlformats.org/officeDocument/2006/relationships/notesMaster" Target="/ppt/notesMasters/notesMaster1.xml" Id="R836891c8df594a4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d0097bd98f4e85" /><Relationship Type="http://schemas.openxmlformats.org/officeDocument/2006/relationships/notesMaster" Target="/ppt/notesMasters/notesMaster1.xml" Id="Rc7dd7265f38a46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512fbcf02fc491f" /><Relationship Type="http://schemas.openxmlformats.org/officeDocument/2006/relationships/notesMaster" Target="/ppt/notesMasters/notesMaster1.xml" Id="R4190aa2075b846d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adbcf93b5694fa0" /><Relationship Type="http://schemas.openxmlformats.org/officeDocument/2006/relationships/notesMaster" Target="/ppt/notesMasters/notesMaster1.xml" Id="Ra14f727ab2004c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bfffc112dd41df" /><Relationship Type="http://schemas.openxmlformats.org/officeDocument/2006/relationships/notesMaster" Target="/ppt/notesMasters/notesMaster1.xml" Id="Rdd1294c25d1e409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391cc611dd4bf7" /><Relationship Type="http://schemas.openxmlformats.org/officeDocument/2006/relationships/notesMaster" Target="/ppt/notesMasters/notesMaster1.xml" Id="R65516d1abdb04c8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5d596ec4404ec9" /><Relationship Type="http://schemas.openxmlformats.org/officeDocument/2006/relationships/notesMaster" Target="/ppt/notesMasters/notesMaster1.xml" Id="R4fedcdc09da643f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7abaecf208a4d64" /><Relationship Type="http://schemas.openxmlformats.org/officeDocument/2006/relationships/notesMaster" Target="/ppt/notesMasters/notesMaster1.xml" Id="R56427f68c5f041a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59295a4ae064741" /><Relationship Type="http://schemas.openxmlformats.org/officeDocument/2006/relationships/notesMaster" Target="/ppt/notesMasters/notesMaster1.xml" Id="R7c6d71297af6442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3e433cc8504be2" /><Relationship Type="http://schemas.openxmlformats.org/officeDocument/2006/relationships/notesMaster" Target="/ppt/notesMasters/notesMaster1.xml" Id="R16535d1baa3749e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33fa3de8579411d" /><Relationship Type="http://schemas.openxmlformats.org/officeDocument/2006/relationships/notesMaster" Target="/ppt/notesMasters/notesMaster1.xml" Id="R1cf49e92dbd349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482047a64e4ce9" /><Relationship Type="http://schemas.openxmlformats.org/officeDocument/2006/relationships/notesMaster" Target="/ppt/notesMasters/notesMaster1.xml" Id="Rce6edcd25586419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fa2e6c2e9a44036" /><Relationship Type="http://schemas.openxmlformats.org/officeDocument/2006/relationships/notesMaster" Target="/ppt/notesMasters/notesMaster1.xml" Id="R0e6a15aab275409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34cd27c306145d0" /><Relationship Type="http://schemas.openxmlformats.org/officeDocument/2006/relationships/notesMaster" Target="/ppt/notesMasters/notesMaster1.xml" Id="Rf8c3e1e37f024e9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0eb17f8e7a04b8b" /><Relationship Type="http://schemas.openxmlformats.org/officeDocument/2006/relationships/notesMaster" Target="/ppt/notesMasters/notesMaster1.xml" Id="R7c71436b9dbd47d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c5a7f36971b4985" /><Relationship Type="http://schemas.openxmlformats.org/officeDocument/2006/relationships/notesMaster" Target="/ppt/notesMasters/notesMaster1.xml" Id="R1c2cd06644f2480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693d1157e084859" /><Relationship Type="http://schemas.openxmlformats.org/officeDocument/2006/relationships/notesMaster" Target="/ppt/notesMasters/notesMaster1.xml" Id="R287111ae631a445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e3069eb2d6740c3" /><Relationship Type="http://schemas.openxmlformats.org/officeDocument/2006/relationships/notesMaster" Target="/ppt/notesMasters/notesMaster1.xml" Id="R7df18f852662414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9218a9d3bf048ff" /><Relationship Type="http://schemas.openxmlformats.org/officeDocument/2006/relationships/notesMaster" Target="/ppt/notesMasters/notesMaster1.xml" Id="R02de06af72234ad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21623b02b3644f7" /><Relationship Type="http://schemas.openxmlformats.org/officeDocument/2006/relationships/notesMaster" Target="/ppt/notesMasters/notesMaster1.xml" Id="R2d646cdd107d4d6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95cc6154d174a74" /><Relationship Type="http://schemas.openxmlformats.org/officeDocument/2006/relationships/notesMaster" Target="/ppt/notesMasters/notesMaster1.xml" Id="R9b23469622374da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ecaa95db1564d54" /><Relationship Type="http://schemas.openxmlformats.org/officeDocument/2006/relationships/notesMaster" Target="/ppt/notesMasters/notesMaster1.xml" Id="R94adbd8c7ccf448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61fde1b816f4b7e" /><Relationship Type="http://schemas.openxmlformats.org/officeDocument/2006/relationships/notesMaster" Target="/ppt/notesMasters/notesMaster1.xml" Id="R27048f3f52414ab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e539d6e6b314612" /><Relationship Type="http://schemas.openxmlformats.org/officeDocument/2006/relationships/notesMaster" Target="/ppt/notesMasters/notesMaster1.xml" Id="Rc03d698167734dc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db2802e9c6d41b6" /><Relationship Type="http://schemas.openxmlformats.org/officeDocument/2006/relationships/notesMaster" Target="/ppt/notesMasters/notesMaster1.xml" Id="Rdce1ce0353ed40c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d53acc921764ecc" /><Relationship Type="http://schemas.openxmlformats.org/officeDocument/2006/relationships/notesMaster" Target="/ppt/notesMasters/notesMaster1.xml" Id="Rd8694991d6da412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aae5a8ce93e47ce" /><Relationship Type="http://schemas.openxmlformats.org/officeDocument/2006/relationships/notesMaster" Target="/ppt/notesMasters/notesMaster1.xml" Id="Rb9c24ced800e47d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182c24f443a49f3" /><Relationship Type="http://schemas.openxmlformats.org/officeDocument/2006/relationships/notesMaster" Target="/ppt/notesMasters/notesMaster1.xml" Id="Rec34dbc8880543f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83adf1348ac4f93" /><Relationship Type="http://schemas.openxmlformats.org/officeDocument/2006/relationships/notesMaster" Target="/ppt/notesMasters/notesMaster1.xml" Id="R84440974d506481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f85a6ba88eb46b1" /><Relationship Type="http://schemas.openxmlformats.org/officeDocument/2006/relationships/notesMaster" Target="/ppt/notesMasters/notesMaster1.xml" Id="R9c345f926c3b4f1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41a6162ff5c4e9f" /><Relationship Type="http://schemas.openxmlformats.org/officeDocument/2006/relationships/notesMaster" Target="/ppt/notesMasters/notesMaster1.xml" Id="Rdb15ba0980a14b4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cef11f055c242b1" /><Relationship Type="http://schemas.openxmlformats.org/officeDocument/2006/relationships/notesMaster" Target="/ppt/notesMasters/notesMaster1.xml" Id="R39a166af42dd47a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212862f5a834d29" /><Relationship Type="http://schemas.openxmlformats.org/officeDocument/2006/relationships/notesMaster" Target="/ppt/notesMasters/notesMaster1.xml" Id="R4cdf7d58f1cd443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bbcdf0f95cd4d1b" /><Relationship Type="http://schemas.openxmlformats.org/officeDocument/2006/relationships/notesMaster" Target="/ppt/notesMasters/notesMaster1.xml" Id="Racb7d2b2b7e642c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8ec1b44f2c34d12" /><Relationship Type="http://schemas.openxmlformats.org/officeDocument/2006/relationships/notesMaster" Target="/ppt/notesMasters/notesMaster1.xml" Id="R1f2f84d6496d4a9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a25d81b356746bb" /><Relationship Type="http://schemas.openxmlformats.org/officeDocument/2006/relationships/notesMaster" Target="/ppt/notesMasters/notesMaster1.xml" Id="Rca69a0cb002b443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c27726d4bf44da4" /><Relationship Type="http://schemas.openxmlformats.org/officeDocument/2006/relationships/notesMaster" Target="/ppt/notesMasters/notesMaster1.xml" Id="Ree951a129c414fe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51d0b8e793e4420" /><Relationship Type="http://schemas.openxmlformats.org/officeDocument/2006/relationships/notesMaster" Target="/ppt/notesMasters/notesMaster1.xml" Id="R244777ccf6a448c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0c09a8dc9dd4ec8" /><Relationship Type="http://schemas.openxmlformats.org/officeDocument/2006/relationships/notesMaster" Target="/ppt/notesMasters/notesMaster1.xml" Id="R6e1c69de74fc44c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50123b00b6745d6" /><Relationship Type="http://schemas.openxmlformats.org/officeDocument/2006/relationships/notesMaster" Target="/ppt/notesMasters/notesMaster1.xml" Id="R6f3f9e8e068d41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AgentOps means operating agentic systems with observability, enforced controls, and accountable response.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407b8db06446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4c8d1e9eb3a74d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039422bed3fc43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53DF498-378F-4EEF-A98A-27150B8674DC}"/>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ddb3a5d19741cf" /><Relationship Type="http://schemas.openxmlformats.org/officeDocument/2006/relationships/slideLayout" Target="/ppt/slideLayouts/slideLayout1.xml" Id="R1d237ddf6e5b406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dcdd5e2f9ec48fd" /><Relationship Type="http://schemas.openxmlformats.org/officeDocument/2006/relationships/slideLayout" Target="/ppt/slideLayouts/slideLayout2.xml" Id="Raa53d5540a62445c" /><Relationship Type="http://schemas.openxmlformats.org/officeDocument/2006/relationships/slideLayout" Target="/ppt/slideLayouts/slideLayout3.xml" Id="Rb0d6e66fee1e41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237ddf6e5b4066"/>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aa53d5540a62445c"/>
    <p:sldLayoutId xmlns:r="http://schemas.openxmlformats.org/officeDocument/2006/relationships" id="2147483652" r:id="Rb0d6e66fee1e41b9"/>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def713a6cc0464c" /><Relationship Type="http://schemas.openxmlformats.org/officeDocument/2006/relationships/notesSlide" Target="/ppt/notesSlides/notesSlide1.xml" Id="R003dfdb0f2f849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8dd733a93b54761" /><Relationship Type="http://schemas.openxmlformats.org/officeDocument/2006/relationships/image" Target="/ppt/media/image.png" Id="Rfbb363dd557d4594" /><Relationship Type="http://schemas.openxmlformats.org/officeDocument/2006/relationships/notesSlide" Target="/ppt/notesSlides/notesSlide2.xml" Id="R239af459714649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3a2c37ec9bd47bb" /><Relationship Type="http://schemas.openxmlformats.org/officeDocument/2006/relationships/notesSlide" Target="/ppt/notesSlides/notesSlide3.xml" Id="R98b6734abc5a46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9dd381d4b954461" /><Relationship Type="http://schemas.openxmlformats.org/officeDocument/2006/relationships/notesSlide" Target="/ppt/notesSlides/notesSlide4.xml" Id="R281fa029a2bc49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11fcef564f54dff" /><Relationship Type="http://schemas.openxmlformats.org/officeDocument/2006/relationships/notesSlide" Target="/ppt/notesSlides/notesSlide5.xml" Id="R6dccdf8821eb46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3ce2d0690b547a1" /><Relationship Type="http://schemas.openxmlformats.org/officeDocument/2006/relationships/notesSlide" Target="/ppt/notesSlides/notesSlide6.xml" Id="R96b076c4672d4d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d43925f16d548ff" /><Relationship Type="http://schemas.openxmlformats.org/officeDocument/2006/relationships/notesSlide" Target="/ppt/notesSlides/notesSlide7.xml" Id="R1ad0958ce84a42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5903ab366464e43" /><Relationship Type="http://schemas.openxmlformats.org/officeDocument/2006/relationships/notesSlide" Target="/ppt/notesSlides/notesSlide8.xml" Id="Rcb12d6c6e06947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ed3e403b53b4234" /><Relationship Type="http://schemas.openxmlformats.org/officeDocument/2006/relationships/notesSlide" Target="/ppt/notesSlides/notesSlide9.xml" Id="Rbc549ba769d847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cfdde7ddb1042f1" /><Relationship Type="http://schemas.openxmlformats.org/officeDocument/2006/relationships/image" Target="/ppt/media/image2.png" Id="R4598c3884ac648fa" /><Relationship Type="http://schemas.openxmlformats.org/officeDocument/2006/relationships/notesSlide" Target="/ppt/notesSlides/notesSlide10.xml" Id="R4d68d042cf194c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410acafbc854391" /><Relationship Type="http://schemas.openxmlformats.org/officeDocument/2006/relationships/image" Target="/ppt/media/image3.png" Id="R22d832da8ec041da" /><Relationship Type="http://schemas.openxmlformats.org/officeDocument/2006/relationships/notesSlide" Target="/ppt/notesSlides/notesSlide11.xml" Id="R383e24f2430645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c2f11d13be842d9" /><Relationship Type="http://schemas.openxmlformats.org/officeDocument/2006/relationships/image" Target="/ppt/media/image4.png" Id="R238a0b6eb1014e2b" /><Relationship Type="http://schemas.openxmlformats.org/officeDocument/2006/relationships/notesSlide" Target="/ppt/notesSlides/notesSlide12.xml" Id="R49a9f3caf6e34f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80e3edcfdf94360" /><Relationship Type="http://schemas.openxmlformats.org/officeDocument/2006/relationships/image" Target="/ppt/media/image5.png" Id="Raa0eb323563e4fbb" /><Relationship Type="http://schemas.openxmlformats.org/officeDocument/2006/relationships/notesSlide" Target="/ppt/notesSlides/notesSlide13.xml" Id="R47a1ee3012b140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e34d3403cf6b48d4" /><Relationship Type="http://schemas.openxmlformats.org/officeDocument/2006/relationships/image" Target="/ppt/media/image6.png" Id="Ra7911e6ae1dc44ab" /><Relationship Type="http://schemas.openxmlformats.org/officeDocument/2006/relationships/notesSlide" Target="/ppt/notesSlides/notesSlide14.xml" Id="R9919015528bc4c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cf2194b81ae430d" /><Relationship Type="http://schemas.openxmlformats.org/officeDocument/2006/relationships/image" Target="/ppt/media/image7.png" Id="R7a09692cc2294c0b" /><Relationship Type="http://schemas.openxmlformats.org/officeDocument/2006/relationships/notesSlide" Target="/ppt/notesSlides/notesSlide15.xml" Id="Rbc12732ed7da454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1b30ad45d514c0a" /><Relationship Type="http://schemas.openxmlformats.org/officeDocument/2006/relationships/image" Target="/ppt/media/image8.png" Id="R958c3b1cea514327" /><Relationship Type="http://schemas.openxmlformats.org/officeDocument/2006/relationships/image" Target="/ppt/media/image9.png" Id="Ra6295dc89760410e" /><Relationship Type="http://schemas.openxmlformats.org/officeDocument/2006/relationships/notesSlide" Target="/ppt/notesSlides/notesSlide16.xml" Id="R68ab3c1b952942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c0b797ab3ef41e1" /><Relationship Type="http://schemas.openxmlformats.org/officeDocument/2006/relationships/image" Target="/ppt/media/image10.png" Id="R647a6e478aa44b59" /><Relationship Type="http://schemas.openxmlformats.org/officeDocument/2006/relationships/notesSlide" Target="/ppt/notesSlides/notesSlide17.xml" Id="R2c33d8d90be343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58fc3b88b5644339" /><Relationship Type="http://schemas.openxmlformats.org/officeDocument/2006/relationships/image" Target="/ppt/media/image11.png" Id="R7ad3de401edf4002" /><Relationship Type="http://schemas.openxmlformats.org/officeDocument/2006/relationships/notesSlide" Target="/ppt/notesSlides/notesSlide18.xml" Id="Rb49d3119570949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0b2088994b5c4ee6" /><Relationship Type="http://schemas.openxmlformats.org/officeDocument/2006/relationships/image" Target="/ppt/media/image12.png" Id="R1b8c4533103b4742" /><Relationship Type="http://schemas.openxmlformats.org/officeDocument/2006/relationships/notesSlide" Target="/ppt/notesSlides/notesSlide19.xml" Id="Ra39f55232e78469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6f09bd43d2404e96" /><Relationship Type="http://schemas.openxmlformats.org/officeDocument/2006/relationships/image" Target="/ppt/media/image13.png" Id="R725ac8708b4541fe" /><Relationship Type="http://schemas.openxmlformats.org/officeDocument/2006/relationships/notesSlide" Target="/ppt/notesSlides/notesSlide20.xml" Id="R4d8ce02c92dc4fa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884cfaa28f340f8" /><Relationship Type="http://schemas.openxmlformats.org/officeDocument/2006/relationships/image" Target="/ppt/media/image14.png" Id="Rda3ef0be63884d98" /><Relationship Type="http://schemas.openxmlformats.org/officeDocument/2006/relationships/image" Target="/ppt/media/image15.png" Id="R2dbdce87e8b84e92" /><Relationship Type="http://schemas.openxmlformats.org/officeDocument/2006/relationships/notesSlide" Target="/ppt/notesSlides/notesSlide21.xml" Id="R1db470da5b7449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5f7b791cec74e52" /><Relationship Type="http://schemas.openxmlformats.org/officeDocument/2006/relationships/image" Target="/ppt/media/image16.png" Id="R364926448acd4d6a" /><Relationship Type="http://schemas.openxmlformats.org/officeDocument/2006/relationships/notesSlide" Target="/ppt/notesSlides/notesSlide22.xml" Id="Rc58a56197c5e4b3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0497f22570064414" /><Relationship Type="http://schemas.openxmlformats.org/officeDocument/2006/relationships/image" Target="/ppt/media/image17.png" Id="R03bd39fcd6ac4e73" /><Relationship Type="http://schemas.openxmlformats.org/officeDocument/2006/relationships/notesSlide" Target="/ppt/notesSlides/notesSlide23.xml" Id="Rfa272fd1793342b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be084a1df7a498b" /><Relationship Type="http://schemas.openxmlformats.org/officeDocument/2006/relationships/image" Target="/ppt/media/image18.png" Id="R5b142a95d86b4177" /><Relationship Type="http://schemas.openxmlformats.org/officeDocument/2006/relationships/notesSlide" Target="/ppt/notesSlides/notesSlide24.xml" Id="Rf0a15f0d881540d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2c60e1e49498454c" /><Relationship Type="http://schemas.openxmlformats.org/officeDocument/2006/relationships/image" Target="/ppt/media/image19.png" Id="R5fa0bd90d2b743c2" /><Relationship Type="http://schemas.openxmlformats.org/officeDocument/2006/relationships/notesSlide" Target="/ppt/notesSlides/notesSlide25.xml" Id="Rc4211bb1fbf642e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5c3f7495c9464bf3" /><Relationship Type="http://schemas.openxmlformats.org/officeDocument/2006/relationships/image" Target="/ppt/media/image20.png" Id="R64460caa464d43f4" /><Relationship Type="http://schemas.openxmlformats.org/officeDocument/2006/relationships/image" Target="/ppt/media/image21.png" Id="R2089ce1b02bd470b" /><Relationship Type="http://schemas.openxmlformats.org/officeDocument/2006/relationships/notesSlide" Target="/ppt/notesSlides/notesSlide26.xml" Id="R76617a1c1d214c8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951f90e25f094c9e" /><Relationship Type="http://schemas.openxmlformats.org/officeDocument/2006/relationships/image" Target="/ppt/media/image22.png" Id="Rdcbe1190d1f7420f" /><Relationship Type="http://schemas.openxmlformats.org/officeDocument/2006/relationships/notesSlide" Target="/ppt/notesSlides/notesSlide27.xml" Id="Rcfa93ced4a5e455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be26d2217b2c4961" /><Relationship Type="http://schemas.openxmlformats.org/officeDocument/2006/relationships/image" Target="/ppt/media/image23.png" Id="R77c5b9247cdd4244" /><Relationship Type="http://schemas.openxmlformats.org/officeDocument/2006/relationships/notesSlide" Target="/ppt/notesSlides/notesSlide28.xml" Id="Rd9279ed636ec4fa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1bee4a49e6ad4162" /><Relationship Type="http://schemas.openxmlformats.org/officeDocument/2006/relationships/image" Target="/ppt/media/image24.png" Id="R71b6f09535d44e7c" /><Relationship Type="http://schemas.openxmlformats.org/officeDocument/2006/relationships/notesSlide" Target="/ppt/notesSlides/notesSlide29.xml" Id="Rf973a8fede4746f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5939423fd7e5476a" /><Relationship Type="http://schemas.openxmlformats.org/officeDocument/2006/relationships/image" Target="/ppt/media/image25.png" Id="R4aa5f130e03f45b5" /><Relationship Type="http://schemas.openxmlformats.org/officeDocument/2006/relationships/notesSlide" Target="/ppt/notesSlides/notesSlide30.xml" Id="R89d6f761af66440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5f69f6658da14ad8" /><Relationship Type="http://schemas.openxmlformats.org/officeDocument/2006/relationships/image" Target="/ppt/media/image26.png" Id="R3547e5233cd94793" /><Relationship Type="http://schemas.openxmlformats.org/officeDocument/2006/relationships/image" Target="/ppt/media/image27.png" Id="R245a16d120df4b0c" /><Relationship Type="http://schemas.openxmlformats.org/officeDocument/2006/relationships/notesSlide" Target="/ppt/notesSlides/notesSlide31.xml" Id="R455301de6450499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85241b76952b4b91" /><Relationship Type="http://schemas.openxmlformats.org/officeDocument/2006/relationships/image" Target="/ppt/media/image28.png" Id="R5db3d9eed3c74992" /><Relationship Type="http://schemas.openxmlformats.org/officeDocument/2006/relationships/notesSlide" Target="/ppt/notesSlides/notesSlide32.xml" Id="Rb5d89c37a9e242a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65bee0192e904a88" /><Relationship Type="http://schemas.openxmlformats.org/officeDocument/2006/relationships/image" Target="/ppt/media/image29.png" Id="R18cec118087947ef" /><Relationship Type="http://schemas.openxmlformats.org/officeDocument/2006/relationships/notesSlide" Target="/ppt/notesSlides/notesSlide33.xml" Id="Rd17ca0d9de954dc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c15aa2eb29e1468f" /><Relationship Type="http://schemas.openxmlformats.org/officeDocument/2006/relationships/image" Target="/ppt/media/image30.png" Id="Raf303e1ad9f74b81" /><Relationship Type="http://schemas.openxmlformats.org/officeDocument/2006/relationships/notesSlide" Target="/ppt/notesSlides/notesSlide34.xml" Id="R2adec4aa9ceb478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2c299582c77d4eb0" /><Relationship Type="http://schemas.openxmlformats.org/officeDocument/2006/relationships/image" Target="/ppt/media/image31.png" Id="R13e9033fe9094af1" /><Relationship Type="http://schemas.openxmlformats.org/officeDocument/2006/relationships/notesSlide" Target="/ppt/notesSlides/notesSlide35.xml" Id="R5677ef06306b44b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9762af4aabb94379" /><Relationship Type="http://schemas.openxmlformats.org/officeDocument/2006/relationships/image" Target="/ppt/media/image32.png" Id="R91a5f7820a114ea3" /><Relationship Type="http://schemas.openxmlformats.org/officeDocument/2006/relationships/image" Target="/ppt/media/image33.png" Id="R4bd3bfe87de74900" /><Relationship Type="http://schemas.openxmlformats.org/officeDocument/2006/relationships/notesSlide" Target="/ppt/notesSlides/notesSlide36.xml" Id="R41b04564189b4c4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3a46cc0ddd30418d" /><Relationship Type="http://schemas.openxmlformats.org/officeDocument/2006/relationships/image" Target="/ppt/media/image34.png" Id="R6b351201b6d94a9c" /><Relationship Type="http://schemas.openxmlformats.org/officeDocument/2006/relationships/notesSlide" Target="/ppt/notesSlides/notesSlide37.xml" Id="R44e5e7b8c189442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84c60b09260647d8" /><Relationship Type="http://schemas.openxmlformats.org/officeDocument/2006/relationships/image" Target="/ppt/media/image35.png" Id="R93aa996f4e204445" /><Relationship Type="http://schemas.openxmlformats.org/officeDocument/2006/relationships/notesSlide" Target="/ppt/notesSlides/notesSlide38.xml" Id="R62871ca80c94422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c309f88b00384a86" /><Relationship Type="http://schemas.openxmlformats.org/officeDocument/2006/relationships/image" Target="/ppt/media/image36.png" Id="R7dbcc30db2334912" /><Relationship Type="http://schemas.openxmlformats.org/officeDocument/2006/relationships/notesSlide" Target="/ppt/notesSlides/notesSlide39.xml" Id="R34922c60d5b643b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8d3139fd599d4064" /><Relationship Type="http://schemas.openxmlformats.org/officeDocument/2006/relationships/image" Target="/ppt/media/image37.png" Id="R23d33a0ff1564466" /><Relationship Type="http://schemas.openxmlformats.org/officeDocument/2006/relationships/notesSlide" Target="/ppt/notesSlides/notesSlide40.xml" Id="Rd4f8569f85504c8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82e007ff29cf430b" /><Relationship Type="http://schemas.openxmlformats.org/officeDocument/2006/relationships/image" Target="/ppt/media/image38.png" Id="R3f23c0009b97439b" /><Relationship Type="http://schemas.openxmlformats.org/officeDocument/2006/relationships/image" Target="/ppt/media/image39.png" Id="R214b24b845df4f06" /><Relationship Type="http://schemas.openxmlformats.org/officeDocument/2006/relationships/notesSlide" Target="/ppt/notesSlides/notesSlide41.xml" Id="R90affcb668cc480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9cb224a90f744aef" /><Relationship Type="http://schemas.openxmlformats.org/officeDocument/2006/relationships/image" Target="/ppt/media/image40.png" Id="Rb4e2996d45334a5e" /><Relationship Type="http://schemas.openxmlformats.org/officeDocument/2006/relationships/notesSlide" Target="/ppt/notesSlides/notesSlide42.xml" Id="R3b8797fe64474cc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cc092f5281d7414b" /><Relationship Type="http://schemas.openxmlformats.org/officeDocument/2006/relationships/image" Target="/ppt/media/image41.png" Id="Radecf9d4b3a34715" /><Relationship Type="http://schemas.openxmlformats.org/officeDocument/2006/relationships/notesSlide" Target="/ppt/notesSlides/notesSlide43.xml" Id="R3ee7a19039834de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89e55625de104a5c" /><Relationship Type="http://schemas.openxmlformats.org/officeDocument/2006/relationships/image" Target="/ppt/media/image42.png" Id="R94bfff6526624f33" /><Relationship Type="http://schemas.openxmlformats.org/officeDocument/2006/relationships/notesSlide" Target="/ppt/notesSlides/notesSlide44.xml" Id="Ra8cf9ac41cc2446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c71555ecb3334e43" /><Relationship Type="http://schemas.openxmlformats.org/officeDocument/2006/relationships/image" Target="/ppt/media/image43.png" Id="R80764d1359a445a2" /><Relationship Type="http://schemas.openxmlformats.org/officeDocument/2006/relationships/notesSlide" Target="/ppt/notesSlides/notesSlide45.xml" Id="R3966aeccf1504fa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65dce440415243f8" /><Relationship Type="http://schemas.openxmlformats.org/officeDocument/2006/relationships/image" Target="/ppt/media/image44.png" Id="R0d6cb0b87ac947c5" /><Relationship Type="http://schemas.openxmlformats.org/officeDocument/2006/relationships/notesSlide" Target="/ppt/notesSlides/notesSlide46.xml" Id="R39ad5b69569d43d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67539c72601a466f" /><Relationship Type="http://schemas.openxmlformats.org/officeDocument/2006/relationships/notesSlide" Target="/ppt/notesSlides/notesSlide47.xml" Id="R289235c5c3564d0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de7de5802a814186" /><Relationship Type="http://schemas.openxmlformats.org/officeDocument/2006/relationships/image" Target="/ppt/media/image45.png" Id="R00df9a8a98da43be" /><Relationship Type="http://schemas.openxmlformats.org/officeDocument/2006/relationships/notesSlide" Target="/ppt/notesSlides/notesSlide48.xml" Id="R53f7d3f35729466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96cbf236707f4eec" /><Relationship Type="http://schemas.openxmlformats.org/officeDocument/2006/relationships/image" Target="/ppt/media/image46.png" Id="Re9338749aaf34282" /><Relationship Type="http://schemas.openxmlformats.org/officeDocument/2006/relationships/notesSlide" Target="/ppt/notesSlides/notesSlide49.xml" Id="R743e4433d2e1416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2950a5b1e2cc4867" /><Relationship Type="http://schemas.openxmlformats.org/officeDocument/2006/relationships/notesSlide" Target="/ppt/notesSlides/notesSlide50.xml" Id="Rde6fe384a30242e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d162778496fa4f44" /><Relationship Type="http://schemas.openxmlformats.org/officeDocument/2006/relationships/image" Target="/ppt/media/image47.png" Id="R2f85675dcb994ec5" /><Relationship Type="http://schemas.openxmlformats.org/officeDocument/2006/relationships/notesSlide" Target="/ppt/notesSlides/notesSlide51.xml" Id="R740d5cafe86d4bf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3bd0e9180a234586" /><Relationship Type="http://schemas.openxmlformats.org/officeDocument/2006/relationships/image" Target="/ppt/media/image47.png" Id="R5e1e48d3d3244207" /><Relationship Type="http://schemas.openxmlformats.org/officeDocument/2006/relationships/notesSlide" Target="/ppt/notesSlides/notesSlide52.xml" Id="R9c300a58f9ce49f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e50b28bbd83f4b45" /><Relationship Type="http://schemas.openxmlformats.org/officeDocument/2006/relationships/notesSlide" Target="/ppt/notesSlides/notesSlide53.xml" Id="Rb95548affec04a7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780cbeef5b6f44d0" /><Relationship Type="http://schemas.openxmlformats.org/officeDocument/2006/relationships/notesSlide" Target="/ppt/notesSlides/notesSlide54.xml" Id="R9da1a98ed28044e5"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3B200709-EED8-4F9E-8224-12F5C92F3B73}"/>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514C9219-7CD6-47BD-9D82-5B4B52B9249D}"/>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27E0A39B-0F48-4003-BE23-DF46E351CAD8}"/>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6D8AED05-733A-45C1-BDB1-1D0599928F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111405331"/>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fbb363dd557d4594"/>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15FF94E3-3334-4150-9A25-43BA8269D8E4}"/>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53F15A03-813E-491E-A910-3B355AC4D8B3}"/>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3A5B49A1-81B4-4887-A5FB-BC0BAAC19B65}"/>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29C144B6-7DE8-45A0-9951-06F8E7FDC6B6}"/>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10750C92-939A-422B-BBF5-72174F496F29}"/>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BA548970-43BD-47E6-985C-910E95B31B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4145095725"/>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BF1EB680-C280-4E82-BC87-E5F0ACE64988}"/>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9520818F-6EED-4A1E-BA0D-FD9939D30FDA}"/>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00634196-7C2D-42A7-9DCA-2E4C6908F1E5}"/>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DB94CF38-732C-45DB-8074-F9904C514D01}"/>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B0362CAD-3360-456A-A2B2-2EC603050448}"/>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D5CB6BDF-A964-48E6-982B-95DEBF6D7647}"/>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3100E4CA-C79D-4DFF-8EAE-B44F6F381CDB}"/>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BA5BA3A4-8E13-4C98-9A2F-3775511E23C4}"/>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9A041B32-11A1-4788-BFE0-F50A33F36AD6}"/>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4F826528-EAFA-4F20-935F-24A961541DC9}"/>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97755C76-E3DC-4BFD-A55C-B6CB508627A2}"/>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264BB60A-F706-42D9-AD60-620BB1FD4444}"/>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CE441EE4-2282-4D5B-B32E-519B0755D0BC}"/>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CA5396A8-0FAB-4757-9952-3884841A073E}"/>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DC7BDE0A-36F3-4968-A710-81589BF6F3BE}"/>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A4C0E6E6-DACE-40C9-AD41-4E66C5004F32}"/>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E37C07FE-8D0A-46A5-8A64-F90B0175B27D}"/>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4DC77345-79ED-49B3-A441-59CC149CC72B}"/>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4F0538C5-83C0-4604-92D0-153767ADB155}"/>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F287350C-E4DD-4CF9-8F18-9EAE64BBC1A3}"/>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A4460226-A9F8-46E0-BB50-F8B0B31266B6}"/>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A783499B-144E-4725-A37B-D89FB81FBB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940491441"/>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D654A71F-EDF1-402C-827F-11E3EFEA6D9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ECCB84F6-83F7-4C5E-93E7-0A2AF5B4F92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C1562F95-A299-4276-BA0B-F60F50DA219D}"/>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4440242E-D9B8-47F4-A211-C3279E6A31B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4197720533"/>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4613670C-3AB4-4EC3-89AF-0DDCE3E4EC5A}"/>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F5E290C3-1EF3-43D6-9FE7-F2821FD13433}"/>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72A3E825-15E4-42B4-B095-1F318D39B1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44059423"/>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298D321B-4BDF-426A-8281-CAE3DD7A29E2}"/>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6E76502B-8456-404A-B83B-66F8212267C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35C90427-0138-4985-992D-038B74034E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21245390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5FA7A33A-D7DA-4881-B4E7-C11B3A5C9A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313955438"/>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AE4581DA-8A8A-4063-AA7C-10F8B2F7A646}"/>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398CFA65-DFAF-4DE0-8028-D4892AA9075A}"/>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87785E52-3A85-4D73-B6E8-4FAFC66C5980}"/>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4DDFDEA5-BA8A-4095-AC71-57576E7CDC0E}"/>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792154E3-9A6C-4590-995E-BF5E6F664E41}"/>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48A6AEFF-2D96-461C-AE2F-85C587C11153}"/>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0119DE3A-CA98-4C16-BCDF-5C7C2A982D0B}"/>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11BF5DA3-6377-4733-9C65-BA59BB40FF88}"/>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A7E56EBF-A218-454C-B9C2-07FD552C25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4243894072"/>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67907808-D5A8-40BC-BCDE-A77BBE56C2A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609EE12B-4219-4704-B901-0DAC759C34DD}"/>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8E90E26A-70FC-48D1-9929-EF5530669AB6}"/>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0E25192C-BF05-43A3-9F8D-DFE24D2D0F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482253344"/>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4598c3884ac648f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DCE0EE80-F7D9-4709-A1D0-4E5CD3EA5B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850285563"/>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22d832da8ec041d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9C40999F-B7B7-49A3-9277-99D3340EBE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35543495"/>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238a0b6eb1014e2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57692012-4B29-430D-837C-C939FC4A09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120634347"/>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aa0eb323563e4fb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3823A215-57D3-49C6-8FF2-6266693938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786650568"/>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a7911e6ae1dc44a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162F8148-B314-4FC5-BF27-15BDE28FFD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72258200"/>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7a09692cc2294c0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9263A6DE-3BE8-4996-BAB5-93C33A19F2A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142412757"/>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12F3325E-2A22-4519-B4C5-DAD54BC8C19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958c3b1cea51432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A407EB1E-1BAA-44B0-BD74-5288FFFC953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D22701CC-26E1-4362-84C3-9B8A561D67E6}"/>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371BCDF4-C517-4015-AD44-EE0F1DB68CF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F3368253-8A59-41AE-AC73-4982FEF0D73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a6295dc89760410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351ECB8A-7217-4F9F-B20D-43DE9A3B74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49989073"/>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AF61878B-C7A7-4862-B1BD-38E5685B79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647a6e478aa44b5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A2378F8D-A828-468E-A1AE-757E300EE5D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82" name="header-divider">
            <a:extLst xmlns:a="http://schemas.openxmlformats.org/drawingml/2006/main">
              <a:ext uri="{FF2B5EF4-FFF2-40B4-BE49-F238E27FC236}">
                <a16:creationId xmlns:a16="http://schemas.microsoft.com/office/drawing/2014/main" id="{E1480D43-70F4-45B3-B58D-BFE75446940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9DA23244-C454-49C4-9705-98E7767105BE}"/>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84" name="11-text-2">
            <a:extLst xmlns:a="http://schemas.openxmlformats.org/drawingml/2006/main">
              <a:ext uri="{FF2B5EF4-FFF2-40B4-BE49-F238E27FC236}">
                <a16:creationId xmlns:a16="http://schemas.microsoft.com/office/drawing/2014/main" id="{A50D8EC7-BA5F-4AFA-ABF2-305C3426614F}"/>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85" name="11-text-3">
            <a:extLst xmlns:a="http://schemas.openxmlformats.org/drawingml/2006/main">
              <a:ext uri="{FF2B5EF4-FFF2-40B4-BE49-F238E27FC236}">
                <a16:creationId xmlns:a16="http://schemas.microsoft.com/office/drawing/2014/main" id="{B33957A7-4163-48FE-BBDC-7072FD4BDB26}"/>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86" name="11-text-4">
            <a:extLst xmlns:a="http://schemas.openxmlformats.org/drawingml/2006/main">
              <a:ext uri="{FF2B5EF4-FFF2-40B4-BE49-F238E27FC236}">
                <a16:creationId xmlns:a16="http://schemas.microsoft.com/office/drawing/2014/main" id="{D7311B1E-BADA-4DBA-9195-9EC63660FBD6}"/>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87" name="11-text-5">
            <a:extLst xmlns:a="http://schemas.openxmlformats.org/drawingml/2006/main">
              <a:ext uri="{FF2B5EF4-FFF2-40B4-BE49-F238E27FC236}">
                <a16:creationId xmlns:a16="http://schemas.microsoft.com/office/drawing/2014/main" id="{EB43B471-C640-4C49-90B4-C79B4801E80E}"/>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88" name="11-text-6">
            <a:extLst xmlns:a="http://schemas.openxmlformats.org/drawingml/2006/main">
              <a:ext uri="{FF2B5EF4-FFF2-40B4-BE49-F238E27FC236}">
                <a16:creationId xmlns:a16="http://schemas.microsoft.com/office/drawing/2014/main" id="{39852100-B41F-430B-A972-5EE9BCABDD34}"/>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89" name="11-line-8">
            <a:extLst xmlns:a="http://schemas.openxmlformats.org/drawingml/2006/main">
              <a:ext uri="{FF2B5EF4-FFF2-40B4-BE49-F238E27FC236}">
                <a16:creationId xmlns:a16="http://schemas.microsoft.com/office/drawing/2014/main" id="{C940DAC7-991D-43D2-80E9-EC9FC4CD3CED}"/>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0" name="11-line-10">
            <a:extLst xmlns:a="http://schemas.openxmlformats.org/drawingml/2006/main">
              <a:ext uri="{FF2B5EF4-FFF2-40B4-BE49-F238E27FC236}">
                <a16:creationId xmlns:a16="http://schemas.microsoft.com/office/drawing/2014/main" id="{60E70BC9-F0EB-4C36-97B3-E63C3859362D}"/>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1" name="11-text-11">
            <a:extLst xmlns:a="http://schemas.openxmlformats.org/drawingml/2006/main">
              <a:ext uri="{FF2B5EF4-FFF2-40B4-BE49-F238E27FC236}">
                <a16:creationId xmlns:a16="http://schemas.microsoft.com/office/drawing/2014/main" id="{5FD9FF76-9F9F-4462-9B12-C07A4EED6F57}"/>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92" name="11-text-12">
            <a:extLst xmlns:a="http://schemas.openxmlformats.org/drawingml/2006/main">
              <a:ext uri="{FF2B5EF4-FFF2-40B4-BE49-F238E27FC236}">
                <a16:creationId xmlns:a16="http://schemas.microsoft.com/office/drawing/2014/main" id="{83010137-17C0-4C42-8E9F-3DF2220A20FE}"/>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93" name="11-text-13">
            <a:extLst xmlns:a="http://schemas.openxmlformats.org/drawingml/2006/main">
              <a:ext uri="{FF2B5EF4-FFF2-40B4-BE49-F238E27FC236}">
                <a16:creationId xmlns:a16="http://schemas.microsoft.com/office/drawing/2014/main" id="{1D97D3F2-1EE6-4850-968A-794B8F81C86D}"/>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94" name="11-text-14">
            <a:extLst xmlns:a="http://schemas.openxmlformats.org/drawingml/2006/main">
              <a:ext uri="{FF2B5EF4-FFF2-40B4-BE49-F238E27FC236}">
                <a16:creationId xmlns:a16="http://schemas.microsoft.com/office/drawing/2014/main" id="{4DDD9183-C88F-46DF-B1E2-92B22B47A556}"/>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95" name="11-text-15">
            <a:extLst xmlns:a="http://schemas.openxmlformats.org/drawingml/2006/main">
              <a:ext uri="{FF2B5EF4-FFF2-40B4-BE49-F238E27FC236}">
                <a16:creationId xmlns:a16="http://schemas.microsoft.com/office/drawing/2014/main" id="{4F645269-ECBC-4591-B2AE-8EC30BE00056}"/>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96" name="11-text-16">
            <a:extLst xmlns:a="http://schemas.openxmlformats.org/drawingml/2006/main">
              <a:ext uri="{FF2B5EF4-FFF2-40B4-BE49-F238E27FC236}">
                <a16:creationId xmlns:a16="http://schemas.microsoft.com/office/drawing/2014/main" id="{0D73CEC5-102E-46EB-883A-C5A71F375285}"/>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97" name="11-text-17">
            <a:extLst xmlns:a="http://schemas.openxmlformats.org/drawingml/2006/main">
              <a:ext uri="{FF2B5EF4-FFF2-40B4-BE49-F238E27FC236}">
                <a16:creationId xmlns:a16="http://schemas.microsoft.com/office/drawing/2014/main" id="{9CF511B0-75F1-4133-8458-726599763015}"/>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98" name="narrative-number">
            <a:extLst xmlns:a="http://schemas.openxmlformats.org/drawingml/2006/main">
              <a:ext uri="{FF2B5EF4-FFF2-40B4-BE49-F238E27FC236}">
                <a16:creationId xmlns:a16="http://schemas.microsoft.com/office/drawing/2014/main" id="{A75E86C2-1AB3-4130-98FB-541673AF30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153085384"/>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07B6D83B-4AA6-4FC3-ACF7-E41D1433D7E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11" name="mini-map"/>
          <p:cNvPicPr>
            <a:picLocks xmlns:a="http://schemas.openxmlformats.org/drawingml/2006/main" noChangeAspect="1"/>
          </p:cNvPicPr>
          <p:nvPr/>
        </p:nvPicPr>
        <p:blipFill>
          <a:blip xmlns:r="http://schemas.openxmlformats.org/officeDocument/2006/relationships" xmlns:a="http://schemas.openxmlformats.org/drawingml/2006/main" r:embed="R7ad3de401edf400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8283C6F9-69DC-4AF5-955C-4F9806EED88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02" name="header-divider">
            <a:extLst xmlns:a="http://schemas.openxmlformats.org/drawingml/2006/main">
              <a:ext uri="{FF2B5EF4-FFF2-40B4-BE49-F238E27FC236}">
                <a16:creationId xmlns:a16="http://schemas.microsoft.com/office/drawing/2014/main" id="{1AF5B38C-224F-4AE8-A6EE-A2449CE89E0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A3131C25-8AA4-405C-89EA-E4C534C3ED62}"/>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04" name="12-text-2">
            <a:extLst xmlns:a="http://schemas.openxmlformats.org/drawingml/2006/main">
              <a:ext uri="{FF2B5EF4-FFF2-40B4-BE49-F238E27FC236}">
                <a16:creationId xmlns:a16="http://schemas.microsoft.com/office/drawing/2014/main" id="{48BEA74D-511E-4B8D-A98D-90E126DDC7B6}"/>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05" name="12-text-3">
            <a:extLst xmlns:a="http://schemas.openxmlformats.org/drawingml/2006/main">
              <a:ext uri="{FF2B5EF4-FFF2-40B4-BE49-F238E27FC236}">
                <a16:creationId xmlns:a16="http://schemas.microsoft.com/office/drawing/2014/main" id="{0BDEF7F7-FBCA-41AE-AC0A-DFA6B339CA0E}"/>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06" name="12-text-4">
            <a:extLst xmlns:a="http://schemas.openxmlformats.org/drawingml/2006/main">
              <a:ext uri="{FF2B5EF4-FFF2-40B4-BE49-F238E27FC236}">
                <a16:creationId xmlns:a16="http://schemas.microsoft.com/office/drawing/2014/main" id="{5104674D-5192-4F5A-A4C0-239681EB917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07" name="12-text-5">
            <a:extLst xmlns:a="http://schemas.openxmlformats.org/drawingml/2006/main">
              <a:ext uri="{FF2B5EF4-FFF2-40B4-BE49-F238E27FC236}">
                <a16:creationId xmlns:a16="http://schemas.microsoft.com/office/drawing/2014/main" id="{F87E7567-E7FE-49C4-857E-EE99F15994E4}"/>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08" name="12-text-6">
            <a:extLst xmlns:a="http://schemas.openxmlformats.org/drawingml/2006/main">
              <a:ext uri="{FF2B5EF4-FFF2-40B4-BE49-F238E27FC236}">
                <a16:creationId xmlns:a16="http://schemas.microsoft.com/office/drawing/2014/main" id="{7B97A995-9AFE-4AED-B47D-C0A1C1066E81}"/>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09" name="narrative-number">
            <a:extLst xmlns:a="http://schemas.openxmlformats.org/drawingml/2006/main">
              <a:ext uri="{FF2B5EF4-FFF2-40B4-BE49-F238E27FC236}">
                <a16:creationId xmlns:a16="http://schemas.microsoft.com/office/drawing/2014/main" id="{DEA595CE-842F-4410-917C-26BB23D487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826237737"/>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0" name="!!area-name">
            <a:extLst xmlns:a="http://schemas.openxmlformats.org/drawingml/2006/main">
              <a:ext uri="{FF2B5EF4-FFF2-40B4-BE49-F238E27FC236}">
                <a16:creationId xmlns:a16="http://schemas.microsoft.com/office/drawing/2014/main" id="{33D884BF-050D-49CA-85DB-367AEFEEE0C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24" name="mini-map"/>
          <p:cNvPicPr>
            <a:picLocks xmlns:a="http://schemas.openxmlformats.org/drawingml/2006/main" noChangeAspect="1"/>
          </p:cNvPicPr>
          <p:nvPr/>
        </p:nvPicPr>
        <p:blipFill>
          <a:blip xmlns:r="http://schemas.openxmlformats.org/officeDocument/2006/relationships" xmlns:a="http://schemas.openxmlformats.org/drawingml/2006/main" r:embed="R1b8c4533103b474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2" name="slide-title">
            <a:extLst xmlns:a="http://schemas.openxmlformats.org/drawingml/2006/main">
              <a:ext uri="{FF2B5EF4-FFF2-40B4-BE49-F238E27FC236}">
                <a16:creationId xmlns:a16="http://schemas.microsoft.com/office/drawing/2014/main" id="{37F21CED-D1C2-40D7-A2FF-BF694A0600A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13" name="header-divider">
            <a:extLst xmlns:a="http://schemas.openxmlformats.org/drawingml/2006/main">
              <a:ext uri="{FF2B5EF4-FFF2-40B4-BE49-F238E27FC236}">
                <a16:creationId xmlns:a16="http://schemas.microsoft.com/office/drawing/2014/main" id="{1884A081-5C35-41B5-9C4D-CCD25531E9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4" name="13-text-1">
            <a:extLst xmlns:a="http://schemas.openxmlformats.org/drawingml/2006/main">
              <a:ext uri="{FF2B5EF4-FFF2-40B4-BE49-F238E27FC236}">
                <a16:creationId xmlns:a16="http://schemas.microsoft.com/office/drawing/2014/main" id="{DBD9422C-C373-4C81-AB3E-397FC06ECE2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15" name="13-text-2">
            <a:extLst xmlns:a="http://schemas.openxmlformats.org/drawingml/2006/main">
              <a:ext uri="{FF2B5EF4-FFF2-40B4-BE49-F238E27FC236}">
                <a16:creationId xmlns:a16="http://schemas.microsoft.com/office/drawing/2014/main" id="{1341C7FB-D215-45B0-98D1-110390366A2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16" name="13-text-3">
            <a:extLst xmlns:a="http://schemas.openxmlformats.org/drawingml/2006/main">
              <a:ext uri="{FF2B5EF4-FFF2-40B4-BE49-F238E27FC236}">
                <a16:creationId xmlns:a16="http://schemas.microsoft.com/office/drawing/2014/main" id="{C62B556D-A3FC-432F-93F8-D4ACBA1AE1F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17" name="13-text-4">
            <a:extLst xmlns:a="http://schemas.openxmlformats.org/drawingml/2006/main">
              <a:ext uri="{FF2B5EF4-FFF2-40B4-BE49-F238E27FC236}">
                <a16:creationId xmlns:a16="http://schemas.microsoft.com/office/drawing/2014/main" id="{0D1C4575-2478-4BF8-8739-4E308E20DA5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18" name="13-text-5">
            <a:extLst xmlns:a="http://schemas.openxmlformats.org/drawingml/2006/main">
              <a:ext uri="{FF2B5EF4-FFF2-40B4-BE49-F238E27FC236}">
                <a16:creationId xmlns:a16="http://schemas.microsoft.com/office/drawing/2014/main" id="{E2F573FC-9F06-4C7E-9CBB-1139FA48A49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19" name="13-text-6">
            <a:extLst xmlns:a="http://schemas.openxmlformats.org/drawingml/2006/main">
              <a:ext uri="{FF2B5EF4-FFF2-40B4-BE49-F238E27FC236}">
                <a16:creationId xmlns:a16="http://schemas.microsoft.com/office/drawing/2014/main" id="{1E56FE3F-DCB0-42B9-ACB3-494E5D819A3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20" name="13-text-7">
            <a:extLst xmlns:a="http://schemas.openxmlformats.org/drawingml/2006/main">
              <a:ext uri="{FF2B5EF4-FFF2-40B4-BE49-F238E27FC236}">
                <a16:creationId xmlns:a16="http://schemas.microsoft.com/office/drawing/2014/main" id="{1D71E788-C167-470E-9900-D9AA22B2935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21" name="13-text-8">
            <a:extLst xmlns:a="http://schemas.openxmlformats.org/drawingml/2006/main">
              <a:ext uri="{FF2B5EF4-FFF2-40B4-BE49-F238E27FC236}">
                <a16:creationId xmlns:a16="http://schemas.microsoft.com/office/drawing/2014/main" id="{B1B8226A-CC48-4DDE-94DC-2448EA036242}"/>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22" name="narrative-number">
            <a:extLst xmlns:a="http://schemas.openxmlformats.org/drawingml/2006/main">
              <a:ext uri="{FF2B5EF4-FFF2-40B4-BE49-F238E27FC236}">
                <a16:creationId xmlns:a16="http://schemas.microsoft.com/office/drawing/2014/main" id="{6D50EF3E-DF74-428B-B738-864A354250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511134134"/>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3" name="!!area-name">
            <a:extLst xmlns:a="http://schemas.openxmlformats.org/drawingml/2006/main">
              <a:ext uri="{FF2B5EF4-FFF2-40B4-BE49-F238E27FC236}">
                <a16:creationId xmlns:a16="http://schemas.microsoft.com/office/drawing/2014/main" id="{652527A7-9B84-413A-AE8B-FCBEC8E9B3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725ac8708b4541f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5" name="slide-title">
            <a:extLst xmlns:a="http://schemas.openxmlformats.org/drawingml/2006/main">
              <a:ext uri="{FF2B5EF4-FFF2-40B4-BE49-F238E27FC236}">
                <a16:creationId xmlns:a16="http://schemas.microsoft.com/office/drawing/2014/main" id="{0137E3A6-9792-4C86-8263-278E5B376DF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26" name="header-divider">
            <a:extLst xmlns:a="http://schemas.openxmlformats.org/drawingml/2006/main">
              <a:ext uri="{FF2B5EF4-FFF2-40B4-BE49-F238E27FC236}">
                <a16:creationId xmlns:a16="http://schemas.microsoft.com/office/drawing/2014/main" id="{41936963-99EB-456F-A01E-69B531E69A9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7" name="14-text-1">
            <a:extLst xmlns:a="http://schemas.openxmlformats.org/drawingml/2006/main">
              <a:ext uri="{FF2B5EF4-FFF2-40B4-BE49-F238E27FC236}">
                <a16:creationId xmlns:a16="http://schemas.microsoft.com/office/drawing/2014/main" id="{1BF28ABF-4299-445D-AA4B-3D8A6A50924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28" name="14-text-2">
            <a:extLst xmlns:a="http://schemas.openxmlformats.org/drawingml/2006/main">
              <a:ext uri="{FF2B5EF4-FFF2-40B4-BE49-F238E27FC236}">
                <a16:creationId xmlns:a16="http://schemas.microsoft.com/office/drawing/2014/main" id="{AD5BB185-D1AE-4A96-990E-05BBD3A9730C}"/>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29" name="14-text-3">
            <a:extLst xmlns:a="http://schemas.openxmlformats.org/drawingml/2006/main">
              <a:ext uri="{FF2B5EF4-FFF2-40B4-BE49-F238E27FC236}">
                <a16:creationId xmlns:a16="http://schemas.microsoft.com/office/drawing/2014/main" id="{1A0B3BC8-5CBF-431E-92AB-D19B53489ED4}"/>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30" name="14-text-4">
            <a:extLst xmlns:a="http://schemas.openxmlformats.org/drawingml/2006/main">
              <a:ext uri="{FF2B5EF4-FFF2-40B4-BE49-F238E27FC236}">
                <a16:creationId xmlns:a16="http://schemas.microsoft.com/office/drawing/2014/main" id="{28E7F1DE-57C6-42B3-A518-01592CFF5B3D}"/>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31" name="14-text-5">
            <a:extLst xmlns:a="http://schemas.openxmlformats.org/drawingml/2006/main">
              <a:ext uri="{FF2B5EF4-FFF2-40B4-BE49-F238E27FC236}">
                <a16:creationId xmlns:a16="http://schemas.microsoft.com/office/drawing/2014/main" id="{90411D19-AAE2-42E6-BDA0-1E10CAC8FC1E}"/>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32" name="14-text-6">
            <a:extLst xmlns:a="http://schemas.openxmlformats.org/drawingml/2006/main">
              <a:ext uri="{FF2B5EF4-FFF2-40B4-BE49-F238E27FC236}">
                <a16:creationId xmlns:a16="http://schemas.microsoft.com/office/drawing/2014/main" id="{BDCE7543-700A-4538-BFCD-7302CE4EB389}"/>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33" name="14-text-7">
            <a:extLst xmlns:a="http://schemas.openxmlformats.org/drawingml/2006/main">
              <a:ext uri="{FF2B5EF4-FFF2-40B4-BE49-F238E27FC236}">
                <a16:creationId xmlns:a16="http://schemas.microsoft.com/office/drawing/2014/main" id="{94E9721D-C4B7-40EA-87E5-45F763FBE7BA}"/>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47" name="14-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narrative-number">
            <a:extLst xmlns:a="http://schemas.openxmlformats.org/drawingml/2006/main">
              <a:ext uri="{FF2B5EF4-FFF2-40B4-BE49-F238E27FC236}">
                <a16:creationId xmlns:a16="http://schemas.microsoft.com/office/drawing/2014/main" id="{3F73751E-D397-477E-A1B9-C51B08503F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560674836"/>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C5CCCE6E-227D-480D-ABB7-CB2F12388E0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45" name="mini-map"/>
          <p:cNvPicPr>
            <a:picLocks xmlns:a="http://schemas.openxmlformats.org/drawingml/2006/main" noChangeAspect="1"/>
          </p:cNvPicPr>
          <p:nvPr/>
        </p:nvPicPr>
        <p:blipFill>
          <a:blip xmlns:r="http://schemas.openxmlformats.org/officeDocument/2006/relationships" xmlns:a="http://schemas.openxmlformats.org/drawingml/2006/main" r:embed="Rda3ef0be63884d9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C0216085-F11D-4463-904A-B33FDC714DB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5-text-1">
            <a:extLst xmlns:a="http://schemas.openxmlformats.org/drawingml/2006/main">
              <a:ext uri="{FF2B5EF4-FFF2-40B4-BE49-F238E27FC236}">
                <a16:creationId xmlns:a16="http://schemas.microsoft.com/office/drawing/2014/main" id="{F2D5B685-28CB-49E3-A80C-528C5F71FAD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40" name="15-text-2">
            <a:extLst xmlns:a="http://schemas.openxmlformats.org/drawingml/2006/main">
              <a:ext uri="{FF2B5EF4-FFF2-40B4-BE49-F238E27FC236}">
                <a16:creationId xmlns:a16="http://schemas.microsoft.com/office/drawing/2014/main" id="{369A8C92-CB5A-414C-9C08-1ABFEA71991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41" name="15-text-3">
            <a:extLst xmlns:a="http://schemas.openxmlformats.org/drawingml/2006/main">
              <a:ext uri="{FF2B5EF4-FFF2-40B4-BE49-F238E27FC236}">
                <a16:creationId xmlns:a16="http://schemas.microsoft.com/office/drawing/2014/main" id="{3A70D138-1607-48BD-99B1-614E5CE1F00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50" name="15-image-4"/>
          <p:cNvPicPr>
            <a:picLocks xmlns:a="http://schemas.openxmlformats.org/drawingml/2006/main" noChangeAspect="1"/>
          </p:cNvPicPr>
          <p:nvPr/>
        </p:nvPicPr>
        <p:blipFill>
          <a:blip xmlns:r="http://schemas.openxmlformats.org/officeDocument/2006/relationships" xmlns:a="http://schemas.openxmlformats.org/drawingml/2006/main" r:embed="R2dbdce87e8b84e9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43" name="narrative-number">
            <a:extLst xmlns:a="http://schemas.openxmlformats.org/drawingml/2006/main">
              <a:ext uri="{FF2B5EF4-FFF2-40B4-BE49-F238E27FC236}">
                <a16:creationId xmlns:a16="http://schemas.microsoft.com/office/drawing/2014/main" id="{24522887-31DE-4A8C-AE38-0A923B7C91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389075017"/>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14BAB431-AA56-473B-82ED-0B323A360AB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364926448acd4d6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slide-title">
            <a:extLst xmlns:a="http://schemas.openxmlformats.org/drawingml/2006/main">
              <a:ext uri="{FF2B5EF4-FFF2-40B4-BE49-F238E27FC236}">
                <a16:creationId xmlns:a16="http://schemas.microsoft.com/office/drawing/2014/main" id="{677DB0E4-F1F7-425E-B681-FD9E1E8B3F4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47" name="header-divider">
            <a:extLst xmlns:a="http://schemas.openxmlformats.org/drawingml/2006/main">
              <a:ext uri="{FF2B5EF4-FFF2-40B4-BE49-F238E27FC236}">
                <a16:creationId xmlns:a16="http://schemas.microsoft.com/office/drawing/2014/main" id="{255D88D7-02C3-4ED6-8B4F-642947F28F5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8" name="16-text-1">
            <a:extLst xmlns:a="http://schemas.openxmlformats.org/drawingml/2006/main">
              <a:ext uri="{FF2B5EF4-FFF2-40B4-BE49-F238E27FC236}">
                <a16:creationId xmlns:a16="http://schemas.microsoft.com/office/drawing/2014/main" id="{00DEBDFA-5137-4780-92AC-836682506637}"/>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49" name="16-text-2">
            <a:extLst xmlns:a="http://schemas.openxmlformats.org/drawingml/2006/main">
              <a:ext uri="{FF2B5EF4-FFF2-40B4-BE49-F238E27FC236}">
                <a16:creationId xmlns:a16="http://schemas.microsoft.com/office/drawing/2014/main" id="{DA4C26DD-504B-4F66-A3DE-69A2C6B946AE}"/>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50" name="16-text-3">
            <a:extLst xmlns:a="http://schemas.openxmlformats.org/drawingml/2006/main">
              <a:ext uri="{FF2B5EF4-FFF2-40B4-BE49-F238E27FC236}">
                <a16:creationId xmlns:a16="http://schemas.microsoft.com/office/drawing/2014/main" id="{7BAE730A-7F7E-48B0-B479-D8CF0516E947}"/>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51" name="16-text-4">
            <a:extLst xmlns:a="http://schemas.openxmlformats.org/drawingml/2006/main">
              <a:ext uri="{FF2B5EF4-FFF2-40B4-BE49-F238E27FC236}">
                <a16:creationId xmlns:a16="http://schemas.microsoft.com/office/drawing/2014/main" id="{A0ADD515-9FE8-4E95-967A-E22898642639}"/>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52" name="working-context-boundary">
            <a:extLst xmlns:a="http://schemas.openxmlformats.org/drawingml/2006/main">
              <a:ext uri="{FF2B5EF4-FFF2-40B4-BE49-F238E27FC236}">
                <a16:creationId xmlns:a16="http://schemas.microsoft.com/office/drawing/2014/main" id="{C574E4CA-AB10-491C-94BA-849E816110E9}"/>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53" name="16-text-5">
            <a:extLst xmlns:a="http://schemas.openxmlformats.org/drawingml/2006/main">
              <a:ext uri="{FF2B5EF4-FFF2-40B4-BE49-F238E27FC236}">
                <a16:creationId xmlns:a16="http://schemas.microsoft.com/office/drawing/2014/main" id="{02FB450B-1262-45BB-88EB-6A24E230E680}"/>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54" name="16-text-6">
            <a:extLst xmlns:a="http://schemas.openxmlformats.org/drawingml/2006/main">
              <a:ext uri="{FF2B5EF4-FFF2-40B4-BE49-F238E27FC236}">
                <a16:creationId xmlns:a16="http://schemas.microsoft.com/office/drawing/2014/main" id="{2873A5F9-88FE-4B21-93E4-7D56C86A47AA}"/>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55" name="16-line-8">
            <a:extLst xmlns:a="http://schemas.openxmlformats.org/drawingml/2006/main">
              <a:ext uri="{FF2B5EF4-FFF2-40B4-BE49-F238E27FC236}">
                <a16:creationId xmlns:a16="http://schemas.microsoft.com/office/drawing/2014/main" id="{FECFE1A4-CFFB-4397-92E6-39EA12C52FDA}"/>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6" name="16-line-10">
            <a:extLst xmlns:a="http://schemas.openxmlformats.org/drawingml/2006/main">
              <a:ext uri="{FF2B5EF4-FFF2-40B4-BE49-F238E27FC236}">
                <a16:creationId xmlns:a16="http://schemas.microsoft.com/office/drawing/2014/main" id="{A36222F7-7FC6-485E-B1E9-6D84243756BE}"/>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7" name="narrative-number">
            <a:extLst xmlns:a="http://schemas.openxmlformats.org/drawingml/2006/main">
              <a:ext uri="{FF2B5EF4-FFF2-40B4-BE49-F238E27FC236}">
                <a16:creationId xmlns:a16="http://schemas.microsoft.com/office/drawing/2014/main" id="{ED295DBD-9FDF-4F47-B92A-EC923A6765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61936670"/>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86AC12A9-6844-4C45-BB66-86BBB6572C5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03bd39fcd6ac4e7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816C9F9D-2179-4D8B-9659-6E81035C7B2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61" name="header-divider">
            <a:extLst xmlns:a="http://schemas.openxmlformats.org/drawingml/2006/main">
              <a:ext uri="{FF2B5EF4-FFF2-40B4-BE49-F238E27FC236}">
                <a16:creationId xmlns:a16="http://schemas.microsoft.com/office/drawing/2014/main" id="{73B42B46-DF3D-4397-9A6C-73047B86711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17-text-1">
            <a:extLst xmlns:a="http://schemas.openxmlformats.org/drawingml/2006/main">
              <a:ext uri="{FF2B5EF4-FFF2-40B4-BE49-F238E27FC236}">
                <a16:creationId xmlns:a16="http://schemas.microsoft.com/office/drawing/2014/main" id="{34FA2D1E-9BB7-4900-AB5F-0839B57929A3}"/>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63" name="17-text-2">
            <a:extLst xmlns:a="http://schemas.openxmlformats.org/drawingml/2006/main">
              <a:ext uri="{FF2B5EF4-FFF2-40B4-BE49-F238E27FC236}">
                <a16:creationId xmlns:a16="http://schemas.microsoft.com/office/drawing/2014/main" id="{B8CD9087-1E87-4AC5-AC19-F1013DD82446}"/>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64" name="17-text-3">
            <a:extLst xmlns:a="http://schemas.openxmlformats.org/drawingml/2006/main">
              <a:ext uri="{FF2B5EF4-FFF2-40B4-BE49-F238E27FC236}">
                <a16:creationId xmlns:a16="http://schemas.microsoft.com/office/drawing/2014/main" id="{DC1F1CED-977E-4D13-9E34-868C9FFC45A2}"/>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5" name="17-text-4">
            <a:extLst xmlns:a="http://schemas.openxmlformats.org/drawingml/2006/main">
              <a:ext uri="{FF2B5EF4-FFF2-40B4-BE49-F238E27FC236}">
                <a16:creationId xmlns:a16="http://schemas.microsoft.com/office/drawing/2014/main" id="{377B8754-6CBA-47B9-B35C-1F0822764541}"/>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66" name="17-text-5">
            <a:extLst xmlns:a="http://schemas.openxmlformats.org/drawingml/2006/main">
              <a:ext uri="{FF2B5EF4-FFF2-40B4-BE49-F238E27FC236}">
                <a16:creationId xmlns:a16="http://schemas.microsoft.com/office/drawing/2014/main" id="{82A7C6EB-8019-465A-93F9-8D37D05BF717}"/>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67" name="17-text-6">
            <a:extLst xmlns:a="http://schemas.openxmlformats.org/drawingml/2006/main">
              <a:ext uri="{FF2B5EF4-FFF2-40B4-BE49-F238E27FC236}">
                <a16:creationId xmlns:a16="http://schemas.microsoft.com/office/drawing/2014/main" id="{3DAA9399-6EE7-446F-BDD8-1A57F61CF92F}"/>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68" name="17-line-8">
            <a:extLst xmlns:a="http://schemas.openxmlformats.org/drawingml/2006/main">
              <a:ext uri="{FF2B5EF4-FFF2-40B4-BE49-F238E27FC236}">
                <a16:creationId xmlns:a16="http://schemas.microsoft.com/office/drawing/2014/main" id="{FE2BA689-4FF9-4F64-96FE-2B7DD9B12F58}"/>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69" name="17-line-10">
            <a:extLst xmlns:a="http://schemas.openxmlformats.org/drawingml/2006/main">
              <a:ext uri="{FF2B5EF4-FFF2-40B4-BE49-F238E27FC236}">
                <a16:creationId xmlns:a16="http://schemas.microsoft.com/office/drawing/2014/main" id="{ADA574C8-C6CD-4805-9852-52FBA624BC7B}"/>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0" name="17-line-12">
            <a:extLst xmlns:a="http://schemas.openxmlformats.org/drawingml/2006/main">
              <a:ext uri="{FF2B5EF4-FFF2-40B4-BE49-F238E27FC236}">
                <a16:creationId xmlns:a16="http://schemas.microsoft.com/office/drawing/2014/main" id="{245CDDF9-7F23-49F2-B93B-0805922CB9E9}"/>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1" name="17-text-13">
            <a:extLst xmlns:a="http://schemas.openxmlformats.org/drawingml/2006/main">
              <a:ext uri="{FF2B5EF4-FFF2-40B4-BE49-F238E27FC236}">
                <a16:creationId xmlns:a16="http://schemas.microsoft.com/office/drawing/2014/main" id="{1FD96328-F5CE-412C-9938-5D964F8CB80A}"/>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72" name="17-text-14">
            <a:extLst xmlns:a="http://schemas.openxmlformats.org/drawingml/2006/main">
              <a:ext uri="{FF2B5EF4-FFF2-40B4-BE49-F238E27FC236}">
                <a16:creationId xmlns:a16="http://schemas.microsoft.com/office/drawing/2014/main" id="{AEF2F67F-C775-4AE5-8739-A8BD76A2C36F}"/>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73" name="17-text-15">
            <a:extLst xmlns:a="http://schemas.openxmlformats.org/drawingml/2006/main">
              <a:ext uri="{FF2B5EF4-FFF2-40B4-BE49-F238E27FC236}">
                <a16:creationId xmlns:a16="http://schemas.microsoft.com/office/drawing/2014/main" id="{18221F85-D237-43E5-ABBF-03785BA589F3}"/>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74" name="17-text-16">
            <a:extLst xmlns:a="http://schemas.openxmlformats.org/drawingml/2006/main">
              <a:ext uri="{FF2B5EF4-FFF2-40B4-BE49-F238E27FC236}">
                <a16:creationId xmlns:a16="http://schemas.microsoft.com/office/drawing/2014/main" id="{CB668999-C855-49AD-AC03-29A29733CEC0}"/>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75" name="17-text-17">
            <a:extLst xmlns:a="http://schemas.openxmlformats.org/drawingml/2006/main">
              <a:ext uri="{FF2B5EF4-FFF2-40B4-BE49-F238E27FC236}">
                <a16:creationId xmlns:a16="http://schemas.microsoft.com/office/drawing/2014/main" id="{BC40373F-1658-459E-8FFC-8B1AAF405521}"/>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76" name="narrative-number">
            <a:extLst xmlns:a="http://schemas.openxmlformats.org/drawingml/2006/main">
              <a:ext uri="{FF2B5EF4-FFF2-40B4-BE49-F238E27FC236}">
                <a16:creationId xmlns:a16="http://schemas.microsoft.com/office/drawing/2014/main" id="{5BF78D95-386E-4CE1-B13F-127D96819D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049752147"/>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98D466A2-C336-459E-A3D3-53FBEEBA601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91" name="mini-map"/>
          <p:cNvPicPr>
            <a:picLocks xmlns:a="http://schemas.openxmlformats.org/drawingml/2006/main" noChangeAspect="1"/>
          </p:cNvPicPr>
          <p:nvPr/>
        </p:nvPicPr>
        <p:blipFill>
          <a:blip xmlns:r="http://schemas.openxmlformats.org/officeDocument/2006/relationships" xmlns:a="http://schemas.openxmlformats.org/drawingml/2006/main" r:embed="R5b142a95d86b417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slide-title">
            <a:extLst xmlns:a="http://schemas.openxmlformats.org/drawingml/2006/main">
              <a:ext uri="{FF2B5EF4-FFF2-40B4-BE49-F238E27FC236}">
                <a16:creationId xmlns:a16="http://schemas.microsoft.com/office/drawing/2014/main" id="{4A888B5D-B391-4988-A84D-EF36B107A14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80" name="header-divider">
            <a:extLst xmlns:a="http://schemas.openxmlformats.org/drawingml/2006/main">
              <a:ext uri="{FF2B5EF4-FFF2-40B4-BE49-F238E27FC236}">
                <a16:creationId xmlns:a16="http://schemas.microsoft.com/office/drawing/2014/main" id="{FD2DF2A3-F2A9-4926-AC55-C67BD83F878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18-text-1">
            <a:extLst xmlns:a="http://schemas.openxmlformats.org/drawingml/2006/main">
              <a:ext uri="{FF2B5EF4-FFF2-40B4-BE49-F238E27FC236}">
                <a16:creationId xmlns:a16="http://schemas.microsoft.com/office/drawing/2014/main" id="{6B6227E6-C95A-487A-B371-6823E8D9B6A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82" name="18-text-2">
            <a:extLst xmlns:a="http://schemas.openxmlformats.org/drawingml/2006/main">
              <a:ext uri="{FF2B5EF4-FFF2-40B4-BE49-F238E27FC236}">
                <a16:creationId xmlns:a16="http://schemas.microsoft.com/office/drawing/2014/main" id="{744E202B-323A-4D1C-B87E-3B01393581E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83" name="18-text-3">
            <a:extLst xmlns:a="http://schemas.openxmlformats.org/drawingml/2006/main">
              <a:ext uri="{FF2B5EF4-FFF2-40B4-BE49-F238E27FC236}">
                <a16:creationId xmlns:a16="http://schemas.microsoft.com/office/drawing/2014/main" id="{F650DA0E-334D-4109-9779-798F29C921E0}"/>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84" name="18-text-4">
            <a:extLst xmlns:a="http://schemas.openxmlformats.org/drawingml/2006/main">
              <a:ext uri="{FF2B5EF4-FFF2-40B4-BE49-F238E27FC236}">
                <a16:creationId xmlns:a16="http://schemas.microsoft.com/office/drawing/2014/main" id="{051A993E-DB56-40B9-BF28-29724019D9B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85" name="18-text-5">
            <a:extLst xmlns:a="http://schemas.openxmlformats.org/drawingml/2006/main">
              <a:ext uri="{FF2B5EF4-FFF2-40B4-BE49-F238E27FC236}">
                <a16:creationId xmlns:a16="http://schemas.microsoft.com/office/drawing/2014/main" id="{FF6CB7A0-DF38-4872-B3E1-264D2FE0E4B1}"/>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6" name="18-text-6">
            <a:extLst xmlns:a="http://schemas.openxmlformats.org/drawingml/2006/main">
              <a:ext uri="{FF2B5EF4-FFF2-40B4-BE49-F238E27FC236}">
                <a16:creationId xmlns:a16="http://schemas.microsoft.com/office/drawing/2014/main" id="{DEB2F32F-F64B-4AF7-A1A3-44929667AF6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87" name="18-text-7">
            <a:extLst xmlns:a="http://schemas.openxmlformats.org/drawingml/2006/main">
              <a:ext uri="{FF2B5EF4-FFF2-40B4-BE49-F238E27FC236}">
                <a16:creationId xmlns:a16="http://schemas.microsoft.com/office/drawing/2014/main" id="{60F195AF-2FC3-414B-AB89-A51ACE67220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88" name="18-text-8">
            <a:extLst xmlns:a="http://schemas.openxmlformats.org/drawingml/2006/main">
              <a:ext uri="{FF2B5EF4-FFF2-40B4-BE49-F238E27FC236}">
                <a16:creationId xmlns:a16="http://schemas.microsoft.com/office/drawing/2014/main" id="{7374CC72-98FC-4AE4-A532-E010817B31B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89" name="narrative-number">
            <a:extLst xmlns:a="http://schemas.openxmlformats.org/drawingml/2006/main">
              <a:ext uri="{FF2B5EF4-FFF2-40B4-BE49-F238E27FC236}">
                <a16:creationId xmlns:a16="http://schemas.microsoft.com/office/drawing/2014/main" id="{B1291F35-88B9-4235-9BC9-57AF335F8C3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347284018"/>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00971675-0E93-42CE-995B-B8A39BE4AAB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5fa0bd90d2b743c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9A24A1E0-4CFC-4D42-B38F-2E94D8D6241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93" name="header-divider">
            <a:extLst xmlns:a="http://schemas.openxmlformats.org/drawingml/2006/main">
              <a:ext uri="{FF2B5EF4-FFF2-40B4-BE49-F238E27FC236}">
                <a16:creationId xmlns:a16="http://schemas.microsoft.com/office/drawing/2014/main" id="{E8C4A708-5DD4-4FF9-8881-68F7A1F11B3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9-text-1">
            <a:extLst xmlns:a="http://schemas.openxmlformats.org/drawingml/2006/main">
              <a:ext uri="{FF2B5EF4-FFF2-40B4-BE49-F238E27FC236}">
                <a16:creationId xmlns:a16="http://schemas.microsoft.com/office/drawing/2014/main" id="{A9A09FAC-ED4B-425D-9436-EE9E9D7EC41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195" name="19-text-2">
            <a:extLst xmlns:a="http://schemas.openxmlformats.org/drawingml/2006/main">
              <a:ext uri="{FF2B5EF4-FFF2-40B4-BE49-F238E27FC236}">
                <a16:creationId xmlns:a16="http://schemas.microsoft.com/office/drawing/2014/main" id="{4C45BA61-156B-45BC-81C2-13ADB1FEBD22}"/>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96" name="19-text-3">
            <a:extLst xmlns:a="http://schemas.openxmlformats.org/drawingml/2006/main">
              <a:ext uri="{FF2B5EF4-FFF2-40B4-BE49-F238E27FC236}">
                <a16:creationId xmlns:a16="http://schemas.microsoft.com/office/drawing/2014/main" id="{92B56E64-F87B-47FF-9B81-00EFC976D9EC}"/>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97" name="19-text-4">
            <a:extLst xmlns:a="http://schemas.openxmlformats.org/drawingml/2006/main">
              <a:ext uri="{FF2B5EF4-FFF2-40B4-BE49-F238E27FC236}">
                <a16:creationId xmlns:a16="http://schemas.microsoft.com/office/drawing/2014/main" id="{DCA2EB6E-16BD-4AA1-9F3C-E4DDFC7D0C98}"/>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198" name="19-text-5">
            <a:extLst xmlns:a="http://schemas.openxmlformats.org/drawingml/2006/main">
              <a:ext uri="{FF2B5EF4-FFF2-40B4-BE49-F238E27FC236}">
                <a16:creationId xmlns:a16="http://schemas.microsoft.com/office/drawing/2014/main" id="{371E5458-91E6-4BFB-A071-6F806F882357}"/>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9-text-6">
            <a:extLst xmlns:a="http://schemas.openxmlformats.org/drawingml/2006/main">
              <a:ext uri="{FF2B5EF4-FFF2-40B4-BE49-F238E27FC236}">
                <a16:creationId xmlns:a16="http://schemas.microsoft.com/office/drawing/2014/main" id="{8F043D55-86B4-4ECF-B1E9-667E84D743A2}"/>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00" name="19-text-7">
            <a:extLst xmlns:a="http://schemas.openxmlformats.org/drawingml/2006/main">
              <a:ext uri="{FF2B5EF4-FFF2-40B4-BE49-F238E27FC236}">
                <a16:creationId xmlns:a16="http://schemas.microsoft.com/office/drawing/2014/main" id="{A62DED93-545B-4D43-8F6E-C51628372C3F}"/>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01" name="19-text-8">
            <a:extLst xmlns:a="http://schemas.openxmlformats.org/drawingml/2006/main">
              <a:ext uri="{FF2B5EF4-FFF2-40B4-BE49-F238E27FC236}">
                <a16:creationId xmlns:a16="http://schemas.microsoft.com/office/drawing/2014/main" id="{6425FB54-D106-449B-9D26-F829DDC2C79D}"/>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02" name="19-text-9">
            <a:extLst xmlns:a="http://schemas.openxmlformats.org/drawingml/2006/main">
              <a:ext uri="{FF2B5EF4-FFF2-40B4-BE49-F238E27FC236}">
                <a16:creationId xmlns:a16="http://schemas.microsoft.com/office/drawing/2014/main" id="{64863592-DF76-4AC2-A782-43F40DA7AAED}"/>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03" name="19-text-10">
            <a:extLst xmlns:a="http://schemas.openxmlformats.org/drawingml/2006/main">
              <a:ext uri="{FF2B5EF4-FFF2-40B4-BE49-F238E27FC236}">
                <a16:creationId xmlns:a16="http://schemas.microsoft.com/office/drawing/2014/main" id="{532A1726-291A-49FB-A572-A5CB48D00FE7}"/>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04" name="19-text-11">
            <a:extLst xmlns:a="http://schemas.openxmlformats.org/drawingml/2006/main">
              <a:ext uri="{FF2B5EF4-FFF2-40B4-BE49-F238E27FC236}">
                <a16:creationId xmlns:a16="http://schemas.microsoft.com/office/drawing/2014/main" id="{3AC63A3C-DFAA-48A4-B96B-81F9F738754A}"/>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05" name="narrative-number">
            <a:extLst xmlns:a="http://schemas.openxmlformats.org/drawingml/2006/main">
              <a:ext uri="{FF2B5EF4-FFF2-40B4-BE49-F238E27FC236}">
                <a16:creationId xmlns:a16="http://schemas.microsoft.com/office/drawing/2014/main" id="{74483CEC-FC18-4D93-9957-9926DC8B93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608440512"/>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F46B20E3-9256-451D-8D1E-1E8397F53E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15" name="mini-map"/>
          <p:cNvPicPr>
            <a:picLocks xmlns:a="http://schemas.openxmlformats.org/drawingml/2006/main" noChangeAspect="1"/>
          </p:cNvPicPr>
          <p:nvPr/>
        </p:nvPicPr>
        <p:blipFill>
          <a:blip xmlns:r="http://schemas.openxmlformats.org/officeDocument/2006/relationships" xmlns:a="http://schemas.openxmlformats.org/drawingml/2006/main" r:embed="R64460caa464d43f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header-divider">
            <a:extLst xmlns:a="http://schemas.openxmlformats.org/drawingml/2006/main">
              <a:ext uri="{FF2B5EF4-FFF2-40B4-BE49-F238E27FC236}">
                <a16:creationId xmlns:a16="http://schemas.microsoft.com/office/drawing/2014/main" id="{F71540C4-F1A2-475F-AEDD-FFC87CCB9D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9" name="20-text-1">
            <a:extLst xmlns:a="http://schemas.openxmlformats.org/drawingml/2006/main">
              <a:ext uri="{FF2B5EF4-FFF2-40B4-BE49-F238E27FC236}">
                <a16:creationId xmlns:a16="http://schemas.microsoft.com/office/drawing/2014/main" id="{D5FB0372-1F1D-4397-A35A-8C92B5CDFD32}"/>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0" name="20-text-2">
            <a:extLst xmlns:a="http://schemas.openxmlformats.org/drawingml/2006/main">
              <a:ext uri="{FF2B5EF4-FFF2-40B4-BE49-F238E27FC236}">
                <a16:creationId xmlns:a16="http://schemas.microsoft.com/office/drawing/2014/main" id="{CE430CC0-7316-42D0-A0D2-0F5402334EA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11" name="20-text-3">
            <a:extLst xmlns:a="http://schemas.openxmlformats.org/drawingml/2006/main">
              <a:ext uri="{FF2B5EF4-FFF2-40B4-BE49-F238E27FC236}">
                <a16:creationId xmlns:a16="http://schemas.microsoft.com/office/drawing/2014/main" id="{3925FF05-532D-400A-8293-ACEA0CEE513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0" name="20-image-4"/>
          <p:cNvPicPr>
            <a:picLocks xmlns:a="http://schemas.openxmlformats.org/drawingml/2006/main" noChangeAspect="1"/>
          </p:cNvPicPr>
          <p:nvPr/>
        </p:nvPicPr>
        <p:blipFill>
          <a:blip xmlns:r="http://schemas.openxmlformats.org/officeDocument/2006/relationships" xmlns:a="http://schemas.openxmlformats.org/drawingml/2006/main" r:embed="R2089ce1b02bd470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13" name="narrative-number">
            <a:extLst xmlns:a="http://schemas.openxmlformats.org/drawingml/2006/main">
              <a:ext uri="{FF2B5EF4-FFF2-40B4-BE49-F238E27FC236}">
                <a16:creationId xmlns:a16="http://schemas.microsoft.com/office/drawing/2014/main" id="{DE7A3653-7F0E-469A-BBD8-2CF5DFDE7A3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859132970"/>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name">
            <a:extLst xmlns:a="http://schemas.openxmlformats.org/drawingml/2006/main">
              <a:ext uri="{FF2B5EF4-FFF2-40B4-BE49-F238E27FC236}">
                <a16:creationId xmlns:a16="http://schemas.microsoft.com/office/drawing/2014/main" id="{10CE96AB-1764-4F80-98DE-6D190247481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32" name="mini-map"/>
          <p:cNvPicPr>
            <a:picLocks xmlns:a="http://schemas.openxmlformats.org/drawingml/2006/main" noChangeAspect="1"/>
          </p:cNvPicPr>
          <p:nvPr/>
        </p:nvPicPr>
        <p:blipFill>
          <a:blip xmlns:r="http://schemas.openxmlformats.org/officeDocument/2006/relationships" xmlns:a="http://schemas.openxmlformats.org/drawingml/2006/main" r:embed="Rdcbe1190d1f7420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6" name="slide-title">
            <a:extLst xmlns:a="http://schemas.openxmlformats.org/drawingml/2006/main">
              <a:ext uri="{FF2B5EF4-FFF2-40B4-BE49-F238E27FC236}">
                <a16:creationId xmlns:a16="http://schemas.microsoft.com/office/drawing/2014/main" id="{42F246F8-E7F8-4AFB-9D48-2130674FD8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17" name="header-divider">
            <a:extLst xmlns:a="http://schemas.openxmlformats.org/drawingml/2006/main">
              <a:ext uri="{FF2B5EF4-FFF2-40B4-BE49-F238E27FC236}">
                <a16:creationId xmlns:a16="http://schemas.microsoft.com/office/drawing/2014/main" id="{BF8944DF-9C79-48A0-825E-B7B63059773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42B1F69C-552D-4D15-ACE7-14DD993D8FE8}"/>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19" name="21-text-2">
            <a:extLst xmlns:a="http://schemas.openxmlformats.org/drawingml/2006/main">
              <a:ext uri="{FF2B5EF4-FFF2-40B4-BE49-F238E27FC236}">
                <a16:creationId xmlns:a16="http://schemas.microsoft.com/office/drawing/2014/main" id="{78A6F127-DB4D-4B5B-95A2-333FA9202F48}"/>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20" name="21-text-3">
            <a:extLst xmlns:a="http://schemas.openxmlformats.org/drawingml/2006/main">
              <a:ext uri="{FF2B5EF4-FFF2-40B4-BE49-F238E27FC236}">
                <a16:creationId xmlns:a16="http://schemas.microsoft.com/office/drawing/2014/main" id="{43CA3099-EE8C-44EA-B9D7-E027548E867F}"/>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21" name="21-text-4">
            <a:extLst xmlns:a="http://schemas.openxmlformats.org/drawingml/2006/main">
              <a:ext uri="{FF2B5EF4-FFF2-40B4-BE49-F238E27FC236}">
                <a16:creationId xmlns:a16="http://schemas.microsoft.com/office/drawing/2014/main" id="{3969957B-6CDE-4048-AC7E-3C22A213FBCF}"/>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22" name="21-text-5">
            <a:extLst xmlns:a="http://schemas.openxmlformats.org/drawingml/2006/main">
              <a:ext uri="{FF2B5EF4-FFF2-40B4-BE49-F238E27FC236}">
                <a16:creationId xmlns:a16="http://schemas.microsoft.com/office/drawing/2014/main" id="{A1988A9E-5A46-4E38-9737-F706FA24505D}"/>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23" name="21-text-6">
            <a:extLst xmlns:a="http://schemas.openxmlformats.org/drawingml/2006/main">
              <a:ext uri="{FF2B5EF4-FFF2-40B4-BE49-F238E27FC236}">
                <a16:creationId xmlns:a16="http://schemas.microsoft.com/office/drawing/2014/main" id="{EFCF5706-0F6C-4449-A26C-A392BF1A7BC8}"/>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24" name="21-line-8">
            <a:extLst xmlns:a="http://schemas.openxmlformats.org/drawingml/2006/main">
              <a:ext uri="{FF2B5EF4-FFF2-40B4-BE49-F238E27FC236}">
                <a16:creationId xmlns:a16="http://schemas.microsoft.com/office/drawing/2014/main" id="{57467AE0-D026-4A60-AF8B-FA49BF510CC9}"/>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5" name="21-line-10">
            <a:extLst xmlns:a="http://schemas.openxmlformats.org/drawingml/2006/main">
              <a:ext uri="{FF2B5EF4-FFF2-40B4-BE49-F238E27FC236}">
                <a16:creationId xmlns:a16="http://schemas.microsoft.com/office/drawing/2014/main" id="{101C5A2E-C68D-478E-8324-4EB4C764E576}"/>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6" name="21-text-11">
            <a:extLst xmlns:a="http://schemas.openxmlformats.org/drawingml/2006/main">
              <a:ext uri="{FF2B5EF4-FFF2-40B4-BE49-F238E27FC236}">
                <a16:creationId xmlns:a16="http://schemas.microsoft.com/office/drawing/2014/main" id="{52F2AAAD-90F6-472F-B29C-6014669102A8}"/>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27" name="21-text-12">
            <a:extLst xmlns:a="http://schemas.openxmlformats.org/drawingml/2006/main">
              <a:ext uri="{FF2B5EF4-FFF2-40B4-BE49-F238E27FC236}">
                <a16:creationId xmlns:a16="http://schemas.microsoft.com/office/drawing/2014/main" id="{B0D30557-4DBF-4237-B422-438CA764F8BA}"/>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28" name="21-text-13">
            <a:extLst xmlns:a="http://schemas.openxmlformats.org/drawingml/2006/main">
              <a:ext uri="{FF2B5EF4-FFF2-40B4-BE49-F238E27FC236}">
                <a16:creationId xmlns:a16="http://schemas.microsoft.com/office/drawing/2014/main" id="{E167FCA2-B70B-429D-B63C-0912E8D2C96E}"/>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29" name="21-text-14">
            <a:extLst xmlns:a="http://schemas.openxmlformats.org/drawingml/2006/main">
              <a:ext uri="{FF2B5EF4-FFF2-40B4-BE49-F238E27FC236}">
                <a16:creationId xmlns:a16="http://schemas.microsoft.com/office/drawing/2014/main" id="{A5A2685A-DF85-42E9-9E5E-86C3B59ABE9A}"/>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30" name="narrative-number">
            <a:extLst xmlns:a="http://schemas.openxmlformats.org/drawingml/2006/main">
              <a:ext uri="{FF2B5EF4-FFF2-40B4-BE49-F238E27FC236}">
                <a16:creationId xmlns:a16="http://schemas.microsoft.com/office/drawing/2014/main" id="{155F14E6-34D0-40B1-9CF4-BA5F89B9CC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3110285"/>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1" name="!!area-name">
            <a:extLst xmlns:a="http://schemas.openxmlformats.org/drawingml/2006/main">
              <a:ext uri="{FF2B5EF4-FFF2-40B4-BE49-F238E27FC236}">
                <a16:creationId xmlns:a16="http://schemas.microsoft.com/office/drawing/2014/main" id="{4EE0E6E9-B2FD-4581-95F8-9C03141DA2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42" name="mini-map"/>
          <p:cNvPicPr>
            <a:picLocks xmlns:a="http://schemas.openxmlformats.org/drawingml/2006/main" noChangeAspect="1"/>
          </p:cNvPicPr>
          <p:nvPr/>
        </p:nvPicPr>
        <p:blipFill>
          <a:blip xmlns:r="http://schemas.openxmlformats.org/officeDocument/2006/relationships" xmlns:a="http://schemas.openxmlformats.org/drawingml/2006/main" r:embed="R77c5b9247cdd42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3" name="slide-title">
            <a:extLst xmlns:a="http://schemas.openxmlformats.org/drawingml/2006/main">
              <a:ext uri="{FF2B5EF4-FFF2-40B4-BE49-F238E27FC236}">
                <a16:creationId xmlns:a16="http://schemas.microsoft.com/office/drawing/2014/main" id="{734CCFE8-1B3E-4644-8784-F317AB5D7E0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34" name="header-divider">
            <a:extLst xmlns:a="http://schemas.openxmlformats.org/drawingml/2006/main">
              <a:ext uri="{FF2B5EF4-FFF2-40B4-BE49-F238E27FC236}">
                <a16:creationId xmlns:a16="http://schemas.microsoft.com/office/drawing/2014/main" id="{E63F5842-ABB0-42ED-85DB-578B31FDBDC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5" name="22-text-1">
            <a:extLst xmlns:a="http://schemas.openxmlformats.org/drawingml/2006/main">
              <a:ext uri="{FF2B5EF4-FFF2-40B4-BE49-F238E27FC236}">
                <a16:creationId xmlns:a16="http://schemas.microsoft.com/office/drawing/2014/main" id="{0B7E1ABC-C2C1-4DA0-9FE5-C260755D834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36" name="22-text-2">
            <a:extLst xmlns:a="http://schemas.openxmlformats.org/drawingml/2006/main">
              <a:ext uri="{FF2B5EF4-FFF2-40B4-BE49-F238E27FC236}">
                <a16:creationId xmlns:a16="http://schemas.microsoft.com/office/drawing/2014/main" id="{341E8867-FC8F-49ED-819D-81D2746B1CF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47" name="22-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38" name="22-text-4">
            <a:extLst xmlns:a="http://schemas.openxmlformats.org/drawingml/2006/main">
              <a:ext uri="{FF2B5EF4-FFF2-40B4-BE49-F238E27FC236}">
                <a16:creationId xmlns:a16="http://schemas.microsoft.com/office/drawing/2014/main" id="{400E563F-879C-4A14-898B-31CAF30CA414}"/>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39" name="22-text-5">
            <a:extLst xmlns:a="http://schemas.openxmlformats.org/drawingml/2006/main">
              <a:ext uri="{FF2B5EF4-FFF2-40B4-BE49-F238E27FC236}">
                <a16:creationId xmlns:a16="http://schemas.microsoft.com/office/drawing/2014/main" id="{71216F65-AA9C-4651-84BB-EFDD121892ED}"/>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40" name="narrative-number">
            <a:extLst xmlns:a="http://schemas.openxmlformats.org/drawingml/2006/main">
              <a:ext uri="{FF2B5EF4-FFF2-40B4-BE49-F238E27FC236}">
                <a16:creationId xmlns:a16="http://schemas.microsoft.com/office/drawing/2014/main" id="{AA893CD9-A6C6-4DE5-8308-577581982C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884354526"/>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1" name="!!area-name">
            <a:extLst xmlns:a="http://schemas.openxmlformats.org/drawingml/2006/main">
              <a:ext uri="{FF2B5EF4-FFF2-40B4-BE49-F238E27FC236}">
                <a16:creationId xmlns:a16="http://schemas.microsoft.com/office/drawing/2014/main" id="{0EF42DFC-CA58-4424-B291-6DE504FF580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55" name="mini-map"/>
          <p:cNvPicPr>
            <a:picLocks xmlns:a="http://schemas.openxmlformats.org/drawingml/2006/main" noChangeAspect="1"/>
          </p:cNvPicPr>
          <p:nvPr/>
        </p:nvPicPr>
        <p:blipFill>
          <a:blip xmlns:r="http://schemas.openxmlformats.org/officeDocument/2006/relationships" xmlns:a="http://schemas.openxmlformats.org/drawingml/2006/main" r:embed="R71b6f09535d44e7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3" name="slide-title">
            <a:extLst xmlns:a="http://schemas.openxmlformats.org/drawingml/2006/main">
              <a:ext uri="{FF2B5EF4-FFF2-40B4-BE49-F238E27FC236}">
                <a16:creationId xmlns:a16="http://schemas.microsoft.com/office/drawing/2014/main" id="{87546A5A-9DAE-4606-8CCE-C428D6D830A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44" name="header-divider">
            <a:extLst xmlns:a="http://schemas.openxmlformats.org/drawingml/2006/main">
              <a:ext uri="{FF2B5EF4-FFF2-40B4-BE49-F238E27FC236}">
                <a16:creationId xmlns:a16="http://schemas.microsoft.com/office/drawing/2014/main" id="{685FA7FC-E313-4E25-8F18-C07598CEB6E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5" name="23-text-1">
            <a:extLst xmlns:a="http://schemas.openxmlformats.org/drawingml/2006/main">
              <a:ext uri="{FF2B5EF4-FFF2-40B4-BE49-F238E27FC236}">
                <a16:creationId xmlns:a16="http://schemas.microsoft.com/office/drawing/2014/main" id="{66989720-1FA8-4054-AC86-4F2A5AC5AE1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46" name="23-text-2">
            <a:extLst xmlns:a="http://schemas.openxmlformats.org/drawingml/2006/main">
              <a:ext uri="{FF2B5EF4-FFF2-40B4-BE49-F238E27FC236}">
                <a16:creationId xmlns:a16="http://schemas.microsoft.com/office/drawing/2014/main" id="{D8A20A00-906C-4E0B-A250-3CF1743606D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47" name="23-text-3">
            <a:extLst xmlns:a="http://schemas.openxmlformats.org/drawingml/2006/main">
              <a:ext uri="{FF2B5EF4-FFF2-40B4-BE49-F238E27FC236}">
                <a16:creationId xmlns:a16="http://schemas.microsoft.com/office/drawing/2014/main" id="{0C957B30-2C59-4065-A323-22A0C1C1E84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48" name="23-text-4">
            <a:extLst xmlns:a="http://schemas.openxmlformats.org/drawingml/2006/main">
              <a:ext uri="{FF2B5EF4-FFF2-40B4-BE49-F238E27FC236}">
                <a16:creationId xmlns:a16="http://schemas.microsoft.com/office/drawing/2014/main" id="{8AC5E8A0-2D74-45F6-BE9F-07D9E5435E9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49" name="23-text-5">
            <a:extLst xmlns:a="http://schemas.openxmlformats.org/drawingml/2006/main">
              <a:ext uri="{FF2B5EF4-FFF2-40B4-BE49-F238E27FC236}">
                <a16:creationId xmlns:a16="http://schemas.microsoft.com/office/drawing/2014/main" id="{6CF913FD-9DD3-4F57-B358-D60EB77984A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50" name="23-text-6">
            <a:extLst xmlns:a="http://schemas.openxmlformats.org/drawingml/2006/main">
              <a:ext uri="{FF2B5EF4-FFF2-40B4-BE49-F238E27FC236}">
                <a16:creationId xmlns:a16="http://schemas.microsoft.com/office/drawing/2014/main" id="{AE6DB988-8855-4F1B-8F2E-EA6720E6447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51" name="23-text-7">
            <a:extLst xmlns:a="http://schemas.openxmlformats.org/drawingml/2006/main">
              <a:ext uri="{FF2B5EF4-FFF2-40B4-BE49-F238E27FC236}">
                <a16:creationId xmlns:a16="http://schemas.microsoft.com/office/drawing/2014/main" id="{C7DFA773-B4C3-4F18-9A9B-48655F7543B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2" name="23-text-8">
            <a:extLst xmlns:a="http://schemas.openxmlformats.org/drawingml/2006/main">
              <a:ext uri="{FF2B5EF4-FFF2-40B4-BE49-F238E27FC236}">
                <a16:creationId xmlns:a16="http://schemas.microsoft.com/office/drawing/2014/main" id="{F42116D2-68F6-4641-96F8-05A9712AF70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53" name="narrative-number">
            <a:extLst xmlns:a="http://schemas.openxmlformats.org/drawingml/2006/main">
              <a:ext uri="{FF2B5EF4-FFF2-40B4-BE49-F238E27FC236}">
                <a16:creationId xmlns:a16="http://schemas.microsoft.com/office/drawing/2014/main" id="{B9ABBC15-86EB-47EE-BA5E-5BE1278E31E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356343780"/>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4" name="!!area-name">
            <a:extLst xmlns:a="http://schemas.openxmlformats.org/drawingml/2006/main">
              <a:ext uri="{FF2B5EF4-FFF2-40B4-BE49-F238E27FC236}">
                <a16:creationId xmlns:a16="http://schemas.microsoft.com/office/drawing/2014/main" id="{D18D49B7-B983-4AFB-A490-2A4C6508257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68" name="mini-map"/>
          <p:cNvPicPr>
            <a:picLocks xmlns:a="http://schemas.openxmlformats.org/drawingml/2006/main" noChangeAspect="1"/>
          </p:cNvPicPr>
          <p:nvPr/>
        </p:nvPicPr>
        <p:blipFill>
          <a:blip xmlns:r="http://schemas.openxmlformats.org/officeDocument/2006/relationships" xmlns:a="http://schemas.openxmlformats.org/drawingml/2006/main" r:embed="R4aa5f130e03f45b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6" name="slide-title">
            <a:extLst xmlns:a="http://schemas.openxmlformats.org/drawingml/2006/main">
              <a:ext uri="{FF2B5EF4-FFF2-40B4-BE49-F238E27FC236}">
                <a16:creationId xmlns:a16="http://schemas.microsoft.com/office/drawing/2014/main" id="{879A6FBB-D374-405E-BEF2-1456FE4E214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57" name="header-divider">
            <a:extLst xmlns:a="http://schemas.openxmlformats.org/drawingml/2006/main">
              <a:ext uri="{FF2B5EF4-FFF2-40B4-BE49-F238E27FC236}">
                <a16:creationId xmlns:a16="http://schemas.microsoft.com/office/drawing/2014/main" id="{E3116997-6C00-476A-891D-E9B3F1F8E8E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8" name="24-text-1">
            <a:extLst xmlns:a="http://schemas.openxmlformats.org/drawingml/2006/main">
              <a:ext uri="{FF2B5EF4-FFF2-40B4-BE49-F238E27FC236}">
                <a16:creationId xmlns:a16="http://schemas.microsoft.com/office/drawing/2014/main" id="{3EF925D8-3541-4C65-81BD-57062756AB5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59" name="24-text-2">
            <a:extLst xmlns:a="http://schemas.openxmlformats.org/drawingml/2006/main">
              <a:ext uri="{FF2B5EF4-FFF2-40B4-BE49-F238E27FC236}">
                <a16:creationId xmlns:a16="http://schemas.microsoft.com/office/drawing/2014/main" id="{7628A029-1AE7-4B21-B068-7137C797B467}"/>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60" name="24-text-3">
            <a:extLst xmlns:a="http://schemas.openxmlformats.org/drawingml/2006/main">
              <a:ext uri="{FF2B5EF4-FFF2-40B4-BE49-F238E27FC236}">
                <a16:creationId xmlns:a16="http://schemas.microsoft.com/office/drawing/2014/main" id="{5A09FAEC-D981-402E-B671-79A054B0287B}"/>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74" name="24-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2" name="24-text-5">
            <a:extLst xmlns:a="http://schemas.openxmlformats.org/drawingml/2006/main">
              <a:ext uri="{FF2B5EF4-FFF2-40B4-BE49-F238E27FC236}">
                <a16:creationId xmlns:a16="http://schemas.microsoft.com/office/drawing/2014/main" id="{9E8011C1-38F2-4ECD-BB2D-A7A703A3C2B2}"/>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63" name="24-text-6">
            <a:extLst xmlns:a="http://schemas.openxmlformats.org/drawingml/2006/main">
              <a:ext uri="{FF2B5EF4-FFF2-40B4-BE49-F238E27FC236}">
                <a16:creationId xmlns:a16="http://schemas.microsoft.com/office/drawing/2014/main" id="{70C3D6EF-92D8-4CC3-A30F-87042C961A15}"/>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64" name="24-text-7">
            <a:extLst xmlns:a="http://schemas.openxmlformats.org/drawingml/2006/main">
              <a:ext uri="{FF2B5EF4-FFF2-40B4-BE49-F238E27FC236}">
                <a16:creationId xmlns:a16="http://schemas.microsoft.com/office/drawing/2014/main" id="{5B0F85D2-797C-4966-B523-22BC6E89BCF6}"/>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65" name="24-text-8">
            <a:extLst xmlns:a="http://schemas.openxmlformats.org/drawingml/2006/main">
              <a:ext uri="{FF2B5EF4-FFF2-40B4-BE49-F238E27FC236}">
                <a16:creationId xmlns:a16="http://schemas.microsoft.com/office/drawing/2014/main" id="{4530A91A-663D-40D1-AED2-5A92B8B8DD06}"/>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66" name="narrative-number">
            <a:extLst xmlns:a="http://schemas.openxmlformats.org/drawingml/2006/main">
              <a:ext uri="{FF2B5EF4-FFF2-40B4-BE49-F238E27FC236}">
                <a16:creationId xmlns:a16="http://schemas.microsoft.com/office/drawing/2014/main" id="{CC187105-F1E7-4F34-A187-2626687EA4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725063617"/>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7" name="!!area-name">
            <a:extLst xmlns:a="http://schemas.openxmlformats.org/drawingml/2006/main">
              <a:ext uri="{FF2B5EF4-FFF2-40B4-BE49-F238E27FC236}">
                <a16:creationId xmlns:a16="http://schemas.microsoft.com/office/drawing/2014/main" id="{302CE9FA-C879-400B-A775-0CCBC510287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76" name="mini-map"/>
          <p:cNvPicPr>
            <a:picLocks xmlns:a="http://schemas.openxmlformats.org/drawingml/2006/main" noChangeAspect="1"/>
          </p:cNvPicPr>
          <p:nvPr/>
        </p:nvPicPr>
        <p:blipFill>
          <a:blip xmlns:r="http://schemas.openxmlformats.org/officeDocument/2006/relationships" xmlns:a="http://schemas.openxmlformats.org/drawingml/2006/main" r:embed="R3547e5233cd9479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9" name="header-divider">
            <a:extLst xmlns:a="http://schemas.openxmlformats.org/drawingml/2006/main">
              <a:ext uri="{FF2B5EF4-FFF2-40B4-BE49-F238E27FC236}">
                <a16:creationId xmlns:a16="http://schemas.microsoft.com/office/drawing/2014/main" id="{142150F1-C692-4864-9F5C-D530B873FB4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0" name="25-text-1">
            <a:extLst xmlns:a="http://schemas.openxmlformats.org/drawingml/2006/main">
              <a:ext uri="{FF2B5EF4-FFF2-40B4-BE49-F238E27FC236}">
                <a16:creationId xmlns:a16="http://schemas.microsoft.com/office/drawing/2014/main" id="{F8365719-4881-4216-9B2B-3376EAAD2337}"/>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71" name="25-text-2">
            <a:extLst xmlns:a="http://schemas.openxmlformats.org/drawingml/2006/main">
              <a:ext uri="{FF2B5EF4-FFF2-40B4-BE49-F238E27FC236}">
                <a16:creationId xmlns:a16="http://schemas.microsoft.com/office/drawing/2014/main" id="{3EE243B9-BEB4-4F9C-A44E-00428A11391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72" name="25-text-3">
            <a:extLst xmlns:a="http://schemas.openxmlformats.org/drawingml/2006/main">
              <a:ext uri="{FF2B5EF4-FFF2-40B4-BE49-F238E27FC236}">
                <a16:creationId xmlns:a16="http://schemas.microsoft.com/office/drawing/2014/main" id="{3BE2483B-AFD9-4349-A114-9F3321CDB47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81" name="25-image-4"/>
          <p:cNvPicPr>
            <a:picLocks xmlns:a="http://schemas.openxmlformats.org/drawingml/2006/main" noChangeAspect="1"/>
          </p:cNvPicPr>
          <p:nvPr/>
        </p:nvPicPr>
        <p:blipFill>
          <a:blip xmlns:r="http://schemas.openxmlformats.org/officeDocument/2006/relationships" xmlns:a="http://schemas.openxmlformats.org/drawingml/2006/main" r:embed="R245a16d120df4b0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74" name="narrative-number">
            <a:extLst xmlns:a="http://schemas.openxmlformats.org/drawingml/2006/main">
              <a:ext uri="{FF2B5EF4-FFF2-40B4-BE49-F238E27FC236}">
                <a16:creationId xmlns:a16="http://schemas.microsoft.com/office/drawing/2014/main" id="{01093843-645A-4AB0-9DBF-6DEDD3872C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479568287"/>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5" name="!!area-name">
            <a:extLst xmlns:a="http://schemas.openxmlformats.org/drawingml/2006/main">
              <a:ext uri="{FF2B5EF4-FFF2-40B4-BE49-F238E27FC236}">
                <a16:creationId xmlns:a16="http://schemas.microsoft.com/office/drawing/2014/main" id="{68CE3098-EB67-4546-9432-7530753B0A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12" name="mini-map"/>
          <p:cNvPicPr>
            <a:picLocks xmlns:a="http://schemas.openxmlformats.org/drawingml/2006/main" noChangeAspect="1"/>
          </p:cNvPicPr>
          <p:nvPr/>
        </p:nvPicPr>
        <p:blipFill>
          <a:blip xmlns:r="http://schemas.openxmlformats.org/officeDocument/2006/relationships" xmlns:a="http://schemas.openxmlformats.org/drawingml/2006/main" r:embed="R5db3d9eed3c7499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7" name="slide-title">
            <a:extLst xmlns:a="http://schemas.openxmlformats.org/drawingml/2006/main">
              <a:ext uri="{FF2B5EF4-FFF2-40B4-BE49-F238E27FC236}">
                <a16:creationId xmlns:a16="http://schemas.microsoft.com/office/drawing/2014/main" id="{6F2BAB85-688E-41AB-8D08-6E0159AD17F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78" name="header-divider">
            <a:extLst xmlns:a="http://schemas.openxmlformats.org/drawingml/2006/main">
              <a:ext uri="{FF2B5EF4-FFF2-40B4-BE49-F238E27FC236}">
                <a16:creationId xmlns:a16="http://schemas.microsoft.com/office/drawing/2014/main" id="{67B70404-ECCA-4D71-B814-343383FEA80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9" name="26-text-1">
            <a:extLst xmlns:a="http://schemas.openxmlformats.org/drawingml/2006/main">
              <a:ext uri="{FF2B5EF4-FFF2-40B4-BE49-F238E27FC236}">
                <a16:creationId xmlns:a16="http://schemas.microsoft.com/office/drawing/2014/main" id="{E56E36A1-116F-477F-B4F7-09A3D462A0EA}"/>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280" name="26-text-2">
            <a:extLst xmlns:a="http://schemas.openxmlformats.org/drawingml/2006/main">
              <a:ext uri="{FF2B5EF4-FFF2-40B4-BE49-F238E27FC236}">
                <a16:creationId xmlns:a16="http://schemas.microsoft.com/office/drawing/2014/main" id="{FE34CD53-6C2E-4752-B0FC-EF668A0582B6}"/>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281" name="26-text-3">
            <a:extLst xmlns:a="http://schemas.openxmlformats.org/drawingml/2006/main">
              <a:ext uri="{FF2B5EF4-FFF2-40B4-BE49-F238E27FC236}">
                <a16:creationId xmlns:a16="http://schemas.microsoft.com/office/drawing/2014/main" id="{1B8F40BF-0A6B-4B47-818B-40E7CCDF074B}"/>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282" name="26-text-4">
            <a:extLst xmlns:a="http://schemas.openxmlformats.org/drawingml/2006/main">
              <a:ext uri="{FF2B5EF4-FFF2-40B4-BE49-F238E27FC236}">
                <a16:creationId xmlns:a16="http://schemas.microsoft.com/office/drawing/2014/main" id="{CE9BCE94-44EC-486F-84D4-E2EED4314C2D}"/>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283" name="26-text-5">
            <a:extLst xmlns:a="http://schemas.openxmlformats.org/drawingml/2006/main">
              <a:ext uri="{FF2B5EF4-FFF2-40B4-BE49-F238E27FC236}">
                <a16:creationId xmlns:a16="http://schemas.microsoft.com/office/drawing/2014/main" id="{9AB50622-E468-41C8-9670-F946AB7305E5}"/>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284" name="26-text-6">
            <a:extLst xmlns:a="http://schemas.openxmlformats.org/drawingml/2006/main">
              <a:ext uri="{FF2B5EF4-FFF2-40B4-BE49-F238E27FC236}">
                <a16:creationId xmlns:a16="http://schemas.microsoft.com/office/drawing/2014/main" id="{88CFC7DB-DDE0-4DF0-BE9D-94F6FE15935B}"/>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285" name="26-text-7">
            <a:extLst xmlns:a="http://schemas.openxmlformats.org/drawingml/2006/main">
              <a:ext uri="{FF2B5EF4-FFF2-40B4-BE49-F238E27FC236}">
                <a16:creationId xmlns:a16="http://schemas.microsoft.com/office/drawing/2014/main" id="{8E762575-1B49-4021-89B4-C95CCC54C044}"/>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286" name="26-text-8">
            <a:extLst xmlns:a="http://schemas.openxmlformats.org/drawingml/2006/main">
              <a:ext uri="{FF2B5EF4-FFF2-40B4-BE49-F238E27FC236}">
                <a16:creationId xmlns:a16="http://schemas.microsoft.com/office/drawing/2014/main" id="{4B2E20D9-6B41-4C7A-9802-06768DF20B4E}"/>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287" name="26-text-9">
            <a:extLst xmlns:a="http://schemas.openxmlformats.org/drawingml/2006/main">
              <a:ext uri="{FF2B5EF4-FFF2-40B4-BE49-F238E27FC236}">
                <a16:creationId xmlns:a16="http://schemas.microsoft.com/office/drawing/2014/main" id="{5432855B-C335-4107-8D4A-37DE9893046B}"/>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288" name="26-line-11">
            <a:extLst xmlns:a="http://schemas.openxmlformats.org/drawingml/2006/main">
              <a:ext uri="{FF2B5EF4-FFF2-40B4-BE49-F238E27FC236}">
                <a16:creationId xmlns:a16="http://schemas.microsoft.com/office/drawing/2014/main" id="{89612544-6F48-43EA-8716-E7BED979D39A}"/>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9" name="26-line-13">
            <a:extLst xmlns:a="http://schemas.openxmlformats.org/drawingml/2006/main">
              <a:ext uri="{FF2B5EF4-FFF2-40B4-BE49-F238E27FC236}">
                <a16:creationId xmlns:a16="http://schemas.microsoft.com/office/drawing/2014/main" id="{C80BF54C-D327-43DE-A117-9B2F32E80C9D}"/>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0" name="26-line-15">
            <a:extLst xmlns:a="http://schemas.openxmlformats.org/drawingml/2006/main">
              <a:ext uri="{FF2B5EF4-FFF2-40B4-BE49-F238E27FC236}">
                <a16:creationId xmlns:a16="http://schemas.microsoft.com/office/drawing/2014/main" id="{C40BBEEB-0E82-4F69-A39B-D5E780BFFCE2}"/>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1" name="26-line-17">
            <a:extLst xmlns:a="http://schemas.openxmlformats.org/drawingml/2006/main">
              <a:ext uri="{FF2B5EF4-FFF2-40B4-BE49-F238E27FC236}">
                <a16:creationId xmlns:a16="http://schemas.microsoft.com/office/drawing/2014/main" id="{3BEC39B4-FD41-47BF-A947-2812B15E8908}"/>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2" name="26-line-19">
            <a:extLst xmlns:a="http://schemas.openxmlformats.org/drawingml/2006/main">
              <a:ext uri="{FF2B5EF4-FFF2-40B4-BE49-F238E27FC236}">
                <a16:creationId xmlns:a16="http://schemas.microsoft.com/office/drawing/2014/main" id="{2879C370-34EB-48AF-A2B6-C4FBCE1F6D04}"/>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3" name="inspect-stage">
            <a:extLst xmlns:a="http://schemas.openxmlformats.org/drawingml/2006/main">
              <a:ext uri="{FF2B5EF4-FFF2-40B4-BE49-F238E27FC236}">
                <a16:creationId xmlns:a16="http://schemas.microsoft.com/office/drawing/2014/main" id="{18A3528E-B24D-4500-A22C-2BB9CDBE4D10}"/>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94" name="26-line-21">
            <a:extLst xmlns:a="http://schemas.openxmlformats.org/drawingml/2006/main">
              <a:ext uri="{FF2B5EF4-FFF2-40B4-BE49-F238E27FC236}">
                <a16:creationId xmlns:a16="http://schemas.microsoft.com/office/drawing/2014/main" id="{1BC7DA28-2075-4934-8A46-405FAFACF184}"/>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5" name="bounded-agent-loop">
            <a:extLst xmlns:a="http://schemas.openxmlformats.org/drawingml/2006/main">
              <a:ext uri="{FF2B5EF4-FFF2-40B4-BE49-F238E27FC236}">
                <a16:creationId xmlns:a16="http://schemas.microsoft.com/office/drawing/2014/main" id="{084D2094-203D-4C91-9B0F-DDC7ADEC3A03}"/>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96" name="26-text-22">
            <a:extLst xmlns:a="http://schemas.openxmlformats.org/drawingml/2006/main">
              <a:ext uri="{FF2B5EF4-FFF2-40B4-BE49-F238E27FC236}">
                <a16:creationId xmlns:a16="http://schemas.microsoft.com/office/drawing/2014/main" id="{4DD0A304-DB59-461E-9592-D0379466E20E}"/>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297" name="26-text-23">
            <a:extLst xmlns:a="http://schemas.openxmlformats.org/drawingml/2006/main">
              <a:ext uri="{FF2B5EF4-FFF2-40B4-BE49-F238E27FC236}">
                <a16:creationId xmlns:a16="http://schemas.microsoft.com/office/drawing/2014/main" id="{95344FBB-016F-47CD-B5C7-10CEB90317EE}"/>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298" name="26-text-24">
            <a:extLst xmlns:a="http://schemas.openxmlformats.org/drawingml/2006/main">
              <a:ext uri="{FF2B5EF4-FFF2-40B4-BE49-F238E27FC236}">
                <a16:creationId xmlns:a16="http://schemas.microsoft.com/office/drawing/2014/main" id="{A7D27ED6-8AB7-41ED-A791-8A07E5E1C45A}"/>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299" name="26-text-25">
            <a:extLst xmlns:a="http://schemas.openxmlformats.org/drawingml/2006/main">
              <a:ext uri="{FF2B5EF4-FFF2-40B4-BE49-F238E27FC236}">
                <a16:creationId xmlns:a16="http://schemas.microsoft.com/office/drawing/2014/main" id="{10F7F245-7401-4C95-BB4B-5D8CC294FDB1}"/>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00" name="26-text-26">
            <a:extLst xmlns:a="http://schemas.openxmlformats.org/drawingml/2006/main">
              <a:ext uri="{FF2B5EF4-FFF2-40B4-BE49-F238E27FC236}">
                <a16:creationId xmlns:a16="http://schemas.microsoft.com/office/drawing/2014/main" id="{5A34CFDA-8F6B-4BEF-9FCD-78555690F41C}"/>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01" name="26-text-27">
            <a:extLst xmlns:a="http://schemas.openxmlformats.org/drawingml/2006/main">
              <a:ext uri="{FF2B5EF4-FFF2-40B4-BE49-F238E27FC236}">
                <a16:creationId xmlns:a16="http://schemas.microsoft.com/office/drawing/2014/main" id="{441FF5F7-512F-4AE1-B32F-695E41CB1BDB}"/>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02" name="26-line-29">
            <a:extLst xmlns:a="http://schemas.openxmlformats.org/drawingml/2006/main">
              <a:ext uri="{FF2B5EF4-FFF2-40B4-BE49-F238E27FC236}">
                <a16:creationId xmlns:a16="http://schemas.microsoft.com/office/drawing/2014/main" id="{B0030F84-D783-4DCF-A5B6-565ACD21A44F}"/>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3" name="26-line-31">
            <a:extLst xmlns:a="http://schemas.openxmlformats.org/drawingml/2006/main">
              <a:ext uri="{FF2B5EF4-FFF2-40B4-BE49-F238E27FC236}">
                <a16:creationId xmlns:a16="http://schemas.microsoft.com/office/drawing/2014/main" id="{0B69A4AF-83DA-48C3-BE88-B43FA834F504}"/>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4" name="26-line-33">
            <a:extLst xmlns:a="http://schemas.openxmlformats.org/drawingml/2006/main">
              <a:ext uri="{FF2B5EF4-FFF2-40B4-BE49-F238E27FC236}">
                <a16:creationId xmlns:a16="http://schemas.microsoft.com/office/drawing/2014/main" id="{6BBEBC03-D305-4555-8162-955EC03ABBCE}"/>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5" name="26-line-35">
            <a:extLst xmlns:a="http://schemas.openxmlformats.org/drawingml/2006/main">
              <a:ext uri="{FF2B5EF4-FFF2-40B4-BE49-F238E27FC236}">
                <a16:creationId xmlns:a16="http://schemas.microsoft.com/office/drawing/2014/main" id="{85CAA3E2-6D57-4F14-B59E-D1C4FDD1D794}"/>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06" name="26-line-37">
            <a:extLst xmlns:a="http://schemas.openxmlformats.org/drawingml/2006/main">
              <a:ext uri="{FF2B5EF4-FFF2-40B4-BE49-F238E27FC236}">
                <a16:creationId xmlns:a16="http://schemas.microsoft.com/office/drawing/2014/main" id="{6D57E0EB-C304-48B1-B4E3-61BBB40ECCB2}"/>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7" name="26-line-39">
            <a:extLst xmlns:a="http://schemas.openxmlformats.org/drawingml/2006/main">
              <a:ext uri="{FF2B5EF4-FFF2-40B4-BE49-F238E27FC236}">
                <a16:creationId xmlns:a16="http://schemas.microsoft.com/office/drawing/2014/main" id="{206091BE-0F60-432F-87E1-4E02D1A0F529}"/>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08" name="26-text-40">
            <a:extLst xmlns:a="http://schemas.openxmlformats.org/drawingml/2006/main">
              <a:ext uri="{FF2B5EF4-FFF2-40B4-BE49-F238E27FC236}">
                <a16:creationId xmlns:a16="http://schemas.microsoft.com/office/drawing/2014/main" id="{AECE0EC8-79A4-4376-8C8F-280E36EFFE0B}"/>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09" name="26-text-41">
            <a:extLst xmlns:a="http://schemas.openxmlformats.org/drawingml/2006/main">
              <a:ext uri="{FF2B5EF4-FFF2-40B4-BE49-F238E27FC236}">
                <a16:creationId xmlns:a16="http://schemas.microsoft.com/office/drawing/2014/main" id="{64108E3D-9169-4A03-B1BF-82297CC3C0BA}"/>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10" name="narrative-number">
            <a:extLst xmlns:a="http://schemas.openxmlformats.org/drawingml/2006/main">
              <a:ext uri="{FF2B5EF4-FFF2-40B4-BE49-F238E27FC236}">
                <a16:creationId xmlns:a16="http://schemas.microsoft.com/office/drawing/2014/main" id="{53E6A7EE-621F-4D9A-AC4E-613BA653B8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644119465"/>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1" name="!!area-name">
            <a:extLst xmlns:a="http://schemas.openxmlformats.org/drawingml/2006/main">
              <a:ext uri="{FF2B5EF4-FFF2-40B4-BE49-F238E27FC236}">
                <a16:creationId xmlns:a16="http://schemas.microsoft.com/office/drawing/2014/main" id="{4A2C41FA-2877-4A21-911E-1D0BCA4F08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25" name="mini-map"/>
          <p:cNvPicPr>
            <a:picLocks xmlns:a="http://schemas.openxmlformats.org/drawingml/2006/main" noChangeAspect="1"/>
          </p:cNvPicPr>
          <p:nvPr/>
        </p:nvPicPr>
        <p:blipFill>
          <a:blip xmlns:r="http://schemas.openxmlformats.org/officeDocument/2006/relationships" xmlns:a="http://schemas.openxmlformats.org/drawingml/2006/main" r:embed="R18cec118087947e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3" name="slide-title">
            <a:extLst xmlns:a="http://schemas.openxmlformats.org/drawingml/2006/main">
              <a:ext uri="{FF2B5EF4-FFF2-40B4-BE49-F238E27FC236}">
                <a16:creationId xmlns:a16="http://schemas.microsoft.com/office/drawing/2014/main" id="{75178B0C-4F21-427F-9A42-D1B0F897834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14" name="header-divider">
            <a:extLst xmlns:a="http://schemas.openxmlformats.org/drawingml/2006/main">
              <a:ext uri="{FF2B5EF4-FFF2-40B4-BE49-F238E27FC236}">
                <a16:creationId xmlns:a16="http://schemas.microsoft.com/office/drawing/2014/main" id="{79F9D59A-33B7-4775-84CB-E31CF1C5E10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5" name="27-text-1">
            <a:extLst xmlns:a="http://schemas.openxmlformats.org/drawingml/2006/main">
              <a:ext uri="{FF2B5EF4-FFF2-40B4-BE49-F238E27FC236}">
                <a16:creationId xmlns:a16="http://schemas.microsoft.com/office/drawing/2014/main" id="{9B0B40DB-0613-457B-9352-9AE58A0F733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16" name="27-text-2">
            <a:extLst xmlns:a="http://schemas.openxmlformats.org/drawingml/2006/main">
              <a:ext uri="{FF2B5EF4-FFF2-40B4-BE49-F238E27FC236}">
                <a16:creationId xmlns:a16="http://schemas.microsoft.com/office/drawing/2014/main" id="{645C04D6-00AD-46B9-8860-98E0D02DEB2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17" name="27-text-3">
            <a:extLst xmlns:a="http://schemas.openxmlformats.org/drawingml/2006/main">
              <a:ext uri="{FF2B5EF4-FFF2-40B4-BE49-F238E27FC236}">
                <a16:creationId xmlns:a16="http://schemas.microsoft.com/office/drawing/2014/main" id="{E8026D80-634E-4CAC-9775-368AAA0704EC}"/>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18" name="27-text-4">
            <a:extLst xmlns:a="http://schemas.openxmlformats.org/drawingml/2006/main">
              <a:ext uri="{FF2B5EF4-FFF2-40B4-BE49-F238E27FC236}">
                <a16:creationId xmlns:a16="http://schemas.microsoft.com/office/drawing/2014/main" id="{BB733D39-5E48-4F90-8A20-696627300E75}"/>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19" name="27-text-5">
            <a:extLst xmlns:a="http://schemas.openxmlformats.org/drawingml/2006/main">
              <a:ext uri="{FF2B5EF4-FFF2-40B4-BE49-F238E27FC236}">
                <a16:creationId xmlns:a16="http://schemas.microsoft.com/office/drawing/2014/main" id="{FEA9AB28-FA8B-46C2-959E-D321BF0FB148}"/>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20" name="27-text-6">
            <a:extLst xmlns:a="http://schemas.openxmlformats.org/drawingml/2006/main">
              <a:ext uri="{FF2B5EF4-FFF2-40B4-BE49-F238E27FC236}">
                <a16:creationId xmlns:a16="http://schemas.microsoft.com/office/drawing/2014/main" id="{23D61C4A-3C5E-4A57-9E10-E01111DA638D}"/>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21" name="27-text-7">
            <a:extLst xmlns:a="http://schemas.openxmlformats.org/drawingml/2006/main">
              <a:ext uri="{FF2B5EF4-FFF2-40B4-BE49-F238E27FC236}">
                <a16:creationId xmlns:a16="http://schemas.microsoft.com/office/drawing/2014/main" id="{EF49C968-92A2-495E-9AE2-520EC33C6DC0}"/>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22" name="27-text-8">
            <a:extLst xmlns:a="http://schemas.openxmlformats.org/drawingml/2006/main">
              <a:ext uri="{FF2B5EF4-FFF2-40B4-BE49-F238E27FC236}">
                <a16:creationId xmlns:a16="http://schemas.microsoft.com/office/drawing/2014/main" id="{6022F12D-75C9-4F24-A7ED-F9DF88F3D8C7}"/>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23" name="narrative-number">
            <a:extLst xmlns:a="http://schemas.openxmlformats.org/drawingml/2006/main">
              <a:ext uri="{FF2B5EF4-FFF2-40B4-BE49-F238E27FC236}">
                <a16:creationId xmlns:a16="http://schemas.microsoft.com/office/drawing/2014/main" id="{2AF40530-7D3E-48E8-9D6A-E6BBCA632E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827996143"/>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4" name="!!area-name">
            <a:extLst xmlns:a="http://schemas.openxmlformats.org/drawingml/2006/main">
              <a:ext uri="{FF2B5EF4-FFF2-40B4-BE49-F238E27FC236}">
                <a16:creationId xmlns:a16="http://schemas.microsoft.com/office/drawing/2014/main" id="{D3645135-7A1B-4F23-9504-836452450F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38" name="mini-map"/>
          <p:cNvPicPr>
            <a:picLocks xmlns:a="http://schemas.openxmlformats.org/drawingml/2006/main" noChangeAspect="1"/>
          </p:cNvPicPr>
          <p:nvPr/>
        </p:nvPicPr>
        <p:blipFill>
          <a:blip xmlns:r="http://schemas.openxmlformats.org/officeDocument/2006/relationships" xmlns:a="http://schemas.openxmlformats.org/drawingml/2006/main" r:embed="Raf303e1ad9f74b8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6" name="slide-title">
            <a:extLst xmlns:a="http://schemas.openxmlformats.org/drawingml/2006/main">
              <a:ext uri="{FF2B5EF4-FFF2-40B4-BE49-F238E27FC236}">
                <a16:creationId xmlns:a16="http://schemas.microsoft.com/office/drawing/2014/main" id="{801A104C-537A-4FB8-8A5E-624CC5C8A7F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27" name="header-divider">
            <a:extLst xmlns:a="http://schemas.openxmlformats.org/drawingml/2006/main">
              <a:ext uri="{FF2B5EF4-FFF2-40B4-BE49-F238E27FC236}">
                <a16:creationId xmlns:a16="http://schemas.microsoft.com/office/drawing/2014/main" id="{8A12613B-3305-4534-8DA9-5EC6F550A56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28-text-1">
            <a:extLst xmlns:a="http://schemas.openxmlformats.org/drawingml/2006/main">
              <a:ext uri="{FF2B5EF4-FFF2-40B4-BE49-F238E27FC236}">
                <a16:creationId xmlns:a16="http://schemas.microsoft.com/office/drawing/2014/main" id="{657071CA-F0A4-45D4-9ED8-60716FBD4E4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29" name="28-text-2">
            <a:extLst xmlns:a="http://schemas.openxmlformats.org/drawingml/2006/main">
              <a:ext uri="{FF2B5EF4-FFF2-40B4-BE49-F238E27FC236}">
                <a16:creationId xmlns:a16="http://schemas.microsoft.com/office/drawing/2014/main" id="{B0F763E7-7828-4C06-B787-6E4C18F9907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30" name="28-text-3">
            <a:extLst xmlns:a="http://schemas.openxmlformats.org/drawingml/2006/main">
              <a:ext uri="{FF2B5EF4-FFF2-40B4-BE49-F238E27FC236}">
                <a16:creationId xmlns:a16="http://schemas.microsoft.com/office/drawing/2014/main" id="{24811711-3A6C-4595-840F-D9874820248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31" name="28-text-4">
            <a:extLst xmlns:a="http://schemas.openxmlformats.org/drawingml/2006/main">
              <a:ext uri="{FF2B5EF4-FFF2-40B4-BE49-F238E27FC236}">
                <a16:creationId xmlns:a16="http://schemas.microsoft.com/office/drawing/2014/main" id="{92627128-5363-4550-AE5B-3276D7F0CED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32" name="28-text-5">
            <a:extLst xmlns:a="http://schemas.openxmlformats.org/drawingml/2006/main">
              <a:ext uri="{FF2B5EF4-FFF2-40B4-BE49-F238E27FC236}">
                <a16:creationId xmlns:a16="http://schemas.microsoft.com/office/drawing/2014/main" id="{182CCBAD-BCED-4EE4-9780-D79862DC8051}"/>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33" name="28-text-6">
            <a:extLst xmlns:a="http://schemas.openxmlformats.org/drawingml/2006/main">
              <a:ext uri="{FF2B5EF4-FFF2-40B4-BE49-F238E27FC236}">
                <a16:creationId xmlns:a16="http://schemas.microsoft.com/office/drawing/2014/main" id="{6A5C87B2-9772-4F21-BE0C-0B5CAD87EAB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34" name="28-text-7">
            <a:extLst xmlns:a="http://schemas.openxmlformats.org/drawingml/2006/main">
              <a:ext uri="{FF2B5EF4-FFF2-40B4-BE49-F238E27FC236}">
                <a16:creationId xmlns:a16="http://schemas.microsoft.com/office/drawing/2014/main" id="{5E296C71-E199-4315-8167-5063BF3A6DE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35" name="28-text-8">
            <a:extLst xmlns:a="http://schemas.openxmlformats.org/drawingml/2006/main">
              <a:ext uri="{FF2B5EF4-FFF2-40B4-BE49-F238E27FC236}">
                <a16:creationId xmlns:a16="http://schemas.microsoft.com/office/drawing/2014/main" id="{5DCEE345-3C4A-4303-A577-BECA64861A3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36" name="narrative-number">
            <a:extLst xmlns:a="http://schemas.openxmlformats.org/drawingml/2006/main">
              <a:ext uri="{FF2B5EF4-FFF2-40B4-BE49-F238E27FC236}">
                <a16:creationId xmlns:a16="http://schemas.microsoft.com/office/drawing/2014/main" id="{47E9649D-6F85-41DE-AF21-DF9475237BE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1507180357"/>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7DFB6E25-13EA-4E1C-B02A-651B463C70A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61" name="mini-map"/>
          <p:cNvPicPr>
            <a:picLocks xmlns:a="http://schemas.openxmlformats.org/drawingml/2006/main" noChangeAspect="1"/>
          </p:cNvPicPr>
          <p:nvPr/>
        </p:nvPicPr>
        <p:blipFill>
          <a:blip xmlns:r="http://schemas.openxmlformats.org/officeDocument/2006/relationships" xmlns:a="http://schemas.openxmlformats.org/drawingml/2006/main" r:embed="R13e9033fe9094a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F147873F-0F0D-4118-8521-E41F1CF6340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40" name="header-divider">
            <a:extLst xmlns:a="http://schemas.openxmlformats.org/drawingml/2006/main">
              <a:ext uri="{FF2B5EF4-FFF2-40B4-BE49-F238E27FC236}">
                <a16:creationId xmlns:a16="http://schemas.microsoft.com/office/drawing/2014/main" id="{0CA59C6F-1D7E-46EE-91E5-6494597307C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A46FB9BE-F3E5-4C84-A9F9-4B799028B3E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42" name="29-text-2">
            <a:extLst xmlns:a="http://schemas.openxmlformats.org/drawingml/2006/main">
              <a:ext uri="{FF2B5EF4-FFF2-40B4-BE49-F238E27FC236}">
                <a16:creationId xmlns:a16="http://schemas.microsoft.com/office/drawing/2014/main" id="{4ED407F8-B48D-44AA-9F68-A9D890714FE2}"/>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43" name="29-text-3">
            <a:extLst xmlns:a="http://schemas.openxmlformats.org/drawingml/2006/main">
              <a:ext uri="{FF2B5EF4-FFF2-40B4-BE49-F238E27FC236}">
                <a16:creationId xmlns:a16="http://schemas.microsoft.com/office/drawing/2014/main" id="{CAAA77E3-3781-495E-B5B9-970112C6F829}"/>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44" name="29-text-4">
            <a:extLst xmlns:a="http://schemas.openxmlformats.org/drawingml/2006/main">
              <a:ext uri="{FF2B5EF4-FFF2-40B4-BE49-F238E27FC236}">
                <a16:creationId xmlns:a16="http://schemas.microsoft.com/office/drawing/2014/main" id="{42AD3311-EC65-47DC-9212-1B4FE5A46BDD}"/>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45" name="29-text-5">
            <a:extLst xmlns:a="http://schemas.openxmlformats.org/drawingml/2006/main">
              <a:ext uri="{FF2B5EF4-FFF2-40B4-BE49-F238E27FC236}">
                <a16:creationId xmlns:a16="http://schemas.microsoft.com/office/drawing/2014/main" id="{F8A8AF6A-700A-4789-A3D4-BB1123D435FB}"/>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46" name="29-line-7">
            <a:extLst xmlns:a="http://schemas.openxmlformats.org/drawingml/2006/main">
              <a:ext uri="{FF2B5EF4-FFF2-40B4-BE49-F238E27FC236}">
                <a16:creationId xmlns:a16="http://schemas.microsoft.com/office/drawing/2014/main" id="{2A4CBDCB-89BC-4978-B2C0-3B207808CFB8}"/>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7" name="29-text-8">
            <a:extLst xmlns:a="http://schemas.openxmlformats.org/drawingml/2006/main">
              <a:ext uri="{FF2B5EF4-FFF2-40B4-BE49-F238E27FC236}">
                <a16:creationId xmlns:a16="http://schemas.microsoft.com/office/drawing/2014/main" id="{6D7F8393-3708-4D71-8361-3E20B46957FD}"/>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48" name="29-text-9">
            <a:extLst xmlns:a="http://schemas.openxmlformats.org/drawingml/2006/main">
              <a:ext uri="{FF2B5EF4-FFF2-40B4-BE49-F238E27FC236}">
                <a16:creationId xmlns:a16="http://schemas.microsoft.com/office/drawing/2014/main" id="{A5747591-5EB6-4767-9FDF-8F5E076BAC58}"/>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49" name="29-line-11">
            <a:extLst xmlns:a="http://schemas.openxmlformats.org/drawingml/2006/main">
              <a:ext uri="{FF2B5EF4-FFF2-40B4-BE49-F238E27FC236}">
                <a16:creationId xmlns:a16="http://schemas.microsoft.com/office/drawing/2014/main" id="{A35EC7E0-EBA8-4685-A9AA-94FEFFEA828F}"/>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0" name="29-line-13">
            <a:extLst xmlns:a="http://schemas.openxmlformats.org/drawingml/2006/main">
              <a:ext uri="{FF2B5EF4-FFF2-40B4-BE49-F238E27FC236}">
                <a16:creationId xmlns:a16="http://schemas.microsoft.com/office/drawing/2014/main" id="{36005104-5701-47B0-9906-E10212394991}"/>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1" name="29-line-15">
            <a:extLst xmlns:a="http://schemas.openxmlformats.org/drawingml/2006/main">
              <a:ext uri="{FF2B5EF4-FFF2-40B4-BE49-F238E27FC236}">
                <a16:creationId xmlns:a16="http://schemas.microsoft.com/office/drawing/2014/main" id="{4D098F66-B896-4EE6-B687-61FB106B5998}"/>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2" name="29-line-17">
            <a:extLst xmlns:a="http://schemas.openxmlformats.org/drawingml/2006/main">
              <a:ext uri="{FF2B5EF4-FFF2-40B4-BE49-F238E27FC236}">
                <a16:creationId xmlns:a16="http://schemas.microsoft.com/office/drawing/2014/main" id="{63963752-C0AA-407A-BE0C-78B9E5FB793E}"/>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3" name="29-text-18">
            <a:extLst xmlns:a="http://schemas.openxmlformats.org/drawingml/2006/main">
              <a:ext uri="{FF2B5EF4-FFF2-40B4-BE49-F238E27FC236}">
                <a16:creationId xmlns:a16="http://schemas.microsoft.com/office/drawing/2014/main" id="{3DBBDDBA-1D6B-4D3F-9A64-DD391000FB35}"/>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54" name="29-text-19">
            <a:extLst xmlns:a="http://schemas.openxmlformats.org/drawingml/2006/main">
              <a:ext uri="{FF2B5EF4-FFF2-40B4-BE49-F238E27FC236}">
                <a16:creationId xmlns:a16="http://schemas.microsoft.com/office/drawing/2014/main" id="{F47E9C1C-4151-4BD0-A9EF-49FDD54065E0}"/>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55" name="29-line-21">
            <a:extLst xmlns:a="http://schemas.openxmlformats.org/drawingml/2006/main">
              <a:ext uri="{FF2B5EF4-FFF2-40B4-BE49-F238E27FC236}">
                <a16:creationId xmlns:a16="http://schemas.microsoft.com/office/drawing/2014/main" id="{7D79CC2A-21DC-453E-97ED-CC2477AC97CE}"/>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6" name="29-text-22">
            <a:extLst xmlns:a="http://schemas.openxmlformats.org/drawingml/2006/main">
              <a:ext uri="{FF2B5EF4-FFF2-40B4-BE49-F238E27FC236}">
                <a16:creationId xmlns:a16="http://schemas.microsoft.com/office/drawing/2014/main" id="{BA516EA0-4AE3-403F-BAF7-59F4CA686AEA}"/>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57" name="29-text-23">
            <a:extLst xmlns:a="http://schemas.openxmlformats.org/drawingml/2006/main">
              <a:ext uri="{FF2B5EF4-FFF2-40B4-BE49-F238E27FC236}">
                <a16:creationId xmlns:a16="http://schemas.microsoft.com/office/drawing/2014/main" id="{151B98D0-CB04-4665-B0B4-F297072989C7}"/>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58" name="29-text-24">
            <a:extLst xmlns:a="http://schemas.openxmlformats.org/drawingml/2006/main">
              <a:ext uri="{FF2B5EF4-FFF2-40B4-BE49-F238E27FC236}">
                <a16:creationId xmlns:a16="http://schemas.microsoft.com/office/drawing/2014/main" id="{58303DB1-93C3-4C98-9DEF-83EF199F3327}"/>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59" name="narrative-number">
            <a:extLst xmlns:a="http://schemas.openxmlformats.org/drawingml/2006/main">
              <a:ext uri="{FF2B5EF4-FFF2-40B4-BE49-F238E27FC236}">
                <a16:creationId xmlns:a16="http://schemas.microsoft.com/office/drawing/2014/main" id="{514CC946-EC0A-4197-88F2-5AECEA8F3EB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664657021"/>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0" name="!!area-name">
            <a:extLst xmlns:a="http://schemas.openxmlformats.org/drawingml/2006/main">
              <a:ext uri="{FF2B5EF4-FFF2-40B4-BE49-F238E27FC236}">
                <a16:creationId xmlns:a16="http://schemas.microsoft.com/office/drawing/2014/main" id="{E2DED6CD-2F15-4D82-80FA-7F3143AB850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69" name="mini-map"/>
          <p:cNvPicPr>
            <a:picLocks xmlns:a="http://schemas.openxmlformats.org/drawingml/2006/main" noChangeAspect="1"/>
          </p:cNvPicPr>
          <p:nvPr/>
        </p:nvPicPr>
        <p:blipFill>
          <a:blip xmlns:r="http://schemas.openxmlformats.org/officeDocument/2006/relationships" xmlns:a="http://schemas.openxmlformats.org/drawingml/2006/main" r:embed="R91a5f7820a114ea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2" name="header-divider">
            <a:extLst xmlns:a="http://schemas.openxmlformats.org/drawingml/2006/main">
              <a:ext uri="{FF2B5EF4-FFF2-40B4-BE49-F238E27FC236}">
                <a16:creationId xmlns:a16="http://schemas.microsoft.com/office/drawing/2014/main" id="{50080CA1-5196-4D79-81ED-800AE850A3C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3" name="30-text-1">
            <a:extLst xmlns:a="http://schemas.openxmlformats.org/drawingml/2006/main">
              <a:ext uri="{FF2B5EF4-FFF2-40B4-BE49-F238E27FC236}">
                <a16:creationId xmlns:a16="http://schemas.microsoft.com/office/drawing/2014/main" id="{79ABF443-73BE-40F7-9FDF-E30ADC903C52}"/>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64" name="30-text-2">
            <a:extLst xmlns:a="http://schemas.openxmlformats.org/drawingml/2006/main">
              <a:ext uri="{FF2B5EF4-FFF2-40B4-BE49-F238E27FC236}">
                <a16:creationId xmlns:a16="http://schemas.microsoft.com/office/drawing/2014/main" id="{5AAF82A9-E33C-476B-801B-77A653EA04F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65" name="30-text-3">
            <a:extLst xmlns:a="http://schemas.openxmlformats.org/drawingml/2006/main">
              <a:ext uri="{FF2B5EF4-FFF2-40B4-BE49-F238E27FC236}">
                <a16:creationId xmlns:a16="http://schemas.microsoft.com/office/drawing/2014/main" id="{9790D39E-C483-4B5A-83EE-7D3E5BE78D8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74" name="30-image-4"/>
          <p:cNvPicPr>
            <a:picLocks xmlns:a="http://schemas.openxmlformats.org/drawingml/2006/main" noChangeAspect="1"/>
          </p:cNvPicPr>
          <p:nvPr/>
        </p:nvPicPr>
        <p:blipFill>
          <a:blip xmlns:r="http://schemas.openxmlformats.org/officeDocument/2006/relationships" xmlns:a="http://schemas.openxmlformats.org/drawingml/2006/main" r:embed="R4bd3bfe87de7490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67" name="narrative-number">
            <a:extLst xmlns:a="http://schemas.openxmlformats.org/drawingml/2006/main">
              <a:ext uri="{FF2B5EF4-FFF2-40B4-BE49-F238E27FC236}">
                <a16:creationId xmlns:a16="http://schemas.microsoft.com/office/drawing/2014/main" id="{EFB913A7-D1D1-4097-A2DA-849A421D88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860048995"/>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8" name="!!area-name">
            <a:extLst xmlns:a="http://schemas.openxmlformats.org/drawingml/2006/main">
              <a:ext uri="{FF2B5EF4-FFF2-40B4-BE49-F238E27FC236}">
                <a16:creationId xmlns:a16="http://schemas.microsoft.com/office/drawing/2014/main" id="{9F7388C3-7B09-46CF-B8F2-4729FC0229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85" name="mini-map"/>
          <p:cNvPicPr>
            <a:picLocks xmlns:a="http://schemas.openxmlformats.org/drawingml/2006/main" noChangeAspect="1"/>
          </p:cNvPicPr>
          <p:nvPr/>
        </p:nvPicPr>
        <p:blipFill>
          <a:blip xmlns:r="http://schemas.openxmlformats.org/officeDocument/2006/relationships" xmlns:a="http://schemas.openxmlformats.org/drawingml/2006/main" r:embed="R6b351201b6d94a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0" name="slide-title">
            <a:extLst xmlns:a="http://schemas.openxmlformats.org/drawingml/2006/main">
              <a:ext uri="{FF2B5EF4-FFF2-40B4-BE49-F238E27FC236}">
                <a16:creationId xmlns:a16="http://schemas.microsoft.com/office/drawing/2014/main" id="{4F232818-6F00-48BB-AA16-BD685ACDD0E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71" name="header-divider">
            <a:extLst xmlns:a="http://schemas.openxmlformats.org/drawingml/2006/main">
              <a:ext uri="{FF2B5EF4-FFF2-40B4-BE49-F238E27FC236}">
                <a16:creationId xmlns:a16="http://schemas.microsoft.com/office/drawing/2014/main" id="{72CE9C2B-677A-48A9-A3E9-D7BDCAEE647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2" name="31-text-1">
            <a:extLst xmlns:a="http://schemas.openxmlformats.org/drawingml/2006/main">
              <a:ext uri="{FF2B5EF4-FFF2-40B4-BE49-F238E27FC236}">
                <a16:creationId xmlns:a16="http://schemas.microsoft.com/office/drawing/2014/main" id="{6B73BBBB-8C72-49E4-B184-2C3E7C845053}"/>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73" name="31-text-2">
            <a:extLst xmlns:a="http://schemas.openxmlformats.org/drawingml/2006/main">
              <a:ext uri="{FF2B5EF4-FFF2-40B4-BE49-F238E27FC236}">
                <a16:creationId xmlns:a16="http://schemas.microsoft.com/office/drawing/2014/main" id="{6D4E8C00-40D1-422F-BC83-A5D17FCA320D}"/>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74" name="31-text-3">
            <a:extLst xmlns:a="http://schemas.openxmlformats.org/drawingml/2006/main">
              <a:ext uri="{FF2B5EF4-FFF2-40B4-BE49-F238E27FC236}">
                <a16:creationId xmlns:a16="http://schemas.microsoft.com/office/drawing/2014/main" id="{B0E8D6A6-FEE4-4F1D-9360-EDF5582E2A0E}"/>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75" name="31-text-4">
            <a:extLst xmlns:a="http://schemas.openxmlformats.org/drawingml/2006/main">
              <a:ext uri="{FF2B5EF4-FFF2-40B4-BE49-F238E27FC236}">
                <a16:creationId xmlns:a16="http://schemas.microsoft.com/office/drawing/2014/main" id="{4C96CC24-EDD4-4060-894D-0892EAB44CFC}"/>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76" name="31-shape-5">
            <a:extLst xmlns:a="http://schemas.openxmlformats.org/drawingml/2006/main">
              <a:ext uri="{FF2B5EF4-FFF2-40B4-BE49-F238E27FC236}">
                <a16:creationId xmlns:a16="http://schemas.microsoft.com/office/drawing/2014/main" id="{8752A988-F558-4264-BCBC-FD401355F55C}"/>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7" name="31-text-6">
            <a:extLst xmlns:a="http://schemas.openxmlformats.org/drawingml/2006/main">
              <a:ext uri="{FF2B5EF4-FFF2-40B4-BE49-F238E27FC236}">
                <a16:creationId xmlns:a16="http://schemas.microsoft.com/office/drawing/2014/main" id="{DB0C8973-EF28-4EE6-B702-00EEA39E5E1F}"/>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78" name="31-text-7">
            <a:extLst xmlns:a="http://schemas.openxmlformats.org/drawingml/2006/main">
              <a:ext uri="{FF2B5EF4-FFF2-40B4-BE49-F238E27FC236}">
                <a16:creationId xmlns:a16="http://schemas.microsoft.com/office/drawing/2014/main" id="{A2381DF6-9021-4153-A6CB-230CB8E8229D}"/>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79" name="31-text-8">
            <a:extLst xmlns:a="http://schemas.openxmlformats.org/drawingml/2006/main">
              <a:ext uri="{FF2B5EF4-FFF2-40B4-BE49-F238E27FC236}">
                <a16:creationId xmlns:a16="http://schemas.microsoft.com/office/drawing/2014/main" id="{C17561D5-7582-4EAD-9B34-951A111690E6}"/>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80" name="31-text-9">
            <a:extLst xmlns:a="http://schemas.openxmlformats.org/drawingml/2006/main">
              <a:ext uri="{FF2B5EF4-FFF2-40B4-BE49-F238E27FC236}">
                <a16:creationId xmlns:a16="http://schemas.microsoft.com/office/drawing/2014/main" id="{7A46D918-20E2-4E27-B36A-0A1168DAB4A8}"/>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81" name="31-text-10">
            <a:extLst xmlns:a="http://schemas.openxmlformats.org/drawingml/2006/main">
              <a:ext uri="{FF2B5EF4-FFF2-40B4-BE49-F238E27FC236}">
                <a16:creationId xmlns:a16="http://schemas.microsoft.com/office/drawing/2014/main" id="{DA69F537-815C-470B-8F07-D7938C61DEA7}"/>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82" name="31-text-11">
            <a:extLst xmlns:a="http://schemas.openxmlformats.org/drawingml/2006/main">
              <a:ext uri="{FF2B5EF4-FFF2-40B4-BE49-F238E27FC236}">
                <a16:creationId xmlns:a16="http://schemas.microsoft.com/office/drawing/2014/main" id="{022E5F0D-9C9C-4D53-9D0A-E28B204AFFC5}"/>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83" name="narrative-number">
            <a:extLst xmlns:a="http://schemas.openxmlformats.org/drawingml/2006/main">
              <a:ext uri="{FF2B5EF4-FFF2-40B4-BE49-F238E27FC236}">
                <a16:creationId xmlns:a16="http://schemas.microsoft.com/office/drawing/2014/main" id="{0F9D27BA-C931-4CD3-9138-7F6A5FD77F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1938641627"/>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4" name="!!area-name">
            <a:extLst xmlns:a="http://schemas.openxmlformats.org/drawingml/2006/main">
              <a:ext uri="{FF2B5EF4-FFF2-40B4-BE49-F238E27FC236}">
                <a16:creationId xmlns:a16="http://schemas.microsoft.com/office/drawing/2014/main" id="{14B180E3-EC0D-44F9-9E31-A2D44CF67F0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94" name="mini-map"/>
          <p:cNvPicPr>
            <a:picLocks xmlns:a="http://schemas.openxmlformats.org/drawingml/2006/main" noChangeAspect="1"/>
          </p:cNvPicPr>
          <p:nvPr/>
        </p:nvPicPr>
        <p:blipFill>
          <a:blip xmlns:r="http://schemas.openxmlformats.org/officeDocument/2006/relationships" xmlns:a="http://schemas.openxmlformats.org/drawingml/2006/main" r:embed="R93aa996f4e2044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6" name="slide-title">
            <a:extLst xmlns:a="http://schemas.openxmlformats.org/drawingml/2006/main">
              <a:ext uri="{FF2B5EF4-FFF2-40B4-BE49-F238E27FC236}">
                <a16:creationId xmlns:a16="http://schemas.microsoft.com/office/drawing/2014/main" id="{BD998D4A-934E-4AA4-B1EC-626514CBB90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387" name="header-divider">
            <a:extLst xmlns:a="http://schemas.openxmlformats.org/drawingml/2006/main">
              <a:ext uri="{FF2B5EF4-FFF2-40B4-BE49-F238E27FC236}">
                <a16:creationId xmlns:a16="http://schemas.microsoft.com/office/drawing/2014/main" id="{66D61135-2E68-4955-8E37-EB32080182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8" name="32-text-1">
            <a:extLst xmlns:a="http://schemas.openxmlformats.org/drawingml/2006/main">
              <a:ext uri="{FF2B5EF4-FFF2-40B4-BE49-F238E27FC236}">
                <a16:creationId xmlns:a16="http://schemas.microsoft.com/office/drawing/2014/main" id="{5F39F74C-EF4D-4E3D-9EF7-6D5234F4066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398" name="32-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0" name="32-text-3">
            <a:extLst xmlns:a="http://schemas.openxmlformats.org/drawingml/2006/main">
              <a:ext uri="{FF2B5EF4-FFF2-40B4-BE49-F238E27FC236}">
                <a16:creationId xmlns:a16="http://schemas.microsoft.com/office/drawing/2014/main" id="{D9802142-097F-420B-A92C-CF55C77C7FAC}"/>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391" name="32-text-4">
            <a:extLst xmlns:a="http://schemas.openxmlformats.org/drawingml/2006/main">
              <a:ext uri="{FF2B5EF4-FFF2-40B4-BE49-F238E27FC236}">
                <a16:creationId xmlns:a16="http://schemas.microsoft.com/office/drawing/2014/main" id="{5FA47A23-5458-43F2-B2E5-76B6D02BE72A}"/>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392" name="narrative-number">
            <a:extLst xmlns:a="http://schemas.openxmlformats.org/drawingml/2006/main">
              <a:ext uri="{FF2B5EF4-FFF2-40B4-BE49-F238E27FC236}">
                <a16:creationId xmlns:a16="http://schemas.microsoft.com/office/drawing/2014/main" id="{3D1BB058-1A6F-4E3D-B868-754534986B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533398454"/>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3" name="!!area-name">
            <a:extLst xmlns:a="http://schemas.openxmlformats.org/drawingml/2006/main">
              <a:ext uri="{FF2B5EF4-FFF2-40B4-BE49-F238E27FC236}">
                <a16:creationId xmlns:a16="http://schemas.microsoft.com/office/drawing/2014/main" id="{2C4312D4-5862-46C0-9A43-ACF03D377D0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08" name="mini-map"/>
          <p:cNvPicPr>
            <a:picLocks xmlns:a="http://schemas.openxmlformats.org/drawingml/2006/main" noChangeAspect="1"/>
          </p:cNvPicPr>
          <p:nvPr/>
        </p:nvPicPr>
        <p:blipFill>
          <a:blip xmlns:r="http://schemas.openxmlformats.org/officeDocument/2006/relationships" xmlns:a="http://schemas.openxmlformats.org/drawingml/2006/main" r:embed="R7dbcc30db233491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5" name="slide-title">
            <a:extLst xmlns:a="http://schemas.openxmlformats.org/drawingml/2006/main">
              <a:ext uri="{FF2B5EF4-FFF2-40B4-BE49-F238E27FC236}">
                <a16:creationId xmlns:a16="http://schemas.microsoft.com/office/drawing/2014/main" id="{60438FBC-265C-442C-9DD8-49C2142A779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96" name="header-divider">
            <a:extLst xmlns:a="http://schemas.openxmlformats.org/drawingml/2006/main">
              <a:ext uri="{FF2B5EF4-FFF2-40B4-BE49-F238E27FC236}">
                <a16:creationId xmlns:a16="http://schemas.microsoft.com/office/drawing/2014/main" id="{6D4E4FC2-699A-4614-995C-BA3BF176F7B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3-text-1">
            <a:extLst xmlns:a="http://schemas.openxmlformats.org/drawingml/2006/main">
              <a:ext uri="{FF2B5EF4-FFF2-40B4-BE49-F238E27FC236}">
                <a16:creationId xmlns:a16="http://schemas.microsoft.com/office/drawing/2014/main" id="{A10D8626-A584-4433-BF10-E888C99EBE9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98" name="33-text-2">
            <a:extLst xmlns:a="http://schemas.openxmlformats.org/drawingml/2006/main">
              <a:ext uri="{FF2B5EF4-FFF2-40B4-BE49-F238E27FC236}">
                <a16:creationId xmlns:a16="http://schemas.microsoft.com/office/drawing/2014/main" id="{EDFBD472-1D32-408E-9EFE-1CEDF543D77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99" name="33-text-3">
            <a:extLst xmlns:a="http://schemas.openxmlformats.org/drawingml/2006/main">
              <a:ext uri="{FF2B5EF4-FFF2-40B4-BE49-F238E27FC236}">
                <a16:creationId xmlns:a16="http://schemas.microsoft.com/office/drawing/2014/main" id="{7057DD34-0CF4-4B67-BBAE-380726E1B69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0" name="33-text-4">
            <a:extLst xmlns:a="http://schemas.openxmlformats.org/drawingml/2006/main">
              <a:ext uri="{FF2B5EF4-FFF2-40B4-BE49-F238E27FC236}">
                <a16:creationId xmlns:a16="http://schemas.microsoft.com/office/drawing/2014/main" id="{7271FA67-CB95-423D-B34C-8BAF6593E3F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01" name="33-text-5">
            <a:extLst xmlns:a="http://schemas.openxmlformats.org/drawingml/2006/main">
              <a:ext uri="{FF2B5EF4-FFF2-40B4-BE49-F238E27FC236}">
                <a16:creationId xmlns:a16="http://schemas.microsoft.com/office/drawing/2014/main" id="{6AAEFA6A-A023-4F5F-A18D-8F0D8B206D9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02" name="33-text-6">
            <a:extLst xmlns:a="http://schemas.openxmlformats.org/drawingml/2006/main">
              <a:ext uri="{FF2B5EF4-FFF2-40B4-BE49-F238E27FC236}">
                <a16:creationId xmlns:a16="http://schemas.microsoft.com/office/drawing/2014/main" id="{0C9EDBAF-E07D-46E6-BECD-2987EDE3611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03" name="33-text-7">
            <a:extLst xmlns:a="http://schemas.openxmlformats.org/drawingml/2006/main">
              <a:ext uri="{FF2B5EF4-FFF2-40B4-BE49-F238E27FC236}">
                <a16:creationId xmlns:a16="http://schemas.microsoft.com/office/drawing/2014/main" id="{02ED74F2-D69A-471B-ABC7-6284A2FE5615}"/>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04" name="33-text-8">
            <a:extLst xmlns:a="http://schemas.openxmlformats.org/drawingml/2006/main">
              <a:ext uri="{FF2B5EF4-FFF2-40B4-BE49-F238E27FC236}">
                <a16:creationId xmlns:a16="http://schemas.microsoft.com/office/drawing/2014/main" id="{FE898CED-C1A2-480C-8AA0-CC18604607C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05" name="33-text-9">
            <a:extLst xmlns:a="http://schemas.openxmlformats.org/drawingml/2006/main">
              <a:ext uri="{FF2B5EF4-FFF2-40B4-BE49-F238E27FC236}">
                <a16:creationId xmlns:a16="http://schemas.microsoft.com/office/drawing/2014/main" id="{38B856D3-E2C7-4470-A3F2-FE744C0BD8E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06" name="narrative-number">
            <a:extLst xmlns:a="http://schemas.openxmlformats.org/drawingml/2006/main">
              <a:ext uri="{FF2B5EF4-FFF2-40B4-BE49-F238E27FC236}">
                <a16:creationId xmlns:a16="http://schemas.microsoft.com/office/drawing/2014/main" id="{561F8A9F-A0EA-4E5E-9B47-5DC676C9E7A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401823695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7" name="!!area-name">
            <a:extLst xmlns:a="http://schemas.openxmlformats.org/drawingml/2006/main">
              <a:ext uri="{FF2B5EF4-FFF2-40B4-BE49-F238E27FC236}">
                <a16:creationId xmlns:a16="http://schemas.microsoft.com/office/drawing/2014/main" id="{5D545699-D0BD-4F55-8312-05A9EB4ED1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23" name="mini-map"/>
          <p:cNvPicPr>
            <a:picLocks xmlns:a="http://schemas.openxmlformats.org/drawingml/2006/main" noChangeAspect="1"/>
          </p:cNvPicPr>
          <p:nvPr/>
        </p:nvPicPr>
        <p:blipFill>
          <a:blip xmlns:r="http://schemas.openxmlformats.org/officeDocument/2006/relationships" xmlns:a="http://schemas.openxmlformats.org/drawingml/2006/main" r:embed="R23d33a0ff156446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9" name="slide-title">
            <a:extLst xmlns:a="http://schemas.openxmlformats.org/drawingml/2006/main">
              <a:ext uri="{FF2B5EF4-FFF2-40B4-BE49-F238E27FC236}">
                <a16:creationId xmlns:a16="http://schemas.microsoft.com/office/drawing/2014/main" id="{0F87859F-2213-4C72-BCD4-47787E7A3E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10" name="header-divider">
            <a:extLst xmlns:a="http://schemas.openxmlformats.org/drawingml/2006/main">
              <a:ext uri="{FF2B5EF4-FFF2-40B4-BE49-F238E27FC236}">
                <a16:creationId xmlns:a16="http://schemas.microsoft.com/office/drawing/2014/main" id="{7629AD66-7D34-44C9-BC48-C0208138E38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1" name="34-text-1">
            <a:extLst xmlns:a="http://schemas.openxmlformats.org/drawingml/2006/main">
              <a:ext uri="{FF2B5EF4-FFF2-40B4-BE49-F238E27FC236}">
                <a16:creationId xmlns:a16="http://schemas.microsoft.com/office/drawing/2014/main" id="{D310FF0A-F612-41ED-A86A-E63B1A11546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12" name="34-text-2">
            <a:extLst xmlns:a="http://schemas.openxmlformats.org/drawingml/2006/main">
              <a:ext uri="{FF2B5EF4-FFF2-40B4-BE49-F238E27FC236}">
                <a16:creationId xmlns:a16="http://schemas.microsoft.com/office/drawing/2014/main" id="{400B5EFC-0FE0-4A40-B109-274EA79A0365}"/>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13" name="34-text-3">
            <a:extLst xmlns:a="http://schemas.openxmlformats.org/drawingml/2006/main">
              <a:ext uri="{FF2B5EF4-FFF2-40B4-BE49-F238E27FC236}">
                <a16:creationId xmlns:a16="http://schemas.microsoft.com/office/drawing/2014/main" id="{3FB9CFF9-F6E2-491A-9F3D-D527ED11B36C}"/>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14" name="34-text-4">
            <a:extLst xmlns:a="http://schemas.openxmlformats.org/drawingml/2006/main">
              <a:ext uri="{FF2B5EF4-FFF2-40B4-BE49-F238E27FC236}">
                <a16:creationId xmlns:a16="http://schemas.microsoft.com/office/drawing/2014/main" id="{48BFE820-2D5F-49AD-8090-CD21AB21CE66}"/>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15" name="34-text-5">
            <a:extLst xmlns:a="http://schemas.openxmlformats.org/drawingml/2006/main">
              <a:ext uri="{FF2B5EF4-FFF2-40B4-BE49-F238E27FC236}">
                <a16:creationId xmlns:a16="http://schemas.microsoft.com/office/drawing/2014/main" id="{8DF35888-6C88-41E0-A798-80D1D227ED13}"/>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16" name="34-text-6">
            <a:extLst xmlns:a="http://schemas.openxmlformats.org/drawingml/2006/main">
              <a:ext uri="{FF2B5EF4-FFF2-40B4-BE49-F238E27FC236}">
                <a16:creationId xmlns:a16="http://schemas.microsoft.com/office/drawing/2014/main" id="{3CB0FFCB-EB3D-4ECE-ABD6-E23A0A69E6E5}"/>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17" name="34-text-7">
            <a:extLst xmlns:a="http://schemas.openxmlformats.org/drawingml/2006/main">
              <a:ext uri="{FF2B5EF4-FFF2-40B4-BE49-F238E27FC236}">
                <a16:creationId xmlns:a16="http://schemas.microsoft.com/office/drawing/2014/main" id="{97575C7D-BBD0-4311-8739-91ED6A03056C}"/>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18" name="34-text-8">
            <a:extLst xmlns:a="http://schemas.openxmlformats.org/drawingml/2006/main">
              <a:ext uri="{FF2B5EF4-FFF2-40B4-BE49-F238E27FC236}">
                <a16:creationId xmlns:a16="http://schemas.microsoft.com/office/drawing/2014/main" id="{A58690E6-FB20-41AA-9D11-1FBD06442F1B}"/>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19" name="34-text-9">
            <a:extLst xmlns:a="http://schemas.openxmlformats.org/drawingml/2006/main">
              <a:ext uri="{FF2B5EF4-FFF2-40B4-BE49-F238E27FC236}">
                <a16:creationId xmlns:a16="http://schemas.microsoft.com/office/drawing/2014/main" id="{3FD6CEAF-72EB-4B16-999B-6B209D284E8A}"/>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20" name="34-text-10">
            <a:extLst xmlns:a="http://schemas.openxmlformats.org/drawingml/2006/main">
              <a:ext uri="{FF2B5EF4-FFF2-40B4-BE49-F238E27FC236}">
                <a16:creationId xmlns:a16="http://schemas.microsoft.com/office/drawing/2014/main" id="{BD1BB852-D71A-4DEE-8731-AD49A8515A4C}"/>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21" name="narrative-number">
            <a:extLst xmlns:a="http://schemas.openxmlformats.org/drawingml/2006/main">
              <a:ext uri="{FF2B5EF4-FFF2-40B4-BE49-F238E27FC236}">
                <a16:creationId xmlns:a16="http://schemas.microsoft.com/office/drawing/2014/main" id="{86885A52-C296-4844-BE27-7C0AC8AA9D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708917774"/>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2" name="!!area-name">
            <a:extLst xmlns:a="http://schemas.openxmlformats.org/drawingml/2006/main">
              <a:ext uri="{FF2B5EF4-FFF2-40B4-BE49-F238E27FC236}">
                <a16:creationId xmlns:a16="http://schemas.microsoft.com/office/drawing/2014/main" id="{1B82BF11-1F0A-4EDD-A734-7A9213343BD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31" name="mini-map"/>
          <p:cNvPicPr>
            <a:picLocks xmlns:a="http://schemas.openxmlformats.org/drawingml/2006/main" noChangeAspect="1"/>
          </p:cNvPicPr>
          <p:nvPr/>
        </p:nvPicPr>
        <p:blipFill>
          <a:blip xmlns:r="http://schemas.openxmlformats.org/officeDocument/2006/relationships" xmlns:a="http://schemas.openxmlformats.org/drawingml/2006/main" r:embed="R3f23c0009b9743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4" name="header-divider">
            <a:extLst xmlns:a="http://schemas.openxmlformats.org/drawingml/2006/main">
              <a:ext uri="{FF2B5EF4-FFF2-40B4-BE49-F238E27FC236}">
                <a16:creationId xmlns:a16="http://schemas.microsoft.com/office/drawing/2014/main" id="{B5BD47FD-517A-44F7-B7B3-A58D8F8FCF7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5" name="35-text-1">
            <a:extLst xmlns:a="http://schemas.openxmlformats.org/drawingml/2006/main">
              <a:ext uri="{FF2B5EF4-FFF2-40B4-BE49-F238E27FC236}">
                <a16:creationId xmlns:a16="http://schemas.microsoft.com/office/drawing/2014/main" id="{D04327F6-BA99-417E-B10C-A3B1B1DDE1AB}"/>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34" name="35-image-2"/>
          <p:cNvPicPr>
            <a:picLocks xmlns:a="http://schemas.openxmlformats.org/drawingml/2006/main" noChangeAspect="1"/>
          </p:cNvPicPr>
          <p:nvPr/>
        </p:nvPicPr>
        <p:blipFill>
          <a:blip xmlns:r="http://schemas.openxmlformats.org/officeDocument/2006/relationships" xmlns:a="http://schemas.openxmlformats.org/drawingml/2006/main" r:embed="R214b24b845df4f06"/>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27" name="35-text-3">
            <a:extLst xmlns:a="http://schemas.openxmlformats.org/drawingml/2006/main">
              <a:ext uri="{FF2B5EF4-FFF2-40B4-BE49-F238E27FC236}">
                <a16:creationId xmlns:a16="http://schemas.microsoft.com/office/drawing/2014/main" id="{873E7997-2812-41D5-99BD-CF7425541F46}"/>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28" name="35-text-4">
            <a:extLst xmlns:a="http://schemas.openxmlformats.org/drawingml/2006/main">
              <a:ext uri="{FF2B5EF4-FFF2-40B4-BE49-F238E27FC236}">
                <a16:creationId xmlns:a16="http://schemas.microsoft.com/office/drawing/2014/main" id="{8BB2BAD8-C81E-4B0C-ACD8-B75AFE59040E}"/>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29" name="narrative-number">
            <a:extLst xmlns:a="http://schemas.openxmlformats.org/drawingml/2006/main">
              <a:ext uri="{FF2B5EF4-FFF2-40B4-BE49-F238E27FC236}">
                <a16:creationId xmlns:a16="http://schemas.microsoft.com/office/drawing/2014/main" id="{EE2A84E9-73AC-4C10-8491-6743C7FB7B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803653407"/>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0" name="!!area-name">
            <a:extLst xmlns:a="http://schemas.openxmlformats.org/drawingml/2006/main">
              <a:ext uri="{FF2B5EF4-FFF2-40B4-BE49-F238E27FC236}">
                <a16:creationId xmlns:a16="http://schemas.microsoft.com/office/drawing/2014/main" id="{C78005F4-6B5C-418A-AC86-38E0E22198B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What and why</a:t>
            </a:r>
          </a:p>
        </p:txBody>
      </p:sp>
      <p:pic>
        <p:nvPicPr>
          <p:cNvPr id="440" name="mini-map"/>
          <p:cNvPicPr>
            <a:picLocks xmlns:a="http://schemas.openxmlformats.org/drawingml/2006/main" noChangeAspect="1"/>
          </p:cNvPicPr>
          <p:nvPr/>
        </p:nvPicPr>
        <p:blipFill>
          <a:blip xmlns:r="http://schemas.openxmlformats.org/officeDocument/2006/relationships" xmlns:a="http://schemas.openxmlformats.org/drawingml/2006/main" r:embed="Rb4e2996d45334a5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2" name="slide-title">
            <a:extLst xmlns:a="http://schemas.openxmlformats.org/drawingml/2006/main">
              <a:ext uri="{FF2B5EF4-FFF2-40B4-BE49-F238E27FC236}">
                <a16:creationId xmlns:a16="http://schemas.microsoft.com/office/drawing/2014/main" id="{D432047E-D29F-4130-A616-F7904892D29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AgentOps</a:t>
            </a:r>
          </a:p>
        </p:txBody>
      </p:sp>
      <p:sp>
        <p:nvSpPr>
          <p:cNvPr id="433" name="header-divider">
            <a:extLst xmlns:a="http://schemas.openxmlformats.org/drawingml/2006/main">
              <a:ext uri="{FF2B5EF4-FFF2-40B4-BE49-F238E27FC236}">
                <a16:creationId xmlns:a16="http://schemas.microsoft.com/office/drawing/2014/main" id="{10407EDE-5773-457F-BE56-9A5E15A02BA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4" name="36-text-1">
            <a:extLst xmlns:a="http://schemas.openxmlformats.org/drawingml/2006/main">
              <a:ext uri="{FF2B5EF4-FFF2-40B4-BE49-F238E27FC236}">
                <a16:creationId xmlns:a16="http://schemas.microsoft.com/office/drawing/2014/main" id="{D427BF77-F321-49AA-B0BA-9D8E51D5AEC5}"/>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435" name="36-text-2">
            <a:extLst xmlns:a="http://schemas.openxmlformats.org/drawingml/2006/main">
              <a:ext uri="{FF2B5EF4-FFF2-40B4-BE49-F238E27FC236}">
                <a16:creationId xmlns:a16="http://schemas.microsoft.com/office/drawing/2014/main" id="{D90A5B15-F085-41A8-83AF-ACC496BD26AF}"/>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 and accountable response.</a:t>
            </a:r>
          </a:p>
        </p:txBody>
      </p:sp>
      <p:sp>
        <p:nvSpPr>
          <p:cNvPr id="436" name="36-text-3">
            <a:extLst xmlns:a="http://schemas.openxmlformats.org/drawingml/2006/main">
              <a:ext uri="{FF2B5EF4-FFF2-40B4-BE49-F238E27FC236}">
                <a16:creationId xmlns:a16="http://schemas.microsoft.com/office/drawing/2014/main" id="{D579B769-0F19-4000-9930-A0C6E654EB27}"/>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437" name="36-text-4">
            <a:extLst xmlns:a="http://schemas.openxmlformats.org/drawingml/2006/main">
              <a:ext uri="{FF2B5EF4-FFF2-40B4-BE49-F238E27FC236}">
                <a16:creationId xmlns:a16="http://schemas.microsoft.com/office/drawing/2014/main" id="{8A25AA01-6AE6-4228-8F4F-95CF7CD05342}"/>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438" name="narrative-number">
            <a:extLst xmlns:a="http://schemas.openxmlformats.org/drawingml/2006/main">
              <a:ext uri="{FF2B5EF4-FFF2-40B4-BE49-F238E27FC236}">
                <a16:creationId xmlns:a16="http://schemas.microsoft.com/office/drawing/2014/main" id="{82DE8402-7B92-450E-8606-BB77CBE2E3F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749921603"/>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9" name="!!area-name">
            <a:extLst xmlns:a="http://schemas.openxmlformats.org/drawingml/2006/main">
              <a:ext uri="{FF2B5EF4-FFF2-40B4-BE49-F238E27FC236}">
                <a16:creationId xmlns:a16="http://schemas.microsoft.com/office/drawing/2014/main" id="{E24CF156-E6E6-4204-A1B4-E3409FD6B2B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53" name="mini-map"/>
          <p:cNvPicPr>
            <a:picLocks xmlns:a="http://schemas.openxmlformats.org/drawingml/2006/main" noChangeAspect="1"/>
          </p:cNvPicPr>
          <p:nvPr/>
        </p:nvPicPr>
        <p:blipFill>
          <a:blip xmlns:r="http://schemas.openxmlformats.org/officeDocument/2006/relationships" xmlns:a="http://schemas.openxmlformats.org/drawingml/2006/main" r:embed="Radecf9d4b3a347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1" name="slide-title">
            <a:extLst xmlns:a="http://schemas.openxmlformats.org/drawingml/2006/main">
              <a:ext uri="{FF2B5EF4-FFF2-40B4-BE49-F238E27FC236}">
                <a16:creationId xmlns:a16="http://schemas.microsoft.com/office/drawing/2014/main" id="{3F09D705-719A-4582-88C0-DAC433DE588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442" name="header-divider">
            <a:extLst xmlns:a="http://schemas.openxmlformats.org/drawingml/2006/main">
              <a:ext uri="{FF2B5EF4-FFF2-40B4-BE49-F238E27FC236}">
                <a16:creationId xmlns:a16="http://schemas.microsoft.com/office/drawing/2014/main" id="{F3232CCB-C57A-40B8-A42E-77C17D8FB8E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3" name="37-text-1">
            <a:extLst xmlns:a="http://schemas.openxmlformats.org/drawingml/2006/main">
              <a:ext uri="{FF2B5EF4-FFF2-40B4-BE49-F238E27FC236}">
                <a16:creationId xmlns:a16="http://schemas.microsoft.com/office/drawing/2014/main" id="{6E039D22-C58C-4813-B973-4E81AD5BC790}"/>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444" name="37-text-2">
            <a:extLst xmlns:a="http://schemas.openxmlformats.org/drawingml/2006/main">
              <a:ext uri="{FF2B5EF4-FFF2-40B4-BE49-F238E27FC236}">
                <a16:creationId xmlns:a16="http://schemas.microsoft.com/office/drawing/2014/main" id="{82F0BE8F-8355-4165-8A63-978AAFF79D38}"/>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445" name="37-text-3">
            <a:extLst xmlns:a="http://schemas.openxmlformats.org/drawingml/2006/main">
              <a:ext uri="{FF2B5EF4-FFF2-40B4-BE49-F238E27FC236}">
                <a16:creationId xmlns:a16="http://schemas.microsoft.com/office/drawing/2014/main" id="{D3D0E51D-5473-4CFD-8929-2F9B63B29688}"/>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446" name="37-text-4">
            <a:extLst xmlns:a="http://schemas.openxmlformats.org/drawingml/2006/main">
              <a:ext uri="{FF2B5EF4-FFF2-40B4-BE49-F238E27FC236}">
                <a16:creationId xmlns:a16="http://schemas.microsoft.com/office/drawing/2014/main" id="{01F02D4D-B90B-40A8-AAF1-61AB05F65E3F}"/>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447" name="37-text-5">
            <a:extLst xmlns:a="http://schemas.openxmlformats.org/drawingml/2006/main">
              <a:ext uri="{FF2B5EF4-FFF2-40B4-BE49-F238E27FC236}">
                <a16:creationId xmlns:a16="http://schemas.microsoft.com/office/drawing/2014/main" id="{1658AF18-FF02-491F-AF3E-93F43D28BB1E}"/>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448" name="37-text-6">
            <a:extLst xmlns:a="http://schemas.openxmlformats.org/drawingml/2006/main">
              <a:ext uri="{FF2B5EF4-FFF2-40B4-BE49-F238E27FC236}">
                <a16:creationId xmlns:a16="http://schemas.microsoft.com/office/drawing/2014/main" id="{7A37BAC4-0F53-4854-8E20-6B11C8A3580A}"/>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449" name="37-text-7">
            <a:extLst xmlns:a="http://schemas.openxmlformats.org/drawingml/2006/main">
              <a:ext uri="{FF2B5EF4-FFF2-40B4-BE49-F238E27FC236}">
                <a16:creationId xmlns:a16="http://schemas.microsoft.com/office/drawing/2014/main" id="{8E12030A-E391-47D5-8701-A86489F0C427}"/>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450" name="37-text-8">
            <a:extLst xmlns:a="http://schemas.openxmlformats.org/drawingml/2006/main">
              <a:ext uri="{FF2B5EF4-FFF2-40B4-BE49-F238E27FC236}">
                <a16:creationId xmlns:a16="http://schemas.microsoft.com/office/drawing/2014/main" id="{32D975C8-1321-4F2F-BA71-FE4FF2BFB59A}"/>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451" name="narrative-number">
            <a:extLst xmlns:a="http://schemas.openxmlformats.org/drawingml/2006/main">
              <a:ext uri="{FF2B5EF4-FFF2-40B4-BE49-F238E27FC236}">
                <a16:creationId xmlns:a16="http://schemas.microsoft.com/office/drawing/2014/main" id="{2C9AF83D-449A-4E3A-A05A-B55C9BBFCF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2332847150"/>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2" name="!!area-name">
            <a:extLst xmlns:a="http://schemas.openxmlformats.org/drawingml/2006/main">
              <a:ext uri="{FF2B5EF4-FFF2-40B4-BE49-F238E27FC236}">
                <a16:creationId xmlns:a16="http://schemas.microsoft.com/office/drawing/2014/main" id="{8D2445BC-4640-46BB-A285-0DC7F27C2CF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67" name="mini-map"/>
          <p:cNvPicPr>
            <a:picLocks xmlns:a="http://schemas.openxmlformats.org/drawingml/2006/main" noChangeAspect="1"/>
          </p:cNvPicPr>
          <p:nvPr/>
        </p:nvPicPr>
        <p:blipFill>
          <a:blip xmlns:r="http://schemas.openxmlformats.org/officeDocument/2006/relationships" xmlns:a="http://schemas.openxmlformats.org/drawingml/2006/main" r:embed="R94bfff6526624f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4" name="slide-title">
            <a:extLst xmlns:a="http://schemas.openxmlformats.org/drawingml/2006/main">
              <a:ext uri="{FF2B5EF4-FFF2-40B4-BE49-F238E27FC236}">
                <a16:creationId xmlns:a16="http://schemas.microsoft.com/office/drawing/2014/main" id="{C609EA5A-A141-4988-8117-E3699A9C4BE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55" name="header-divider">
            <a:extLst xmlns:a="http://schemas.openxmlformats.org/drawingml/2006/main">
              <a:ext uri="{FF2B5EF4-FFF2-40B4-BE49-F238E27FC236}">
                <a16:creationId xmlns:a16="http://schemas.microsoft.com/office/drawing/2014/main" id="{A225F34B-D3C3-48ED-BB87-4FE732C1FAB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6" name="38-text-1">
            <a:extLst xmlns:a="http://schemas.openxmlformats.org/drawingml/2006/main">
              <a:ext uri="{FF2B5EF4-FFF2-40B4-BE49-F238E27FC236}">
                <a16:creationId xmlns:a16="http://schemas.microsoft.com/office/drawing/2014/main" id="{117BDC32-B8B4-4A3A-A425-48567F600B1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57" name="38-text-2">
            <a:extLst xmlns:a="http://schemas.openxmlformats.org/drawingml/2006/main">
              <a:ext uri="{FF2B5EF4-FFF2-40B4-BE49-F238E27FC236}">
                <a16:creationId xmlns:a16="http://schemas.microsoft.com/office/drawing/2014/main" id="{5CCE6E57-4FC9-4358-9038-60C8334417E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58" name="38-text-3">
            <a:extLst xmlns:a="http://schemas.openxmlformats.org/drawingml/2006/main">
              <a:ext uri="{FF2B5EF4-FFF2-40B4-BE49-F238E27FC236}">
                <a16:creationId xmlns:a16="http://schemas.microsoft.com/office/drawing/2014/main" id="{DC64F28E-0BDF-4770-8272-4B07C563F61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59" name="38-text-4">
            <a:extLst xmlns:a="http://schemas.openxmlformats.org/drawingml/2006/main">
              <a:ext uri="{FF2B5EF4-FFF2-40B4-BE49-F238E27FC236}">
                <a16:creationId xmlns:a16="http://schemas.microsoft.com/office/drawing/2014/main" id="{C877DC89-269F-4F1C-900A-5D64C362017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60" name="38-text-5">
            <a:extLst xmlns:a="http://schemas.openxmlformats.org/drawingml/2006/main">
              <a:ext uri="{FF2B5EF4-FFF2-40B4-BE49-F238E27FC236}">
                <a16:creationId xmlns:a16="http://schemas.microsoft.com/office/drawing/2014/main" id="{20948E29-346D-465B-861B-5EA4C97831E0}"/>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61" name="38-text-6">
            <a:extLst xmlns:a="http://schemas.openxmlformats.org/drawingml/2006/main">
              <a:ext uri="{FF2B5EF4-FFF2-40B4-BE49-F238E27FC236}">
                <a16:creationId xmlns:a16="http://schemas.microsoft.com/office/drawing/2014/main" id="{08FB9162-68FC-48AD-BC2B-B0FA851F2EB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62" name="38-text-7">
            <a:extLst xmlns:a="http://schemas.openxmlformats.org/drawingml/2006/main">
              <a:ext uri="{FF2B5EF4-FFF2-40B4-BE49-F238E27FC236}">
                <a16:creationId xmlns:a16="http://schemas.microsoft.com/office/drawing/2014/main" id="{EC2FDB7B-B5B6-460A-A427-2995BD33E7C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63" name="38-text-8">
            <a:extLst xmlns:a="http://schemas.openxmlformats.org/drawingml/2006/main">
              <a:ext uri="{FF2B5EF4-FFF2-40B4-BE49-F238E27FC236}">
                <a16:creationId xmlns:a16="http://schemas.microsoft.com/office/drawing/2014/main" id="{46D8B5EA-E94B-4050-AC68-E1436B0107B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64" name="38-text-9">
            <a:extLst xmlns:a="http://schemas.openxmlformats.org/drawingml/2006/main">
              <a:ext uri="{FF2B5EF4-FFF2-40B4-BE49-F238E27FC236}">
                <a16:creationId xmlns:a16="http://schemas.microsoft.com/office/drawing/2014/main" id="{AAC326DC-D831-452A-B97B-2962C0D95D6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65" name="narrative-number">
            <a:extLst xmlns:a="http://schemas.openxmlformats.org/drawingml/2006/main">
              <a:ext uri="{FF2B5EF4-FFF2-40B4-BE49-F238E27FC236}">
                <a16:creationId xmlns:a16="http://schemas.microsoft.com/office/drawing/2014/main" id="{BF567BA6-70B5-40D2-BC3A-5053F2745D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3298667207"/>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6" name="!!area-name">
            <a:extLst xmlns:a="http://schemas.openxmlformats.org/drawingml/2006/main">
              <a:ext uri="{FF2B5EF4-FFF2-40B4-BE49-F238E27FC236}">
                <a16:creationId xmlns:a16="http://schemas.microsoft.com/office/drawing/2014/main" id="{D60D87C2-774E-4738-AC04-B0F6974A954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74" name="mini-map"/>
          <p:cNvPicPr>
            <a:picLocks xmlns:a="http://schemas.openxmlformats.org/drawingml/2006/main" noChangeAspect="1"/>
          </p:cNvPicPr>
          <p:nvPr/>
        </p:nvPicPr>
        <p:blipFill>
          <a:blip xmlns:r="http://schemas.openxmlformats.org/officeDocument/2006/relationships" xmlns:a="http://schemas.openxmlformats.org/drawingml/2006/main" r:embed="R80764d1359a445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8" name="slide-title">
            <a:extLst xmlns:a="http://schemas.openxmlformats.org/drawingml/2006/main">
              <a:ext uri="{FF2B5EF4-FFF2-40B4-BE49-F238E27FC236}">
                <a16:creationId xmlns:a16="http://schemas.microsoft.com/office/drawing/2014/main" id="{870B25BA-3A85-42C1-A002-136634CB67F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469" name="header-divider">
            <a:extLst xmlns:a="http://schemas.openxmlformats.org/drawingml/2006/main">
              <a:ext uri="{FF2B5EF4-FFF2-40B4-BE49-F238E27FC236}">
                <a16:creationId xmlns:a16="http://schemas.microsoft.com/office/drawing/2014/main" id="{02ADA87C-1F1B-4D8E-80EC-1F3EC7BED6C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39-text-1">
            <a:extLst xmlns:a="http://schemas.openxmlformats.org/drawingml/2006/main">
              <a:ext uri="{FF2B5EF4-FFF2-40B4-BE49-F238E27FC236}">
                <a16:creationId xmlns:a16="http://schemas.microsoft.com/office/drawing/2014/main" id="{DA931268-0461-4696-B1C0-AD2FD67F025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78"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72" name="narrative-number">
            <a:extLst xmlns:a="http://schemas.openxmlformats.org/drawingml/2006/main">
              <a:ext uri="{FF2B5EF4-FFF2-40B4-BE49-F238E27FC236}">
                <a16:creationId xmlns:a16="http://schemas.microsoft.com/office/drawing/2014/main" id="{5497C347-9635-4A14-878D-4B68716578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956498436"/>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75" name="40-image-1"/>
          <p:cNvPicPr>
            <a:picLocks xmlns:a="http://schemas.openxmlformats.org/drawingml/2006/main" noChangeAspect="1"/>
          </p:cNvPicPr>
          <p:nvPr/>
        </p:nvPicPr>
        <p:blipFill>
          <a:blip xmlns:r="http://schemas.openxmlformats.org/officeDocument/2006/relationships" xmlns:a="http://schemas.openxmlformats.org/drawingml/2006/main" r:embed="R0d6cb0b87ac947c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74" name="narrative-number">
            <a:extLst xmlns:a="http://schemas.openxmlformats.org/drawingml/2006/main">
              <a:ext uri="{FF2B5EF4-FFF2-40B4-BE49-F238E27FC236}">
                <a16:creationId xmlns:a16="http://schemas.microsoft.com/office/drawing/2014/main" id="{23813091-5D1C-41D9-8FF8-4D69F6136B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948428520"/>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5" name="section-label">
            <a:extLst xmlns:a="http://schemas.openxmlformats.org/drawingml/2006/main">
              <a:ext uri="{FF2B5EF4-FFF2-40B4-BE49-F238E27FC236}">
                <a16:creationId xmlns:a16="http://schemas.microsoft.com/office/drawing/2014/main" id="{EFC02B6C-DE62-44DC-B3DA-EA18D1C64765}"/>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76" name="section-rule">
            <a:extLst xmlns:a="http://schemas.openxmlformats.org/drawingml/2006/main">
              <a:ext uri="{FF2B5EF4-FFF2-40B4-BE49-F238E27FC236}">
                <a16:creationId xmlns:a16="http://schemas.microsoft.com/office/drawing/2014/main" id="{B4FB3D38-73CD-48B8-B8FB-7AB9829F4F8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7" name="section-title">
            <a:extLst xmlns:a="http://schemas.openxmlformats.org/drawingml/2006/main">
              <a:ext uri="{FF2B5EF4-FFF2-40B4-BE49-F238E27FC236}">
                <a16:creationId xmlns:a16="http://schemas.microsoft.com/office/drawing/2014/main" id="{83223951-A8A6-4379-A063-6DE7A56AC7B0}"/>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78" name="narrative-number">
            <a:extLst xmlns:a="http://schemas.openxmlformats.org/drawingml/2006/main">
              <a:ext uri="{FF2B5EF4-FFF2-40B4-BE49-F238E27FC236}">
                <a16:creationId xmlns:a16="http://schemas.microsoft.com/office/drawing/2014/main" id="{28CCBEAD-D6C7-4DF6-8C18-F093EC58DC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369990503"/>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9" name="!!area-name">
            <a:extLst xmlns:a="http://schemas.openxmlformats.org/drawingml/2006/main">
              <a:ext uri="{FF2B5EF4-FFF2-40B4-BE49-F238E27FC236}">
                <a16:creationId xmlns:a16="http://schemas.microsoft.com/office/drawing/2014/main" id="{56DFFD3A-7D2B-4E64-B148-93C53844776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86" name="mini-map"/>
          <p:cNvPicPr>
            <a:picLocks xmlns:a="http://schemas.openxmlformats.org/drawingml/2006/main" noChangeAspect="1"/>
          </p:cNvPicPr>
          <p:nvPr/>
        </p:nvPicPr>
        <p:blipFill>
          <a:blip xmlns:r="http://schemas.openxmlformats.org/officeDocument/2006/relationships" xmlns:a="http://schemas.openxmlformats.org/drawingml/2006/main" r:embed="R00df9a8a98da43b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1" name="slide-title">
            <a:extLst xmlns:a="http://schemas.openxmlformats.org/drawingml/2006/main">
              <a:ext uri="{FF2B5EF4-FFF2-40B4-BE49-F238E27FC236}">
                <a16:creationId xmlns:a16="http://schemas.microsoft.com/office/drawing/2014/main" id="{740BD08C-7738-4AC4-A82F-0689FB66A86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82" name="header-divider">
            <a:extLst xmlns:a="http://schemas.openxmlformats.org/drawingml/2006/main">
              <a:ext uri="{FF2B5EF4-FFF2-40B4-BE49-F238E27FC236}">
                <a16:creationId xmlns:a16="http://schemas.microsoft.com/office/drawing/2014/main" id="{544F1456-593B-498C-B446-6EF4EDA2C7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89"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84" name="narrative-number">
            <a:extLst xmlns:a="http://schemas.openxmlformats.org/drawingml/2006/main">
              <a:ext uri="{FF2B5EF4-FFF2-40B4-BE49-F238E27FC236}">
                <a16:creationId xmlns:a16="http://schemas.microsoft.com/office/drawing/2014/main" id="{B38B7B14-82D5-4429-9EAD-098E5F7C74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1124595140"/>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5" name="!!area-name">
            <a:extLst xmlns:a="http://schemas.openxmlformats.org/drawingml/2006/main">
              <a:ext uri="{FF2B5EF4-FFF2-40B4-BE49-F238E27FC236}">
                <a16:creationId xmlns:a16="http://schemas.microsoft.com/office/drawing/2014/main" id="{8E98D5A6-BACA-49F2-9EA3-2B2C0F8BD57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92" name="mini-map"/>
          <p:cNvPicPr>
            <a:picLocks xmlns:a="http://schemas.openxmlformats.org/drawingml/2006/main" noChangeAspect="1"/>
          </p:cNvPicPr>
          <p:nvPr/>
        </p:nvPicPr>
        <p:blipFill>
          <a:blip xmlns:r="http://schemas.openxmlformats.org/officeDocument/2006/relationships" xmlns:a="http://schemas.openxmlformats.org/drawingml/2006/main" r:embed="Re9338749aaf3428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7" name="slide-title">
            <a:extLst xmlns:a="http://schemas.openxmlformats.org/drawingml/2006/main">
              <a:ext uri="{FF2B5EF4-FFF2-40B4-BE49-F238E27FC236}">
                <a16:creationId xmlns:a16="http://schemas.microsoft.com/office/drawing/2014/main" id="{C87EF3C5-C848-4B2F-8484-8F15599EFEC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88" name="header-divider">
            <a:extLst xmlns:a="http://schemas.openxmlformats.org/drawingml/2006/main">
              <a:ext uri="{FF2B5EF4-FFF2-40B4-BE49-F238E27FC236}">
                <a16:creationId xmlns:a16="http://schemas.microsoft.com/office/drawing/2014/main" id="{A640FE58-B3B7-47F6-A82B-CA7C510117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95"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0" name="narrative-number">
            <a:extLst xmlns:a="http://schemas.openxmlformats.org/drawingml/2006/main">
              <a:ext uri="{FF2B5EF4-FFF2-40B4-BE49-F238E27FC236}">
                <a16:creationId xmlns:a16="http://schemas.microsoft.com/office/drawing/2014/main" id="{8DB899E4-E0A8-4F1A-9E38-CE19EB6626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854495309"/>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1" name="!!area-name">
            <a:extLst xmlns:a="http://schemas.openxmlformats.org/drawingml/2006/main">
              <a:ext uri="{FF2B5EF4-FFF2-40B4-BE49-F238E27FC236}">
                <a16:creationId xmlns:a16="http://schemas.microsoft.com/office/drawing/2014/main" id="{F7468900-4D48-4716-B6FB-CED9290897CD}"/>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92" name="header-divider">
            <a:extLst xmlns:a="http://schemas.openxmlformats.org/drawingml/2006/main">
              <a:ext uri="{FF2B5EF4-FFF2-40B4-BE49-F238E27FC236}">
                <a16:creationId xmlns:a16="http://schemas.microsoft.com/office/drawing/2014/main" id="{6E7391C2-5B95-4E5B-A1D2-F095E80F1FEC}"/>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3" name="44-shape-1">
            <a:extLst xmlns:a="http://schemas.openxmlformats.org/drawingml/2006/main">
              <a:ext uri="{FF2B5EF4-FFF2-40B4-BE49-F238E27FC236}">
                <a16:creationId xmlns:a16="http://schemas.microsoft.com/office/drawing/2014/main" id="{D6E4D1F8-3A25-4114-A029-BD2FB13B2A1B}"/>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4" name="44-shape-2">
            <a:extLst xmlns:a="http://schemas.openxmlformats.org/drawingml/2006/main">
              <a:ext uri="{FF2B5EF4-FFF2-40B4-BE49-F238E27FC236}">
                <a16:creationId xmlns:a16="http://schemas.microsoft.com/office/drawing/2014/main" id="{FF7F79D3-837D-471A-AD7A-172B077C14D0}"/>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95" name="44-text-3">
            <a:extLst xmlns:a="http://schemas.openxmlformats.org/drawingml/2006/main">
              <a:ext uri="{FF2B5EF4-FFF2-40B4-BE49-F238E27FC236}">
                <a16:creationId xmlns:a16="http://schemas.microsoft.com/office/drawing/2014/main" id="{30A366A5-34DC-4CD9-8BB2-DEDB6CD15E91}"/>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96" name="44-text-4">
            <a:extLst xmlns:a="http://schemas.openxmlformats.org/drawingml/2006/main">
              <a:ext uri="{FF2B5EF4-FFF2-40B4-BE49-F238E27FC236}">
                <a16:creationId xmlns:a16="http://schemas.microsoft.com/office/drawing/2014/main" id="{9C37F862-21DE-468C-A9C9-B5F3D2F59EEC}"/>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97" name="44-shape-5">
            <a:extLst xmlns:a="http://schemas.openxmlformats.org/drawingml/2006/main">
              <a:ext uri="{FF2B5EF4-FFF2-40B4-BE49-F238E27FC236}">
                <a16:creationId xmlns:a16="http://schemas.microsoft.com/office/drawing/2014/main" id="{EAA25AA5-3DE2-4403-9525-5ED69848D695}"/>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8" name="44-shape-6">
            <a:extLst xmlns:a="http://schemas.openxmlformats.org/drawingml/2006/main">
              <a:ext uri="{FF2B5EF4-FFF2-40B4-BE49-F238E27FC236}">
                <a16:creationId xmlns:a16="http://schemas.microsoft.com/office/drawing/2014/main" id="{BA75AD0D-A51F-4E92-83D2-00117DE15F80}"/>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99" name="44-text-7">
            <a:extLst xmlns:a="http://schemas.openxmlformats.org/drawingml/2006/main">
              <a:ext uri="{FF2B5EF4-FFF2-40B4-BE49-F238E27FC236}">
                <a16:creationId xmlns:a16="http://schemas.microsoft.com/office/drawing/2014/main" id="{E4EA27EE-4703-4E8D-8BF3-E04A90715357}"/>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00" name="44-text-8">
            <a:extLst xmlns:a="http://schemas.openxmlformats.org/drawingml/2006/main">
              <a:ext uri="{FF2B5EF4-FFF2-40B4-BE49-F238E27FC236}">
                <a16:creationId xmlns:a16="http://schemas.microsoft.com/office/drawing/2014/main" id="{BDFF7B6B-C88F-43C7-B7AB-5CB39D7CFE30}"/>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01" name="44-shape-9">
            <a:extLst xmlns:a="http://schemas.openxmlformats.org/drawingml/2006/main">
              <a:ext uri="{FF2B5EF4-FFF2-40B4-BE49-F238E27FC236}">
                <a16:creationId xmlns:a16="http://schemas.microsoft.com/office/drawing/2014/main" id="{C5332AAE-47F8-4F1F-89A5-67C4DE55BC82}"/>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2" name="44-shape-10">
            <a:extLst xmlns:a="http://schemas.openxmlformats.org/drawingml/2006/main">
              <a:ext uri="{FF2B5EF4-FFF2-40B4-BE49-F238E27FC236}">
                <a16:creationId xmlns:a16="http://schemas.microsoft.com/office/drawing/2014/main" id="{04A37398-EE7D-402C-B32C-827D18D20117}"/>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03" name="44-text-11">
            <a:extLst xmlns:a="http://schemas.openxmlformats.org/drawingml/2006/main">
              <a:ext uri="{FF2B5EF4-FFF2-40B4-BE49-F238E27FC236}">
                <a16:creationId xmlns:a16="http://schemas.microsoft.com/office/drawing/2014/main" id="{6E926814-ADEE-4D0F-BE2D-4E5AA5DB7F75}"/>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04" name="44-text-12">
            <a:extLst xmlns:a="http://schemas.openxmlformats.org/drawingml/2006/main">
              <a:ext uri="{FF2B5EF4-FFF2-40B4-BE49-F238E27FC236}">
                <a16:creationId xmlns:a16="http://schemas.microsoft.com/office/drawing/2014/main" id="{04313EB5-FFDD-422E-AEE0-FE3F1F3E241A}"/>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05" name="44-shape-13">
            <a:extLst xmlns:a="http://schemas.openxmlformats.org/drawingml/2006/main">
              <a:ext uri="{FF2B5EF4-FFF2-40B4-BE49-F238E27FC236}">
                <a16:creationId xmlns:a16="http://schemas.microsoft.com/office/drawing/2014/main" id="{4EF973EE-DB1A-452F-B5A9-0BB5A9C936F3}"/>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6" name="44-shape-14">
            <a:extLst xmlns:a="http://schemas.openxmlformats.org/drawingml/2006/main">
              <a:ext uri="{FF2B5EF4-FFF2-40B4-BE49-F238E27FC236}">
                <a16:creationId xmlns:a16="http://schemas.microsoft.com/office/drawing/2014/main" id="{46CEE1FD-0B9D-4A8F-A8AB-67C15644A2E1}"/>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07" name="44-text-15">
            <a:extLst xmlns:a="http://schemas.openxmlformats.org/drawingml/2006/main">
              <a:ext uri="{FF2B5EF4-FFF2-40B4-BE49-F238E27FC236}">
                <a16:creationId xmlns:a16="http://schemas.microsoft.com/office/drawing/2014/main" id="{22BF04A7-2381-4906-B039-028E21AB22EA}"/>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08" name="44-text-16">
            <a:extLst xmlns:a="http://schemas.openxmlformats.org/drawingml/2006/main">
              <a:ext uri="{FF2B5EF4-FFF2-40B4-BE49-F238E27FC236}">
                <a16:creationId xmlns:a16="http://schemas.microsoft.com/office/drawing/2014/main" id="{56CBEE2E-651D-4F45-8601-AD28D50560EB}"/>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09" name="44-shape-17">
            <a:extLst xmlns:a="http://schemas.openxmlformats.org/drawingml/2006/main">
              <a:ext uri="{FF2B5EF4-FFF2-40B4-BE49-F238E27FC236}">
                <a16:creationId xmlns:a16="http://schemas.microsoft.com/office/drawing/2014/main" id="{210C8644-7944-43EF-9BBA-D4445A6F34AB}"/>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10" name="44-shape-18">
            <a:extLst xmlns:a="http://schemas.openxmlformats.org/drawingml/2006/main">
              <a:ext uri="{FF2B5EF4-FFF2-40B4-BE49-F238E27FC236}">
                <a16:creationId xmlns:a16="http://schemas.microsoft.com/office/drawing/2014/main" id="{4B9E6DAF-7DEA-40F4-887F-9141A7F307C3}"/>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11" name="44-text-19">
            <a:extLst xmlns:a="http://schemas.openxmlformats.org/drawingml/2006/main">
              <a:ext uri="{FF2B5EF4-FFF2-40B4-BE49-F238E27FC236}">
                <a16:creationId xmlns:a16="http://schemas.microsoft.com/office/drawing/2014/main" id="{74EDADD5-E1B1-470D-B458-643006D665AB}"/>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12" name="44-text-20">
            <a:extLst xmlns:a="http://schemas.openxmlformats.org/drawingml/2006/main">
              <a:ext uri="{FF2B5EF4-FFF2-40B4-BE49-F238E27FC236}">
                <a16:creationId xmlns:a16="http://schemas.microsoft.com/office/drawing/2014/main" id="{0FD8C644-B568-42F0-9C73-51F44D28E6F1}"/>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13" name="44-shape-21">
            <a:extLst xmlns:a="http://schemas.openxmlformats.org/drawingml/2006/main">
              <a:ext uri="{FF2B5EF4-FFF2-40B4-BE49-F238E27FC236}">
                <a16:creationId xmlns:a16="http://schemas.microsoft.com/office/drawing/2014/main" id="{24D40D66-BD89-4A38-B1DD-AD65DFF4DB5F}"/>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14" name="44-shape-22">
            <a:extLst xmlns:a="http://schemas.openxmlformats.org/drawingml/2006/main">
              <a:ext uri="{FF2B5EF4-FFF2-40B4-BE49-F238E27FC236}">
                <a16:creationId xmlns:a16="http://schemas.microsoft.com/office/drawing/2014/main" id="{C81C13DA-AED9-408A-89BB-5BEE9E8CEAD6}"/>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15" name="44-text-23">
            <a:extLst xmlns:a="http://schemas.openxmlformats.org/drawingml/2006/main">
              <a:ext uri="{FF2B5EF4-FFF2-40B4-BE49-F238E27FC236}">
                <a16:creationId xmlns:a16="http://schemas.microsoft.com/office/drawing/2014/main" id="{0EADEA71-BF4F-4F62-829D-9E09F019F6FF}"/>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16" name="44-text-24">
            <a:extLst xmlns:a="http://schemas.openxmlformats.org/drawingml/2006/main">
              <a:ext uri="{FF2B5EF4-FFF2-40B4-BE49-F238E27FC236}">
                <a16:creationId xmlns:a16="http://schemas.microsoft.com/office/drawing/2014/main" id="{BE9E6F02-F05B-4065-8168-27F233E3725A}"/>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17" name="narrative-number">
            <a:extLst xmlns:a="http://schemas.openxmlformats.org/drawingml/2006/main">
              <a:ext uri="{FF2B5EF4-FFF2-40B4-BE49-F238E27FC236}">
                <a16:creationId xmlns:a16="http://schemas.microsoft.com/office/drawing/2014/main" id="{78FF9896-3A35-4A55-A8DB-94F8D98846B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882710308"/>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8" name="!!area-name">
            <a:extLst xmlns:a="http://schemas.openxmlformats.org/drawingml/2006/main">
              <a:ext uri="{FF2B5EF4-FFF2-40B4-BE49-F238E27FC236}">
                <a16:creationId xmlns:a16="http://schemas.microsoft.com/office/drawing/2014/main" id="{37FF0290-0EE6-4504-B785-AD49322297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36" name="mini-map"/>
          <p:cNvPicPr>
            <a:picLocks xmlns:a="http://schemas.openxmlformats.org/drawingml/2006/main" noChangeAspect="1"/>
          </p:cNvPicPr>
          <p:nvPr/>
        </p:nvPicPr>
        <p:blipFill>
          <a:blip xmlns:r="http://schemas.openxmlformats.org/officeDocument/2006/relationships" xmlns:a="http://schemas.openxmlformats.org/drawingml/2006/main" r:embed="R2f85675dcb994e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0" name="slide-title">
            <a:extLst xmlns:a="http://schemas.openxmlformats.org/drawingml/2006/main">
              <a:ext uri="{FF2B5EF4-FFF2-40B4-BE49-F238E27FC236}">
                <a16:creationId xmlns:a16="http://schemas.microsoft.com/office/drawing/2014/main" id="{CE8D0410-39DA-4874-850F-64C40996386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21" name="header-divider">
            <a:extLst xmlns:a="http://schemas.openxmlformats.org/drawingml/2006/main">
              <a:ext uri="{FF2B5EF4-FFF2-40B4-BE49-F238E27FC236}">
                <a16:creationId xmlns:a16="http://schemas.microsoft.com/office/drawing/2014/main" id="{A35C9377-CCB5-4F65-87D1-B123BC7CD9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2" name="45-shape-1">
            <a:extLst xmlns:a="http://schemas.openxmlformats.org/drawingml/2006/main">
              <a:ext uri="{FF2B5EF4-FFF2-40B4-BE49-F238E27FC236}">
                <a16:creationId xmlns:a16="http://schemas.microsoft.com/office/drawing/2014/main" id="{BEA0074D-732C-4ED9-A912-C9A079056707}"/>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23" name="45-text-2">
            <a:extLst xmlns:a="http://schemas.openxmlformats.org/drawingml/2006/main">
              <a:ext uri="{FF2B5EF4-FFF2-40B4-BE49-F238E27FC236}">
                <a16:creationId xmlns:a16="http://schemas.microsoft.com/office/drawing/2014/main" id="{B7A075B5-FE9E-4253-973F-2F6C5BC5FC67}"/>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24" name="45-text-3">
            <a:extLst xmlns:a="http://schemas.openxmlformats.org/drawingml/2006/main">
              <a:ext uri="{FF2B5EF4-FFF2-40B4-BE49-F238E27FC236}">
                <a16:creationId xmlns:a16="http://schemas.microsoft.com/office/drawing/2014/main" id="{E5F5AF22-3AE0-4C3F-BE7B-F7478C811E71}"/>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25" name="45-shape-4">
            <a:extLst xmlns:a="http://schemas.openxmlformats.org/drawingml/2006/main">
              <a:ext uri="{FF2B5EF4-FFF2-40B4-BE49-F238E27FC236}">
                <a16:creationId xmlns:a16="http://schemas.microsoft.com/office/drawing/2014/main" id="{C230BFEC-393D-4FA1-9CB1-5FC692F47568}"/>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26" name="45-text-5">
            <a:extLst xmlns:a="http://schemas.openxmlformats.org/drawingml/2006/main">
              <a:ext uri="{FF2B5EF4-FFF2-40B4-BE49-F238E27FC236}">
                <a16:creationId xmlns:a16="http://schemas.microsoft.com/office/drawing/2014/main" id="{A05ADEC8-F217-4DB1-B755-00FE3595981E}"/>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27" name="45-text-6">
            <a:extLst xmlns:a="http://schemas.openxmlformats.org/drawingml/2006/main">
              <a:ext uri="{FF2B5EF4-FFF2-40B4-BE49-F238E27FC236}">
                <a16:creationId xmlns:a16="http://schemas.microsoft.com/office/drawing/2014/main" id="{5F714115-621B-41D7-9409-6ACF4D736F4F}"/>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28" name="45-shape-7">
            <a:extLst xmlns:a="http://schemas.openxmlformats.org/drawingml/2006/main">
              <a:ext uri="{FF2B5EF4-FFF2-40B4-BE49-F238E27FC236}">
                <a16:creationId xmlns:a16="http://schemas.microsoft.com/office/drawing/2014/main" id="{E4DF7862-4D4B-45CD-A9C6-D62DFDA39016}"/>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29" name="45-text-8">
            <a:extLst xmlns:a="http://schemas.openxmlformats.org/drawingml/2006/main">
              <a:ext uri="{FF2B5EF4-FFF2-40B4-BE49-F238E27FC236}">
                <a16:creationId xmlns:a16="http://schemas.microsoft.com/office/drawing/2014/main" id="{524ABE2B-CD88-43A4-AA11-5BF26C9A36C0}"/>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30" name="45-text-9">
            <a:extLst xmlns:a="http://schemas.openxmlformats.org/drawingml/2006/main">
              <a:ext uri="{FF2B5EF4-FFF2-40B4-BE49-F238E27FC236}">
                <a16:creationId xmlns:a16="http://schemas.microsoft.com/office/drawing/2014/main" id="{AB0F3AC8-CD93-4221-AC14-35149CA49D1B}"/>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31" name="45-shape-10">
            <a:extLst xmlns:a="http://schemas.openxmlformats.org/drawingml/2006/main">
              <a:ext uri="{FF2B5EF4-FFF2-40B4-BE49-F238E27FC236}">
                <a16:creationId xmlns:a16="http://schemas.microsoft.com/office/drawing/2014/main" id="{64EC3ED8-DA06-4E76-9344-12FBDE08800C}"/>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32" name="45-text-11">
            <a:extLst xmlns:a="http://schemas.openxmlformats.org/drawingml/2006/main">
              <a:ext uri="{FF2B5EF4-FFF2-40B4-BE49-F238E27FC236}">
                <a16:creationId xmlns:a16="http://schemas.microsoft.com/office/drawing/2014/main" id="{051EC605-98F8-4D22-B00D-F1100D522206}"/>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33" name="45-text-12">
            <a:extLst xmlns:a="http://schemas.openxmlformats.org/drawingml/2006/main">
              <a:ext uri="{FF2B5EF4-FFF2-40B4-BE49-F238E27FC236}">
                <a16:creationId xmlns:a16="http://schemas.microsoft.com/office/drawing/2014/main" id="{6711BDB9-02E6-42F0-BD61-8ACFC93A2F78}"/>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34" name="narrative-number">
            <a:extLst xmlns:a="http://schemas.openxmlformats.org/drawingml/2006/main">
              <a:ext uri="{FF2B5EF4-FFF2-40B4-BE49-F238E27FC236}">
                <a16:creationId xmlns:a16="http://schemas.microsoft.com/office/drawing/2014/main" id="{868B9F96-062D-4E45-BF54-04A00238B4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908566058"/>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5" name="!!area-name">
            <a:extLst xmlns:a="http://schemas.openxmlformats.org/drawingml/2006/main">
              <a:ext uri="{FF2B5EF4-FFF2-40B4-BE49-F238E27FC236}">
                <a16:creationId xmlns:a16="http://schemas.microsoft.com/office/drawing/2014/main" id="{FD5AB0F6-7323-4404-97D7-51CD31783EF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45" name="mini-map"/>
          <p:cNvPicPr>
            <a:picLocks xmlns:a="http://schemas.openxmlformats.org/drawingml/2006/main" noChangeAspect="1"/>
          </p:cNvPicPr>
          <p:nvPr/>
        </p:nvPicPr>
        <p:blipFill>
          <a:blip xmlns:r="http://schemas.openxmlformats.org/officeDocument/2006/relationships" xmlns:a="http://schemas.openxmlformats.org/drawingml/2006/main" r:embed="R5e1e48d3d32442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7" name="slide-title">
            <a:extLst xmlns:a="http://schemas.openxmlformats.org/drawingml/2006/main">
              <a:ext uri="{FF2B5EF4-FFF2-40B4-BE49-F238E27FC236}">
                <a16:creationId xmlns:a16="http://schemas.microsoft.com/office/drawing/2014/main" id="{7FBAE755-A72B-4F52-9542-25BE707BDD4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38" name="header-divider">
            <a:extLst xmlns:a="http://schemas.openxmlformats.org/drawingml/2006/main">
              <a:ext uri="{FF2B5EF4-FFF2-40B4-BE49-F238E27FC236}">
                <a16:creationId xmlns:a16="http://schemas.microsoft.com/office/drawing/2014/main" id="{3D80ED06-D373-47F1-B020-E87834178A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9" name="45-text-13">
            <a:extLst xmlns:a="http://schemas.openxmlformats.org/drawingml/2006/main">
              <a:ext uri="{FF2B5EF4-FFF2-40B4-BE49-F238E27FC236}">
                <a16:creationId xmlns:a16="http://schemas.microsoft.com/office/drawing/2014/main" id="{6A45958D-B7B9-4AC5-8EE3-63801AF2C173}"/>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540" name="45-text-14">
            <a:extLst xmlns:a="http://schemas.openxmlformats.org/drawingml/2006/main">
              <a:ext uri="{FF2B5EF4-FFF2-40B4-BE49-F238E27FC236}">
                <a16:creationId xmlns:a16="http://schemas.microsoft.com/office/drawing/2014/main" id="{E1BD7338-7AE9-4901-A65A-62B0DE3B2174}"/>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41" name="45-text-15">
            <a:extLst xmlns:a="http://schemas.openxmlformats.org/drawingml/2006/main">
              <a:ext uri="{FF2B5EF4-FFF2-40B4-BE49-F238E27FC236}">
                <a16:creationId xmlns:a16="http://schemas.microsoft.com/office/drawing/2014/main" id="{7294774A-013E-441E-A652-8495F933894B}"/>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51"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43" name="narrative-number">
            <a:extLst xmlns:a="http://schemas.openxmlformats.org/drawingml/2006/main">
              <a:ext uri="{FF2B5EF4-FFF2-40B4-BE49-F238E27FC236}">
                <a16:creationId xmlns:a16="http://schemas.microsoft.com/office/drawing/2014/main" id="{27C8829E-27B3-454C-8DC4-07A742047E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644257509"/>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4" name="slide-title">
            <a:extLst xmlns:a="http://schemas.openxmlformats.org/drawingml/2006/main">
              <a:ext uri="{FF2B5EF4-FFF2-40B4-BE49-F238E27FC236}">
                <a16:creationId xmlns:a16="http://schemas.microsoft.com/office/drawing/2014/main" id="{6C0F6E5F-68D3-4714-9B32-6A8972430648}"/>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45" name="header-divider">
            <a:extLst xmlns:a="http://schemas.openxmlformats.org/drawingml/2006/main">
              <a:ext uri="{FF2B5EF4-FFF2-40B4-BE49-F238E27FC236}">
                <a16:creationId xmlns:a16="http://schemas.microsoft.com/office/drawing/2014/main" id="{C0712B21-6C22-41A8-A8D7-84067F4A3B42}"/>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6" name="46-text-1">
            <a:extLst xmlns:a="http://schemas.openxmlformats.org/drawingml/2006/main">
              <a:ext uri="{FF2B5EF4-FFF2-40B4-BE49-F238E27FC236}">
                <a16:creationId xmlns:a16="http://schemas.microsoft.com/office/drawing/2014/main" id="{93E77BA5-F969-48FB-B624-8AF3396EA5AF}"/>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47" name="46-text-2">
            <a:extLst xmlns:a="http://schemas.openxmlformats.org/drawingml/2006/main">
              <a:ext uri="{FF2B5EF4-FFF2-40B4-BE49-F238E27FC236}">
                <a16:creationId xmlns:a16="http://schemas.microsoft.com/office/drawing/2014/main" id="{A90AB615-ECEF-4B0B-8342-76F05DCB9708}"/>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48" name="46-text-3">
            <a:extLst xmlns:a="http://schemas.openxmlformats.org/drawingml/2006/main">
              <a:ext uri="{FF2B5EF4-FFF2-40B4-BE49-F238E27FC236}">
                <a16:creationId xmlns:a16="http://schemas.microsoft.com/office/drawing/2014/main" id="{1373E753-95A6-426B-93F8-EAC2EF8499AB}"/>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49" name="46-text-4">
            <a:extLst xmlns:a="http://schemas.openxmlformats.org/drawingml/2006/main">
              <a:ext uri="{FF2B5EF4-FFF2-40B4-BE49-F238E27FC236}">
                <a16:creationId xmlns:a16="http://schemas.microsoft.com/office/drawing/2014/main" id="{095E4D3E-957F-41B1-9468-9BAEEEAC81AD}"/>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50" name="46-text-5">
            <a:extLst xmlns:a="http://schemas.openxmlformats.org/drawingml/2006/main">
              <a:ext uri="{FF2B5EF4-FFF2-40B4-BE49-F238E27FC236}">
                <a16:creationId xmlns:a16="http://schemas.microsoft.com/office/drawing/2014/main" id="{5E7509E4-FC9F-480C-9234-3BF1444C7A65}"/>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51" name="46-text-6">
            <a:extLst xmlns:a="http://schemas.openxmlformats.org/drawingml/2006/main">
              <a:ext uri="{FF2B5EF4-FFF2-40B4-BE49-F238E27FC236}">
                <a16:creationId xmlns:a16="http://schemas.microsoft.com/office/drawing/2014/main" id="{E16719FA-67E0-4EDF-A63A-FB2E7D6AA188}"/>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52" name="46-text-7">
            <a:extLst xmlns:a="http://schemas.openxmlformats.org/drawingml/2006/main">
              <a:ext uri="{FF2B5EF4-FFF2-40B4-BE49-F238E27FC236}">
                <a16:creationId xmlns:a16="http://schemas.microsoft.com/office/drawing/2014/main" id="{F82B1B2D-AE6F-45C0-BD6C-418CBDD01218}"/>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53" name="46-text-8">
            <a:extLst xmlns:a="http://schemas.openxmlformats.org/drawingml/2006/main">
              <a:ext uri="{FF2B5EF4-FFF2-40B4-BE49-F238E27FC236}">
                <a16:creationId xmlns:a16="http://schemas.microsoft.com/office/drawing/2014/main" id="{4F09ADA9-47E0-4DF8-9F8D-B3546FE9B3EA}"/>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54" name="46-text-9">
            <a:extLst xmlns:a="http://schemas.openxmlformats.org/drawingml/2006/main">
              <a:ext uri="{FF2B5EF4-FFF2-40B4-BE49-F238E27FC236}">
                <a16:creationId xmlns:a16="http://schemas.microsoft.com/office/drawing/2014/main" id="{4EF8432B-F30A-4FCF-AA79-4A395CEE9E9F}"/>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55" name="46-text-10">
            <a:extLst xmlns:a="http://schemas.openxmlformats.org/drawingml/2006/main">
              <a:ext uri="{FF2B5EF4-FFF2-40B4-BE49-F238E27FC236}">
                <a16:creationId xmlns:a16="http://schemas.microsoft.com/office/drawing/2014/main" id="{94A4089B-5568-4052-AF21-90787A48D096}"/>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56" name="46-text-11">
            <a:extLst xmlns:a="http://schemas.openxmlformats.org/drawingml/2006/main">
              <a:ext uri="{FF2B5EF4-FFF2-40B4-BE49-F238E27FC236}">
                <a16:creationId xmlns:a16="http://schemas.microsoft.com/office/drawing/2014/main" id="{8AE5431B-AD8D-4BF9-B550-AAFF998D8C2C}"/>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57" name="46-text-12">
            <a:extLst xmlns:a="http://schemas.openxmlformats.org/drawingml/2006/main">
              <a:ext uri="{FF2B5EF4-FFF2-40B4-BE49-F238E27FC236}">
                <a16:creationId xmlns:a16="http://schemas.microsoft.com/office/drawing/2014/main" id="{A6DEBDDE-0A30-4DE5-8ED4-CC010A1B80E4}"/>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58" name="narrative-number">
            <a:extLst xmlns:a="http://schemas.openxmlformats.org/drawingml/2006/main">
              <a:ext uri="{FF2B5EF4-FFF2-40B4-BE49-F238E27FC236}">
                <a16:creationId xmlns:a16="http://schemas.microsoft.com/office/drawing/2014/main" id="{301311B0-C458-4F97-A7AE-6C57F1C5DF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043424969"/>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9" name="47-text-1">
            <a:extLst xmlns:a="http://schemas.openxmlformats.org/drawingml/2006/main">
              <a:ext uri="{FF2B5EF4-FFF2-40B4-BE49-F238E27FC236}">
                <a16:creationId xmlns:a16="http://schemas.microsoft.com/office/drawing/2014/main" id="{2D77EDF5-9D87-41FF-BB89-2AF7EF5C86A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60" name="47-text-2">
            <a:extLst xmlns:a="http://schemas.openxmlformats.org/drawingml/2006/main">
              <a:ext uri="{FF2B5EF4-FFF2-40B4-BE49-F238E27FC236}">
                <a16:creationId xmlns:a16="http://schemas.microsoft.com/office/drawing/2014/main" id="{632825E6-59F9-4D4C-9B7A-7999CD7A2AA0}"/>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61" name="47-text-3">
            <a:extLst xmlns:a="http://schemas.openxmlformats.org/drawingml/2006/main">
              <a:ext uri="{FF2B5EF4-FFF2-40B4-BE49-F238E27FC236}">
                <a16:creationId xmlns:a16="http://schemas.microsoft.com/office/drawing/2014/main" id="{304257DD-BE12-4106-9DD3-4EE318A279EE}"/>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62" name="narrative-number">
            <a:extLst xmlns:a="http://schemas.openxmlformats.org/drawingml/2006/main">
              <a:ext uri="{FF2B5EF4-FFF2-40B4-BE49-F238E27FC236}">
                <a16:creationId xmlns:a16="http://schemas.microsoft.com/office/drawing/2014/main" id="{F3A8473D-6AF4-4BD5-84AE-B822E18E744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14078729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2026-09-16T17:23:51.7250000Z</dcterms:created>
  <dcterms:modified xsi:type="dcterms:W3CDTF">2026-09-16T17:23:51.7250000Z</dcterms:modified>
</coreProperties>
</file>