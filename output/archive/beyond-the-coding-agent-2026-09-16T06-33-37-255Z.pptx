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0c62d746b546e4" /><Relationship Type="http://schemas.openxmlformats.org/officeDocument/2006/relationships/extended-properties" Target="/docProps/app.xml" Id="R14ba0be2b7b8432f" /><Relationship Type="http://schemas.openxmlformats.org/officeDocument/2006/relationships/officeDocument" Target="/ppt/presentation.xml" Id="R755a740e62484903"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c84bb777207649b6"/>
    <p:sldMasterId xmlns:r="http://schemas.openxmlformats.org/officeDocument/2006/relationships" id="2147483650" r:id="R47afa2ba52124c9f"/>
  </p:sldMasterIdLst>
  <p:notesMasterIdLst>
    <p:notesMasterId xmlns:r="http://schemas.openxmlformats.org/officeDocument/2006/relationships" r:id="Rc98f82edd7ee428e"/>
  </p:notesMasterIdLst>
  <p:sldIdLst>
    <p:sldId xmlns:r="http://schemas.openxmlformats.org/officeDocument/2006/relationships" id="256" r:id="Ra3ecc4809f3844df"/>
    <p:sldId xmlns:r="http://schemas.openxmlformats.org/officeDocument/2006/relationships" id="257" r:id="R0e85d3c1545843d9"/>
    <p:sldId xmlns:r="http://schemas.openxmlformats.org/officeDocument/2006/relationships" id="258" r:id="Rd1cb9afea9234228"/>
    <p:sldId xmlns:r="http://schemas.openxmlformats.org/officeDocument/2006/relationships" id="259" r:id="R7c80266c46784123"/>
    <p:sldId xmlns:r="http://schemas.openxmlformats.org/officeDocument/2006/relationships" id="260" r:id="R6250966299884a9f"/>
    <p:sldId xmlns:r="http://schemas.openxmlformats.org/officeDocument/2006/relationships" id="261" r:id="R00e08801d0c447cb"/>
    <p:sldId xmlns:r="http://schemas.openxmlformats.org/officeDocument/2006/relationships" id="262" r:id="R0a129c3a4ddf4948"/>
    <p:sldId xmlns:r="http://schemas.openxmlformats.org/officeDocument/2006/relationships" id="263" r:id="Rf6c99bc5d20d43e2"/>
    <p:sldId xmlns:r="http://schemas.openxmlformats.org/officeDocument/2006/relationships" id="264" r:id="Ra07f93c9b5634753"/>
    <p:sldId xmlns:r="http://schemas.openxmlformats.org/officeDocument/2006/relationships" id="265" r:id="Redd3af281f4b4bf8"/>
    <p:sldId xmlns:r="http://schemas.openxmlformats.org/officeDocument/2006/relationships" id="266" r:id="Rede23a478b1043c6"/>
    <p:sldId xmlns:r="http://schemas.openxmlformats.org/officeDocument/2006/relationships" id="267" r:id="R12a7e9f2a35f4add"/>
    <p:sldId xmlns:r="http://schemas.openxmlformats.org/officeDocument/2006/relationships" id="268" r:id="R5200216bb0ef45ad"/>
    <p:sldId xmlns:r="http://schemas.openxmlformats.org/officeDocument/2006/relationships" id="269" r:id="R9f0dcc56e6994c0b"/>
    <p:sldId xmlns:r="http://schemas.openxmlformats.org/officeDocument/2006/relationships" id="270" r:id="R38b9683ab81f47b4"/>
    <p:sldId xmlns:r="http://schemas.openxmlformats.org/officeDocument/2006/relationships" id="271" r:id="R6fb8aea8cc58453f"/>
    <p:sldId xmlns:r="http://schemas.openxmlformats.org/officeDocument/2006/relationships" id="272" r:id="R40ea42abc48442ac"/>
    <p:sldId xmlns:r="http://schemas.openxmlformats.org/officeDocument/2006/relationships" id="273" r:id="R3ff39c4a22174506"/>
    <p:sldId xmlns:r="http://schemas.openxmlformats.org/officeDocument/2006/relationships" id="274" r:id="Ree79e26a0cec445d"/>
    <p:sldId xmlns:r="http://schemas.openxmlformats.org/officeDocument/2006/relationships" id="275" r:id="R844f7176b7e74e22"/>
    <p:sldId xmlns:r="http://schemas.openxmlformats.org/officeDocument/2006/relationships" id="276" r:id="R63f3d6bbe6cf4350"/>
    <p:sldId xmlns:r="http://schemas.openxmlformats.org/officeDocument/2006/relationships" id="277" r:id="R8c93dc180b1b4944"/>
    <p:sldId xmlns:r="http://schemas.openxmlformats.org/officeDocument/2006/relationships" id="278" r:id="R68587c43036a42d3"/>
    <p:sldId xmlns:r="http://schemas.openxmlformats.org/officeDocument/2006/relationships" id="279" r:id="R11c7063fe31c41b8"/>
    <p:sldId xmlns:r="http://schemas.openxmlformats.org/officeDocument/2006/relationships" id="280" r:id="Rc3c35fbc8d4c4b73"/>
    <p:sldId xmlns:r="http://schemas.openxmlformats.org/officeDocument/2006/relationships" id="281" r:id="R48196fc88697436d"/>
    <p:sldId xmlns:r="http://schemas.openxmlformats.org/officeDocument/2006/relationships" id="282" r:id="R371f2ad822f84868"/>
    <p:sldId xmlns:r="http://schemas.openxmlformats.org/officeDocument/2006/relationships" id="283" r:id="Rc2196c66076e453c"/>
    <p:sldId xmlns:r="http://schemas.openxmlformats.org/officeDocument/2006/relationships" id="284" r:id="R8bba825b26344fcd"/>
    <p:sldId xmlns:r="http://schemas.openxmlformats.org/officeDocument/2006/relationships" id="285" r:id="R604e4025a9c54c4e"/>
    <p:sldId xmlns:r="http://schemas.openxmlformats.org/officeDocument/2006/relationships" id="286" r:id="R76f0707c805e46d3"/>
    <p:sldId xmlns:r="http://schemas.openxmlformats.org/officeDocument/2006/relationships" id="287" r:id="R6311267ccba3471c"/>
    <p:sldId xmlns:r="http://schemas.openxmlformats.org/officeDocument/2006/relationships" id="288" r:id="R51a53c3868344e2d"/>
    <p:sldId xmlns:r="http://schemas.openxmlformats.org/officeDocument/2006/relationships" id="289" r:id="R8b0b4d0483fe4bd6"/>
    <p:sldId xmlns:r="http://schemas.openxmlformats.org/officeDocument/2006/relationships" id="290" r:id="R1dcd7ae627394162"/>
    <p:sldId xmlns:r="http://schemas.openxmlformats.org/officeDocument/2006/relationships" id="291" r:id="R24257ecc9b6d4dcb"/>
    <p:sldId xmlns:r="http://schemas.openxmlformats.org/officeDocument/2006/relationships" id="292" r:id="Rd800296de0694d50"/>
    <p:sldId xmlns:r="http://schemas.openxmlformats.org/officeDocument/2006/relationships" id="293" r:id="Re719ed8197494b66"/>
    <p:sldId xmlns:r="http://schemas.openxmlformats.org/officeDocument/2006/relationships" id="294" r:id="Rd7cf4d2e71c04fdb"/>
    <p:sldId xmlns:r="http://schemas.openxmlformats.org/officeDocument/2006/relationships" id="295" r:id="R170143c01194465a"/>
    <p:sldId xmlns:r="http://schemas.openxmlformats.org/officeDocument/2006/relationships" id="296" r:id="R2045ad7079b94bd2"/>
    <p:sldId xmlns:r="http://schemas.openxmlformats.org/officeDocument/2006/relationships" id="297" r:id="R0cdca1467a914a07"/>
    <p:sldId xmlns:r="http://schemas.openxmlformats.org/officeDocument/2006/relationships" id="298" r:id="R7b507065478d466f"/>
    <p:sldId xmlns:r="http://schemas.openxmlformats.org/officeDocument/2006/relationships" id="299" r:id="R23e97b30b13a47a4"/>
    <p:sldId xmlns:r="http://schemas.openxmlformats.org/officeDocument/2006/relationships" id="300" r:id="Re2ef49ee77f54a27"/>
    <p:sldId xmlns:r="http://schemas.openxmlformats.org/officeDocument/2006/relationships" id="301" r:id="R089095bf4ae4405a"/>
    <p:sldId xmlns:r="http://schemas.openxmlformats.org/officeDocument/2006/relationships" id="302" r:id="R6359a0a08a2c4673"/>
    <p:sldId xmlns:r="http://schemas.openxmlformats.org/officeDocument/2006/relationships" id="303" r:id="R68aae64324184a89"/>
    <p:sldId xmlns:r="http://schemas.openxmlformats.org/officeDocument/2006/relationships" id="304" r:id="Rf0e9e4deebf44b64"/>
    <p:sldId xmlns:r="http://schemas.openxmlformats.org/officeDocument/2006/relationships" id="305" r:id="Rc544f8fc5a144603"/>
    <p:sldId xmlns:r="http://schemas.openxmlformats.org/officeDocument/2006/relationships" id="306" r:id="Rd8e6ecb274f04721"/>
    <p:sldId xmlns:r="http://schemas.openxmlformats.org/officeDocument/2006/relationships" id="307" r:id="R5ffb8c97f4c4429d"/>
    <p:sldId xmlns:r="http://schemas.openxmlformats.org/officeDocument/2006/relationships" id="308" r:id="R71a6206af6354870"/>
    <p:sldId xmlns:r="http://schemas.openxmlformats.org/officeDocument/2006/relationships" id="309" r:id="R11001d8c02b34b5f"/>
    <p:sldId xmlns:r="http://schemas.openxmlformats.org/officeDocument/2006/relationships" id="310" r:id="R496fc1e1975f4214"/>
    <p:sldId xmlns:r="http://schemas.openxmlformats.org/officeDocument/2006/relationships" id="311" r:id="R2d2872bf264c432e"/>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3c87bf73bb4ae8" /><Relationship Type="http://schemas.openxmlformats.org/officeDocument/2006/relationships/slideMaster" Target="/ppt/slideMasters/slideMaster1.xml" Id="Rc84bb777207649b6" /><Relationship Type="http://schemas.openxmlformats.org/officeDocument/2006/relationships/slideMaster" Target="/ppt/slideMasters/slideMaster2.xml" Id="R47afa2ba52124c9f" /><Relationship Type="http://schemas.openxmlformats.org/officeDocument/2006/relationships/notesMaster" Target="/ppt/notesMasters/notesMaster1.xml" Id="Rc98f82edd7ee428e" /><Relationship Type="http://schemas.openxmlformats.org/officeDocument/2006/relationships/presProps" Target="/ppt/presProps.xml" Id="Rc3bb7c709f87478a" /><Relationship Type="http://schemas.openxmlformats.org/officeDocument/2006/relationships/tableStyles" Target="/ppt/tableStyles.xml" Id="Rd5d2ec4081684c8e" /><Relationship Type="http://schemas.openxmlformats.org/officeDocument/2006/relationships/slide" Target="/ppt/slides/slide1.xml" Id="Ra3ecc4809f3844df" /><Relationship Type="http://schemas.openxmlformats.org/officeDocument/2006/relationships/slide" Target="/ppt/slides/slide2.xml" Id="R0e85d3c1545843d9" /><Relationship Type="http://schemas.openxmlformats.org/officeDocument/2006/relationships/slide" Target="/ppt/slides/slide3.xml" Id="Rd1cb9afea9234228" /><Relationship Type="http://schemas.openxmlformats.org/officeDocument/2006/relationships/slide" Target="/ppt/slides/slide4.xml" Id="R7c80266c46784123" /><Relationship Type="http://schemas.openxmlformats.org/officeDocument/2006/relationships/slide" Target="/ppt/slides/slide5.xml" Id="R6250966299884a9f" /><Relationship Type="http://schemas.openxmlformats.org/officeDocument/2006/relationships/slide" Target="/ppt/slides/slide6.xml" Id="R00e08801d0c447cb" /><Relationship Type="http://schemas.openxmlformats.org/officeDocument/2006/relationships/slide" Target="/ppt/slides/slide7.xml" Id="R0a129c3a4ddf4948" /><Relationship Type="http://schemas.openxmlformats.org/officeDocument/2006/relationships/slide" Target="/ppt/slides/slide8.xml" Id="Rf6c99bc5d20d43e2" /><Relationship Type="http://schemas.openxmlformats.org/officeDocument/2006/relationships/slide" Target="/ppt/slides/slide9.xml" Id="Ra07f93c9b5634753" /><Relationship Type="http://schemas.openxmlformats.org/officeDocument/2006/relationships/slide" Target="/ppt/slides/slide10.xml" Id="Redd3af281f4b4bf8" /><Relationship Type="http://schemas.openxmlformats.org/officeDocument/2006/relationships/slide" Target="/ppt/slides/slide11.xml" Id="Rede23a478b1043c6" /><Relationship Type="http://schemas.openxmlformats.org/officeDocument/2006/relationships/slide" Target="/ppt/slides/slide12.xml" Id="R12a7e9f2a35f4add" /><Relationship Type="http://schemas.openxmlformats.org/officeDocument/2006/relationships/slide" Target="/ppt/slides/slide13.xml" Id="R5200216bb0ef45ad" /><Relationship Type="http://schemas.openxmlformats.org/officeDocument/2006/relationships/slide" Target="/ppt/slides/slide14.xml" Id="R9f0dcc56e6994c0b" /><Relationship Type="http://schemas.openxmlformats.org/officeDocument/2006/relationships/slide" Target="/ppt/slides/slide15.xml" Id="R38b9683ab81f47b4" /><Relationship Type="http://schemas.openxmlformats.org/officeDocument/2006/relationships/slide" Target="/ppt/slides/slide16.xml" Id="R6fb8aea8cc58453f" /><Relationship Type="http://schemas.openxmlformats.org/officeDocument/2006/relationships/slide" Target="/ppt/slides/slide17.xml" Id="R40ea42abc48442ac" /><Relationship Type="http://schemas.openxmlformats.org/officeDocument/2006/relationships/slide" Target="/ppt/slides/slide18.xml" Id="R3ff39c4a22174506" /><Relationship Type="http://schemas.openxmlformats.org/officeDocument/2006/relationships/slide" Target="/ppt/slides/slide19.xml" Id="Ree79e26a0cec445d" /><Relationship Type="http://schemas.openxmlformats.org/officeDocument/2006/relationships/slide" Target="/ppt/slides/slide20.xml" Id="R844f7176b7e74e22" /><Relationship Type="http://schemas.openxmlformats.org/officeDocument/2006/relationships/slide" Target="/ppt/slides/slide21.xml" Id="R63f3d6bbe6cf4350" /><Relationship Type="http://schemas.openxmlformats.org/officeDocument/2006/relationships/slide" Target="/ppt/slides/slide22.xml" Id="R8c93dc180b1b4944" /><Relationship Type="http://schemas.openxmlformats.org/officeDocument/2006/relationships/slide" Target="/ppt/slides/slide23.xml" Id="R68587c43036a42d3" /><Relationship Type="http://schemas.openxmlformats.org/officeDocument/2006/relationships/slide" Target="/ppt/slides/slide24.xml" Id="R11c7063fe31c41b8" /><Relationship Type="http://schemas.openxmlformats.org/officeDocument/2006/relationships/slide" Target="/ppt/slides/slide25.xml" Id="Rc3c35fbc8d4c4b73" /><Relationship Type="http://schemas.openxmlformats.org/officeDocument/2006/relationships/slide" Target="/ppt/slides/slide26.xml" Id="R48196fc88697436d" /><Relationship Type="http://schemas.openxmlformats.org/officeDocument/2006/relationships/slide" Target="/ppt/slides/slide27.xml" Id="R371f2ad822f84868" /><Relationship Type="http://schemas.openxmlformats.org/officeDocument/2006/relationships/slide" Target="/ppt/slides/slide28.xml" Id="Rc2196c66076e453c" /><Relationship Type="http://schemas.openxmlformats.org/officeDocument/2006/relationships/slide" Target="/ppt/slides/slide29.xml" Id="R8bba825b26344fcd" /><Relationship Type="http://schemas.openxmlformats.org/officeDocument/2006/relationships/slide" Target="/ppt/slides/slide30.xml" Id="R604e4025a9c54c4e" /><Relationship Type="http://schemas.openxmlformats.org/officeDocument/2006/relationships/slide" Target="/ppt/slides/slide31.xml" Id="R76f0707c805e46d3" /><Relationship Type="http://schemas.openxmlformats.org/officeDocument/2006/relationships/slide" Target="/ppt/slides/slide32.xml" Id="R6311267ccba3471c" /><Relationship Type="http://schemas.openxmlformats.org/officeDocument/2006/relationships/slide" Target="/ppt/slides/slide33.xml" Id="R51a53c3868344e2d" /><Relationship Type="http://schemas.openxmlformats.org/officeDocument/2006/relationships/slide" Target="/ppt/slides/slide34.xml" Id="R8b0b4d0483fe4bd6" /><Relationship Type="http://schemas.openxmlformats.org/officeDocument/2006/relationships/slide" Target="/ppt/slides/slide35.xml" Id="R1dcd7ae627394162" /><Relationship Type="http://schemas.openxmlformats.org/officeDocument/2006/relationships/slide" Target="/ppt/slides/slide36.xml" Id="R24257ecc9b6d4dcb" /><Relationship Type="http://schemas.openxmlformats.org/officeDocument/2006/relationships/slide" Target="/ppt/slides/slide37.xml" Id="Rd800296de0694d50" /><Relationship Type="http://schemas.openxmlformats.org/officeDocument/2006/relationships/slide" Target="/ppt/slides/slide38.xml" Id="Re719ed8197494b66" /><Relationship Type="http://schemas.openxmlformats.org/officeDocument/2006/relationships/slide" Target="/ppt/slides/slide39.xml" Id="Rd7cf4d2e71c04fdb" /><Relationship Type="http://schemas.openxmlformats.org/officeDocument/2006/relationships/slide" Target="/ppt/slides/slide40.xml" Id="R170143c01194465a" /><Relationship Type="http://schemas.openxmlformats.org/officeDocument/2006/relationships/slide" Target="/ppt/slides/slide41.xml" Id="R2045ad7079b94bd2" /><Relationship Type="http://schemas.openxmlformats.org/officeDocument/2006/relationships/slide" Target="/ppt/slides/slide42.xml" Id="R0cdca1467a914a07" /><Relationship Type="http://schemas.openxmlformats.org/officeDocument/2006/relationships/slide" Target="/ppt/slides/slide43.xml" Id="R7b507065478d466f" /><Relationship Type="http://schemas.openxmlformats.org/officeDocument/2006/relationships/slide" Target="/ppt/slides/slide44.xml" Id="R23e97b30b13a47a4" /><Relationship Type="http://schemas.openxmlformats.org/officeDocument/2006/relationships/slide" Target="/ppt/slides/slide45.xml" Id="Re2ef49ee77f54a27" /><Relationship Type="http://schemas.openxmlformats.org/officeDocument/2006/relationships/slide" Target="/ppt/slides/slide46.xml" Id="R089095bf4ae4405a" /><Relationship Type="http://schemas.openxmlformats.org/officeDocument/2006/relationships/slide" Target="/ppt/slides/slide47.xml" Id="R6359a0a08a2c4673" /><Relationship Type="http://schemas.openxmlformats.org/officeDocument/2006/relationships/slide" Target="/ppt/slides/slide48.xml" Id="R68aae64324184a89" /><Relationship Type="http://schemas.openxmlformats.org/officeDocument/2006/relationships/slide" Target="/ppt/slides/slide49.xml" Id="Rf0e9e4deebf44b64" /><Relationship Type="http://schemas.openxmlformats.org/officeDocument/2006/relationships/slide" Target="/ppt/slides/slide50.xml" Id="Rc544f8fc5a144603" /><Relationship Type="http://schemas.openxmlformats.org/officeDocument/2006/relationships/slide" Target="/ppt/slides/slide51.xml" Id="Rd8e6ecb274f04721" /><Relationship Type="http://schemas.openxmlformats.org/officeDocument/2006/relationships/slide" Target="/ppt/slides/slide52.xml" Id="R5ffb8c97f4c4429d" /><Relationship Type="http://schemas.openxmlformats.org/officeDocument/2006/relationships/slide" Target="/ppt/slides/slide53.xml" Id="R71a6206af6354870" /><Relationship Type="http://schemas.openxmlformats.org/officeDocument/2006/relationships/slide" Target="/ppt/slides/slide54.xml" Id="R11001d8c02b34b5f" /><Relationship Type="http://schemas.openxmlformats.org/officeDocument/2006/relationships/slide" Target="/ppt/slides/slide55.xml" Id="R496fc1e1975f4214" /><Relationship Type="http://schemas.openxmlformats.org/officeDocument/2006/relationships/slide" Target="/ppt/slides/slide56.xml" Id="R2d2872bf264c43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abb182edd46240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bcf1d65c7449c6" /><Relationship Type="http://schemas.openxmlformats.org/officeDocument/2006/relationships/notesMaster" Target="/ppt/notesMasters/notesMaster1.xml" Id="Radb1b28c44e344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2d0d5356014199" /><Relationship Type="http://schemas.openxmlformats.org/officeDocument/2006/relationships/notesMaster" Target="/ppt/notesMasters/notesMaster1.xml" Id="R01d1e4bac6fe4d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2e511f4970455a" /><Relationship Type="http://schemas.openxmlformats.org/officeDocument/2006/relationships/notesMaster" Target="/ppt/notesMasters/notesMaster1.xml" Id="R08e61876aa8643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cc010078614cdc" /><Relationship Type="http://schemas.openxmlformats.org/officeDocument/2006/relationships/notesMaster" Target="/ppt/notesMasters/notesMaster1.xml" Id="R52cc4019d2a742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668bee4d89461d" /><Relationship Type="http://schemas.openxmlformats.org/officeDocument/2006/relationships/notesMaster" Target="/ppt/notesMasters/notesMaster1.xml" Id="R934663d52e8a46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04d2700efc4753" /><Relationship Type="http://schemas.openxmlformats.org/officeDocument/2006/relationships/notesMaster" Target="/ppt/notesMasters/notesMaster1.xml" Id="Rae14b8b475744c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64cf4b01bc4ea7" /><Relationship Type="http://schemas.openxmlformats.org/officeDocument/2006/relationships/notesMaster" Target="/ppt/notesMasters/notesMaster1.xml" Id="R20cb89785d4141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bfee15e9554617" /><Relationship Type="http://schemas.openxmlformats.org/officeDocument/2006/relationships/notesMaster" Target="/ppt/notesMasters/notesMaster1.xml" Id="R533597664e764d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ae53c190f94d59" /><Relationship Type="http://schemas.openxmlformats.org/officeDocument/2006/relationships/notesMaster" Target="/ppt/notesMasters/notesMaster1.xml" Id="Rab4924bed1d840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6cf230f1c84284" /><Relationship Type="http://schemas.openxmlformats.org/officeDocument/2006/relationships/notesMaster" Target="/ppt/notesMasters/notesMaster1.xml" Id="Re99168f56ec24d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bc9e41871541be" /><Relationship Type="http://schemas.openxmlformats.org/officeDocument/2006/relationships/notesMaster" Target="/ppt/notesMasters/notesMaster1.xml" Id="R02b4fbd01ba940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ddc3ffa1f84887" /><Relationship Type="http://schemas.openxmlformats.org/officeDocument/2006/relationships/notesMaster" Target="/ppt/notesMasters/notesMaster1.xml" Id="R1df36dbd0a864b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fcc6a3f3bb42fb" /><Relationship Type="http://schemas.openxmlformats.org/officeDocument/2006/relationships/notesMaster" Target="/ppt/notesMasters/notesMaster1.xml" Id="R2e1ccfac70f04b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152f2ddb734e55" /><Relationship Type="http://schemas.openxmlformats.org/officeDocument/2006/relationships/notesMaster" Target="/ppt/notesMasters/notesMaster1.xml" Id="R5c0f3c2b3c5245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2e335a798e4499" /><Relationship Type="http://schemas.openxmlformats.org/officeDocument/2006/relationships/notesMaster" Target="/ppt/notesMasters/notesMaster1.xml" Id="Ra9afdb8e595a48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4621dd63b34aaf" /><Relationship Type="http://schemas.openxmlformats.org/officeDocument/2006/relationships/notesMaster" Target="/ppt/notesMasters/notesMaster1.xml" Id="Rb9dc859344714bf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71139fea61427c" /><Relationship Type="http://schemas.openxmlformats.org/officeDocument/2006/relationships/notesMaster" Target="/ppt/notesMasters/notesMaster1.xml" Id="Rba26a866d40a4e8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0f680713724254" /><Relationship Type="http://schemas.openxmlformats.org/officeDocument/2006/relationships/notesMaster" Target="/ppt/notesMasters/notesMaster1.xml" Id="R2dbfe756278740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7c2713cd77a4c32" /><Relationship Type="http://schemas.openxmlformats.org/officeDocument/2006/relationships/notesMaster" Target="/ppt/notesMasters/notesMaster1.xml" Id="Rd9b26a59990145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4a96603b2304601" /><Relationship Type="http://schemas.openxmlformats.org/officeDocument/2006/relationships/notesMaster" Target="/ppt/notesMasters/notesMaster1.xml" Id="Ra7ab21c7ae0a4f9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7eb32c1a7c74b6d" /><Relationship Type="http://schemas.openxmlformats.org/officeDocument/2006/relationships/notesMaster" Target="/ppt/notesMasters/notesMaster1.xml" Id="R0c0794d0c586476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55aab4f32ac45d0" /><Relationship Type="http://schemas.openxmlformats.org/officeDocument/2006/relationships/notesMaster" Target="/ppt/notesMasters/notesMaster1.xml" Id="R06786c110f35426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e69be014c44525" /><Relationship Type="http://schemas.openxmlformats.org/officeDocument/2006/relationships/notesMaster" Target="/ppt/notesMasters/notesMaster1.xml" Id="Rdf60d96dcbf3459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d59062a21cc443b" /><Relationship Type="http://schemas.openxmlformats.org/officeDocument/2006/relationships/notesMaster" Target="/ppt/notesMasters/notesMaster1.xml" Id="R0ace3d53a06041f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e67da5dca784105" /><Relationship Type="http://schemas.openxmlformats.org/officeDocument/2006/relationships/notesMaster" Target="/ppt/notesMasters/notesMaster1.xml" Id="R6cfce18f168f4a3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5a72875396a4f09" /><Relationship Type="http://schemas.openxmlformats.org/officeDocument/2006/relationships/notesMaster" Target="/ppt/notesMasters/notesMaster1.xml" Id="R4b45379093ee454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270744b6bb746ed" /><Relationship Type="http://schemas.openxmlformats.org/officeDocument/2006/relationships/notesMaster" Target="/ppt/notesMasters/notesMaster1.xml" Id="Rfa688f34e8d24b4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25a97cc4c7b43f4" /><Relationship Type="http://schemas.openxmlformats.org/officeDocument/2006/relationships/notesMaster" Target="/ppt/notesMasters/notesMaster1.xml" Id="R1d9052f884e1424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077ca471e21455e" /><Relationship Type="http://schemas.openxmlformats.org/officeDocument/2006/relationships/notesMaster" Target="/ppt/notesMasters/notesMaster1.xml" Id="R796662382d3944f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636dcb083c2423d" /><Relationship Type="http://schemas.openxmlformats.org/officeDocument/2006/relationships/notesMaster" Target="/ppt/notesMasters/notesMaster1.xml" Id="R257e6f7cc36245d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0e4db9bda2f436a" /><Relationship Type="http://schemas.openxmlformats.org/officeDocument/2006/relationships/notesMaster" Target="/ppt/notesMasters/notesMaster1.xml" Id="Rba968498246a47d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f072e91edbe4b15" /><Relationship Type="http://schemas.openxmlformats.org/officeDocument/2006/relationships/notesMaster" Target="/ppt/notesMasters/notesMaster1.xml" Id="R0a9bf35e162640e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22646fee8f4425c" /><Relationship Type="http://schemas.openxmlformats.org/officeDocument/2006/relationships/notesMaster" Target="/ppt/notesMasters/notesMaster1.xml" Id="Rf8bbd8ad05ec4cd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ba06842ac9645dd" /><Relationship Type="http://schemas.openxmlformats.org/officeDocument/2006/relationships/notesMaster" Target="/ppt/notesMasters/notesMaster1.xml" Id="R8696b9fe06924d7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b674f2eacfe4459" /><Relationship Type="http://schemas.openxmlformats.org/officeDocument/2006/relationships/notesMaster" Target="/ppt/notesMasters/notesMaster1.xml" Id="R380833fdd14f488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c03f3ff7aad4354" /><Relationship Type="http://schemas.openxmlformats.org/officeDocument/2006/relationships/notesMaster" Target="/ppt/notesMasters/notesMaster1.xml" Id="R8e82280463f44e5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12cce42eccc4c06" /><Relationship Type="http://schemas.openxmlformats.org/officeDocument/2006/relationships/notesMaster" Target="/ppt/notesMasters/notesMaster1.xml" Id="R5b50f18302f8476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41adb8d7eb44828" /><Relationship Type="http://schemas.openxmlformats.org/officeDocument/2006/relationships/notesMaster" Target="/ppt/notesMasters/notesMaster1.xml" Id="R717cabd8d325463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658efeeff994d68" /><Relationship Type="http://schemas.openxmlformats.org/officeDocument/2006/relationships/notesMaster" Target="/ppt/notesMasters/notesMaster1.xml" Id="R1f9a2e92d1f54ab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6a8ab2091834626" /><Relationship Type="http://schemas.openxmlformats.org/officeDocument/2006/relationships/notesMaster" Target="/ppt/notesMasters/notesMaster1.xml" Id="R11918f174e854ef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8bc96c09cec4cc3" /><Relationship Type="http://schemas.openxmlformats.org/officeDocument/2006/relationships/notesMaster" Target="/ppt/notesMasters/notesMaster1.xml" Id="R53b5f2c3908d489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5f1faec50c64441" /><Relationship Type="http://schemas.openxmlformats.org/officeDocument/2006/relationships/notesMaster" Target="/ppt/notesMasters/notesMaster1.xml" Id="Rdcd18e8d6dcd476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379bac7ba1a4a74" /><Relationship Type="http://schemas.openxmlformats.org/officeDocument/2006/relationships/notesMaster" Target="/ppt/notesMasters/notesMaster1.xml" Id="Rb990a8ec56b84e9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8afc149f9084b23" /><Relationship Type="http://schemas.openxmlformats.org/officeDocument/2006/relationships/notesMaster" Target="/ppt/notesMasters/notesMaster1.xml" Id="R487f1a8ba51a4d0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5a1f57683ac42d7" /><Relationship Type="http://schemas.openxmlformats.org/officeDocument/2006/relationships/notesMaster" Target="/ppt/notesMasters/notesMaster1.xml" Id="R5d8099221b31467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cb8877cb052442b" /><Relationship Type="http://schemas.openxmlformats.org/officeDocument/2006/relationships/notesMaster" Target="/ppt/notesMasters/notesMaster1.xml" Id="R9f389deb868a4da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81a7af0988241e1" /><Relationship Type="http://schemas.openxmlformats.org/officeDocument/2006/relationships/notesMaster" Target="/ppt/notesMasters/notesMaster1.xml" Id="R10ac02781d81404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7466fe8de5b43ab" /><Relationship Type="http://schemas.openxmlformats.org/officeDocument/2006/relationships/notesMaster" Target="/ppt/notesMasters/notesMaster1.xml" Id="R1c9ee53a003c4fa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cfc4b8262af4a07" /><Relationship Type="http://schemas.openxmlformats.org/officeDocument/2006/relationships/notesMaster" Target="/ppt/notesMasters/notesMaster1.xml" Id="Rafb4ca8a8fc1473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d35235c53b94bd5" /><Relationship Type="http://schemas.openxmlformats.org/officeDocument/2006/relationships/notesMaster" Target="/ppt/notesMasters/notesMaster1.xml" Id="Rab7636f979134a4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ee3830e61f74f7b" /><Relationship Type="http://schemas.openxmlformats.org/officeDocument/2006/relationships/notesMaster" Target="/ppt/notesMasters/notesMaster1.xml" Id="R19dcf124fd0d413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b2cf2fec40e4292" /><Relationship Type="http://schemas.openxmlformats.org/officeDocument/2006/relationships/notesMaster" Target="/ppt/notesMasters/notesMaster1.xml" Id="R272ce3c05cf0470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7a65798e86a48cf" /><Relationship Type="http://schemas.openxmlformats.org/officeDocument/2006/relationships/notesMaster" Target="/ppt/notesMasters/notesMaster1.xml" Id="R6cfb76bbc8874df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eaecd602f7b4c37" /><Relationship Type="http://schemas.openxmlformats.org/officeDocument/2006/relationships/notesMaster" Target="/ppt/notesMasters/notesMaster1.xml" Id="R2b3c61b2f0c14c6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686396af52042d7" /><Relationship Type="http://schemas.openxmlformats.org/officeDocument/2006/relationships/notesMaster" Target="/ppt/notesMasters/notesMaster1.xml" Id="R81896ce0d820461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2cec26c5db344a4" /><Relationship Type="http://schemas.openxmlformats.org/officeDocument/2006/relationships/notesMaster" Target="/ppt/notesMasters/notesMaster1.xml" Id="R2797e20184a541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The model interprets the task and supplied context and produces a response or proposed action. Choosing one includes its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Choosing and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and knowledge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instead of curating.</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the API surface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multi-agent before a workflow was tried.</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 generic judge instead of error analysis. Trusting the success claim without checking the result.</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Production operations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Production operations keeps the deployed system observable, controlled, and accountable.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the lethal trifecta, assembled one integration at a time.</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eligible models, useful context, tool contracts, execution control, evidence of quality, and production operations.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88658045f447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5b3c0e930caa4f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75aabcdc8f8941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3EFF2587-A716-4F8F-8383-727CE209F8C8}"/>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253452bb4d4b13" /><Relationship Type="http://schemas.openxmlformats.org/officeDocument/2006/relationships/slideLayout" Target="/ppt/slideLayouts/slideLayout1.xml" Id="R4212b45e85a143b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da40a9cc6b224180" /><Relationship Type="http://schemas.openxmlformats.org/officeDocument/2006/relationships/slideLayout" Target="/ppt/slideLayouts/slideLayout2.xml" Id="Rce1ae11551994c21" /><Relationship Type="http://schemas.openxmlformats.org/officeDocument/2006/relationships/slideLayout" Target="/ppt/slideLayouts/slideLayout3.xml" Id="R11f922ce52684c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12b45e85a143b2"/>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ce1ae11551994c21"/>
    <p:sldLayoutId xmlns:r="http://schemas.openxmlformats.org/officeDocument/2006/relationships" id="2147483652" r:id="R11f922ce52684c46"/>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98d23fc09ca4937" /><Relationship Type="http://schemas.openxmlformats.org/officeDocument/2006/relationships/notesSlide" Target="/ppt/notesSlides/notesSlide1.xml" Id="Rafc5ad8756f244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b7a204bea254acf" /><Relationship Type="http://schemas.openxmlformats.org/officeDocument/2006/relationships/image" Target="/ppt/media/image.png" Id="Rbb79c5da90794257" /><Relationship Type="http://schemas.openxmlformats.org/officeDocument/2006/relationships/notesSlide" Target="/ppt/notesSlides/notesSlide2.xml" Id="R09bdf14121824c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2db985e0c484b65" /><Relationship Type="http://schemas.openxmlformats.org/officeDocument/2006/relationships/notesSlide" Target="/ppt/notesSlides/notesSlide3.xml" Id="Rc65e1500eeff4a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19d06ee19ea477e" /><Relationship Type="http://schemas.openxmlformats.org/officeDocument/2006/relationships/notesSlide" Target="/ppt/notesSlides/notesSlide4.xml" Id="R61a41078f10442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0c8202ebe424f10" /><Relationship Type="http://schemas.openxmlformats.org/officeDocument/2006/relationships/notesSlide" Target="/ppt/notesSlides/notesSlide5.xml" Id="R70787b1e2b3747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3d7f69690b54886" /><Relationship Type="http://schemas.openxmlformats.org/officeDocument/2006/relationships/notesSlide" Target="/ppt/notesSlides/notesSlide6.xml" Id="Rb0837fd66d4940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410fd68062b4e41" /><Relationship Type="http://schemas.openxmlformats.org/officeDocument/2006/relationships/notesSlide" Target="/ppt/notesSlides/notesSlide7.xml" Id="Rc0c2de4b46674f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d9124c5152f4ed2" /><Relationship Type="http://schemas.openxmlformats.org/officeDocument/2006/relationships/notesSlide" Target="/ppt/notesSlides/notesSlide8.xml" Id="R785c703afd1e47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c37d5dd38ef49de" /><Relationship Type="http://schemas.openxmlformats.org/officeDocument/2006/relationships/notesSlide" Target="/ppt/notesSlides/notesSlide9.xml" Id="Rc24978d2669d45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f09d7b0712840db" /><Relationship Type="http://schemas.openxmlformats.org/officeDocument/2006/relationships/image" Target="/ppt/media/image2.png" Id="R09320118df4d4efa" /><Relationship Type="http://schemas.openxmlformats.org/officeDocument/2006/relationships/notesSlide" Target="/ppt/notesSlides/notesSlide10.xml" Id="R35bb28135b9640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f7befc6d0ef4cf5" /><Relationship Type="http://schemas.openxmlformats.org/officeDocument/2006/relationships/image" Target="/ppt/media/image3.png" Id="R79a06eaaeccd47d7" /><Relationship Type="http://schemas.openxmlformats.org/officeDocument/2006/relationships/notesSlide" Target="/ppt/notesSlides/notesSlide11.xml" Id="R36ad849af7c646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f33e919e09b4af2" /><Relationship Type="http://schemas.openxmlformats.org/officeDocument/2006/relationships/image" Target="/ppt/media/image4.png" Id="R6bc6d662649440a5" /><Relationship Type="http://schemas.openxmlformats.org/officeDocument/2006/relationships/notesSlide" Target="/ppt/notesSlides/notesSlide12.xml" Id="R3264bbca3f4842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6f472c284024339" /><Relationship Type="http://schemas.openxmlformats.org/officeDocument/2006/relationships/image" Target="/ppt/media/image5.png" Id="R780d0385ab404c9f" /><Relationship Type="http://schemas.openxmlformats.org/officeDocument/2006/relationships/notesSlide" Target="/ppt/notesSlides/notesSlide13.xml" Id="R9a9e0ce4593142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11c9f2a2d38450a" /><Relationship Type="http://schemas.openxmlformats.org/officeDocument/2006/relationships/image" Target="/ppt/media/image6.png" Id="R0cfba730b76a4c68" /><Relationship Type="http://schemas.openxmlformats.org/officeDocument/2006/relationships/notesSlide" Target="/ppt/notesSlides/notesSlide14.xml" Id="Rfb2b949f72794f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0df6387c5a047da" /><Relationship Type="http://schemas.openxmlformats.org/officeDocument/2006/relationships/image" Target="/ppt/media/image7.png" Id="R1bf1045f8959425f" /><Relationship Type="http://schemas.openxmlformats.org/officeDocument/2006/relationships/notesSlide" Target="/ppt/notesSlides/notesSlide15.xml" Id="Rf7214e07d2a242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6afb648c3ce94e82" /><Relationship Type="http://schemas.openxmlformats.org/officeDocument/2006/relationships/image" Target="/ppt/media/image8.png" Id="R6c968435dda1490b" /><Relationship Type="http://schemas.openxmlformats.org/officeDocument/2006/relationships/image" Target="/ppt/media/image9.png" Id="R36185506361c497a" /><Relationship Type="http://schemas.openxmlformats.org/officeDocument/2006/relationships/notesSlide" Target="/ppt/notesSlides/notesSlide16.xml" Id="Rf1b8e49c129d49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f55f550a86443d2" /><Relationship Type="http://schemas.openxmlformats.org/officeDocument/2006/relationships/image" Target="/ppt/media/image10.png" Id="R3fd40758602c43fe" /><Relationship Type="http://schemas.openxmlformats.org/officeDocument/2006/relationships/notesSlide" Target="/ppt/notesSlides/notesSlide17.xml" Id="Rf60f71f60d1e44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e4974c512c74a42" /><Relationship Type="http://schemas.openxmlformats.org/officeDocument/2006/relationships/image" Target="/ppt/media/image11.png" Id="R484be36ced404801" /><Relationship Type="http://schemas.openxmlformats.org/officeDocument/2006/relationships/notesSlide" Target="/ppt/notesSlides/notesSlide18.xml" Id="R7826828742ba40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0cbe086ae6094ead" /><Relationship Type="http://schemas.openxmlformats.org/officeDocument/2006/relationships/image" Target="/ppt/media/image12.png" Id="R49118fc3d24a4a35" /><Relationship Type="http://schemas.openxmlformats.org/officeDocument/2006/relationships/notesSlide" Target="/ppt/notesSlides/notesSlide19.xml" Id="Rb8c210ba0a0f47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0576bbb4e944012" /><Relationship Type="http://schemas.openxmlformats.org/officeDocument/2006/relationships/image" Target="/ppt/media/image13.png" Id="Rc65f795a642042a8" /><Relationship Type="http://schemas.openxmlformats.org/officeDocument/2006/relationships/notesSlide" Target="/ppt/notesSlides/notesSlide20.xml" Id="R79dc54a38d7842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f5be8cf966c84c66" /><Relationship Type="http://schemas.openxmlformats.org/officeDocument/2006/relationships/image" Target="/ppt/media/image14.png" Id="Rabbde4fb3db74e71" /><Relationship Type="http://schemas.openxmlformats.org/officeDocument/2006/relationships/image" Target="/ppt/media/image15.png" Id="Rb2690e6cee2645a6" /><Relationship Type="http://schemas.openxmlformats.org/officeDocument/2006/relationships/notesSlide" Target="/ppt/notesSlides/notesSlide21.xml" Id="Re69c17d03e5f4c7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54dab22fee8a4fa4" /><Relationship Type="http://schemas.openxmlformats.org/officeDocument/2006/relationships/image" Target="/ppt/media/image16.png" Id="R46d9426d19ac4396" /><Relationship Type="http://schemas.openxmlformats.org/officeDocument/2006/relationships/notesSlide" Target="/ppt/notesSlides/notesSlide22.xml" Id="R1b8616585e9445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8a880704f5c440e" /><Relationship Type="http://schemas.openxmlformats.org/officeDocument/2006/relationships/image" Target="/ppt/media/image17.png" Id="R95c5eaa2a97d45f9" /><Relationship Type="http://schemas.openxmlformats.org/officeDocument/2006/relationships/notesSlide" Target="/ppt/notesSlides/notesSlide23.xml" Id="R53574ab1bcc149d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ef67670cdfb24d64" /><Relationship Type="http://schemas.openxmlformats.org/officeDocument/2006/relationships/image" Target="/ppt/media/image18.png" Id="R65332663b3c04a86" /><Relationship Type="http://schemas.openxmlformats.org/officeDocument/2006/relationships/notesSlide" Target="/ppt/notesSlides/notesSlide24.xml" Id="R6f72fd9ec52441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8ce0fcb966664852" /><Relationship Type="http://schemas.openxmlformats.org/officeDocument/2006/relationships/image" Target="/ppt/media/image19.png" Id="R365e35680bab415d" /><Relationship Type="http://schemas.openxmlformats.org/officeDocument/2006/relationships/notesSlide" Target="/ppt/notesSlides/notesSlide25.xml" Id="Rae6f3ca39dd4445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ada17c4968624803" /><Relationship Type="http://schemas.openxmlformats.org/officeDocument/2006/relationships/image" Target="/ppt/media/image20.png" Id="R82817c7caad940dc" /><Relationship Type="http://schemas.openxmlformats.org/officeDocument/2006/relationships/image" Target="/ppt/media/image21.png" Id="Rb296875ab4bb4738" /><Relationship Type="http://schemas.openxmlformats.org/officeDocument/2006/relationships/notesSlide" Target="/ppt/notesSlides/notesSlide26.xml" Id="R0c950e3625f043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bdacc6e1d4344e1" /><Relationship Type="http://schemas.openxmlformats.org/officeDocument/2006/relationships/image" Target="/ppt/media/image22.png" Id="R59c204aa83f64755" /><Relationship Type="http://schemas.openxmlformats.org/officeDocument/2006/relationships/notesSlide" Target="/ppt/notesSlides/notesSlide27.xml" Id="R7af8a7f66e9e446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f4e195afa6f54200" /><Relationship Type="http://schemas.openxmlformats.org/officeDocument/2006/relationships/image" Target="/ppt/media/image23.png" Id="R6254970c19bf47a0" /><Relationship Type="http://schemas.openxmlformats.org/officeDocument/2006/relationships/notesSlide" Target="/ppt/notesSlides/notesSlide28.xml" Id="R230f57547ef1436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04ff9d445c264123" /><Relationship Type="http://schemas.openxmlformats.org/officeDocument/2006/relationships/image" Target="/ppt/media/image24.png" Id="R839eca248f814d91" /><Relationship Type="http://schemas.openxmlformats.org/officeDocument/2006/relationships/notesSlide" Target="/ppt/notesSlides/notesSlide29.xml" Id="Rb82e3730415a437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9ed6c726b1834558" /><Relationship Type="http://schemas.openxmlformats.org/officeDocument/2006/relationships/image" Target="/ppt/media/image25.png" Id="R417a73fbc95c4f2c" /><Relationship Type="http://schemas.openxmlformats.org/officeDocument/2006/relationships/notesSlide" Target="/ppt/notesSlides/notesSlide30.xml" Id="Rb3e0dfa4745d455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1cfa8f1e8d244a05" /><Relationship Type="http://schemas.openxmlformats.org/officeDocument/2006/relationships/image" Target="/ppt/media/image26.png" Id="R59507271e4d8431b" /><Relationship Type="http://schemas.openxmlformats.org/officeDocument/2006/relationships/image" Target="/ppt/media/image27.png" Id="R6b39dce22e234d7d" /><Relationship Type="http://schemas.openxmlformats.org/officeDocument/2006/relationships/notesSlide" Target="/ppt/notesSlides/notesSlide31.xml" Id="R843451dd37a2445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ed74ae99cdf64c9d" /><Relationship Type="http://schemas.openxmlformats.org/officeDocument/2006/relationships/image" Target="/ppt/media/image28.png" Id="R6c3387b15cfd4829" /><Relationship Type="http://schemas.openxmlformats.org/officeDocument/2006/relationships/notesSlide" Target="/ppt/notesSlides/notesSlide32.xml" Id="Rfc4ac9fb2f5d47d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e4915ef628d44100" /><Relationship Type="http://schemas.openxmlformats.org/officeDocument/2006/relationships/image" Target="/ppt/media/image29.png" Id="Reab4f229cbc94616" /><Relationship Type="http://schemas.openxmlformats.org/officeDocument/2006/relationships/notesSlide" Target="/ppt/notesSlides/notesSlide33.xml" Id="R3366f0bb820d422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bd5c4c55deea4341" /><Relationship Type="http://schemas.openxmlformats.org/officeDocument/2006/relationships/image" Target="/ppt/media/image30.png" Id="R88eb12edd22b47ed" /><Relationship Type="http://schemas.openxmlformats.org/officeDocument/2006/relationships/notesSlide" Target="/ppt/notesSlides/notesSlide34.xml" Id="Rec29bbed18c94d3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712b801ba1df471b" /><Relationship Type="http://schemas.openxmlformats.org/officeDocument/2006/relationships/image" Target="/ppt/media/image31.png" Id="Re2a864d5cbd24a65" /><Relationship Type="http://schemas.openxmlformats.org/officeDocument/2006/relationships/notesSlide" Target="/ppt/notesSlides/notesSlide35.xml" Id="Rb81fba72afb14b5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ace703af1f2045b2" /><Relationship Type="http://schemas.openxmlformats.org/officeDocument/2006/relationships/image" Target="/ppt/media/image32.png" Id="R1df4380cb0cb41af" /><Relationship Type="http://schemas.openxmlformats.org/officeDocument/2006/relationships/image" Target="/ppt/media/image33.png" Id="R637e7ad0da984b19" /><Relationship Type="http://schemas.openxmlformats.org/officeDocument/2006/relationships/notesSlide" Target="/ppt/notesSlides/notesSlide36.xml" Id="Rba65544f163c4df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b28c307909e242f3" /><Relationship Type="http://schemas.openxmlformats.org/officeDocument/2006/relationships/image" Target="/ppt/media/image34.png" Id="Refffe187dbe14015" /><Relationship Type="http://schemas.openxmlformats.org/officeDocument/2006/relationships/notesSlide" Target="/ppt/notesSlides/notesSlide37.xml" Id="Rbc1e8ce94c1f4b4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51452a1b652f43d6" /><Relationship Type="http://schemas.openxmlformats.org/officeDocument/2006/relationships/image" Target="/ppt/media/image35.png" Id="Rc12694cbd8a34653" /><Relationship Type="http://schemas.openxmlformats.org/officeDocument/2006/relationships/notesSlide" Target="/ppt/notesSlides/notesSlide38.xml" Id="R1a991f189ab94bd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d6ebd21b269d4782" /><Relationship Type="http://schemas.openxmlformats.org/officeDocument/2006/relationships/image" Target="/ppt/media/image36.png" Id="R18e095868e4f4b6b" /><Relationship Type="http://schemas.openxmlformats.org/officeDocument/2006/relationships/notesSlide" Target="/ppt/notesSlides/notesSlide39.xml" Id="Ra2040f299baa474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3b7126854cf041ca" /><Relationship Type="http://schemas.openxmlformats.org/officeDocument/2006/relationships/image" Target="/ppt/media/image37.png" Id="R4bc7c843b56b4b3c" /><Relationship Type="http://schemas.openxmlformats.org/officeDocument/2006/relationships/notesSlide" Target="/ppt/notesSlides/notesSlide40.xml" Id="Rac2e7d9ae25a468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34300976d9d74749" /><Relationship Type="http://schemas.openxmlformats.org/officeDocument/2006/relationships/image" Target="/ppt/media/image38.png" Id="R975157d642e34e28" /><Relationship Type="http://schemas.openxmlformats.org/officeDocument/2006/relationships/image" Target="/ppt/media/image39.png" Id="Ra88e5a750ef74634" /><Relationship Type="http://schemas.openxmlformats.org/officeDocument/2006/relationships/notesSlide" Target="/ppt/notesSlides/notesSlide41.xml" Id="Re973f849225e440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cb788ef8ba4c4062" /><Relationship Type="http://schemas.openxmlformats.org/officeDocument/2006/relationships/image" Target="/ppt/media/image40.png" Id="Rc9d933982fb94ac9" /><Relationship Type="http://schemas.openxmlformats.org/officeDocument/2006/relationships/notesSlide" Target="/ppt/notesSlides/notesSlide42.xml" Id="R40bdc06741ee4da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128e46396bbb4263" /><Relationship Type="http://schemas.openxmlformats.org/officeDocument/2006/relationships/image" Target="/ppt/media/image41.png" Id="Rb9ddd1be1dc84517" /><Relationship Type="http://schemas.openxmlformats.org/officeDocument/2006/relationships/notesSlide" Target="/ppt/notesSlides/notesSlide43.xml" Id="R40a7bef2def94d8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3f68ef8e1e714355" /><Relationship Type="http://schemas.openxmlformats.org/officeDocument/2006/relationships/image" Target="/ppt/media/image42.png" Id="R96f8106c15284d23" /><Relationship Type="http://schemas.openxmlformats.org/officeDocument/2006/relationships/notesSlide" Target="/ppt/notesSlides/notesSlide44.xml" Id="Re51ff38ea0f94cf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3d1bbadfc5014c9d" /><Relationship Type="http://schemas.openxmlformats.org/officeDocument/2006/relationships/image" Target="/ppt/media/image43.png" Id="R3ab91e647bfa43d5" /><Relationship Type="http://schemas.openxmlformats.org/officeDocument/2006/relationships/notesSlide" Target="/ppt/notesSlides/notesSlide45.xml" Id="R962c55618f544f9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4ea442ae808a4137" /><Relationship Type="http://schemas.openxmlformats.org/officeDocument/2006/relationships/image" Target="/ppt/media/image44.png" Id="Ra7a56893f87c49e5" /><Relationship Type="http://schemas.openxmlformats.org/officeDocument/2006/relationships/notesSlide" Target="/ppt/notesSlides/notesSlide46.xml" Id="R54891e4a29454da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d88812b74f3d48b0" /><Relationship Type="http://schemas.openxmlformats.org/officeDocument/2006/relationships/notesSlide" Target="/ppt/notesSlides/notesSlide47.xml" Id="Ra23c29a7aff34e0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3e4c0d83611c48c5" /><Relationship Type="http://schemas.openxmlformats.org/officeDocument/2006/relationships/image" Target="/ppt/media/image45.png" Id="R5cc7ea2d5b834c2e" /><Relationship Type="http://schemas.openxmlformats.org/officeDocument/2006/relationships/notesSlide" Target="/ppt/notesSlides/notesSlide48.xml" Id="R1bb1e4833765424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6a8da0ab4d7e4b66" /><Relationship Type="http://schemas.openxmlformats.org/officeDocument/2006/relationships/image" Target="/ppt/media/image46.png" Id="Rd5c94da102f64622" /><Relationship Type="http://schemas.openxmlformats.org/officeDocument/2006/relationships/notesSlide" Target="/ppt/notesSlides/notesSlide49.xml" Id="Rcf29b97033c44cc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7fc22282e8c64f76" /><Relationship Type="http://schemas.openxmlformats.org/officeDocument/2006/relationships/image" Target="/ppt/media/image47.png" Id="R125c366b02eb40a2" /><Relationship Type="http://schemas.openxmlformats.org/officeDocument/2006/relationships/notesSlide" Target="/ppt/notesSlides/notesSlide50.xml" Id="R77d052348e3d440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e3c42373158541a6" /><Relationship Type="http://schemas.openxmlformats.org/officeDocument/2006/relationships/image" Target="/ppt/media/image47.png" Id="R54649bc9a2d94501" /><Relationship Type="http://schemas.openxmlformats.org/officeDocument/2006/relationships/notesSlide" Target="/ppt/notesSlides/notesSlide51.xml" Id="Rbde91ea3796f459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cb85ff5390094051" /><Relationship Type="http://schemas.openxmlformats.org/officeDocument/2006/relationships/notesSlide" Target="/ppt/notesSlides/notesSlide52.xml" Id="Rc1806d5d37674e2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6aeb212969474875" /><Relationship Type="http://schemas.openxmlformats.org/officeDocument/2006/relationships/image" Target="/ppt/media/image48.png" Id="R3f510600dc804882" /><Relationship Type="http://schemas.openxmlformats.org/officeDocument/2006/relationships/notesSlide" Target="/ppt/notesSlides/notesSlide53.xml" Id="R9f77e348884c4f8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c7ce9d7609964844" /><Relationship Type="http://schemas.openxmlformats.org/officeDocument/2006/relationships/image" Target="/ppt/media/image48.png" Id="R658de37ac2134ab6" /><Relationship Type="http://schemas.openxmlformats.org/officeDocument/2006/relationships/notesSlide" Target="/ppt/notesSlides/notesSlide54.xml" Id="R53ab945b1c1940a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77ea16a1350c45aa" /><Relationship Type="http://schemas.openxmlformats.org/officeDocument/2006/relationships/notesSlide" Target="/ppt/notesSlides/notesSlide55.xml" Id="R818fe965d6ee49e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3b808bc61a784cd3" /><Relationship Type="http://schemas.openxmlformats.org/officeDocument/2006/relationships/notesSlide" Target="/ppt/notesSlides/notesSlide56.xml" Id="R0e7937377f324308"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F1FB7C8F-C8FF-4E98-A030-C24A54EDE702}"/>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A87B9DAC-D75F-41FC-B449-BAD0689D424F}"/>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B53A30E8-4683-4CBE-B82C-F57AE0BEA743}"/>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E50012B8-F442-44DB-9165-E0F7070129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973101953"/>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bb79c5da90794257"/>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F84E0812-8CD8-444F-8B2D-0061224A5B69}"/>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C79D74BF-26C0-4378-BF6E-B6E4D221D7E2}"/>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31154D10-3CF2-4615-AAA4-1290FD92D51D}"/>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30DC9DB2-3E9D-4405-A4A9-1522F1E11462}"/>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6A6C5E98-E9A1-43E5-8025-038EA759C13E}"/>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8A1CFADE-2970-488F-92B6-FB537F0069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166373474"/>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0D52D596-C9D8-4452-9766-7752626C426B}"/>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CBB51153-D96C-49B3-8DD6-298B5273B78B}"/>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D493DC73-B29F-4364-8570-ABBC3B79CEC0}"/>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8DBA35EC-D271-466D-9ED1-964D759C247A}"/>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B8F910F3-7E09-4199-9301-78D29020C638}"/>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0B946F84-1E1A-46E9-A5DF-6BAF1C0B1D08}"/>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CC16FBED-41A3-4829-9707-7F6CC544A2CE}"/>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BD606197-34A9-4C00-8A9C-031DADB959AA}"/>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16ADCA49-7276-4D51-A0E8-06840684097D}"/>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FCC5C05E-C1AA-451A-B8B0-74137B21DFF0}"/>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Models</a:t>
            </a:r>
          </a:p>
        </p:txBody>
      </p:sp>
      <p:sp>
        <p:nvSpPr>
          <p:cNvPr id="22" name="03-text-11">
            <a:extLst xmlns:a="http://schemas.openxmlformats.org/drawingml/2006/main">
              <a:ext uri="{FF2B5EF4-FFF2-40B4-BE49-F238E27FC236}">
                <a16:creationId xmlns:a16="http://schemas.microsoft.com/office/drawing/2014/main" id="{EBAC3939-CFD2-460F-9F80-86575F380ED2}"/>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and knowledge</a:t>
            </a:r>
          </a:p>
        </p:txBody>
      </p:sp>
      <p:sp>
        <p:nvSpPr>
          <p:cNvPr id="23" name="03-text-12">
            <a:extLst xmlns:a="http://schemas.openxmlformats.org/drawingml/2006/main">
              <a:ext uri="{FF2B5EF4-FFF2-40B4-BE49-F238E27FC236}">
                <a16:creationId xmlns:a16="http://schemas.microsoft.com/office/drawing/2014/main" id="{F4A39A96-C622-4731-AA9F-031D9C863DB7}"/>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and extensibility</a:t>
            </a:r>
          </a:p>
        </p:txBody>
      </p:sp>
      <p:sp>
        <p:nvSpPr>
          <p:cNvPr id="24" name="03-text-13">
            <a:extLst xmlns:a="http://schemas.openxmlformats.org/drawingml/2006/main">
              <a:ext uri="{FF2B5EF4-FFF2-40B4-BE49-F238E27FC236}">
                <a16:creationId xmlns:a16="http://schemas.microsoft.com/office/drawing/2014/main" id="{626616B9-EBE7-40E8-A6D6-E1ACBC3EE9A0}"/>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B27EA721-36F8-4DF7-9C83-BD7AFF151F8D}"/>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and evals</a:t>
            </a:r>
          </a:p>
        </p:txBody>
      </p:sp>
      <p:sp>
        <p:nvSpPr>
          <p:cNvPr id="26" name="03-text-15">
            <a:extLst xmlns:a="http://schemas.openxmlformats.org/drawingml/2006/main">
              <a:ext uri="{FF2B5EF4-FFF2-40B4-BE49-F238E27FC236}">
                <a16:creationId xmlns:a16="http://schemas.microsoft.com/office/drawing/2014/main" id="{0D59E1E7-70F3-4318-B7F8-FC7D7B9AA03E}"/>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Production operations</a:t>
            </a:r>
          </a:p>
        </p:txBody>
      </p:sp>
      <p:sp>
        <p:nvSpPr>
          <p:cNvPr id="27" name="03-text-16">
            <a:extLst xmlns:a="http://schemas.openxmlformats.org/drawingml/2006/main">
              <a:ext uri="{FF2B5EF4-FFF2-40B4-BE49-F238E27FC236}">
                <a16:creationId xmlns:a16="http://schemas.microsoft.com/office/drawing/2014/main" id="{C7577AE5-D021-48A7-A14A-F07FB297EB3F}"/>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64AB9F6F-576F-4152-89F8-387D4DF4AB0E}"/>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13B3FBDD-0303-48C2-A7D8-18BC71551AB7}"/>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1467BF61-D58F-4983-98CB-98C56E33FF5B}"/>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84769BC9-2756-4D29-9C44-0EE1B2D16F93}"/>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E62C509C-E62A-40A7-96EC-617302CF6CDA}"/>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14D5B6C4-7BDC-4CAD-B5C7-8114603B24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44136901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C90687B5-CDA0-42F2-88C5-85D206CB61C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322BAB55-C4BC-42BD-8CC5-D47C41731F1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85DE82F8-8B6C-4441-8D46-B8D7C2E4697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6E0169C0-3D15-4486-9CAA-FC6808940C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606081124"/>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5C6A4316-D0DA-4DEE-BC39-6198534DF5DD}"/>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8214C48E-A795-48CB-8D42-701F6C1D1F6F}"/>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0A076129-3653-4EBF-9C25-C9F990079E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758691548"/>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DC5F74E8-AA4B-4840-800E-7A9B5D890267}"/>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3D8F0BB7-65AC-45B1-B97D-A5DD91F57EB5}"/>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6EDC931C-E150-4A46-BBB5-BFD12A954C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079303019"/>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5FB44A25-FBE8-4459-972C-D516AB62D3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711382810"/>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39AF7C07-698C-4D03-AB61-C5D70E549A60}"/>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5EF0C9C6-1399-4E70-B69F-62062341E516}"/>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A3733AD8-4243-4E7A-8ED2-CE0F71D6E6C5}"/>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A17C9A87-9345-4B87-BB39-C4FE687F9C6F}"/>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81BD7029-EA70-4B7B-9FDE-3C3C0766A591}"/>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6DB400D9-3C35-404C-9467-895D30A5B0C7}"/>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51416CC7-33C0-4D72-B250-86F0CF18DF53}"/>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84B54158-FC5E-46DF-A26D-87C9875936F2}"/>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DD687EBB-6B33-4132-A5B6-F16DEB439B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264954119"/>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DD94E446-4A08-41F5-A62A-0FFA2D0CD77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46E5AABB-4E30-4845-8CA5-0E6034EA996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CB45484C-5FEA-47AE-84A1-6FC45601AA4D}"/>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96BBF8D7-0AC2-47D8-8B76-529C61A4CE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4097094979"/>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09320118df4d4ef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FC6C94DB-8B41-4DD9-ADFE-65039FEFF4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405233484"/>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79a06eaaeccd47d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7981C78C-3DAE-413F-975D-6D6FBA4640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871178332"/>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6bc6d662649440a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B3605393-84A1-4169-A759-27B22D8870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783116125"/>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780d0385ab404c9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13A01347-988C-4805-ABC2-403D0397DE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73662337"/>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0cfba730b76a4c6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8966DF53-8303-4A52-BD6F-704A486EC2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30791370"/>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1bf1045f8959425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0B533531-FE36-42AE-A015-E7D0B6153D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012371489"/>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766C9661-1390-4871-9D5F-E724585BCF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6c968435dda1490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F421EEF5-840A-449F-8E43-80DC0B10C13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15A66FB4-023B-4BB9-BBAC-330CDFECDE31}"/>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4D06CEE0-5F7F-44C0-9AB1-8EEEEBCE937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CD3404FA-D1C0-471F-99C5-A4A80373249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36185506361c497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576B27A2-41AF-4076-9EEE-CB7DA7EAC7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567729425"/>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F8CB1D88-09CB-4A5F-9401-A80A2C9C70B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What and why</a:t>
            </a:r>
          </a:p>
        </p:txBody>
      </p:sp>
      <p:pic>
        <p:nvPicPr>
          <p:cNvPr id="89" name="mini-map"/>
          <p:cNvPicPr>
            <a:picLocks xmlns:a="http://schemas.openxmlformats.org/drawingml/2006/main" noChangeAspect="1"/>
          </p:cNvPicPr>
          <p:nvPr/>
        </p:nvPicPr>
        <p:blipFill>
          <a:blip xmlns:r="http://schemas.openxmlformats.org/officeDocument/2006/relationships" xmlns:a="http://schemas.openxmlformats.org/drawingml/2006/main" r:embed="R3fd40758602c43f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4D3D7961-E77D-42B1-9955-69CF26BC18D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in the system</a:t>
            </a:r>
          </a:p>
        </p:txBody>
      </p:sp>
      <p:sp>
        <p:nvSpPr>
          <p:cNvPr id="82" name="header-divider">
            <a:extLst xmlns:a="http://schemas.openxmlformats.org/drawingml/2006/main">
              <a:ext uri="{FF2B5EF4-FFF2-40B4-BE49-F238E27FC236}">
                <a16:creationId xmlns:a16="http://schemas.microsoft.com/office/drawing/2014/main" id="{96EAD5D8-D8A6-4AB8-86ED-1C18F2D0EFD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A5F02FEB-C804-4BC2-8C74-4227D2DC5891}"/>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84" name="11-text-2">
            <a:extLst xmlns:a="http://schemas.openxmlformats.org/drawingml/2006/main">
              <a:ext uri="{FF2B5EF4-FFF2-40B4-BE49-F238E27FC236}">
                <a16:creationId xmlns:a16="http://schemas.microsoft.com/office/drawing/2014/main" id="{6629B3B2-930A-49AF-8670-F10643629639}"/>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Interprets the task and context.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Produces a response or proposed action.</a:t>
            </a:r>
          </a:p>
        </p:txBody>
      </p:sp>
      <p:sp>
        <p:nvSpPr>
          <p:cNvPr id="85" name="11-text-3">
            <a:extLst xmlns:a="http://schemas.openxmlformats.org/drawingml/2006/main">
              <a:ext uri="{FF2B5EF4-FFF2-40B4-BE49-F238E27FC236}">
                <a16:creationId xmlns:a16="http://schemas.microsoft.com/office/drawing/2014/main" id="{D3AB427D-4ADA-4E4A-BFC2-29C148A07EC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86" name="11-text-4">
            <a:extLst xmlns:a="http://schemas.openxmlformats.org/drawingml/2006/main">
              <a:ext uri="{FF2B5EF4-FFF2-40B4-BE49-F238E27FC236}">
                <a16:creationId xmlns:a16="http://schemas.microsoft.com/office/drawing/2014/main" id="{63525750-3F74-4360-A236-7621AFF3BC7C}"/>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87" name="narrative-number">
            <a:extLst xmlns:a="http://schemas.openxmlformats.org/drawingml/2006/main">
              <a:ext uri="{FF2B5EF4-FFF2-40B4-BE49-F238E27FC236}">
                <a16:creationId xmlns:a16="http://schemas.microsoft.com/office/drawing/2014/main" id="{458C00A8-FF22-4266-9F3E-14A8E77FFF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910429778"/>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8" name="!!area-name">
            <a:extLst xmlns:a="http://schemas.openxmlformats.org/drawingml/2006/main">
              <a:ext uri="{FF2B5EF4-FFF2-40B4-BE49-F238E27FC236}">
                <a16:creationId xmlns:a16="http://schemas.microsoft.com/office/drawing/2014/main" id="{D6FFA067-9135-40E4-A1AA-0C11FA605E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Decisions</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484be36ced4048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0" name="slide-title">
            <a:extLst xmlns:a="http://schemas.openxmlformats.org/drawingml/2006/main">
              <a:ext uri="{FF2B5EF4-FFF2-40B4-BE49-F238E27FC236}">
                <a16:creationId xmlns:a16="http://schemas.microsoft.com/office/drawing/2014/main" id="{E95B5032-A010-4CE8-821E-A104583DFFB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91" name="header-divider">
            <a:extLst xmlns:a="http://schemas.openxmlformats.org/drawingml/2006/main">
              <a:ext uri="{FF2B5EF4-FFF2-40B4-BE49-F238E27FC236}">
                <a16:creationId xmlns:a16="http://schemas.microsoft.com/office/drawing/2014/main" id="{C12B6825-B9DC-454E-A4D9-F0AFE0B75A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2" name="12-text-1">
            <a:extLst xmlns:a="http://schemas.openxmlformats.org/drawingml/2006/main">
              <a:ext uri="{FF2B5EF4-FFF2-40B4-BE49-F238E27FC236}">
                <a16:creationId xmlns:a16="http://schemas.microsoft.com/office/drawing/2014/main" id="{C4DF2170-C1CF-4522-AA75-546EA528D61B}"/>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93" name="12-text-2">
            <a:extLst xmlns:a="http://schemas.openxmlformats.org/drawingml/2006/main">
              <a:ext uri="{FF2B5EF4-FFF2-40B4-BE49-F238E27FC236}">
                <a16:creationId xmlns:a16="http://schemas.microsoft.com/office/drawing/2014/main" id="{DF112C1B-0671-4025-8C44-D954DA962E71}"/>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94" name="12-text-3">
            <a:extLst xmlns:a="http://schemas.openxmlformats.org/drawingml/2006/main">
              <a:ext uri="{FF2B5EF4-FFF2-40B4-BE49-F238E27FC236}">
                <a16:creationId xmlns:a16="http://schemas.microsoft.com/office/drawing/2014/main" id="{E44135E7-6311-4905-94F3-C76F93FE5CA8}"/>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95" name="12-text-4">
            <a:extLst xmlns:a="http://schemas.openxmlformats.org/drawingml/2006/main">
              <a:ext uri="{FF2B5EF4-FFF2-40B4-BE49-F238E27FC236}">
                <a16:creationId xmlns:a16="http://schemas.microsoft.com/office/drawing/2014/main" id="{E39C8211-E9B8-4EA9-BE6C-9402483FCA4C}"/>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96" name="12-text-5">
            <a:extLst xmlns:a="http://schemas.openxmlformats.org/drawingml/2006/main">
              <a:ext uri="{FF2B5EF4-FFF2-40B4-BE49-F238E27FC236}">
                <a16:creationId xmlns:a16="http://schemas.microsoft.com/office/drawing/2014/main" id="{F811BC4F-9030-438C-854C-5C72FA52F59A}"/>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97" name="12-text-6">
            <a:extLst xmlns:a="http://schemas.openxmlformats.org/drawingml/2006/main">
              <a:ext uri="{FF2B5EF4-FFF2-40B4-BE49-F238E27FC236}">
                <a16:creationId xmlns:a16="http://schemas.microsoft.com/office/drawing/2014/main" id="{38F4C2C3-5D97-4D23-8959-5FA0F8F83225}"/>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98" name="12-text-7">
            <a:extLst xmlns:a="http://schemas.openxmlformats.org/drawingml/2006/main">
              <a:ext uri="{FF2B5EF4-FFF2-40B4-BE49-F238E27FC236}">
                <a16:creationId xmlns:a16="http://schemas.microsoft.com/office/drawing/2014/main" id="{5D8C7EB7-160C-49CF-B15F-83FEEE242DBD}"/>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99" name="12-text-8">
            <a:extLst xmlns:a="http://schemas.openxmlformats.org/drawingml/2006/main">
              <a:ext uri="{FF2B5EF4-FFF2-40B4-BE49-F238E27FC236}">
                <a16:creationId xmlns:a16="http://schemas.microsoft.com/office/drawing/2014/main" id="{AA6B55BE-5583-41AE-A8AB-7725977C889F}"/>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100" name="narrative-number">
            <a:extLst xmlns:a="http://schemas.openxmlformats.org/drawingml/2006/main">
              <a:ext uri="{FF2B5EF4-FFF2-40B4-BE49-F238E27FC236}">
                <a16:creationId xmlns:a16="http://schemas.microsoft.com/office/drawing/2014/main" id="{5C833CF0-9D40-4D31-990E-D6545E5400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273596487"/>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11371D96-304E-47F7-A7F3-51ED8BE19F6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Challenges and pitfalls</a:t>
            </a:r>
          </a:p>
        </p:txBody>
      </p:sp>
      <p:pic>
        <p:nvPicPr>
          <p:cNvPr id="115" name="mini-map"/>
          <p:cNvPicPr>
            <a:picLocks xmlns:a="http://schemas.openxmlformats.org/drawingml/2006/main" noChangeAspect="1"/>
          </p:cNvPicPr>
          <p:nvPr/>
        </p:nvPicPr>
        <p:blipFill>
          <a:blip xmlns:r="http://schemas.openxmlformats.org/officeDocument/2006/relationships" xmlns:a="http://schemas.openxmlformats.org/drawingml/2006/main" r:embed="R49118fc3d24a4a3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A8329D1C-B483-40C4-A26D-0781DA9CBB4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04" name="header-divider">
            <a:extLst xmlns:a="http://schemas.openxmlformats.org/drawingml/2006/main">
              <a:ext uri="{FF2B5EF4-FFF2-40B4-BE49-F238E27FC236}">
                <a16:creationId xmlns:a16="http://schemas.microsoft.com/office/drawing/2014/main" id="{9FA3DEB9-6A97-4124-B17F-599BFC12CA5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3-text-1">
            <a:extLst xmlns:a="http://schemas.openxmlformats.org/drawingml/2006/main">
              <a:ext uri="{FF2B5EF4-FFF2-40B4-BE49-F238E27FC236}">
                <a16:creationId xmlns:a16="http://schemas.microsoft.com/office/drawing/2014/main" id="{C896F560-DC7B-4CE3-A087-80DCE544075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106" name="13-text-2">
            <a:extLst xmlns:a="http://schemas.openxmlformats.org/drawingml/2006/main">
              <a:ext uri="{FF2B5EF4-FFF2-40B4-BE49-F238E27FC236}">
                <a16:creationId xmlns:a16="http://schemas.microsoft.com/office/drawing/2014/main" id="{1A10BD84-F34E-4FC8-BB14-5DE7307F058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Availability does not establish approval.</a:t>
            </a:r>
          </a:p>
        </p:txBody>
      </p:sp>
      <p:sp>
        <p:nvSpPr>
          <p:cNvPr id="107" name="13-text-3">
            <a:extLst xmlns:a="http://schemas.openxmlformats.org/drawingml/2006/main">
              <a:ext uri="{FF2B5EF4-FFF2-40B4-BE49-F238E27FC236}">
                <a16:creationId xmlns:a16="http://schemas.microsoft.com/office/drawing/2014/main" id="{78CA6D3E-1147-4EEB-9740-B0A73E23FDD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108" name="13-text-4">
            <a:extLst xmlns:a="http://schemas.openxmlformats.org/drawingml/2006/main">
              <a:ext uri="{FF2B5EF4-FFF2-40B4-BE49-F238E27FC236}">
                <a16:creationId xmlns:a16="http://schemas.microsoft.com/office/drawing/2014/main" id="{658F2135-B48A-4A7E-A152-4F1DBAEB90A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109" name="13-text-5">
            <a:extLst xmlns:a="http://schemas.openxmlformats.org/drawingml/2006/main">
              <a:ext uri="{FF2B5EF4-FFF2-40B4-BE49-F238E27FC236}">
                <a16:creationId xmlns:a16="http://schemas.microsoft.com/office/drawing/2014/main" id="{B0E82253-3A87-4520-817B-489DF7F7417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110" name="13-text-6">
            <a:extLst xmlns:a="http://schemas.openxmlformats.org/drawingml/2006/main">
              <a:ext uri="{FF2B5EF4-FFF2-40B4-BE49-F238E27FC236}">
                <a16:creationId xmlns:a16="http://schemas.microsoft.com/office/drawing/2014/main" id="{56A773F5-B012-436E-9B01-14B6BEF92B1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111" name="13-text-7">
            <a:extLst xmlns:a="http://schemas.openxmlformats.org/drawingml/2006/main">
              <a:ext uri="{FF2B5EF4-FFF2-40B4-BE49-F238E27FC236}">
                <a16:creationId xmlns:a16="http://schemas.microsoft.com/office/drawing/2014/main" id="{95ECDECB-7DAB-40A7-9056-16B811F475F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12" name="13-text-8">
            <a:extLst xmlns:a="http://schemas.openxmlformats.org/drawingml/2006/main">
              <a:ext uri="{FF2B5EF4-FFF2-40B4-BE49-F238E27FC236}">
                <a16:creationId xmlns:a16="http://schemas.microsoft.com/office/drawing/2014/main" id="{EFC673BF-5C02-46EB-8A82-BB850E6A701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 without testing them on your task.</a:t>
            </a:r>
          </a:p>
        </p:txBody>
      </p:sp>
      <p:sp>
        <p:nvSpPr>
          <p:cNvPr id="113" name="narrative-number">
            <a:extLst xmlns:a="http://schemas.openxmlformats.org/drawingml/2006/main">
              <a:ext uri="{FF2B5EF4-FFF2-40B4-BE49-F238E27FC236}">
                <a16:creationId xmlns:a16="http://schemas.microsoft.com/office/drawing/2014/main" id="{39717733-BC9A-4151-AAD2-F907878CF3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067926400"/>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4" name="!!area-name">
            <a:extLst xmlns:a="http://schemas.openxmlformats.org/drawingml/2006/main">
              <a:ext uri="{FF2B5EF4-FFF2-40B4-BE49-F238E27FC236}">
                <a16:creationId xmlns:a16="http://schemas.microsoft.com/office/drawing/2014/main" id="{1C2BAB83-935B-4A23-B093-498FB0243E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FRB application</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c65f795a642042a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6" name="slide-title">
            <a:extLst xmlns:a="http://schemas.openxmlformats.org/drawingml/2006/main">
              <a:ext uri="{FF2B5EF4-FFF2-40B4-BE49-F238E27FC236}">
                <a16:creationId xmlns:a16="http://schemas.microsoft.com/office/drawing/2014/main" id="{92CEB6E5-78DF-4CBE-968B-CCF15A7579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17" name="header-divider">
            <a:extLst xmlns:a="http://schemas.openxmlformats.org/drawingml/2006/main">
              <a:ext uri="{FF2B5EF4-FFF2-40B4-BE49-F238E27FC236}">
                <a16:creationId xmlns:a16="http://schemas.microsoft.com/office/drawing/2014/main" id="{6194C917-5F03-4FAD-9E63-780DC0FB678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8" name="14-text-1">
            <a:extLst xmlns:a="http://schemas.openxmlformats.org/drawingml/2006/main">
              <a:ext uri="{FF2B5EF4-FFF2-40B4-BE49-F238E27FC236}">
                <a16:creationId xmlns:a16="http://schemas.microsoft.com/office/drawing/2014/main" id="{967C1B6B-DB75-426C-9385-921A85E60E4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6" name="14-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0" name="narrative-number">
            <a:extLst xmlns:a="http://schemas.openxmlformats.org/drawingml/2006/main">
              <a:ext uri="{FF2B5EF4-FFF2-40B4-BE49-F238E27FC236}">
                <a16:creationId xmlns:a16="http://schemas.microsoft.com/office/drawing/2014/main" id="{3C47C021-0407-4F42-B2A3-09645C1322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678432382"/>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E12D5A0F-EDFA-4E87-A6E8-A60BCF8A5F4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Perspective</a:t>
            </a:r>
          </a:p>
        </p:txBody>
      </p:sp>
      <p:pic>
        <p:nvPicPr>
          <p:cNvPr id="130" name="mini-map"/>
          <p:cNvPicPr>
            <a:picLocks xmlns:a="http://schemas.openxmlformats.org/drawingml/2006/main" noChangeAspect="1"/>
          </p:cNvPicPr>
          <p:nvPr/>
        </p:nvPicPr>
        <p:blipFill>
          <a:blip xmlns:r="http://schemas.openxmlformats.org/officeDocument/2006/relationships" xmlns:a="http://schemas.openxmlformats.org/drawingml/2006/main" r:embed="Rabbde4fb3db74e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header-divider">
            <a:extLst xmlns:a="http://schemas.openxmlformats.org/drawingml/2006/main">
              <a:ext uri="{FF2B5EF4-FFF2-40B4-BE49-F238E27FC236}">
                <a16:creationId xmlns:a16="http://schemas.microsoft.com/office/drawing/2014/main" id="{487F84F6-C434-4CF5-95F6-CC12005FC0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4" name="15-text-1">
            <a:extLst xmlns:a="http://schemas.openxmlformats.org/drawingml/2006/main">
              <a:ext uri="{FF2B5EF4-FFF2-40B4-BE49-F238E27FC236}">
                <a16:creationId xmlns:a16="http://schemas.microsoft.com/office/drawing/2014/main" id="{ADBAFA2E-82C6-4C45-9D89-29FA0AFB0D79}"/>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25" name="15-text-2">
            <a:extLst xmlns:a="http://schemas.openxmlformats.org/drawingml/2006/main">
              <a:ext uri="{FF2B5EF4-FFF2-40B4-BE49-F238E27FC236}">
                <a16:creationId xmlns:a16="http://schemas.microsoft.com/office/drawing/2014/main" id="{BC207E6C-2F66-42C2-99D5-ECF279DDF33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26" name="15-text-3">
            <a:extLst xmlns:a="http://schemas.openxmlformats.org/drawingml/2006/main">
              <a:ext uri="{FF2B5EF4-FFF2-40B4-BE49-F238E27FC236}">
                <a16:creationId xmlns:a16="http://schemas.microsoft.com/office/drawing/2014/main" id="{80AC5AB5-E032-4160-AADB-8DEB9B0A073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35" name="15-image-4"/>
          <p:cNvPicPr>
            <a:picLocks xmlns:a="http://schemas.openxmlformats.org/drawingml/2006/main" noChangeAspect="1"/>
          </p:cNvPicPr>
          <p:nvPr/>
        </p:nvPicPr>
        <p:blipFill>
          <a:blip xmlns:r="http://schemas.openxmlformats.org/officeDocument/2006/relationships" xmlns:a="http://schemas.openxmlformats.org/drawingml/2006/main" r:embed="Rb2690e6cee2645a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28" name="narrative-number">
            <a:extLst xmlns:a="http://schemas.openxmlformats.org/drawingml/2006/main">
              <a:ext uri="{FF2B5EF4-FFF2-40B4-BE49-F238E27FC236}">
                <a16:creationId xmlns:a16="http://schemas.microsoft.com/office/drawing/2014/main" id="{4E4EB265-7105-4C28-8E9F-EDA4C9C6B1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072211265"/>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1598D7FD-CD67-4406-8215-C254BDE393D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What and why</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46d9426d19ac439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slide-title">
            <a:extLst xmlns:a="http://schemas.openxmlformats.org/drawingml/2006/main">
              <a:ext uri="{FF2B5EF4-FFF2-40B4-BE49-F238E27FC236}">
                <a16:creationId xmlns:a16="http://schemas.microsoft.com/office/drawing/2014/main" id="{55827F67-0E73-4DA8-86A0-3E90875D99C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32" name="header-divider">
            <a:extLst xmlns:a="http://schemas.openxmlformats.org/drawingml/2006/main">
              <a:ext uri="{FF2B5EF4-FFF2-40B4-BE49-F238E27FC236}">
                <a16:creationId xmlns:a16="http://schemas.microsoft.com/office/drawing/2014/main" id="{DF95A995-3845-485B-9F3A-30DD23E6D3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3" name="16-text-1">
            <a:extLst xmlns:a="http://schemas.openxmlformats.org/drawingml/2006/main">
              <a:ext uri="{FF2B5EF4-FFF2-40B4-BE49-F238E27FC236}">
                <a16:creationId xmlns:a16="http://schemas.microsoft.com/office/drawing/2014/main" id="{F38D35DD-F5EC-46CF-8D2C-697A789EC913}"/>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34" name="16-text-2">
            <a:extLst xmlns:a="http://schemas.openxmlformats.org/drawingml/2006/main">
              <a:ext uri="{FF2B5EF4-FFF2-40B4-BE49-F238E27FC236}">
                <a16:creationId xmlns:a16="http://schemas.microsoft.com/office/drawing/2014/main" id="{A1C21450-E72D-4553-B115-9CB993DC7F4D}"/>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35" name="16-text-3">
            <a:extLst xmlns:a="http://schemas.openxmlformats.org/drawingml/2006/main">
              <a:ext uri="{FF2B5EF4-FFF2-40B4-BE49-F238E27FC236}">
                <a16:creationId xmlns:a16="http://schemas.microsoft.com/office/drawing/2014/main" id="{2F286ACD-2E8C-456C-BBF6-F9E6B597907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36" name="16-text-4">
            <a:extLst xmlns:a="http://schemas.openxmlformats.org/drawingml/2006/main">
              <a:ext uri="{FF2B5EF4-FFF2-40B4-BE49-F238E27FC236}">
                <a16:creationId xmlns:a16="http://schemas.microsoft.com/office/drawing/2014/main" id="{BA2C30D5-54A6-453D-95F0-5CB24EA7F13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37" name="narrative-number">
            <a:extLst xmlns:a="http://schemas.openxmlformats.org/drawingml/2006/main">
              <a:ext uri="{FF2B5EF4-FFF2-40B4-BE49-F238E27FC236}">
                <a16:creationId xmlns:a16="http://schemas.microsoft.com/office/drawing/2014/main" id="{BCA8C009-E0DD-4E7C-B314-B358465E0C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731249684"/>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63932EDE-1FC0-4FD0-9516-081521237F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Decisions</a:t>
            </a:r>
          </a:p>
        </p:txBody>
      </p:sp>
      <p:pic>
        <p:nvPicPr>
          <p:cNvPr id="152" name="mini-map"/>
          <p:cNvPicPr>
            <a:picLocks xmlns:a="http://schemas.openxmlformats.org/drawingml/2006/main" noChangeAspect="1"/>
          </p:cNvPicPr>
          <p:nvPr/>
        </p:nvPicPr>
        <p:blipFill>
          <a:blip xmlns:r="http://schemas.openxmlformats.org/officeDocument/2006/relationships" xmlns:a="http://schemas.openxmlformats.org/drawingml/2006/main" r:embed="R95c5eaa2a97d45f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4779B414-9B82-4A52-9492-0D1F32633D4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41" name="header-divider">
            <a:extLst xmlns:a="http://schemas.openxmlformats.org/drawingml/2006/main">
              <a:ext uri="{FF2B5EF4-FFF2-40B4-BE49-F238E27FC236}">
                <a16:creationId xmlns:a16="http://schemas.microsoft.com/office/drawing/2014/main" id="{DF54BB9E-7B4B-4772-A5D8-C17937EA9AF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17-text-1">
            <a:extLst xmlns:a="http://schemas.openxmlformats.org/drawingml/2006/main">
              <a:ext uri="{FF2B5EF4-FFF2-40B4-BE49-F238E27FC236}">
                <a16:creationId xmlns:a16="http://schemas.microsoft.com/office/drawing/2014/main" id="{4D051059-F2B1-4EF9-86CB-31535122BD47}"/>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43" name="17-text-2">
            <a:extLst xmlns:a="http://schemas.openxmlformats.org/drawingml/2006/main">
              <a:ext uri="{FF2B5EF4-FFF2-40B4-BE49-F238E27FC236}">
                <a16:creationId xmlns:a16="http://schemas.microsoft.com/office/drawing/2014/main" id="{AA2EDB5E-9A6A-4672-9806-0ADBA9951008}"/>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44" name="17-text-3">
            <a:extLst xmlns:a="http://schemas.openxmlformats.org/drawingml/2006/main">
              <a:ext uri="{FF2B5EF4-FFF2-40B4-BE49-F238E27FC236}">
                <a16:creationId xmlns:a16="http://schemas.microsoft.com/office/drawing/2014/main" id="{99C2DEC2-3819-41F3-B4F3-A47990B41708}"/>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45" name="17-text-4">
            <a:extLst xmlns:a="http://schemas.openxmlformats.org/drawingml/2006/main">
              <a:ext uri="{FF2B5EF4-FFF2-40B4-BE49-F238E27FC236}">
                <a16:creationId xmlns:a16="http://schemas.microsoft.com/office/drawing/2014/main" id="{6BCDC717-A5CE-4240-BDDE-DB6283AEDD2A}"/>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46" name="17-text-5">
            <a:extLst xmlns:a="http://schemas.openxmlformats.org/drawingml/2006/main">
              <a:ext uri="{FF2B5EF4-FFF2-40B4-BE49-F238E27FC236}">
                <a16:creationId xmlns:a16="http://schemas.microsoft.com/office/drawing/2014/main" id="{1716692C-D76F-4924-851D-281C2332878A}"/>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47" name="17-text-6">
            <a:extLst xmlns:a="http://schemas.openxmlformats.org/drawingml/2006/main">
              <a:ext uri="{FF2B5EF4-FFF2-40B4-BE49-F238E27FC236}">
                <a16:creationId xmlns:a16="http://schemas.microsoft.com/office/drawing/2014/main" id="{D9D0EE5E-6171-4374-839D-17C23E0D2630}"/>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48" name="17-text-7">
            <a:extLst xmlns:a="http://schemas.openxmlformats.org/drawingml/2006/main">
              <a:ext uri="{FF2B5EF4-FFF2-40B4-BE49-F238E27FC236}">
                <a16:creationId xmlns:a16="http://schemas.microsoft.com/office/drawing/2014/main" id="{B7E06DAC-44B8-4321-8910-FBE2953F43B6}"/>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49" name="17-text-8">
            <a:extLst xmlns:a="http://schemas.openxmlformats.org/drawingml/2006/main">
              <a:ext uri="{FF2B5EF4-FFF2-40B4-BE49-F238E27FC236}">
                <a16:creationId xmlns:a16="http://schemas.microsoft.com/office/drawing/2014/main" id="{DF323497-C4EB-49CE-A831-681F3B5F08DB}"/>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50" name="narrative-number">
            <a:extLst xmlns:a="http://schemas.openxmlformats.org/drawingml/2006/main">
              <a:ext uri="{FF2B5EF4-FFF2-40B4-BE49-F238E27FC236}">
                <a16:creationId xmlns:a16="http://schemas.microsoft.com/office/drawing/2014/main" id="{9AB56DC3-C76C-444F-BFCA-3D7F8435CB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406996222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1" name="!!area-name">
            <a:extLst xmlns:a="http://schemas.openxmlformats.org/drawingml/2006/main">
              <a:ext uri="{FF2B5EF4-FFF2-40B4-BE49-F238E27FC236}">
                <a16:creationId xmlns:a16="http://schemas.microsoft.com/office/drawing/2014/main" id="{1CED0514-8EDC-40E2-AD76-255C2CB74DA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Challenges and pitfalls</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65332663b3c04a8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3" name="slide-title">
            <a:extLst xmlns:a="http://schemas.openxmlformats.org/drawingml/2006/main">
              <a:ext uri="{FF2B5EF4-FFF2-40B4-BE49-F238E27FC236}">
                <a16:creationId xmlns:a16="http://schemas.microsoft.com/office/drawing/2014/main" id="{BAB2FC25-D389-4256-A97E-43CA40EA160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54" name="header-divider">
            <a:extLst xmlns:a="http://schemas.openxmlformats.org/drawingml/2006/main">
              <a:ext uri="{FF2B5EF4-FFF2-40B4-BE49-F238E27FC236}">
                <a16:creationId xmlns:a16="http://schemas.microsoft.com/office/drawing/2014/main" id="{33B98138-E769-4689-B1F9-DD3CAD9266D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5" name="18-text-1">
            <a:extLst xmlns:a="http://schemas.openxmlformats.org/drawingml/2006/main">
              <a:ext uri="{FF2B5EF4-FFF2-40B4-BE49-F238E27FC236}">
                <a16:creationId xmlns:a16="http://schemas.microsoft.com/office/drawing/2014/main" id="{1DD459B3-5FE3-4430-8CA6-C2910E93573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56" name="18-text-2">
            <a:extLst xmlns:a="http://schemas.openxmlformats.org/drawingml/2006/main">
              <a:ext uri="{FF2B5EF4-FFF2-40B4-BE49-F238E27FC236}">
                <a16:creationId xmlns:a16="http://schemas.microsoft.com/office/drawing/2014/main" id="{1BF30185-6282-45B0-ABCC-F8E8953067B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57" name="18-text-3">
            <a:extLst xmlns:a="http://schemas.openxmlformats.org/drawingml/2006/main">
              <a:ext uri="{FF2B5EF4-FFF2-40B4-BE49-F238E27FC236}">
                <a16:creationId xmlns:a16="http://schemas.microsoft.com/office/drawing/2014/main" id="{3EFD28F7-2E01-4759-964A-39C58746ABC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58" name="18-text-4">
            <a:extLst xmlns:a="http://schemas.openxmlformats.org/drawingml/2006/main">
              <a:ext uri="{FF2B5EF4-FFF2-40B4-BE49-F238E27FC236}">
                <a16:creationId xmlns:a16="http://schemas.microsoft.com/office/drawing/2014/main" id="{D0C2BAE1-C4BA-46B4-8F3C-EBD78D97788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59" name="18-text-5">
            <a:extLst xmlns:a="http://schemas.openxmlformats.org/drawingml/2006/main">
              <a:ext uri="{FF2B5EF4-FFF2-40B4-BE49-F238E27FC236}">
                <a16:creationId xmlns:a16="http://schemas.microsoft.com/office/drawing/2014/main" id="{308A9612-ACAA-4475-A224-A9F9F9FF26B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0" name="18-text-6">
            <a:extLst xmlns:a="http://schemas.openxmlformats.org/drawingml/2006/main">
              <a:ext uri="{FF2B5EF4-FFF2-40B4-BE49-F238E27FC236}">
                <a16:creationId xmlns:a16="http://schemas.microsoft.com/office/drawing/2014/main" id="{23D3DD6E-463E-4E66-BE71-5BC47BBE90E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61" name="18-text-7">
            <a:extLst xmlns:a="http://schemas.openxmlformats.org/drawingml/2006/main">
              <a:ext uri="{FF2B5EF4-FFF2-40B4-BE49-F238E27FC236}">
                <a16:creationId xmlns:a16="http://schemas.microsoft.com/office/drawing/2014/main" id="{843DBA88-6193-471E-8331-91D95E4D9C7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62" name="18-text-8">
            <a:extLst xmlns:a="http://schemas.openxmlformats.org/drawingml/2006/main">
              <a:ext uri="{FF2B5EF4-FFF2-40B4-BE49-F238E27FC236}">
                <a16:creationId xmlns:a16="http://schemas.microsoft.com/office/drawing/2014/main" id="{C0B4C5D2-3A78-4692-9678-D6033211B01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3" name="narrative-number">
            <a:extLst xmlns:a="http://schemas.openxmlformats.org/drawingml/2006/main">
              <a:ext uri="{FF2B5EF4-FFF2-40B4-BE49-F238E27FC236}">
                <a16:creationId xmlns:a16="http://schemas.microsoft.com/office/drawing/2014/main" id="{E0BF7FF3-EDEC-46DE-A5D5-B97EEABCD1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560831650"/>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F338D450-8DD0-46AF-8AF0-CA8F9BC2320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FRB application</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365e35680bab41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48379346-3BC8-4628-B3D7-729FD80FC6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67" name="header-divider">
            <a:extLst xmlns:a="http://schemas.openxmlformats.org/drawingml/2006/main">
              <a:ext uri="{FF2B5EF4-FFF2-40B4-BE49-F238E27FC236}">
                <a16:creationId xmlns:a16="http://schemas.microsoft.com/office/drawing/2014/main" id="{89717C4A-9A1F-41F5-B08F-A3987E9AB97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9-text-1">
            <a:extLst xmlns:a="http://schemas.openxmlformats.org/drawingml/2006/main">
              <a:ext uri="{FF2B5EF4-FFF2-40B4-BE49-F238E27FC236}">
                <a16:creationId xmlns:a16="http://schemas.microsoft.com/office/drawing/2014/main" id="{ECFC2D76-03C5-41F8-8D85-27FC25C4A53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69" name="19-text-2">
            <a:extLst xmlns:a="http://schemas.openxmlformats.org/drawingml/2006/main">
              <a:ext uri="{FF2B5EF4-FFF2-40B4-BE49-F238E27FC236}">
                <a16:creationId xmlns:a16="http://schemas.microsoft.com/office/drawing/2014/main" id="{72703D9D-F2AB-41E2-88FA-7C22E8296709}"/>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70" name="19-text-3">
            <a:extLst xmlns:a="http://schemas.openxmlformats.org/drawingml/2006/main">
              <a:ext uri="{FF2B5EF4-FFF2-40B4-BE49-F238E27FC236}">
                <a16:creationId xmlns:a16="http://schemas.microsoft.com/office/drawing/2014/main" id="{1C143EAD-981A-4C86-B591-618C090DA5D0}"/>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71" name="19-text-4">
            <a:extLst xmlns:a="http://schemas.openxmlformats.org/drawingml/2006/main">
              <a:ext uri="{FF2B5EF4-FFF2-40B4-BE49-F238E27FC236}">
                <a16:creationId xmlns:a16="http://schemas.microsoft.com/office/drawing/2014/main" id="{FA089EA4-297D-4A60-AAA7-C81985D862FB}"/>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72" name="19-text-5">
            <a:extLst xmlns:a="http://schemas.openxmlformats.org/drawingml/2006/main">
              <a:ext uri="{FF2B5EF4-FFF2-40B4-BE49-F238E27FC236}">
                <a16:creationId xmlns:a16="http://schemas.microsoft.com/office/drawing/2014/main" id="{92642028-AB3B-4B69-B286-935A6AE8058E}"/>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3" name="19-text-6">
            <a:extLst xmlns:a="http://schemas.openxmlformats.org/drawingml/2006/main">
              <a:ext uri="{FF2B5EF4-FFF2-40B4-BE49-F238E27FC236}">
                <a16:creationId xmlns:a16="http://schemas.microsoft.com/office/drawing/2014/main" id="{0BB8FC73-E704-4F53-8243-2A3BB968389F}"/>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4" name="19-text-7">
            <a:extLst xmlns:a="http://schemas.openxmlformats.org/drawingml/2006/main">
              <a:ext uri="{FF2B5EF4-FFF2-40B4-BE49-F238E27FC236}">
                <a16:creationId xmlns:a16="http://schemas.microsoft.com/office/drawing/2014/main" id="{64AF849A-4DAF-443B-A96E-52CAC92B0210}"/>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75" name="19-text-8">
            <a:extLst xmlns:a="http://schemas.openxmlformats.org/drawingml/2006/main">
              <a:ext uri="{FF2B5EF4-FFF2-40B4-BE49-F238E27FC236}">
                <a16:creationId xmlns:a16="http://schemas.microsoft.com/office/drawing/2014/main" id="{07E39465-79AB-4FE9-A27E-75F966CA8D97}"/>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6" name="19-text-9">
            <a:extLst xmlns:a="http://schemas.openxmlformats.org/drawingml/2006/main">
              <a:ext uri="{FF2B5EF4-FFF2-40B4-BE49-F238E27FC236}">
                <a16:creationId xmlns:a16="http://schemas.microsoft.com/office/drawing/2014/main" id="{9F913279-E4A6-4A15-9EE9-13C057B6C61B}"/>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7" name="19-text-10">
            <a:extLst xmlns:a="http://schemas.openxmlformats.org/drawingml/2006/main">
              <a:ext uri="{FF2B5EF4-FFF2-40B4-BE49-F238E27FC236}">
                <a16:creationId xmlns:a16="http://schemas.microsoft.com/office/drawing/2014/main" id="{626BDD6B-2210-45FC-9666-3D5185FD432E}"/>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8" name="19-text-11">
            <a:extLst xmlns:a="http://schemas.openxmlformats.org/drawingml/2006/main">
              <a:ext uri="{FF2B5EF4-FFF2-40B4-BE49-F238E27FC236}">
                <a16:creationId xmlns:a16="http://schemas.microsoft.com/office/drawing/2014/main" id="{EFBFB2AD-CCE0-44E5-9179-2B8553E409D8}"/>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79" name="narrative-number">
            <a:extLst xmlns:a="http://schemas.openxmlformats.org/drawingml/2006/main">
              <a:ext uri="{FF2B5EF4-FFF2-40B4-BE49-F238E27FC236}">
                <a16:creationId xmlns:a16="http://schemas.microsoft.com/office/drawing/2014/main" id="{9944C5F0-9516-4974-A172-8799DFCA2A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724294360"/>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02DF02AE-5061-43E9-9C8E-3B105F43A6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Perspective</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82817c7caad940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header-divider">
            <a:extLst xmlns:a="http://schemas.openxmlformats.org/drawingml/2006/main">
              <a:ext uri="{FF2B5EF4-FFF2-40B4-BE49-F238E27FC236}">
                <a16:creationId xmlns:a16="http://schemas.microsoft.com/office/drawing/2014/main" id="{913658E6-7160-487D-AAFF-DB36AA71A1C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3" name="20-text-1">
            <a:extLst xmlns:a="http://schemas.openxmlformats.org/drawingml/2006/main">
              <a:ext uri="{FF2B5EF4-FFF2-40B4-BE49-F238E27FC236}">
                <a16:creationId xmlns:a16="http://schemas.microsoft.com/office/drawing/2014/main" id="{44E3603C-A453-4CA7-B0FB-67382E72F50E}"/>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84" name="20-text-2">
            <a:extLst xmlns:a="http://schemas.openxmlformats.org/drawingml/2006/main">
              <a:ext uri="{FF2B5EF4-FFF2-40B4-BE49-F238E27FC236}">
                <a16:creationId xmlns:a16="http://schemas.microsoft.com/office/drawing/2014/main" id="{2BE9487B-DB30-4301-8826-A4022BE78D3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85" name="20-text-3">
            <a:extLst xmlns:a="http://schemas.openxmlformats.org/drawingml/2006/main">
              <a:ext uri="{FF2B5EF4-FFF2-40B4-BE49-F238E27FC236}">
                <a16:creationId xmlns:a16="http://schemas.microsoft.com/office/drawing/2014/main" id="{EC78EF09-3D31-4976-9AB1-81E4E3C1953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94" name="20-image-4"/>
          <p:cNvPicPr>
            <a:picLocks xmlns:a="http://schemas.openxmlformats.org/drawingml/2006/main" noChangeAspect="1"/>
          </p:cNvPicPr>
          <p:nvPr/>
        </p:nvPicPr>
        <p:blipFill>
          <a:blip xmlns:r="http://schemas.openxmlformats.org/officeDocument/2006/relationships" xmlns:a="http://schemas.openxmlformats.org/drawingml/2006/main" r:embed="Rb296875ab4bb473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87" name="narrative-number">
            <a:extLst xmlns:a="http://schemas.openxmlformats.org/drawingml/2006/main">
              <a:ext uri="{FF2B5EF4-FFF2-40B4-BE49-F238E27FC236}">
                <a16:creationId xmlns:a16="http://schemas.microsoft.com/office/drawing/2014/main" id="{72F7AD0E-BA9F-436E-AA6F-B518BE077E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342933500"/>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41E2EFB0-03B3-44B3-A031-55554245D4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What and why</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59c204aa83f6475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slide-title">
            <a:extLst xmlns:a="http://schemas.openxmlformats.org/drawingml/2006/main">
              <a:ext uri="{FF2B5EF4-FFF2-40B4-BE49-F238E27FC236}">
                <a16:creationId xmlns:a16="http://schemas.microsoft.com/office/drawing/2014/main" id="{21701B7F-69D5-4C0D-A4A9-B19F5AF5E3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91" name="header-divider">
            <a:extLst xmlns:a="http://schemas.openxmlformats.org/drawingml/2006/main">
              <a:ext uri="{FF2B5EF4-FFF2-40B4-BE49-F238E27FC236}">
                <a16:creationId xmlns:a16="http://schemas.microsoft.com/office/drawing/2014/main" id="{28485EEC-317C-4664-9168-F661B35C376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21-text-1">
            <a:extLst xmlns:a="http://schemas.openxmlformats.org/drawingml/2006/main">
              <a:ext uri="{FF2B5EF4-FFF2-40B4-BE49-F238E27FC236}">
                <a16:creationId xmlns:a16="http://schemas.microsoft.com/office/drawing/2014/main" id="{A53A4627-DFD9-4FF6-9630-2C8AB854A64C}"/>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93" name="21-text-2">
            <a:extLst xmlns:a="http://schemas.openxmlformats.org/drawingml/2006/main">
              <a:ext uri="{FF2B5EF4-FFF2-40B4-BE49-F238E27FC236}">
                <a16:creationId xmlns:a16="http://schemas.microsoft.com/office/drawing/2014/main" id="{89C2A35B-0113-4B60-890D-5BEDDE211B7C}"/>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94" name="21-text-3">
            <a:extLst xmlns:a="http://schemas.openxmlformats.org/drawingml/2006/main">
              <a:ext uri="{FF2B5EF4-FFF2-40B4-BE49-F238E27FC236}">
                <a16:creationId xmlns:a16="http://schemas.microsoft.com/office/drawing/2014/main" id="{9854781F-719D-41E1-B089-37F4389515D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95" name="21-text-4">
            <a:extLst xmlns:a="http://schemas.openxmlformats.org/drawingml/2006/main">
              <a:ext uri="{FF2B5EF4-FFF2-40B4-BE49-F238E27FC236}">
                <a16:creationId xmlns:a16="http://schemas.microsoft.com/office/drawing/2014/main" id="{9030A668-C02B-4CBE-B7A1-604A2B76EFBA}"/>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96" name="narrative-number">
            <a:extLst xmlns:a="http://schemas.openxmlformats.org/drawingml/2006/main">
              <a:ext uri="{FF2B5EF4-FFF2-40B4-BE49-F238E27FC236}">
                <a16:creationId xmlns:a16="http://schemas.microsoft.com/office/drawing/2014/main" id="{EFD137C2-702B-45A4-96FC-F085582661D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134149061"/>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0FE00284-A65B-4BE1-8F52-EE9DCBD72B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Decisions</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6254970c19bf47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C432DB88-2DB7-4DEA-AE18-A4768B90AD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00" name="header-divider">
            <a:extLst xmlns:a="http://schemas.openxmlformats.org/drawingml/2006/main">
              <a:ext uri="{FF2B5EF4-FFF2-40B4-BE49-F238E27FC236}">
                <a16:creationId xmlns:a16="http://schemas.microsoft.com/office/drawing/2014/main" id="{FFE37BFE-F6D3-4C21-B0B8-310C7602DE7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22-text-1">
            <a:extLst xmlns:a="http://schemas.openxmlformats.org/drawingml/2006/main">
              <a:ext uri="{FF2B5EF4-FFF2-40B4-BE49-F238E27FC236}">
                <a16:creationId xmlns:a16="http://schemas.microsoft.com/office/drawing/2014/main" id="{793F74E5-1AD1-4C41-A471-945FDA59051E}"/>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02" name="22-text-2">
            <a:extLst xmlns:a="http://schemas.openxmlformats.org/drawingml/2006/main">
              <a:ext uri="{FF2B5EF4-FFF2-40B4-BE49-F238E27FC236}">
                <a16:creationId xmlns:a16="http://schemas.microsoft.com/office/drawing/2014/main" id="{015E819B-B271-48A2-A772-C5D01AD803B2}"/>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03" name="22-text-3">
            <a:extLst xmlns:a="http://schemas.openxmlformats.org/drawingml/2006/main">
              <a:ext uri="{FF2B5EF4-FFF2-40B4-BE49-F238E27FC236}">
                <a16:creationId xmlns:a16="http://schemas.microsoft.com/office/drawing/2014/main" id="{D2A3E4BB-0EDD-46A7-910C-6F910E8519C6}"/>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04" name="22-text-4">
            <a:extLst xmlns:a="http://schemas.openxmlformats.org/drawingml/2006/main">
              <a:ext uri="{FF2B5EF4-FFF2-40B4-BE49-F238E27FC236}">
                <a16:creationId xmlns:a16="http://schemas.microsoft.com/office/drawing/2014/main" id="{C4899190-F2A6-40C9-8F75-1E1B2CB4D87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05" name="22-text-5">
            <a:extLst xmlns:a="http://schemas.openxmlformats.org/drawingml/2006/main">
              <a:ext uri="{FF2B5EF4-FFF2-40B4-BE49-F238E27FC236}">
                <a16:creationId xmlns:a16="http://schemas.microsoft.com/office/drawing/2014/main" id="{BAD7F4A8-A4C8-4717-BC87-307F0540CDA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06" name="22-text-6">
            <a:extLst xmlns:a="http://schemas.openxmlformats.org/drawingml/2006/main">
              <a:ext uri="{FF2B5EF4-FFF2-40B4-BE49-F238E27FC236}">
                <a16:creationId xmlns:a16="http://schemas.microsoft.com/office/drawing/2014/main" id="{0E0B9908-98BA-4ADE-845B-6CCDCE6F079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07" name="narrative-number">
            <a:extLst xmlns:a="http://schemas.openxmlformats.org/drawingml/2006/main">
              <a:ext uri="{FF2B5EF4-FFF2-40B4-BE49-F238E27FC236}">
                <a16:creationId xmlns:a16="http://schemas.microsoft.com/office/drawing/2014/main" id="{84C46705-F23C-4DB5-982B-EE35E49AC2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908063385"/>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8064C48D-079F-4320-8D8A-21137D4F7C3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839eca248f814d9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slide-title">
            <a:extLst xmlns:a="http://schemas.openxmlformats.org/drawingml/2006/main">
              <a:ext uri="{FF2B5EF4-FFF2-40B4-BE49-F238E27FC236}">
                <a16:creationId xmlns:a16="http://schemas.microsoft.com/office/drawing/2014/main" id="{1B89C77C-4340-4BE7-ACEF-848873E112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11" name="header-divider">
            <a:extLst xmlns:a="http://schemas.openxmlformats.org/drawingml/2006/main">
              <a:ext uri="{FF2B5EF4-FFF2-40B4-BE49-F238E27FC236}">
                <a16:creationId xmlns:a16="http://schemas.microsoft.com/office/drawing/2014/main" id="{BC75417E-352B-43DC-B701-CDA22952DE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2" name="23-text-1">
            <a:extLst xmlns:a="http://schemas.openxmlformats.org/drawingml/2006/main">
              <a:ext uri="{FF2B5EF4-FFF2-40B4-BE49-F238E27FC236}">
                <a16:creationId xmlns:a16="http://schemas.microsoft.com/office/drawing/2014/main" id="{A3C8E090-99A2-4CE1-B6E3-7EA13D03383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13" name="23-text-2">
            <a:extLst xmlns:a="http://schemas.openxmlformats.org/drawingml/2006/main">
              <a:ext uri="{FF2B5EF4-FFF2-40B4-BE49-F238E27FC236}">
                <a16:creationId xmlns:a16="http://schemas.microsoft.com/office/drawing/2014/main" id="{3E0B23D4-8AD6-4D5B-B624-EE691C6841E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14" name="23-text-3">
            <a:extLst xmlns:a="http://schemas.openxmlformats.org/drawingml/2006/main">
              <a:ext uri="{FF2B5EF4-FFF2-40B4-BE49-F238E27FC236}">
                <a16:creationId xmlns:a16="http://schemas.microsoft.com/office/drawing/2014/main" id="{79F530C1-A841-403E-8A8D-C041A642D44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15" name="23-text-4">
            <a:extLst xmlns:a="http://schemas.openxmlformats.org/drawingml/2006/main">
              <a:ext uri="{FF2B5EF4-FFF2-40B4-BE49-F238E27FC236}">
                <a16:creationId xmlns:a16="http://schemas.microsoft.com/office/drawing/2014/main" id="{94E8B4E6-7EF6-4CEF-966F-982AEC833E2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16" name="23-text-5">
            <a:extLst xmlns:a="http://schemas.openxmlformats.org/drawingml/2006/main">
              <a:ext uri="{FF2B5EF4-FFF2-40B4-BE49-F238E27FC236}">
                <a16:creationId xmlns:a16="http://schemas.microsoft.com/office/drawing/2014/main" id="{1CCC520A-FFE5-4EE5-81C8-B5D474BC6A0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17" name="23-text-6">
            <a:extLst xmlns:a="http://schemas.openxmlformats.org/drawingml/2006/main">
              <a:ext uri="{FF2B5EF4-FFF2-40B4-BE49-F238E27FC236}">
                <a16:creationId xmlns:a16="http://schemas.microsoft.com/office/drawing/2014/main" id="{B666A99F-6143-45B7-A0A7-7B52977ABBC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18" name="23-text-7">
            <a:extLst xmlns:a="http://schemas.openxmlformats.org/drawingml/2006/main">
              <a:ext uri="{FF2B5EF4-FFF2-40B4-BE49-F238E27FC236}">
                <a16:creationId xmlns:a16="http://schemas.microsoft.com/office/drawing/2014/main" id="{A4EB96DC-5A87-460F-8310-46B3EEF134E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23-text-8">
            <a:extLst xmlns:a="http://schemas.openxmlformats.org/drawingml/2006/main">
              <a:ext uri="{FF2B5EF4-FFF2-40B4-BE49-F238E27FC236}">
                <a16:creationId xmlns:a16="http://schemas.microsoft.com/office/drawing/2014/main" id="{6477FC33-B7B1-430F-B4D5-EBC1CEA5033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 without evaluating task fit.</a:t>
            </a:r>
          </a:p>
        </p:txBody>
      </p:sp>
      <p:sp>
        <p:nvSpPr>
          <p:cNvPr id="220" name="narrative-number">
            <a:extLst xmlns:a="http://schemas.openxmlformats.org/drawingml/2006/main">
              <a:ext uri="{FF2B5EF4-FFF2-40B4-BE49-F238E27FC236}">
                <a16:creationId xmlns:a16="http://schemas.microsoft.com/office/drawing/2014/main" id="{90A98905-FD98-418D-B78A-BF62D823A8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438288864"/>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30F2B40D-8799-4097-AED0-1FA302615C4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FRB application</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417a73fbc95c4f2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9AD03D6F-AF50-4371-996C-A508BFEFEC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24" name="header-divider">
            <a:extLst xmlns:a="http://schemas.openxmlformats.org/drawingml/2006/main">
              <a:ext uri="{FF2B5EF4-FFF2-40B4-BE49-F238E27FC236}">
                <a16:creationId xmlns:a16="http://schemas.microsoft.com/office/drawing/2014/main" id="{700E2E9E-3839-462D-9276-536C9C52F4B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4-text-1">
            <a:extLst xmlns:a="http://schemas.openxmlformats.org/drawingml/2006/main">
              <a:ext uri="{FF2B5EF4-FFF2-40B4-BE49-F238E27FC236}">
                <a16:creationId xmlns:a16="http://schemas.microsoft.com/office/drawing/2014/main" id="{81084843-B3BC-483D-B835-77427C14A80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33"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5B5C2E75-85DC-478C-A6D2-3F14C1AFDB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04685484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9736491F-268A-4A13-B58E-CFF9A5CFF08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59507271e4d8431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header-divider">
            <a:extLst xmlns:a="http://schemas.openxmlformats.org/drawingml/2006/main">
              <a:ext uri="{FF2B5EF4-FFF2-40B4-BE49-F238E27FC236}">
                <a16:creationId xmlns:a16="http://schemas.microsoft.com/office/drawing/2014/main" id="{CA127FAD-B127-4EDE-9AE8-586E2E5258F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1" name="25-text-1">
            <a:extLst xmlns:a="http://schemas.openxmlformats.org/drawingml/2006/main">
              <a:ext uri="{FF2B5EF4-FFF2-40B4-BE49-F238E27FC236}">
                <a16:creationId xmlns:a16="http://schemas.microsoft.com/office/drawing/2014/main" id="{BEC56F12-C9B7-4EF9-9DB6-13D564B2FD84}"/>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32" name="25-text-2">
            <a:extLst xmlns:a="http://schemas.openxmlformats.org/drawingml/2006/main">
              <a:ext uri="{FF2B5EF4-FFF2-40B4-BE49-F238E27FC236}">
                <a16:creationId xmlns:a16="http://schemas.microsoft.com/office/drawing/2014/main" id="{EDD2D8C6-2A3F-449C-A4C6-DBAD4F25181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3" name="25-text-3">
            <a:extLst xmlns:a="http://schemas.openxmlformats.org/drawingml/2006/main">
              <a:ext uri="{FF2B5EF4-FFF2-40B4-BE49-F238E27FC236}">
                <a16:creationId xmlns:a16="http://schemas.microsoft.com/office/drawing/2014/main" id="{0799DC1C-30C1-4C8B-BA51-99CDBC75ED6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42" name="25-image-4"/>
          <p:cNvPicPr>
            <a:picLocks xmlns:a="http://schemas.openxmlformats.org/drawingml/2006/main" noChangeAspect="1"/>
          </p:cNvPicPr>
          <p:nvPr/>
        </p:nvPicPr>
        <p:blipFill>
          <a:blip xmlns:r="http://schemas.openxmlformats.org/officeDocument/2006/relationships" xmlns:a="http://schemas.openxmlformats.org/drawingml/2006/main" r:embed="R6b39dce22e234d7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5" name="narrative-number">
            <a:extLst xmlns:a="http://schemas.openxmlformats.org/drawingml/2006/main">
              <a:ext uri="{FF2B5EF4-FFF2-40B4-BE49-F238E27FC236}">
                <a16:creationId xmlns:a16="http://schemas.microsoft.com/office/drawing/2014/main" id="{67DC7274-38E8-4998-B8D1-2FBCF646ABB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472323890"/>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149D0EEB-2301-48EB-8700-CF179D5E513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6c3387b15cfd482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B42A9EF1-E4D7-4064-A655-BE166E3B782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39" name="header-divider">
            <a:extLst xmlns:a="http://schemas.openxmlformats.org/drawingml/2006/main">
              <a:ext uri="{FF2B5EF4-FFF2-40B4-BE49-F238E27FC236}">
                <a16:creationId xmlns:a16="http://schemas.microsoft.com/office/drawing/2014/main" id="{E480391D-5A5F-49DC-9FA2-FDAA25B697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6-text-1">
            <a:extLst xmlns:a="http://schemas.openxmlformats.org/drawingml/2006/main">
              <a:ext uri="{FF2B5EF4-FFF2-40B4-BE49-F238E27FC236}">
                <a16:creationId xmlns:a16="http://schemas.microsoft.com/office/drawing/2014/main" id="{27E8F239-83C7-47F2-9601-3976BB345BD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41" name="26-text-2">
            <a:extLst xmlns:a="http://schemas.openxmlformats.org/drawingml/2006/main">
              <a:ext uri="{FF2B5EF4-FFF2-40B4-BE49-F238E27FC236}">
                <a16:creationId xmlns:a16="http://schemas.microsoft.com/office/drawing/2014/main" id="{7DD729D9-37B0-4879-B1D7-9BF012EA2DBA}"/>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42" name="26-text-3">
            <a:extLst xmlns:a="http://schemas.openxmlformats.org/drawingml/2006/main">
              <a:ext uri="{FF2B5EF4-FFF2-40B4-BE49-F238E27FC236}">
                <a16:creationId xmlns:a16="http://schemas.microsoft.com/office/drawing/2014/main" id="{FFF24D65-634D-412C-8228-61233487F786}"/>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43" name="26-text-4">
            <a:extLst xmlns:a="http://schemas.openxmlformats.org/drawingml/2006/main">
              <a:ext uri="{FF2B5EF4-FFF2-40B4-BE49-F238E27FC236}">
                <a16:creationId xmlns:a16="http://schemas.microsoft.com/office/drawing/2014/main" id="{D377F7FD-A7A2-4655-B233-6F1EBF0EB5B0}"/>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44" name="narrative-number">
            <a:extLst xmlns:a="http://schemas.openxmlformats.org/drawingml/2006/main">
              <a:ext uri="{FF2B5EF4-FFF2-40B4-BE49-F238E27FC236}">
                <a16:creationId xmlns:a16="http://schemas.microsoft.com/office/drawing/2014/main" id="{B70357BC-FB1D-4C25-ADD3-3DDA3E856A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13692766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473C96A8-8886-4CCC-9729-638EBB642EC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eab4f229cbc9461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2A100C3C-B239-405F-8832-17205EEE55C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48" name="header-divider">
            <a:extLst xmlns:a="http://schemas.openxmlformats.org/drawingml/2006/main">
              <a:ext uri="{FF2B5EF4-FFF2-40B4-BE49-F238E27FC236}">
                <a16:creationId xmlns:a16="http://schemas.microsoft.com/office/drawing/2014/main" id="{A7D3F9E6-4AA1-48AC-91DB-43B8A0A717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7-text-1">
            <a:extLst xmlns:a="http://schemas.openxmlformats.org/drawingml/2006/main">
              <a:ext uri="{FF2B5EF4-FFF2-40B4-BE49-F238E27FC236}">
                <a16:creationId xmlns:a16="http://schemas.microsoft.com/office/drawing/2014/main" id="{05CDCB2B-0FE9-44A5-A59E-9387B37DA912}"/>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50" name="27-text-2">
            <a:extLst xmlns:a="http://schemas.openxmlformats.org/drawingml/2006/main">
              <a:ext uri="{FF2B5EF4-FFF2-40B4-BE49-F238E27FC236}">
                <a16:creationId xmlns:a16="http://schemas.microsoft.com/office/drawing/2014/main" id="{13A5419C-D7F4-4B32-BFB0-09ADAB9DDFC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51" name="27-text-3">
            <a:extLst xmlns:a="http://schemas.openxmlformats.org/drawingml/2006/main">
              <a:ext uri="{FF2B5EF4-FFF2-40B4-BE49-F238E27FC236}">
                <a16:creationId xmlns:a16="http://schemas.microsoft.com/office/drawing/2014/main" id="{653D1E72-B4EA-44E4-9300-85568066E84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52" name="27-text-4">
            <a:extLst xmlns:a="http://schemas.openxmlformats.org/drawingml/2006/main">
              <a:ext uri="{FF2B5EF4-FFF2-40B4-BE49-F238E27FC236}">
                <a16:creationId xmlns:a16="http://schemas.microsoft.com/office/drawing/2014/main" id="{B6FB7BB0-7B64-49DB-8CD1-482B0931B128}"/>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53" name="27-text-5">
            <a:extLst xmlns:a="http://schemas.openxmlformats.org/drawingml/2006/main">
              <a:ext uri="{FF2B5EF4-FFF2-40B4-BE49-F238E27FC236}">
                <a16:creationId xmlns:a16="http://schemas.microsoft.com/office/drawing/2014/main" id="{7FCA3B6E-6F86-4276-8168-21B44597D593}"/>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54" name="27-text-6">
            <a:extLst xmlns:a="http://schemas.openxmlformats.org/drawingml/2006/main">
              <a:ext uri="{FF2B5EF4-FFF2-40B4-BE49-F238E27FC236}">
                <a16:creationId xmlns:a16="http://schemas.microsoft.com/office/drawing/2014/main" id="{AF74A0B3-4AAA-44A6-BEC2-15B8E035D44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55" name="narrative-number">
            <a:extLst xmlns:a="http://schemas.openxmlformats.org/drawingml/2006/main">
              <a:ext uri="{FF2B5EF4-FFF2-40B4-BE49-F238E27FC236}">
                <a16:creationId xmlns:a16="http://schemas.microsoft.com/office/drawing/2014/main" id="{CDCAAE44-1EBE-428D-8676-BDAB48F201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235637031"/>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694EA6F4-5A1B-481A-BDB2-542F4DE89EA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70" name="mini-map"/>
          <p:cNvPicPr>
            <a:picLocks xmlns:a="http://schemas.openxmlformats.org/drawingml/2006/main" noChangeAspect="1"/>
          </p:cNvPicPr>
          <p:nvPr/>
        </p:nvPicPr>
        <p:blipFill>
          <a:blip xmlns:r="http://schemas.openxmlformats.org/officeDocument/2006/relationships" xmlns:a="http://schemas.openxmlformats.org/drawingml/2006/main" r:embed="R88eb12edd22b47e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2BC6844F-64C9-4BEC-B2BF-A480295B2C1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59" name="header-divider">
            <a:extLst xmlns:a="http://schemas.openxmlformats.org/drawingml/2006/main">
              <a:ext uri="{FF2B5EF4-FFF2-40B4-BE49-F238E27FC236}">
                <a16:creationId xmlns:a16="http://schemas.microsoft.com/office/drawing/2014/main" id="{12E34BBD-076B-48C6-A421-1C700FF32D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8-text-1">
            <a:extLst xmlns:a="http://schemas.openxmlformats.org/drawingml/2006/main">
              <a:ext uri="{FF2B5EF4-FFF2-40B4-BE49-F238E27FC236}">
                <a16:creationId xmlns:a16="http://schemas.microsoft.com/office/drawing/2014/main" id="{1DE100CE-C4BF-4F37-8BE0-5F248AD01F3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61" name="28-text-2">
            <a:extLst xmlns:a="http://schemas.openxmlformats.org/drawingml/2006/main">
              <a:ext uri="{FF2B5EF4-FFF2-40B4-BE49-F238E27FC236}">
                <a16:creationId xmlns:a16="http://schemas.microsoft.com/office/drawing/2014/main" id="{97EFED2B-5DD5-4AF6-AA89-3535F4B6742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62" name="28-text-3">
            <a:extLst xmlns:a="http://schemas.openxmlformats.org/drawingml/2006/main">
              <a:ext uri="{FF2B5EF4-FFF2-40B4-BE49-F238E27FC236}">
                <a16:creationId xmlns:a16="http://schemas.microsoft.com/office/drawing/2014/main" id="{6CB96668-68D6-49DB-9C74-D7E4A680D52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63" name="28-text-4">
            <a:extLst xmlns:a="http://schemas.openxmlformats.org/drawingml/2006/main">
              <a:ext uri="{FF2B5EF4-FFF2-40B4-BE49-F238E27FC236}">
                <a16:creationId xmlns:a16="http://schemas.microsoft.com/office/drawing/2014/main" id="{71B4829C-BFD4-461C-BA82-C5E2322291E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64" name="28-text-5">
            <a:extLst xmlns:a="http://schemas.openxmlformats.org/drawingml/2006/main">
              <a:ext uri="{FF2B5EF4-FFF2-40B4-BE49-F238E27FC236}">
                <a16:creationId xmlns:a16="http://schemas.microsoft.com/office/drawing/2014/main" id="{C2AA8E80-D1E4-4CF4-8C1E-381ACDED20B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5" name="28-text-6">
            <a:extLst xmlns:a="http://schemas.openxmlformats.org/drawingml/2006/main">
              <a:ext uri="{FF2B5EF4-FFF2-40B4-BE49-F238E27FC236}">
                <a16:creationId xmlns:a16="http://schemas.microsoft.com/office/drawing/2014/main" id="{2FF311B2-AA02-4051-8425-793FDD339A5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66" name="28-text-7">
            <a:extLst xmlns:a="http://schemas.openxmlformats.org/drawingml/2006/main">
              <a:ext uri="{FF2B5EF4-FFF2-40B4-BE49-F238E27FC236}">
                <a16:creationId xmlns:a16="http://schemas.microsoft.com/office/drawing/2014/main" id="{E58E6D8A-1F57-4124-84C3-8B59FEB91A8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67" name="28-text-8">
            <a:extLst xmlns:a="http://schemas.openxmlformats.org/drawingml/2006/main">
              <a:ext uri="{FF2B5EF4-FFF2-40B4-BE49-F238E27FC236}">
                <a16:creationId xmlns:a16="http://schemas.microsoft.com/office/drawing/2014/main" id="{B803C46C-D4FD-474B-A5AC-3DB60FA5E85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multi-agent before a workflow was tried.</a:t>
            </a:r>
          </a:p>
        </p:txBody>
      </p:sp>
      <p:sp>
        <p:nvSpPr>
          <p:cNvPr id="268" name="narrative-number">
            <a:extLst xmlns:a="http://schemas.openxmlformats.org/drawingml/2006/main">
              <a:ext uri="{FF2B5EF4-FFF2-40B4-BE49-F238E27FC236}">
                <a16:creationId xmlns:a16="http://schemas.microsoft.com/office/drawing/2014/main" id="{0B71CA7A-E0C2-42C6-B163-4C9D55E170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568805703"/>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9" name="!!area-name">
            <a:extLst xmlns:a="http://schemas.openxmlformats.org/drawingml/2006/main">
              <a:ext uri="{FF2B5EF4-FFF2-40B4-BE49-F238E27FC236}">
                <a16:creationId xmlns:a16="http://schemas.microsoft.com/office/drawing/2014/main" id="{5E209167-85A2-41F1-8F40-37E68BCCEEB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90" name="mini-map"/>
          <p:cNvPicPr>
            <a:picLocks xmlns:a="http://schemas.openxmlformats.org/drawingml/2006/main" noChangeAspect="1"/>
          </p:cNvPicPr>
          <p:nvPr/>
        </p:nvPicPr>
        <p:blipFill>
          <a:blip xmlns:r="http://schemas.openxmlformats.org/officeDocument/2006/relationships" xmlns:a="http://schemas.openxmlformats.org/drawingml/2006/main" r:embed="Re2a864d5cbd24a6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1" name="slide-title">
            <a:extLst xmlns:a="http://schemas.openxmlformats.org/drawingml/2006/main">
              <a:ext uri="{FF2B5EF4-FFF2-40B4-BE49-F238E27FC236}">
                <a16:creationId xmlns:a16="http://schemas.microsoft.com/office/drawing/2014/main" id="{D27C8AE9-D4E1-45FB-8281-4114C5B5EC4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72" name="header-divider">
            <a:extLst xmlns:a="http://schemas.openxmlformats.org/drawingml/2006/main">
              <a:ext uri="{FF2B5EF4-FFF2-40B4-BE49-F238E27FC236}">
                <a16:creationId xmlns:a16="http://schemas.microsoft.com/office/drawing/2014/main" id="{2281FAAE-BB94-4F63-8C40-EE74459A1B5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29-text-1">
            <a:extLst xmlns:a="http://schemas.openxmlformats.org/drawingml/2006/main">
              <a:ext uri="{FF2B5EF4-FFF2-40B4-BE49-F238E27FC236}">
                <a16:creationId xmlns:a16="http://schemas.microsoft.com/office/drawing/2014/main" id="{B4FD7360-8C4F-4FF2-B108-4D70D74AFFF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74" name="29-text-2">
            <a:extLst xmlns:a="http://schemas.openxmlformats.org/drawingml/2006/main">
              <a:ext uri="{FF2B5EF4-FFF2-40B4-BE49-F238E27FC236}">
                <a16:creationId xmlns:a16="http://schemas.microsoft.com/office/drawing/2014/main" id="{D9EA0DAA-C52F-4623-8D3D-60530AC6628B}"/>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75" name="29-text-3">
            <a:extLst xmlns:a="http://schemas.openxmlformats.org/drawingml/2006/main">
              <a:ext uri="{FF2B5EF4-FFF2-40B4-BE49-F238E27FC236}">
                <a16:creationId xmlns:a16="http://schemas.microsoft.com/office/drawing/2014/main" id="{38EE1AC8-570D-4A0F-AA68-BC3107CF6C33}"/>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76" name="29-text-4">
            <a:extLst xmlns:a="http://schemas.openxmlformats.org/drawingml/2006/main">
              <a:ext uri="{FF2B5EF4-FFF2-40B4-BE49-F238E27FC236}">
                <a16:creationId xmlns:a16="http://schemas.microsoft.com/office/drawing/2014/main" id="{3D358C94-1C88-411A-B76A-B37B3F7D4541}"/>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77" name="29-text-5">
            <a:extLst xmlns:a="http://schemas.openxmlformats.org/drawingml/2006/main">
              <a:ext uri="{FF2B5EF4-FFF2-40B4-BE49-F238E27FC236}">
                <a16:creationId xmlns:a16="http://schemas.microsoft.com/office/drawing/2014/main" id="{B99B7BF2-F2BE-4545-82E3-108ECB5D9B43}"/>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78" name="29-text-6">
            <a:extLst xmlns:a="http://schemas.openxmlformats.org/drawingml/2006/main">
              <a:ext uri="{FF2B5EF4-FFF2-40B4-BE49-F238E27FC236}">
                <a16:creationId xmlns:a16="http://schemas.microsoft.com/office/drawing/2014/main" id="{FDA2592C-35A7-4835-A79A-074B67D0B0D0}"/>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79" name="29-text-7">
            <a:extLst xmlns:a="http://schemas.openxmlformats.org/drawingml/2006/main">
              <a:ext uri="{FF2B5EF4-FFF2-40B4-BE49-F238E27FC236}">
                <a16:creationId xmlns:a16="http://schemas.microsoft.com/office/drawing/2014/main" id="{3F5D912C-6A12-4BEE-9099-274FD616DF4B}"/>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0" name="29-text-8">
            <a:extLst xmlns:a="http://schemas.openxmlformats.org/drawingml/2006/main">
              <a:ext uri="{FF2B5EF4-FFF2-40B4-BE49-F238E27FC236}">
                <a16:creationId xmlns:a16="http://schemas.microsoft.com/office/drawing/2014/main" id="{F9BD02A8-74A4-4FF2-8B25-0276F1BA0565}"/>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1" name="29-text-9">
            <a:extLst xmlns:a="http://schemas.openxmlformats.org/drawingml/2006/main">
              <a:ext uri="{FF2B5EF4-FFF2-40B4-BE49-F238E27FC236}">
                <a16:creationId xmlns:a16="http://schemas.microsoft.com/office/drawing/2014/main" id="{B7E103C9-F670-4185-9FE1-6EAE8C78B35E}"/>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2" name="29-text-10">
            <a:extLst xmlns:a="http://schemas.openxmlformats.org/drawingml/2006/main">
              <a:ext uri="{FF2B5EF4-FFF2-40B4-BE49-F238E27FC236}">
                <a16:creationId xmlns:a16="http://schemas.microsoft.com/office/drawing/2014/main" id="{55B2947B-5E2D-4567-A45B-FC94BE18E571}"/>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3" name="29-text-11">
            <a:extLst xmlns:a="http://schemas.openxmlformats.org/drawingml/2006/main">
              <a:ext uri="{FF2B5EF4-FFF2-40B4-BE49-F238E27FC236}">
                <a16:creationId xmlns:a16="http://schemas.microsoft.com/office/drawing/2014/main" id="{7AC635E4-BF06-48D3-8C57-0551908D8043}"/>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4" name="29-text-12">
            <a:extLst xmlns:a="http://schemas.openxmlformats.org/drawingml/2006/main">
              <a:ext uri="{FF2B5EF4-FFF2-40B4-BE49-F238E27FC236}">
                <a16:creationId xmlns:a16="http://schemas.microsoft.com/office/drawing/2014/main" id="{1D8B1CA1-A38D-4062-B3C4-437463B92D69}"/>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85" name="29-text-13">
            <a:extLst xmlns:a="http://schemas.openxmlformats.org/drawingml/2006/main">
              <a:ext uri="{FF2B5EF4-FFF2-40B4-BE49-F238E27FC236}">
                <a16:creationId xmlns:a16="http://schemas.microsoft.com/office/drawing/2014/main" id="{ADDAFF8D-5493-43D2-A0FF-B8CF7C6B1810}"/>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86" name="29-text-14">
            <a:extLst xmlns:a="http://schemas.openxmlformats.org/drawingml/2006/main">
              <a:ext uri="{FF2B5EF4-FFF2-40B4-BE49-F238E27FC236}">
                <a16:creationId xmlns:a16="http://schemas.microsoft.com/office/drawing/2014/main" id="{2637C71C-1102-48D2-8D23-701D5ADDED7B}"/>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87" name="29-text-15">
            <a:extLst xmlns:a="http://schemas.openxmlformats.org/drawingml/2006/main">
              <a:ext uri="{FF2B5EF4-FFF2-40B4-BE49-F238E27FC236}">
                <a16:creationId xmlns:a16="http://schemas.microsoft.com/office/drawing/2014/main" id="{2A806DE0-BC13-40E4-B261-D052088630B7}"/>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88" name="narrative-number">
            <a:extLst xmlns:a="http://schemas.openxmlformats.org/drawingml/2006/main">
              <a:ext uri="{FF2B5EF4-FFF2-40B4-BE49-F238E27FC236}">
                <a16:creationId xmlns:a16="http://schemas.microsoft.com/office/drawing/2014/main" id="{BA3C6D6E-CBE8-4E49-B344-6AE03E1875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44112788"/>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9" name="!!area-name">
            <a:extLst xmlns:a="http://schemas.openxmlformats.org/drawingml/2006/main">
              <a:ext uri="{FF2B5EF4-FFF2-40B4-BE49-F238E27FC236}">
                <a16:creationId xmlns:a16="http://schemas.microsoft.com/office/drawing/2014/main" id="{52D1F068-8F85-4D3B-90F5-E2B4FC84DD7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Perspective</a:t>
            </a:r>
          </a:p>
        </p:txBody>
      </p:sp>
      <p:pic>
        <p:nvPicPr>
          <p:cNvPr id="298" name="mini-map"/>
          <p:cNvPicPr>
            <a:picLocks xmlns:a="http://schemas.openxmlformats.org/drawingml/2006/main" noChangeAspect="1"/>
          </p:cNvPicPr>
          <p:nvPr/>
        </p:nvPicPr>
        <p:blipFill>
          <a:blip xmlns:r="http://schemas.openxmlformats.org/officeDocument/2006/relationships" xmlns:a="http://schemas.openxmlformats.org/drawingml/2006/main" r:embed="R1df4380cb0cb41a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1" name="header-divider">
            <a:extLst xmlns:a="http://schemas.openxmlformats.org/drawingml/2006/main">
              <a:ext uri="{FF2B5EF4-FFF2-40B4-BE49-F238E27FC236}">
                <a16:creationId xmlns:a16="http://schemas.microsoft.com/office/drawing/2014/main" id="{CC5FDC29-0D34-49E0-B9A7-58E6D847FC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30-text-1">
            <a:extLst xmlns:a="http://schemas.openxmlformats.org/drawingml/2006/main">
              <a:ext uri="{FF2B5EF4-FFF2-40B4-BE49-F238E27FC236}">
                <a16:creationId xmlns:a16="http://schemas.microsoft.com/office/drawing/2014/main" id="{7EB1CE7A-5137-47A4-9FC9-9AE7C9C85FF9}"/>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93" name="30-text-2">
            <a:extLst xmlns:a="http://schemas.openxmlformats.org/drawingml/2006/main">
              <a:ext uri="{FF2B5EF4-FFF2-40B4-BE49-F238E27FC236}">
                <a16:creationId xmlns:a16="http://schemas.microsoft.com/office/drawing/2014/main" id="{74BE4956-01C4-4C4F-AD75-3003EC22179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94" name="30-text-3">
            <a:extLst xmlns:a="http://schemas.openxmlformats.org/drawingml/2006/main">
              <a:ext uri="{FF2B5EF4-FFF2-40B4-BE49-F238E27FC236}">
                <a16:creationId xmlns:a16="http://schemas.microsoft.com/office/drawing/2014/main" id="{1810B0ED-E12A-4E4F-B715-7748AD59B78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03" name="30-image-4"/>
          <p:cNvPicPr>
            <a:picLocks xmlns:a="http://schemas.openxmlformats.org/drawingml/2006/main" noChangeAspect="1"/>
          </p:cNvPicPr>
          <p:nvPr/>
        </p:nvPicPr>
        <p:blipFill>
          <a:blip xmlns:r="http://schemas.openxmlformats.org/officeDocument/2006/relationships" xmlns:a="http://schemas.openxmlformats.org/drawingml/2006/main" r:embed="R637e7ad0da984b1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6" name="narrative-number">
            <a:extLst xmlns:a="http://schemas.openxmlformats.org/drawingml/2006/main">
              <a:ext uri="{FF2B5EF4-FFF2-40B4-BE49-F238E27FC236}">
                <a16:creationId xmlns:a16="http://schemas.microsoft.com/office/drawing/2014/main" id="{52D43999-C8B2-4519-87BC-CAB2821318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061034433"/>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7" name="!!area-name">
            <a:extLst xmlns:a="http://schemas.openxmlformats.org/drawingml/2006/main">
              <a:ext uri="{FF2B5EF4-FFF2-40B4-BE49-F238E27FC236}">
                <a16:creationId xmlns:a16="http://schemas.microsoft.com/office/drawing/2014/main" id="{B6CFE31A-B228-4C3C-9CE9-5F478C03BD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What and why</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efffe187dbe140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9" name="slide-title">
            <a:extLst xmlns:a="http://schemas.openxmlformats.org/drawingml/2006/main">
              <a:ext uri="{FF2B5EF4-FFF2-40B4-BE49-F238E27FC236}">
                <a16:creationId xmlns:a16="http://schemas.microsoft.com/office/drawing/2014/main" id="{77FA6BE5-4DC7-433A-802E-5876A8AE5A0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00" name="header-divider">
            <a:extLst xmlns:a="http://schemas.openxmlformats.org/drawingml/2006/main">
              <a:ext uri="{FF2B5EF4-FFF2-40B4-BE49-F238E27FC236}">
                <a16:creationId xmlns:a16="http://schemas.microsoft.com/office/drawing/2014/main" id="{44BBD675-D317-4753-A273-04A6B849CA9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1" name="31-text-1">
            <a:extLst xmlns:a="http://schemas.openxmlformats.org/drawingml/2006/main">
              <a:ext uri="{FF2B5EF4-FFF2-40B4-BE49-F238E27FC236}">
                <a16:creationId xmlns:a16="http://schemas.microsoft.com/office/drawing/2014/main" id="{06F544E7-D911-4998-994D-3E34994A271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02" name="31-text-2">
            <a:extLst xmlns:a="http://schemas.openxmlformats.org/drawingml/2006/main">
              <a:ext uri="{FF2B5EF4-FFF2-40B4-BE49-F238E27FC236}">
                <a16:creationId xmlns:a16="http://schemas.microsoft.com/office/drawing/2014/main" id="{CFEDD117-83F3-41F9-8ADC-157E888C5895}"/>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03" name="31-text-3">
            <a:extLst xmlns:a="http://schemas.openxmlformats.org/drawingml/2006/main">
              <a:ext uri="{FF2B5EF4-FFF2-40B4-BE49-F238E27FC236}">
                <a16:creationId xmlns:a16="http://schemas.microsoft.com/office/drawing/2014/main" id="{C15A8C63-59EE-43E6-B252-5991B2807F9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04" name="31-text-4">
            <a:extLst xmlns:a="http://schemas.openxmlformats.org/drawingml/2006/main">
              <a:ext uri="{FF2B5EF4-FFF2-40B4-BE49-F238E27FC236}">
                <a16:creationId xmlns:a16="http://schemas.microsoft.com/office/drawing/2014/main" id="{38294365-B568-4BC0-8AC4-ED1A21B13A9C}"/>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05" name="narrative-number">
            <a:extLst xmlns:a="http://schemas.openxmlformats.org/drawingml/2006/main">
              <a:ext uri="{FF2B5EF4-FFF2-40B4-BE49-F238E27FC236}">
                <a16:creationId xmlns:a16="http://schemas.microsoft.com/office/drawing/2014/main" id="{8CCAB9B8-53CF-4A52-873E-C4CB5E821B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174536225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38571FFD-44FC-4C21-908E-8DE9967E435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Decisions</a:t>
            </a:r>
          </a:p>
        </p:txBody>
      </p:sp>
      <p:pic>
        <p:nvPicPr>
          <p:cNvPr id="318" name="mini-map"/>
          <p:cNvPicPr>
            <a:picLocks xmlns:a="http://schemas.openxmlformats.org/drawingml/2006/main" noChangeAspect="1"/>
          </p:cNvPicPr>
          <p:nvPr/>
        </p:nvPicPr>
        <p:blipFill>
          <a:blip xmlns:r="http://schemas.openxmlformats.org/officeDocument/2006/relationships" xmlns:a="http://schemas.openxmlformats.org/drawingml/2006/main" r:embed="Rc12694cbd8a3465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C9052CD8-93D4-4709-88C1-98D9C702E2F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09" name="header-divider">
            <a:extLst xmlns:a="http://schemas.openxmlformats.org/drawingml/2006/main">
              <a:ext uri="{FF2B5EF4-FFF2-40B4-BE49-F238E27FC236}">
                <a16:creationId xmlns:a16="http://schemas.microsoft.com/office/drawing/2014/main" id="{A1B2B7AE-759F-40C9-BE28-6C497F3161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32-text-1">
            <a:extLst xmlns:a="http://schemas.openxmlformats.org/drawingml/2006/main">
              <a:ext uri="{FF2B5EF4-FFF2-40B4-BE49-F238E27FC236}">
                <a16:creationId xmlns:a16="http://schemas.microsoft.com/office/drawing/2014/main" id="{9C1E1FF6-0FDC-4FB5-898B-5B0BAAEBF71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11" name="32-text-2">
            <a:extLst xmlns:a="http://schemas.openxmlformats.org/drawingml/2006/main">
              <a:ext uri="{FF2B5EF4-FFF2-40B4-BE49-F238E27FC236}">
                <a16:creationId xmlns:a16="http://schemas.microsoft.com/office/drawing/2014/main" id="{06D5F4DD-FA8E-42BA-B4D6-6479CC88F7BC}"/>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12" name="32-text-3">
            <a:extLst xmlns:a="http://schemas.openxmlformats.org/drawingml/2006/main">
              <a:ext uri="{FF2B5EF4-FFF2-40B4-BE49-F238E27FC236}">
                <a16:creationId xmlns:a16="http://schemas.microsoft.com/office/drawing/2014/main" id="{96312BB7-DBEC-4649-AF5A-B874F0FF97E8}"/>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13" name="32-text-4">
            <a:extLst xmlns:a="http://schemas.openxmlformats.org/drawingml/2006/main">
              <a:ext uri="{FF2B5EF4-FFF2-40B4-BE49-F238E27FC236}">
                <a16:creationId xmlns:a16="http://schemas.microsoft.com/office/drawing/2014/main" id="{9BF2FCBF-B88F-497B-AF02-94F515495A8C}"/>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14" name="32-text-5">
            <a:extLst xmlns:a="http://schemas.openxmlformats.org/drawingml/2006/main">
              <a:ext uri="{FF2B5EF4-FFF2-40B4-BE49-F238E27FC236}">
                <a16:creationId xmlns:a16="http://schemas.microsoft.com/office/drawing/2014/main" id="{1D12595E-5B97-4CBA-AE7F-BB8B94E60A00}"/>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15" name="32-text-6">
            <a:extLst xmlns:a="http://schemas.openxmlformats.org/drawingml/2006/main">
              <a:ext uri="{FF2B5EF4-FFF2-40B4-BE49-F238E27FC236}">
                <a16:creationId xmlns:a16="http://schemas.microsoft.com/office/drawing/2014/main" id="{B8CE1904-AC13-45A2-B6E5-56331C0C0AB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16" name="narrative-number">
            <a:extLst xmlns:a="http://schemas.openxmlformats.org/drawingml/2006/main">
              <a:ext uri="{FF2B5EF4-FFF2-40B4-BE49-F238E27FC236}">
                <a16:creationId xmlns:a16="http://schemas.microsoft.com/office/drawing/2014/main" id="{7FF6DE83-4FE1-4555-A9B3-65A35832457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954081042"/>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7" name="!!area-name">
            <a:extLst xmlns:a="http://schemas.openxmlformats.org/drawingml/2006/main">
              <a:ext uri="{FF2B5EF4-FFF2-40B4-BE49-F238E27FC236}">
                <a16:creationId xmlns:a16="http://schemas.microsoft.com/office/drawing/2014/main" id="{9E41B304-EF7D-4B69-B08C-2C23E8609FA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Challenges and pitfalls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18e095868e4f4b6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9" name="slide-title">
            <a:extLst xmlns:a="http://schemas.openxmlformats.org/drawingml/2006/main">
              <a:ext uri="{FF2B5EF4-FFF2-40B4-BE49-F238E27FC236}">
                <a16:creationId xmlns:a16="http://schemas.microsoft.com/office/drawing/2014/main" id="{77BD0D7E-F665-4866-A87B-46DC8ACB5A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20" name="header-divider">
            <a:extLst xmlns:a="http://schemas.openxmlformats.org/drawingml/2006/main">
              <a:ext uri="{FF2B5EF4-FFF2-40B4-BE49-F238E27FC236}">
                <a16:creationId xmlns:a16="http://schemas.microsoft.com/office/drawing/2014/main" id="{4BD86C3E-8A69-47D3-BB20-9B3B0EDACE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1" name="33-text-1">
            <a:extLst xmlns:a="http://schemas.openxmlformats.org/drawingml/2006/main">
              <a:ext uri="{FF2B5EF4-FFF2-40B4-BE49-F238E27FC236}">
                <a16:creationId xmlns:a16="http://schemas.microsoft.com/office/drawing/2014/main" id="{6809EDEB-4CE1-4161-8585-09D6E30200A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22" name="33-text-2">
            <a:extLst xmlns:a="http://schemas.openxmlformats.org/drawingml/2006/main">
              <a:ext uri="{FF2B5EF4-FFF2-40B4-BE49-F238E27FC236}">
                <a16:creationId xmlns:a16="http://schemas.microsoft.com/office/drawing/2014/main" id="{02C650C6-05BA-4057-B6BC-F03135A7DF2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23" name="33-text-3">
            <a:extLst xmlns:a="http://schemas.openxmlformats.org/drawingml/2006/main">
              <a:ext uri="{FF2B5EF4-FFF2-40B4-BE49-F238E27FC236}">
                <a16:creationId xmlns:a16="http://schemas.microsoft.com/office/drawing/2014/main" id="{8AA9A11F-90C7-4A6C-BE58-BC589C49FD8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24" name="33-text-4">
            <a:extLst xmlns:a="http://schemas.openxmlformats.org/drawingml/2006/main">
              <a:ext uri="{FF2B5EF4-FFF2-40B4-BE49-F238E27FC236}">
                <a16:creationId xmlns:a16="http://schemas.microsoft.com/office/drawing/2014/main" id="{E20544D3-31E5-4450-986D-5FC50085CBE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25" name="33-text-5">
            <a:extLst xmlns:a="http://schemas.openxmlformats.org/drawingml/2006/main">
              <a:ext uri="{FF2B5EF4-FFF2-40B4-BE49-F238E27FC236}">
                <a16:creationId xmlns:a16="http://schemas.microsoft.com/office/drawing/2014/main" id="{6D57CCC9-DB7F-49B1-901F-221BA6F1821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26" name="33-text-6">
            <a:extLst xmlns:a="http://schemas.openxmlformats.org/drawingml/2006/main">
              <a:ext uri="{FF2B5EF4-FFF2-40B4-BE49-F238E27FC236}">
                <a16:creationId xmlns:a16="http://schemas.microsoft.com/office/drawing/2014/main" id="{3ED4BB55-B10E-449A-A26D-77481ED563C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27" name="33-text-7">
            <a:extLst xmlns:a="http://schemas.openxmlformats.org/drawingml/2006/main">
              <a:ext uri="{FF2B5EF4-FFF2-40B4-BE49-F238E27FC236}">
                <a16:creationId xmlns:a16="http://schemas.microsoft.com/office/drawing/2014/main" id="{E1A8417E-7D88-4D0D-98EE-D16C2E48265F}"/>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28" name="33-text-8">
            <a:extLst xmlns:a="http://schemas.openxmlformats.org/drawingml/2006/main">
              <a:ext uri="{FF2B5EF4-FFF2-40B4-BE49-F238E27FC236}">
                <a16:creationId xmlns:a16="http://schemas.microsoft.com/office/drawing/2014/main" id="{6DA1FD44-642F-4A26-83B3-E616DE18C1A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29" name="33-text-9">
            <a:extLst xmlns:a="http://schemas.openxmlformats.org/drawingml/2006/main">
              <a:ext uri="{FF2B5EF4-FFF2-40B4-BE49-F238E27FC236}">
                <a16:creationId xmlns:a16="http://schemas.microsoft.com/office/drawing/2014/main" id="{737D4E12-99DE-40B4-AD10-1518A6CC247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generic judge instead of error analysis.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Trusting the success claim without checking the result.</a:t>
            </a:r>
          </a:p>
        </p:txBody>
      </p:sp>
      <p:sp>
        <p:nvSpPr>
          <p:cNvPr id="330" name="narrative-number">
            <a:extLst xmlns:a="http://schemas.openxmlformats.org/drawingml/2006/main">
              <a:ext uri="{FF2B5EF4-FFF2-40B4-BE49-F238E27FC236}">
                <a16:creationId xmlns:a16="http://schemas.microsoft.com/office/drawing/2014/main" id="{7D59F0E6-BC77-42B3-A3DD-42AB238096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492495059"/>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42250C40-1B4C-4660-8832-157AC7B0651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FRB application</a:t>
            </a:r>
          </a:p>
        </p:txBody>
      </p:sp>
      <p:pic>
        <p:nvPicPr>
          <p:cNvPr id="347" name="mini-map"/>
          <p:cNvPicPr>
            <a:picLocks xmlns:a="http://schemas.openxmlformats.org/drawingml/2006/main" noChangeAspect="1"/>
          </p:cNvPicPr>
          <p:nvPr/>
        </p:nvPicPr>
        <p:blipFill>
          <a:blip xmlns:r="http://schemas.openxmlformats.org/officeDocument/2006/relationships" xmlns:a="http://schemas.openxmlformats.org/drawingml/2006/main" r:embed="R4bc7c843b56b4b3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371BB366-8DEE-443B-8B95-BEEE6D96DB3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34" name="header-divider">
            <a:extLst xmlns:a="http://schemas.openxmlformats.org/drawingml/2006/main">
              <a:ext uri="{FF2B5EF4-FFF2-40B4-BE49-F238E27FC236}">
                <a16:creationId xmlns:a16="http://schemas.microsoft.com/office/drawing/2014/main" id="{2E8E93C1-7206-4C8A-8C29-8C332F21201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34-text-1">
            <a:extLst xmlns:a="http://schemas.openxmlformats.org/drawingml/2006/main">
              <a:ext uri="{FF2B5EF4-FFF2-40B4-BE49-F238E27FC236}">
                <a16:creationId xmlns:a16="http://schemas.microsoft.com/office/drawing/2014/main" id="{9869A55D-F4CD-4B8F-97F1-E9303BC2FC0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36" name="34-text-2">
            <a:extLst xmlns:a="http://schemas.openxmlformats.org/drawingml/2006/main">
              <a:ext uri="{FF2B5EF4-FFF2-40B4-BE49-F238E27FC236}">
                <a16:creationId xmlns:a16="http://schemas.microsoft.com/office/drawing/2014/main" id="{DF02B9C3-17D5-4088-964D-19720E788EA3}"/>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37" name="34-text-3">
            <a:extLst xmlns:a="http://schemas.openxmlformats.org/drawingml/2006/main">
              <a:ext uri="{FF2B5EF4-FFF2-40B4-BE49-F238E27FC236}">
                <a16:creationId xmlns:a16="http://schemas.microsoft.com/office/drawing/2014/main" id="{799175BE-D782-4941-809C-59591163DA5A}"/>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38" name="34-text-4">
            <a:extLst xmlns:a="http://schemas.openxmlformats.org/drawingml/2006/main">
              <a:ext uri="{FF2B5EF4-FFF2-40B4-BE49-F238E27FC236}">
                <a16:creationId xmlns:a16="http://schemas.microsoft.com/office/drawing/2014/main" id="{504ED7BE-BFBF-459B-A03C-3367A86AE8E8}"/>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39" name="34-text-5">
            <a:extLst xmlns:a="http://schemas.openxmlformats.org/drawingml/2006/main">
              <a:ext uri="{FF2B5EF4-FFF2-40B4-BE49-F238E27FC236}">
                <a16:creationId xmlns:a16="http://schemas.microsoft.com/office/drawing/2014/main" id="{FA2146A3-6F0D-4490-9ED1-F026A359C666}"/>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40" name="34-text-6">
            <a:extLst xmlns:a="http://schemas.openxmlformats.org/drawingml/2006/main">
              <a:ext uri="{FF2B5EF4-FFF2-40B4-BE49-F238E27FC236}">
                <a16:creationId xmlns:a16="http://schemas.microsoft.com/office/drawing/2014/main" id="{F65378EF-BE07-45AE-95FD-9721D65C3B49}"/>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1" name="34-text-7">
            <a:extLst xmlns:a="http://schemas.openxmlformats.org/drawingml/2006/main">
              <a:ext uri="{FF2B5EF4-FFF2-40B4-BE49-F238E27FC236}">
                <a16:creationId xmlns:a16="http://schemas.microsoft.com/office/drawing/2014/main" id="{350416B4-1761-4621-82FC-D66DB0A39ED5}"/>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2" name="34-text-8">
            <a:extLst xmlns:a="http://schemas.openxmlformats.org/drawingml/2006/main">
              <a:ext uri="{FF2B5EF4-FFF2-40B4-BE49-F238E27FC236}">
                <a16:creationId xmlns:a16="http://schemas.microsoft.com/office/drawing/2014/main" id="{D3D5FDD8-AEBF-47EF-A227-D58A9C02BFD8}"/>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43" name="34-text-9">
            <a:extLst xmlns:a="http://schemas.openxmlformats.org/drawingml/2006/main">
              <a:ext uri="{FF2B5EF4-FFF2-40B4-BE49-F238E27FC236}">
                <a16:creationId xmlns:a16="http://schemas.microsoft.com/office/drawing/2014/main" id="{6274A02E-8392-4E83-961D-511F4EE59F8E}"/>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44" name="34-text-10">
            <a:extLst xmlns:a="http://schemas.openxmlformats.org/drawingml/2006/main">
              <a:ext uri="{FF2B5EF4-FFF2-40B4-BE49-F238E27FC236}">
                <a16:creationId xmlns:a16="http://schemas.microsoft.com/office/drawing/2014/main" id="{B610D201-2E1E-4EE6-BE15-803978176D8F}"/>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45" name="narrative-number">
            <a:extLst xmlns:a="http://schemas.openxmlformats.org/drawingml/2006/main">
              <a:ext uri="{FF2B5EF4-FFF2-40B4-BE49-F238E27FC236}">
                <a16:creationId xmlns:a16="http://schemas.microsoft.com/office/drawing/2014/main" id="{6756F639-CD42-4399-8D52-E7588825B19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209901251"/>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6" name="!!area-name">
            <a:extLst xmlns:a="http://schemas.openxmlformats.org/drawingml/2006/main">
              <a:ext uri="{FF2B5EF4-FFF2-40B4-BE49-F238E27FC236}">
                <a16:creationId xmlns:a16="http://schemas.microsoft.com/office/drawing/2014/main" id="{E160E07E-A918-418B-8E22-AD3D3F1F574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Perspective</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975157d642e34e2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8" name="header-divider">
            <a:extLst xmlns:a="http://schemas.openxmlformats.org/drawingml/2006/main">
              <a:ext uri="{FF2B5EF4-FFF2-40B4-BE49-F238E27FC236}">
                <a16:creationId xmlns:a16="http://schemas.microsoft.com/office/drawing/2014/main" id="{91E033A3-4E88-4385-B46C-02F3394990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35-text-1">
            <a:extLst xmlns:a="http://schemas.openxmlformats.org/drawingml/2006/main">
              <a:ext uri="{FF2B5EF4-FFF2-40B4-BE49-F238E27FC236}">
                <a16:creationId xmlns:a16="http://schemas.microsoft.com/office/drawing/2014/main" id="{A146D1EF-0B26-4CE9-84E6-A4C31C06B1F2}"/>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58" name="35-image-2"/>
          <p:cNvPicPr>
            <a:picLocks xmlns:a="http://schemas.openxmlformats.org/drawingml/2006/main" noChangeAspect="1"/>
          </p:cNvPicPr>
          <p:nvPr/>
        </p:nvPicPr>
        <p:blipFill>
          <a:blip xmlns:r="http://schemas.openxmlformats.org/officeDocument/2006/relationships" xmlns:a="http://schemas.openxmlformats.org/drawingml/2006/main" r:embed="Ra88e5a750ef74634"/>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51" name="35-text-3">
            <a:extLst xmlns:a="http://schemas.openxmlformats.org/drawingml/2006/main">
              <a:ext uri="{FF2B5EF4-FFF2-40B4-BE49-F238E27FC236}">
                <a16:creationId xmlns:a16="http://schemas.microsoft.com/office/drawing/2014/main" id="{7ED08D9D-2C41-431E-B73C-19D259933343}"/>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52" name="35-text-4">
            <a:extLst xmlns:a="http://schemas.openxmlformats.org/drawingml/2006/main">
              <a:ext uri="{FF2B5EF4-FFF2-40B4-BE49-F238E27FC236}">
                <a16:creationId xmlns:a16="http://schemas.microsoft.com/office/drawing/2014/main" id="{BAAAE652-658F-4755-BB87-9D6289F581FD}"/>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53" name="narrative-number">
            <a:extLst xmlns:a="http://schemas.openxmlformats.org/drawingml/2006/main">
              <a:ext uri="{FF2B5EF4-FFF2-40B4-BE49-F238E27FC236}">
                <a16:creationId xmlns:a16="http://schemas.microsoft.com/office/drawing/2014/main" id="{96071E0E-8093-44FD-9EFF-4F22AB3B8E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05511965"/>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name">
            <a:extLst xmlns:a="http://schemas.openxmlformats.org/drawingml/2006/main">
              <a:ext uri="{FF2B5EF4-FFF2-40B4-BE49-F238E27FC236}">
                <a16:creationId xmlns:a16="http://schemas.microsoft.com/office/drawing/2014/main" id="{C980E576-651E-4369-BE33-E005C7797AC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What and why</a:t>
            </a:r>
          </a:p>
        </p:txBody>
      </p:sp>
      <p:pic>
        <p:nvPicPr>
          <p:cNvPr id="364" name="mini-map"/>
          <p:cNvPicPr>
            <a:picLocks xmlns:a="http://schemas.openxmlformats.org/drawingml/2006/main" noChangeAspect="1"/>
          </p:cNvPicPr>
          <p:nvPr/>
        </p:nvPicPr>
        <p:blipFill>
          <a:blip xmlns:r="http://schemas.openxmlformats.org/officeDocument/2006/relationships" xmlns:a="http://schemas.openxmlformats.org/drawingml/2006/main" r:embed="Rc9d933982fb94a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6" name="slide-title">
            <a:extLst xmlns:a="http://schemas.openxmlformats.org/drawingml/2006/main">
              <a:ext uri="{FF2B5EF4-FFF2-40B4-BE49-F238E27FC236}">
                <a16:creationId xmlns:a16="http://schemas.microsoft.com/office/drawing/2014/main" id="{822D6E9D-53F1-49F0-AC0B-90A676AAF0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operations</a:t>
            </a:r>
          </a:p>
        </p:txBody>
      </p:sp>
      <p:sp>
        <p:nvSpPr>
          <p:cNvPr id="357" name="header-divider">
            <a:extLst xmlns:a="http://schemas.openxmlformats.org/drawingml/2006/main">
              <a:ext uri="{FF2B5EF4-FFF2-40B4-BE49-F238E27FC236}">
                <a16:creationId xmlns:a16="http://schemas.microsoft.com/office/drawing/2014/main" id="{2B962BD1-614F-4E4C-AF34-BD6901453D3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36-text-1">
            <a:extLst xmlns:a="http://schemas.openxmlformats.org/drawingml/2006/main">
              <a:ext uri="{FF2B5EF4-FFF2-40B4-BE49-F238E27FC236}">
                <a16:creationId xmlns:a16="http://schemas.microsoft.com/office/drawing/2014/main" id="{43DC53FD-C749-49A3-8669-B70BC612CB28}"/>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59" name="36-text-2">
            <a:extLst xmlns:a="http://schemas.openxmlformats.org/drawingml/2006/main">
              <a:ext uri="{FF2B5EF4-FFF2-40B4-BE49-F238E27FC236}">
                <a16:creationId xmlns:a16="http://schemas.microsoft.com/office/drawing/2014/main" id="{507F3148-681A-4CF4-B328-E89419C0D5AD}"/>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Keep the deployed system observable, controlled, and accountable.</a:t>
            </a:r>
          </a:p>
        </p:txBody>
      </p:sp>
      <p:sp>
        <p:nvSpPr>
          <p:cNvPr id="360" name="36-text-3">
            <a:extLst xmlns:a="http://schemas.openxmlformats.org/drawingml/2006/main">
              <a:ext uri="{FF2B5EF4-FFF2-40B4-BE49-F238E27FC236}">
                <a16:creationId xmlns:a16="http://schemas.microsoft.com/office/drawing/2014/main" id="{B30FFD10-4B64-4AAE-B927-B1009E8C964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61" name="36-text-4">
            <a:extLst xmlns:a="http://schemas.openxmlformats.org/drawingml/2006/main">
              <a:ext uri="{FF2B5EF4-FFF2-40B4-BE49-F238E27FC236}">
                <a16:creationId xmlns:a16="http://schemas.microsoft.com/office/drawing/2014/main" id="{9E261FB2-048B-4975-808D-6D523DA1B729}"/>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62" name="narrative-number">
            <a:extLst xmlns:a="http://schemas.openxmlformats.org/drawingml/2006/main">
              <a:ext uri="{FF2B5EF4-FFF2-40B4-BE49-F238E27FC236}">
                <a16:creationId xmlns:a16="http://schemas.microsoft.com/office/drawing/2014/main" id="{3AC599FF-145B-4DE4-9AF1-39E2A6379A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8970815"/>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3" name="!!area-name">
            <a:extLst xmlns:a="http://schemas.openxmlformats.org/drawingml/2006/main">
              <a:ext uri="{FF2B5EF4-FFF2-40B4-BE49-F238E27FC236}">
                <a16:creationId xmlns:a16="http://schemas.microsoft.com/office/drawing/2014/main" id="{EBD26E03-D05F-42B6-9061-AC2698D5237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Decisions</a:t>
            </a:r>
          </a:p>
        </p:txBody>
      </p:sp>
      <p:pic>
        <p:nvPicPr>
          <p:cNvPr id="377" name="mini-map"/>
          <p:cNvPicPr>
            <a:picLocks xmlns:a="http://schemas.openxmlformats.org/drawingml/2006/main" noChangeAspect="1"/>
          </p:cNvPicPr>
          <p:nvPr/>
        </p:nvPicPr>
        <p:blipFill>
          <a:blip xmlns:r="http://schemas.openxmlformats.org/officeDocument/2006/relationships" xmlns:a="http://schemas.openxmlformats.org/drawingml/2006/main" r:embed="Rb9ddd1be1dc845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5" name="slide-title">
            <a:extLst xmlns:a="http://schemas.openxmlformats.org/drawingml/2006/main">
              <a:ext uri="{FF2B5EF4-FFF2-40B4-BE49-F238E27FC236}">
                <a16:creationId xmlns:a16="http://schemas.microsoft.com/office/drawing/2014/main" id="{8319E4EF-3E74-493F-A9F0-A2BD85DA53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66" name="header-divider">
            <a:extLst xmlns:a="http://schemas.openxmlformats.org/drawingml/2006/main">
              <a:ext uri="{FF2B5EF4-FFF2-40B4-BE49-F238E27FC236}">
                <a16:creationId xmlns:a16="http://schemas.microsoft.com/office/drawing/2014/main" id="{500C02BF-53F4-4D5E-9F09-C6A4E95957A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37-text-1">
            <a:extLst xmlns:a="http://schemas.openxmlformats.org/drawingml/2006/main">
              <a:ext uri="{FF2B5EF4-FFF2-40B4-BE49-F238E27FC236}">
                <a16:creationId xmlns:a16="http://schemas.microsoft.com/office/drawing/2014/main" id="{CD4151C9-BA83-4C72-B367-5DFC5B704401}"/>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68" name="37-text-2">
            <a:extLst xmlns:a="http://schemas.openxmlformats.org/drawingml/2006/main">
              <a:ext uri="{FF2B5EF4-FFF2-40B4-BE49-F238E27FC236}">
                <a16:creationId xmlns:a16="http://schemas.microsoft.com/office/drawing/2014/main" id="{2CBB5CA1-C0DC-4D47-B633-122A61EAF411}"/>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69" name="37-text-3">
            <a:extLst xmlns:a="http://schemas.openxmlformats.org/drawingml/2006/main">
              <a:ext uri="{FF2B5EF4-FFF2-40B4-BE49-F238E27FC236}">
                <a16:creationId xmlns:a16="http://schemas.microsoft.com/office/drawing/2014/main" id="{D943EDD9-182E-492C-AC2D-AB5F2A0EE430}"/>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70" name="37-text-4">
            <a:extLst xmlns:a="http://schemas.openxmlformats.org/drawingml/2006/main">
              <a:ext uri="{FF2B5EF4-FFF2-40B4-BE49-F238E27FC236}">
                <a16:creationId xmlns:a16="http://schemas.microsoft.com/office/drawing/2014/main" id="{8537A025-EF59-4BF1-8372-FDDD52768BA7}"/>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71" name="37-text-5">
            <a:extLst xmlns:a="http://schemas.openxmlformats.org/drawingml/2006/main">
              <a:ext uri="{FF2B5EF4-FFF2-40B4-BE49-F238E27FC236}">
                <a16:creationId xmlns:a16="http://schemas.microsoft.com/office/drawing/2014/main" id="{0F7CC248-CEE1-4593-9DA2-C30EAAFD56F2}"/>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72" name="37-text-6">
            <a:extLst xmlns:a="http://schemas.openxmlformats.org/drawingml/2006/main">
              <a:ext uri="{FF2B5EF4-FFF2-40B4-BE49-F238E27FC236}">
                <a16:creationId xmlns:a16="http://schemas.microsoft.com/office/drawing/2014/main" id="{E013BD40-5C4D-4223-AAEB-418EC5C0D195}"/>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73" name="37-text-7">
            <a:extLst xmlns:a="http://schemas.openxmlformats.org/drawingml/2006/main">
              <a:ext uri="{FF2B5EF4-FFF2-40B4-BE49-F238E27FC236}">
                <a16:creationId xmlns:a16="http://schemas.microsoft.com/office/drawing/2014/main" id="{D697B24B-0C37-467D-B154-6C3869ED4959}"/>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74" name="37-text-8">
            <a:extLst xmlns:a="http://schemas.openxmlformats.org/drawingml/2006/main">
              <a:ext uri="{FF2B5EF4-FFF2-40B4-BE49-F238E27FC236}">
                <a16:creationId xmlns:a16="http://schemas.microsoft.com/office/drawing/2014/main" id="{6CAE5E86-1871-48CE-9C2E-BCADD127B43D}"/>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75" name="narrative-number">
            <a:extLst xmlns:a="http://schemas.openxmlformats.org/drawingml/2006/main">
              <a:ext uri="{FF2B5EF4-FFF2-40B4-BE49-F238E27FC236}">
                <a16:creationId xmlns:a16="http://schemas.microsoft.com/office/drawing/2014/main" id="{F99C5647-9DD5-43B0-8E13-EA7D470E73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728441678"/>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6" name="!!area-name">
            <a:extLst xmlns:a="http://schemas.openxmlformats.org/drawingml/2006/main">
              <a:ext uri="{FF2B5EF4-FFF2-40B4-BE49-F238E27FC236}">
                <a16:creationId xmlns:a16="http://schemas.microsoft.com/office/drawing/2014/main" id="{0F0F48EE-7773-40A6-97CA-F68B5ABFA09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Challenges and pitfalls</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96f8106c15284d2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8" name="slide-title">
            <a:extLst xmlns:a="http://schemas.openxmlformats.org/drawingml/2006/main">
              <a:ext uri="{FF2B5EF4-FFF2-40B4-BE49-F238E27FC236}">
                <a16:creationId xmlns:a16="http://schemas.microsoft.com/office/drawing/2014/main" id="{5F5F9F3C-3AF5-4A4F-8114-B08CAF1992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79" name="header-divider">
            <a:extLst xmlns:a="http://schemas.openxmlformats.org/drawingml/2006/main">
              <a:ext uri="{FF2B5EF4-FFF2-40B4-BE49-F238E27FC236}">
                <a16:creationId xmlns:a16="http://schemas.microsoft.com/office/drawing/2014/main" id="{840FF05C-1164-4B7A-BCE8-B2E3E8F4322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38-text-1">
            <a:extLst xmlns:a="http://schemas.openxmlformats.org/drawingml/2006/main">
              <a:ext uri="{FF2B5EF4-FFF2-40B4-BE49-F238E27FC236}">
                <a16:creationId xmlns:a16="http://schemas.microsoft.com/office/drawing/2014/main" id="{FF0133FA-D9B0-4227-A43F-05249130508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81" name="38-text-2">
            <a:extLst xmlns:a="http://schemas.openxmlformats.org/drawingml/2006/main">
              <a:ext uri="{FF2B5EF4-FFF2-40B4-BE49-F238E27FC236}">
                <a16:creationId xmlns:a16="http://schemas.microsoft.com/office/drawing/2014/main" id="{C27DC1CE-3E1C-45E2-B90B-41AA297D0AE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82" name="38-text-3">
            <a:extLst xmlns:a="http://schemas.openxmlformats.org/drawingml/2006/main">
              <a:ext uri="{FF2B5EF4-FFF2-40B4-BE49-F238E27FC236}">
                <a16:creationId xmlns:a16="http://schemas.microsoft.com/office/drawing/2014/main" id="{204C9166-BEDF-44EF-995C-04CBBE15E95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83" name="38-text-4">
            <a:extLst xmlns:a="http://schemas.openxmlformats.org/drawingml/2006/main">
              <a:ext uri="{FF2B5EF4-FFF2-40B4-BE49-F238E27FC236}">
                <a16:creationId xmlns:a16="http://schemas.microsoft.com/office/drawing/2014/main" id="{A346D8B9-1311-4B3D-ADE8-0821E4A1ADF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84" name="38-text-5">
            <a:extLst xmlns:a="http://schemas.openxmlformats.org/drawingml/2006/main">
              <a:ext uri="{FF2B5EF4-FFF2-40B4-BE49-F238E27FC236}">
                <a16:creationId xmlns:a16="http://schemas.microsoft.com/office/drawing/2014/main" id="{E936FD60-D749-40B5-A1AD-DCB22E3D1F4E}"/>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85" name="38-text-6">
            <a:extLst xmlns:a="http://schemas.openxmlformats.org/drawingml/2006/main">
              <a:ext uri="{FF2B5EF4-FFF2-40B4-BE49-F238E27FC236}">
                <a16:creationId xmlns:a16="http://schemas.microsoft.com/office/drawing/2014/main" id="{4E882F0F-D512-479C-A995-9E9A8BEF460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86" name="38-text-7">
            <a:extLst xmlns:a="http://schemas.openxmlformats.org/drawingml/2006/main">
              <a:ext uri="{FF2B5EF4-FFF2-40B4-BE49-F238E27FC236}">
                <a16:creationId xmlns:a16="http://schemas.microsoft.com/office/drawing/2014/main" id="{775839A7-27E3-43E6-B33E-715657D0D403}"/>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87" name="38-text-8">
            <a:extLst xmlns:a="http://schemas.openxmlformats.org/drawingml/2006/main">
              <a:ext uri="{FF2B5EF4-FFF2-40B4-BE49-F238E27FC236}">
                <a16:creationId xmlns:a16="http://schemas.microsoft.com/office/drawing/2014/main" id="{9DDB10B4-FF17-4425-AF1D-B8EB0DD4085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88" name="38-text-9">
            <a:extLst xmlns:a="http://schemas.openxmlformats.org/drawingml/2006/main">
              <a:ext uri="{FF2B5EF4-FFF2-40B4-BE49-F238E27FC236}">
                <a16:creationId xmlns:a16="http://schemas.microsoft.com/office/drawing/2014/main" id="{1CA1BE37-DDEE-436A-BE94-BD2FB936CCD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lethal trifecta, assembled one integration at a time.</a:t>
            </a:r>
          </a:p>
        </p:txBody>
      </p:sp>
      <p:sp>
        <p:nvSpPr>
          <p:cNvPr id="389" name="narrative-number">
            <a:extLst xmlns:a="http://schemas.openxmlformats.org/drawingml/2006/main">
              <a:ext uri="{FF2B5EF4-FFF2-40B4-BE49-F238E27FC236}">
                <a16:creationId xmlns:a16="http://schemas.microsoft.com/office/drawing/2014/main" id="{A8510B6D-45E7-441B-9D6E-65364D89FED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662620626"/>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CA966CC9-CC9F-4F19-A130-99560CB94AE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FRB application</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3ab91e647bfa43d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slide-title">
            <a:extLst xmlns:a="http://schemas.openxmlformats.org/drawingml/2006/main">
              <a:ext uri="{FF2B5EF4-FFF2-40B4-BE49-F238E27FC236}">
                <a16:creationId xmlns:a16="http://schemas.microsoft.com/office/drawing/2014/main" id="{2AD74EED-D471-481D-A331-ABC50A9206C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93" name="header-divider">
            <a:extLst xmlns:a="http://schemas.openxmlformats.org/drawingml/2006/main">
              <a:ext uri="{FF2B5EF4-FFF2-40B4-BE49-F238E27FC236}">
                <a16:creationId xmlns:a16="http://schemas.microsoft.com/office/drawing/2014/main" id="{3DB50A89-4210-49AF-BDCC-595DD53F2B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39-text-1">
            <a:extLst xmlns:a="http://schemas.openxmlformats.org/drawingml/2006/main">
              <a:ext uri="{FF2B5EF4-FFF2-40B4-BE49-F238E27FC236}">
                <a16:creationId xmlns:a16="http://schemas.microsoft.com/office/drawing/2014/main" id="{DEB3E311-9DF1-4300-97D0-F3D8E5DDF2E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02"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6" name="narrative-number">
            <a:extLst xmlns:a="http://schemas.openxmlformats.org/drawingml/2006/main">
              <a:ext uri="{FF2B5EF4-FFF2-40B4-BE49-F238E27FC236}">
                <a16:creationId xmlns:a16="http://schemas.microsoft.com/office/drawing/2014/main" id="{F8589F39-F8AC-4C50-8744-51979CC029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517367271"/>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99" name="40-image-1"/>
          <p:cNvPicPr>
            <a:picLocks xmlns:a="http://schemas.openxmlformats.org/drawingml/2006/main" noChangeAspect="1"/>
          </p:cNvPicPr>
          <p:nvPr/>
        </p:nvPicPr>
        <p:blipFill>
          <a:blip xmlns:r="http://schemas.openxmlformats.org/officeDocument/2006/relationships" xmlns:a="http://schemas.openxmlformats.org/drawingml/2006/main" r:embed="Ra7a56893f87c49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98" name="narrative-number">
            <a:extLst xmlns:a="http://schemas.openxmlformats.org/drawingml/2006/main">
              <a:ext uri="{FF2B5EF4-FFF2-40B4-BE49-F238E27FC236}">
                <a16:creationId xmlns:a16="http://schemas.microsoft.com/office/drawing/2014/main" id="{839CF9CA-02C8-426E-A157-A5A6BAAFEC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013508638"/>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section-label">
            <a:extLst xmlns:a="http://schemas.openxmlformats.org/drawingml/2006/main">
              <a:ext uri="{FF2B5EF4-FFF2-40B4-BE49-F238E27FC236}">
                <a16:creationId xmlns:a16="http://schemas.microsoft.com/office/drawing/2014/main" id="{52B4BE4E-B64A-4B4E-915F-09F62EA4B72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00" name="section-rule">
            <a:extLst xmlns:a="http://schemas.openxmlformats.org/drawingml/2006/main">
              <a:ext uri="{FF2B5EF4-FFF2-40B4-BE49-F238E27FC236}">
                <a16:creationId xmlns:a16="http://schemas.microsoft.com/office/drawing/2014/main" id="{17E66E7B-CAF0-4335-A40C-1EED8828E8B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section-title">
            <a:extLst xmlns:a="http://schemas.openxmlformats.org/drawingml/2006/main">
              <a:ext uri="{FF2B5EF4-FFF2-40B4-BE49-F238E27FC236}">
                <a16:creationId xmlns:a16="http://schemas.microsoft.com/office/drawing/2014/main" id="{99106B48-91A9-4C48-B404-F22EDB0C30E0}"/>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02" name="narrative-number">
            <a:extLst xmlns:a="http://schemas.openxmlformats.org/drawingml/2006/main">
              <a:ext uri="{FF2B5EF4-FFF2-40B4-BE49-F238E27FC236}">
                <a16:creationId xmlns:a16="http://schemas.microsoft.com/office/drawing/2014/main" id="{425E5084-7910-4A42-84D9-6278D4C0EF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511040376"/>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6BBA0618-91DD-4A9E-A170-CCA9439834E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5cc7ea2d5b834c2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85A83321-9200-4ADC-B2BB-6401776A3E2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6" name="header-divider">
            <a:extLst xmlns:a="http://schemas.openxmlformats.org/drawingml/2006/main">
              <a:ext uri="{FF2B5EF4-FFF2-40B4-BE49-F238E27FC236}">
                <a16:creationId xmlns:a16="http://schemas.microsoft.com/office/drawing/2014/main" id="{4EEAD171-97A3-4461-BD16-514845DE2A7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3"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8" name="narrative-number">
            <a:extLst xmlns:a="http://schemas.openxmlformats.org/drawingml/2006/main">
              <a:ext uri="{FF2B5EF4-FFF2-40B4-BE49-F238E27FC236}">
                <a16:creationId xmlns:a16="http://schemas.microsoft.com/office/drawing/2014/main" id="{929BBF0A-CFBC-463D-9DE4-196CCB5537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4150416600"/>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BEFDC680-0021-4A0E-A65B-6DFBCC7F324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25" name="mini-map"/>
          <p:cNvPicPr>
            <a:picLocks xmlns:a="http://schemas.openxmlformats.org/drawingml/2006/main" noChangeAspect="1"/>
          </p:cNvPicPr>
          <p:nvPr/>
        </p:nvPicPr>
        <p:blipFill>
          <a:blip xmlns:r="http://schemas.openxmlformats.org/officeDocument/2006/relationships" xmlns:a="http://schemas.openxmlformats.org/drawingml/2006/main" r:embed="Rd5c94da102f6462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D976E53C-3CE8-4B0A-8D45-B6AABAA7ED8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12" name="header-divider">
            <a:extLst xmlns:a="http://schemas.openxmlformats.org/drawingml/2006/main">
              <a:ext uri="{FF2B5EF4-FFF2-40B4-BE49-F238E27FC236}">
                <a16:creationId xmlns:a16="http://schemas.microsoft.com/office/drawing/2014/main" id="{5221F1A0-AAB4-43CB-8A69-62B351F0204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3" name="43-text-1">
            <a:extLst xmlns:a="http://schemas.openxmlformats.org/drawingml/2006/main">
              <a:ext uri="{FF2B5EF4-FFF2-40B4-BE49-F238E27FC236}">
                <a16:creationId xmlns:a16="http://schemas.microsoft.com/office/drawing/2014/main" id="{C9AADED0-F80A-4DC3-92DF-CDCDAA3E0214}"/>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414" name="43-line-3">
            <a:extLst xmlns:a="http://schemas.openxmlformats.org/drawingml/2006/main">
              <a:ext uri="{FF2B5EF4-FFF2-40B4-BE49-F238E27FC236}">
                <a16:creationId xmlns:a16="http://schemas.microsoft.com/office/drawing/2014/main" id="{42C4739C-E621-4098-9987-5AB04114AF44}"/>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15" name="43-text-4">
            <a:extLst xmlns:a="http://schemas.openxmlformats.org/drawingml/2006/main">
              <a:ext uri="{FF2B5EF4-FFF2-40B4-BE49-F238E27FC236}">
                <a16:creationId xmlns:a16="http://schemas.microsoft.com/office/drawing/2014/main" id="{90D1F86E-3EBF-43CE-8F37-F80D942CEFFE}"/>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416" name="43-text-5">
            <a:extLst xmlns:a="http://schemas.openxmlformats.org/drawingml/2006/main">
              <a:ext uri="{FF2B5EF4-FFF2-40B4-BE49-F238E27FC236}">
                <a16:creationId xmlns:a16="http://schemas.microsoft.com/office/drawing/2014/main" id="{5FEF7A8D-567C-4F59-B846-F90B6652FCA5}"/>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17" name="43-line-7">
            <a:extLst xmlns:a="http://schemas.openxmlformats.org/drawingml/2006/main">
              <a:ext uri="{FF2B5EF4-FFF2-40B4-BE49-F238E27FC236}">
                <a16:creationId xmlns:a16="http://schemas.microsoft.com/office/drawing/2014/main" id="{08B7D169-0A3C-4006-B591-DA1649F214F9}"/>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18" name="43-text-8">
            <a:extLst xmlns:a="http://schemas.openxmlformats.org/drawingml/2006/main">
              <a:ext uri="{FF2B5EF4-FFF2-40B4-BE49-F238E27FC236}">
                <a16:creationId xmlns:a16="http://schemas.microsoft.com/office/drawing/2014/main" id="{15AFA059-BA4C-4508-9213-9DAC4A46958F}"/>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419" name="43-text-9">
            <a:extLst xmlns:a="http://schemas.openxmlformats.org/drawingml/2006/main">
              <a:ext uri="{FF2B5EF4-FFF2-40B4-BE49-F238E27FC236}">
                <a16:creationId xmlns:a16="http://schemas.microsoft.com/office/drawing/2014/main" id="{A203AD2B-9330-4D44-8301-6C0985E6AEAD}"/>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420" name="43-line-11">
            <a:extLst xmlns:a="http://schemas.openxmlformats.org/drawingml/2006/main">
              <a:ext uri="{FF2B5EF4-FFF2-40B4-BE49-F238E27FC236}">
                <a16:creationId xmlns:a16="http://schemas.microsoft.com/office/drawing/2014/main" id="{6038BF4A-433D-4B2C-925E-6C972F1201E1}"/>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1" name="43-text-12">
            <a:extLst xmlns:a="http://schemas.openxmlformats.org/drawingml/2006/main">
              <a:ext uri="{FF2B5EF4-FFF2-40B4-BE49-F238E27FC236}">
                <a16:creationId xmlns:a16="http://schemas.microsoft.com/office/drawing/2014/main" id="{8EC0F3F8-7DCD-4C48-A301-53BC804F6BF1}"/>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422" name="43-text-13">
            <a:extLst xmlns:a="http://schemas.openxmlformats.org/drawingml/2006/main">
              <a:ext uri="{FF2B5EF4-FFF2-40B4-BE49-F238E27FC236}">
                <a16:creationId xmlns:a16="http://schemas.microsoft.com/office/drawing/2014/main" id="{04181E6B-1D4D-4E45-ADFA-07D421429C03}"/>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423" name="narrative-number">
            <a:extLst xmlns:a="http://schemas.openxmlformats.org/drawingml/2006/main">
              <a:ext uri="{FF2B5EF4-FFF2-40B4-BE49-F238E27FC236}">
                <a16:creationId xmlns:a16="http://schemas.microsoft.com/office/drawing/2014/main" id="{F16D1E82-1E5F-492F-B34E-3DB0D92861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877239948"/>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4" name="!!area-name">
            <a:extLst xmlns:a="http://schemas.openxmlformats.org/drawingml/2006/main">
              <a:ext uri="{FF2B5EF4-FFF2-40B4-BE49-F238E27FC236}">
                <a16:creationId xmlns:a16="http://schemas.microsoft.com/office/drawing/2014/main" id="{E2DB8A78-2C32-480E-B123-03DFA38C961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37" name="mini-map"/>
          <p:cNvPicPr>
            <a:picLocks xmlns:a="http://schemas.openxmlformats.org/drawingml/2006/main" noChangeAspect="1"/>
          </p:cNvPicPr>
          <p:nvPr/>
        </p:nvPicPr>
        <p:blipFill>
          <a:blip xmlns:r="http://schemas.openxmlformats.org/officeDocument/2006/relationships" xmlns:a="http://schemas.openxmlformats.org/drawingml/2006/main" r:embed="R125c366b02eb40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6" name="header-divider">
            <a:extLst xmlns:a="http://schemas.openxmlformats.org/drawingml/2006/main">
              <a:ext uri="{FF2B5EF4-FFF2-40B4-BE49-F238E27FC236}">
                <a16:creationId xmlns:a16="http://schemas.microsoft.com/office/drawing/2014/main" id="{E76955C7-B15D-48E4-A2B8-468FF2B3804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7" name="43b-text-1">
            <a:extLst xmlns:a="http://schemas.openxmlformats.org/drawingml/2006/main">
              <a:ext uri="{FF2B5EF4-FFF2-40B4-BE49-F238E27FC236}">
                <a16:creationId xmlns:a16="http://schemas.microsoft.com/office/drawing/2014/main" id="{26E163B8-713A-46A4-BDC3-F5785C0B6C0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28" name="43b-text-2">
            <a:extLst xmlns:a="http://schemas.openxmlformats.org/drawingml/2006/main">
              <a:ext uri="{FF2B5EF4-FFF2-40B4-BE49-F238E27FC236}">
                <a16:creationId xmlns:a16="http://schemas.microsoft.com/office/drawing/2014/main" id="{1797869E-8BA8-49D4-9C35-7CFDD27190B2}"/>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429" name="43b-text-3">
            <a:extLst xmlns:a="http://schemas.openxmlformats.org/drawingml/2006/main">
              <a:ext uri="{FF2B5EF4-FFF2-40B4-BE49-F238E27FC236}">
                <a16:creationId xmlns:a16="http://schemas.microsoft.com/office/drawing/2014/main" id="{15D2338C-30AC-430E-BBDB-F26A57C5659A}"/>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30" name="43b-text-4">
            <a:extLst xmlns:a="http://schemas.openxmlformats.org/drawingml/2006/main">
              <a:ext uri="{FF2B5EF4-FFF2-40B4-BE49-F238E27FC236}">
                <a16:creationId xmlns:a16="http://schemas.microsoft.com/office/drawing/2014/main" id="{AFFE41EA-43D2-49D9-BA01-6C8388992F44}"/>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431" name="43b-text-5">
            <a:extLst xmlns:a="http://schemas.openxmlformats.org/drawingml/2006/main">
              <a:ext uri="{FF2B5EF4-FFF2-40B4-BE49-F238E27FC236}">
                <a16:creationId xmlns:a16="http://schemas.microsoft.com/office/drawing/2014/main" id="{98061449-2A8B-474C-A83B-D8D487535B8D}"/>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432" name="43b-text-6">
            <a:extLst xmlns:a="http://schemas.openxmlformats.org/drawingml/2006/main">
              <a:ext uri="{FF2B5EF4-FFF2-40B4-BE49-F238E27FC236}">
                <a16:creationId xmlns:a16="http://schemas.microsoft.com/office/drawing/2014/main" id="{73AE830B-505A-4B49-BEB4-BE9D0C7547D7}"/>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433" name="43b-text-7">
            <a:extLst xmlns:a="http://schemas.openxmlformats.org/drawingml/2006/main">
              <a:ext uri="{FF2B5EF4-FFF2-40B4-BE49-F238E27FC236}">
                <a16:creationId xmlns:a16="http://schemas.microsoft.com/office/drawing/2014/main" id="{260EC809-3994-49E8-8688-B304344C921B}"/>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434" name="43b-text-8">
            <a:extLst xmlns:a="http://schemas.openxmlformats.org/drawingml/2006/main">
              <a:ext uri="{FF2B5EF4-FFF2-40B4-BE49-F238E27FC236}">
                <a16:creationId xmlns:a16="http://schemas.microsoft.com/office/drawing/2014/main" id="{213EB457-A70E-4990-9469-80549DE9B90C}"/>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435" name="narrative-number">
            <a:extLst xmlns:a="http://schemas.openxmlformats.org/drawingml/2006/main">
              <a:ext uri="{FF2B5EF4-FFF2-40B4-BE49-F238E27FC236}">
                <a16:creationId xmlns:a16="http://schemas.microsoft.com/office/drawing/2014/main" id="{B7599D2A-3192-4121-B4AD-29B05FF886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841303929"/>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6" name="!!area-name">
            <a:extLst xmlns:a="http://schemas.openxmlformats.org/drawingml/2006/main">
              <a:ext uri="{FF2B5EF4-FFF2-40B4-BE49-F238E27FC236}">
                <a16:creationId xmlns:a16="http://schemas.microsoft.com/office/drawing/2014/main" id="{12016083-4421-4BCE-9B3C-4487BE525EF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44" name="mini-map"/>
          <p:cNvPicPr>
            <a:picLocks xmlns:a="http://schemas.openxmlformats.org/drawingml/2006/main" noChangeAspect="1"/>
          </p:cNvPicPr>
          <p:nvPr/>
        </p:nvPicPr>
        <p:blipFill>
          <a:blip xmlns:r="http://schemas.openxmlformats.org/officeDocument/2006/relationships" xmlns:a="http://schemas.openxmlformats.org/drawingml/2006/main" r:embed="R54649bc9a2d945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8" name="header-divider">
            <a:extLst xmlns:a="http://schemas.openxmlformats.org/drawingml/2006/main">
              <a:ext uri="{FF2B5EF4-FFF2-40B4-BE49-F238E27FC236}">
                <a16:creationId xmlns:a16="http://schemas.microsoft.com/office/drawing/2014/main" id="{20126D80-B1E1-457B-B926-5EBD95CEB84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9" name="43b-text-1">
            <a:extLst xmlns:a="http://schemas.openxmlformats.org/drawingml/2006/main">
              <a:ext uri="{FF2B5EF4-FFF2-40B4-BE49-F238E27FC236}">
                <a16:creationId xmlns:a16="http://schemas.microsoft.com/office/drawing/2014/main" id="{63D0E1B6-08E3-4244-BEC3-1C85BAD3F36D}"/>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40" name="43b-text-9">
            <a:extLst xmlns:a="http://schemas.openxmlformats.org/drawingml/2006/main">
              <a:ext uri="{FF2B5EF4-FFF2-40B4-BE49-F238E27FC236}">
                <a16:creationId xmlns:a16="http://schemas.microsoft.com/office/drawing/2014/main" id="{C130A436-5121-44C5-A03E-E1E467A8FB7F}"/>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441" name="43b-text-10">
            <a:extLst xmlns:a="http://schemas.openxmlformats.org/drawingml/2006/main">
              <a:ext uri="{FF2B5EF4-FFF2-40B4-BE49-F238E27FC236}">
                <a16:creationId xmlns:a16="http://schemas.microsoft.com/office/drawing/2014/main" id="{06C1A5DB-A1C8-4953-AF82-0CC004796500}"/>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442" name="narrative-number">
            <a:extLst xmlns:a="http://schemas.openxmlformats.org/drawingml/2006/main">
              <a:ext uri="{FF2B5EF4-FFF2-40B4-BE49-F238E27FC236}">
                <a16:creationId xmlns:a16="http://schemas.microsoft.com/office/drawing/2014/main" id="{C02E1360-DB10-4ABA-9983-F33356FB1C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164664647"/>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3" name="!!area-name">
            <a:extLst xmlns:a="http://schemas.openxmlformats.org/drawingml/2006/main">
              <a:ext uri="{FF2B5EF4-FFF2-40B4-BE49-F238E27FC236}">
                <a16:creationId xmlns:a16="http://schemas.microsoft.com/office/drawing/2014/main" id="{596F332D-ECFE-40FA-A092-E1845B7597AC}"/>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44" name="header-divider">
            <a:extLst xmlns:a="http://schemas.openxmlformats.org/drawingml/2006/main">
              <a:ext uri="{FF2B5EF4-FFF2-40B4-BE49-F238E27FC236}">
                <a16:creationId xmlns:a16="http://schemas.microsoft.com/office/drawing/2014/main" id="{29B657EE-3067-4447-8F00-7A92FF843495}"/>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44-shape-1">
            <a:extLst xmlns:a="http://schemas.openxmlformats.org/drawingml/2006/main">
              <a:ext uri="{FF2B5EF4-FFF2-40B4-BE49-F238E27FC236}">
                <a16:creationId xmlns:a16="http://schemas.microsoft.com/office/drawing/2014/main" id="{333A9A77-39C8-4C57-919E-ACA6A851DCE5}"/>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6" name="44-shape-2">
            <a:extLst xmlns:a="http://schemas.openxmlformats.org/drawingml/2006/main">
              <a:ext uri="{FF2B5EF4-FFF2-40B4-BE49-F238E27FC236}">
                <a16:creationId xmlns:a16="http://schemas.microsoft.com/office/drawing/2014/main" id="{62310364-34CB-4892-9B3A-8022668B16AA}"/>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47" name="44-text-3">
            <a:extLst xmlns:a="http://schemas.openxmlformats.org/drawingml/2006/main">
              <a:ext uri="{FF2B5EF4-FFF2-40B4-BE49-F238E27FC236}">
                <a16:creationId xmlns:a16="http://schemas.microsoft.com/office/drawing/2014/main" id="{4E3228A0-A70F-4D6C-A857-ADA221BFEB78}"/>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48" name="44-text-4">
            <a:extLst xmlns:a="http://schemas.openxmlformats.org/drawingml/2006/main">
              <a:ext uri="{FF2B5EF4-FFF2-40B4-BE49-F238E27FC236}">
                <a16:creationId xmlns:a16="http://schemas.microsoft.com/office/drawing/2014/main" id="{A84222A5-E128-40A5-BD29-094C9F160F04}"/>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449" name="44-shape-5">
            <a:extLst xmlns:a="http://schemas.openxmlformats.org/drawingml/2006/main">
              <a:ext uri="{FF2B5EF4-FFF2-40B4-BE49-F238E27FC236}">
                <a16:creationId xmlns:a16="http://schemas.microsoft.com/office/drawing/2014/main" id="{D8D3971E-E8AB-407B-9612-3E4F2007F485}"/>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0" name="44-shape-6">
            <a:extLst xmlns:a="http://schemas.openxmlformats.org/drawingml/2006/main">
              <a:ext uri="{FF2B5EF4-FFF2-40B4-BE49-F238E27FC236}">
                <a16:creationId xmlns:a16="http://schemas.microsoft.com/office/drawing/2014/main" id="{AE2F839E-53C8-4665-8F95-9D3D9395EDD5}"/>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1" name="44-text-7">
            <a:extLst xmlns:a="http://schemas.openxmlformats.org/drawingml/2006/main">
              <a:ext uri="{FF2B5EF4-FFF2-40B4-BE49-F238E27FC236}">
                <a16:creationId xmlns:a16="http://schemas.microsoft.com/office/drawing/2014/main" id="{F2CD441C-A070-49BD-83C8-8FA91B60133A}"/>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52" name="44-text-8">
            <a:extLst xmlns:a="http://schemas.openxmlformats.org/drawingml/2006/main">
              <a:ext uri="{FF2B5EF4-FFF2-40B4-BE49-F238E27FC236}">
                <a16:creationId xmlns:a16="http://schemas.microsoft.com/office/drawing/2014/main" id="{76F09CDE-1FDF-45CB-845E-9BBF426CA840}"/>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453" name="44-shape-9">
            <a:extLst xmlns:a="http://schemas.openxmlformats.org/drawingml/2006/main">
              <a:ext uri="{FF2B5EF4-FFF2-40B4-BE49-F238E27FC236}">
                <a16:creationId xmlns:a16="http://schemas.microsoft.com/office/drawing/2014/main" id="{110C0DF7-1301-434D-BFE8-207B8F6DC6EB}"/>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4" name="44-shape-10">
            <a:extLst xmlns:a="http://schemas.openxmlformats.org/drawingml/2006/main">
              <a:ext uri="{FF2B5EF4-FFF2-40B4-BE49-F238E27FC236}">
                <a16:creationId xmlns:a16="http://schemas.microsoft.com/office/drawing/2014/main" id="{BF89B17E-2285-420E-890B-8894EC849D2C}"/>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5" name="44-text-11">
            <a:extLst xmlns:a="http://schemas.openxmlformats.org/drawingml/2006/main">
              <a:ext uri="{FF2B5EF4-FFF2-40B4-BE49-F238E27FC236}">
                <a16:creationId xmlns:a16="http://schemas.microsoft.com/office/drawing/2014/main" id="{EB280FA0-7052-489A-83AE-97B578E7569B}"/>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56" name="44-text-12">
            <a:extLst xmlns:a="http://schemas.openxmlformats.org/drawingml/2006/main">
              <a:ext uri="{FF2B5EF4-FFF2-40B4-BE49-F238E27FC236}">
                <a16:creationId xmlns:a16="http://schemas.microsoft.com/office/drawing/2014/main" id="{D4368017-2521-4B3E-8A22-58BE0A1B7D94}"/>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457" name="44-shape-13">
            <a:extLst xmlns:a="http://schemas.openxmlformats.org/drawingml/2006/main">
              <a:ext uri="{FF2B5EF4-FFF2-40B4-BE49-F238E27FC236}">
                <a16:creationId xmlns:a16="http://schemas.microsoft.com/office/drawing/2014/main" id="{11E8272D-0A62-472E-AF16-BA266893A00D}"/>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8" name="44-shape-14">
            <a:extLst xmlns:a="http://schemas.openxmlformats.org/drawingml/2006/main">
              <a:ext uri="{FF2B5EF4-FFF2-40B4-BE49-F238E27FC236}">
                <a16:creationId xmlns:a16="http://schemas.microsoft.com/office/drawing/2014/main" id="{5E50D907-0150-426D-9D48-5200863F925C}"/>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9" name="44-text-15">
            <a:extLst xmlns:a="http://schemas.openxmlformats.org/drawingml/2006/main">
              <a:ext uri="{FF2B5EF4-FFF2-40B4-BE49-F238E27FC236}">
                <a16:creationId xmlns:a16="http://schemas.microsoft.com/office/drawing/2014/main" id="{99BF4455-FD00-42C2-B626-372713059C56}"/>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60" name="44-text-16">
            <a:extLst xmlns:a="http://schemas.openxmlformats.org/drawingml/2006/main">
              <a:ext uri="{FF2B5EF4-FFF2-40B4-BE49-F238E27FC236}">
                <a16:creationId xmlns:a16="http://schemas.microsoft.com/office/drawing/2014/main" id="{845962D9-D1EA-4FF4-A380-4A84898A5668}"/>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61" name="44-shape-17">
            <a:extLst xmlns:a="http://schemas.openxmlformats.org/drawingml/2006/main">
              <a:ext uri="{FF2B5EF4-FFF2-40B4-BE49-F238E27FC236}">
                <a16:creationId xmlns:a16="http://schemas.microsoft.com/office/drawing/2014/main" id="{55399E24-69E5-446B-B6FF-9E69DFD26B5F}"/>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2" name="44-shape-18">
            <a:extLst xmlns:a="http://schemas.openxmlformats.org/drawingml/2006/main">
              <a:ext uri="{FF2B5EF4-FFF2-40B4-BE49-F238E27FC236}">
                <a16:creationId xmlns:a16="http://schemas.microsoft.com/office/drawing/2014/main" id="{AA95A1AB-ED3C-40C4-80A8-531D4B6D0D79}"/>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63" name="44-text-19">
            <a:extLst xmlns:a="http://schemas.openxmlformats.org/drawingml/2006/main">
              <a:ext uri="{FF2B5EF4-FFF2-40B4-BE49-F238E27FC236}">
                <a16:creationId xmlns:a16="http://schemas.microsoft.com/office/drawing/2014/main" id="{3F8EBEB5-E6EF-4EA9-81C9-F09868AC7CA7}"/>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464" name="44-text-20">
            <a:extLst xmlns:a="http://schemas.openxmlformats.org/drawingml/2006/main">
              <a:ext uri="{FF2B5EF4-FFF2-40B4-BE49-F238E27FC236}">
                <a16:creationId xmlns:a16="http://schemas.microsoft.com/office/drawing/2014/main" id="{13B655F6-0760-42AA-B49F-B3C0FE90E142}"/>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65" name="44-shape-21">
            <a:extLst xmlns:a="http://schemas.openxmlformats.org/drawingml/2006/main">
              <a:ext uri="{FF2B5EF4-FFF2-40B4-BE49-F238E27FC236}">
                <a16:creationId xmlns:a16="http://schemas.microsoft.com/office/drawing/2014/main" id="{80EA1666-468F-4287-B311-2294DBFCDD4C}"/>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6" name="44-shape-22">
            <a:extLst xmlns:a="http://schemas.openxmlformats.org/drawingml/2006/main">
              <a:ext uri="{FF2B5EF4-FFF2-40B4-BE49-F238E27FC236}">
                <a16:creationId xmlns:a16="http://schemas.microsoft.com/office/drawing/2014/main" id="{5E309F83-3576-435B-BE98-29C75FCAF72A}"/>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7" name="44-text-23">
            <a:extLst xmlns:a="http://schemas.openxmlformats.org/drawingml/2006/main">
              <a:ext uri="{FF2B5EF4-FFF2-40B4-BE49-F238E27FC236}">
                <a16:creationId xmlns:a16="http://schemas.microsoft.com/office/drawing/2014/main" id="{147D6147-12EF-44FA-B82F-BC5DCFF8102F}"/>
              </a:ext>
            </a:extLst>
          </p:cNvPr>
          <p:cNvSpPr>
            <a:spLocks xmlns:a="http://schemas.openxmlformats.org/drawingml/2006/main"/>
          </p:cNvSpPr>
          <p:nvPr/>
        </p:nvSpPr>
        <p:spPr>
          <a:xfrm xmlns:a="http://schemas.openxmlformats.org/drawingml/2006/main">
            <a:off x="609600" y="5676900"/>
            <a:ext cx="284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Production operations</a:t>
            </a:r>
          </a:p>
        </p:txBody>
      </p:sp>
      <p:sp>
        <p:nvSpPr>
          <p:cNvPr id="468" name="44-text-24">
            <a:extLst xmlns:a="http://schemas.openxmlformats.org/drawingml/2006/main">
              <a:ext uri="{FF2B5EF4-FFF2-40B4-BE49-F238E27FC236}">
                <a16:creationId xmlns:a16="http://schemas.microsoft.com/office/drawing/2014/main" id="{510CB08F-0602-4C1E-ACAE-E8EB4736EF7B}"/>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69" name="narrative-number">
            <a:extLst xmlns:a="http://schemas.openxmlformats.org/drawingml/2006/main">
              <a:ext uri="{FF2B5EF4-FFF2-40B4-BE49-F238E27FC236}">
                <a16:creationId xmlns:a16="http://schemas.microsoft.com/office/drawing/2014/main" id="{333F2D52-9008-409A-BB42-406F83D100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287474310"/>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0" name="!!area-name">
            <a:extLst xmlns:a="http://schemas.openxmlformats.org/drawingml/2006/main">
              <a:ext uri="{FF2B5EF4-FFF2-40B4-BE49-F238E27FC236}">
                <a16:creationId xmlns:a16="http://schemas.microsoft.com/office/drawing/2014/main" id="{7F79033F-183A-4939-880D-DFA7AF60B0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88" name="mini-map"/>
          <p:cNvPicPr>
            <a:picLocks xmlns:a="http://schemas.openxmlformats.org/drawingml/2006/main" noChangeAspect="1"/>
          </p:cNvPicPr>
          <p:nvPr/>
        </p:nvPicPr>
        <p:blipFill>
          <a:blip xmlns:r="http://schemas.openxmlformats.org/officeDocument/2006/relationships" xmlns:a="http://schemas.openxmlformats.org/drawingml/2006/main" r:embed="R3f510600dc80488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2" name="slide-title">
            <a:extLst xmlns:a="http://schemas.openxmlformats.org/drawingml/2006/main">
              <a:ext uri="{FF2B5EF4-FFF2-40B4-BE49-F238E27FC236}">
                <a16:creationId xmlns:a16="http://schemas.microsoft.com/office/drawing/2014/main" id="{DAF1134A-067C-4B5E-A96F-D2D35054C0A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73" name="header-divider">
            <a:extLst xmlns:a="http://schemas.openxmlformats.org/drawingml/2006/main">
              <a:ext uri="{FF2B5EF4-FFF2-40B4-BE49-F238E27FC236}">
                <a16:creationId xmlns:a16="http://schemas.microsoft.com/office/drawing/2014/main" id="{CB337C26-0139-4158-99A6-DF98EEB230E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4" name="45-shape-1">
            <a:extLst xmlns:a="http://schemas.openxmlformats.org/drawingml/2006/main">
              <a:ext uri="{FF2B5EF4-FFF2-40B4-BE49-F238E27FC236}">
                <a16:creationId xmlns:a16="http://schemas.microsoft.com/office/drawing/2014/main" id="{830D6F7F-FC2B-4CBB-920F-D6DD08A0776E}"/>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5" name="45-text-2">
            <a:extLst xmlns:a="http://schemas.openxmlformats.org/drawingml/2006/main">
              <a:ext uri="{FF2B5EF4-FFF2-40B4-BE49-F238E27FC236}">
                <a16:creationId xmlns:a16="http://schemas.microsoft.com/office/drawing/2014/main" id="{71D7716D-477C-4096-A4F5-9EBA93772197}"/>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76" name="45-text-3">
            <a:extLst xmlns:a="http://schemas.openxmlformats.org/drawingml/2006/main">
              <a:ext uri="{FF2B5EF4-FFF2-40B4-BE49-F238E27FC236}">
                <a16:creationId xmlns:a16="http://schemas.microsoft.com/office/drawing/2014/main" id="{1EEF1EB4-F4A3-4837-8799-24EF4090DF3E}"/>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477" name="45-shape-4">
            <a:extLst xmlns:a="http://schemas.openxmlformats.org/drawingml/2006/main">
              <a:ext uri="{FF2B5EF4-FFF2-40B4-BE49-F238E27FC236}">
                <a16:creationId xmlns:a16="http://schemas.microsoft.com/office/drawing/2014/main" id="{AC7678A6-2ED5-42A6-8A2B-4D7693EAF177}"/>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8" name="45-text-5">
            <a:extLst xmlns:a="http://schemas.openxmlformats.org/drawingml/2006/main">
              <a:ext uri="{FF2B5EF4-FFF2-40B4-BE49-F238E27FC236}">
                <a16:creationId xmlns:a16="http://schemas.microsoft.com/office/drawing/2014/main" id="{7B2B5844-3296-4797-B23F-5F09A5B07B07}"/>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79" name="45-text-6">
            <a:extLst xmlns:a="http://schemas.openxmlformats.org/drawingml/2006/main">
              <a:ext uri="{FF2B5EF4-FFF2-40B4-BE49-F238E27FC236}">
                <a16:creationId xmlns:a16="http://schemas.microsoft.com/office/drawing/2014/main" id="{614FFA66-162F-47E7-875B-85D1D6EDB21C}"/>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480" name="45-shape-7">
            <a:extLst xmlns:a="http://schemas.openxmlformats.org/drawingml/2006/main">
              <a:ext uri="{FF2B5EF4-FFF2-40B4-BE49-F238E27FC236}">
                <a16:creationId xmlns:a16="http://schemas.microsoft.com/office/drawing/2014/main" id="{CC99DDE1-674B-4DE0-822B-74D49C86C605}"/>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1" name="45-text-8">
            <a:extLst xmlns:a="http://schemas.openxmlformats.org/drawingml/2006/main">
              <a:ext uri="{FF2B5EF4-FFF2-40B4-BE49-F238E27FC236}">
                <a16:creationId xmlns:a16="http://schemas.microsoft.com/office/drawing/2014/main" id="{53FEF3CE-4AC0-4097-A19D-756DB6A10496}"/>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82" name="45-text-9">
            <a:extLst xmlns:a="http://schemas.openxmlformats.org/drawingml/2006/main">
              <a:ext uri="{FF2B5EF4-FFF2-40B4-BE49-F238E27FC236}">
                <a16:creationId xmlns:a16="http://schemas.microsoft.com/office/drawing/2014/main" id="{8EC6DB36-FD8A-476A-9099-AAE724E010B5}"/>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483" name="45-shape-10">
            <a:extLst xmlns:a="http://schemas.openxmlformats.org/drawingml/2006/main">
              <a:ext uri="{FF2B5EF4-FFF2-40B4-BE49-F238E27FC236}">
                <a16:creationId xmlns:a16="http://schemas.microsoft.com/office/drawing/2014/main" id="{BA2A9208-13D8-4127-A79D-17806D14F7CA}"/>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4" name="45-text-11">
            <a:extLst xmlns:a="http://schemas.openxmlformats.org/drawingml/2006/main">
              <a:ext uri="{FF2B5EF4-FFF2-40B4-BE49-F238E27FC236}">
                <a16:creationId xmlns:a16="http://schemas.microsoft.com/office/drawing/2014/main" id="{6B25BC02-0B2C-46CB-BA17-CA47C495921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85" name="45-text-12">
            <a:extLst xmlns:a="http://schemas.openxmlformats.org/drawingml/2006/main">
              <a:ext uri="{FF2B5EF4-FFF2-40B4-BE49-F238E27FC236}">
                <a16:creationId xmlns:a16="http://schemas.microsoft.com/office/drawing/2014/main" id="{EE2FAA1B-4E90-40B4-9E61-DF7E72E374E5}"/>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486" name="narrative-number">
            <a:extLst xmlns:a="http://schemas.openxmlformats.org/drawingml/2006/main">
              <a:ext uri="{FF2B5EF4-FFF2-40B4-BE49-F238E27FC236}">
                <a16:creationId xmlns:a16="http://schemas.microsoft.com/office/drawing/2014/main" id="{577B9309-6303-4304-8711-4B5E74240BC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628169510"/>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7" name="!!area-name">
            <a:extLst xmlns:a="http://schemas.openxmlformats.org/drawingml/2006/main">
              <a:ext uri="{FF2B5EF4-FFF2-40B4-BE49-F238E27FC236}">
                <a16:creationId xmlns:a16="http://schemas.microsoft.com/office/drawing/2014/main" id="{33C62A11-1FBF-43D7-B3CE-8919D1E07E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97" name="mini-map"/>
          <p:cNvPicPr>
            <a:picLocks xmlns:a="http://schemas.openxmlformats.org/drawingml/2006/main" noChangeAspect="1"/>
          </p:cNvPicPr>
          <p:nvPr/>
        </p:nvPicPr>
        <p:blipFill>
          <a:blip xmlns:r="http://schemas.openxmlformats.org/officeDocument/2006/relationships" xmlns:a="http://schemas.openxmlformats.org/drawingml/2006/main" r:embed="R658de37ac2134a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9" name="slide-title">
            <a:extLst xmlns:a="http://schemas.openxmlformats.org/drawingml/2006/main">
              <a:ext uri="{FF2B5EF4-FFF2-40B4-BE49-F238E27FC236}">
                <a16:creationId xmlns:a16="http://schemas.microsoft.com/office/drawing/2014/main" id="{444FB2C0-D8F8-4598-8FA4-98AC4F70ED1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90" name="header-divider">
            <a:extLst xmlns:a="http://schemas.openxmlformats.org/drawingml/2006/main">
              <a:ext uri="{FF2B5EF4-FFF2-40B4-BE49-F238E27FC236}">
                <a16:creationId xmlns:a16="http://schemas.microsoft.com/office/drawing/2014/main" id="{5D2C896B-0DC0-43DD-AAA0-304C3EA96A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1" name="45-text-13">
            <a:extLst xmlns:a="http://schemas.openxmlformats.org/drawingml/2006/main">
              <a:ext uri="{FF2B5EF4-FFF2-40B4-BE49-F238E27FC236}">
                <a16:creationId xmlns:a16="http://schemas.microsoft.com/office/drawing/2014/main" id="{77697D02-EC76-49C0-8AFA-FAC1FB9B1AD6}"/>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492" name="45-text-14">
            <a:extLst xmlns:a="http://schemas.openxmlformats.org/drawingml/2006/main">
              <a:ext uri="{FF2B5EF4-FFF2-40B4-BE49-F238E27FC236}">
                <a16:creationId xmlns:a16="http://schemas.microsoft.com/office/drawing/2014/main" id="{63921828-9F88-44D9-90CA-ECE49694BD0F}"/>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93" name="45-text-15">
            <a:extLst xmlns:a="http://schemas.openxmlformats.org/drawingml/2006/main">
              <a:ext uri="{FF2B5EF4-FFF2-40B4-BE49-F238E27FC236}">
                <a16:creationId xmlns:a16="http://schemas.microsoft.com/office/drawing/2014/main" id="{BE5FBFEC-8974-4346-ACD1-3740F43E98E7}"/>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503"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5" name="narrative-number">
            <a:extLst xmlns:a="http://schemas.openxmlformats.org/drawingml/2006/main">
              <a:ext uri="{FF2B5EF4-FFF2-40B4-BE49-F238E27FC236}">
                <a16:creationId xmlns:a16="http://schemas.microsoft.com/office/drawing/2014/main" id="{A28368A3-14B1-4EA5-BDBB-45E4B9E2026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840360624"/>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slide-title">
            <a:extLst xmlns:a="http://schemas.openxmlformats.org/drawingml/2006/main">
              <a:ext uri="{FF2B5EF4-FFF2-40B4-BE49-F238E27FC236}">
                <a16:creationId xmlns:a16="http://schemas.microsoft.com/office/drawing/2014/main" id="{341B6D8B-5006-44D2-B001-74841A0B65EC}"/>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97" name="header-divider">
            <a:extLst xmlns:a="http://schemas.openxmlformats.org/drawingml/2006/main">
              <a:ext uri="{FF2B5EF4-FFF2-40B4-BE49-F238E27FC236}">
                <a16:creationId xmlns:a16="http://schemas.microsoft.com/office/drawing/2014/main" id="{D640B388-2101-4807-A19B-CC11CF872156}"/>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8" name="46-text-1">
            <a:extLst xmlns:a="http://schemas.openxmlformats.org/drawingml/2006/main">
              <a:ext uri="{FF2B5EF4-FFF2-40B4-BE49-F238E27FC236}">
                <a16:creationId xmlns:a16="http://schemas.microsoft.com/office/drawing/2014/main" id="{2FF6F562-A849-4C3D-9B10-0D2B93B8FF59}"/>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99" name="46-text-2">
            <a:extLst xmlns:a="http://schemas.openxmlformats.org/drawingml/2006/main">
              <a:ext uri="{FF2B5EF4-FFF2-40B4-BE49-F238E27FC236}">
                <a16:creationId xmlns:a16="http://schemas.microsoft.com/office/drawing/2014/main" id="{4DAAA189-D0EF-41D7-BEFB-7D00354DF92B}"/>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00" name="46-text-3">
            <a:extLst xmlns:a="http://schemas.openxmlformats.org/drawingml/2006/main">
              <a:ext uri="{FF2B5EF4-FFF2-40B4-BE49-F238E27FC236}">
                <a16:creationId xmlns:a16="http://schemas.microsoft.com/office/drawing/2014/main" id="{5F73FF08-CE20-4D6D-977C-CDC3C26DAF57}"/>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01" name="46-text-4">
            <a:extLst xmlns:a="http://schemas.openxmlformats.org/drawingml/2006/main">
              <a:ext uri="{FF2B5EF4-FFF2-40B4-BE49-F238E27FC236}">
                <a16:creationId xmlns:a16="http://schemas.microsoft.com/office/drawing/2014/main" id="{E4005291-474F-4EB6-9454-5B0004E4FBFB}"/>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02" name="46-text-5">
            <a:extLst xmlns:a="http://schemas.openxmlformats.org/drawingml/2006/main">
              <a:ext uri="{FF2B5EF4-FFF2-40B4-BE49-F238E27FC236}">
                <a16:creationId xmlns:a16="http://schemas.microsoft.com/office/drawing/2014/main" id="{E6297F5E-4C16-47D6-ABF3-A691548BDF1B}"/>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03" name="46-text-6">
            <a:extLst xmlns:a="http://schemas.openxmlformats.org/drawingml/2006/main">
              <a:ext uri="{FF2B5EF4-FFF2-40B4-BE49-F238E27FC236}">
                <a16:creationId xmlns:a16="http://schemas.microsoft.com/office/drawing/2014/main" id="{9F4C6EDA-2EED-4D06-9849-A9856ACB547E}"/>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04" name="46-text-7">
            <a:extLst xmlns:a="http://schemas.openxmlformats.org/drawingml/2006/main">
              <a:ext uri="{FF2B5EF4-FFF2-40B4-BE49-F238E27FC236}">
                <a16:creationId xmlns:a16="http://schemas.microsoft.com/office/drawing/2014/main" id="{011BFAC9-4BA4-4B06-BFAC-2A487EFF8358}"/>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05" name="46-text-8">
            <a:extLst xmlns:a="http://schemas.openxmlformats.org/drawingml/2006/main">
              <a:ext uri="{FF2B5EF4-FFF2-40B4-BE49-F238E27FC236}">
                <a16:creationId xmlns:a16="http://schemas.microsoft.com/office/drawing/2014/main" id="{6C871D67-8528-432C-9A8F-AA2F0466C7D0}"/>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06" name="46-text-9">
            <a:extLst xmlns:a="http://schemas.openxmlformats.org/drawingml/2006/main">
              <a:ext uri="{FF2B5EF4-FFF2-40B4-BE49-F238E27FC236}">
                <a16:creationId xmlns:a16="http://schemas.microsoft.com/office/drawing/2014/main" id="{A18AD140-C6D8-403A-8FFE-495A6C82DE7A}"/>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07" name="46-text-10">
            <a:extLst xmlns:a="http://schemas.openxmlformats.org/drawingml/2006/main">
              <a:ext uri="{FF2B5EF4-FFF2-40B4-BE49-F238E27FC236}">
                <a16:creationId xmlns:a16="http://schemas.microsoft.com/office/drawing/2014/main" id="{A20E8CA0-B6F0-41B3-8CFA-B6407230410E}"/>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08" name="46-text-11">
            <a:extLst xmlns:a="http://schemas.openxmlformats.org/drawingml/2006/main">
              <a:ext uri="{FF2B5EF4-FFF2-40B4-BE49-F238E27FC236}">
                <a16:creationId xmlns:a16="http://schemas.microsoft.com/office/drawing/2014/main" id="{F9616DF6-4075-4966-9000-38F03045E8B1}"/>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09" name="46-text-12">
            <a:extLst xmlns:a="http://schemas.openxmlformats.org/drawingml/2006/main">
              <a:ext uri="{FF2B5EF4-FFF2-40B4-BE49-F238E27FC236}">
                <a16:creationId xmlns:a16="http://schemas.microsoft.com/office/drawing/2014/main" id="{52C32EE8-23EC-4838-BD81-299AE3AF175B}"/>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10" name="narrative-number">
            <a:extLst xmlns:a="http://schemas.openxmlformats.org/drawingml/2006/main">
              <a:ext uri="{FF2B5EF4-FFF2-40B4-BE49-F238E27FC236}">
                <a16:creationId xmlns:a16="http://schemas.microsoft.com/office/drawing/2014/main" id="{9D838CC7-9990-4EF3-B1C1-E3B9A622B6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783831614"/>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1" name="47-text-1">
            <a:extLst xmlns:a="http://schemas.openxmlformats.org/drawingml/2006/main">
              <a:ext uri="{FF2B5EF4-FFF2-40B4-BE49-F238E27FC236}">
                <a16:creationId xmlns:a16="http://schemas.microsoft.com/office/drawing/2014/main" id="{9AB62FF1-54F2-4E72-A9E9-E7799E469D4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12" name="47-text-2">
            <a:extLst xmlns:a="http://schemas.openxmlformats.org/drawingml/2006/main">
              <a:ext uri="{FF2B5EF4-FFF2-40B4-BE49-F238E27FC236}">
                <a16:creationId xmlns:a16="http://schemas.microsoft.com/office/drawing/2014/main" id="{3BFF0ED8-0270-4478-8D30-A28A25622E8C}"/>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13" name="47-text-3">
            <a:extLst xmlns:a="http://schemas.openxmlformats.org/drawingml/2006/main">
              <a:ext uri="{FF2B5EF4-FFF2-40B4-BE49-F238E27FC236}">
                <a16:creationId xmlns:a16="http://schemas.microsoft.com/office/drawing/2014/main" id="{E5EE1F1C-263C-4418-AB4B-A3493D53CBC1}"/>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4" name="narrative-number">
            <a:extLst xmlns:a="http://schemas.openxmlformats.org/drawingml/2006/main">
              <a:ext uri="{FF2B5EF4-FFF2-40B4-BE49-F238E27FC236}">
                <a16:creationId xmlns:a16="http://schemas.microsoft.com/office/drawing/2014/main" id="{4FE7CBCA-10FE-4CE9-B140-992554C05EF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46459687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2026-09-16T06:33:39.3760000Z</dcterms:created>
  <dcterms:modified xsi:type="dcterms:W3CDTF">2026-09-16T06:33:39.3760000Z</dcterms:modified>
</coreProperties>
</file>