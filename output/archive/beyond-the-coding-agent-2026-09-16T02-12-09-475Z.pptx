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60757cb0824586" /><Relationship Type="http://schemas.openxmlformats.org/officeDocument/2006/relationships/extended-properties" Target="/docProps/app.xml" Id="Rb2ca22b275e54394" /><Relationship Type="http://schemas.openxmlformats.org/officeDocument/2006/relationships/officeDocument" Target="/ppt/presentation.xml" Id="R303441852b864777"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ea6cb6ccd54542a1"/>
    <p:sldMasterId xmlns:r="http://schemas.openxmlformats.org/officeDocument/2006/relationships" id="2147483650" r:id="R82deac137d164ddd"/>
  </p:sldMasterIdLst>
  <p:notesMasterIdLst>
    <p:notesMasterId xmlns:r="http://schemas.openxmlformats.org/officeDocument/2006/relationships" r:id="R978021f099f545ca"/>
  </p:notesMasterIdLst>
  <p:sldIdLst>
    <p:sldId xmlns:r="http://schemas.openxmlformats.org/officeDocument/2006/relationships" id="256" r:id="R709132c82ef44cd5"/>
    <p:sldId xmlns:r="http://schemas.openxmlformats.org/officeDocument/2006/relationships" id="257" r:id="Re314ded1cfd44905"/>
    <p:sldId xmlns:r="http://schemas.openxmlformats.org/officeDocument/2006/relationships" id="258" r:id="Re3ce6a8ba83f4eb4"/>
    <p:sldId xmlns:r="http://schemas.openxmlformats.org/officeDocument/2006/relationships" id="259" r:id="Ra5a24ac181684e61"/>
    <p:sldId xmlns:r="http://schemas.openxmlformats.org/officeDocument/2006/relationships" id="260" r:id="R74b1d3ceb23647fe"/>
    <p:sldId xmlns:r="http://schemas.openxmlformats.org/officeDocument/2006/relationships" id="261" r:id="R4773ca060d4f4007"/>
    <p:sldId xmlns:r="http://schemas.openxmlformats.org/officeDocument/2006/relationships" id="262" r:id="Ra213683deb9b41dc"/>
    <p:sldId xmlns:r="http://schemas.openxmlformats.org/officeDocument/2006/relationships" id="263" r:id="R04212abc9bd94353"/>
    <p:sldId xmlns:r="http://schemas.openxmlformats.org/officeDocument/2006/relationships" id="264" r:id="Rcc44ee9fa07f4453"/>
    <p:sldId xmlns:r="http://schemas.openxmlformats.org/officeDocument/2006/relationships" id="265" r:id="Re178c109fd664261"/>
    <p:sldId xmlns:r="http://schemas.openxmlformats.org/officeDocument/2006/relationships" id="266" r:id="R377bcb90a1e4408d"/>
    <p:sldId xmlns:r="http://schemas.openxmlformats.org/officeDocument/2006/relationships" id="267" r:id="R2ee34cf06a5145e6"/>
    <p:sldId xmlns:r="http://schemas.openxmlformats.org/officeDocument/2006/relationships" id="268" r:id="Ra3e44830977f4594"/>
    <p:sldId xmlns:r="http://schemas.openxmlformats.org/officeDocument/2006/relationships" id="269" r:id="Rd021667abefa4723"/>
    <p:sldId xmlns:r="http://schemas.openxmlformats.org/officeDocument/2006/relationships" id="270" r:id="R8a2346612efa4a75"/>
    <p:sldId xmlns:r="http://schemas.openxmlformats.org/officeDocument/2006/relationships" id="271" r:id="R9959133ae1a9460e"/>
    <p:sldId xmlns:r="http://schemas.openxmlformats.org/officeDocument/2006/relationships" id="272" r:id="R20b7017e513f474f"/>
    <p:sldId xmlns:r="http://schemas.openxmlformats.org/officeDocument/2006/relationships" id="273" r:id="Rba3953b534f44094"/>
    <p:sldId xmlns:r="http://schemas.openxmlformats.org/officeDocument/2006/relationships" id="274" r:id="R44fd7a7746454e64"/>
    <p:sldId xmlns:r="http://schemas.openxmlformats.org/officeDocument/2006/relationships" id="275" r:id="Rcaa3e15230fe4fe8"/>
    <p:sldId xmlns:r="http://schemas.openxmlformats.org/officeDocument/2006/relationships" id="276" r:id="R5627a870c7704884"/>
    <p:sldId xmlns:r="http://schemas.openxmlformats.org/officeDocument/2006/relationships" id="277" r:id="Rcd8fa2d4ab654e65"/>
    <p:sldId xmlns:r="http://schemas.openxmlformats.org/officeDocument/2006/relationships" id="278" r:id="R75f34efee3424de0"/>
    <p:sldId xmlns:r="http://schemas.openxmlformats.org/officeDocument/2006/relationships" id="279" r:id="Rb11f5a43a95b4217"/>
    <p:sldId xmlns:r="http://schemas.openxmlformats.org/officeDocument/2006/relationships" id="280" r:id="Reb4505e52c224a9a"/>
    <p:sldId xmlns:r="http://schemas.openxmlformats.org/officeDocument/2006/relationships" id="281" r:id="R61caef2352eb42fe"/>
    <p:sldId xmlns:r="http://schemas.openxmlformats.org/officeDocument/2006/relationships" id="282" r:id="R3214139cd4394cad"/>
    <p:sldId xmlns:r="http://schemas.openxmlformats.org/officeDocument/2006/relationships" id="283" r:id="R196a45bb45254b10"/>
    <p:sldId xmlns:r="http://schemas.openxmlformats.org/officeDocument/2006/relationships" id="284" r:id="R53af6b1f9b4740c1"/>
    <p:sldId xmlns:r="http://schemas.openxmlformats.org/officeDocument/2006/relationships" id="285" r:id="Rbe704641cdee40e0"/>
    <p:sldId xmlns:r="http://schemas.openxmlformats.org/officeDocument/2006/relationships" id="286" r:id="Rbb189e8cbc1c428b"/>
    <p:sldId xmlns:r="http://schemas.openxmlformats.org/officeDocument/2006/relationships" id="287" r:id="R74ebbccd5d5f472f"/>
    <p:sldId xmlns:r="http://schemas.openxmlformats.org/officeDocument/2006/relationships" id="288" r:id="R621462dd0c554179"/>
    <p:sldId xmlns:r="http://schemas.openxmlformats.org/officeDocument/2006/relationships" id="289" r:id="R83d5fec79f434c2c"/>
    <p:sldId xmlns:r="http://schemas.openxmlformats.org/officeDocument/2006/relationships" id="290" r:id="R7e2259aa018c4a33"/>
    <p:sldId xmlns:r="http://schemas.openxmlformats.org/officeDocument/2006/relationships" id="291" r:id="R94da66d4cceb41e0"/>
    <p:sldId xmlns:r="http://schemas.openxmlformats.org/officeDocument/2006/relationships" id="292" r:id="R78db269ba5be4452"/>
    <p:sldId xmlns:r="http://schemas.openxmlformats.org/officeDocument/2006/relationships" id="293" r:id="Rec53af4f2ad049b2"/>
    <p:sldId xmlns:r="http://schemas.openxmlformats.org/officeDocument/2006/relationships" id="294" r:id="Rd0e15b7d00474f74"/>
    <p:sldId xmlns:r="http://schemas.openxmlformats.org/officeDocument/2006/relationships" id="295" r:id="R875eca2ae0ab4aed"/>
    <p:sldId xmlns:r="http://schemas.openxmlformats.org/officeDocument/2006/relationships" id="296" r:id="R7363238f6a1e4aae"/>
    <p:sldId xmlns:r="http://schemas.openxmlformats.org/officeDocument/2006/relationships" id="297" r:id="Rff73a67d9e8c43d7"/>
    <p:sldId xmlns:r="http://schemas.openxmlformats.org/officeDocument/2006/relationships" id="298" r:id="Rf5ca6347a65448f4"/>
    <p:sldId xmlns:r="http://schemas.openxmlformats.org/officeDocument/2006/relationships" id="299" r:id="R86b65607fa7e4aa7"/>
    <p:sldId xmlns:r="http://schemas.openxmlformats.org/officeDocument/2006/relationships" id="300" r:id="R1f048dfc293142b7"/>
    <p:sldId xmlns:r="http://schemas.openxmlformats.org/officeDocument/2006/relationships" id="301" r:id="R5b7c9322bddf4963"/>
    <p:sldId xmlns:r="http://schemas.openxmlformats.org/officeDocument/2006/relationships" id="302" r:id="Ra3eb694c18544f92"/>
    <p:sldId xmlns:r="http://schemas.openxmlformats.org/officeDocument/2006/relationships" id="303" r:id="Rd71871e448a9462a"/>
    <p:sldId xmlns:r="http://schemas.openxmlformats.org/officeDocument/2006/relationships" id="304" r:id="R9b9c8c6756d1433c"/>
    <p:sldId xmlns:r="http://schemas.openxmlformats.org/officeDocument/2006/relationships" id="305" r:id="R461e61be9ba34f34"/>
    <p:sldId xmlns:r="http://schemas.openxmlformats.org/officeDocument/2006/relationships" id="306" r:id="R004a6a1307514323"/>
    <p:sldId xmlns:r="http://schemas.openxmlformats.org/officeDocument/2006/relationships" id="307" r:id="Rdca568607a4842f1"/>
    <p:sldId xmlns:r="http://schemas.openxmlformats.org/officeDocument/2006/relationships" id="308" r:id="Re2b88614ebc945eb"/>
    <p:sldId xmlns:r="http://schemas.openxmlformats.org/officeDocument/2006/relationships" id="309" r:id="R1875f0efe46841ba"/>
    <p:sldId xmlns:r="http://schemas.openxmlformats.org/officeDocument/2006/relationships" id="310" r:id="Rd2443dcd21d44cac"/>
    <p:sldId xmlns:r="http://schemas.openxmlformats.org/officeDocument/2006/relationships" id="311" r:id="Rcda91b698e164705"/>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cafdafab634cfa" /><Relationship Type="http://schemas.openxmlformats.org/officeDocument/2006/relationships/slideMaster" Target="/ppt/slideMasters/slideMaster1.xml" Id="Rea6cb6ccd54542a1" /><Relationship Type="http://schemas.openxmlformats.org/officeDocument/2006/relationships/slideMaster" Target="/ppt/slideMasters/slideMaster2.xml" Id="R82deac137d164ddd" /><Relationship Type="http://schemas.openxmlformats.org/officeDocument/2006/relationships/notesMaster" Target="/ppt/notesMasters/notesMaster1.xml" Id="R978021f099f545ca" /><Relationship Type="http://schemas.openxmlformats.org/officeDocument/2006/relationships/presProps" Target="/ppt/presProps.xml" Id="R62a3a631ed764de9" /><Relationship Type="http://schemas.openxmlformats.org/officeDocument/2006/relationships/tableStyles" Target="/ppt/tableStyles.xml" Id="R255a9fe76b314b65" /><Relationship Type="http://schemas.openxmlformats.org/officeDocument/2006/relationships/slide" Target="/ppt/slides/slide1.xml" Id="R709132c82ef44cd5" /><Relationship Type="http://schemas.openxmlformats.org/officeDocument/2006/relationships/slide" Target="/ppt/slides/slide2.xml" Id="Re314ded1cfd44905" /><Relationship Type="http://schemas.openxmlformats.org/officeDocument/2006/relationships/slide" Target="/ppt/slides/slide3.xml" Id="Re3ce6a8ba83f4eb4" /><Relationship Type="http://schemas.openxmlformats.org/officeDocument/2006/relationships/slide" Target="/ppt/slides/slide4.xml" Id="Ra5a24ac181684e61" /><Relationship Type="http://schemas.openxmlformats.org/officeDocument/2006/relationships/slide" Target="/ppt/slides/slide5.xml" Id="R74b1d3ceb23647fe" /><Relationship Type="http://schemas.openxmlformats.org/officeDocument/2006/relationships/slide" Target="/ppt/slides/slide6.xml" Id="R4773ca060d4f4007" /><Relationship Type="http://schemas.openxmlformats.org/officeDocument/2006/relationships/slide" Target="/ppt/slides/slide7.xml" Id="Ra213683deb9b41dc" /><Relationship Type="http://schemas.openxmlformats.org/officeDocument/2006/relationships/slide" Target="/ppt/slides/slide8.xml" Id="R04212abc9bd94353" /><Relationship Type="http://schemas.openxmlformats.org/officeDocument/2006/relationships/slide" Target="/ppt/slides/slide9.xml" Id="Rcc44ee9fa07f4453" /><Relationship Type="http://schemas.openxmlformats.org/officeDocument/2006/relationships/slide" Target="/ppt/slides/slide10.xml" Id="Re178c109fd664261" /><Relationship Type="http://schemas.openxmlformats.org/officeDocument/2006/relationships/slide" Target="/ppt/slides/slide11.xml" Id="R377bcb90a1e4408d" /><Relationship Type="http://schemas.openxmlformats.org/officeDocument/2006/relationships/slide" Target="/ppt/slides/slide12.xml" Id="R2ee34cf06a5145e6" /><Relationship Type="http://schemas.openxmlformats.org/officeDocument/2006/relationships/slide" Target="/ppt/slides/slide13.xml" Id="Ra3e44830977f4594" /><Relationship Type="http://schemas.openxmlformats.org/officeDocument/2006/relationships/slide" Target="/ppt/slides/slide14.xml" Id="Rd021667abefa4723" /><Relationship Type="http://schemas.openxmlformats.org/officeDocument/2006/relationships/slide" Target="/ppt/slides/slide15.xml" Id="R8a2346612efa4a75" /><Relationship Type="http://schemas.openxmlformats.org/officeDocument/2006/relationships/slide" Target="/ppt/slides/slide16.xml" Id="R9959133ae1a9460e" /><Relationship Type="http://schemas.openxmlformats.org/officeDocument/2006/relationships/slide" Target="/ppt/slides/slide17.xml" Id="R20b7017e513f474f" /><Relationship Type="http://schemas.openxmlformats.org/officeDocument/2006/relationships/slide" Target="/ppt/slides/slide18.xml" Id="Rba3953b534f44094" /><Relationship Type="http://schemas.openxmlformats.org/officeDocument/2006/relationships/slide" Target="/ppt/slides/slide19.xml" Id="R44fd7a7746454e64" /><Relationship Type="http://schemas.openxmlformats.org/officeDocument/2006/relationships/slide" Target="/ppt/slides/slide20.xml" Id="Rcaa3e15230fe4fe8" /><Relationship Type="http://schemas.openxmlformats.org/officeDocument/2006/relationships/slide" Target="/ppt/slides/slide21.xml" Id="R5627a870c7704884" /><Relationship Type="http://schemas.openxmlformats.org/officeDocument/2006/relationships/slide" Target="/ppt/slides/slide22.xml" Id="Rcd8fa2d4ab654e65" /><Relationship Type="http://schemas.openxmlformats.org/officeDocument/2006/relationships/slide" Target="/ppt/slides/slide23.xml" Id="R75f34efee3424de0" /><Relationship Type="http://schemas.openxmlformats.org/officeDocument/2006/relationships/slide" Target="/ppt/slides/slide24.xml" Id="Rb11f5a43a95b4217" /><Relationship Type="http://schemas.openxmlformats.org/officeDocument/2006/relationships/slide" Target="/ppt/slides/slide25.xml" Id="Reb4505e52c224a9a" /><Relationship Type="http://schemas.openxmlformats.org/officeDocument/2006/relationships/slide" Target="/ppt/slides/slide26.xml" Id="R61caef2352eb42fe" /><Relationship Type="http://schemas.openxmlformats.org/officeDocument/2006/relationships/slide" Target="/ppt/slides/slide27.xml" Id="R3214139cd4394cad" /><Relationship Type="http://schemas.openxmlformats.org/officeDocument/2006/relationships/slide" Target="/ppt/slides/slide28.xml" Id="R196a45bb45254b10" /><Relationship Type="http://schemas.openxmlformats.org/officeDocument/2006/relationships/slide" Target="/ppt/slides/slide29.xml" Id="R53af6b1f9b4740c1" /><Relationship Type="http://schemas.openxmlformats.org/officeDocument/2006/relationships/slide" Target="/ppt/slides/slide30.xml" Id="Rbe704641cdee40e0" /><Relationship Type="http://schemas.openxmlformats.org/officeDocument/2006/relationships/slide" Target="/ppt/slides/slide31.xml" Id="Rbb189e8cbc1c428b" /><Relationship Type="http://schemas.openxmlformats.org/officeDocument/2006/relationships/slide" Target="/ppt/slides/slide32.xml" Id="R74ebbccd5d5f472f" /><Relationship Type="http://schemas.openxmlformats.org/officeDocument/2006/relationships/slide" Target="/ppt/slides/slide33.xml" Id="R621462dd0c554179" /><Relationship Type="http://schemas.openxmlformats.org/officeDocument/2006/relationships/slide" Target="/ppt/slides/slide34.xml" Id="R83d5fec79f434c2c" /><Relationship Type="http://schemas.openxmlformats.org/officeDocument/2006/relationships/slide" Target="/ppt/slides/slide35.xml" Id="R7e2259aa018c4a33" /><Relationship Type="http://schemas.openxmlformats.org/officeDocument/2006/relationships/slide" Target="/ppt/slides/slide36.xml" Id="R94da66d4cceb41e0" /><Relationship Type="http://schemas.openxmlformats.org/officeDocument/2006/relationships/slide" Target="/ppt/slides/slide37.xml" Id="R78db269ba5be4452" /><Relationship Type="http://schemas.openxmlformats.org/officeDocument/2006/relationships/slide" Target="/ppt/slides/slide38.xml" Id="Rec53af4f2ad049b2" /><Relationship Type="http://schemas.openxmlformats.org/officeDocument/2006/relationships/slide" Target="/ppt/slides/slide39.xml" Id="Rd0e15b7d00474f74" /><Relationship Type="http://schemas.openxmlformats.org/officeDocument/2006/relationships/slide" Target="/ppt/slides/slide40.xml" Id="R875eca2ae0ab4aed" /><Relationship Type="http://schemas.openxmlformats.org/officeDocument/2006/relationships/slide" Target="/ppt/slides/slide41.xml" Id="R7363238f6a1e4aae" /><Relationship Type="http://schemas.openxmlformats.org/officeDocument/2006/relationships/slide" Target="/ppt/slides/slide42.xml" Id="Rff73a67d9e8c43d7" /><Relationship Type="http://schemas.openxmlformats.org/officeDocument/2006/relationships/slide" Target="/ppt/slides/slide43.xml" Id="Rf5ca6347a65448f4" /><Relationship Type="http://schemas.openxmlformats.org/officeDocument/2006/relationships/slide" Target="/ppt/slides/slide44.xml" Id="R86b65607fa7e4aa7" /><Relationship Type="http://schemas.openxmlformats.org/officeDocument/2006/relationships/slide" Target="/ppt/slides/slide45.xml" Id="R1f048dfc293142b7" /><Relationship Type="http://schemas.openxmlformats.org/officeDocument/2006/relationships/slide" Target="/ppt/slides/slide46.xml" Id="R5b7c9322bddf4963" /><Relationship Type="http://schemas.openxmlformats.org/officeDocument/2006/relationships/slide" Target="/ppt/slides/slide47.xml" Id="Ra3eb694c18544f92" /><Relationship Type="http://schemas.openxmlformats.org/officeDocument/2006/relationships/slide" Target="/ppt/slides/slide48.xml" Id="Rd71871e448a9462a" /><Relationship Type="http://schemas.openxmlformats.org/officeDocument/2006/relationships/slide" Target="/ppt/slides/slide49.xml" Id="R9b9c8c6756d1433c" /><Relationship Type="http://schemas.openxmlformats.org/officeDocument/2006/relationships/slide" Target="/ppt/slides/slide50.xml" Id="R461e61be9ba34f34" /><Relationship Type="http://schemas.openxmlformats.org/officeDocument/2006/relationships/slide" Target="/ppt/slides/slide51.xml" Id="R004a6a1307514323" /><Relationship Type="http://schemas.openxmlformats.org/officeDocument/2006/relationships/slide" Target="/ppt/slides/slide52.xml" Id="Rdca568607a4842f1" /><Relationship Type="http://schemas.openxmlformats.org/officeDocument/2006/relationships/slide" Target="/ppt/slides/slide53.xml" Id="Re2b88614ebc945eb" /><Relationship Type="http://schemas.openxmlformats.org/officeDocument/2006/relationships/slide" Target="/ppt/slides/slide54.xml" Id="R1875f0efe46841ba" /><Relationship Type="http://schemas.openxmlformats.org/officeDocument/2006/relationships/slide" Target="/ppt/slides/slide55.xml" Id="Rd2443dcd21d44cac" /><Relationship Type="http://schemas.openxmlformats.org/officeDocument/2006/relationships/slide" Target="/ppt/slides/slide56.xml" Id="Rcda91b698e1647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7a9b4b365eb14e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d3c62dbfb8447a" /><Relationship Type="http://schemas.openxmlformats.org/officeDocument/2006/relationships/notesMaster" Target="/ppt/notesMasters/notesMaster1.xml" Id="Rdba4eb0e85aa44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a482216a9f47bb" /><Relationship Type="http://schemas.openxmlformats.org/officeDocument/2006/relationships/notesMaster" Target="/ppt/notesMasters/notesMaster1.xml" Id="Rd943c5c1abc042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eb0e812a824e18" /><Relationship Type="http://schemas.openxmlformats.org/officeDocument/2006/relationships/notesMaster" Target="/ppt/notesMasters/notesMaster1.xml" Id="Rcc9219ccc0584d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1c666d213744dc" /><Relationship Type="http://schemas.openxmlformats.org/officeDocument/2006/relationships/notesMaster" Target="/ppt/notesMasters/notesMaster1.xml" Id="Rf74ce05324324c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5fd4b320db441f" /><Relationship Type="http://schemas.openxmlformats.org/officeDocument/2006/relationships/notesMaster" Target="/ppt/notesMasters/notesMaster1.xml" Id="R9ad2f0fc071e40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fc7b0807ac4cbe" /><Relationship Type="http://schemas.openxmlformats.org/officeDocument/2006/relationships/notesMaster" Target="/ppt/notesMasters/notesMaster1.xml" Id="R4218f810e7124d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519afcd0be4803" /><Relationship Type="http://schemas.openxmlformats.org/officeDocument/2006/relationships/notesMaster" Target="/ppt/notesMasters/notesMaster1.xml" Id="R30fc48bf43c641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e798603edd45dc" /><Relationship Type="http://schemas.openxmlformats.org/officeDocument/2006/relationships/notesMaster" Target="/ppt/notesMasters/notesMaster1.xml" Id="R23b4d7c0d1204b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372b8f392548b4" /><Relationship Type="http://schemas.openxmlformats.org/officeDocument/2006/relationships/notesMaster" Target="/ppt/notesMasters/notesMaster1.xml" Id="Rdf8b680dc0bf4a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21a3ff81fa4c99" /><Relationship Type="http://schemas.openxmlformats.org/officeDocument/2006/relationships/notesMaster" Target="/ppt/notesMasters/notesMaster1.xml" Id="Rb658e9041fb149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09b2410786450f" /><Relationship Type="http://schemas.openxmlformats.org/officeDocument/2006/relationships/notesMaster" Target="/ppt/notesMasters/notesMaster1.xml" Id="Rcc8888985a5045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f2fca460db47fe" /><Relationship Type="http://schemas.openxmlformats.org/officeDocument/2006/relationships/notesMaster" Target="/ppt/notesMasters/notesMaster1.xml" Id="R97004ad4cfdb4f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3465e205a84a8c" /><Relationship Type="http://schemas.openxmlformats.org/officeDocument/2006/relationships/notesMaster" Target="/ppt/notesMasters/notesMaster1.xml" Id="R0f7c6bc7001240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ff46180a084396" /><Relationship Type="http://schemas.openxmlformats.org/officeDocument/2006/relationships/notesMaster" Target="/ppt/notesMasters/notesMaster1.xml" Id="R8421aca9bc23473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ad52b98ca74127" /><Relationship Type="http://schemas.openxmlformats.org/officeDocument/2006/relationships/notesMaster" Target="/ppt/notesMasters/notesMaster1.xml" Id="R9677bc65c22f40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6dd637539346fe" /><Relationship Type="http://schemas.openxmlformats.org/officeDocument/2006/relationships/notesMaster" Target="/ppt/notesMasters/notesMaster1.xml" Id="R09a43f12a0694e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b3045511694d0c" /><Relationship Type="http://schemas.openxmlformats.org/officeDocument/2006/relationships/notesMaster" Target="/ppt/notesMasters/notesMaster1.xml" Id="Ra50f915edc394f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00dbdf7d2d94f36" /><Relationship Type="http://schemas.openxmlformats.org/officeDocument/2006/relationships/notesMaster" Target="/ppt/notesMasters/notesMaster1.xml" Id="R29e23c8c812e43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0f03152efc64707" /><Relationship Type="http://schemas.openxmlformats.org/officeDocument/2006/relationships/notesMaster" Target="/ppt/notesMasters/notesMaster1.xml" Id="R4039c7b366ef4b2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ef0c2f7e3f346ab" /><Relationship Type="http://schemas.openxmlformats.org/officeDocument/2006/relationships/notesMaster" Target="/ppt/notesMasters/notesMaster1.xml" Id="R10475132a6854a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0d64fe31424db8" /><Relationship Type="http://schemas.openxmlformats.org/officeDocument/2006/relationships/notesMaster" Target="/ppt/notesMasters/notesMaster1.xml" Id="R49bdbc24cabe431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94790b1183e4dbf" /><Relationship Type="http://schemas.openxmlformats.org/officeDocument/2006/relationships/notesMaster" Target="/ppt/notesMasters/notesMaster1.xml" Id="R591c9f7f507c469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9ccc38152624a73" /><Relationship Type="http://schemas.openxmlformats.org/officeDocument/2006/relationships/notesMaster" Target="/ppt/notesMasters/notesMaster1.xml" Id="R0932361deb4d4c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a5700c73d14f4e" /><Relationship Type="http://schemas.openxmlformats.org/officeDocument/2006/relationships/notesMaster" Target="/ppt/notesMasters/notesMaster1.xml" Id="R1e25dcdd811141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2798d80f0b4ba3" /><Relationship Type="http://schemas.openxmlformats.org/officeDocument/2006/relationships/notesMaster" Target="/ppt/notesMasters/notesMaster1.xml" Id="R915f5c863b1243b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8929174f77f4038" /><Relationship Type="http://schemas.openxmlformats.org/officeDocument/2006/relationships/notesMaster" Target="/ppt/notesMasters/notesMaster1.xml" Id="R0823a384a9374f8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f8cc24efca64d9a" /><Relationship Type="http://schemas.openxmlformats.org/officeDocument/2006/relationships/notesMaster" Target="/ppt/notesMasters/notesMaster1.xml" Id="R74658955332f4e3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283e27b0f5436d" /><Relationship Type="http://schemas.openxmlformats.org/officeDocument/2006/relationships/notesMaster" Target="/ppt/notesMasters/notesMaster1.xml" Id="Rabb11eab9694438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7518d640fc4c17" /><Relationship Type="http://schemas.openxmlformats.org/officeDocument/2006/relationships/notesMaster" Target="/ppt/notesMasters/notesMaster1.xml" Id="R710c2bec62fd4c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48925bf64ab4031" /><Relationship Type="http://schemas.openxmlformats.org/officeDocument/2006/relationships/notesMaster" Target="/ppt/notesMasters/notesMaster1.xml" Id="Rb52dd089f0084f6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f2735a292314e2a" /><Relationship Type="http://schemas.openxmlformats.org/officeDocument/2006/relationships/notesMaster" Target="/ppt/notesMasters/notesMaster1.xml" Id="Redd01a7a6f2c4bd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e7eb28f55cb44cc" /><Relationship Type="http://schemas.openxmlformats.org/officeDocument/2006/relationships/notesMaster" Target="/ppt/notesMasters/notesMaster1.xml" Id="R836260bb22d841b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72dbf6c72a64d75" /><Relationship Type="http://schemas.openxmlformats.org/officeDocument/2006/relationships/notesMaster" Target="/ppt/notesMasters/notesMaster1.xml" Id="R574e1c3ef2ae40c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1732c9045724695" /><Relationship Type="http://schemas.openxmlformats.org/officeDocument/2006/relationships/notesMaster" Target="/ppt/notesMasters/notesMaster1.xml" Id="Rd2358f3245754fa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3de5bb780994158" /><Relationship Type="http://schemas.openxmlformats.org/officeDocument/2006/relationships/notesMaster" Target="/ppt/notesMasters/notesMaster1.xml" Id="R257db56fb77143b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d5b571dc4b84f67" /><Relationship Type="http://schemas.openxmlformats.org/officeDocument/2006/relationships/notesMaster" Target="/ppt/notesMasters/notesMaster1.xml" Id="Rb3f2912ea83b42f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73d019b2cb44e94" /><Relationship Type="http://schemas.openxmlformats.org/officeDocument/2006/relationships/notesMaster" Target="/ppt/notesMasters/notesMaster1.xml" Id="Rae3429dc4f47471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7a7c4da03cd4e1c" /><Relationship Type="http://schemas.openxmlformats.org/officeDocument/2006/relationships/notesMaster" Target="/ppt/notesMasters/notesMaster1.xml" Id="R4cfd72810cc249c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0304b3861f84b19" /><Relationship Type="http://schemas.openxmlformats.org/officeDocument/2006/relationships/notesMaster" Target="/ppt/notesMasters/notesMaster1.xml" Id="R0e7defcfdd0b4ca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f2a41269a9a47ef" /><Relationship Type="http://schemas.openxmlformats.org/officeDocument/2006/relationships/notesMaster" Target="/ppt/notesMasters/notesMaster1.xml" Id="Rb7abdcc14b17402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232611b14834ecc" /><Relationship Type="http://schemas.openxmlformats.org/officeDocument/2006/relationships/notesMaster" Target="/ppt/notesMasters/notesMaster1.xml" Id="R273b23a829ea4b1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c12c753cfea43e6" /><Relationship Type="http://schemas.openxmlformats.org/officeDocument/2006/relationships/notesMaster" Target="/ppt/notesMasters/notesMaster1.xml" Id="R1b4ab379216e426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acd7219a65645f3" /><Relationship Type="http://schemas.openxmlformats.org/officeDocument/2006/relationships/notesMaster" Target="/ppt/notesMasters/notesMaster1.xml" Id="Rb6c422eb5991494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ed21e381b604687" /><Relationship Type="http://schemas.openxmlformats.org/officeDocument/2006/relationships/notesMaster" Target="/ppt/notesMasters/notesMaster1.xml" Id="Ra137893a65a3499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704348e134e4106" /><Relationship Type="http://schemas.openxmlformats.org/officeDocument/2006/relationships/notesMaster" Target="/ppt/notesMasters/notesMaster1.xml" Id="R88da56256b994bc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f608749891b43e7" /><Relationship Type="http://schemas.openxmlformats.org/officeDocument/2006/relationships/notesMaster" Target="/ppt/notesMasters/notesMaster1.xml" Id="Rfdfb0f9ec6c349e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c3e1e2e17b34767" /><Relationship Type="http://schemas.openxmlformats.org/officeDocument/2006/relationships/notesMaster" Target="/ppt/notesMasters/notesMaster1.xml" Id="R5d795058e274430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2c0d75569e34cfa" /><Relationship Type="http://schemas.openxmlformats.org/officeDocument/2006/relationships/notesMaster" Target="/ppt/notesMasters/notesMaster1.xml" Id="R1cce3701b6594d8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e275d8c9be944c1" /><Relationship Type="http://schemas.openxmlformats.org/officeDocument/2006/relationships/notesMaster" Target="/ppt/notesMasters/notesMaster1.xml" Id="Rbc8f8f027a7645f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e395474729340e9" /><Relationship Type="http://schemas.openxmlformats.org/officeDocument/2006/relationships/notesMaster" Target="/ppt/notesMasters/notesMaster1.xml" Id="R520cd1c7cec0406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53d5eee50634b5a" /><Relationship Type="http://schemas.openxmlformats.org/officeDocument/2006/relationships/notesMaster" Target="/ppt/notesMasters/notesMaster1.xml" Id="Rc7ed1f699b89454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3108c0120bb449c" /><Relationship Type="http://schemas.openxmlformats.org/officeDocument/2006/relationships/notesMaster" Target="/ppt/notesMasters/notesMaster1.xml" Id="R448a6f0278be494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47439c3dbcf48fd" /><Relationship Type="http://schemas.openxmlformats.org/officeDocument/2006/relationships/notesMaster" Target="/ppt/notesMasters/notesMaster1.xml" Id="Rd0757142be8b47f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9110aca877b4588" /><Relationship Type="http://schemas.openxmlformats.org/officeDocument/2006/relationships/notesMaster" Target="/ppt/notesMasters/notesMaster1.xml" Id="Rd8ecb8316305423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43a1f3404e94d8c" /><Relationship Type="http://schemas.openxmlformats.org/officeDocument/2006/relationships/notesMaster" Target="/ppt/notesMasters/notesMaster1.xml" Id="R1498d5ef58a742e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39fc5f6b85141bd" /><Relationship Type="http://schemas.openxmlformats.org/officeDocument/2006/relationships/notesMaster" Target="/ppt/notesMasters/notesMaster1.xml" Id="R0611abf9d3b24d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a familiar action, a quote, the decisions you own, how they change over time, and a worked example.</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start with a familiar action, then examine the decisions and responsibilities behind it.</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start with a familiar action, then examine the decisions and responsibilities behind it.</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start with a familiar action, then examine the decisions and responsibilities behind it.</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start with a familiar action, then examine the decisions and responsibilities behind it.</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start with a familiar action, then examine the decisions and responsibilities behind it.</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start with a familiar action, then examine the decisions and responsibilities behind it.</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the model picker in Devin Desktop. The first choice is which model handles your coding task.</a:t>
            </a:r>
          </a:p>
          <a:p xmlns:a="http://schemas.openxmlformats.org/drawingml/2006/main">
            <a:r>
              <a:t/>
            </a:r>
          </a:p>
          <a:p xmlns:a="http://schemas.openxmlformats.org/drawingml/2006/main">
            <a:r>
              <a:rPr b="0"/>
              <a:t>The reasoning-effort slider adjusts the effort used to work through that task. </a:t>
            </a:r>
            <a:r>
              <a:rPr b="1"/>
              <a:t>One picker exposes both the model and its reasoning setting.</a:t>
            </a:r>
            <a:r>
              <a:rPr b="0"/>
              <a:t> Those familiar controls are our starting point.</a:t>
            </a:r>
          </a:p>
          <a:p xmlns:a="http://schemas.openxmlformats.org/drawingml/2006/main">
            <a:r>
              <a:t/>
            </a:r>
          </a:p>
          <a:p xmlns:a="http://schemas.openxmlformats.org/drawingml/2006/main">
            <a:r>
              <a:rPr b="0"/>
              <a:t>Advance to the Models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AGENTS.md. You give a coding agent the repository's conventions and the checks it should use to validate its work.</a:t>
            </a:r>
          </a:p>
          <a:p xmlns:a="http://schemas.openxmlformats.org/drawingml/2006/main">
            <a:r>
              <a:t/>
            </a:r>
          </a:p>
          <a:p xmlns:a="http://schemas.openxmlformats.org/drawingml/2006/main">
            <a:r>
              <a:rPr b="1"/>
              <a:t>You are supplying context for the task.</a:t>
            </a:r>
            <a:r>
              <a:rPr b="0"/>
              <a:t> The file can explain how work fits this project and how to verify a change before handing it back. It is one familiar part of the information the agent uses.</a:t>
            </a:r>
          </a:p>
          <a:p xmlns:a="http://schemas.openxmlformats.org/drawingml/2006/main">
            <a:r>
              <a:t/>
            </a:r>
          </a:p>
          <a:p xmlns:a="http://schemas.openxmlformats.org/drawingml/2006/main">
            <a:r>
              <a:rPr b="0"/>
              <a:t>Advance to the Context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MCP is the Model Context Protocol. You connect a server to make another service's tools available to your coding agent.</a:t>
            </a:r>
          </a:p>
          <a:p xmlns:a="http://schemas.openxmlformats.org/drawingml/2006/main">
            <a:r>
              <a:t/>
            </a:r>
          </a:p>
          <a:p xmlns:a="http://schemas.openxmlformats.org/drawingml/2006/main">
            <a:r>
              <a:rPr b="1"/>
              <a:t>An MCP connection adds capabilities to the coding agent.</a:t>
            </a:r>
            <a:r>
              <a:rPr b="0"/>
              <a:t> The agent can call those tools as it works on your task. That familiar connection is our starting point.</a:t>
            </a:r>
          </a:p>
          <a:p xmlns:a="http://schemas.openxmlformats.org/drawingml/2006/main">
            <a:r>
              <a:t/>
            </a:r>
          </a:p>
          <a:p xmlns:a="http://schemas.openxmlformats.org/drawingml/2006/main">
            <a:r>
              <a:rPr b="0"/>
              <a:t>Advance to the Tools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“Agents are only as effective as the tools we give them.”</a:t>
            </a:r>
            <a:r>
              <a:rPr b="0"/>
              <a:t> That is Anthropic's framing. </a:t>
            </a:r>
            <a:r>
              <a:rPr b="1"/>
              <a:t>A tool is a contract between code and a model caller.</a:t>
            </a:r>
            <a:r>
              <a:rPr b="0"/>
              <a:t> Its description, inputs, and results affect whether the caller can use it well.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which capabilities need tools? </a:t>
            </a:r>
            <a:r>
              <a:rPr b="1"/>
              <a:t>Choose operations that serve the task.</a:t>
            </a:r>
            <a:r>
              <a:rPr b="0"/>
              <a:t> Evaluate granularity and discovery. Begin with a small set whose tools have distinct purposes.</a:t>
            </a:r>
          </a:p>
          <a:p xmlns:a="http://schemas.openxmlformats.org/drawingml/2006/main">
            <a:r>
              <a:t/>
            </a:r>
          </a:p>
          <a:p xmlns:a="http://schemas.openxmlformats.org/drawingml/2006/main">
            <a:r>
              <a:rPr b="0"/>
              <a:t>Second, what is the contract? Names, inputs, results, and errors. Return useful context alongside stable IDs. Evaluate descriptions with real tasks. A clear name does not replace a precise input schema.</a:t>
            </a:r>
          </a:p>
          <a:p xmlns:a="http://schemas.openxmlformats.org/drawingml/2006/main">
            <a:r>
              <a:t/>
            </a:r>
          </a:p>
          <a:p xmlns:a="http://schemas.openxmlformats.org/drawingml/2006/main">
            <a:r>
              <a:rPr b="0"/>
              <a:t>Third, what may run? </a:t>
            </a:r>
            <a:r>
              <a:rPr b="1"/>
              <a:t>Enforce validation and authorization in code.</a:t>
            </a:r>
            <a:r>
              <a:rPr b="0"/>
              <a:t> Least privilege applies to reads and writes. Require approval where policy calls for it. A model recommendation does not establish permission.</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Descriptions, schemas, and behavior can drift. Update and evaluate them together. Prune overlapping tools and load definitions when needed. Return explicit results, errors, or unknown outcomes. Recheck permissions as capabilities change.</a:t>
            </a:r>
          </a:p>
          <a:p xmlns:a="http://schemas.openxmlformats.org/drawingml/2006/main">
            <a:r>
              <a:t/>
            </a:r>
          </a:p>
          <a:p xmlns:a="http://schemas.openxmlformats.org/drawingml/2006/main">
            <a:r>
              <a:rPr b="1"/>
              <a:t>A description guides the model. Code enforces the contract.</a:t>
            </a:r>
            <a:r>
              <a:rPr b="0"/>
              <a:t> The recurring pitfall is </a:t>
            </a:r>
            <a:r>
              <a:rPr b="1"/>
              <a:t>copying the API surface without evaluating task fit.</a:t>
            </a:r>
            <a:r>
              <a:rPr b="0"/>
              <a:t> A convenient endpoint wrapper still needs to earn its place in the task.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Background services parse and index the FRB records. </a:t>
            </a:r>
            <a:r>
              <a:rPr b="1"/>
              <a:t>Export cited brief is the agent-facing operation.</a:t>
            </a:r>
            <a:r>
              <a:rPr b="0"/>
              <a:t> It accepts a checked draft, citations, and destination. Code enforces access and permitted destinations and requires source IDs, revisions, and locations.</a:t>
            </a:r>
          </a:p>
          <a:p xmlns:a="http://schemas.openxmlformats.org/drawingml/2006/main">
            <a:r>
              <a:t/>
            </a:r>
          </a:p>
          <a:p xmlns:a="http://schemas.openxmlformats.org/drawingml/2006/main">
            <a:r>
              <a:rPr b="0"/>
              <a:t>The export must match the checked draft, with citations and uncertainty intact. Return a receipt. Make failed, incomplete, or unconfirmed exports explicit. The full search and retrieval tool inventory remains in the authoring reference.</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You ask the coding agent for a plan. It breaks the task into proposed implementation steps.</a:t>
            </a:r>
          </a:p>
          <a:p xmlns:a="http://schemas.openxmlformats.org/drawingml/2006/main">
            <a:r>
              <a:t/>
            </a:r>
          </a:p>
          <a:p xmlns:a="http://schemas.openxmlformats.org/drawingml/2006/main">
            <a:r>
              <a:rPr b="1"/>
              <a:t>A plan makes the proposed steps visible.</a:t>
            </a:r>
            <a:r>
              <a:rPr b="0"/>
              <a:t> You review and refine the approach before implementation. This familiar action is our starting point for orchestration: how work is broken down and carried out.</a:t>
            </a:r>
          </a:p>
          <a:p xmlns:a="http://schemas.openxmlformats.org/drawingml/2006/main">
            <a:r>
              <a:t/>
            </a:r>
          </a:p>
          <a:p xmlns:a="http://schemas.openxmlformats.org/drawingml/2006/main">
            <a:r>
              <a:rPr b="0"/>
              <a:t>Advance to the Orchestration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“we recommend finding the simplest solution possible, and only increasing complexity when needed.”</a:t>
            </a:r>
            <a:r>
              <a:rPr b="0"/>
              <a:t> That is Anthropic's recommendation. </a:t>
            </a:r>
            <a:r>
              <a:rPr b="1"/>
              <a:t>Begin with the simplest execution design that meets the task.</a:t>
            </a:r>
            <a:r>
              <a:rPr b="0"/>
              <a:t> More autonomy or more workers must earn their place through measured benefit.</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who chooses the next step? </a:t>
            </a:r>
            <a:r>
              <a:rPr b="1"/>
              <a:t>Use code for known paths and required checks.</a:t>
            </a:r>
            <a:r>
              <a:rPr b="0"/>
              <a:t> Let the model choose where judgment helps. A bounded workflow is a useful starting point. A model's proposed plan does not enforce the execution rules.</a:t>
            </a:r>
          </a:p>
          <a:p xmlns:a="http://schemas.openxmlformats.org/drawingml/2006/main">
            <a:r>
              <a:t/>
            </a:r>
          </a:p>
          <a:p xmlns:a="http://schemas.openxmlformats.org/drawingml/2006/main">
            <a:r>
              <a:rPr b="0"/>
              <a:t>Second, when should work be delegated? Separate tasks that can be done independently. Define handoff inputs and expected results. Add workers only when measured gains justify the coordination. Model selection was the earlier area; this is about dividing and coordinating the work.</a:t>
            </a:r>
          </a:p>
          <a:p xmlns:a="http://schemas.openxmlformats.org/drawingml/2006/main">
            <a:r>
              <a:t/>
            </a:r>
          </a:p>
          <a:p xmlns:a="http://schemas.openxmlformats.org/drawingml/2006/main">
            <a:r>
              <a:rPr b="0"/>
              <a:t>Third, how does execution stop or recover? </a:t>
            </a:r>
            <a:r>
              <a:rPr b="1"/>
              <a:t>Define completion checks, stopping limits, saved state, bounded retries, and human handoff.</a:t>
            </a:r>
            <a:r>
              <a:rPr b="0"/>
              <a:t> Gather context, take action, verify, and repeat only within those limits.</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New branches can bypass checks. Recheck paths and protect acceptance criteria. Handoffs can lose context or produce conflicting results. Keep evidence, uncertainty, and ownership explicit. A timed-out action might have succeeded, so inspect the result before repeating it.</a:t>
            </a:r>
          </a:p>
          <a:p xmlns:a="http://schemas.openxmlformats.org/drawingml/2006/main">
            <a:r>
              <a:t/>
            </a:r>
          </a:p>
          <a:p xmlns:a="http://schemas.openxmlformats.org/drawingml/2006/main">
            <a:r>
              <a:rPr b="1"/>
              <a:t>Set action, token, and end-to-end latency limits.</a:t>
            </a:r>
            <a:r>
              <a:rPr b="0"/>
              <a:t> Save progress needed for recovery. The pitfall is </a:t>
            </a:r>
            <a:r>
              <a:rPr b="1"/>
              <a:t>multi-agent before a workflow was tried.</a:t>
            </a:r>
            <a:r>
              <a:rPr b="0"/>
              <a:t> More coordination has to earn its cost and complexity.</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1"/>
              <a:t>Retrieve the packet, inspect evidence, compare cases, reconcile findings, verify the brief, export.</a:t>
            </a:r>
            <a:r>
              <a:rPr b="0"/>
              <a:t> Begin with these predefined steps for the illustrative FRB system.</a:t>
            </a:r>
          </a:p>
          <a:p xmlns:a="http://schemas.openxmlformats.org/drawingml/2006/main">
            <a:r>
              <a:t/>
            </a:r>
          </a:p>
          <a:p xmlns:a="http://schemas.openxmlformats.org/drawingml/2006/main">
            <a:r>
              <a:rPr b="0"/>
              <a:t>Export only after checks pass. At a limit, return an explicit limitation or hand off. Save steps and exact revisions. Before retrying an export, inspect the receipt and recheck freshness and access.</a:t>
            </a:r>
          </a:p>
          <a:p xmlns:a="http://schemas.openxmlformats.org/drawingml/2006/main">
            <a:r>
              <a:t/>
            </a:r>
          </a:p>
          <a:p xmlns:a="http://schemas.openxmlformats.org/drawingml/2006/main">
            <a:r>
              <a:rPr b="0"/>
              <a:t>Add comparison workers only after measured benefit. They use authorized internal records and return evidence and uncertainty.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Your coding agent runs the repository's tests. The command and its output are part of the work you inspect.</a:t>
            </a:r>
          </a:p>
          <a:p xmlns:a="http://schemas.openxmlformats.org/drawingml/2006/main">
            <a:r>
              <a:t/>
            </a:r>
          </a:p>
          <a:p xmlns:a="http://schemas.openxmlformats.org/drawingml/2006/main">
            <a:r>
              <a:rPr b="1"/>
              <a:t>The test run gives you a result to inspect.</a:t>
            </a:r>
            <a:r>
              <a:rPr b="0"/>
              <a:t> You read that result as part of deciding whether to accept the change. This familiar check is our entry point to verification and evaluation.</a:t>
            </a:r>
          </a:p>
          <a:p xmlns:a="http://schemas.openxmlformats.org/drawingml/2006/main">
            <a:r>
              <a:t/>
            </a:r>
          </a:p>
          <a:p xmlns:a="http://schemas.openxmlformats.org/drawingml/2006/main">
            <a:r>
              <a:rPr b="0"/>
              <a:t>Advance to the Evals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“Error analysis is the most important activity in evals.”</a:t>
            </a:r>
            <a:r>
              <a:rPr b="0"/>
              <a:t> Hamel Husain and Shreya Shankar. Verification checks a result before acceptance. Evaluation measures behavior across cases. </a:t>
            </a:r>
            <a:r>
              <a:rPr b="1"/>
              <a:t>These are complementary uses of checks. Evals are tests of an AI system.</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counts as success? Define the outcome and required constraints, including serious failures and acceptable limits. Work with domain experts on criteria they can apply. Ordinary software tests remain part of this checking machinery.</a:t>
            </a:r>
          </a:p>
          <a:p xmlns:a="http://schemas.openxmlformats.org/drawingml/2006/main">
            <a:r>
              <a:t/>
            </a:r>
          </a:p>
          <a:p xmlns:a="http://schemas.openxmlformats.org/drawingml/2006/main">
            <a:r>
              <a:rPr b="0"/>
              <a:t>Second, which checks can establish it? </a:t>
            </a:r>
            <a:r>
              <a:rPr b="1"/>
              <a:t>Use direct checks where possible.</a:t>
            </a:r>
            <a:r>
              <a:rPr b="0"/>
              <a:t> Some questions, such as faithfulness or useful synthesis, need judgment. Use experts and calibrate model graders against their decisions. A grader's output also needs scrutiny.</a:t>
            </a:r>
          </a:p>
          <a:p xmlns:a="http://schemas.openxmlformats.org/drawingml/2006/main">
            <a:r>
              <a:t/>
            </a:r>
          </a:p>
          <a:p xmlns:a="http://schemas.openxmlformats.org/drawingml/2006/main">
            <a:r>
              <a:rPr b="0"/>
              <a:t>Third, which cases and how many trials? </a:t>
            </a:r>
            <a:r>
              <a:rPr b="1"/>
              <a:t>Start with 20 to 50 cases drawn from real failures.</a:t>
            </a:r>
            <a:r>
              <a:rPr b="0"/>
              <a:t> Cover common tasks and important edge cases. Repeat trials. At least one successful attempt and success across every attempt answer different questions. </a:t>
            </a:r>
            <a:r>
              <a:rPr b="1"/>
              <a:t>Consistency matters for repeated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Outputs reveal missing requirements. Refine criteria with experts. Review grader disagreements and recalibrate. Models and harnesses change, so rerun representative cases and add production failures to the regression suite. Keep evaluating after deployment.</a:t>
            </a:r>
          </a:p>
          <a:p xmlns:a="http://schemas.openxmlformats.org/drawingml/2006/main">
            <a:r>
              <a:t/>
            </a:r>
          </a:p>
          <a:p xmlns:a="http://schemas.openxmlformats.org/drawingml/2006/main">
            <a:r>
              <a:rPr b="1"/>
              <a:t>Inspect the result and the trace before choosing a repair.</a:t>
            </a:r>
            <a:r>
              <a:rPr b="0"/>
              <a:t> The pitfall is </a:t>
            </a:r>
            <a:r>
              <a:rPr b="1"/>
              <a:t>a generic judge instead of error analysis. Trusting the success claim without checking the result.</a:t>
            </a:r>
            <a:r>
              <a:rPr b="0"/>
              <a:t> You need evidence about the actual behavior and where it went wrong.</a:t>
            </a:r>
          </a:p>
          <a:p xmlns:a="http://schemas.openxmlformats.org/drawingml/2006/main">
            <a:r>
              <a:t/>
            </a:r>
          </a:p>
          <a:p xmlns:a="http://schemas.openxmlformats.org/drawingml/2006/main">
            <a:r>
              <a:rPr b="0"/>
              <a:t>An evaluation suite also gives evidence for changes to models, prompts, retrieval, or tools. Keep the result checks and the across-case measurements running together.</a:t>
            </a:r>
          </a:p>
          <a:p xmlns:a="http://schemas.openxmlformats.org/drawingml/2006/main">
            <a:r>
              <a:t/>
            </a:r>
          </a:p>
          <a:p xmlns:a="http://schemas.openxmlformats.org/drawingml/2006/main">
            <a:r>
              <a:rPr b="1"/>
              <a:t>[your story #2]</a:t>
            </a:r>
            <a:r>
              <a:rPr b="0"/>
              <a:t> A failure your tests passed and evals or production caught. Show that the suite was green, the behavior was wrong, and a broader check or real user found it. Sixty seconds. This remains the presenter's personal story, separate from the illustrative FRB check. Hold the general maintenance screen throughout.</a:t>
            </a:r>
          </a:p>
          <a:p xmlns:a="http://schemas.openxmlformats.org/drawingml/2006/main">
            <a:r>
              <a:t/>
            </a:r>
          </a:p>
          <a:p xmlns:a="http://schemas.openxmlformats.org/drawingml/2006/main">
            <a:r>
              <a:rPr b="0"/>
              <a:t>Now apply that discipline to a brief we can check.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This illustrative answer cites FRB-042-MIN r2, section three, paragraph two. </a:t>
            </a:r>
            <a:r>
              <a:rPr b="1"/>
              <a:t>The citation exists, but it does not support the claim.</a:t>
            </a:r>
            <a:r>
              <a:rPr b="0"/>
              <a:t> The minutes leave the cause unresolved and call for inspection. The answer says the board confirmed bearing wear. </a:t>
            </a:r>
            <a:r>
              <a:rPr b="1"/>
              <a:t>Fail.</a:t>
            </a:r>
          </a:p>
          <a:p xmlns:a="http://schemas.openxmlformats.org/drawingml/2006/main">
            <a:r>
              <a:t/>
            </a:r>
          </a:p>
          <a:p xmlns:a="http://schemas.openxmlformats.org/drawingml/2006/main">
            <a:r>
              <a:rPr b="0"/>
              <a:t>Expected: unresolved cause, inspection required. The reference check is direct. Source support needs judgment about the meaning of the passage. Use an expert, or a model grader calibrated against expert decisions. </a:t>
            </a:r>
            <a:r>
              <a:rPr b="1"/>
              <a:t>Citation existence and semantic support are different checks.</a:t>
            </a:r>
          </a:p>
          <a:p xmlns:a="http://schemas.openxmlformats.org/drawingml/2006/main">
            <a:r>
              <a:t/>
            </a:r>
          </a:p>
          <a:p xmlns:a="http://schemas.openxmlformats.org/drawingml/2006/main">
            <a:r>
              <a:rPr b="0"/>
              <a:t>Keep this failure as a regression case and rerun it after changes, alongside the broader suite and repeated trials. Inspect the trace before deciding whether retrieval, compaction, synthesis, or another component needs repair.</a:t>
            </a:r>
          </a:p>
          <a:p xmlns:a="http://schemas.openxmlformats.org/drawingml/2006/main">
            <a:r>
              <a:t/>
            </a:r>
          </a:p>
          <a:p xmlns:a="http://schemas.openxmlformats.org/drawingml/2006/main">
            <a:r>
              <a:rPr b="1"/>
              <a:t>Check the action before accepting it. Measure across representative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“Error analysis is the most important activity in evals.”</a:t>
            </a:r>
            <a:r>
              <a:rPr b="0"/>
              <a:t> Hamel Husain and Shreya Shankar. Verification checks a result before acceptance. Evaluation measures behavior across cases. </a:t>
            </a:r>
            <a:r>
              <a:rPr b="1"/>
              <a:t>These are complementary uses of checks. Evals are tests of an AI system.</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counts as success? Define the outcome and required constraints, including serious failures and acceptable limits. Work with domain experts on criteria they can apply. Ordinary software tests remain part of this checking machinery.</a:t>
            </a:r>
          </a:p>
          <a:p xmlns:a="http://schemas.openxmlformats.org/drawingml/2006/main">
            <a:r>
              <a:t/>
            </a:r>
          </a:p>
          <a:p xmlns:a="http://schemas.openxmlformats.org/drawingml/2006/main">
            <a:r>
              <a:rPr b="0"/>
              <a:t>Second, which checks can establish it? </a:t>
            </a:r>
            <a:r>
              <a:rPr b="1"/>
              <a:t>Use direct checks where possible.</a:t>
            </a:r>
            <a:r>
              <a:rPr b="0"/>
              <a:t> Some questions, such as faithfulness or useful synthesis, need judgment. Use experts and calibrate model graders against their decisions. A grader's output also needs scrutiny.</a:t>
            </a:r>
          </a:p>
          <a:p xmlns:a="http://schemas.openxmlformats.org/drawingml/2006/main">
            <a:r>
              <a:t/>
            </a:r>
          </a:p>
          <a:p xmlns:a="http://schemas.openxmlformats.org/drawingml/2006/main">
            <a:r>
              <a:rPr b="0"/>
              <a:t>Third, which cases and how many trials? </a:t>
            </a:r>
            <a:r>
              <a:rPr b="1"/>
              <a:t>Start with 20 to 50 cases drawn from real failures.</a:t>
            </a:r>
            <a:r>
              <a:rPr b="0"/>
              <a:t> Cover common tasks and important edge cases. Repeat trials. At least one successful attempt and success across every attempt answer different questions. </a:t>
            </a:r>
            <a:r>
              <a:rPr b="1"/>
              <a:t>Consistency matters for repeated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Outputs reveal missing requirements. Refine criteria with experts. Review grader disagreements and recalibrate. Models and harnesses change, so rerun representative cases and add production failures to the regression suite. Keep evaluating after deployment.</a:t>
            </a:r>
          </a:p>
          <a:p xmlns:a="http://schemas.openxmlformats.org/drawingml/2006/main">
            <a:r>
              <a:t/>
            </a:r>
          </a:p>
          <a:p xmlns:a="http://schemas.openxmlformats.org/drawingml/2006/main">
            <a:r>
              <a:rPr b="1"/>
              <a:t>Inspect the result and the trace before choosing a repair.</a:t>
            </a:r>
            <a:r>
              <a:rPr b="0"/>
              <a:t> The pitfall is </a:t>
            </a:r>
            <a:r>
              <a:rPr b="1"/>
              <a:t>a generic judge instead of error analysis. Trusting the success claim without checking the result.</a:t>
            </a:r>
            <a:r>
              <a:rPr b="0"/>
              <a:t> You need evidence about the actual behavior and where it went wrong.</a:t>
            </a:r>
          </a:p>
          <a:p xmlns:a="http://schemas.openxmlformats.org/drawingml/2006/main">
            <a:r>
              <a:t/>
            </a:r>
          </a:p>
          <a:p xmlns:a="http://schemas.openxmlformats.org/drawingml/2006/main">
            <a:r>
              <a:rPr b="0"/>
              <a:t>An evaluation suite also gives evidence for changes to models, prompts, retrieval, or tools. Keep the result checks and the across-case measurements running together.</a:t>
            </a:r>
          </a:p>
          <a:p xmlns:a="http://schemas.openxmlformats.org/drawingml/2006/main">
            <a:r>
              <a:t/>
            </a:r>
          </a:p>
          <a:p xmlns:a="http://schemas.openxmlformats.org/drawingml/2006/main">
            <a:r>
              <a:rPr b="1"/>
              <a:t>[your story #2]</a:t>
            </a:r>
            <a:r>
              <a:rPr b="0"/>
              <a:t> A failure your tests passed and evals or production caught. Show that the suite was green, the behavior was wrong, and a broader check or real user found it. Sixty seconds. This remains the presenter's personal story, separate from the illustrative FRB check. Hold the general maintenance screen throughout.</a:t>
            </a:r>
          </a:p>
          <a:p xmlns:a="http://schemas.openxmlformats.org/drawingml/2006/main">
            <a:r>
              <a:t/>
            </a:r>
          </a:p>
          <a:p xmlns:a="http://schemas.openxmlformats.org/drawingml/2006/main">
            <a:r>
              <a:rPr b="0"/>
              <a:t>Now apply that discipline to a brief we can check.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This illustrative answer cites FRB-042-MIN r2, section three, paragraph two. </a:t>
            </a:r>
            <a:r>
              <a:rPr b="1"/>
              <a:t>The citation exists, but it does not support the claim.</a:t>
            </a:r>
            <a:r>
              <a:rPr b="0"/>
              <a:t> The minutes leave the cause unresolved and call for inspection. The answer says the board confirmed bearing wear. </a:t>
            </a:r>
            <a:r>
              <a:rPr b="1"/>
              <a:t>Fail.</a:t>
            </a:r>
          </a:p>
          <a:p xmlns:a="http://schemas.openxmlformats.org/drawingml/2006/main">
            <a:r>
              <a:t/>
            </a:r>
          </a:p>
          <a:p xmlns:a="http://schemas.openxmlformats.org/drawingml/2006/main">
            <a:r>
              <a:rPr b="0"/>
              <a:t>Expected: unresolved cause, inspection required. The reference check is direct. Source support needs judgment about the meaning of the passage. Use an expert, or a model grader calibrated against expert decisions. </a:t>
            </a:r>
            <a:r>
              <a:rPr b="1"/>
              <a:t>Citation existence and semantic support are different checks.</a:t>
            </a:r>
          </a:p>
          <a:p xmlns:a="http://schemas.openxmlformats.org/drawingml/2006/main">
            <a:r>
              <a:t/>
            </a:r>
          </a:p>
          <a:p xmlns:a="http://schemas.openxmlformats.org/drawingml/2006/main">
            <a:r>
              <a:rPr b="0"/>
              <a:t>Keep this failure as a regression case and rerun it after changes, alongside the broader suite and repeated trials. Inspect the trace before deciding whether retrieval, compaction, synthesis, or another component needs repair.</a:t>
            </a:r>
          </a:p>
          <a:p xmlns:a="http://schemas.openxmlformats.org/drawingml/2006/main">
            <a:r>
              <a:t/>
            </a:r>
          </a:p>
          <a:p xmlns:a="http://schemas.openxmlformats.org/drawingml/2006/main">
            <a:r>
              <a:rPr b="1"/>
              <a:t>Check the action before accepting it. Measure across representative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“Error analysis is the most important activity in evals.”</a:t>
            </a:r>
            <a:r>
              <a:rPr b="0"/>
              <a:t> Hamel Husain and Shreya Shankar. Verification checks a result before acceptance. Evaluation measures behavior across cases. </a:t>
            </a:r>
            <a:r>
              <a:rPr b="1"/>
              <a:t>These are complementary uses of checks. Evals are tests of an AI system.</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counts as success? Define the outcome and required constraints, including serious failures and acceptable limits. Work with domain experts on criteria they can apply. Ordinary software tests remain part of this checking machinery.</a:t>
            </a:r>
          </a:p>
          <a:p xmlns:a="http://schemas.openxmlformats.org/drawingml/2006/main">
            <a:r>
              <a:t/>
            </a:r>
          </a:p>
          <a:p xmlns:a="http://schemas.openxmlformats.org/drawingml/2006/main">
            <a:r>
              <a:rPr b="0"/>
              <a:t>Second, which checks can establish it? </a:t>
            </a:r>
            <a:r>
              <a:rPr b="1"/>
              <a:t>Use direct checks where possible.</a:t>
            </a:r>
            <a:r>
              <a:rPr b="0"/>
              <a:t> Some questions, such as faithfulness or useful synthesis, need judgment. Use experts and calibrate model graders against their decisions. A grader's output also needs scrutiny.</a:t>
            </a:r>
          </a:p>
          <a:p xmlns:a="http://schemas.openxmlformats.org/drawingml/2006/main">
            <a:r>
              <a:t/>
            </a:r>
          </a:p>
          <a:p xmlns:a="http://schemas.openxmlformats.org/drawingml/2006/main">
            <a:r>
              <a:rPr b="0"/>
              <a:t>Third, which cases and how many trials? </a:t>
            </a:r>
            <a:r>
              <a:rPr b="1"/>
              <a:t>Start with 20 to 50 cases drawn from real failures.</a:t>
            </a:r>
            <a:r>
              <a:rPr b="0"/>
              <a:t> Cover common tasks and important edge cases. Repeat trials. At least one successful attempt and success across every attempt answer different questions. </a:t>
            </a:r>
            <a:r>
              <a:rPr b="1"/>
              <a:t>Consistency matters for repeated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Outputs reveal missing requirements. Refine criteria with experts. Review grader disagreements and recalibrate. Models and harnesses change, so rerun representative cases and add production failures to the regression suite. Keep evaluating after deployment.</a:t>
            </a:r>
          </a:p>
          <a:p xmlns:a="http://schemas.openxmlformats.org/drawingml/2006/main">
            <a:r>
              <a:t/>
            </a:r>
          </a:p>
          <a:p xmlns:a="http://schemas.openxmlformats.org/drawingml/2006/main">
            <a:r>
              <a:rPr b="1"/>
              <a:t>Inspect the result and the trace before choosing a repair.</a:t>
            </a:r>
            <a:r>
              <a:rPr b="0"/>
              <a:t> The pitfall is </a:t>
            </a:r>
            <a:r>
              <a:rPr b="1"/>
              <a:t>a generic judge instead of error analysis. Trusting the success claim without checking the result.</a:t>
            </a:r>
            <a:r>
              <a:rPr b="0"/>
              <a:t> You need evidence about the actual behavior and where it went wrong.</a:t>
            </a:r>
          </a:p>
          <a:p xmlns:a="http://schemas.openxmlformats.org/drawingml/2006/main">
            <a:r>
              <a:t/>
            </a:r>
          </a:p>
          <a:p xmlns:a="http://schemas.openxmlformats.org/drawingml/2006/main">
            <a:r>
              <a:rPr b="0"/>
              <a:t>An evaluation suite also gives evidence for changes to models, prompts, retrieval, or tools. Keep the result checks and the across-case measurements running together.</a:t>
            </a:r>
          </a:p>
          <a:p xmlns:a="http://schemas.openxmlformats.org/drawingml/2006/main">
            <a:r>
              <a:t/>
            </a:r>
          </a:p>
          <a:p xmlns:a="http://schemas.openxmlformats.org/drawingml/2006/main">
            <a:r>
              <a:rPr b="1"/>
              <a:t>[your story #2]</a:t>
            </a:r>
            <a:r>
              <a:rPr b="0"/>
              <a:t> A failure your tests passed and evals or production caught. Show that the suite was green, the behavior was wrong, and a broader check or real user found it. Sixty seconds. This remains the presenter's personal story, separate from the illustrative FRB check. Hold the general maintenance screen throughout.</a:t>
            </a:r>
          </a:p>
          <a:p xmlns:a="http://schemas.openxmlformats.org/drawingml/2006/main">
            <a:r>
              <a:t/>
            </a:r>
          </a:p>
          <a:p xmlns:a="http://schemas.openxmlformats.org/drawingml/2006/main">
            <a:r>
              <a:rPr b="0"/>
              <a:t>Now apply that discipline to a brief we can check.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This illustrative answer cites FRB-042-MIN r2, section three, paragraph two. </a:t>
            </a:r>
            <a:r>
              <a:rPr b="1"/>
              <a:t>The citation exists, but it does not support the claim.</a:t>
            </a:r>
            <a:r>
              <a:rPr b="0"/>
              <a:t> The minutes leave the cause unresolved and call for inspection. The answer says the board confirmed bearing wear. </a:t>
            </a:r>
            <a:r>
              <a:rPr b="1"/>
              <a:t>Fail.</a:t>
            </a:r>
          </a:p>
          <a:p xmlns:a="http://schemas.openxmlformats.org/drawingml/2006/main">
            <a:r>
              <a:t/>
            </a:r>
          </a:p>
          <a:p xmlns:a="http://schemas.openxmlformats.org/drawingml/2006/main">
            <a:r>
              <a:rPr b="0"/>
              <a:t>Expected: unresolved cause, inspection required. The reference check is direct. Source support needs judgment about the meaning of the passage. Use an expert, or a model grader calibrated against expert decisions. </a:t>
            </a:r>
            <a:r>
              <a:rPr b="1"/>
              <a:t>Citation existence and semantic support are different checks.</a:t>
            </a:r>
          </a:p>
          <a:p xmlns:a="http://schemas.openxmlformats.org/drawingml/2006/main">
            <a:r>
              <a:t/>
            </a:r>
          </a:p>
          <a:p xmlns:a="http://schemas.openxmlformats.org/drawingml/2006/main">
            <a:r>
              <a:rPr b="0"/>
              <a:t>Keep this failure as a regression case and rerun it after changes, alongside the broader suite and repeated trials. Inspect the trace before deciding whether retrieval, compaction, synthesis, or another component needs repair.</a:t>
            </a:r>
          </a:p>
          <a:p xmlns:a="http://schemas.openxmlformats.org/drawingml/2006/main">
            <a:r>
              <a:t/>
            </a:r>
          </a:p>
          <a:p xmlns:a="http://schemas.openxmlformats.org/drawingml/2006/main">
            <a:r>
              <a:rPr b="1"/>
              <a:t>Check the action before accepting it. Measure across representative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“Error analysis is the most important activity in evals.”</a:t>
            </a:r>
            <a:r>
              <a:rPr b="0"/>
              <a:t> Hamel Husain and Shreya Shankar. Verification checks a result before acceptance. Evaluation measures behavior across cases. </a:t>
            </a:r>
            <a:r>
              <a:rPr b="1"/>
              <a:t>These are complementary uses of checks. Evals are tests of an AI system.</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counts as success? Define the outcome and required constraints, including serious failures and acceptable limits. Work with domain experts on criteria they can apply. Ordinary software tests remain part of this checking machinery.</a:t>
            </a:r>
          </a:p>
          <a:p xmlns:a="http://schemas.openxmlformats.org/drawingml/2006/main">
            <a:r>
              <a:t/>
            </a:r>
          </a:p>
          <a:p xmlns:a="http://schemas.openxmlformats.org/drawingml/2006/main">
            <a:r>
              <a:rPr b="0"/>
              <a:t>Second, which checks can establish it? </a:t>
            </a:r>
            <a:r>
              <a:rPr b="1"/>
              <a:t>Use direct checks where possible.</a:t>
            </a:r>
            <a:r>
              <a:rPr b="0"/>
              <a:t> Some questions, such as faithfulness or useful synthesis, need judgment. Use experts and calibrate model graders against their decisions. A grader's output also needs scrutiny.</a:t>
            </a:r>
          </a:p>
          <a:p xmlns:a="http://schemas.openxmlformats.org/drawingml/2006/main">
            <a:r>
              <a:t/>
            </a:r>
          </a:p>
          <a:p xmlns:a="http://schemas.openxmlformats.org/drawingml/2006/main">
            <a:r>
              <a:rPr b="0"/>
              <a:t>Third, which cases and how many trials? </a:t>
            </a:r>
            <a:r>
              <a:rPr b="1"/>
              <a:t>Start with 20 to 50 cases drawn from real failures.</a:t>
            </a:r>
            <a:r>
              <a:rPr b="0"/>
              <a:t> Cover common tasks and important edge cases. Repeat trials. At least one successful attempt and success across every attempt answer different questions. </a:t>
            </a:r>
            <a:r>
              <a:rPr b="1"/>
              <a:t>Consistency matters for repeated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Outputs reveal missing requirements. Refine criteria with experts. Review grader disagreements and recalibrate. Models and harnesses change, so rerun representative cases and add production failures to the regression suite. Keep evaluating after deployment.</a:t>
            </a:r>
          </a:p>
          <a:p xmlns:a="http://schemas.openxmlformats.org/drawingml/2006/main">
            <a:r>
              <a:t/>
            </a:r>
          </a:p>
          <a:p xmlns:a="http://schemas.openxmlformats.org/drawingml/2006/main">
            <a:r>
              <a:rPr b="1"/>
              <a:t>Inspect the result and the trace before choosing a repair.</a:t>
            </a:r>
            <a:r>
              <a:rPr b="0"/>
              <a:t> The pitfall is </a:t>
            </a:r>
            <a:r>
              <a:rPr b="1"/>
              <a:t>a generic judge instead of error analysis. Trusting the success claim without checking the result.</a:t>
            </a:r>
            <a:r>
              <a:rPr b="0"/>
              <a:t> You need evidence about the actual behavior and where it went wrong.</a:t>
            </a:r>
          </a:p>
          <a:p xmlns:a="http://schemas.openxmlformats.org/drawingml/2006/main">
            <a:r>
              <a:t/>
            </a:r>
          </a:p>
          <a:p xmlns:a="http://schemas.openxmlformats.org/drawingml/2006/main">
            <a:r>
              <a:rPr b="0"/>
              <a:t>An evaluation suite also gives evidence for changes to models, prompts, retrieval, or tools. Keep the result checks and the across-case measurements running together.</a:t>
            </a:r>
          </a:p>
          <a:p xmlns:a="http://schemas.openxmlformats.org/drawingml/2006/main">
            <a:r>
              <a:t/>
            </a:r>
          </a:p>
          <a:p xmlns:a="http://schemas.openxmlformats.org/drawingml/2006/main">
            <a:r>
              <a:rPr b="1"/>
              <a:t>[your story #2]</a:t>
            </a:r>
            <a:r>
              <a:rPr b="0"/>
              <a:t> A failure your tests passed and evals or production caught. Show that the suite was green, the behavior was wrong, and a broader check or real user found it. Sixty seconds. This remains the presenter's personal story, separate from the illustrative FRB check. Hold the general maintenance screen throughout.</a:t>
            </a:r>
          </a:p>
          <a:p xmlns:a="http://schemas.openxmlformats.org/drawingml/2006/main">
            <a:r>
              <a:t/>
            </a:r>
          </a:p>
          <a:p xmlns:a="http://schemas.openxmlformats.org/drawingml/2006/main">
            <a:r>
              <a:rPr b="0"/>
              <a:t>Now apply that discipline to a brief we can check.</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This illustrative answer cites FRB-042-MIN r2, section three, paragraph two. </a:t>
            </a:r>
            <a:r>
              <a:rPr b="1"/>
              <a:t>The citation exists, but it does not support the claim.</a:t>
            </a:r>
            <a:r>
              <a:rPr b="0"/>
              <a:t> The minutes leave the cause unresolved and call for inspection. The answer says the board confirmed bearing wear. </a:t>
            </a:r>
            <a:r>
              <a:rPr b="1"/>
              <a:t>Fail.</a:t>
            </a:r>
          </a:p>
          <a:p xmlns:a="http://schemas.openxmlformats.org/drawingml/2006/main">
            <a:r>
              <a:t/>
            </a:r>
          </a:p>
          <a:p xmlns:a="http://schemas.openxmlformats.org/drawingml/2006/main">
            <a:r>
              <a:rPr b="0"/>
              <a:t>Expected: unresolved cause, inspection required. The reference check is direct. Source support needs judgment about the meaning of the passage. Use an expert, or a model grader calibrated against expert decisions. </a:t>
            </a:r>
            <a:r>
              <a:rPr b="1"/>
              <a:t>Citation existence and semantic support are different checks.</a:t>
            </a:r>
          </a:p>
          <a:p xmlns:a="http://schemas.openxmlformats.org/drawingml/2006/main">
            <a:r>
              <a:t/>
            </a:r>
          </a:p>
          <a:p xmlns:a="http://schemas.openxmlformats.org/drawingml/2006/main">
            <a:r>
              <a:rPr b="0"/>
              <a:t>Keep this failure as a regression case and rerun it after changes, alongside the broader suite and repeated trials. Inspect the trace before deciding whether retrieval, compaction, synthesis, or another component needs repair.</a:t>
            </a:r>
          </a:p>
          <a:p xmlns:a="http://schemas.openxmlformats.org/drawingml/2006/main">
            <a:r>
              <a:t/>
            </a:r>
          </a:p>
          <a:p xmlns:a="http://schemas.openxmlformats.org/drawingml/2006/main">
            <a:r>
              <a:rPr b="1"/>
              <a:t>Check the action before accepting it. Measure across representative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Devin CLI has a usage view that shows estimated consumption for the session.</a:t>
            </a:r>
          </a:p>
          <a:p xmlns:a="http://schemas.openxmlformats.org/drawingml/2006/main">
            <a:r>
              <a:t/>
            </a:r>
          </a:p>
          <a:p xmlns:a="http://schemas.openxmlformats.org/drawingml/2006/main">
            <a:r>
              <a:rPr b="1"/>
              <a:t>You can inspect the resources the coding agent has used.</a:t>
            </a:r>
            <a:r>
              <a:rPr b="0"/>
              <a:t> Relate that usage to the task you asked it to perform. This familiar view is our starting point for operating the system.</a:t>
            </a:r>
          </a:p>
          <a:p xmlns:a="http://schemas.openxmlformats.org/drawingml/2006/main">
            <a:r>
              <a:t/>
            </a:r>
          </a:p>
          <a:p xmlns:a="http://schemas.openxmlformats.org/drawingml/2006/main">
            <a:r>
              <a:rPr b="0"/>
              <a:t>Advance to the Operating it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“The next wave of agent failures won't be about what agents can't do. It'll be about what teams can't observe.”</a:t>
            </a:r>
            <a:r>
              <a:rPr b="0"/>
              <a:t> Guillermo Rauch, quoted in Datadog's report. </a:t>
            </a:r>
            <a:r>
              <a:rPr b="1"/>
              <a:t>The owner needs evidence of what the system actually did.</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Four decisions. First, what may the system access and do? </a:t>
            </a:r>
            <a:r>
              <a:rPr b="1"/>
              <a:t>Enforce identity, scope, and permitted destinations outside the model.</a:t>
            </a:r>
            <a:r>
              <a:rPr b="0"/>
              <a:t> Start with least privilege and explicit approval requirements. This includes reads and outbound communication.</a:t>
            </a:r>
          </a:p>
          <a:p xmlns:a="http://schemas.openxmlformats.org/drawingml/2006/main">
            <a:r>
              <a:t/>
            </a:r>
          </a:p>
          <a:p xmlns:a="http://schemas.openxmlformats.org/drawingml/2006/main">
            <a:r>
              <a:rPr b="0"/>
              <a:t>Second, what must you observe? Trace model calls, tools, and outcomes. </a:t>
            </a:r>
            <a:r>
              <a:rPr b="1"/>
              <a:t>Measure quality, cost per completed task, and end-to-end latency.</a:t>
            </a:r>
            <a:r>
              <a:rPr b="0"/>
              <a:t> A successful request log alone does not explain whether the user's task was completed correctly.</a:t>
            </a:r>
          </a:p>
          <a:p xmlns:a="http://schemas.openxmlformats.org/drawingml/2006/main">
            <a:r>
              <a:t/>
            </a:r>
          </a:p>
          <a:p xmlns:a="http://schemas.openxmlformats.org/drawingml/2006/main">
            <a:r>
              <a:rPr b="0"/>
              <a:t>Third, when should it stop or hand off? Set enforceable budgets and failure responses. Guardrails include validation, sandboxing, and limits on consequential actions. Stop or escalate when a limit or check fails, with enough context for a person to take over.</a:t>
            </a:r>
          </a:p>
          <a:p xmlns:a="http://schemas.openxmlformats.org/drawingml/2006/main">
            <a:r>
              <a:t/>
            </a:r>
          </a:p>
          <a:p xmlns:a="http://schemas.openxmlformats.org/drawingml/2006/main">
            <a:r>
              <a:rPr b="0"/>
              <a:t>Fourth, who owns approvals and incidents? Assign an accountable operator and review process. Keep audit trails and a rollback path. Governance includes deciding who may approve changes and who responds when behavior departs from the intended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Integrations change the combined system. </a:t>
            </a:r>
            <a:r>
              <a:rPr b="1"/>
              <a:t>Private data, untrusted content, and external communication can combine into an exfiltration path.</a:t>
            </a:r>
            <a:r>
              <a:rPr b="0"/>
              <a:t> Simon Willison calls this the lethal trifecta. An internal attachment can carry untrusted instructions, and a web fetch can communicate externally. Break or constrain that path. It describes one threat model.</a:t>
            </a:r>
          </a:p>
          <a:p xmlns:a="http://schemas.openxmlformats.org/drawingml/2006/main">
            <a:r>
              <a:t/>
            </a:r>
          </a:p>
          <a:p xmlns:a="http://schemas.openxmlformats.org/drawingml/2006/main">
            <a:r>
              <a:rPr b="0"/>
              <a:t>Changes can move quality, cost, and latency. Inspect failed traces and feed them back into evals. Restrict trace access. Permissions and policies change too, so recheck access, approvals, alerts, and handoff.</a:t>
            </a:r>
          </a:p>
          <a:p xmlns:a="http://schemas.openxmlformats.org/drawingml/2006/main">
            <a:r>
              <a:t/>
            </a:r>
          </a:p>
          <a:p xmlns:a="http://schemas.openxmlformats.org/drawingml/2006/main">
            <a:r>
              <a:rPr b="1"/>
              <a:t>A probabilistic filter is insufficient as the sole security boundary.</a:t>
            </a:r>
            <a:r>
              <a:rPr b="0"/>
              <a:t> The pitfall is </a:t>
            </a:r>
            <a:r>
              <a:rPr b="1"/>
              <a:t>the lethal trifecta, assembled one integration at a time.</a:t>
            </a:r>
            <a:r>
              <a:rPr b="0"/>
              <a:t> Review the combined capabilities as the system grows.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an illustrative operating agreement for the FRB system. Enforce access to authorized records and permitted export destinations outside the model.</a:t>
            </a:r>
          </a:p>
          <a:p xmlns:a="http://schemas.openxmlformats.org/drawingml/2006/main">
            <a:r>
              <a:t/>
            </a:r>
          </a:p>
          <a:p xmlns:a="http://schemas.openxmlformats.org/drawingml/2006/main">
            <a:r>
              <a:rPr b="0"/>
              <a:t>Trace exact revisions, decisions, checks, and exports. Restrict trace access. Monitor quality, freshness, parsing and tool failures, cost per completed brief, and latency.</a:t>
            </a:r>
          </a:p>
          <a:p xmlns:a="http://schemas.openxmlformats.org/drawingml/2006/main">
            <a:r>
              <a:t/>
            </a:r>
          </a:p>
          <a:p xmlns:a="http://schemas.openxmlformats.org/drawingml/2006/main">
            <a:r>
              <a:rPr b="0"/>
              <a:t>Failed checks, missing evidence, or exhausted budgets produce an explicit limitation or human handoff. </a:t>
            </a:r>
            <a:r>
              <a:rPr b="1"/>
              <a:t>People own official causes, decisions, and board records.</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5: SECTION WRAP</a:t>
            </a:r>
          </a:p>
          <a:p xmlns:a="http://schemas.openxmlformats.org/drawingml/2006/main">
            <a:r>
              <a:t/>
            </a:r>
          </a:p>
          <a:p xmlns:a="http://schemas.openxmlformats.org/drawingml/2006/main">
            <a:r>
              <a:rPr b="1"/>
              <a:t>Every box is something you can engineer, because most of it is engineering you already know how to do.</a:t>
            </a:r>
            <a:r>
              <a:rPr b="0"/>
              <a:t> The six areas gave us decisions, maintenance responsibilities, and one applied example. Now we can connect them to the skills you already have and the ones you need to build.</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“The next wave of agent failures won't be about what agents can't do. It'll be about what teams can't observe.”</a:t>
            </a:r>
            <a:r>
              <a:rPr b="0"/>
              <a:t> Guillermo Rauch, quoted in Datadog's report. </a:t>
            </a:r>
            <a:r>
              <a:rPr b="1"/>
              <a:t>The owner needs evidence of what the system actually did.</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Four decisions. First, what may the system access and do? </a:t>
            </a:r>
            <a:r>
              <a:rPr b="1"/>
              <a:t>Enforce identity, scope, and permitted destinations outside the model.</a:t>
            </a:r>
            <a:r>
              <a:rPr b="0"/>
              <a:t> Start with least privilege and explicit approval requirements. This includes reads and outbound communication.</a:t>
            </a:r>
          </a:p>
          <a:p xmlns:a="http://schemas.openxmlformats.org/drawingml/2006/main">
            <a:r>
              <a:t/>
            </a:r>
          </a:p>
          <a:p xmlns:a="http://schemas.openxmlformats.org/drawingml/2006/main">
            <a:r>
              <a:rPr b="0"/>
              <a:t>Second, what must you observe? Trace model calls, tools, and outcomes. </a:t>
            </a:r>
            <a:r>
              <a:rPr b="1"/>
              <a:t>Measure quality, cost per completed task, and end-to-end latency.</a:t>
            </a:r>
            <a:r>
              <a:rPr b="0"/>
              <a:t> A successful request log alone does not explain whether the user's task was completed correctly.</a:t>
            </a:r>
          </a:p>
          <a:p xmlns:a="http://schemas.openxmlformats.org/drawingml/2006/main">
            <a:r>
              <a:t/>
            </a:r>
          </a:p>
          <a:p xmlns:a="http://schemas.openxmlformats.org/drawingml/2006/main">
            <a:r>
              <a:rPr b="0"/>
              <a:t>Third, when should it stop or hand off? Set enforceable budgets and failure responses. Guardrails include validation, sandboxing, and limits on consequential actions. Stop or escalate when a limit or check fails, with enough context for a person to take over.</a:t>
            </a:r>
          </a:p>
          <a:p xmlns:a="http://schemas.openxmlformats.org/drawingml/2006/main">
            <a:r>
              <a:t/>
            </a:r>
          </a:p>
          <a:p xmlns:a="http://schemas.openxmlformats.org/drawingml/2006/main">
            <a:r>
              <a:rPr b="0"/>
              <a:t>Fourth, who owns approvals and incidents? Assign an accountable operator and review process. Keep audit trails and a rollback path. Governance includes deciding who may approve changes and who responds when behavior departs from the intended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Integrations change the combined system. </a:t>
            </a:r>
            <a:r>
              <a:rPr b="1"/>
              <a:t>Private data, untrusted content, and external communication can combine into an exfiltration path.</a:t>
            </a:r>
            <a:r>
              <a:rPr b="0"/>
              <a:t> Simon Willison calls this the lethal trifecta. An internal attachment can carry untrusted instructions, and a web fetch can communicate externally. Break or constrain that path. It describes one threat model.</a:t>
            </a:r>
          </a:p>
          <a:p xmlns:a="http://schemas.openxmlformats.org/drawingml/2006/main">
            <a:r>
              <a:t/>
            </a:r>
          </a:p>
          <a:p xmlns:a="http://schemas.openxmlformats.org/drawingml/2006/main">
            <a:r>
              <a:rPr b="0"/>
              <a:t>Changes can move quality, cost, and latency. Inspect failed traces and feed them back into evals. Restrict trace access. Permissions and policies change too, so recheck access, approvals, alerts, and handoff.</a:t>
            </a:r>
          </a:p>
          <a:p xmlns:a="http://schemas.openxmlformats.org/drawingml/2006/main">
            <a:r>
              <a:t/>
            </a:r>
          </a:p>
          <a:p xmlns:a="http://schemas.openxmlformats.org/drawingml/2006/main">
            <a:r>
              <a:rPr b="1"/>
              <a:t>A probabilistic filter is insufficient as the sole security boundary.</a:t>
            </a:r>
            <a:r>
              <a:rPr b="0"/>
              <a:t> The pitfall is </a:t>
            </a:r>
            <a:r>
              <a:rPr b="1"/>
              <a:t>the lethal trifecta, assembled one integration at a time.</a:t>
            </a:r>
            <a:r>
              <a:rPr b="0"/>
              <a:t> Review the combined capabilities as the system grows.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an illustrative operating agreement for the FRB system. Enforce access to authorized records and permitted export destinations outside the model.</a:t>
            </a:r>
          </a:p>
          <a:p xmlns:a="http://schemas.openxmlformats.org/drawingml/2006/main">
            <a:r>
              <a:t/>
            </a:r>
          </a:p>
          <a:p xmlns:a="http://schemas.openxmlformats.org/drawingml/2006/main">
            <a:r>
              <a:rPr b="0"/>
              <a:t>Trace exact revisions, decisions, checks, and exports. Restrict trace access. Monitor quality, freshness, parsing and tool failures, cost per completed brief, and latency.</a:t>
            </a:r>
          </a:p>
          <a:p xmlns:a="http://schemas.openxmlformats.org/drawingml/2006/main">
            <a:r>
              <a:t/>
            </a:r>
          </a:p>
          <a:p xmlns:a="http://schemas.openxmlformats.org/drawingml/2006/main">
            <a:r>
              <a:rPr b="0"/>
              <a:t>Failed checks, missing evidence, or exhausted budgets produce an explicit limitation or human handoff. </a:t>
            </a:r>
            <a:r>
              <a:rPr b="1"/>
              <a:t>People own official causes, decisions, and board records.</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5: SECTION WRAP</a:t>
            </a:r>
          </a:p>
          <a:p xmlns:a="http://schemas.openxmlformats.org/drawingml/2006/main">
            <a:r>
              <a:t/>
            </a:r>
          </a:p>
          <a:p xmlns:a="http://schemas.openxmlformats.org/drawingml/2006/main">
            <a:r>
              <a:rPr b="1"/>
              <a:t>Every box is something you can engineer, because most of it is engineering you already know how to do.</a:t>
            </a:r>
            <a:r>
              <a:rPr b="0"/>
              <a:t> The six areas gave us decisions, maintenance responsibilities, and one applied example. Now we can connect them to the skills you already have and the ones you need to build.</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“The next wave of agent failures won't be about what agents can't do. It'll be about what teams can't observe.”</a:t>
            </a:r>
            <a:r>
              <a:rPr b="0"/>
              <a:t> Guillermo Rauch, quoted in Datadog's report. </a:t>
            </a:r>
            <a:r>
              <a:rPr b="1"/>
              <a:t>The owner needs evidence of what the system actually did.</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Four decisions. First, what may the system access and do? </a:t>
            </a:r>
            <a:r>
              <a:rPr b="1"/>
              <a:t>Enforce identity, scope, and permitted destinations outside the model.</a:t>
            </a:r>
            <a:r>
              <a:rPr b="0"/>
              <a:t> Start with least privilege and explicit approval requirements. This includes reads and outbound communication.</a:t>
            </a:r>
          </a:p>
          <a:p xmlns:a="http://schemas.openxmlformats.org/drawingml/2006/main">
            <a:r>
              <a:t/>
            </a:r>
          </a:p>
          <a:p xmlns:a="http://schemas.openxmlformats.org/drawingml/2006/main">
            <a:r>
              <a:rPr b="0"/>
              <a:t>Second, what must you observe? Trace model calls, tools, and outcomes. </a:t>
            </a:r>
            <a:r>
              <a:rPr b="1"/>
              <a:t>Measure quality, cost per completed task, and end-to-end latency.</a:t>
            </a:r>
            <a:r>
              <a:rPr b="0"/>
              <a:t> A successful request log alone does not explain whether the user's task was completed correctly.</a:t>
            </a:r>
          </a:p>
          <a:p xmlns:a="http://schemas.openxmlformats.org/drawingml/2006/main">
            <a:r>
              <a:t/>
            </a:r>
          </a:p>
          <a:p xmlns:a="http://schemas.openxmlformats.org/drawingml/2006/main">
            <a:r>
              <a:rPr b="0"/>
              <a:t>Third, when should it stop or hand off? Set enforceable budgets and failure responses. Guardrails include validation, sandboxing, and limits on consequential actions. Stop or escalate when a limit or check fails, with enough context for a person to take over.</a:t>
            </a:r>
          </a:p>
          <a:p xmlns:a="http://schemas.openxmlformats.org/drawingml/2006/main">
            <a:r>
              <a:t/>
            </a:r>
          </a:p>
          <a:p xmlns:a="http://schemas.openxmlformats.org/drawingml/2006/main">
            <a:r>
              <a:rPr b="0"/>
              <a:t>Fourth, who owns approvals and incidents? Assign an accountable operator and review process. Keep audit trails and a rollback path. Governance includes deciding who may approve changes and who responds when behavior departs from the intended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Integrations change the combined system. </a:t>
            </a:r>
            <a:r>
              <a:rPr b="1"/>
              <a:t>Private data, untrusted content, and external communication can combine into an exfiltration path.</a:t>
            </a:r>
            <a:r>
              <a:rPr b="0"/>
              <a:t> Simon Willison calls this the lethal trifecta. An internal attachment can carry untrusted instructions, and a web fetch can communicate externally. Break or constrain that path. It describes one threat model.</a:t>
            </a:r>
          </a:p>
          <a:p xmlns:a="http://schemas.openxmlformats.org/drawingml/2006/main">
            <a:r>
              <a:t/>
            </a:r>
          </a:p>
          <a:p xmlns:a="http://schemas.openxmlformats.org/drawingml/2006/main">
            <a:r>
              <a:rPr b="0"/>
              <a:t>Changes can move quality, cost, and latency. Inspect failed traces and feed them back into evals. Restrict trace access. Permissions and policies change too, so recheck access, approvals, alerts, and handoff.</a:t>
            </a:r>
          </a:p>
          <a:p xmlns:a="http://schemas.openxmlformats.org/drawingml/2006/main">
            <a:r>
              <a:t/>
            </a:r>
          </a:p>
          <a:p xmlns:a="http://schemas.openxmlformats.org/drawingml/2006/main">
            <a:r>
              <a:rPr b="1"/>
              <a:t>A probabilistic filter is insufficient as the sole security boundary.</a:t>
            </a:r>
            <a:r>
              <a:rPr b="0"/>
              <a:t> The pitfall is </a:t>
            </a:r>
            <a:r>
              <a:rPr b="1"/>
              <a:t>the lethal trifecta, assembled one integration at a time.</a:t>
            </a:r>
            <a:r>
              <a:rPr b="0"/>
              <a:t> Review the combined capabilities as the system grows.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an illustrative operating agreement for the FRB system. Enforce access to authorized records and permitted export destinations outside the model.</a:t>
            </a:r>
          </a:p>
          <a:p xmlns:a="http://schemas.openxmlformats.org/drawingml/2006/main">
            <a:r>
              <a:t/>
            </a:r>
          </a:p>
          <a:p xmlns:a="http://schemas.openxmlformats.org/drawingml/2006/main">
            <a:r>
              <a:rPr b="0"/>
              <a:t>Trace exact revisions, decisions, checks, and exports. Restrict trace access. Monitor quality, freshness, parsing and tool failures, cost per completed brief, and latency.</a:t>
            </a:r>
          </a:p>
          <a:p xmlns:a="http://schemas.openxmlformats.org/drawingml/2006/main">
            <a:r>
              <a:t/>
            </a:r>
          </a:p>
          <a:p xmlns:a="http://schemas.openxmlformats.org/drawingml/2006/main">
            <a:r>
              <a:rPr b="0"/>
              <a:t>Failed checks, missing evidence, or exhausted budgets produce an explicit limitation or human handoff. </a:t>
            </a:r>
            <a:r>
              <a:rPr b="1"/>
              <a:t>People own official causes, decisions, and board records.</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5: SECTION WRAP</a:t>
            </a:r>
          </a:p>
          <a:p xmlns:a="http://schemas.openxmlformats.org/drawingml/2006/main">
            <a:r>
              <a:t/>
            </a:r>
          </a:p>
          <a:p xmlns:a="http://schemas.openxmlformats.org/drawingml/2006/main">
            <a:r>
              <a:rPr b="1"/>
              <a:t>Every box is something you can engineer, because most of it is engineering you already know how to do.</a:t>
            </a:r>
            <a:r>
              <a:rPr b="0"/>
              <a:t> The six areas gave us decisions, maintenance responsibilities, and one applied example. Now we can connect them to the skills you already have and the ones you need to build.</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“The next wave of agent failures won't be about what agents can't do. It'll be about what teams can't observe.”</a:t>
            </a:r>
            <a:r>
              <a:rPr b="0"/>
              <a:t> Guillermo Rauch, quoted in Datadog's report. </a:t>
            </a:r>
            <a:r>
              <a:rPr b="1"/>
              <a:t>The owner needs evidence of what the system actually did.</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Four decisions. First, what may the system access and do? </a:t>
            </a:r>
            <a:r>
              <a:rPr b="1"/>
              <a:t>Enforce identity, scope, and permitted destinations outside the model.</a:t>
            </a:r>
            <a:r>
              <a:rPr b="0"/>
              <a:t> Start with least privilege and explicit approval requirements. This includes reads and outbound communication.</a:t>
            </a:r>
          </a:p>
          <a:p xmlns:a="http://schemas.openxmlformats.org/drawingml/2006/main">
            <a:r>
              <a:t/>
            </a:r>
          </a:p>
          <a:p xmlns:a="http://schemas.openxmlformats.org/drawingml/2006/main">
            <a:r>
              <a:rPr b="0"/>
              <a:t>Second, what must you observe? Trace model calls, tools, and outcomes. </a:t>
            </a:r>
            <a:r>
              <a:rPr b="1"/>
              <a:t>Measure quality, cost per completed task, and end-to-end latency.</a:t>
            </a:r>
            <a:r>
              <a:rPr b="0"/>
              <a:t> A successful request log alone does not explain whether the user's task was completed correctly.</a:t>
            </a:r>
          </a:p>
          <a:p xmlns:a="http://schemas.openxmlformats.org/drawingml/2006/main">
            <a:r>
              <a:t/>
            </a:r>
          </a:p>
          <a:p xmlns:a="http://schemas.openxmlformats.org/drawingml/2006/main">
            <a:r>
              <a:rPr b="0"/>
              <a:t>Third, when should it stop or hand off? Set enforceable budgets and failure responses. Guardrails include validation, sandboxing, and limits on consequential actions. Stop or escalate when a limit or check fails, with enough context for a person to take over.</a:t>
            </a:r>
          </a:p>
          <a:p xmlns:a="http://schemas.openxmlformats.org/drawingml/2006/main">
            <a:r>
              <a:t/>
            </a:r>
          </a:p>
          <a:p xmlns:a="http://schemas.openxmlformats.org/drawingml/2006/main">
            <a:r>
              <a:rPr b="0"/>
              <a:t>Fourth, who owns approvals and incidents? Assign an accountable operator and review process. Keep audit trails and a rollback path. Governance includes deciding who may approve changes and who responds when behavior departs from the intended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Integrations change the combined system. </a:t>
            </a:r>
            <a:r>
              <a:rPr b="1"/>
              <a:t>Private data, untrusted content, and external communication can combine into an exfiltration path.</a:t>
            </a:r>
            <a:r>
              <a:rPr b="0"/>
              <a:t> Simon Willison calls this the lethal trifecta. An internal attachment can carry untrusted instructions, and a web fetch can communicate externally. Break or constrain that path. It describes one threat model.</a:t>
            </a:r>
          </a:p>
          <a:p xmlns:a="http://schemas.openxmlformats.org/drawingml/2006/main">
            <a:r>
              <a:t/>
            </a:r>
          </a:p>
          <a:p xmlns:a="http://schemas.openxmlformats.org/drawingml/2006/main">
            <a:r>
              <a:rPr b="0"/>
              <a:t>Changes can move quality, cost, and latency. Inspect failed traces and feed them back into evals. Restrict trace access. Permissions and policies change too, so recheck access, approvals, alerts, and handoff.</a:t>
            </a:r>
          </a:p>
          <a:p xmlns:a="http://schemas.openxmlformats.org/drawingml/2006/main">
            <a:r>
              <a:t/>
            </a:r>
          </a:p>
          <a:p xmlns:a="http://schemas.openxmlformats.org/drawingml/2006/main">
            <a:r>
              <a:rPr b="1"/>
              <a:t>A probabilistic filter is insufficient as the sole security boundary.</a:t>
            </a:r>
            <a:r>
              <a:rPr b="0"/>
              <a:t> The pitfall is </a:t>
            </a:r>
            <a:r>
              <a:rPr b="1"/>
              <a:t>the lethal trifecta, assembled one integration at a time.</a:t>
            </a:r>
            <a:r>
              <a:rPr b="0"/>
              <a:t> Review the combined capabilities as the system grows.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an illustrative operating agreement for the FRB system. Enforce access to authorized records and permitted export destinations outside the model.</a:t>
            </a:r>
          </a:p>
          <a:p xmlns:a="http://schemas.openxmlformats.org/drawingml/2006/main">
            <a:r>
              <a:t/>
            </a:r>
          </a:p>
          <a:p xmlns:a="http://schemas.openxmlformats.org/drawingml/2006/main">
            <a:r>
              <a:rPr b="0"/>
              <a:t>Trace exact revisions, decisions, checks, and exports. Restrict trace access. Monitor quality, freshness, parsing and tool failures, cost per completed brief, and latency.</a:t>
            </a:r>
          </a:p>
          <a:p xmlns:a="http://schemas.openxmlformats.org/drawingml/2006/main">
            <a:r>
              <a:t/>
            </a:r>
          </a:p>
          <a:p xmlns:a="http://schemas.openxmlformats.org/drawingml/2006/main">
            <a:r>
              <a:rPr b="0"/>
              <a:t>Failed checks, missing evidence, or exhausted budgets produce an explicit limitation or human handoff. </a:t>
            </a:r>
            <a:r>
              <a:rPr b="1"/>
              <a:t>People own official causes, decisions, and board records.</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5: SECTION WRAP</a:t>
            </a:r>
          </a:p>
          <a:p xmlns:a="http://schemas.openxmlformats.org/drawingml/2006/main">
            <a:r>
              <a:t/>
            </a:r>
          </a:p>
          <a:p xmlns:a="http://schemas.openxmlformats.org/drawingml/2006/main">
            <a:r>
              <a:rPr b="1"/>
              <a:t>Every box is something you can engineer, because most of it is engineering you already know how to do.</a:t>
            </a:r>
            <a:r>
              <a:rPr b="0"/>
              <a:t> The six areas gave us decisions, maintenance responsibilities, and one applied example. Now we can connect them to the skills you already have and the ones you need to build.</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“The next wave of agent failures won't be about what agents can't do. It'll be about what teams can't observe.”</a:t>
            </a:r>
            <a:r>
              <a:rPr b="0"/>
              <a:t> Guillermo Rauch, quoted in Datadog's report. </a:t>
            </a:r>
            <a:r>
              <a:rPr b="1"/>
              <a:t>The owner needs evidence of what the system actually did.</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Four decisions. First, what may the system access and do? </a:t>
            </a:r>
            <a:r>
              <a:rPr b="1"/>
              <a:t>Enforce identity, scope, and permitted destinations outside the model.</a:t>
            </a:r>
            <a:r>
              <a:rPr b="0"/>
              <a:t> Start with least privilege and explicit approval requirements. This includes reads and outbound communication.</a:t>
            </a:r>
          </a:p>
          <a:p xmlns:a="http://schemas.openxmlformats.org/drawingml/2006/main">
            <a:r>
              <a:t/>
            </a:r>
          </a:p>
          <a:p xmlns:a="http://schemas.openxmlformats.org/drawingml/2006/main">
            <a:r>
              <a:rPr b="0"/>
              <a:t>Second, what must you observe? Trace model calls, tools, and outcomes. </a:t>
            </a:r>
            <a:r>
              <a:rPr b="1"/>
              <a:t>Measure quality, cost per completed task, and end-to-end latency.</a:t>
            </a:r>
            <a:r>
              <a:rPr b="0"/>
              <a:t> A successful request log alone does not explain whether the user's task was completed correctly.</a:t>
            </a:r>
          </a:p>
          <a:p xmlns:a="http://schemas.openxmlformats.org/drawingml/2006/main">
            <a:r>
              <a:t/>
            </a:r>
          </a:p>
          <a:p xmlns:a="http://schemas.openxmlformats.org/drawingml/2006/main">
            <a:r>
              <a:rPr b="0"/>
              <a:t>Third, when should it stop or hand off? Set enforceable budgets and failure responses. Guardrails include validation, sandboxing, and limits on consequential actions. Stop or escalate when a limit or check fails, with enough context for a person to take over.</a:t>
            </a:r>
          </a:p>
          <a:p xmlns:a="http://schemas.openxmlformats.org/drawingml/2006/main">
            <a:r>
              <a:t/>
            </a:r>
          </a:p>
          <a:p xmlns:a="http://schemas.openxmlformats.org/drawingml/2006/main">
            <a:r>
              <a:rPr b="0"/>
              <a:t>Fourth, who owns approvals and incidents? Assign an accountable operator and review process. Keep audit trails and a rollback path. Governance includes deciding who may approve changes and who responds when behavior departs from the intended use.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Integrations change the combined system. </a:t>
            </a:r>
            <a:r>
              <a:rPr b="1"/>
              <a:t>Private data, untrusted content, and external communication can combine into an exfiltration path.</a:t>
            </a:r>
            <a:r>
              <a:rPr b="0"/>
              <a:t> Simon Willison calls this the lethal trifecta. An internal attachment can carry untrusted instructions, and a web fetch can communicate externally. Break or constrain that path. It describes one threat model.</a:t>
            </a:r>
          </a:p>
          <a:p xmlns:a="http://schemas.openxmlformats.org/drawingml/2006/main">
            <a:r>
              <a:t/>
            </a:r>
          </a:p>
          <a:p xmlns:a="http://schemas.openxmlformats.org/drawingml/2006/main">
            <a:r>
              <a:rPr b="0"/>
              <a:t>Changes can move quality, cost, and latency. Inspect failed traces and feed them back into evals. Restrict trace access. Permissions and policies change too, so recheck access, approvals, alerts, and handoff.</a:t>
            </a:r>
          </a:p>
          <a:p xmlns:a="http://schemas.openxmlformats.org/drawingml/2006/main">
            <a:r>
              <a:t/>
            </a:r>
          </a:p>
          <a:p xmlns:a="http://schemas.openxmlformats.org/drawingml/2006/main">
            <a:r>
              <a:rPr b="1"/>
              <a:t>A probabilistic filter is insufficient as the sole security boundary.</a:t>
            </a:r>
            <a:r>
              <a:rPr b="0"/>
              <a:t> The pitfall is </a:t>
            </a:r>
            <a:r>
              <a:rPr b="1"/>
              <a:t>the lethal trifecta, assembled one integration at a time.</a:t>
            </a:r>
            <a:r>
              <a:rPr b="0"/>
              <a:t> Review the combined capabilities as the system grows.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an illustrative operating agreement for the FRB system. Enforce access to authorized records and permitted export destinations outside the model.</a:t>
            </a:r>
          </a:p>
          <a:p xmlns:a="http://schemas.openxmlformats.org/drawingml/2006/main">
            <a:r>
              <a:t/>
            </a:r>
          </a:p>
          <a:p xmlns:a="http://schemas.openxmlformats.org/drawingml/2006/main">
            <a:r>
              <a:rPr b="0"/>
              <a:t>Trace exact revisions, decisions, checks, and exports. Restrict trace access. Monitor quality, freshness, parsing and tool failures, cost per completed brief, and latency.</a:t>
            </a:r>
          </a:p>
          <a:p xmlns:a="http://schemas.openxmlformats.org/drawingml/2006/main">
            <a:r>
              <a:t/>
            </a:r>
          </a:p>
          <a:p xmlns:a="http://schemas.openxmlformats.org/drawingml/2006/main">
            <a:r>
              <a:rPr b="0"/>
              <a:t>Failed checks, missing evidence, or exhausted budgets produce an explicit limitation or human handoff. </a:t>
            </a:r>
            <a:r>
              <a:rPr b="1"/>
              <a:t>People own official causes, decisions, and board records.</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5: SECTION WRAP</a:t>
            </a:r>
          </a:p>
          <a:p xmlns:a="http://schemas.openxmlformats.org/drawingml/2006/main">
            <a:r>
              <a:t/>
            </a:r>
          </a:p>
          <a:p xmlns:a="http://schemas.openxmlformats.org/drawingml/2006/main">
            <a:r>
              <a:rPr b="1"/>
              <a:t>Every box is something you can engineer, because most of it is engineering you already know how to do.</a:t>
            </a:r>
            <a:r>
              <a:rPr b="0"/>
              <a:t> The six areas gave us decisions, maintenance responsibilities, and one applied example. Now we can connect them to the skills you already have and the ones you need to build.</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48755008c642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23b4aba1b0194f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040c015eeaf243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B4527A92-CA29-45D3-AE87-58956F9A2958}"/>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ae0a901e034daa" /><Relationship Type="http://schemas.openxmlformats.org/officeDocument/2006/relationships/slideLayout" Target="/ppt/slideLayouts/slideLayout1.xml" Id="Re9774b8997f1405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dfd29cbf2484ae2" /><Relationship Type="http://schemas.openxmlformats.org/officeDocument/2006/relationships/slideLayout" Target="/ppt/slideLayouts/slideLayout2.xml" Id="R9f91af11e7a447c2" /><Relationship Type="http://schemas.openxmlformats.org/officeDocument/2006/relationships/slideLayout" Target="/ppt/slideLayouts/slideLayout3.xml" Id="R3b9ec44e03d447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774b8997f1405d"/>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9f91af11e7a447c2"/>
    <p:sldLayoutId xmlns:r="http://schemas.openxmlformats.org/officeDocument/2006/relationships" id="2147483652" r:id="R3b9ec44e03d4473f"/>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f8fa1e9f3dfd4d98" /><Relationship Type="http://schemas.openxmlformats.org/officeDocument/2006/relationships/notesSlide" Target="/ppt/notesSlides/notesSlide1.xml" Id="R9c455f0d9de845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130cf4dab8a497e" /><Relationship Type="http://schemas.openxmlformats.org/officeDocument/2006/relationships/notesSlide" Target="/ppt/notesSlides/notesSlide2.xml" Id="Rc3c2431be1814a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2f698f65e5a4cea" /><Relationship Type="http://schemas.openxmlformats.org/officeDocument/2006/relationships/image" Target="/ppt/media/image.png" Id="R0ef59e92df864342" /><Relationship Type="http://schemas.openxmlformats.org/officeDocument/2006/relationships/notesSlide" Target="/ppt/notesSlides/notesSlide3.xml" Id="Rf0e93136dc6d4b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cdd8b7264124555" /><Relationship Type="http://schemas.openxmlformats.org/officeDocument/2006/relationships/notesSlide" Target="/ppt/notesSlides/notesSlide4.xml" Id="R56785eb90c1a45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6ed0ec3fdfb4b99" /><Relationship Type="http://schemas.openxmlformats.org/officeDocument/2006/relationships/notesSlide" Target="/ppt/notesSlides/notesSlide5.xml" Id="R10960a1fc5fa4e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a9f36ebe3744334" /><Relationship Type="http://schemas.openxmlformats.org/officeDocument/2006/relationships/notesSlide" Target="/ppt/notesSlides/notesSlide6.xml" Id="Rd407e49b1d3a45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f982ab229194d69" /><Relationship Type="http://schemas.openxmlformats.org/officeDocument/2006/relationships/notesSlide" Target="/ppt/notesSlides/notesSlide7.xml" Id="R7a571114e3fb44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e85c34caa9b4884" /><Relationship Type="http://schemas.openxmlformats.org/officeDocument/2006/relationships/notesSlide" Target="/ppt/notesSlides/notesSlide8.xml" Id="Rf4429f6a95f449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f1406e077be4595" /><Relationship Type="http://schemas.openxmlformats.org/officeDocument/2006/relationships/image" Target="/ppt/media/image2.png" Id="R1ad2642dce674193" /><Relationship Type="http://schemas.openxmlformats.org/officeDocument/2006/relationships/notesSlide" Target="/ppt/notesSlides/notesSlide9.xml" Id="R89172ba1debb4f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29fb52f91a44912" /><Relationship Type="http://schemas.openxmlformats.org/officeDocument/2006/relationships/image" Target="/ppt/media/image3.png" Id="Re16bd81e01b44bc0" /><Relationship Type="http://schemas.openxmlformats.org/officeDocument/2006/relationships/notesSlide" Target="/ppt/notesSlides/notesSlide10.xml" Id="R8d9e5019a04d4a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5c1128629c44a41" /><Relationship Type="http://schemas.openxmlformats.org/officeDocument/2006/relationships/image" Target="/ppt/media/image4.png" Id="R21d12852c4374a7b" /><Relationship Type="http://schemas.openxmlformats.org/officeDocument/2006/relationships/notesSlide" Target="/ppt/notesSlides/notesSlide11.xml" Id="R52ed356d771e44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058b0c28bd0410e" /><Relationship Type="http://schemas.openxmlformats.org/officeDocument/2006/relationships/image" Target="/ppt/media/image5.png" Id="R7f6189ac69df4410" /><Relationship Type="http://schemas.openxmlformats.org/officeDocument/2006/relationships/notesSlide" Target="/ppt/notesSlides/notesSlide12.xml" Id="Re5f32d4680484c1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16d38b20c5a54799" /><Relationship Type="http://schemas.openxmlformats.org/officeDocument/2006/relationships/image" Target="/ppt/media/image6.png" Id="Rb74c2a1f78f842b6" /><Relationship Type="http://schemas.openxmlformats.org/officeDocument/2006/relationships/notesSlide" Target="/ppt/notesSlides/notesSlide13.xml" Id="Rac8ac7ff6db841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c64d21d60b543e6" /><Relationship Type="http://schemas.openxmlformats.org/officeDocument/2006/relationships/image" Target="/ppt/media/image7.png" Id="R8bb0542fecff47c9" /><Relationship Type="http://schemas.openxmlformats.org/officeDocument/2006/relationships/notesSlide" Target="/ppt/notesSlides/notesSlide14.xml" Id="Rb650365b2512435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baff057533540a4" /><Relationship Type="http://schemas.openxmlformats.org/officeDocument/2006/relationships/notesSlide" Target="/ppt/notesSlides/notesSlide15.xml" Id="R9e5ebe1528f8461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44d34b961c234d9f" /><Relationship Type="http://schemas.openxmlformats.org/officeDocument/2006/relationships/image" Target="/ppt/media/image8.png" Id="R9f8060ca0b2a4474" /><Relationship Type="http://schemas.openxmlformats.org/officeDocument/2006/relationships/image" Target="/ppt/media/image9.png" Id="R300a15282ca049cc" /><Relationship Type="http://schemas.openxmlformats.org/officeDocument/2006/relationships/notesSlide" Target="/ppt/notesSlides/notesSlide16.xml" Id="Rab1a8094a4a74c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ee824eba1634fa2" /><Relationship Type="http://schemas.openxmlformats.org/officeDocument/2006/relationships/image" Target="/ppt/media/image8.png" Id="R0f495f759e5c41e0" /><Relationship Type="http://schemas.openxmlformats.org/officeDocument/2006/relationships/notesSlide" Target="/ppt/notesSlides/notesSlide17.xml" Id="Rf01b4d6af29341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90e02849fc21477b" /><Relationship Type="http://schemas.openxmlformats.org/officeDocument/2006/relationships/image" Target="/ppt/media/image8.png" Id="R4b1d7bfaf3a74855" /><Relationship Type="http://schemas.openxmlformats.org/officeDocument/2006/relationships/notesSlide" Target="/ppt/notesSlides/notesSlide18.xml" Id="R3693d59fa6ed47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fddd6219586b4512" /><Relationship Type="http://schemas.openxmlformats.org/officeDocument/2006/relationships/image" Target="/ppt/media/image8.png" Id="R0940c66960e24040" /><Relationship Type="http://schemas.openxmlformats.org/officeDocument/2006/relationships/notesSlide" Target="/ppt/notesSlides/notesSlide19.xml" Id="Re17f2bbb973042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f2e845984fc4306" /><Relationship Type="http://schemas.openxmlformats.org/officeDocument/2006/relationships/notesSlide" Target="/ppt/notesSlides/notesSlide20.xml" Id="R7464708db993445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37e67948cba64c3a" /><Relationship Type="http://schemas.openxmlformats.org/officeDocument/2006/relationships/image" Target="/ppt/media/image10.png" Id="R830db5dbaf7e499c" /><Relationship Type="http://schemas.openxmlformats.org/officeDocument/2006/relationships/image" Target="/ppt/media/image11.png" Id="Re50b850fbe704a39" /><Relationship Type="http://schemas.openxmlformats.org/officeDocument/2006/relationships/notesSlide" Target="/ppt/notesSlides/notesSlide21.xml" Id="R28da699cd2b54dc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9d51892177fb499f" /><Relationship Type="http://schemas.openxmlformats.org/officeDocument/2006/relationships/image" Target="/ppt/media/image10.png" Id="Rf972640b708d424d" /><Relationship Type="http://schemas.openxmlformats.org/officeDocument/2006/relationships/notesSlide" Target="/ppt/notesSlides/notesSlide22.xml" Id="R8a6132d278e7456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27060745b6064f32" /><Relationship Type="http://schemas.openxmlformats.org/officeDocument/2006/relationships/image" Target="/ppt/media/image10.png" Id="Raf2b8761974b4bd8" /><Relationship Type="http://schemas.openxmlformats.org/officeDocument/2006/relationships/notesSlide" Target="/ppt/notesSlides/notesSlide23.xml" Id="R73b16980abcc49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471dca38f5424999" /><Relationship Type="http://schemas.openxmlformats.org/officeDocument/2006/relationships/image" Target="/ppt/media/image10.png" Id="Rdbde22067dad469b" /><Relationship Type="http://schemas.openxmlformats.org/officeDocument/2006/relationships/notesSlide" Target="/ppt/notesSlides/notesSlide24.xml" Id="Rd986f16280e840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479135faebb04bfd" /><Relationship Type="http://schemas.openxmlformats.org/officeDocument/2006/relationships/notesSlide" Target="/ppt/notesSlides/notesSlide25.xml" Id="R132eb6dc528b4c1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b1212e50fba34763" /><Relationship Type="http://schemas.openxmlformats.org/officeDocument/2006/relationships/image" Target="/ppt/media/image12.png" Id="Rd904b6287e5e4eef" /><Relationship Type="http://schemas.openxmlformats.org/officeDocument/2006/relationships/image" Target="/ppt/media/image13.png" Id="Rb92afbbfeabd476b" /><Relationship Type="http://schemas.openxmlformats.org/officeDocument/2006/relationships/notesSlide" Target="/ppt/notesSlides/notesSlide26.xml" Id="Rc8d7c2b8c00c489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f9388ffa3d942c6" /><Relationship Type="http://schemas.openxmlformats.org/officeDocument/2006/relationships/image" Target="/ppt/media/image12.png" Id="R50732f5b90784fc5" /><Relationship Type="http://schemas.openxmlformats.org/officeDocument/2006/relationships/notesSlide" Target="/ppt/notesSlides/notesSlide27.xml" Id="R3be394ea8f04420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5c316e1043994bc3" /><Relationship Type="http://schemas.openxmlformats.org/officeDocument/2006/relationships/image" Target="/ppt/media/image12.png" Id="R524294526bfd4568" /><Relationship Type="http://schemas.openxmlformats.org/officeDocument/2006/relationships/notesSlide" Target="/ppt/notesSlides/notesSlide28.xml" Id="R2e3e3fec8a824e2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ed01e54dcee0444a" /><Relationship Type="http://schemas.openxmlformats.org/officeDocument/2006/relationships/image" Target="/ppt/media/image12.png" Id="Reddebadc5f0a418e" /><Relationship Type="http://schemas.openxmlformats.org/officeDocument/2006/relationships/notesSlide" Target="/ppt/notesSlides/notesSlide29.xml" Id="R821860f30609440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5e525df63ddb45d4" /><Relationship Type="http://schemas.openxmlformats.org/officeDocument/2006/relationships/notesSlide" Target="/ppt/notesSlides/notesSlide30.xml" Id="R7ff83f0346c94f2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b4b116506427473f" /><Relationship Type="http://schemas.openxmlformats.org/officeDocument/2006/relationships/image" Target="/ppt/media/image14.png" Id="R1d851f1a9467419b" /><Relationship Type="http://schemas.openxmlformats.org/officeDocument/2006/relationships/image" Target="/ppt/media/image15.png" Id="R6fc40afefcf1411d" /><Relationship Type="http://schemas.openxmlformats.org/officeDocument/2006/relationships/notesSlide" Target="/ppt/notesSlides/notesSlide31.xml" Id="Ra77067cc74cb443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5330fd4ec905431f" /><Relationship Type="http://schemas.openxmlformats.org/officeDocument/2006/relationships/image" Target="/ppt/media/image14.png" Id="Rbb3493c9d11f458a" /><Relationship Type="http://schemas.openxmlformats.org/officeDocument/2006/relationships/notesSlide" Target="/ppt/notesSlides/notesSlide32.xml" Id="Rc8afaa19500e4e8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26100b9f9e104cce" /><Relationship Type="http://schemas.openxmlformats.org/officeDocument/2006/relationships/image" Target="/ppt/media/image14.png" Id="Ra9c6541e595b4858" /><Relationship Type="http://schemas.openxmlformats.org/officeDocument/2006/relationships/notesSlide" Target="/ppt/notesSlides/notesSlide33.xml" Id="Rc9c458f1cf92492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50c17b5b2e954b07" /><Relationship Type="http://schemas.openxmlformats.org/officeDocument/2006/relationships/image" Target="/ppt/media/image14.png" Id="Rc08305d7fb4544d8" /><Relationship Type="http://schemas.openxmlformats.org/officeDocument/2006/relationships/notesSlide" Target="/ppt/notesSlides/notesSlide34.xml" Id="Rf877c4bd879e41f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48e5e621424544f5" /><Relationship Type="http://schemas.openxmlformats.org/officeDocument/2006/relationships/notesSlide" Target="/ppt/notesSlides/notesSlide35.xml" Id="R00ae894c59194f2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59b061dc87514f6b" /><Relationship Type="http://schemas.openxmlformats.org/officeDocument/2006/relationships/image" Target="/ppt/media/image16.png" Id="R981cd63a97314e33" /><Relationship Type="http://schemas.openxmlformats.org/officeDocument/2006/relationships/image" Target="/ppt/media/image17.png" Id="R35b7071c716f4b81" /><Relationship Type="http://schemas.openxmlformats.org/officeDocument/2006/relationships/notesSlide" Target="/ppt/notesSlides/notesSlide36.xml" Id="Raaa20fc3268f47e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37fae33f70c84b31" /><Relationship Type="http://schemas.openxmlformats.org/officeDocument/2006/relationships/image" Target="/ppt/media/image16.png" Id="R9f271f8eecf54db4" /><Relationship Type="http://schemas.openxmlformats.org/officeDocument/2006/relationships/notesSlide" Target="/ppt/notesSlides/notesSlide37.xml" Id="Rb762651dd2764f6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95572ab396cd4e08" /><Relationship Type="http://schemas.openxmlformats.org/officeDocument/2006/relationships/image" Target="/ppt/media/image16.png" Id="R1f425258374f4d2f" /><Relationship Type="http://schemas.openxmlformats.org/officeDocument/2006/relationships/notesSlide" Target="/ppt/notesSlides/notesSlide38.xml" Id="Rd79c0dd8223d488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c9519eedbb01431c" /><Relationship Type="http://schemas.openxmlformats.org/officeDocument/2006/relationships/image" Target="/ppt/media/image16.png" Id="Raaeee4306fb441e5" /><Relationship Type="http://schemas.openxmlformats.org/officeDocument/2006/relationships/notesSlide" Target="/ppt/notesSlides/notesSlide39.xml" Id="R20ac1c18b065477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3b26741c63d24945" /><Relationship Type="http://schemas.openxmlformats.org/officeDocument/2006/relationships/notesSlide" Target="/ppt/notesSlides/notesSlide40.xml" Id="Rd4f5513926114c0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e1b93a59b4254df7" /><Relationship Type="http://schemas.openxmlformats.org/officeDocument/2006/relationships/image" Target="/ppt/media/image18.png" Id="R0d4d08a08ad1447c" /><Relationship Type="http://schemas.openxmlformats.org/officeDocument/2006/relationships/image" Target="/ppt/media/image19.png" Id="Re685c79c1cd74a75" /><Relationship Type="http://schemas.openxmlformats.org/officeDocument/2006/relationships/notesSlide" Target="/ppt/notesSlides/notesSlide41.xml" Id="Rb2569fec1d824cf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48bb2dbb81df4e27" /><Relationship Type="http://schemas.openxmlformats.org/officeDocument/2006/relationships/image" Target="/ppt/media/image18.png" Id="Raf343e2e303649d8" /><Relationship Type="http://schemas.openxmlformats.org/officeDocument/2006/relationships/notesSlide" Target="/ppt/notesSlides/notesSlide42.xml" Id="R1c8607d95e1d416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f00a374f1608405a" /><Relationship Type="http://schemas.openxmlformats.org/officeDocument/2006/relationships/image" Target="/ppt/media/image18.png" Id="Rfc6ab7a7de014d4b" /><Relationship Type="http://schemas.openxmlformats.org/officeDocument/2006/relationships/notesSlide" Target="/ppt/notesSlides/notesSlide43.xml" Id="Rd3818dcb2cc14fd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4ff32523319f40e3" /><Relationship Type="http://schemas.openxmlformats.org/officeDocument/2006/relationships/image" Target="/ppt/media/image18.png" Id="R4191822f1d184f7a" /><Relationship Type="http://schemas.openxmlformats.org/officeDocument/2006/relationships/notesSlide" Target="/ppt/notesSlides/notesSlide44.xml" Id="R718cee0f35e84ef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9d45ff1c82c14543" /><Relationship Type="http://schemas.openxmlformats.org/officeDocument/2006/relationships/image" Target="/ppt/media/image20.png" Id="R4cb26ea0ac014353" /><Relationship Type="http://schemas.openxmlformats.org/officeDocument/2006/relationships/notesSlide" Target="/ppt/notesSlides/notesSlide45.xml" Id="Rb1a0017ad2e04ef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8ca62d3446b74a63" /><Relationship Type="http://schemas.openxmlformats.org/officeDocument/2006/relationships/notesSlide" Target="/ppt/notesSlides/notesSlide46.xml" Id="R47e4ec58316f488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cdef44d64c8245f7" /><Relationship Type="http://schemas.openxmlformats.org/officeDocument/2006/relationships/image" Target="/ppt/media/image21.png" Id="R40a4f43802dc477b" /><Relationship Type="http://schemas.openxmlformats.org/officeDocument/2006/relationships/notesSlide" Target="/ppt/notesSlides/notesSlide47.xml" Id="Rf9ddd3f4c7c04d0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dda471ea6a254326" /><Relationship Type="http://schemas.openxmlformats.org/officeDocument/2006/relationships/image" Target="/ppt/media/image21.png" Id="R56214805be524bd4" /><Relationship Type="http://schemas.openxmlformats.org/officeDocument/2006/relationships/notesSlide" Target="/ppt/notesSlides/notesSlide48.xml" Id="Rae3c566d011f4fd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ec5ac8b2b4394903" /><Relationship Type="http://schemas.openxmlformats.org/officeDocument/2006/relationships/image" Target="/ppt/media/image22.png" Id="R53e10d17b5ec4cc7" /><Relationship Type="http://schemas.openxmlformats.org/officeDocument/2006/relationships/notesSlide" Target="/ppt/notesSlides/notesSlide49.xml" Id="R73439d8d1ec84f2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ccc806e90b434ec7" /><Relationship Type="http://schemas.openxmlformats.org/officeDocument/2006/relationships/image" Target="/ppt/media/image23.png" Id="R9f96393382a24c9d" /><Relationship Type="http://schemas.openxmlformats.org/officeDocument/2006/relationships/notesSlide" Target="/ppt/notesSlides/notesSlide50.xml" Id="Rb30af7794d5b466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3e926e3b2e264fc8" /><Relationship Type="http://schemas.openxmlformats.org/officeDocument/2006/relationships/image" Target="/ppt/media/image23.png" Id="Rf86999c3fe0a4b6f" /><Relationship Type="http://schemas.openxmlformats.org/officeDocument/2006/relationships/notesSlide" Target="/ppt/notesSlides/notesSlide51.xml" Id="Rd9bd476e145646b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cdf49aa369be47f2" /><Relationship Type="http://schemas.openxmlformats.org/officeDocument/2006/relationships/notesSlide" Target="/ppt/notesSlides/notesSlide52.xml" Id="Ra9ad1d3e02ca40c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d1c8e1ef99264cd3" /><Relationship Type="http://schemas.openxmlformats.org/officeDocument/2006/relationships/image" Target="/ppt/media/image24.png" Id="R030dc788f92a416e" /><Relationship Type="http://schemas.openxmlformats.org/officeDocument/2006/relationships/notesSlide" Target="/ppt/notesSlides/notesSlide53.xml" Id="Ra9c19d41d26b407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3cffd248e5b54099" /><Relationship Type="http://schemas.openxmlformats.org/officeDocument/2006/relationships/image" Target="/ppt/media/image24.png" Id="R60e7c31a3e8d4d50" /><Relationship Type="http://schemas.openxmlformats.org/officeDocument/2006/relationships/notesSlide" Target="/ppt/notesSlides/notesSlide54.xml" Id="R56006fc29eab4b6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d62a7a08844f4477" /><Relationship Type="http://schemas.openxmlformats.org/officeDocument/2006/relationships/notesSlide" Target="/ppt/notesSlides/notesSlide55.xml" Id="Rcb6acecc51e14c4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ce1a6320d3784ba1" /><Relationship Type="http://schemas.openxmlformats.org/officeDocument/2006/relationships/notesSlide" Target="/ppt/notesSlides/notesSlide56.xml" Id="R2d4e2ee447434f4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434A2BB6-F2F8-4DD8-80E8-91E7E0498FB6}"/>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F8C36AF1-7510-43AF-8852-A318507E9FF2}"/>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A2E381FA-1C04-4C7E-8F93-2F39DEB5C19D}"/>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40AB8703-D8C3-4E31-B715-23458ABD85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636447216"/>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87C28388-A245-4E63-BED8-52AB09B13595}"/>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95836698-EA2C-4956-A703-F91F3F7BC5C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5A8CE017-77CD-4060-A0B4-929F6F8A86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297950850"/>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0ef59e92df864342"/>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E99519F9-179E-4EE9-B79B-F98E029D0582}"/>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0517C527-47D2-45ED-85A5-0B22994810F3}"/>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DB022119-1904-41BE-BF02-1E7078F2820B}"/>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79115DFF-FFFC-4FF1-9692-ED1399F8F55A}"/>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834FF9BD-3D58-4035-860A-54990E156D6A}"/>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E3F3CB3D-ECBE-4F34-BE30-48CBA83550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1727169772"/>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6CF7F41F-9133-45B4-9018-A12271FA9E2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6BB7D5AC-47DA-4A3F-8883-A317223506F1}"/>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8CAB4DAC-C683-4F32-AD78-DE2962DF89A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24318645"/>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8144A5A6-5CA8-4B0F-8C19-A797F4013D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51926832"/>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CA759B98-F3DF-4435-9EA7-8D1FB09DF868}"/>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150EF801-1F94-4B7C-B4D1-C9EAE54E4C68}"/>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1FBFE198-3077-4460-AB17-7BEDEC9215EB}"/>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FFA4518F-2485-4078-81D7-1615983C6EE3}"/>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02BE2D69-AEEF-4A75-824A-921CA493A4B0}"/>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F18DC390-72EB-46CC-8F7B-2344CF798A50}"/>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E12889B0-8279-476D-B498-0944AA61A6F3}"/>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E048F5BA-2F8A-41A7-B3E7-8C0FFED7A43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224100040"/>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FA9FE970-CB01-4893-9F37-E5418C0E635C}"/>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406D6857-5AFE-42AD-B1C8-AFA34F4DEBF8}"/>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4A8DF829-F1BC-46B5-ADF0-634E1B624F3F}"/>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DEE306F2-493F-4A20-8149-A329587B84B2}"/>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E2177B2B-04D3-4D65-9643-920DDE21D4D5}"/>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77F25E17-1FA2-4FBC-B106-91106C4C90A4}"/>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2E25CBA1-816A-4C78-AD31-91848DB70583}"/>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5DB8B8D7-12D8-48C7-B66A-34DB6D916DCA}"/>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A930107B-3760-4642-A91A-8B99312FEB75}"/>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FFB7C046-E9AD-4C9D-99DB-83F1BF040DE3}"/>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D4564DD7-048C-4E00-8D70-87D8227855D3}"/>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8592A75D-E356-4325-9AE4-55DFE30F5932}"/>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B9BE5489-235B-4FDF-B490-4B83DCFEBC08}"/>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7A95F12C-BC05-4B67-8638-BA81CC220EF8}"/>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FCCC6080-DBDC-4B93-95FF-A18717E60B96}"/>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6A051CDF-AD8D-4101-A0EF-822C386387F7}"/>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10D448A2-EF41-4F7E-8634-B5FC11A80949}"/>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C7D02A61-F1CA-4826-9D8C-8747B1BA9F5C}"/>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User example · Quote · Decisions · Maintenance · Worked example</a:t>
            </a:r>
          </a:p>
        </p:txBody>
      </p:sp>
      <p:sp>
        <p:nvSpPr>
          <p:cNvPr id="46" name="narrative-number">
            <a:extLst xmlns:a="http://schemas.openxmlformats.org/drawingml/2006/main">
              <a:ext uri="{FF2B5EF4-FFF2-40B4-BE49-F238E27FC236}">
                <a16:creationId xmlns:a16="http://schemas.microsoft.com/office/drawing/2014/main" id="{A1729C65-CD16-4B62-97A5-D6A3E16716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51291470"/>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E88879DF-DF61-4A35-9B42-030785C5D484}"/>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383E4883-A8A3-4CF3-B1A1-02E4429E46C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6F16EE81-A116-4474-8C59-A6EE69037DA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E0A9C352-8E0A-4E3E-ADD6-0666FC07607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059811607"/>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1ad2642dce67419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EAF11E82-B13A-49F3-8E7B-789A6F9FAB2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535706093"/>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e16bd81e01b44bc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A7C046BC-8DF9-488F-B7C2-E0F375FAE6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4074445361"/>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21d12852c4374a7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0C692E07-24FB-4CD3-9123-036476A4C4E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932909761"/>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7f6189ac69df441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4065D0DC-9CA9-4490-AB6A-1B197C64AD1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901628469"/>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b74c2a1f78f842b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133EA8B6-BEBF-471E-A3A7-47F52C496D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858016483"/>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8bb0542fecff47c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C74F8CE3-90F8-4FF5-8738-7694DE48C86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537751571"/>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9227CBEB-8386-4A72-8051-98E34A35ED7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E1CC5E00-6A4D-48BE-A271-59140485E92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F68520FE-5E51-42BA-ADA9-D292320AF894}"/>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0263F924-EFEE-486D-9DF0-0E527D9E6147}"/>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6556F98E-A27D-4279-8895-F0109B1887BB}"/>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DA26285B-5787-443B-8413-4D688B9DEBCB}"/>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E44A4005-B4FA-4861-8037-B4FAC170A7D5}"/>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08-text-3">
            <a:extLst xmlns:a="http://schemas.openxmlformats.org/drawingml/2006/main">
              <a:ext uri="{FF2B5EF4-FFF2-40B4-BE49-F238E27FC236}">
                <a16:creationId xmlns:a16="http://schemas.microsoft.com/office/drawing/2014/main" id="{CC8FAB68-64E2-4908-8004-0C4037EC40B2}"/>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a:t>
            </a:r>
          </a:p>
        </p:txBody>
      </p:sp>
      <p:sp>
        <p:nvSpPr>
          <p:cNvPr id="71" name="08-text-4">
            <a:extLst xmlns:a="http://schemas.openxmlformats.org/drawingml/2006/main">
              <a:ext uri="{FF2B5EF4-FFF2-40B4-BE49-F238E27FC236}">
                <a16:creationId xmlns:a16="http://schemas.microsoft.com/office/drawing/2014/main" id="{9A36F111-AD3E-4FE4-83CC-7AE41BCCD1F5}"/>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which model handles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task.</a:t>
            </a:r>
          </a:p>
        </p:txBody>
      </p:sp>
      <p:sp>
        <p:nvSpPr>
          <p:cNvPr id="72" name="08-text-5">
            <a:extLst xmlns:a="http://schemas.openxmlformats.org/drawingml/2006/main">
              <a:ext uri="{FF2B5EF4-FFF2-40B4-BE49-F238E27FC236}">
                <a16:creationId xmlns:a16="http://schemas.microsoft.com/office/drawing/2014/main" id="{ADB92E60-D676-48F7-9E7A-DE0C991A88BD}"/>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effort</a:t>
            </a:r>
          </a:p>
        </p:txBody>
      </p:sp>
      <p:sp>
        <p:nvSpPr>
          <p:cNvPr id="73" name="08-text-6">
            <a:extLst xmlns:a="http://schemas.openxmlformats.org/drawingml/2006/main">
              <a:ext uri="{FF2B5EF4-FFF2-40B4-BE49-F238E27FC236}">
                <a16:creationId xmlns:a16="http://schemas.microsoft.com/office/drawing/2014/main" id="{83B71619-95F3-4CF4-884F-243E061F0289}"/>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Adjust the effort used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 through the task.</a:t>
            </a:r>
          </a:p>
        </p:txBody>
      </p:sp>
      <p:sp>
        <p:nvSpPr>
          <p:cNvPr id="74" name="narrative-number">
            <a:extLst xmlns:a="http://schemas.openxmlformats.org/drawingml/2006/main">
              <a:ext uri="{FF2B5EF4-FFF2-40B4-BE49-F238E27FC236}">
                <a16:creationId xmlns:a16="http://schemas.microsoft.com/office/drawing/2014/main" id="{7DABA9F1-D8DC-469C-81DA-DF8F644388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047637172"/>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5" name="!!area-name">
            <a:extLst xmlns:a="http://schemas.openxmlformats.org/drawingml/2006/main">
              <a:ext uri="{FF2B5EF4-FFF2-40B4-BE49-F238E27FC236}">
                <a16:creationId xmlns:a16="http://schemas.microsoft.com/office/drawing/2014/main" id="{266D7354-4766-45E6-9DC8-16CAE25860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84" name="mini-map"/>
          <p:cNvPicPr>
            <a:picLocks xmlns:a="http://schemas.openxmlformats.org/drawingml/2006/main" noChangeAspect="1"/>
          </p:cNvPicPr>
          <p:nvPr/>
        </p:nvPicPr>
        <p:blipFill>
          <a:blip xmlns:r="http://schemas.openxmlformats.org/officeDocument/2006/relationships" xmlns:a="http://schemas.openxmlformats.org/drawingml/2006/main" r:embed="R9f8060ca0b2a44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7" name="header-divider">
            <a:extLst xmlns:a="http://schemas.openxmlformats.org/drawingml/2006/main">
              <a:ext uri="{FF2B5EF4-FFF2-40B4-BE49-F238E27FC236}">
                <a16:creationId xmlns:a16="http://schemas.microsoft.com/office/drawing/2014/main" id="{335BB363-2685-4C1B-99AD-6752416BB87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8" name="09-text-1">
            <a:extLst xmlns:a="http://schemas.openxmlformats.org/drawingml/2006/main">
              <a:ext uri="{FF2B5EF4-FFF2-40B4-BE49-F238E27FC236}">
                <a16:creationId xmlns:a16="http://schemas.microsoft.com/office/drawing/2014/main" id="{C85CC609-BD6C-43DA-B300-D6FC3A2FDDD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9" name="09-text-2">
            <a:extLst xmlns:a="http://schemas.openxmlformats.org/drawingml/2006/main">
              <a:ext uri="{FF2B5EF4-FFF2-40B4-BE49-F238E27FC236}">
                <a16:creationId xmlns:a16="http://schemas.microsoft.com/office/drawing/2014/main" id="{BC80B46C-05E0-49D2-9B53-96F13C39B8C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80" name="09-text-3">
            <a:extLst xmlns:a="http://schemas.openxmlformats.org/drawingml/2006/main">
              <a:ext uri="{FF2B5EF4-FFF2-40B4-BE49-F238E27FC236}">
                <a16:creationId xmlns:a16="http://schemas.microsoft.com/office/drawing/2014/main" id="{11A33550-6902-47A0-A56F-189CE259CBA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9" name="09-image-4"/>
          <p:cNvPicPr>
            <a:picLocks xmlns:a="http://schemas.openxmlformats.org/drawingml/2006/main" noChangeAspect="1"/>
          </p:cNvPicPr>
          <p:nvPr/>
        </p:nvPicPr>
        <p:blipFill>
          <a:blip xmlns:r="http://schemas.openxmlformats.org/officeDocument/2006/relationships" xmlns:a="http://schemas.openxmlformats.org/drawingml/2006/main" r:embed="R300a15282ca049c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82" name="narrative-number">
            <a:extLst xmlns:a="http://schemas.openxmlformats.org/drawingml/2006/main">
              <a:ext uri="{FF2B5EF4-FFF2-40B4-BE49-F238E27FC236}">
                <a16:creationId xmlns:a16="http://schemas.microsoft.com/office/drawing/2014/main" id="{61F9CCC1-F138-44E2-8A87-8880C61776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446585708"/>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3" name="!!area-name">
            <a:extLst xmlns:a="http://schemas.openxmlformats.org/drawingml/2006/main">
              <a:ext uri="{FF2B5EF4-FFF2-40B4-BE49-F238E27FC236}">
                <a16:creationId xmlns:a16="http://schemas.microsoft.com/office/drawing/2014/main" id="{5A11BFBB-EE9D-4A91-A5D5-AD9ED0A67D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95" name="mini-map"/>
          <p:cNvPicPr>
            <a:picLocks xmlns:a="http://schemas.openxmlformats.org/drawingml/2006/main" noChangeAspect="1"/>
          </p:cNvPicPr>
          <p:nvPr/>
        </p:nvPicPr>
        <p:blipFill>
          <a:blip xmlns:r="http://schemas.openxmlformats.org/officeDocument/2006/relationships" xmlns:a="http://schemas.openxmlformats.org/drawingml/2006/main" r:embed="R0f495f759e5c41e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5" name="header-divider">
            <a:extLst xmlns:a="http://schemas.openxmlformats.org/drawingml/2006/main">
              <a:ext uri="{FF2B5EF4-FFF2-40B4-BE49-F238E27FC236}">
                <a16:creationId xmlns:a16="http://schemas.microsoft.com/office/drawing/2014/main" id="{64743162-0065-4130-BEDF-F52239EE44C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6" name="models-decisions-title">
            <a:extLst xmlns:a="http://schemas.openxmlformats.org/drawingml/2006/main">
              <a:ext uri="{FF2B5EF4-FFF2-40B4-BE49-F238E27FC236}">
                <a16:creationId xmlns:a16="http://schemas.microsoft.com/office/drawing/2014/main" id="{4636051A-4E33-4E30-BCF3-E1BC959D1DC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decisions you own</a:t>
            </a:r>
          </a:p>
        </p:txBody>
      </p:sp>
      <p:sp>
        <p:nvSpPr>
          <p:cNvPr id="87" name="09-text-5">
            <a:extLst xmlns:a="http://schemas.openxmlformats.org/drawingml/2006/main">
              <a:ext uri="{FF2B5EF4-FFF2-40B4-BE49-F238E27FC236}">
                <a16:creationId xmlns:a16="http://schemas.microsoft.com/office/drawing/2014/main" id="{B127DBC6-1229-4C59-94B5-889FC8EB6F71}"/>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model and</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settings?</a:t>
            </a:r>
          </a:p>
        </p:txBody>
      </p:sp>
      <p:sp>
        <p:nvSpPr>
          <p:cNvPr id="88" name="09-text-6">
            <a:extLst xmlns:a="http://schemas.openxmlformats.org/drawingml/2006/main">
              <a:ext uri="{FF2B5EF4-FFF2-40B4-BE49-F238E27FC236}">
                <a16:creationId xmlns:a16="http://schemas.microsoft.com/office/drawing/2014/main" id="{B2E33A3D-9646-4EDC-A886-5FB402B574D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Balance task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deployment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representative task comparisons.</a:t>
            </a:r>
          </a:p>
        </p:txBody>
      </p:sp>
      <p:sp>
        <p:nvSpPr>
          <p:cNvPr id="89" name="09-text-7">
            <a:extLst xmlns:a="http://schemas.openxmlformats.org/drawingml/2006/main">
              <a:ext uri="{FF2B5EF4-FFF2-40B4-BE49-F238E27FC236}">
                <a16:creationId xmlns:a16="http://schemas.microsoft.com/office/drawing/2014/main" id="{E9A48CBF-CD43-4F16-981B-62648E9816E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One model or</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different models?</a:t>
            </a:r>
          </a:p>
        </p:txBody>
      </p:sp>
      <p:sp>
        <p:nvSpPr>
          <p:cNvPr id="90" name="09-text-8">
            <a:extLst xmlns:a="http://schemas.openxmlformats.org/drawingml/2006/main">
              <a:ext uri="{FF2B5EF4-FFF2-40B4-BE49-F238E27FC236}">
                <a16:creationId xmlns:a16="http://schemas.microsoft.com/office/drawing/2014/main" id="{67E3464A-F555-4AAA-82B1-1AD3318B61F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 adds task-specific choices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more configurations to maintain.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one until evidence supports routing.</a:t>
            </a:r>
          </a:p>
        </p:txBody>
      </p:sp>
      <p:sp>
        <p:nvSpPr>
          <p:cNvPr id="91" name="09-text-9">
            <a:extLst xmlns:a="http://schemas.openxmlformats.org/drawingml/2006/main">
              <a:ext uri="{FF2B5EF4-FFF2-40B4-BE49-F238E27FC236}">
                <a16:creationId xmlns:a16="http://schemas.microsoft.com/office/drawing/2014/main" id="{0E83CBCB-BD45-4224-AF33-8B3D4E7BC24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will model</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changes be controlled?</a:t>
            </a:r>
          </a:p>
        </p:txBody>
      </p:sp>
      <p:sp>
        <p:nvSpPr>
          <p:cNvPr id="92" name="09-text-10">
            <a:extLst xmlns:a="http://schemas.openxmlformats.org/drawingml/2006/main">
              <a:ext uri="{FF2B5EF4-FFF2-40B4-BE49-F238E27FC236}">
                <a16:creationId xmlns:a16="http://schemas.microsoft.com/office/drawing/2014/main" id="{79F58C48-C02B-4706-8308-921E5A5D524B}"/>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versions need planned migration.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Moving aliases need regression monitoring.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evaluation and replacement practices.</a:t>
            </a:r>
          </a:p>
        </p:txBody>
      </p:sp>
      <p:sp>
        <p:nvSpPr>
          <p:cNvPr id="93" name="narrative-number">
            <a:extLst xmlns:a="http://schemas.openxmlformats.org/drawingml/2006/main">
              <a:ext uri="{FF2B5EF4-FFF2-40B4-BE49-F238E27FC236}">
                <a16:creationId xmlns:a16="http://schemas.microsoft.com/office/drawing/2014/main" id="{8585277C-A4E8-45DE-86D8-78D4648C58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030066788"/>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4" name="!!area-name">
            <a:extLst xmlns:a="http://schemas.openxmlformats.org/drawingml/2006/main">
              <a:ext uri="{FF2B5EF4-FFF2-40B4-BE49-F238E27FC236}">
                <a16:creationId xmlns:a16="http://schemas.microsoft.com/office/drawing/2014/main" id="{0307ECE4-F96C-4431-ADEC-B5D58E99CD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9" name="mini-map"/>
          <p:cNvPicPr>
            <a:picLocks xmlns:a="http://schemas.openxmlformats.org/drawingml/2006/main" noChangeAspect="1"/>
          </p:cNvPicPr>
          <p:nvPr/>
        </p:nvPicPr>
        <p:blipFill>
          <a:blip xmlns:r="http://schemas.openxmlformats.org/officeDocument/2006/relationships" xmlns:a="http://schemas.openxmlformats.org/drawingml/2006/main" r:embed="R4b1d7bfaf3a7485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6" name="header-divider">
            <a:extLst xmlns:a="http://schemas.openxmlformats.org/drawingml/2006/main">
              <a:ext uri="{FF2B5EF4-FFF2-40B4-BE49-F238E27FC236}">
                <a16:creationId xmlns:a16="http://schemas.microsoft.com/office/drawing/2014/main" id="{A5C32570-CE24-4F4F-8D41-C6FC14D46F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models-maintenance-title">
            <a:extLst xmlns:a="http://schemas.openxmlformats.org/drawingml/2006/main">
              <a:ext uri="{FF2B5EF4-FFF2-40B4-BE49-F238E27FC236}">
                <a16:creationId xmlns:a16="http://schemas.microsoft.com/office/drawing/2014/main" id="{201D9CD2-D05E-43A4-BCE5-ACB40A1B08F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model choices</a:t>
            </a:r>
          </a:p>
        </p:txBody>
      </p:sp>
      <p:sp>
        <p:nvSpPr>
          <p:cNvPr id="98" name="09-text-11">
            <a:extLst xmlns:a="http://schemas.openxmlformats.org/drawingml/2006/main">
              <a:ext uri="{FF2B5EF4-FFF2-40B4-BE49-F238E27FC236}">
                <a16:creationId xmlns:a16="http://schemas.microsoft.com/office/drawing/2014/main" id="{087D9940-7691-4C0B-B099-D2C95F65995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Task changes</a:t>
            </a:r>
          </a:p>
        </p:txBody>
      </p:sp>
      <p:sp>
        <p:nvSpPr>
          <p:cNvPr id="99" name="09-text-12">
            <a:extLst xmlns:a="http://schemas.openxmlformats.org/drawingml/2006/main">
              <a:ext uri="{FF2B5EF4-FFF2-40B4-BE49-F238E27FC236}">
                <a16:creationId xmlns:a16="http://schemas.microsoft.com/office/drawing/2014/main" id="{CFDD6E32-4E03-417D-8A93-EE644D42731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tasks can expose gaps in the original evaluation.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the cases as intended use changes.</a:t>
            </a:r>
          </a:p>
        </p:txBody>
      </p:sp>
      <p:sp>
        <p:nvSpPr>
          <p:cNvPr id="100" name="09-text-13">
            <a:extLst xmlns:a="http://schemas.openxmlformats.org/drawingml/2006/main">
              <a:ext uri="{FF2B5EF4-FFF2-40B4-BE49-F238E27FC236}">
                <a16:creationId xmlns:a16="http://schemas.microsoft.com/office/drawing/2014/main" id="{FEEE7E7D-3B95-4216-965C-2D61A57D23B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Routing</a:t>
            </a:r>
          </a:p>
        </p:txBody>
      </p:sp>
      <p:sp>
        <p:nvSpPr>
          <p:cNvPr id="101" name="09-text-14">
            <a:extLst xmlns:a="http://schemas.openxmlformats.org/drawingml/2006/main">
              <a:ext uri="{FF2B5EF4-FFF2-40B4-BE49-F238E27FC236}">
                <a16:creationId xmlns:a16="http://schemas.microsoft.com/office/drawing/2014/main" id="{ABEA06FE-811F-4748-91ED-6A078FFD107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route needs evaluation coverage.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Measure the whole workflow as routes change.</a:t>
            </a:r>
          </a:p>
        </p:txBody>
      </p:sp>
      <p:sp>
        <p:nvSpPr>
          <p:cNvPr id="102" name="09-text-15">
            <a:extLst xmlns:a="http://schemas.openxmlformats.org/drawingml/2006/main">
              <a:ext uri="{FF2B5EF4-FFF2-40B4-BE49-F238E27FC236}">
                <a16:creationId xmlns:a16="http://schemas.microsoft.com/office/drawing/2014/main" id="{934A1E77-3508-4130-9342-ACE2AFC29EF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lifecycle</a:t>
            </a:r>
          </a:p>
        </p:txBody>
      </p:sp>
      <p:sp>
        <p:nvSpPr>
          <p:cNvPr id="103" name="09-text-16">
            <a:extLst xmlns:a="http://schemas.openxmlformats.org/drawingml/2006/main">
              <a:ext uri="{FF2B5EF4-FFF2-40B4-BE49-F238E27FC236}">
                <a16:creationId xmlns:a16="http://schemas.microsoft.com/office/drawing/2014/main" id="{43A4F03E-8451-4B7E-83AF-8243AAB3780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retire. Aliases update.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changes and prepare a replacement.</a:t>
            </a:r>
          </a:p>
        </p:txBody>
      </p:sp>
      <p:sp>
        <p:nvSpPr>
          <p:cNvPr id="104" name="09-text-17">
            <a:extLst xmlns:a="http://schemas.openxmlformats.org/drawingml/2006/main">
              <a:ext uri="{FF2B5EF4-FFF2-40B4-BE49-F238E27FC236}">
                <a16:creationId xmlns:a16="http://schemas.microsoft.com/office/drawing/2014/main" id="{A8516043-ED45-4B32-9477-7EB25682F86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does not freeze the whole system.</a:t>
            </a:r>
          </a:p>
        </p:txBody>
      </p:sp>
      <p:sp>
        <p:nvSpPr>
          <p:cNvPr id="105" name="09-text-18">
            <a:extLst xmlns:a="http://schemas.openxmlformats.org/drawingml/2006/main">
              <a:ext uri="{FF2B5EF4-FFF2-40B4-BE49-F238E27FC236}">
                <a16:creationId xmlns:a16="http://schemas.microsoft.com/office/drawing/2014/main" id="{B2CB6B5B-B9DD-4F1F-8042-D3D0C98A5BF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06" name="09-text-19">
            <a:extLst xmlns:a="http://schemas.openxmlformats.org/drawingml/2006/main">
              <a:ext uri="{FF2B5EF4-FFF2-40B4-BE49-F238E27FC236}">
                <a16:creationId xmlns:a16="http://schemas.microsoft.com/office/drawing/2014/main" id="{1E2639FD-64F1-4525-8203-EC4C295214F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07" name="narrative-number">
            <a:extLst xmlns:a="http://schemas.openxmlformats.org/drawingml/2006/main">
              <a:ext uri="{FF2B5EF4-FFF2-40B4-BE49-F238E27FC236}">
                <a16:creationId xmlns:a16="http://schemas.microsoft.com/office/drawing/2014/main" id="{AB9DF248-B50F-4274-A635-70BC9989DAA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744276027"/>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8" name="!!area-name">
            <a:extLst xmlns:a="http://schemas.openxmlformats.org/drawingml/2006/main">
              <a:ext uri="{FF2B5EF4-FFF2-40B4-BE49-F238E27FC236}">
                <a16:creationId xmlns:a16="http://schemas.microsoft.com/office/drawing/2014/main" id="{880696BE-DF93-4E47-B964-0C24C9BD054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7" name="mini-map"/>
          <p:cNvPicPr>
            <a:picLocks xmlns:a="http://schemas.openxmlformats.org/drawingml/2006/main" noChangeAspect="1"/>
          </p:cNvPicPr>
          <p:nvPr/>
        </p:nvPicPr>
        <p:blipFill>
          <a:blip xmlns:r="http://schemas.openxmlformats.org/officeDocument/2006/relationships" xmlns:a="http://schemas.openxmlformats.org/drawingml/2006/main" r:embed="R0940c66960e2404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0" name="header-divider">
            <a:extLst xmlns:a="http://schemas.openxmlformats.org/drawingml/2006/main">
              <a:ext uri="{FF2B5EF4-FFF2-40B4-BE49-F238E27FC236}">
                <a16:creationId xmlns:a16="http://schemas.microsoft.com/office/drawing/2014/main" id="{AE16FDBF-5707-4DF0-938C-E2A4F5AA369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1" name="models-application-title">
            <a:extLst xmlns:a="http://schemas.openxmlformats.org/drawingml/2006/main">
              <a:ext uri="{FF2B5EF4-FFF2-40B4-BE49-F238E27FC236}">
                <a16:creationId xmlns:a16="http://schemas.microsoft.com/office/drawing/2014/main" id="{8B954C66-C4AB-41B9-BDAD-A6B45E826A2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design for the FRB brief</a:t>
            </a:r>
          </a:p>
        </p:txBody>
      </p:sp>
      <p:sp>
        <p:nvSpPr>
          <p:cNvPr id="112" name="09-text-20">
            <a:extLst xmlns:a="http://schemas.openxmlformats.org/drawingml/2006/main">
              <a:ext uri="{FF2B5EF4-FFF2-40B4-BE49-F238E27FC236}">
                <a16:creationId xmlns:a16="http://schemas.microsoft.com/office/drawing/2014/main" id="{780EBA89-64D8-4AF0-9B7A-2AF1DFBEA13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1" name="09-table-21"/>
          <p:cNvGraphicFramePr/>
          <p:nvPr/>
        </p:nvGraphicFramePr>
        <p:xfrm>
          <a:off xmlns:a="http://schemas.openxmlformats.org/drawingml/2006/main" x="609600" y="2895600"/>
          <a:ext xmlns:a="http://schemas.openxmlformats.org/drawingml/2006/main" cx="10972800" cy="2590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 and rationale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Compare models on faithful summaries</a:t>
                      </a:r>
                    </a:p>
                    <a:p>
                      <a:pPr>
                        <a:lnSpc>
                          <a:spcPct val="125000"/>
                        </a:lnSpc>
                        <a:buNone/>
                      </a:pPr>
                      <a:r>
                        <a:rPr sz="2000" b="0">
                          <a:solidFill>
                            <a:srgbClr val="FFFCF5"/>
                          </a:solidFill>
                          <a:latin typeface="Helvetica"/>
                          <a:ea typeface="Helvetica"/>
                          <a:cs typeface="Helvetica"/>
                        </a:rPr>
                        <a:t>and supported findings.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Allocation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One model configuration for the brief.</a:t>
                      </a:r>
                    </a:p>
                    <a:p>
                      <a:pPr>
                        <a:lnSpc>
                          <a:spcPct val="125000"/>
                        </a:lnSpc>
                        <a:buNone/>
                      </a:pPr>
                      <a:r>
                        <a:rPr sz="2000" b="0">
                          <a:solidFill>
                            <a:srgbClr val="FFFCF5"/>
                          </a:solidFill>
                          <a:latin typeface="Helvetica"/>
                          <a:ea typeface="Helvetica"/>
                          <a:cs typeface="Helvetica"/>
                        </a:rPr>
                        <a:t>Add routing only when measurements justify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Changes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Pinned version where available,</a:t>
                      </a:r>
                    </a:p>
                    <a:p>
                      <a:pPr>
                        <a:lnSpc>
                          <a:spcPct val="125000"/>
                        </a:lnSpc>
                        <a:buNone/>
                      </a:pPr>
                      <a:r>
                        <a:rPr sz="2000" b="0">
                          <a:solidFill>
                            <a:srgbClr val="FFFCF5"/>
                          </a:solidFill>
                          <a:latin typeface="Helvetica"/>
                          <a:ea typeface="Helvetica"/>
                          <a:cs typeface="Helvetica"/>
                        </a:rPr>
                        <a:t>with a migration plan.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14" name="09-text-22">
            <a:extLst xmlns:a="http://schemas.openxmlformats.org/drawingml/2006/main">
              <a:ext uri="{FF2B5EF4-FFF2-40B4-BE49-F238E27FC236}">
                <a16:creationId xmlns:a16="http://schemas.microsoft.com/office/drawing/2014/main" id="{66136B7C-0DEE-4124-AF3F-43103A22196A}"/>
              </a:ext>
            </a:extLst>
          </p:cNvPr>
          <p:cNvSpPr>
            <a:spLocks xmlns:a="http://schemas.openxmlformats.org/drawingml/2006/main"/>
          </p:cNvSpPr>
          <p:nvPr/>
        </p:nvSpPr>
        <p:spPr>
          <a:xfrm xmlns:a="http://schemas.openxmlformats.org/drawingml/2006/main">
            <a:off x="609600" y="5588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Revisit when measured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lifecycle requirements justify a change.</a:t>
            </a:r>
          </a:p>
        </p:txBody>
      </p:sp>
      <p:sp>
        <p:nvSpPr>
          <p:cNvPr id="115" name="narrative-number">
            <a:extLst xmlns:a="http://schemas.openxmlformats.org/drawingml/2006/main">
              <a:ext uri="{FF2B5EF4-FFF2-40B4-BE49-F238E27FC236}">
                <a16:creationId xmlns:a16="http://schemas.microsoft.com/office/drawing/2014/main" id="{78A99BBB-5349-4DB7-BDC2-6F9AF1B7F47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505501364"/>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6" name="!!area-header">
            <a:extLst xmlns:a="http://schemas.openxmlformats.org/drawingml/2006/main">
              <a:ext uri="{FF2B5EF4-FFF2-40B4-BE49-F238E27FC236}">
                <a16:creationId xmlns:a16="http://schemas.microsoft.com/office/drawing/2014/main" id="{D129E512-729F-4205-ADBF-5ACC9BB4B9B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17" name="!!area-name">
            <a:extLst xmlns:a="http://schemas.openxmlformats.org/drawingml/2006/main">
              <a:ext uri="{FF2B5EF4-FFF2-40B4-BE49-F238E27FC236}">
                <a16:creationId xmlns:a16="http://schemas.microsoft.com/office/drawing/2014/main" id="{DC6A6196-B91B-4D3F-8D8A-ED0F330E9D82}"/>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18" name="!!area-beat">
            <a:extLst xmlns:a="http://schemas.openxmlformats.org/drawingml/2006/main">
              <a:ext uri="{FF2B5EF4-FFF2-40B4-BE49-F238E27FC236}">
                <a16:creationId xmlns:a16="http://schemas.microsoft.com/office/drawing/2014/main" id="{8C258B67-1178-4532-B2C8-7CBA38457E9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19" name="header-divider">
            <a:extLst xmlns:a="http://schemas.openxmlformats.org/drawingml/2006/main">
              <a:ext uri="{FF2B5EF4-FFF2-40B4-BE49-F238E27FC236}">
                <a16:creationId xmlns:a16="http://schemas.microsoft.com/office/drawing/2014/main" id="{5AD1CBBE-7897-44A9-BB3E-EE109544F5BC}"/>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0" name="!!screenshot-AGENTS.md">
            <a:extLst xmlns:a="http://schemas.openxmlformats.org/drawingml/2006/main">
              <a:ext uri="{FF2B5EF4-FFF2-40B4-BE49-F238E27FC236}">
                <a16:creationId xmlns:a16="http://schemas.microsoft.com/office/drawing/2014/main" id="{C4F62E53-AA79-4C83-AE84-446EAE156B84}"/>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121" name="10-text-1">
            <a:extLst xmlns:a="http://schemas.openxmlformats.org/drawingml/2006/main">
              <a:ext uri="{FF2B5EF4-FFF2-40B4-BE49-F238E27FC236}">
                <a16:creationId xmlns:a16="http://schemas.microsoft.com/office/drawing/2014/main" id="{5B1165BF-06B4-492C-8E8D-1917BF64D0FE}"/>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22" name="10-text-2">
            <a:extLst xmlns:a="http://schemas.openxmlformats.org/drawingml/2006/main">
              <a:ext uri="{FF2B5EF4-FFF2-40B4-BE49-F238E27FC236}">
                <a16:creationId xmlns:a16="http://schemas.microsoft.com/office/drawing/2014/main" id="{B70F56FF-3114-4BE1-852D-4F66B338E848}"/>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AGENTS.md project instructions</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Conventions and checks</a:t>
            </a:r>
          </a:p>
        </p:txBody>
      </p:sp>
      <p:sp>
        <p:nvSpPr>
          <p:cNvPr id="123" name="10-text-3">
            <a:extLst xmlns:a="http://schemas.openxmlformats.org/drawingml/2006/main">
              <a:ext uri="{FF2B5EF4-FFF2-40B4-BE49-F238E27FC236}">
                <a16:creationId xmlns:a16="http://schemas.microsoft.com/office/drawing/2014/main" id="{D2DCFB89-5ABD-433C-9C19-104F3AD4336A}"/>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Project conventions</a:t>
            </a:r>
          </a:p>
        </p:txBody>
      </p:sp>
      <p:sp>
        <p:nvSpPr>
          <p:cNvPr id="124" name="10-text-4">
            <a:extLst xmlns:a="http://schemas.openxmlformats.org/drawingml/2006/main">
              <a:ext uri="{FF2B5EF4-FFF2-40B4-BE49-F238E27FC236}">
                <a16:creationId xmlns:a16="http://schemas.microsoft.com/office/drawing/2014/main" id="{62CBB584-D04B-4B2E-A82C-582E2B6C6497}"/>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the agent how work should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fit this repository.</a:t>
            </a:r>
          </a:p>
        </p:txBody>
      </p:sp>
      <p:sp>
        <p:nvSpPr>
          <p:cNvPr id="125" name="10-text-5">
            <a:extLst xmlns:a="http://schemas.openxmlformats.org/drawingml/2006/main">
              <a:ext uri="{FF2B5EF4-FFF2-40B4-BE49-F238E27FC236}">
                <a16:creationId xmlns:a16="http://schemas.microsoft.com/office/drawing/2014/main" id="{7C20D941-F2E1-45EB-BE9C-C128E38DAAA0}"/>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Checks</a:t>
            </a:r>
          </a:p>
        </p:txBody>
      </p:sp>
      <p:sp>
        <p:nvSpPr>
          <p:cNvPr id="126" name="10-text-6">
            <a:extLst xmlns:a="http://schemas.openxmlformats.org/drawingml/2006/main">
              <a:ext uri="{FF2B5EF4-FFF2-40B4-BE49-F238E27FC236}">
                <a16:creationId xmlns:a16="http://schemas.microsoft.com/office/drawing/2014/main" id="{9FA4BC23-E7B9-4897-A336-D2AEB52A0C7E}"/>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it how to validate changes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handing work back.</a:t>
            </a:r>
          </a:p>
        </p:txBody>
      </p:sp>
      <p:sp>
        <p:nvSpPr>
          <p:cNvPr id="127" name="narrative-number">
            <a:extLst xmlns:a="http://schemas.openxmlformats.org/drawingml/2006/main">
              <a:ext uri="{FF2B5EF4-FFF2-40B4-BE49-F238E27FC236}">
                <a16:creationId xmlns:a16="http://schemas.microsoft.com/office/drawing/2014/main" id="{9F907C5B-213D-44B9-B241-22044C51CE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409985783"/>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8" name="!!area-name">
            <a:extLst xmlns:a="http://schemas.openxmlformats.org/drawingml/2006/main">
              <a:ext uri="{FF2B5EF4-FFF2-40B4-BE49-F238E27FC236}">
                <a16:creationId xmlns:a16="http://schemas.microsoft.com/office/drawing/2014/main" id="{63AE19C2-6801-4BCB-B549-E4F4A5798B0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830db5dbaf7e49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0" name="header-divider">
            <a:extLst xmlns:a="http://schemas.openxmlformats.org/drawingml/2006/main">
              <a:ext uri="{FF2B5EF4-FFF2-40B4-BE49-F238E27FC236}">
                <a16:creationId xmlns:a16="http://schemas.microsoft.com/office/drawing/2014/main" id="{E55F9B57-77C0-4B50-9CC3-FE33B04D4EE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1" name="11-text-1">
            <a:extLst xmlns:a="http://schemas.openxmlformats.org/drawingml/2006/main">
              <a:ext uri="{FF2B5EF4-FFF2-40B4-BE49-F238E27FC236}">
                <a16:creationId xmlns:a16="http://schemas.microsoft.com/office/drawing/2014/main" id="{99B7C058-D4DE-45C5-BF6C-5F03AEC9AC6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 treated as a finite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resource with diminishing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marginal returns.”</a:t>
            </a:r>
          </a:p>
        </p:txBody>
      </p:sp>
      <p:sp>
        <p:nvSpPr>
          <p:cNvPr id="132" name="11-text-2">
            <a:extLst xmlns:a="http://schemas.openxmlformats.org/drawingml/2006/main">
              <a:ext uri="{FF2B5EF4-FFF2-40B4-BE49-F238E27FC236}">
                <a16:creationId xmlns:a16="http://schemas.microsoft.com/office/drawing/2014/main" id="{E64DC316-C241-4376-BB4C-086576F46B2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33" name="11-text-3">
            <a:extLst xmlns:a="http://schemas.openxmlformats.org/drawingml/2006/main">
              <a:ext uri="{FF2B5EF4-FFF2-40B4-BE49-F238E27FC236}">
                <a16:creationId xmlns:a16="http://schemas.microsoft.com/office/drawing/2014/main" id="{074CA58A-5EB0-42C8-B8CF-08AD4520B63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42" name="11-image-4"/>
          <p:cNvPicPr>
            <a:picLocks xmlns:a="http://schemas.openxmlformats.org/drawingml/2006/main" noChangeAspect="1"/>
          </p:cNvPicPr>
          <p:nvPr/>
        </p:nvPicPr>
        <p:blipFill>
          <a:blip xmlns:r="http://schemas.openxmlformats.org/officeDocument/2006/relationships" xmlns:a="http://schemas.openxmlformats.org/drawingml/2006/main" r:embed="Re50b850fbe704a3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35" name="narrative-number">
            <a:extLst xmlns:a="http://schemas.openxmlformats.org/drawingml/2006/main">
              <a:ext uri="{FF2B5EF4-FFF2-40B4-BE49-F238E27FC236}">
                <a16:creationId xmlns:a16="http://schemas.microsoft.com/office/drawing/2014/main" id="{BE5F43A7-9CFF-4F4C-AA76-077405F5606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973058662"/>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370B64B7-AB6F-4F7A-A283-D25F0D40522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48" name="mini-map"/>
          <p:cNvPicPr>
            <a:picLocks xmlns:a="http://schemas.openxmlformats.org/drawingml/2006/main" noChangeAspect="1"/>
          </p:cNvPicPr>
          <p:nvPr/>
        </p:nvPicPr>
        <p:blipFill>
          <a:blip xmlns:r="http://schemas.openxmlformats.org/officeDocument/2006/relationships" xmlns:a="http://schemas.openxmlformats.org/drawingml/2006/main" r:embed="Rf972640b708d424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0CB3CBCD-EE7A-4868-94AA-133A6BA273D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context-decisions-title">
            <a:extLst xmlns:a="http://schemas.openxmlformats.org/drawingml/2006/main">
              <a:ext uri="{FF2B5EF4-FFF2-40B4-BE49-F238E27FC236}">
                <a16:creationId xmlns:a16="http://schemas.microsoft.com/office/drawing/2014/main" id="{A18448A9-7DBC-4743-A282-48067CCB12D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context decisions you own</a:t>
            </a:r>
          </a:p>
        </p:txBody>
      </p:sp>
      <p:sp>
        <p:nvSpPr>
          <p:cNvPr id="140" name="11-text-5">
            <a:extLst xmlns:a="http://schemas.openxmlformats.org/drawingml/2006/main">
              <a:ext uri="{FF2B5EF4-FFF2-40B4-BE49-F238E27FC236}">
                <a16:creationId xmlns:a16="http://schemas.microsoft.com/office/drawing/2014/main" id="{69D957C0-65DD-4027-AA7C-36F6F835D43C}"/>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belongs in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next step?</a:t>
            </a:r>
          </a:p>
        </p:txBody>
      </p:sp>
      <p:sp>
        <p:nvSpPr>
          <p:cNvPr id="141" name="11-text-6">
            <a:extLst xmlns:a="http://schemas.openxmlformats.org/drawingml/2006/main">
              <a:ext uri="{FF2B5EF4-FFF2-40B4-BE49-F238E27FC236}">
                <a16:creationId xmlns:a16="http://schemas.microsoft.com/office/drawing/2014/main" id="{1D0B7B52-4D07-43CC-A2C3-82127880161A}"/>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task state, retrieved knowledge.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what the next step needs.</a:t>
            </a:r>
          </a:p>
        </p:txBody>
      </p:sp>
      <p:sp>
        <p:nvSpPr>
          <p:cNvPr id="142" name="11-text-7">
            <a:extLst xmlns:a="http://schemas.openxmlformats.org/drawingml/2006/main">
              <a:ext uri="{FF2B5EF4-FFF2-40B4-BE49-F238E27FC236}">
                <a16:creationId xmlns:a16="http://schemas.microsoft.com/office/drawing/2014/main" id="{D9DC173B-F37B-4B40-BF99-BB6FD332810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should persist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be refreshed?</a:t>
            </a:r>
          </a:p>
        </p:txBody>
      </p:sp>
      <p:sp>
        <p:nvSpPr>
          <p:cNvPr id="143" name="11-text-8">
            <a:extLst xmlns:a="http://schemas.openxmlformats.org/drawingml/2006/main">
              <a:ext uri="{FF2B5EF4-FFF2-40B4-BE49-F238E27FC236}">
                <a16:creationId xmlns:a16="http://schemas.microsoft.com/office/drawing/2014/main" id="{1BABF8CC-84C6-4428-8FFE-6722DC0BDF58}"/>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durable facts and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or discard what is no longer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information as its sources change.</a:t>
            </a:r>
          </a:p>
        </p:txBody>
      </p:sp>
      <p:sp>
        <p:nvSpPr>
          <p:cNvPr id="144" name="11-text-9">
            <a:extLst xmlns:a="http://schemas.openxmlformats.org/drawingml/2006/main">
              <a:ext uri="{FF2B5EF4-FFF2-40B4-BE49-F238E27FC236}">
                <a16:creationId xmlns:a16="http://schemas.microsoft.com/office/drawing/2014/main" id="{75EBADB5-4008-4167-BF92-AE36E4299784}"/>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access scope?</a:t>
            </a:r>
          </a:p>
        </p:txBody>
      </p:sp>
      <p:sp>
        <p:nvSpPr>
          <p:cNvPr id="145" name="11-text-10">
            <a:extLst xmlns:a="http://schemas.openxmlformats.org/drawingml/2006/main">
              <a:ext uri="{FF2B5EF4-FFF2-40B4-BE49-F238E27FC236}">
                <a16:creationId xmlns:a16="http://schemas.microsoft.com/office/drawing/2014/main" id="{2DC645BF-8FA2-45CA-B074-F9EED37B4207}"/>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source locations and revisions.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retrieval to the user's authorized scope.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outside the model.</a:t>
            </a:r>
          </a:p>
        </p:txBody>
      </p:sp>
      <p:sp>
        <p:nvSpPr>
          <p:cNvPr id="146" name="narrative-number">
            <a:extLst xmlns:a="http://schemas.openxmlformats.org/drawingml/2006/main">
              <a:ext uri="{FF2B5EF4-FFF2-40B4-BE49-F238E27FC236}">
                <a16:creationId xmlns:a16="http://schemas.microsoft.com/office/drawing/2014/main" id="{11CEE2B0-9B19-47F1-AAC2-C158C23F8E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009379393"/>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7" name="!!area-name">
            <a:extLst xmlns:a="http://schemas.openxmlformats.org/drawingml/2006/main">
              <a:ext uri="{FF2B5EF4-FFF2-40B4-BE49-F238E27FC236}">
                <a16:creationId xmlns:a16="http://schemas.microsoft.com/office/drawing/2014/main" id="{31BA825E-4A2A-4285-A996-BF951A8437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af2b8761974b4bd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9" name="header-divider">
            <a:extLst xmlns:a="http://schemas.openxmlformats.org/drawingml/2006/main">
              <a:ext uri="{FF2B5EF4-FFF2-40B4-BE49-F238E27FC236}">
                <a16:creationId xmlns:a16="http://schemas.microsoft.com/office/drawing/2014/main" id="{495F214D-8CA2-48A6-A24A-88D73E80534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0" name="context-maintenance-title">
            <a:extLst xmlns:a="http://schemas.openxmlformats.org/drawingml/2006/main">
              <a:ext uri="{FF2B5EF4-FFF2-40B4-BE49-F238E27FC236}">
                <a16:creationId xmlns:a16="http://schemas.microsoft.com/office/drawing/2014/main" id="{E8DBC1C9-A2B8-4947-9013-2F1B9332CED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context choices</a:t>
            </a:r>
          </a:p>
        </p:txBody>
      </p:sp>
      <p:sp>
        <p:nvSpPr>
          <p:cNvPr id="151" name="11-text-11">
            <a:extLst xmlns:a="http://schemas.openxmlformats.org/drawingml/2006/main">
              <a:ext uri="{FF2B5EF4-FFF2-40B4-BE49-F238E27FC236}">
                <a16:creationId xmlns:a16="http://schemas.microsoft.com/office/drawing/2014/main" id="{D799BDBF-00E6-4710-A596-A3A3177377D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Freshness</a:t>
            </a:r>
          </a:p>
        </p:txBody>
      </p:sp>
      <p:sp>
        <p:nvSpPr>
          <p:cNvPr id="152" name="11-text-12">
            <a:extLst xmlns:a="http://schemas.openxmlformats.org/drawingml/2006/main">
              <a:ext uri="{FF2B5EF4-FFF2-40B4-BE49-F238E27FC236}">
                <a16:creationId xmlns:a16="http://schemas.microsoft.com/office/drawing/2014/main" id="{55B055B2-1F05-4389-88E7-A9A6BA44031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records can make retrieved passages stale.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retrieval when source versions change.</a:t>
            </a:r>
          </a:p>
        </p:txBody>
      </p:sp>
      <p:sp>
        <p:nvSpPr>
          <p:cNvPr id="153" name="11-text-13">
            <a:extLst xmlns:a="http://schemas.openxmlformats.org/drawingml/2006/main">
              <a:ext uri="{FF2B5EF4-FFF2-40B4-BE49-F238E27FC236}">
                <a16:creationId xmlns:a16="http://schemas.microsoft.com/office/drawing/2014/main" id="{E708D125-26BE-4AB0-8C0A-9A94B8094C4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growth</a:t>
            </a:r>
          </a:p>
        </p:txBody>
      </p:sp>
      <p:sp>
        <p:nvSpPr>
          <p:cNvPr id="154" name="11-text-14">
            <a:extLst xmlns:a="http://schemas.openxmlformats.org/drawingml/2006/main">
              <a:ext uri="{FF2B5EF4-FFF2-40B4-BE49-F238E27FC236}">
                <a16:creationId xmlns:a16="http://schemas.microsoft.com/office/drawing/2014/main" id="{8A10201F-FA95-4DEF-9511-45FE61C522A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Summaries can lose constraints as sessions grow.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decisions and unresolved questions.</a:t>
            </a:r>
          </a:p>
        </p:txBody>
      </p:sp>
      <p:sp>
        <p:nvSpPr>
          <p:cNvPr id="155" name="11-text-15">
            <a:extLst xmlns:a="http://schemas.openxmlformats.org/drawingml/2006/main">
              <a:ext uri="{FF2B5EF4-FFF2-40B4-BE49-F238E27FC236}">
                <a16:creationId xmlns:a16="http://schemas.microsoft.com/office/drawing/2014/main" id="{59B1868D-A944-4E16-8A4B-E198248C6AA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Boundaries</a:t>
            </a:r>
          </a:p>
        </p:txBody>
      </p:sp>
      <p:sp>
        <p:nvSpPr>
          <p:cNvPr id="156" name="11-text-16">
            <a:extLst xmlns:a="http://schemas.openxmlformats.org/drawingml/2006/main">
              <a:ext uri="{FF2B5EF4-FFF2-40B4-BE49-F238E27FC236}">
                <a16:creationId xmlns:a16="http://schemas.microsoft.com/office/drawing/2014/main" id="{B7D0B067-8F71-4DE6-9524-D95D8D26B35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or retrieval can cross access boundaries.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access and preserve provenance.</a:t>
            </a:r>
          </a:p>
        </p:txBody>
      </p:sp>
      <p:sp>
        <p:nvSpPr>
          <p:cNvPr id="157" name="11-text-17">
            <a:extLst xmlns:a="http://schemas.openxmlformats.org/drawingml/2006/main">
              <a:ext uri="{FF2B5EF4-FFF2-40B4-BE49-F238E27FC236}">
                <a16:creationId xmlns:a16="http://schemas.microsoft.com/office/drawing/2014/main" id="{AE7BA5A4-C17D-45AB-9709-DCFFD509216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prefixes can help caching. Correctness and access take priority.</a:t>
            </a:r>
          </a:p>
        </p:txBody>
      </p:sp>
      <p:sp>
        <p:nvSpPr>
          <p:cNvPr id="158" name="11-text-18">
            <a:extLst xmlns:a="http://schemas.openxmlformats.org/drawingml/2006/main">
              <a:ext uri="{FF2B5EF4-FFF2-40B4-BE49-F238E27FC236}">
                <a16:creationId xmlns:a16="http://schemas.microsoft.com/office/drawing/2014/main" id="{DF3347D5-5507-4D87-BDB0-40FF9D499F5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59" name="11-text-19">
            <a:extLst xmlns:a="http://schemas.openxmlformats.org/drawingml/2006/main">
              <a:ext uri="{FF2B5EF4-FFF2-40B4-BE49-F238E27FC236}">
                <a16:creationId xmlns:a16="http://schemas.microsoft.com/office/drawing/2014/main" id="{F69DE5E7-13DD-4423-AF3C-92C7A53E86F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60" name="narrative-number">
            <a:extLst xmlns:a="http://schemas.openxmlformats.org/drawingml/2006/main">
              <a:ext uri="{FF2B5EF4-FFF2-40B4-BE49-F238E27FC236}">
                <a16:creationId xmlns:a16="http://schemas.microsoft.com/office/drawing/2014/main" id="{E79C9C32-8E2A-4FC7-838D-9FAB0DCF04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64857856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4F755D03-F39B-4C94-A465-CF12B2EDA1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dbde22067dad46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F1798C73-4A22-4BA8-BA7D-5DF8992162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context-application-title">
            <a:extLst xmlns:a="http://schemas.openxmlformats.org/drawingml/2006/main">
              <a:ext uri="{FF2B5EF4-FFF2-40B4-BE49-F238E27FC236}">
                <a16:creationId xmlns:a16="http://schemas.microsoft.com/office/drawing/2014/main" id="{C1557593-9A40-4A21-BACD-209E617A623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context for the FRB brief</a:t>
            </a:r>
          </a:p>
        </p:txBody>
      </p:sp>
      <p:sp>
        <p:nvSpPr>
          <p:cNvPr id="165" name="11-text-20">
            <a:extLst xmlns:a="http://schemas.openxmlformats.org/drawingml/2006/main">
              <a:ext uri="{FF2B5EF4-FFF2-40B4-BE49-F238E27FC236}">
                <a16:creationId xmlns:a16="http://schemas.microsoft.com/office/drawing/2014/main" id="{55ACE892-ECB1-4265-904A-0B31E7C7355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context.</a:t>
            </a:r>
          </a:p>
        </p:txBody>
      </p:sp>
      <p:sp>
        <p:nvSpPr>
          <p:cNvPr id="166" name="11-text-21">
            <a:extLst xmlns:a="http://schemas.openxmlformats.org/drawingml/2006/main">
              <a:ext uri="{FF2B5EF4-FFF2-40B4-BE49-F238E27FC236}">
                <a16:creationId xmlns:a16="http://schemas.microsoft.com/office/drawing/2014/main" id="{95B135E1-0282-4D45-9028-B65024F44E39}"/>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67" name="11-text-22">
            <a:extLst xmlns:a="http://schemas.openxmlformats.org/drawingml/2006/main">
              <a:ext uri="{FF2B5EF4-FFF2-40B4-BE49-F238E27FC236}">
                <a16:creationId xmlns:a16="http://schemas.microsoft.com/office/drawing/2014/main" id="{B909E35A-944D-4B46-B816-D2DB9BFB58FB}"/>
              </a:ext>
            </a:extLst>
          </p:cNvPr>
          <p:cNvSpPr>
            <a:spLocks xmlns:a="http://schemas.openxmlformats.org/drawingml/2006/main"/>
          </p:cNvSpPr>
          <p:nvPr/>
        </p:nvSpPr>
        <p:spPr>
          <a:xfrm xmlns:a="http://schemas.openxmlformats.org/drawingml/2006/main">
            <a:off x="6096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68" name="11-text-23">
            <a:extLst xmlns:a="http://schemas.openxmlformats.org/drawingml/2006/main">
              <a:ext uri="{FF2B5EF4-FFF2-40B4-BE49-F238E27FC236}">
                <a16:creationId xmlns:a16="http://schemas.microsoft.com/office/drawing/2014/main" id="{541CA6B2-4686-474F-AF84-02D78DB3D18D}"/>
              </a:ext>
            </a:extLst>
          </p:cNvPr>
          <p:cNvSpPr>
            <a:spLocks xmlns:a="http://schemas.openxmlformats.org/drawingml/2006/main"/>
          </p:cNvSpPr>
          <p:nvPr/>
        </p:nvSpPr>
        <p:spPr>
          <a:xfrm xmlns:a="http://schemas.openxmlformats.org/drawingml/2006/main">
            <a:off x="609600" y="41910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Later minutes</a:t>
            </a:r>
          </a:p>
        </p:txBody>
      </p:sp>
      <p:sp>
        <p:nvSpPr>
          <p:cNvPr id="169" name="11-text-24">
            <a:extLst xmlns:a="http://schemas.openxmlformats.org/drawingml/2006/main">
              <a:ext uri="{FF2B5EF4-FFF2-40B4-BE49-F238E27FC236}">
                <a16:creationId xmlns:a16="http://schemas.microsoft.com/office/drawing/2014/main" id="{64B834A5-F50B-4A55-A0F2-8E88E99E6BE7}"/>
              </a:ext>
            </a:extLst>
          </p:cNvPr>
          <p:cNvSpPr>
            <a:spLocks xmlns:a="http://schemas.openxmlformats.org/drawingml/2006/main"/>
          </p:cNvSpPr>
          <p:nvPr/>
        </p:nvSpPr>
        <p:spPr>
          <a:xfrm xmlns:a="http://schemas.openxmlformats.org/drawingml/2006/main">
            <a:off x="609600" y="4826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0" name="11-text-25">
            <a:extLst xmlns:a="http://schemas.openxmlformats.org/drawingml/2006/main">
              <a:ext uri="{FF2B5EF4-FFF2-40B4-BE49-F238E27FC236}">
                <a16:creationId xmlns:a16="http://schemas.microsoft.com/office/drawing/2014/main" id="{3E95CF17-FDF6-4491-B439-C838861CFF43}"/>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1" name="11-text-26">
            <a:extLst xmlns:a="http://schemas.openxmlformats.org/drawingml/2006/main">
              <a:ext uri="{FF2B5EF4-FFF2-40B4-BE49-F238E27FC236}">
                <a16:creationId xmlns:a16="http://schemas.microsoft.com/office/drawing/2014/main" id="{D7BB1945-1DF0-4ADA-BA2B-0A7728F51A50}"/>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revisions and source locations.</a:t>
            </a:r>
          </a:p>
        </p:txBody>
      </p:sp>
      <p:sp>
        <p:nvSpPr>
          <p:cNvPr id="172" name="11-text-27">
            <a:extLst xmlns:a="http://schemas.openxmlformats.org/drawingml/2006/main">
              <a:ext uri="{FF2B5EF4-FFF2-40B4-BE49-F238E27FC236}">
                <a16:creationId xmlns:a16="http://schemas.microsoft.com/office/drawing/2014/main" id="{59662F55-8E3D-41E7-A47B-FC3340EC3BDD}"/>
              </a:ext>
            </a:extLst>
          </p:cNvPr>
          <p:cNvSpPr>
            <a:spLocks xmlns:a="http://schemas.openxmlformats.org/drawingml/2006/main"/>
          </p:cNvSpPr>
          <p:nvPr/>
        </p:nvSpPr>
        <p:spPr>
          <a:xfrm xmlns:a="http://schemas.openxmlformats.org/drawingml/2006/main">
            <a:off x="6248400" y="4013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3" name="11-text-28">
            <a:extLst xmlns:a="http://schemas.openxmlformats.org/drawingml/2006/main">
              <a:ext uri="{FF2B5EF4-FFF2-40B4-BE49-F238E27FC236}">
                <a16:creationId xmlns:a16="http://schemas.microsoft.com/office/drawing/2014/main" id="{C7D2B70B-2ACA-48E1-9A26-18283C57DCE8}"/>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4" name="11-text-29">
            <a:extLst xmlns:a="http://schemas.openxmlformats.org/drawingml/2006/main">
              <a:ext uri="{FF2B5EF4-FFF2-40B4-BE49-F238E27FC236}">
                <a16:creationId xmlns:a16="http://schemas.microsoft.com/office/drawing/2014/main" id="{BDC631D6-1B1C-4356-B9F7-0CD4BBC53686}"/>
              </a:ext>
            </a:extLst>
          </p:cNvPr>
          <p:cNvSpPr>
            <a:spLocks xmlns:a="http://schemas.openxmlformats.org/drawingml/2006/main"/>
          </p:cNvSpPr>
          <p:nvPr/>
        </p:nvSpPr>
        <p:spPr>
          <a:xfrm xmlns:a="http://schemas.openxmlformats.org/drawingml/2006/main">
            <a:off x="62484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5" name="11-text-30">
            <a:extLst xmlns:a="http://schemas.openxmlformats.org/drawingml/2006/main">
              <a:ext uri="{FF2B5EF4-FFF2-40B4-BE49-F238E27FC236}">
                <a16:creationId xmlns:a16="http://schemas.microsoft.com/office/drawing/2014/main" id="{8410AC76-5070-4B6F-B6DF-266181A82BDC}"/>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sources and recheck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 the brief.</a:t>
            </a:r>
          </a:p>
        </p:txBody>
      </p:sp>
      <p:sp>
        <p:nvSpPr>
          <p:cNvPr id="176" name="narrative-number">
            <a:extLst xmlns:a="http://schemas.openxmlformats.org/drawingml/2006/main">
              <a:ext uri="{FF2B5EF4-FFF2-40B4-BE49-F238E27FC236}">
                <a16:creationId xmlns:a16="http://schemas.microsoft.com/office/drawing/2014/main" id="{3F806362-D282-407A-8D5D-99DE2558C2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324690163"/>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header">
            <a:extLst xmlns:a="http://schemas.openxmlformats.org/drawingml/2006/main">
              <a:ext uri="{FF2B5EF4-FFF2-40B4-BE49-F238E27FC236}">
                <a16:creationId xmlns:a16="http://schemas.microsoft.com/office/drawing/2014/main" id="{5B49B503-649A-4A0D-A7F1-08572C5E83C4}"/>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78" name="!!area-name">
            <a:extLst xmlns:a="http://schemas.openxmlformats.org/drawingml/2006/main">
              <a:ext uri="{FF2B5EF4-FFF2-40B4-BE49-F238E27FC236}">
                <a16:creationId xmlns:a16="http://schemas.microsoft.com/office/drawing/2014/main" id="{773D77DA-C2DA-413A-A780-80BDCB44BFE1}"/>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179" name="!!area-beat">
            <a:extLst xmlns:a="http://schemas.openxmlformats.org/drawingml/2006/main">
              <a:ext uri="{FF2B5EF4-FFF2-40B4-BE49-F238E27FC236}">
                <a16:creationId xmlns:a16="http://schemas.microsoft.com/office/drawing/2014/main" id="{31B0E3A0-5786-424D-A7F2-41498FA85DDB}"/>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80" name="header-divider">
            <a:extLst xmlns:a="http://schemas.openxmlformats.org/drawingml/2006/main">
              <a:ext uri="{FF2B5EF4-FFF2-40B4-BE49-F238E27FC236}">
                <a16:creationId xmlns:a16="http://schemas.microsoft.com/office/drawing/2014/main" id="{2FA80BBC-1556-4CFA-B1EF-B78C53614644}"/>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screenshot-MCP configuration">
            <a:extLst xmlns:a="http://schemas.openxmlformats.org/drawingml/2006/main">
              <a:ext uri="{FF2B5EF4-FFF2-40B4-BE49-F238E27FC236}">
                <a16:creationId xmlns:a16="http://schemas.microsoft.com/office/drawing/2014/main" id="{A1D9ED00-A6BF-4F06-810F-399EACB0313C}"/>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182" name="12-text-1">
            <a:extLst xmlns:a="http://schemas.openxmlformats.org/drawingml/2006/main">
              <a:ext uri="{FF2B5EF4-FFF2-40B4-BE49-F238E27FC236}">
                <a16:creationId xmlns:a16="http://schemas.microsoft.com/office/drawing/2014/main" id="{3D4BE690-BC58-4F02-A79C-E8E1E5DD979B}"/>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83" name="12-text-2">
            <a:extLst xmlns:a="http://schemas.openxmlformats.org/drawingml/2006/main">
              <a:ext uri="{FF2B5EF4-FFF2-40B4-BE49-F238E27FC236}">
                <a16:creationId xmlns:a16="http://schemas.microsoft.com/office/drawing/2014/main" id="{CED3D1B1-5947-47B3-87B0-B73DE49CA399}"/>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184" name="12-text-3">
            <a:extLst xmlns:a="http://schemas.openxmlformats.org/drawingml/2006/main">
              <a:ext uri="{FF2B5EF4-FFF2-40B4-BE49-F238E27FC236}">
                <a16:creationId xmlns:a16="http://schemas.microsoft.com/office/drawing/2014/main" id="{98241C19-FF02-443C-9BA5-1CC6EC4E0B73}"/>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Connect a service</a:t>
            </a:r>
          </a:p>
        </p:txBody>
      </p:sp>
      <p:sp>
        <p:nvSpPr>
          <p:cNvPr id="185" name="12-text-4">
            <a:extLst xmlns:a="http://schemas.openxmlformats.org/drawingml/2006/main">
              <a:ext uri="{FF2B5EF4-FFF2-40B4-BE49-F238E27FC236}">
                <a16:creationId xmlns:a16="http://schemas.microsoft.com/office/drawing/2014/main" id="{95277F21-7A86-4A03-B888-359257DEB33D}"/>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Add an MCP server to make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its tools available.</a:t>
            </a:r>
          </a:p>
        </p:txBody>
      </p:sp>
      <p:sp>
        <p:nvSpPr>
          <p:cNvPr id="186" name="12-text-5">
            <a:extLst xmlns:a="http://schemas.openxmlformats.org/drawingml/2006/main">
              <a:ext uri="{FF2B5EF4-FFF2-40B4-BE49-F238E27FC236}">
                <a16:creationId xmlns:a16="http://schemas.microsoft.com/office/drawing/2014/main" id="{EE33149F-B6C0-4713-B1D6-0503E4CF625E}"/>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Use its tools</a:t>
            </a:r>
          </a:p>
        </p:txBody>
      </p:sp>
      <p:sp>
        <p:nvSpPr>
          <p:cNvPr id="187" name="12-text-6">
            <a:extLst xmlns:a="http://schemas.openxmlformats.org/drawingml/2006/main">
              <a:ext uri="{FF2B5EF4-FFF2-40B4-BE49-F238E27FC236}">
                <a16:creationId xmlns:a16="http://schemas.microsoft.com/office/drawing/2014/main" id="{7AF0A73F-4F67-40CF-8329-220B276CBD81}"/>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agent can call</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those tools as it works.</a:t>
            </a:r>
          </a:p>
        </p:txBody>
      </p:sp>
      <p:sp>
        <p:nvSpPr>
          <p:cNvPr id="188" name="narrative-number">
            <a:extLst xmlns:a="http://schemas.openxmlformats.org/drawingml/2006/main">
              <a:ext uri="{FF2B5EF4-FFF2-40B4-BE49-F238E27FC236}">
                <a16:creationId xmlns:a16="http://schemas.microsoft.com/office/drawing/2014/main" id="{8C19AA91-67F2-4694-9016-4D76338661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529484922"/>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9" name="!!area-name">
            <a:extLst xmlns:a="http://schemas.openxmlformats.org/drawingml/2006/main">
              <a:ext uri="{FF2B5EF4-FFF2-40B4-BE49-F238E27FC236}">
                <a16:creationId xmlns:a16="http://schemas.microsoft.com/office/drawing/2014/main" id="{8975F221-CCB2-4BC8-A846-308545BEBD8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d904b6287e5e4ee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1" name="header-divider">
            <a:extLst xmlns:a="http://schemas.openxmlformats.org/drawingml/2006/main">
              <a:ext uri="{FF2B5EF4-FFF2-40B4-BE49-F238E27FC236}">
                <a16:creationId xmlns:a16="http://schemas.microsoft.com/office/drawing/2014/main" id="{63055AEE-5A18-4B0E-8F22-21207957F30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13-text-1">
            <a:extLst xmlns:a="http://schemas.openxmlformats.org/drawingml/2006/main">
              <a:ext uri="{FF2B5EF4-FFF2-40B4-BE49-F238E27FC236}">
                <a16:creationId xmlns:a16="http://schemas.microsoft.com/office/drawing/2014/main" id="{0C46C0E3-BCF5-48AD-9022-C959DF1DF4E5}"/>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effective as the tools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give them.”</a:t>
            </a:r>
          </a:p>
        </p:txBody>
      </p:sp>
      <p:sp>
        <p:nvSpPr>
          <p:cNvPr id="193" name="13-text-2">
            <a:extLst xmlns:a="http://schemas.openxmlformats.org/drawingml/2006/main">
              <a:ext uri="{FF2B5EF4-FFF2-40B4-BE49-F238E27FC236}">
                <a16:creationId xmlns:a16="http://schemas.microsoft.com/office/drawing/2014/main" id="{F0D08ECC-6807-4D43-9E05-F0D4ACEEAB0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94" name="13-text-3">
            <a:extLst xmlns:a="http://schemas.openxmlformats.org/drawingml/2006/main">
              <a:ext uri="{FF2B5EF4-FFF2-40B4-BE49-F238E27FC236}">
                <a16:creationId xmlns:a16="http://schemas.microsoft.com/office/drawing/2014/main" id="{BBEEA429-1A1A-4382-9E59-B12D6EF1696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September 2025</a:t>
            </a:r>
          </a:p>
        </p:txBody>
      </p:sp>
      <p:pic>
        <p:nvPicPr>
          <p:cNvPr id="203" name="13-image-4"/>
          <p:cNvPicPr>
            <a:picLocks xmlns:a="http://schemas.openxmlformats.org/drawingml/2006/main" noChangeAspect="1"/>
          </p:cNvPicPr>
          <p:nvPr/>
        </p:nvPicPr>
        <p:blipFill>
          <a:blip xmlns:r="http://schemas.openxmlformats.org/officeDocument/2006/relationships" xmlns:a="http://schemas.openxmlformats.org/drawingml/2006/main" r:embed="Rb92afbbfeabd476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96" name="narrative-number">
            <a:extLst xmlns:a="http://schemas.openxmlformats.org/drawingml/2006/main">
              <a:ext uri="{FF2B5EF4-FFF2-40B4-BE49-F238E27FC236}">
                <a16:creationId xmlns:a16="http://schemas.microsoft.com/office/drawing/2014/main" id="{208C9128-E414-40DF-93D9-E752B6E931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138488018"/>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F3EF0F74-2242-4C80-94E8-F2DC5C6A6F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50732f5b90784f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header-divider">
            <a:extLst xmlns:a="http://schemas.openxmlformats.org/drawingml/2006/main">
              <a:ext uri="{FF2B5EF4-FFF2-40B4-BE49-F238E27FC236}">
                <a16:creationId xmlns:a16="http://schemas.microsoft.com/office/drawing/2014/main" id="{6E69D8FD-C11D-45E2-BB00-B1666729574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0" name="tools-decisions-title">
            <a:extLst xmlns:a="http://schemas.openxmlformats.org/drawingml/2006/main">
              <a:ext uri="{FF2B5EF4-FFF2-40B4-BE49-F238E27FC236}">
                <a16:creationId xmlns:a16="http://schemas.microsoft.com/office/drawing/2014/main" id="{DC6752CB-9390-4763-B8E8-ADE4D403A95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tool decisions you own</a:t>
            </a:r>
          </a:p>
        </p:txBody>
      </p:sp>
      <p:sp>
        <p:nvSpPr>
          <p:cNvPr id="201" name="13-text-5">
            <a:extLst xmlns:a="http://schemas.openxmlformats.org/drawingml/2006/main">
              <a:ext uri="{FF2B5EF4-FFF2-40B4-BE49-F238E27FC236}">
                <a16:creationId xmlns:a16="http://schemas.microsoft.com/office/drawing/2014/main" id="{88A63B4F-6118-401C-BF51-D4860E2C5077}"/>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capabilities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need tools?</a:t>
            </a:r>
          </a:p>
        </p:txBody>
      </p:sp>
      <p:sp>
        <p:nvSpPr>
          <p:cNvPr id="202" name="13-text-6">
            <a:extLst xmlns:a="http://schemas.openxmlformats.org/drawingml/2006/main">
              <a:ext uri="{FF2B5EF4-FFF2-40B4-BE49-F238E27FC236}">
                <a16:creationId xmlns:a16="http://schemas.microsoft.com/office/drawing/2014/main" id="{09671876-9D84-4A45-B47D-66D4648F63C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operations that serve the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granularity and discovery with real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small, distinct tool set.</a:t>
            </a:r>
          </a:p>
        </p:txBody>
      </p:sp>
      <p:sp>
        <p:nvSpPr>
          <p:cNvPr id="203" name="13-text-7">
            <a:extLst xmlns:a="http://schemas.openxmlformats.org/drawingml/2006/main">
              <a:ext uri="{FF2B5EF4-FFF2-40B4-BE49-F238E27FC236}">
                <a16:creationId xmlns:a16="http://schemas.microsoft.com/office/drawing/2014/main" id="{15CA86A7-EDF6-4CD7-92A6-FBD23C33046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is the tool's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contract?</a:t>
            </a:r>
          </a:p>
        </p:txBody>
      </p:sp>
      <p:sp>
        <p:nvSpPr>
          <p:cNvPr id="204" name="13-text-8">
            <a:extLst xmlns:a="http://schemas.openxmlformats.org/drawingml/2006/main">
              <a:ext uri="{FF2B5EF4-FFF2-40B4-BE49-F238E27FC236}">
                <a16:creationId xmlns:a16="http://schemas.microsoft.com/office/drawing/2014/main" id="{B80F2737-22F8-437F-8A83-2559984EB42E}"/>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names, inputs, results, and errors.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useful context with stable IDs.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descriptions with real tasks.</a:t>
            </a:r>
          </a:p>
        </p:txBody>
      </p:sp>
      <p:sp>
        <p:nvSpPr>
          <p:cNvPr id="205" name="13-text-9">
            <a:extLst xmlns:a="http://schemas.openxmlformats.org/drawingml/2006/main">
              <a:ext uri="{FF2B5EF4-FFF2-40B4-BE49-F238E27FC236}">
                <a16:creationId xmlns:a16="http://schemas.microsoft.com/office/drawing/2014/main" id="{E80664A5-2C16-4728-AAA3-BC4CEFF14AA4}"/>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may run,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under which rules?</a:t>
            </a:r>
          </a:p>
        </p:txBody>
      </p:sp>
      <p:sp>
        <p:nvSpPr>
          <p:cNvPr id="206" name="13-text-10">
            <a:extLst xmlns:a="http://schemas.openxmlformats.org/drawingml/2006/main">
              <a:ext uri="{FF2B5EF4-FFF2-40B4-BE49-F238E27FC236}">
                <a16:creationId xmlns:a16="http://schemas.microsoft.com/office/drawing/2014/main" id="{FD565DFF-6392-4168-A1B9-E904BA11DFB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Apply least privilege to reads and writes.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inputs and enforce authorization in code.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 approval where policy calls for it.</a:t>
            </a:r>
          </a:p>
        </p:txBody>
      </p:sp>
      <p:sp>
        <p:nvSpPr>
          <p:cNvPr id="207" name="narrative-number">
            <a:extLst xmlns:a="http://schemas.openxmlformats.org/drawingml/2006/main">
              <a:ext uri="{FF2B5EF4-FFF2-40B4-BE49-F238E27FC236}">
                <a16:creationId xmlns:a16="http://schemas.microsoft.com/office/drawing/2014/main" id="{84100A84-8763-447F-9EA8-1823F8903D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744780410"/>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17411BFA-68C7-4A22-8EE3-307AA5FE75F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23" name="mini-map"/>
          <p:cNvPicPr>
            <a:picLocks xmlns:a="http://schemas.openxmlformats.org/drawingml/2006/main" noChangeAspect="1"/>
          </p:cNvPicPr>
          <p:nvPr/>
        </p:nvPicPr>
        <p:blipFill>
          <a:blip xmlns:r="http://schemas.openxmlformats.org/officeDocument/2006/relationships" xmlns:a="http://schemas.openxmlformats.org/drawingml/2006/main" r:embed="R524294526bfd456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header-divider">
            <a:extLst xmlns:a="http://schemas.openxmlformats.org/drawingml/2006/main">
              <a:ext uri="{FF2B5EF4-FFF2-40B4-BE49-F238E27FC236}">
                <a16:creationId xmlns:a16="http://schemas.microsoft.com/office/drawing/2014/main" id="{67B92220-C84A-472E-9A67-2C669A16568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1" name="tools-maintenance-title">
            <a:extLst xmlns:a="http://schemas.openxmlformats.org/drawingml/2006/main">
              <a:ext uri="{FF2B5EF4-FFF2-40B4-BE49-F238E27FC236}">
                <a16:creationId xmlns:a16="http://schemas.microsoft.com/office/drawing/2014/main" id="{DCBEFD46-3AFF-43F2-B258-78BCCBF8DEF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tool choices</a:t>
            </a:r>
          </a:p>
        </p:txBody>
      </p:sp>
      <p:sp>
        <p:nvSpPr>
          <p:cNvPr id="212" name="13-text-11">
            <a:extLst xmlns:a="http://schemas.openxmlformats.org/drawingml/2006/main">
              <a:ext uri="{FF2B5EF4-FFF2-40B4-BE49-F238E27FC236}">
                <a16:creationId xmlns:a16="http://schemas.microsoft.com/office/drawing/2014/main" id="{47CCD9DC-45C9-4693-9C1F-F2BF83F7912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 changes</a:t>
            </a:r>
          </a:p>
        </p:txBody>
      </p:sp>
      <p:sp>
        <p:nvSpPr>
          <p:cNvPr id="213" name="13-text-12">
            <a:extLst xmlns:a="http://schemas.openxmlformats.org/drawingml/2006/main">
              <a:ext uri="{FF2B5EF4-FFF2-40B4-BE49-F238E27FC236}">
                <a16:creationId xmlns:a16="http://schemas.microsoft.com/office/drawing/2014/main" id="{A9F8F54B-7684-4D42-A788-72E02ED1898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schemas, and behavior can drift.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and evaluate them together.</a:t>
            </a:r>
          </a:p>
        </p:txBody>
      </p:sp>
      <p:sp>
        <p:nvSpPr>
          <p:cNvPr id="214" name="13-text-13">
            <a:extLst xmlns:a="http://schemas.openxmlformats.org/drawingml/2006/main">
              <a:ext uri="{FF2B5EF4-FFF2-40B4-BE49-F238E27FC236}">
                <a16:creationId xmlns:a16="http://schemas.microsoft.com/office/drawing/2014/main" id="{2B48C2A4-07E2-4F1A-9D9C-36EEE7AF9F3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growth</a:t>
            </a:r>
          </a:p>
        </p:txBody>
      </p:sp>
      <p:sp>
        <p:nvSpPr>
          <p:cNvPr id="215" name="13-text-14">
            <a:extLst xmlns:a="http://schemas.openxmlformats.org/drawingml/2006/main">
              <a:ext uri="{FF2B5EF4-FFF2-40B4-BE49-F238E27FC236}">
                <a16:creationId xmlns:a16="http://schemas.microsoft.com/office/drawing/2014/main" id="{E42F8093-F7EB-497D-ABE8-F767D03CF63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make selection harder.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Prune duplicates and load definitions when needed.</a:t>
            </a:r>
          </a:p>
        </p:txBody>
      </p:sp>
      <p:sp>
        <p:nvSpPr>
          <p:cNvPr id="216" name="13-text-15">
            <a:extLst xmlns:a="http://schemas.openxmlformats.org/drawingml/2006/main">
              <a:ext uri="{FF2B5EF4-FFF2-40B4-BE49-F238E27FC236}">
                <a16:creationId xmlns:a16="http://schemas.microsoft.com/office/drawing/2014/main" id="{B6D26A4C-BC6B-4C58-82B8-0AFE4E1212C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Failures</a:t>
            </a:r>
          </a:p>
        </p:txBody>
      </p:sp>
      <p:sp>
        <p:nvSpPr>
          <p:cNvPr id="217" name="13-text-16">
            <a:extLst xmlns:a="http://schemas.openxmlformats.org/drawingml/2006/main">
              <a:ext uri="{FF2B5EF4-FFF2-40B4-BE49-F238E27FC236}">
                <a16:creationId xmlns:a16="http://schemas.microsoft.com/office/drawing/2014/main" id="{6A0294DF-1B63-4F54-A490-FD66103F198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an explicit result, error, or unknown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callers from mistaking failure for success.</a:t>
            </a:r>
          </a:p>
        </p:txBody>
      </p:sp>
      <p:sp>
        <p:nvSpPr>
          <p:cNvPr id="218" name="13-text-17">
            <a:extLst xmlns:a="http://schemas.openxmlformats.org/drawingml/2006/main">
              <a:ext uri="{FF2B5EF4-FFF2-40B4-BE49-F238E27FC236}">
                <a16:creationId xmlns:a16="http://schemas.microsoft.com/office/drawing/2014/main" id="{5A4A70FE-3DB9-4149-BB62-87117C8DE057}"/>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description guides the model. Code enforces the contract.</a:t>
            </a:r>
          </a:p>
        </p:txBody>
      </p:sp>
      <p:sp>
        <p:nvSpPr>
          <p:cNvPr id="219" name="13-text-18">
            <a:extLst xmlns:a="http://schemas.openxmlformats.org/drawingml/2006/main">
              <a:ext uri="{FF2B5EF4-FFF2-40B4-BE49-F238E27FC236}">
                <a16:creationId xmlns:a16="http://schemas.microsoft.com/office/drawing/2014/main" id="{ADD49960-F911-45EB-B17B-41989802897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20" name="13-text-19">
            <a:extLst xmlns:a="http://schemas.openxmlformats.org/drawingml/2006/main">
              <a:ext uri="{FF2B5EF4-FFF2-40B4-BE49-F238E27FC236}">
                <a16:creationId xmlns:a16="http://schemas.microsoft.com/office/drawing/2014/main" id="{47F09E71-FF3A-47EE-AA07-A649AE3E956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the API surface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evaluating task fit.</a:t>
            </a:r>
          </a:p>
        </p:txBody>
      </p:sp>
      <p:sp>
        <p:nvSpPr>
          <p:cNvPr id="221" name="narrative-number">
            <a:extLst xmlns:a="http://schemas.openxmlformats.org/drawingml/2006/main">
              <a:ext uri="{FF2B5EF4-FFF2-40B4-BE49-F238E27FC236}">
                <a16:creationId xmlns:a16="http://schemas.microsoft.com/office/drawing/2014/main" id="{D46AD4DD-C4BB-4AC7-97DB-A3958251EA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124543135"/>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2" name="!!area-name">
            <a:extLst xmlns:a="http://schemas.openxmlformats.org/drawingml/2006/main">
              <a:ext uri="{FF2B5EF4-FFF2-40B4-BE49-F238E27FC236}">
                <a16:creationId xmlns:a16="http://schemas.microsoft.com/office/drawing/2014/main" id="{DBFE02F0-76AB-4E19-B700-537DCF985C9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30" name="mini-map"/>
          <p:cNvPicPr>
            <a:picLocks xmlns:a="http://schemas.openxmlformats.org/drawingml/2006/main" noChangeAspect="1"/>
          </p:cNvPicPr>
          <p:nvPr/>
        </p:nvPicPr>
        <p:blipFill>
          <a:blip xmlns:r="http://schemas.openxmlformats.org/officeDocument/2006/relationships" xmlns:a="http://schemas.openxmlformats.org/drawingml/2006/main" r:embed="Reddebadc5f0a41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4" name="header-divider">
            <a:extLst xmlns:a="http://schemas.openxmlformats.org/drawingml/2006/main">
              <a:ext uri="{FF2B5EF4-FFF2-40B4-BE49-F238E27FC236}">
                <a16:creationId xmlns:a16="http://schemas.microsoft.com/office/drawing/2014/main" id="{899DB6CA-4E82-49AE-A17B-DCC1684365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tools-application-title">
            <a:extLst xmlns:a="http://schemas.openxmlformats.org/drawingml/2006/main">
              <a:ext uri="{FF2B5EF4-FFF2-40B4-BE49-F238E27FC236}">
                <a16:creationId xmlns:a16="http://schemas.microsoft.com/office/drawing/2014/main" id="{C1477D4A-CD8D-4528-9014-A1E3604AC2E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tool contract for the FRB brief</a:t>
            </a:r>
          </a:p>
        </p:txBody>
      </p:sp>
      <p:sp>
        <p:nvSpPr>
          <p:cNvPr id="226" name="13-text-20">
            <a:extLst xmlns:a="http://schemas.openxmlformats.org/drawingml/2006/main">
              <a:ext uri="{FF2B5EF4-FFF2-40B4-BE49-F238E27FC236}">
                <a16:creationId xmlns:a16="http://schemas.microsoft.com/office/drawing/2014/main" id="{30822D37-2CC9-4843-96D2-FFB9D39240E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tool.</a:t>
            </a:r>
          </a:p>
        </p:txBody>
      </p:sp>
      <p:graphicFrame>
        <p:nvGraphicFramePr>
          <p:cNvPr id="234" name="13-table-21"/>
          <p:cNvGraphicFramePr/>
          <p:nvPr/>
        </p:nvGraphicFramePr>
        <p:xfrm>
          <a:off xmlns:a="http://schemas.openxmlformats.org/drawingml/2006/main" x="609600" y="2895600"/>
          <a:ext xmlns:a="http://schemas.openxmlformats.org/drawingml/2006/main" cx="10972800" cy="3073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access and permitted destination.</a:t>
                      </a:r>
                    </a:p>
                    <a:p>
                      <a:pPr>
                        <a:lnSpc>
                          <a:spcPct val="125000"/>
                        </a:lnSpc>
                        <a:buNone/>
                      </a:pPr>
                      <a:r>
                        <a:rPr sz="2000" b="0">
                          <a:solidFill>
                            <a:srgbClr val="FFFCF5"/>
                          </a:solidFill>
                          <a:latin typeface="Helvetica"/>
                          <a:ea typeface="Helvetica"/>
                          <a:cs typeface="Helvetica"/>
                        </a:rPr>
                        <a:t>Require source IDs, revisions, and locations.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matching the checked draft, with citations</a:t>
                      </a:r>
                    </a:p>
                    <a:p>
                      <a:pPr>
                        <a:lnSpc>
                          <a:spcPct val="125000"/>
                        </a:lnSpc>
                        <a:buNone/>
                      </a:pPr>
                      <a:r>
                        <a:rPr sz="2000" b="0">
                          <a:solidFill>
                            <a:srgbClr val="FFFCF5"/>
                          </a:solidFill>
                          <a:latin typeface="Helvetica"/>
                          <a:ea typeface="Helvetica"/>
                          <a:cs typeface="Helvetica"/>
                        </a:rPr>
                        <a:t>and uncertainty intact, plus an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Explicit failure or incomplete result.</a:t>
                      </a:r>
                    </a:p>
                    <a:p>
                      <a:pPr>
                        <a:lnSpc>
                          <a:spcPct val="125000"/>
                        </a:lnSpc>
                        <a:buNone/>
                      </a:pPr>
                      <a:r>
                        <a:rPr sz="2000" b="0">
                          <a:solidFill>
                            <a:srgbClr val="FFFCF5"/>
                          </a:solidFill>
                          <a:latin typeface="Helvetica"/>
                          <a:ea typeface="Helvetica"/>
                          <a:cs typeface="Helvetica"/>
                        </a:rPr>
                        <a:t>Do not report an unconfirmed export as complete.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8" name="narrative-number">
            <a:extLst xmlns:a="http://schemas.openxmlformats.org/drawingml/2006/main">
              <a:ext uri="{FF2B5EF4-FFF2-40B4-BE49-F238E27FC236}">
                <a16:creationId xmlns:a16="http://schemas.microsoft.com/office/drawing/2014/main" id="{7E92057A-D190-4941-A613-50B5FBE0D8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218575899"/>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9" name="!!area-header">
            <a:extLst xmlns:a="http://schemas.openxmlformats.org/drawingml/2006/main">
              <a:ext uri="{FF2B5EF4-FFF2-40B4-BE49-F238E27FC236}">
                <a16:creationId xmlns:a16="http://schemas.microsoft.com/office/drawing/2014/main" id="{ECF4E4D7-B78B-4082-9372-1660290742E3}"/>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30" name="!!area-name">
            <a:extLst xmlns:a="http://schemas.openxmlformats.org/drawingml/2006/main">
              <a:ext uri="{FF2B5EF4-FFF2-40B4-BE49-F238E27FC236}">
                <a16:creationId xmlns:a16="http://schemas.microsoft.com/office/drawing/2014/main" id="{C14F04D6-2CB4-4229-8A08-473825DF15B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31" name="!!area-beat">
            <a:extLst xmlns:a="http://schemas.openxmlformats.org/drawingml/2006/main">
              <a:ext uri="{FF2B5EF4-FFF2-40B4-BE49-F238E27FC236}">
                <a16:creationId xmlns:a16="http://schemas.microsoft.com/office/drawing/2014/main" id="{7F822323-B25B-4969-A4BB-81BA0E9109F2}"/>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32" name="header-divider">
            <a:extLst xmlns:a="http://schemas.openxmlformats.org/drawingml/2006/main">
              <a:ext uri="{FF2B5EF4-FFF2-40B4-BE49-F238E27FC236}">
                <a16:creationId xmlns:a16="http://schemas.microsoft.com/office/drawing/2014/main" id="{D157257B-850E-43CE-812F-96508AE3FA80}"/>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3" name="!!screenshot-Plan mode">
            <a:extLst xmlns:a="http://schemas.openxmlformats.org/drawingml/2006/main">
              <a:ext uri="{FF2B5EF4-FFF2-40B4-BE49-F238E27FC236}">
                <a16:creationId xmlns:a16="http://schemas.microsoft.com/office/drawing/2014/main" id="{84ECA559-36D7-4323-92C9-695B795DB315}"/>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234" name="14-text-1">
            <a:extLst xmlns:a="http://schemas.openxmlformats.org/drawingml/2006/main">
              <a:ext uri="{FF2B5EF4-FFF2-40B4-BE49-F238E27FC236}">
                <a16:creationId xmlns:a16="http://schemas.microsoft.com/office/drawing/2014/main" id="{22F7B984-1C12-4816-98D5-011D0B186DF7}"/>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35" name="14-text-2">
            <a:extLst xmlns:a="http://schemas.openxmlformats.org/drawingml/2006/main">
              <a:ext uri="{FF2B5EF4-FFF2-40B4-BE49-F238E27FC236}">
                <a16:creationId xmlns:a16="http://schemas.microsoft.com/office/drawing/2014/main" id="{B9DA920A-EB77-454E-8F59-A3698ACB1B75}"/>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plan mode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implementation steps</a:t>
            </a:r>
          </a:p>
        </p:txBody>
      </p:sp>
      <p:sp>
        <p:nvSpPr>
          <p:cNvPr id="236" name="14-text-3">
            <a:extLst xmlns:a="http://schemas.openxmlformats.org/drawingml/2006/main">
              <a:ext uri="{FF2B5EF4-FFF2-40B4-BE49-F238E27FC236}">
                <a16:creationId xmlns:a16="http://schemas.microsoft.com/office/drawing/2014/main" id="{13B607B5-F3E9-48A1-8105-8BA1D82F0E5C}"/>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Request a plan</a:t>
            </a:r>
          </a:p>
        </p:txBody>
      </p:sp>
      <p:sp>
        <p:nvSpPr>
          <p:cNvPr id="237" name="14-text-4">
            <a:extLst xmlns:a="http://schemas.openxmlformats.org/drawingml/2006/main">
              <a:ext uri="{FF2B5EF4-FFF2-40B4-BE49-F238E27FC236}">
                <a16:creationId xmlns:a16="http://schemas.microsoft.com/office/drawing/2014/main" id="{2F76C97F-9051-4BB4-B8C9-27FC1411DD0C}"/>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Ask the coding agent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down the task.</a:t>
            </a:r>
          </a:p>
        </p:txBody>
      </p:sp>
      <p:sp>
        <p:nvSpPr>
          <p:cNvPr id="238" name="14-text-5">
            <a:extLst xmlns:a="http://schemas.openxmlformats.org/drawingml/2006/main">
              <a:ext uri="{FF2B5EF4-FFF2-40B4-BE49-F238E27FC236}">
                <a16:creationId xmlns:a16="http://schemas.microsoft.com/office/drawing/2014/main" id="{E014EDBA-C0CE-4D1C-9C2B-908DEA7CC7CE}"/>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Review the approach</a:t>
            </a:r>
          </a:p>
        </p:txBody>
      </p:sp>
      <p:sp>
        <p:nvSpPr>
          <p:cNvPr id="239" name="14-text-6">
            <a:extLst xmlns:a="http://schemas.openxmlformats.org/drawingml/2006/main">
              <a:ext uri="{FF2B5EF4-FFF2-40B4-BE49-F238E27FC236}">
                <a16:creationId xmlns:a16="http://schemas.microsoft.com/office/drawing/2014/main" id="{3BB3E7C9-9DEE-4F45-9E87-477BBAD461A3}"/>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proposed steps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implementation.</a:t>
            </a:r>
          </a:p>
        </p:txBody>
      </p:sp>
      <p:sp>
        <p:nvSpPr>
          <p:cNvPr id="240" name="narrative-number">
            <a:extLst xmlns:a="http://schemas.openxmlformats.org/drawingml/2006/main">
              <a:ext uri="{FF2B5EF4-FFF2-40B4-BE49-F238E27FC236}">
                <a16:creationId xmlns:a16="http://schemas.microsoft.com/office/drawing/2014/main" id="{EDC5A6A4-C19E-4263-A515-33C120AE6A0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317541255"/>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1" name="!!area-name">
            <a:extLst xmlns:a="http://schemas.openxmlformats.org/drawingml/2006/main">
              <a:ext uri="{FF2B5EF4-FFF2-40B4-BE49-F238E27FC236}">
                <a16:creationId xmlns:a16="http://schemas.microsoft.com/office/drawing/2014/main" id="{9896DFEE-1B84-49B4-A01F-A301D986159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50" name="mini-map"/>
          <p:cNvPicPr>
            <a:picLocks xmlns:a="http://schemas.openxmlformats.org/drawingml/2006/main" noChangeAspect="1"/>
          </p:cNvPicPr>
          <p:nvPr/>
        </p:nvPicPr>
        <p:blipFill>
          <a:blip xmlns:r="http://schemas.openxmlformats.org/officeDocument/2006/relationships" xmlns:a="http://schemas.openxmlformats.org/drawingml/2006/main" r:embed="R1d851f1a946741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3" name="header-divider">
            <a:extLst xmlns:a="http://schemas.openxmlformats.org/drawingml/2006/main">
              <a:ext uri="{FF2B5EF4-FFF2-40B4-BE49-F238E27FC236}">
                <a16:creationId xmlns:a16="http://schemas.microsoft.com/office/drawing/2014/main" id="{2D77AC54-ADD2-45B8-B6CB-7D8FAEAE909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4" name="15-text-1">
            <a:extLst xmlns:a="http://schemas.openxmlformats.org/drawingml/2006/main">
              <a:ext uri="{FF2B5EF4-FFF2-40B4-BE49-F238E27FC236}">
                <a16:creationId xmlns:a16="http://schemas.microsoft.com/office/drawing/2014/main" id="{F849C9A7-3BE0-4256-9CD1-BBF51682BFD4}"/>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simplest solution</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possible, 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45" name="15-text-2">
            <a:extLst xmlns:a="http://schemas.openxmlformats.org/drawingml/2006/main">
              <a:ext uri="{FF2B5EF4-FFF2-40B4-BE49-F238E27FC236}">
                <a16:creationId xmlns:a16="http://schemas.microsoft.com/office/drawing/2014/main" id="{1C270840-507B-4720-9F6C-BBED2C80B27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6" name="15-text-3">
            <a:extLst xmlns:a="http://schemas.openxmlformats.org/drawingml/2006/main">
              <a:ext uri="{FF2B5EF4-FFF2-40B4-BE49-F238E27FC236}">
                <a16:creationId xmlns:a16="http://schemas.microsoft.com/office/drawing/2014/main" id="{27A4BC5E-9CA2-4363-94EC-F55170E3138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55" name="15-image-4"/>
          <p:cNvPicPr>
            <a:picLocks xmlns:a="http://schemas.openxmlformats.org/drawingml/2006/main" noChangeAspect="1"/>
          </p:cNvPicPr>
          <p:nvPr/>
        </p:nvPicPr>
        <p:blipFill>
          <a:blip xmlns:r="http://schemas.openxmlformats.org/officeDocument/2006/relationships" xmlns:a="http://schemas.openxmlformats.org/drawingml/2006/main" r:embed="R6fc40afefcf1411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8" name="narrative-number">
            <a:extLst xmlns:a="http://schemas.openxmlformats.org/drawingml/2006/main">
              <a:ext uri="{FF2B5EF4-FFF2-40B4-BE49-F238E27FC236}">
                <a16:creationId xmlns:a16="http://schemas.microsoft.com/office/drawing/2014/main" id="{9F3285D3-52EF-466A-9341-EB2BFC59C6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439139828"/>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9" name="!!area-name">
            <a:extLst xmlns:a="http://schemas.openxmlformats.org/drawingml/2006/main">
              <a:ext uri="{FF2B5EF4-FFF2-40B4-BE49-F238E27FC236}">
                <a16:creationId xmlns:a16="http://schemas.microsoft.com/office/drawing/2014/main" id="{38990563-2BE7-4A72-8518-54F3FF05729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61" name="mini-map"/>
          <p:cNvPicPr>
            <a:picLocks xmlns:a="http://schemas.openxmlformats.org/drawingml/2006/main" noChangeAspect="1"/>
          </p:cNvPicPr>
          <p:nvPr/>
        </p:nvPicPr>
        <p:blipFill>
          <a:blip xmlns:r="http://schemas.openxmlformats.org/officeDocument/2006/relationships" xmlns:a="http://schemas.openxmlformats.org/drawingml/2006/main" r:embed="Rbb3493c9d11f45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1" name="header-divider">
            <a:extLst xmlns:a="http://schemas.openxmlformats.org/drawingml/2006/main">
              <a:ext uri="{FF2B5EF4-FFF2-40B4-BE49-F238E27FC236}">
                <a16:creationId xmlns:a16="http://schemas.microsoft.com/office/drawing/2014/main" id="{2C2E38D8-D2B3-4FB4-A64F-53D5D14800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2" name="orchestration-decisions-title">
            <a:extLst xmlns:a="http://schemas.openxmlformats.org/drawingml/2006/main">
              <a:ext uri="{FF2B5EF4-FFF2-40B4-BE49-F238E27FC236}">
                <a16:creationId xmlns:a16="http://schemas.microsoft.com/office/drawing/2014/main" id="{837DFD0E-BABC-4857-9A1F-A3E82A23E12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orchestration decisions you own</a:t>
            </a:r>
          </a:p>
        </p:txBody>
      </p:sp>
      <p:sp>
        <p:nvSpPr>
          <p:cNvPr id="253" name="15-text-5">
            <a:extLst xmlns:a="http://schemas.openxmlformats.org/drawingml/2006/main">
              <a:ext uri="{FF2B5EF4-FFF2-40B4-BE49-F238E27FC236}">
                <a16:creationId xmlns:a16="http://schemas.microsoft.com/office/drawing/2014/main" id="{C45C23D0-42DA-499B-A3D0-67F5C8C16D91}"/>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next step?</a:t>
            </a:r>
          </a:p>
        </p:txBody>
      </p:sp>
      <p:sp>
        <p:nvSpPr>
          <p:cNvPr id="254" name="15-text-6">
            <a:extLst xmlns:a="http://schemas.openxmlformats.org/drawingml/2006/main">
              <a:ext uri="{FF2B5EF4-FFF2-40B4-BE49-F238E27FC236}">
                <a16:creationId xmlns:a16="http://schemas.microsoft.com/office/drawing/2014/main" id="{BA17E10C-B387-4F59-ADF2-DA5E59830E87}"/>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code for known paths and required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Let the model choose where judgment helps.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a bounded workflow.</a:t>
            </a:r>
          </a:p>
        </p:txBody>
      </p:sp>
      <p:sp>
        <p:nvSpPr>
          <p:cNvPr id="255" name="15-text-7">
            <a:extLst xmlns:a="http://schemas.openxmlformats.org/drawingml/2006/main">
              <a:ext uri="{FF2B5EF4-FFF2-40B4-BE49-F238E27FC236}">
                <a16:creationId xmlns:a16="http://schemas.microsoft.com/office/drawing/2014/main" id="{853BC984-0995-47EE-B4F2-CB6E2E2D7FF3}"/>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be delegated?</a:t>
            </a:r>
          </a:p>
        </p:txBody>
      </p:sp>
      <p:sp>
        <p:nvSpPr>
          <p:cNvPr id="256" name="15-text-8">
            <a:extLst xmlns:a="http://schemas.openxmlformats.org/drawingml/2006/main">
              <a:ext uri="{FF2B5EF4-FFF2-40B4-BE49-F238E27FC236}">
                <a16:creationId xmlns:a16="http://schemas.microsoft.com/office/drawing/2014/main" id="{B3DCB830-5031-4B15-95F4-5A03D3DF45B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Separate work that can be done independently.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handoff inputs and expected results.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workers only when measured gains justify it.</a:t>
            </a:r>
          </a:p>
        </p:txBody>
      </p:sp>
      <p:sp>
        <p:nvSpPr>
          <p:cNvPr id="257" name="15-text-9">
            <a:extLst xmlns:a="http://schemas.openxmlformats.org/drawingml/2006/main">
              <a:ext uri="{FF2B5EF4-FFF2-40B4-BE49-F238E27FC236}">
                <a16:creationId xmlns:a16="http://schemas.microsoft.com/office/drawing/2014/main" id="{4CB3BBD9-DDB7-4D99-8DCE-91C8BA86A6E3}"/>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execution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stop or recover?</a:t>
            </a:r>
          </a:p>
        </p:txBody>
      </p:sp>
      <p:sp>
        <p:nvSpPr>
          <p:cNvPr id="258" name="15-text-10">
            <a:extLst xmlns:a="http://schemas.openxmlformats.org/drawingml/2006/main">
              <a:ext uri="{FF2B5EF4-FFF2-40B4-BE49-F238E27FC236}">
                <a16:creationId xmlns:a16="http://schemas.microsoft.com/office/drawing/2014/main" id="{E377E28A-85AD-4333-A409-DADF20A780E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completion checks and stopping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 state needed to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and provide a human handoff.</a:t>
            </a:r>
          </a:p>
        </p:txBody>
      </p:sp>
      <p:sp>
        <p:nvSpPr>
          <p:cNvPr id="259" name="narrative-number">
            <a:extLst xmlns:a="http://schemas.openxmlformats.org/drawingml/2006/main">
              <a:ext uri="{FF2B5EF4-FFF2-40B4-BE49-F238E27FC236}">
                <a16:creationId xmlns:a16="http://schemas.microsoft.com/office/drawing/2014/main" id="{2850CFE8-190D-489E-A815-1DEDFE51D11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2199318"/>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0" name="!!area-name">
            <a:extLst xmlns:a="http://schemas.openxmlformats.org/drawingml/2006/main">
              <a:ext uri="{FF2B5EF4-FFF2-40B4-BE49-F238E27FC236}">
                <a16:creationId xmlns:a16="http://schemas.microsoft.com/office/drawing/2014/main" id="{037806F3-CB4B-48AF-B255-D7F61B52C2B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75" name="mini-map"/>
          <p:cNvPicPr>
            <a:picLocks xmlns:a="http://schemas.openxmlformats.org/drawingml/2006/main" noChangeAspect="1"/>
          </p:cNvPicPr>
          <p:nvPr/>
        </p:nvPicPr>
        <p:blipFill>
          <a:blip xmlns:r="http://schemas.openxmlformats.org/officeDocument/2006/relationships" xmlns:a="http://schemas.openxmlformats.org/drawingml/2006/main" r:embed="Ra9c6541e595b485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2" name="header-divider">
            <a:extLst xmlns:a="http://schemas.openxmlformats.org/drawingml/2006/main">
              <a:ext uri="{FF2B5EF4-FFF2-40B4-BE49-F238E27FC236}">
                <a16:creationId xmlns:a16="http://schemas.microsoft.com/office/drawing/2014/main" id="{74880451-8A94-4979-86EA-C9DDA19F67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3" name="orchestration-maintenance-title">
            <a:extLst xmlns:a="http://schemas.openxmlformats.org/drawingml/2006/main">
              <a:ext uri="{FF2B5EF4-FFF2-40B4-BE49-F238E27FC236}">
                <a16:creationId xmlns:a16="http://schemas.microsoft.com/office/drawing/2014/main" id="{159B1025-D890-43E2-8153-9C0E98BE14A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orchestration choices</a:t>
            </a:r>
          </a:p>
        </p:txBody>
      </p:sp>
      <p:sp>
        <p:nvSpPr>
          <p:cNvPr id="264" name="15-text-11">
            <a:extLst xmlns:a="http://schemas.openxmlformats.org/drawingml/2006/main">
              <a:ext uri="{FF2B5EF4-FFF2-40B4-BE49-F238E27FC236}">
                <a16:creationId xmlns:a16="http://schemas.microsoft.com/office/drawing/2014/main" id="{5F24A7D9-A6AE-4D33-B2E2-D3E14BD70BC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 changes</a:t>
            </a:r>
          </a:p>
        </p:txBody>
      </p:sp>
      <p:sp>
        <p:nvSpPr>
          <p:cNvPr id="265" name="15-text-12">
            <a:extLst xmlns:a="http://schemas.openxmlformats.org/drawingml/2006/main">
              <a:ext uri="{FF2B5EF4-FFF2-40B4-BE49-F238E27FC236}">
                <a16:creationId xmlns:a16="http://schemas.microsoft.com/office/drawing/2014/main" id="{003EF2F2-880E-4FD9-9039-37F42EE5781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branches can bypass required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paths and protect acceptance criteria.</a:t>
            </a:r>
          </a:p>
        </p:txBody>
      </p:sp>
      <p:sp>
        <p:nvSpPr>
          <p:cNvPr id="266" name="15-text-13">
            <a:extLst xmlns:a="http://schemas.openxmlformats.org/drawingml/2006/main">
              <a:ext uri="{FF2B5EF4-FFF2-40B4-BE49-F238E27FC236}">
                <a16:creationId xmlns:a16="http://schemas.microsoft.com/office/drawing/2014/main" id="{18613E63-1D26-4644-B42C-72838693021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Handoffs</a:t>
            </a:r>
          </a:p>
        </p:txBody>
      </p:sp>
      <p:sp>
        <p:nvSpPr>
          <p:cNvPr id="267" name="15-text-14">
            <a:extLst xmlns:a="http://schemas.openxmlformats.org/drawingml/2006/main">
              <a:ext uri="{FF2B5EF4-FFF2-40B4-BE49-F238E27FC236}">
                <a16:creationId xmlns:a16="http://schemas.microsoft.com/office/drawing/2014/main" id="{29A9106F-6B66-4FD9-AD8B-8AAA25EA99D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Workers can lose context or return conflicting results.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evidence, uncertainty, and ownership explicit.</a:t>
            </a:r>
          </a:p>
        </p:txBody>
      </p:sp>
      <p:sp>
        <p:nvSpPr>
          <p:cNvPr id="268" name="15-text-15">
            <a:extLst xmlns:a="http://schemas.openxmlformats.org/drawingml/2006/main">
              <a:ext uri="{FF2B5EF4-FFF2-40B4-BE49-F238E27FC236}">
                <a16:creationId xmlns:a16="http://schemas.microsoft.com/office/drawing/2014/main" id="{F6A77A70-1C02-4346-8D02-47A9FEB1FB6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9" name="15-text-16">
            <a:extLst xmlns:a="http://schemas.openxmlformats.org/drawingml/2006/main">
              <a:ext uri="{FF2B5EF4-FFF2-40B4-BE49-F238E27FC236}">
                <a16:creationId xmlns:a16="http://schemas.microsoft.com/office/drawing/2014/main" id="{5468517B-9BFC-4004-A17E-1D1D5E87955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Retries can repeat an action that already succeeded.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Persist progress and confirm effects before retrying.</a:t>
            </a:r>
          </a:p>
        </p:txBody>
      </p:sp>
      <p:sp>
        <p:nvSpPr>
          <p:cNvPr id="270" name="15-text-17">
            <a:extLst xmlns:a="http://schemas.openxmlformats.org/drawingml/2006/main">
              <a:ext uri="{FF2B5EF4-FFF2-40B4-BE49-F238E27FC236}">
                <a16:creationId xmlns:a16="http://schemas.microsoft.com/office/drawing/2014/main" id="{45E49EC8-0048-4753-A1CD-A1D80AD7D742}"/>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action, token, and end-to-end latency limits.</a:t>
            </a:r>
          </a:p>
        </p:txBody>
      </p:sp>
      <p:sp>
        <p:nvSpPr>
          <p:cNvPr id="271" name="15-text-18">
            <a:extLst xmlns:a="http://schemas.openxmlformats.org/drawingml/2006/main">
              <a:ext uri="{FF2B5EF4-FFF2-40B4-BE49-F238E27FC236}">
                <a16:creationId xmlns:a16="http://schemas.microsoft.com/office/drawing/2014/main" id="{0D2F3B41-B852-4BFC-8E04-A32BE854518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2" name="15-text-19">
            <a:extLst xmlns:a="http://schemas.openxmlformats.org/drawingml/2006/main">
              <a:ext uri="{FF2B5EF4-FFF2-40B4-BE49-F238E27FC236}">
                <a16:creationId xmlns:a16="http://schemas.microsoft.com/office/drawing/2014/main" id="{59C4B5C8-F016-40A3-A177-646EF970AD7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multi-agent before a workflow was tried.</a:t>
            </a:r>
          </a:p>
        </p:txBody>
      </p:sp>
      <p:sp>
        <p:nvSpPr>
          <p:cNvPr id="273" name="narrative-number">
            <a:extLst xmlns:a="http://schemas.openxmlformats.org/drawingml/2006/main">
              <a:ext uri="{FF2B5EF4-FFF2-40B4-BE49-F238E27FC236}">
                <a16:creationId xmlns:a16="http://schemas.microsoft.com/office/drawing/2014/main" id="{2BB5D933-356B-4669-A1FC-6A5A32CED9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256235467"/>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4" name="!!area-name">
            <a:extLst xmlns:a="http://schemas.openxmlformats.org/drawingml/2006/main">
              <a:ext uri="{FF2B5EF4-FFF2-40B4-BE49-F238E27FC236}">
                <a16:creationId xmlns:a16="http://schemas.microsoft.com/office/drawing/2014/main" id="{9E7D38BC-38AE-43A6-A0E0-4D27E5A4F43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c08305d7fb4544d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6" name="header-divider">
            <a:extLst xmlns:a="http://schemas.openxmlformats.org/drawingml/2006/main">
              <a:ext uri="{FF2B5EF4-FFF2-40B4-BE49-F238E27FC236}">
                <a16:creationId xmlns:a16="http://schemas.microsoft.com/office/drawing/2014/main" id="{C311F265-6619-4702-9B9E-E0F9DB2366E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7" name="orchestration-application-title">
            <a:extLst xmlns:a="http://schemas.openxmlformats.org/drawingml/2006/main">
              <a:ext uri="{FF2B5EF4-FFF2-40B4-BE49-F238E27FC236}">
                <a16:creationId xmlns:a16="http://schemas.microsoft.com/office/drawing/2014/main" id="{989A3E24-C128-489D-91AA-FFC15C9A89F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bounded workflow for the FRB brief</a:t>
            </a:r>
          </a:p>
        </p:txBody>
      </p:sp>
      <p:sp>
        <p:nvSpPr>
          <p:cNvPr id="278" name="15-text-20">
            <a:extLst xmlns:a="http://schemas.openxmlformats.org/drawingml/2006/main">
              <a:ext uri="{FF2B5EF4-FFF2-40B4-BE49-F238E27FC236}">
                <a16:creationId xmlns:a16="http://schemas.microsoft.com/office/drawing/2014/main" id="{6D8C89C3-83A2-406B-9AAB-29C2076258E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starting design: predefined steps.</a:t>
            </a:r>
          </a:p>
        </p:txBody>
      </p:sp>
      <p:sp>
        <p:nvSpPr>
          <p:cNvPr id="279" name="15-text-21">
            <a:extLst xmlns:a="http://schemas.openxmlformats.org/drawingml/2006/main">
              <a:ext uri="{FF2B5EF4-FFF2-40B4-BE49-F238E27FC236}">
                <a16:creationId xmlns:a16="http://schemas.microsoft.com/office/drawing/2014/main" id="{A35B4585-F204-477C-BA14-6A5987B11A6A}"/>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80" name="15-text-22">
            <a:extLst xmlns:a="http://schemas.openxmlformats.org/drawingml/2006/main">
              <a:ext uri="{FF2B5EF4-FFF2-40B4-BE49-F238E27FC236}">
                <a16:creationId xmlns:a16="http://schemas.microsoft.com/office/drawing/2014/main" id="{D548BE2F-7DF1-44B2-93DC-AE37A8ACC24D}"/>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81" name="15-text-23">
            <a:extLst xmlns:a="http://schemas.openxmlformats.org/drawingml/2006/main">
              <a:ext uri="{FF2B5EF4-FFF2-40B4-BE49-F238E27FC236}">
                <a16:creationId xmlns:a16="http://schemas.microsoft.com/office/drawing/2014/main" id="{0697ACD3-F052-4573-ADE7-3B7DC2F9796F}"/>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82" name="15-text-24">
            <a:extLst xmlns:a="http://schemas.openxmlformats.org/drawingml/2006/main">
              <a:ext uri="{FF2B5EF4-FFF2-40B4-BE49-F238E27FC236}">
                <a16:creationId xmlns:a16="http://schemas.microsoft.com/office/drawing/2014/main" id="{49C54725-794A-4C7B-8A12-047A33A8F1C3}"/>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83" name="15-text-25">
            <a:extLst xmlns:a="http://schemas.openxmlformats.org/drawingml/2006/main">
              <a:ext uri="{FF2B5EF4-FFF2-40B4-BE49-F238E27FC236}">
                <a16:creationId xmlns:a16="http://schemas.microsoft.com/office/drawing/2014/main" id="{698B7B5C-5357-4067-9598-A50FE2CDE994}"/>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84" name="15-text-26">
            <a:extLst xmlns:a="http://schemas.openxmlformats.org/drawingml/2006/main">
              <a:ext uri="{FF2B5EF4-FFF2-40B4-BE49-F238E27FC236}">
                <a16:creationId xmlns:a16="http://schemas.microsoft.com/office/drawing/2014/main" id="{F2563519-6FCF-4AA6-A757-8D5998E514D1}"/>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5" name="15-text-27">
            <a:extLst xmlns:a="http://schemas.openxmlformats.org/drawingml/2006/main">
              <a:ext uri="{FF2B5EF4-FFF2-40B4-BE49-F238E27FC236}">
                <a16:creationId xmlns:a16="http://schemas.microsoft.com/office/drawing/2014/main" id="{2E611B93-E331-4C74-97C1-683CE59707E8}"/>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6" name="15-text-28">
            <a:extLst xmlns:a="http://schemas.openxmlformats.org/drawingml/2006/main">
              <a:ext uri="{FF2B5EF4-FFF2-40B4-BE49-F238E27FC236}">
                <a16:creationId xmlns:a16="http://schemas.microsoft.com/office/drawing/2014/main" id="{F4B4364D-74F6-484C-815F-D04D91752542}"/>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7" name="15-text-29">
            <a:extLst xmlns:a="http://schemas.openxmlformats.org/drawingml/2006/main">
              <a:ext uri="{FF2B5EF4-FFF2-40B4-BE49-F238E27FC236}">
                <a16:creationId xmlns:a16="http://schemas.microsoft.com/office/drawing/2014/main" id="{53D8AE2B-66A5-495E-A6A7-43C05C2B4745}"/>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8" name="15-text-30">
            <a:extLst xmlns:a="http://schemas.openxmlformats.org/drawingml/2006/main">
              <a:ext uri="{FF2B5EF4-FFF2-40B4-BE49-F238E27FC236}">
                <a16:creationId xmlns:a16="http://schemas.microsoft.com/office/drawing/2014/main" id="{94D90E8D-83D6-4EDE-B85D-7825B74ABB51}"/>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9" name="15-text-31">
            <a:extLst xmlns:a="http://schemas.openxmlformats.org/drawingml/2006/main">
              <a:ext uri="{FF2B5EF4-FFF2-40B4-BE49-F238E27FC236}">
                <a16:creationId xmlns:a16="http://schemas.microsoft.com/office/drawing/2014/main" id="{3C95A9D6-A723-4F33-B405-5FA5FA334900}"/>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90" name="15-text-32">
            <a:extLst xmlns:a="http://schemas.openxmlformats.org/drawingml/2006/main">
              <a:ext uri="{FF2B5EF4-FFF2-40B4-BE49-F238E27FC236}">
                <a16:creationId xmlns:a16="http://schemas.microsoft.com/office/drawing/2014/main" id="{6FD6554D-6349-41C4-87FA-3C441657D7FC}"/>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91" name="15-text-33">
            <a:extLst xmlns:a="http://schemas.openxmlformats.org/drawingml/2006/main">
              <a:ext uri="{FF2B5EF4-FFF2-40B4-BE49-F238E27FC236}">
                <a16:creationId xmlns:a16="http://schemas.microsoft.com/office/drawing/2014/main" id="{9FAD2FA3-FCD1-40D2-B361-645F15B39BA0}"/>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At a limit, stop or hand off.</a:t>
            </a:r>
          </a:p>
        </p:txBody>
      </p:sp>
      <p:sp>
        <p:nvSpPr>
          <p:cNvPr id="292" name="15-text-34">
            <a:extLst xmlns:a="http://schemas.openxmlformats.org/drawingml/2006/main">
              <a:ext uri="{FF2B5EF4-FFF2-40B4-BE49-F238E27FC236}">
                <a16:creationId xmlns:a16="http://schemas.microsoft.com/office/drawing/2014/main" id="{5B746AE8-E8FB-4D60-B3C7-91994B45C06E}"/>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 steps and revisions. Before retrying an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its receipt and recheck freshness and access.</a:t>
            </a:r>
          </a:p>
        </p:txBody>
      </p:sp>
      <p:sp>
        <p:nvSpPr>
          <p:cNvPr id="293" name="narrative-number">
            <a:extLst xmlns:a="http://schemas.openxmlformats.org/drawingml/2006/main">
              <a:ext uri="{FF2B5EF4-FFF2-40B4-BE49-F238E27FC236}">
                <a16:creationId xmlns:a16="http://schemas.microsoft.com/office/drawing/2014/main" id="{6070F0CB-C6A9-4F8A-92A5-889B6442BC8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4025145795"/>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header">
            <a:extLst xmlns:a="http://schemas.openxmlformats.org/drawingml/2006/main">
              <a:ext uri="{FF2B5EF4-FFF2-40B4-BE49-F238E27FC236}">
                <a16:creationId xmlns:a16="http://schemas.microsoft.com/office/drawing/2014/main" id="{9054EFF5-94CB-49A3-BABD-62877467B499}"/>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95" name="!!area-name">
            <a:extLst xmlns:a="http://schemas.openxmlformats.org/drawingml/2006/main">
              <a:ext uri="{FF2B5EF4-FFF2-40B4-BE49-F238E27FC236}">
                <a16:creationId xmlns:a16="http://schemas.microsoft.com/office/drawing/2014/main" id="{CAD154D2-8126-48AA-B73F-371ACEC88EC3}"/>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296" name="!!area-beat">
            <a:extLst xmlns:a="http://schemas.openxmlformats.org/drawingml/2006/main">
              <a:ext uri="{FF2B5EF4-FFF2-40B4-BE49-F238E27FC236}">
                <a16:creationId xmlns:a16="http://schemas.microsoft.com/office/drawing/2014/main" id="{B08FDFBA-D42E-4B32-A3FA-5F988E24437C}"/>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97" name="header-divider">
            <a:extLst xmlns:a="http://schemas.openxmlformats.org/drawingml/2006/main">
              <a:ext uri="{FF2B5EF4-FFF2-40B4-BE49-F238E27FC236}">
                <a16:creationId xmlns:a16="http://schemas.microsoft.com/office/drawing/2014/main" id="{A062D2CC-C10C-4AC4-AF9A-66F6EA20318A}"/>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8" name="!!screenshot-Test run">
            <a:extLst xmlns:a="http://schemas.openxmlformats.org/drawingml/2006/main">
              <a:ext uri="{FF2B5EF4-FFF2-40B4-BE49-F238E27FC236}">
                <a16:creationId xmlns:a16="http://schemas.microsoft.com/office/drawing/2014/main" id="{3F74860B-4C46-4A74-BA43-67E10EDAFE4D}"/>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299" name="16-text-1">
            <a:extLst xmlns:a="http://schemas.openxmlformats.org/drawingml/2006/main">
              <a:ext uri="{FF2B5EF4-FFF2-40B4-BE49-F238E27FC236}">
                <a16:creationId xmlns:a16="http://schemas.microsoft.com/office/drawing/2014/main" id="{41AD57B7-43E8-43D3-AED6-3BB8CAD74A4D}"/>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300" name="16-text-2">
            <a:extLst xmlns:a="http://schemas.openxmlformats.org/drawingml/2006/main">
              <a:ext uri="{FF2B5EF4-FFF2-40B4-BE49-F238E27FC236}">
                <a16:creationId xmlns:a16="http://schemas.microsoft.com/office/drawing/2014/main" id="{8DC04A04-7A46-4F97-BAC7-355464D053C4}"/>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CLI test run</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Command and result visible</a:t>
            </a:r>
          </a:p>
        </p:txBody>
      </p:sp>
      <p:sp>
        <p:nvSpPr>
          <p:cNvPr id="301" name="16-text-3">
            <a:extLst xmlns:a="http://schemas.openxmlformats.org/drawingml/2006/main">
              <a:ext uri="{FF2B5EF4-FFF2-40B4-BE49-F238E27FC236}">
                <a16:creationId xmlns:a16="http://schemas.microsoft.com/office/drawing/2014/main" id="{BDE1EAD1-3963-42AE-A248-54268C365335}"/>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Run the checks</a:t>
            </a:r>
          </a:p>
        </p:txBody>
      </p:sp>
      <p:sp>
        <p:nvSpPr>
          <p:cNvPr id="302" name="16-text-4">
            <a:extLst xmlns:a="http://schemas.openxmlformats.org/drawingml/2006/main">
              <a:ext uri="{FF2B5EF4-FFF2-40B4-BE49-F238E27FC236}">
                <a16:creationId xmlns:a16="http://schemas.microsoft.com/office/drawing/2014/main" id="{EE6E0D0F-A9FD-4BE9-B604-C6074666AC6A}"/>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agent runs the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repository's tests.</a:t>
            </a:r>
          </a:p>
        </p:txBody>
      </p:sp>
      <p:sp>
        <p:nvSpPr>
          <p:cNvPr id="303" name="16-text-5">
            <a:extLst xmlns:a="http://schemas.openxmlformats.org/drawingml/2006/main">
              <a:ext uri="{FF2B5EF4-FFF2-40B4-BE49-F238E27FC236}">
                <a16:creationId xmlns:a16="http://schemas.microsoft.com/office/drawing/2014/main" id="{7243C818-E8B1-4779-B784-F9C8EB3A3FC6}"/>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Read the result</a:t>
            </a:r>
          </a:p>
        </p:txBody>
      </p:sp>
      <p:sp>
        <p:nvSpPr>
          <p:cNvPr id="304" name="16-text-6">
            <a:extLst xmlns:a="http://schemas.openxmlformats.org/drawingml/2006/main">
              <a:ext uri="{FF2B5EF4-FFF2-40B4-BE49-F238E27FC236}">
                <a16:creationId xmlns:a16="http://schemas.microsoft.com/office/drawing/2014/main" id="{09A3BB18-A603-4F4E-83D4-B52FAEA75882}"/>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output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accepting the change.</a:t>
            </a:r>
          </a:p>
        </p:txBody>
      </p:sp>
      <p:sp>
        <p:nvSpPr>
          <p:cNvPr id="305" name="narrative-number">
            <a:extLst xmlns:a="http://schemas.openxmlformats.org/drawingml/2006/main">
              <a:ext uri="{FF2B5EF4-FFF2-40B4-BE49-F238E27FC236}">
                <a16:creationId xmlns:a16="http://schemas.microsoft.com/office/drawing/2014/main" id="{CA411DA9-1F4F-416A-860E-FA5C101A85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419577887"/>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A87F1FB0-7804-4A2A-AF71-556838E62D3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15" name="mini-map"/>
          <p:cNvPicPr>
            <a:picLocks xmlns:a="http://schemas.openxmlformats.org/drawingml/2006/main" noChangeAspect="1"/>
          </p:cNvPicPr>
          <p:nvPr/>
        </p:nvPicPr>
        <p:blipFill>
          <a:blip xmlns:r="http://schemas.openxmlformats.org/officeDocument/2006/relationships" xmlns:a="http://schemas.openxmlformats.org/drawingml/2006/main" r:embed="R981cd63a97314e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header-divider">
            <a:extLst xmlns:a="http://schemas.openxmlformats.org/drawingml/2006/main">
              <a:ext uri="{FF2B5EF4-FFF2-40B4-BE49-F238E27FC236}">
                <a16:creationId xmlns:a16="http://schemas.microsoft.com/office/drawing/2014/main" id="{A75AE832-67D8-4C44-AFD3-09C4DBAA44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9" name="17-text-1">
            <a:extLst xmlns:a="http://schemas.openxmlformats.org/drawingml/2006/main">
              <a:ext uri="{FF2B5EF4-FFF2-40B4-BE49-F238E27FC236}">
                <a16:creationId xmlns:a16="http://schemas.microsoft.com/office/drawing/2014/main" id="{C6F2C6B6-8301-4C93-96A6-5A03A545D881}"/>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important activity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in evals.”</a:t>
            </a:r>
          </a:p>
        </p:txBody>
      </p:sp>
      <p:sp>
        <p:nvSpPr>
          <p:cNvPr id="310" name="17-text-2">
            <a:extLst xmlns:a="http://schemas.openxmlformats.org/drawingml/2006/main">
              <a:ext uri="{FF2B5EF4-FFF2-40B4-BE49-F238E27FC236}">
                <a16:creationId xmlns:a16="http://schemas.microsoft.com/office/drawing/2014/main" id="{9846C33D-FB38-4CDE-9341-17EE1E1D1CE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11" name="17-text-3">
            <a:extLst xmlns:a="http://schemas.openxmlformats.org/drawingml/2006/main">
              <a:ext uri="{FF2B5EF4-FFF2-40B4-BE49-F238E27FC236}">
                <a16:creationId xmlns:a16="http://schemas.microsoft.com/office/drawing/2014/main" id="{E5A15F3B-D6BC-4199-AA7F-16E900696EF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20" name="17-image-4"/>
          <p:cNvPicPr>
            <a:picLocks xmlns:a="http://schemas.openxmlformats.org/drawingml/2006/main" noChangeAspect="1"/>
          </p:cNvPicPr>
          <p:nvPr/>
        </p:nvPicPr>
        <p:blipFill>
          <a:blip xmlns:r="http://schemas.openxmlformats.org/officeDocument/2006/relationships" xmlns:a="http://schemas.openxmlformats.org/drawingml/2006/main" r:embed="R35b7071c716f4b81"/>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13" name="narrative-number">
            <a:extLst xmlns:a="http://schemas.openxmlformats.org/drawingml/2006/main">
              <a:ext uri="{FF2B5EF4-FFF2-40B4-BE49-F238E27FC236}">
                <a16:creationId xmlns:a16="http://schemas.microsoft.com/office/drawing/2014/main" id="{F19B5F0A-0D94-481A-AC3E-80FF669E1A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935055"/>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4" name="!!area-name">
            <a:extLst xmlns:a="http://schemas.openxmlformats.org/drawingml/2006/main">
              <a:ext uri="{FF2B5EF4-FFF2-40B4-BE49-F238E27FC236}">
                <a16:creationId xmlns:a16="http://schemas.microsoft.com/office/drawing/2014/main" id="{ED471218-D3B2-49DB-9AF7-217D54B56B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9f271f8eecf54db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6" name="header-divider">
            <a:extLst xmlns:a="http://schemas.openxmlformats.org/drawingml/2006/main">
              <a:ext uri="{FF2B5EF4-FFF2-40B4-BE49-F238E27FC236}">
                <a16:creationId xmlns:a16="http://schemas.microsoft.com/office/drawing/2014/main" id="{B0E1C07C-B1E1-4B42-BB6B-70212DD2F22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7" name="evals-decisions-title">
            <a:extLst xmlns:a="http://schemas.openxmlformats.org/drawingml/2006/main">
              <a:ext uri="{FF2B5EF4-FFF2-40B4-BE49-F238E27FC236}">
                <a16:creationId xmlns:a16="http://schemas.microsoft.com/office/drawing/2014/main" id="{EAE3B0E6-EF5E-448D-B6C9-4B53026D447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evaluation decisions you own</a:t>
            </a:r>
          </a:p>
        </p:txBody>
      </p:sp>
      <p:sp>
        <p:nvSpPr>
          <p:cNvPr id="318" name="17-text-5">
            <a:extLst xmlns:a="http://schemas.openxmlformats.org/drawingml/2006/main">
              <a:ext uri="{FF2B5EF4-FFF2-40B4-BE49-F238E27FC236}">
                <a16:creationId xmlns:a16="http://schemas.microsoft.com/office/drawing/2014/main" id="{1670EC2D-9C7A-4C5C-9B02-A808C150D26C}"/>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as success?</a:t>
            </a:r>
          </a:p>
        </p:txBody>
      </p:sp>
      <p:sp>
        <p:nvSpPr>
          <p:cNvPr id="319" name="17-text-6">
            <a:extLst xmlns:a="http://schemas.openxmlformats.org/drawingml/2006/main">
              <a:ext uri="{FF2B5EF4-FFF2-40B4-BE49-F238E27FC236}">
                <a16:creationId xmlns:a16="http://schemas.microsoft.com/office/drawing/2014/main" id="{E1541287-0505-4FBB-849C-BE52C3FA0B6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the outcome and required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Include serious failure cases and acceptable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criteria a domain expert can apply.</a:t>
            </a:r>
          </a:p>
        </p:txBody>
      </p:sp>
      <p:sp>
        <p:nvSpPr>
          <p:cNvPr id="320" name="17-text-7">
            <a:extLst xmlns:a="http://schemas.openxmlformats.org/drawingml/2006/main">
              <a:ext uri="{FF2B5EF4-FFF2-40B4-BE49-F238E27FC236}">
                <a16:creationId xmlns:a16="http://schemas.microsoft.com/office/drawing/2014/main" id="{C6CB42DB-5086-4450-A352-029D30C114EA}"/>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can establish it?</a:t>
            </a:r>
          </a:p>
        </p:txBody>
      </p:sp>
      <p:sp>
        <p:nvSpPr>
          <p:cNvPr id="321" name="17-text-8">
            <a:extLst xmlns:a="http://schemas.openxmlformats.org/drawingml/2006/main">
              <a:ext uri="{FF2B5EF4-FFF2-40B4-BE49-F238E27FC236}">
                <a16:creationId xmlns:a16="http://schemas.microsoft.com/office/drawing/2014/main" id="{9B06E33B-1D17-41B1-9071-9BBADD455DAA}"/>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direct checks where possible.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expert judgment for meaning and usefulness.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Calibrate model graders against experts.</a:t>
            </a:r>
          </a:p>
        </p:txBody>
      </p:sp>
      <p:sp>
        <p:nvSpPr>
          <p:cNvPr id="322" name="17-text-9">
            <a:extLst xmlns:a="http://schemas.openxmlformats.org/drawingml/2006/main">
              <a:ext uri="{FF2B5EF4-FFF2-40B4-BE49-F238E27FC236}">
                <a16:creationId xmlns:a16="http://schemas.microsoft.com/office/drawing/2014/main" id="{146D7184-DCD7-4AD0-B2E4-636AF1DE4FF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how many trials?</a:t>
            </a:r>
          </a:p>
        </p:txBody>
      </p:sp>
      <p:sp>
        <p:nvSpPr>
          <p:cNvPr id="323" name="17-text-10">
            <a:extLst xmlns:a="http://schemas.openxmlformats.org/drawingml/2006/main">
              <a:ext uri="{FF2B5EF4-FFF2-40B4-BE49-F238E27FC236}">
                <a16:creationId xmlns:a16="http://schemas.microsoft.com/office/drawing/2014/main" id="{EADC97B0-B744-495D-A96C-226148D4C3C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20 to 50 cases from real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Cover common tasks and important edge cases.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 trials to measure consistency.</a:t>
            </a:r>
          </a:p>
        </p:txBody>
      </p:sp>
      <p:sp>
        <p:nvSpPr>
          <p:cNvPr id="324" name="narrative-number">
            <a:extLst xmlns:a="http://schemas.openxmlformats.org/drawingml/2006/main">
              <a:ext uri="{FF2B5EF4-FFF2-40B4-BE49-F238E27FC236}">
                <a16:creationId xmlns:a16="http://schemas.microsoft.com/office/drawing/2014/main" id="{9F08CD04-976E-41E3-9D12-AFD436488E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984637525"/>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ABA2D341-70F4-4953-8008-FE6D331606C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40" name="mini-map"/>
          <p:cNvPicPr>
            <a:picLocks xmlns:a="http://schemas.openxmlformats.org/drawingml/2006/main" noChangeAspect="1"/>
          </p:cNvPicPr>
          <p:nvPr/>
        </p:nvPicPr>
        <p:blipFill>
          <a:blip xmlns:r="http://schemas.openxmlformats.org/officeDocument/2006/relationships" xmlns:a="http://schemas.openxmlformats.org/drawingml/2006/main" r:embed="R1f425258374f4d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header-divider">
            <a:extLst xmlns:a="http://schemas.openxmlformats.org/drawingml/2006/main">
              <a:ext uri="{FF2B5EF4-FFF2-40B4-BE49-F238E27FC236}">
                <a16:creationId xmlns:a16="http://schemas.microsoft.com/office/drawing/2014/main" id="{AF6B7472-E2C1-450C-B4D6-D048672323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evals-maintenance-title">
            <a:extLst xmlns:a="http://schemas.openxmlformats.org/drawingml/2006/main">
              <a:ext uri="{FF2B5EF4-FFF2-40B4-BE49-F238E27FC236}">
                <a16:creationId xmlns:a16="http://schemas.microsoft.com/office/drawing/2014/main" id="{A0D6B78E-1B47-47B1-93AB-44A13BB7F02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evaluation choices</a:t>
            </a:r>
          </a:p>
        </p:txBody>
      </p:sp>
      <p:sp>
        <p:nvSpPr>
          <p:cNvPr id="329" name="17-text-11">
            <a:extLst xmlns:a="http://schemas.openxmlformats.org/drawingml/2006/main">
              <a:ext uri="{FF2B5EF4-FFF2-40B4-BE49-F238E27FC236}">
                <a16:creationId xmlns:a16="http://schemas.microsoft.com/office/drawing/2014/main" id="{1C9D63D3-83EB-4B8A-80E1-B989299A065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Criteria</a:t>
            </a:r>
          </a:p>
        </p:txBody>
      </p:sp>
      <p:sp>
        <p:nvSpPr>
          <p:cNvPr id="330" name="17-text-12">
            <a:extLst xmlns:a="http://schemas.openxmlformats.org/drawingml/2006/main">
              <a:ext uri="{FF2B5EF4-FFF2-40B4-BE49-F238E27FC236}">
                <a16:creationId xmlns:a16="http://schemas.microsoft.com/office/drawing/2014/main" id="{60CB053E-1B6F-4881-8300-40ED25EECE1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Outputs can reveal missing requirements.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Refine criteria with domain experts.</a:t>
            </a:r>
          </a:p>
        </p:txBody>
      </p:sp>
      <p:sp>
        <p:nvSpPr>
          <p:cNvPr id="331" name="17-text-13">
            <a:extLst xmlns:a="http://schemas.openxmlformats.org/drawingml/2006/main">
              <a:ext uri="{FF2B5EF4-FFF2-40B4-BE49-F238E27FC236}">
                <a16:creationId xmlns:a16="http://schemas.microsoft.com/office/drawing/2014/main" id="{71AB39BB-1742-448B-80E1-4AE94FF5594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Graders</a:t>
            </a:r>
          </a:p>
        </p:txBody>
      </p:sp>
      <p:sp>
        <p:nvSpPr>
          <p:cNvPr id="332" name="17-text-14">
            <a:extLst xmlns:a="http://schemas.openxmlformats.org/drawingml/2006/main">
              <a:ext uri="{FF2B5EF4-FFF2-40B4-BE49-F238E27FC236}">
                <a16:creationId xmlns:a16="http://schemas.microsoft.com/office/drawing/2014/main" id="{EE9D87F1-E457-4222-AE3C-4606ABB3038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judge can disagree with expert decisions.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disagreements and recalibrate.</a:t>
            </a:r>
          </a:p>
        </p:txBody>
      </p:sp>
      <p:sp>
        <p:nvSpPr>
          <p:cNvPr id="333" name="17-text-15">
            <a:extLst xmlns:a="http://schemas.openxmlformats.org/drawingml/2006/main">
              <a:ext uri="{FF2B5EF4-FFF2-40B4-BE49-F238E27FC236}">
                <a16:creationId xmlns:a16="http://schemas.microsoft.com/office/drawing/2014/main" id="{47BFD836-93C9-49D5-A4C9-163CB2A5312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34" name="17-text-16">
            <a:extLst xmlns:a="http://schemas.openxmlformats.org/drawingml/2006/main">
              <a:ext uri="{FF2B5EF4-FFF2-40B4-BE49-F238E27FC236}">
                <a16:creationId xmlns:a16="http://schemas.microsoft.com/office/drawing/2014/main" id="{99EEEB6D-4769-48E6-AACB-432CC4EFD69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and harness changes can expose new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and add production failures.</a:t>
            </a:r>
          </a:p>
        </p:txBody>
      </p:sp>
      <p:sp>
        <p:nvSpPr>
          <p:cNvPr id="335" name="17-text-17">
            <a:extLst xmlns:a="http://schemas.openxmlformats.org/drawingml/2006/main">
              <a:ext uri="{FF2B5EF4-FFF2-40B4-BE49-F238E27FC236}">
                <a16:creationId xmlns:a16="http://schemas.microsoft.com/office/drawing/2014/main" id="{9B0E4982-3638-4236-8435-2A3DECFE33A1}"/>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36" name="17-text-18">
            <a:extLst xmlns:a="http://schemas.openxmlformats.org/drawingml/2006/main">
              <a:ext uri="{FF2B5EF4-FFF2-40B4-BE49-F238E27FC236}">
                <a16:creationId xmlns:a16="http://schemas.microsoft.com/office/drawing/2014/main" id="{512B1901-D66E-45A5-9622-FBB2002F693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37" name="17-text-19">
            <a:extLst xmlns:a="http://schemas.openxmlformats.org/drawingml/2006/main">
              <a:ext uri="{FF2B5EF4-FFF2-40B4-BE49-F238E27FC236}">
                <a16:creationId xmlns:a16="http://schemas.microsoft.com/office/drawing/2014/main" id="{0D190307-017D-4E25-A0FC-EFF18D64AA6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generic judge instead of error analysis.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Trusting the success claim without checking the result.</a:t>
            </a:r>
          </a:p>
        </p:txBody>
      </p:sp>
      <p:sp>
        <p:nvSpPr>
          <p:cNvPr id="338" name="narrative-number">
            <a:extLst xmlns:a="http://schemas.openxmlformats.org/drawingml/2006/main">
              <a:ext uri="{FF2B5EF4-FFF2-40B4-BE49-F238E27FC236}">
                <a16:creationId xmlns:a16="http://schemas.microsoft.com/office/drawing/2014/main" id="{AFAAC296-8EDD-4C2E-9065-86B5B95B5D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884023254"/>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9" name="!!area-name">
            <a:extLst xmlns:a="http://schemas.openxmlformats.org/drawingml/2006/main">
              <a:ext uri="{FF2B5EF4-FFF2-40B4-BE49-F238E27FC236}">
                <a16:creationId xmlns:a16="http://schemas.microsoft.com/office/drawing/2014/main" id="{4F319E70-3497-41D4-B770-A4969528CC0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355" name="mini-map"/>
          <p:cNvPicPr>
            <a:picLocks xmlns:a="http://schemas.openxmlformats.org/drawingml/2006/main" noChangeAspect="1"/>
          </p:cNvPicPr>
          <p:nvPr/>
        </p:nvPicPr>
        <p:blipFill>
          <a:blip xmlns:r="http://schemas.openxmlformats.org/officeDocument/2006/relationships" xmlns:a="http://schemas.openxmlformats.org/drawingml/2006/main" r:embed="Raaeee4306fb441e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1" name="header-divider">
            <a:extLst xmlns:a="http://schemas.openxmlformats.org/drawingml/2006/main">
              <a:ext uri="{FF2B5EF4-FFF2-40B4-BE49-F238E27FC236}">
                <a16:creationId xmlns:a16="http://schemas.microsoft.com/office/drawing/2014/main" id="{7FC20E31-D359-46F4-A93E-412D6FFF06C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2" name="evals-application-title">
            <a:extLst xmlns:a="http://schemas.openxmlformats.org/drawingml/2006/main">
              <a:ext uri="{FF2B5EF4-FFF2-40B4-BE49-F238E27FC236}">
                <a16:creationId xmlns:a16="http://schemas.microsoft.com/office/drawing/2014/main" id="{AB47FF50-19E6-485E-81D5-B5B602EA09D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source-support check for the FRB brief</a:t>
            </a:r>
          </a:p>
        </p:txBody>
      </p:sp>
      <p:sp>
        <p:nvSpPr>
          <p:cNvPr id="343" name="17-text-20">
            <a:extLst xmlns:a="http://schemas.openxmlformats.org/drawingml/2006/main">
              <a:ext uri="{FF2B5EF4-FFF2-40B4-BE49-F238E27FC236}">
                <a16:creationId xmlns:a16="http://schemas.microsoft.com/office/drawing/2014/main" id="{55D6E63F-1437-48E9-A047-47841736EB3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source-support check.</a:t>
            </a:r>
          </a:p>
        </p:txBody>
      </p:sp>
      <p:sp>
        <p:nvSpPr>
          <p:cNvPr id="344" name="17-text-21">
            <a:extLst xmlns:a="http://schemas.openxmlformats.org/drawingml/2006/main">
              <a:ext uri="{FF2B5EF4-FFF2-40B4-BE49-F238E27FC236}">
                <a16:creationId xmlns:a16="http://schemas.microsoft.com/office/drawing/2014/main" id="{E05E2F26-4B0E-4D3D-8B7C-AE3353DA6C71}"/>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45" name="17-text-22">
            <a:extLst xmlns:a="http://schemas.openxmlformats.org/drawingml/2006/main">
              <a:ext uri="{FF2B5EF4-FFF2-40B4-BE49-F238E27FC236}">
                <a16:creationId xmlns:a16="http://schemas.microsoft.com/office/drawing/2014/main" id="{0F026483-702A-4AB4-83B9-5F7E09200A33}"/>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46" name="17-text-23">
            <a:extLst xmlns:a="http://schemas.openxmlformats.org/drawingml/2006/main">
              <a:ext uri="{FF2B5EF4-FFF2-40B4-BE49-F238E27FC236}">
                <a16:creationId xmlns:a16="http://schemas.microsoft.com/office/drawing/2014/main" id="{D581A079-1840-46D5-8FF5-F781A3F8F5FC}"/>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47" name="17-text-24">
            <a:extLst xmlns:a="http://schemas.openxmlformats.org/drawingml/2006/main">
              <a:ext uri="{FF2B5EF4-FFF2-40B4-BE49-F238E27FC236}">
                <a16:creationId xmlns:a16="http://schemas.microsoft.com/office/drawing/2014/main" id="{F29FF850-0061-4BC1-991D-A428341AD251}"/>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48" name="17-text-25">
            <a:extLst xmlns:a="http://schemas.openxmlformats.org/drawingml/2006/main">
              <a:ext uri="{FF2B5EF4-FFF2-40B4-BE49-F238E27FC236}">
                <a16:creationId xmlns:a16="http://schemas.microsoft.com/office/drawing/2014/main" id="{C7AB2CEB-F79A-4A13-A9A5-0FE187D76B5C}"/>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49" name="17-text-26">
            <a:extLst xmlns:a="http://schemas.openxmlformats.org/drawingml/2006/main">
              <a:ext uri="{FF2B5EF4-FFF2-40B4-BE49-F238E27FC236}">
                <a16:creationId xmlns:a16="http://schemas.microsoft.com/office/drawing/2014/main" id="{BD5E9D6B-AD8C-4EA7-8F3E-506BAE94957E}"/>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50" name="17-text-27">
            <a:extLst xmlns:a="http://schemas.openxmlformats.org/drawingml/2006/main">
              <a:ext uri="{FF2B5EF4-FFF2-40B4-BE49-F238E27FC236}">
                <a16:creationId xmlns:a16="http://schemas.microsoft.com/office/drawing/2014/main" id="{05A40E47-D75C-4451-ADBF-6A6D169F1C76}"/>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51" name="17-text-28">
            <a:extLst xmlns:a="http://schemas.openxmlformats.org/drawingml/2006/main">
              <a:ext uri="{FF2B5EF4-FFF2-40B4-BE49-F238E27FC236}">
                <a16:creationId xmlns:a16="http://schemas.microsoft.com/office/drawing/2014/main" id="{441210DA-8D6B-4A09-99D2-9153933D9687}"/>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is required.</a:t>
            </a:r>
          </a:p>
        </p:txBody>
      </p:sp>
      <p:sp>
        <p:nvSpPr>
          <p:cNvPr id="352" name="17-text-29">
            <a:extLst xmlns:a="http://schemas.openxmlformats.org/drawingml/2006/main">
              <a:ext uri="{FF2B5EF4-FFF2-40B4-BE49-F238E27FC236}">
                <a16:creationId xmlns:a16="http://schemas.microsoft.com/office/drawing/2014/main" id="{FD5D1D57-93C6-4DA3-A9DB-0A4D4DA60CA2}"/>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 Rerun it after changes.</a:t>
            </a:r>
          </a:p>
        </p:txBody>
      </p:sp>
      <p:sp>
        <p:nvSpPr>
          <p:cNvPr id="353" name="narrative-number">
            <a:extLst xmlns:a="http://schemas.openxmlformats.org/drawingml/2006/main">
              <a:ext uri="{FF2B5EF4-FFF2-40B4-BE49-F238E27FC236}">
                <a16:creationId xmlns:a16="http://schemas.microsoft.com/office/drawing/2014/main" id="{2180BB59-8737-4144-A5C7-2414E1B97B0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188845888"/>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4" name="!!area-header">
            <a:extLst xmlns:a="http://schemas.openxmlformats.org/drawingml/2006/main">
              <a:ext uri="{FF2B5EF4-FFF2-40B4-BE49-F238E27FC236}">
                <a16:creationId xmlns:a16="http://schemas.microsoft.com/office/drawing/2014/main" id="{BE6E8C23-8224-438B-AA4E-B57E17CBC427}"/>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355" name="!!area-name">
            <a:extLst xmlns:a="http://schemas.openxmlformats.org/drawingml/2006/main">
              <a:ext uri="{FF2B5EF4-FFF2-40B4-BE49-F238E27FC236}">
                <a16:creationId xmlns:a16="http://schemas.microsoft.com/office/drawing/2014/main" id="{5C861CF1-F6D0-4192-8569-08DB56D95F41}"/>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356" name="!!area-beat">
            <a:extLst xmlns:a="http://schemas.openxmlformats.org/drawingml/2006/main">
              <a:ext uri="{FF2B5EF4-FFF2-40B4-BE49-F238E27FC236}">
                <a16:creationId xmlns:a16="http://schemas.microsoft.com/office/drawing/2014/main" id="{4457ED58-A0CC-452F-8F08-69E9A571D1E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57" name="header-divider">
            <a:extLst xmlns:a="http://schemas.openxmlformats.org/drawingml/2006/main">
              <a:ext uri="{FF2B5EF4-FFF2-40B4-BE49-F238E27FC236}">
                <a16:creationId xmlns:a16="http://schemas.microsoft.com/office/drawing/2014/main" id="{0D6F14E4-9EC8-495D-835A-BEF8D7694CCD}"/>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8" name="!!screenshot-Usage view">
            <a:extLst xmlns:a="http://schemas.openxmlformats.org/drawingml/2006/main">
              <a:ext uri="{FF2B5EF4-FFF2-40B4-BE49-F238E27FC236}">
                <a16:creationId xmlns:a16="http://schemas.microsoft.com/office/drawing/2014/main" id="{2D82FD12-4083-4C6E-A25B-576B6C0B44F0}"/>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359" name="18-text-1">
            <a:extLst xmlns:a="http://schemas.openxmlformats.org/drawingml/2006/main">
              <a:ext uri="{FF2B5EF4-FFF2-40B4-BE49-F238E27FC236}">
                <a16:creationId xmlns:a16="http://schemas.microsoft.com/office/drawing/2014/main" id="{AF4ACD33-CF1C-49F2-9475-28ACDF8E14E7}"/>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360" name="18-text-2">
            <a:extLst xmlns:a="http://schemas.openxmlformats.org/drawingml/2006/main">
              <a:ext uri="{FF2B5EF4-FFF2-40B4-BE49-F238E27FC236}">
                <a16:creationId xmlns:a16="http://schemas.microsoft.com/office/drawing/2014/main" id="{8A765DB7-DF30-41F9-8175-777A68BBE4F9}"/>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CLI session usage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Estimated consumption</a:t>
            </a:r>
          </a:p>
        </p:txBody>
      </p:sp>
      <p:sp>
        <p:nvSpPr>
          <p:cNvPr id="361" name="18-text-3">
            <a:extLst xmlns:a="http://schemas.openxmlformats.org/drawingml/2006/main">
              <a:ext uri="{FF2B5EF4-FFF2-40B4-BE49-F238E27FC236}">
                <a16:creationId xmlns:a16="http://schemas.microsoft.com/office/drawing/2014/main" id="{3B0BDA17-C026-4567-85CB-ACB227E2CDAF}"/>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Check usage</a:t>
            </a:r>
          </a:p>
        </p:txBody>
      </p:sp>
      <p:sp>
        <p:nvSpPr>
          <p:cNvPr id="362" name="18-text-4">
            <a:extLst xmlns:a="http://schemas.openxmlformats.org/drawingml/2006/main">
              <a:ext uri="{FF2B5EF4-FFF2-40B4-BE49-F238E27FC236}">
                <a16:creationId xmlns:a16="http://schemas.microsoft.com/office/drawing/2014/main" id="{F052D3BA-F8FB-4686-BE31-EA6E5DC795F7}"/>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View the session's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estimated consumption.</a:t>
            </a:r>
          </a:p>
        </p:txBody>
      </p:sp>
      <p:sp>
        <p:nvSpPr>
          <p:cNvPr id="363" name="18-text-5">
            <a:extLst xmlns:a="http://schemas.openxmlformats.org/drawingml/2006/main">
              <a:ext uri="{FF2B5EF4-FFF2-40B4-BE49-F238E27FC236}">
                <a16:creationId xmlns:a16="http://schemas.microsoft.com/office/drawing/2014/main" id="{B31ABB50-F92E-4B3D-8711-4A54126B1DA9}"/>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Connect it to the work</a:t>
            </a:r>
          </a:p>
        </p:txBody>
      </p:sp>
      <p:sp>
        <p:nvSpPr>
          <p:cNvPr id="364" name="18-text-6">
            <a:extLst xmlns:a="http://schemas.openxmlformats.org/drawingml/2006/main">
              <a:ext uri="{FF2B5EF4-FFF2-40B4-BE49-F238E27FC236}">
                <a16:creationId xmlns:a16="http://schemas.microsoft.com/office/drawing/2014/main" id="{AAB13C11-2003-4C6A-9199-052E2CB9999C}"/>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Relate that usage to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 asked it to do.</a:t>
            </a:r>
          </a:p>
        </p:txBody>
      </p:sp>
      <p:sp>
        <p:nvSpPr>
          <p:cNvPr id="365" name="narrative-number">
            <a:extLst xmlns:a="http://schemas.openxmlformats.org/drawingml/2006/main">
              <a:ext uri="{FF2B5EF4-FFF2-40B4-BE49-F238E27FC236}">
                <a16:creationId xmlns:a16="http://schemas.microsoft.com/office/drawing/2014/main" id="{48A28328-FDB7-4C5C-ACE8-B109D8320A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725960914"/>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6" name="!!area-name">
            <a:extLst xmlns:a="http://schemas.openxmlformats.org/drawingml/2006/main">
              <a:ext uri="{FF2B5EF4-FFF2-40B4-BE49-F238E27FC236}">
                <a16:creationId xmlns:a16="http://schemas.microsoft.com/office/drawing/2014/main" id="{261269F4-C2C9-41DD-B0C2-DC851BEBFCD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375" name="mini-map"/>
          <p:cNvPicPr>
            <a:picLocks xmlns:a="http://schemas.openxmlformats.org/drawingml/2006/main" noChangeAspect="1"/>
          </p:cNvPicPr>
          <p:nvPr/>
        </p:nvPicPr>
        <p:blipFill>
          <a:blip xmlns:r="http://schemas.openxmlformats.org/officeDocument/2006/relationships" xmlns:a="http://schemas.openxmlformats.org/drawingml/2006/main" r:embed="R0d4d08a08ad1447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8" name="header-divider">
            <a:extLst xmlns:a="http://schemas.openxmlformats.org/drawingml/2006/main">
              <a:ext uri="{FF2B5EF4-FFF2-40B4-BE49-F238E27FC236}">
                <a16:creationId xmlns:a16="http://schemas.microsoft.com/office/drawing/2014/main" id="{C735C23D-0C8F-4CD9-91A8-CBF1A56292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9" name="19-text-1">
            <a:extLst xmlns:a="http://schemas.openxmlformats.org/drawingml/2006/main">
              <a:ext uri="{FF2B5EF4-FFF2-40B4-BE49-F238E27FC236}">
                <a16:creationId xmlns:a16="http://schemas.microsoft.com/office/drawing/2014/main" id="{790F43BD-2013-438B-A0E0-95DFCC99351C}"/>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78" name="19-image-2"/>
          <p:cNvPicPr>
            <a:picLocks xmlns:a="http://schemas.openxmlformats.org/drawingml/2006/main" noChangeAspect="1"/>
          </p:cNvPicPr>
          <p:nvPr/>
        </p:nvPicPr>
        <p:blipFill>
          <a:blip xmlns:r="http://schemas.openxmlformats.org/officeDocument/2006/relationships" xmlns:a="http://schemas.openxmlformats.org/drawingml/2006/main" r:embed="Re685c79c1cd74a75"/>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71" name="19-text-3">
            <a:extLst xmlns:a="http://schemas.openxmlformats.org/drawingml/2006/main">
              <a:ext uri="{FF2B5EF4-FFF2-40B4-BE49-F238E27FC236}">
                <a16:creationId xmlns:a16="http://schemas.microsoft.com/office/drawing/2014/main" id="{4584DE62-7839-4ACB-B823-1329B3A7109B}"/>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72" name="19-text-4">
            <a:extLst xmlns:a="http://schemas.openxmlformats.org/drawingml/2006/main">
              <a:ext uri="{FF2B5EF4-FFF2-40B4-BE49-F238E27FC236}">
                <a16:creationId xmlns:a16="http://schemas.microsoft.com/office/drawing/2014/main" id="{164C462C-63F8-45DF-9C7F-AD6663ED0690}"/>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73" name="narrative-number">
            <a:extLst xmlns:a="http://schemas.openxmlformats.org/drawingml/2006/main">
              <a:ext uri="{FF2B5EF4-FFF2-40B4-BE49-F238E27FC236}">
                <a16:creationId xmlns:a16="http://schemas.microsoft.com/office/drawing/2014/main" id="{263275DE-8D89-4365-AFF3-7F4BA7890B5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767331134"/>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4" name="!!area-name">
            <a:extLst xmlns:a="http://schemas.openxmlformats.org/drawingml/2006/main">
              <a:ext uri="{FF2B5EF4-FFF2-40B4-BE49-F238E27FC236}">
                <a16:creationId xmlns:a16="http://schemas.microsoft.com/office/drawing/2014/main" id="{170E1CD3-A622-453E-99C1-10295C20D9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388" name="mini-map"/>
          <p:cNvPicPr>
            <a:picLocks xmlns:a="http://schemas.openxmlformats.org/drawingml/2006/main" noChangeAspect="1"/>
          </p:cNvPicPr>
          <p:nvPr/>
        </p:nvPicPr>
        <p:blipFill>
          <a:blip xmlns:r="http://schemas.openxmlformats.org/officeDocument/2006/relationships" xmlns:a="http://schemas.openxmlformats.org/drawingml/2006/main" r:embed="Raf343e2e303649d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6" name="header-divider">
            <a:extLst xmlns:a="http://schemas.openxmlformats.org/drawingml/2006/main">
              <a:ext uri="{FF2B5EF4-FFF2-40B4-BE49-F238E27FC236}">
                <a16:creationId xmlns:a16="http://schemas.microsoft.com/office/drawing/2014/main" id="{6DD244A6-316A-4222-9940-E13252C4D8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7" name="operating-decisions-title">
            <a:extLst xmlns:a="http://schemas.openxmlformats.org/drawingml/2006/main">
              <a:ext uri="{FF2B5EF4-FFF2-40B4-BE49-F238E27FC236}">
                <a16:creationId xmlns:a16="http://schemas.microsoft.com/office/drawing/2014/main" id="{C1265614-F193-4192-86B0-1DE11C3764F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operating decisions you own</a:t>
            </a:r>
          </a:p>
        </p:txBody>
      </p:sp>
      <p:sp>
        <p:nvSpPr>
          <p:cNvPr id="378" name="19-text-5">
            <a:extLst xmlns:a="http://schemas.openxmlformats.org/drawingml/2006/main">
              <a:ext uri="{FF2B5EF4-FFF2-40B4-BE49-F238E27FC236}">
                <a16:creationId xmlns:a16="http://schemas.microsoft.com/office/drawing/2014/main" id="{F5F86954-41B4-46CE-949D-CF0F223D4D51}"/>
              </a:ext>
            </a:extLst>
          </p:cNvPr>
          <p:cNvSpPr>
            <a:spLocks xmlns:a="http://schemas.openxmlformats.org/drawingml/2006/main"/>
          </p:cNvSpPr>
          <p:nvPr/>
        </p:nvSpPr>
        <p:spPr>
          <a:xfrm xmlns:a="http://schemas.openxmlformats.org/drawingml/2006/main">
            <a:off x="609600" y="2438400"/>
            <a:ext cx="34544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may the system</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access and do?</a:t>
            </a:r>
          </a:p>
        </p:txBody>
      </p:sp>
      <p:sp>
        <p:nvSpPr>
          <p:cNvPr id="379" name="19-text-6">
            <a:extLst xmlns:a="http://schemas.openxmlformats.org/drawingml/2006/main">
              <a:ext uri="{FF2B5EF4-FFF2-40B4-BE49-F238E27FC236}">
                <a16:creationId xmlns:a16="http://schemas.microsoft.com/office/drawing/2014/main" id="{6BE9F517-24EA-4106-9565-6C7E09400B7D}"/>
              </a:ext>
            </a:extLst>
          </p:cNvPr>
          <p:cNvSpPr>
            <a:spLocks xmlns:a="http://schemas.openxmlformats.org/drawingml/2006/main"/>
          </p:cNvSpPr>
          <p:nvPr/>
        </p:nvSpPr>
        <p:spPr>
          <a:xfrm xmlns:a="http://schemas.openxmlformats.org/drawingml/2006/main">
            <a:off x="4368800" y="2438400"/>
            <a:ext cx="7213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Scope every identity, read, and outbound action.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least privilege, enforced outside the model.</a:t>
            </a:r>
          </a:p>
        </p:txBody>
      </p:sp>
      <p:sp>
        <p:nvSpPr>
          <p:cNvPr id="380" name="19-text-7">
            <a:extLst xmlns:a="http://schemas.openxmlformats.org/drawingml/2006/main">
              <a:ext uri="{FF2B5EF4-FFF2-40B4-BE49-F238E27FC236}">
                <a16:creationId xmlns:a16="http://schemas.microsoft.com/office/drawing/2014/main" id="{854DE5F3-EAAC-4529-A7FE-3D36C747FAF4}"/>
              </a:ext>
            </a:extLst>
          </p:cNvPr>
          <p:cNvSpPr>
            <a:spLocks xmlns:a="http://schemas.openxmlformats.org/drawingml/2006/main"/>
          </p:cNvSpPr>
          <p:nvPr/>
        </p:nvSpPr>
        <p:spPr>
          <a:xfrm xmlns:a="http://schemas.openxmlformats.org/drawingml/2006/main">
            <a:off x="609600" y="3378200"/>
            <a:ext cx="34544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must you</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observe?</a:t>
            </a:r>
          </a:p>
        </p:txBody>
      </p:sp>
      <p:sp>
        <p:nvSpPr>
          <p:cNvPr id="381" name="19-text-8">
            <a:extLst xmlns:a="http://schemas.openxmlformats.org/drawingml/2006/main">
              <a:ext uri="{FF2B5EF4-FFF2-40B4-BE49-F238E27FC236}">
                <a16:creationId xmlns:a16="http://schemas.microsoft.com/office/drawing/2014/main" id="{D8D78B2D-C309-48D0-A81D-DEBB57DDFD9D}"/>
              </a:ext>
            </a:extLst>
          </p:cNvPr>
          <p:cNvSpPr>
            <a:spLocks xmlns:a="http://schemas.openxmlformats.org/drawingml/2006/main"/>
          </p:cNvSpPr>
          <p:nvPr/>
        </p:nvSpPr>
        <p:spPr>
          <a:xfrm xmlns:a="http://schemas.openxmlformats.org/drawingml/2006/main">
            <a:off x="4368800" y="3378200"/>
            <a:ext cx="7213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model calls, tools, and outcomes.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Track quality, cost per completed task, and latency.</a:t>
            </a:r>
          </a:p>
        </p:txBody>
      </p:sp>
      <p:sp>
        <p:nvSpPr>
          <p:cNvPr id="382" name="19-text-9">
            <a:extLst xmlns:a="http://schemas.openxmlformats.org/drawingml/2006/main">
              <a:ext uri="{FF2B5EF4-FFF2-40B4-BE49-F238E27FC236}">
                <a16:creationId xmlns:a16="http://schemas.microsoft.com/office/drawing/2014/main" id="{1FB0F02A-10CB-48F4-A3DB-491A17B29710}"/>
              </a:ext>
            </a:extLst>
          </p:cNvPr>
          <p:cNvSpPr>
            <a:spLocks xmlns:a="http://schemas.openxmlformats.org/drawingml/2006/main"/>
          </p:cNvSpPr>
          <p:nvPr/>
        </p:nvSpPr>
        <p:spPr>
          <a:xfrm xmlns:a="http://schemas.openxmlformats.org/drawingml/2006/main">
            <a:off x="609600" y="4318000"/>
            <a:ext cx="34544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it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stop or hand off?</a:t>
            </a:r>
          </a:p>
        </p:txBody>
      </p:sp>
      <p:sp>
        <p:nvSpPr>
          <p:cNvPr id="383" name="19-text-10">
            <a:extLst xmlns:a="http://schemas.openxmlformats.org/drawingml/2006/main">
              <a:ext uri="{FF2B5EF4-FFF2-40B4-BE49-F238E27FC236}">
                <a16:creationId xmlns:a16="http://schemas.microsoft.com/office/drawing/2014/main" id="{A53214EF-B247-4F05-AED9-5F87C214FD15}"/>
              </a:ext>
            </a:extLst>
          </p:cNvPr>
          <p:cNvSpPr>
            <a:spLocks xmlns:a="http://schemas.openxmlformats.org/drawingml/2006/main"/>
          </p:cNvSpPr>
          <p:nvPr/>
        </p:nvSpPr>
        <p:spPr>
          <a:xfrm xmlns:a="http://schemas.openxmlformats.org/drawingml/2006/main">
            <a:off x="4368800" y="4318000"/>
            <a:ext cx="7213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budgets and define failure responses.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Stop or hand off when a limit or check fails.</a:t>
            </a:r>
          </a:p>
        </p:txBody>
      </p:sp>
      <p:sp>
        <p:nvSpPr>
          <p:cNvPr id="384" name="19-text-11">
            <a:extLst xmlns:a="http://schemas.openxmlformats.org/drawingml/2006/main">
              <a:ext uri="{FF2B5EF4-FFF2-40B4-BE49-F238E27FC236}">
                <a16:creationId xmlns:a16="http://schemas.microsoft.com/office/drawing/2014/main" id="{861E8695-3546-4BFD-8B1C-078449F34AD7}"/>
              </a:ext>
            </a:extLst>
          </p:cNvPr>
          <p:cNvSpPr>
            <a:spLocks xmlns:a="http://schemas.openxmlformats.org/drawingml/2006/main"/>
          </p:cNvSpPr>
          <p:nvPr/>
        </p:nvSpPr>
        <p:spPr>
          <a:xfrm xmlns:a="http://schemas.openxmlformats.org/drawingml/2006/main">
            <a:off x="609600" y="5257800"/>
            <a:ext cx="34544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owns approvals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incidents?</a:t>
            </a:r>
          </a:p>
        </p:txBody>
      </p:sp>
      <p:sp>
        <p:nvSpPr>
          <p:cNvPr id="385" name="19-text-12">
            <a:extLst xmlns:a="http://schemas.openxmlformats.org/drawingml/2006/main">
              <a:ext uri="{FF2B5EF4-FFF2-40B4-BE49-F238E27FC236}">
                <a16:creationId xmlns:a16="http://schemas.microsoft.com/office/drawing/2014/main" id="{0523D6E9-B90D-4C5A-A844-47C530928722}"/>
              </a:ext>
            </a:extLst>
          </p:cNvPr>
          <p:cNvSpPr>
            <a:spLocks xmlns:a="http://schemas.openxmlformats.org/drawingml/2006/main"/>
          </p:cNvSpPr>
          <p:nvPr/>
        </p:nvSpPr>
        <p:spPr>
          <a:xfrm xmlns:a="http://schemas.openxmlformats.org/drawingml/2006/main">
            <a:off x="4368800" y="5257800"/>
            <a:ext cx="7213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accountable operator and review process.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audit trails and a rollback path.</a:t>
            </a:r>
          </a:p>
        </p:txBody>
      </p:sp>
      <p:sp>
        <p:nvSpPr>
          <p:cNvPr id="386" name="narrative-number">
            <a:extLst xmlns:a="http://schemas.openxmlformats.org/drawingml/2006/main">
              <a:ext uri="{FF2B5EF4-FFF2-40B4-BE49-F238E27FC236}">
                <a16:creationId xmlns:a16="http://schemas.microsoft.com/office/drawing/2014/main" id="{3107F371-E74F-4087-9467-D25FC71C16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581857911"/>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7" name="!!area-name">
            <a:extLst xmlns:a="http://schemas.openxmlformats.org/drawingml/2006/main">
              <a:ext uri="{FF2B5EF4-FFF2-40B4-BE49-F238E27FC236}">
                <a16:creationId xmlns:a16="http://schemas.microsoft.com/office/drawing/2014/main" id="{F3F74F30-407B-4EA4-A73C-B4450A50F30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402" name="mini-map"/>
          <p:cNvPicPr>
            <a:picLocks xmlns:a="http://schemas.openxmlformats.org/drawingml/2006/main" noChangeAspect="1"/>
          </p:cNvPicPr>
          <p:nvPr/>
        </p:nvPicPr>
        <p:blipFill>
          <a:blip xmlns:r="http://schemas.openxmlformats.org/officeDocument/2006/relationships" xmlns:a="http://schemas.openxmlformats.org/drawingml/2006/main" r:embed="Rfc6ab7a7de014d4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9" name="header-divider">
            <a:extLst xmlns:a="http://schemas.openxmlformats.org/drawingml/2006/main">
              <a:ext uri="{FF2B5EF4-FFF2-40B4-BE49-F238E27FC236}">
                <a16:creationId xmlns:a16="http://schemas.microsoft.com/office/drawing/2014/main" id="{044E7E67-59AE-47AD-B0E2-CFA26186AF1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0" name="operating-maintenance-title">
            <a:extLst xmlns:a="http://schemas.openxmlformats.org/drawingml/2006/main">
              <a:ext uri="{FF2B5EF4-FFF2-40B4-BE49-F238E27FC236}">
                <a16:creationId xmlns:a16="http://schemas.microsoft.com/office/drawing/2014/main" id="{4BFFBC36-D2B1-4222-ACA5-836BD019DE6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operating choices</a:t>
            </a:r>
          </a:p>
        </p:txBody>
      </p:sp>
      <p:sp>
        <p:nvSpPr>
          <p:cNvPr id="391" name="19-text-13">
            <a:extLst xmlns:a="http://schemas.openxmlformats.org/drawingml/2006/main">
              <a:ext uri="{FF2B5EF4-FFF2-40B4-BE49-F238E27FC236}">
                <a16:creationId xmlns:a16="http://schemas.microsoft.com/office/drawing/2014/main" id="{87744642-B2B6-4724-B8CE-26D3F3058DB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Integrations</a:t>
            </a:r>
          </a:p>
        </p:txBody>
      </p:sp>
      <p:sp>
        <p:nvSpPr>
          <p:cNvPr id="392" name="19-text-14">
            <a:extLst xmlns:a="http://schemas.openxmlformats.org/drawingml/2006/main">
              <a:ext uri="{FF2B5EF4-FFF2-40B4-BE49-F238E27FC236}">
                <a16:creationId xmlns:a16="http://schemas.microsoft.com/office/drawing/2014/main" id="{52B18C55-E009-45F4-A96C-8005E2DBD8A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tools can join private data, untrusted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external communication in one path.</a:t>
            </a:r>
          </a:p>
        </p:txBody>
      </p:sp>
      <p:sp>
        <p:nvSpPr>
          <p:cNvPr id="393" name="19-text-15">
            <a:extLst xmlns:a="http://schemas.openxmlformats.org/drawingml/2006/main">
              <a:ext uri="{FF2B5EF4-FFF2-40B4-BE49-F238E27FC236}">
                <a16:creationId xmlns:a16="http://schemas.microsoft.com/office/drawing/2014/main" id="{DD7736D3-F9A9-4E9D-BA3A-4B8A1051E81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Operating signals</a:t>
            </a:r>
          </a:p>
        </p:txBody>
      </p:sp>
      <p:sp>
        <p:nvSpPr>
          <p:cNvPr id="394" name="19-text-16">
            <a:extLst xmlns:a="http://schemas.openxmlformats.org/drawingml/2006/main">
              <a:ext uri="{FF2B5EF4-FFF2-40B4-BE49-F238E27FC236}">
                <a16:creationId xmlns:a16="http://schemas.microsoft.com/office/drawing/2014/main" id="{F4A6479A-DDFB-4325-B1B9-74869C75892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Changes shift quality, cost, and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failed traces and feed them back into evals.</a:t>
            </a:r>
          </a:p>
        </p:txBody>
      </p:sp>
      <p:sp>
        <p:nvSpPr>
          <p:cNvPr id="395" name="19-text-17">
            <a:extLst xmlns:a="http://schemas.openxmlformats.org/drawingml/2006/main">
              <a:ext uri="{FF2B5EF4-FFF2-40B4-BE49-F238E27FC236}">
                <a16:creationId xmlns:a16="http://schemas.microsoft.com/office/drawing/2014/main" id="{1E5A93A6-4FE9-49D7-856D-A81853FC2F5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Controls</a:t>
            </a:r>
          </a:p>
        </p:txBody>
      </p:sp>
      <p:sp>
        <p:nvSpPr>
          <p:cNvPr id="396" name="19-text-18">
            <a:extLst xmlns:a="http://schemas.openxmlformats.org/drawingml/2006/main">
              <a:ext uri="{FF2B5EF4-FFF2-40B4-BE49-F238E27FC236}">
                <a16:creationId xmlns:a16="http://schemas.microsoft.com/office/drawing/2014/main" id="{41402891-1D16-49F0-809A-914711AF07A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policies change.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access, approvals, alerts, and handoff.</a:t>
            </a:r>
          </a:p>
        </p:txBody>
      </p:sp>
      <p:sp>
        <p:nvSpPr>
          <p:cNvPr id="397" name="19-text-19">
            <a:extLst xmlns:a="http://schemas.openxmlformats.org/drawingml/2006/main">
              <a:ext uri="{FF2B5EF4-FFF2-40B4-BE49-F238E27FC236}">
                <a16:creationId xmlns:a16="http://schemas.microsoft.com/office/drawing/2014/main" id="{FFA72AA1-BD6D-4754-9ADE-0A52482E794F}"/>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98" name="19-text-20">
            <a:extLst xmlns:a="http://schemas.openxmlformats.org/drawingml/2006/main">
              <a:ext uri="{FF2B5EF4-FFF2-40B4-BE49-F238E27FC236}">
                <a16:creationId xmlns:a16="http://schemas.microsoft.com/office/drawing/2014/main" id="{45CB72A4-771E-46E6-92AE-84195E4B0FE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99" name="19-text-21">
            <a:extLst xmlns:a="http://schemas.openxmlformats.org/drawingml/2006/main">
              <a:ext uri="{FF2B5EF4-FFF2-40B4-BE49-F238E27FC236}">
                <a16:creationId xmlns:a16="http://schemas.microsoft.com/office/drawing/2014/main" id="{C1442E55-51F1-4164-A62D-ACEE10A3758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lethal trifecta,</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assembled one integration at a time.</a:t>
            </a:r>
          </a:p>
        </p:txBody>
      </p:sp>
      <p:sp>
        <p:nvSpPr>
          <p:cNvPr id="400" name="narrative-number">
            <a:extLst xmlns:a="http://schemas.openxmlformats.org/drawingml/2006/main">
              <a:ext uri="{FF2B5EF4-FFF2-40B4-BE49-F238E27FC236}">
                <a16:creationId xmlns:a16="http://schemas.microsoft.com/office/drawing/2014/main" id="{8320AA31-2D50-413F-A074-EE4B1A7A9DE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982065386"/>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1" name="!!area-name">
            <a:extLst xmlns:a="http://schemas.openxmlformats.org/drawingml/2006/main">
              <a:ext uri="{FF2B5EF4-FFF2-40B4-BE49-F238E27FC236}">
                <a16:creationId xmlns:a16="http://schemas.microsoft.com/office/drawing/2014/main" id="{3B12CAB0-1A30-4012-BABC-C82CDBB8B65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409" name="mini-map"/>
          <p:cNvPicPr>
            <a:picLocks xmlns:a="http://schemas.openxmlformats.org/drawingml/2006/main" noChangeAspect="1"/>
          </p:cNvPicPr>
          <p:nvPr/>
        </p:nvPicPr>
        <p:blipFill>
          <a:blip xmlns:r="http://schemas.openxmlformats.org/officeDocument/2006/relationships" xmlns:a="http://schemas.openxmlformats.org/drawingml/2006/main" r:embed="R4191822f1d184f7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3" name="header-divider">
            <a:extLst xmlns:a="http://schemas.openxmlformats.org/drawingml/2006/main">
              <a:ext uri="{FF2B5EF4-FFF2-40B4-BE49-F238E27FC236}">
                <a16:creationId xmlns:a16="http://schemas.microsoft.com/office/drawing/2014/main" id="{BD767D5F-036B-4768-B8A5-52574EF8287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4" name="operating-application-title">
            <a:extLst xmlns:a="http://schemas.openxmlformats.org/drawingml/2006/main">
              <a:ext uri="{FF2B5EF4-FFF2-40B4-BE49-F238E27FC236}">
                <a16:creationId xmlns:a16="http://schemas.microsoft.com/office/drawing/2014/main" id="{6FC177BD-5457-4C66-9E8F-18EF95AB578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An operating agreement for the FRB system</a:t>
            </a:r>
          </a:p>
        </p:txBody>
      </p:sp>
      <p:sp>
        <p:nvSpPr>
          <p:cNvPr id="405" name="19-text-22">
            <a:extLst xmlns:a="http://schemas.openxmlformats.org/drawingml/2006/main">
              <a:ext uri="{FF2B5EF4-FFF2-40B4-BE49-F238E27FC236}">
                <a16:creationId xmlns:a16="http://schemas.microsoft.com/office/drawing/2014/main" id="{CB3F677F-0607-4ACA-B927-06EDAF46DE7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13" name="19-table-23"/>
          <p:cNvGraphicFramePr/>
          <p:nvPr/>
        </p:nvGraphicFramePr>
        <p:xfrm>
          <a:off xmlns:a="http://schemas.openxmlformats.org/drawingml/2006/main" x="609600" y="2895600"/>
          <a:ext xmlns:a="http://schemas.openxmlformats.org/drawingml/2006/main" cx="10972800" cy="33020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starting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Authorized records and permitted export destinations.</a:t>
                      </a:r>
                    </a:p>
                    <a:p>
                      <a:pPr>
                        <a:lnSpc>
                          <a:spcPct val="125000"/>
                        </a:lnSpc>
                        <a:buNone/>
                      </a:pPr>
                      <a:r>
                        <a:rPr sz="2000" b="0">
                          <a:solidFill>
                            <a:srgbClr val="FFFCF5"/>
                          </a:solidFill>
                          <a:latin typeface="Helvetica"/>
                          <a:ea typeface="Helvetica"/>
                          <a:cs typeface="Helvetica"/>
                        </a:rPr>
                        <a:t>Enforce access outside the model.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Monitor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 revisions, decisions, checks, and exports.</a:t>
                      </a:r>
                    </a:p>
                    <a:p>
                      <a:pPr>
                        <a:lnSpc>
                          <a:spcPct val="125000"/>
                        </a:lnSpc>
                        <a:buNone/>
                      </a:pPr>
                      <a:r>
                        <a:rPr sz="2000" b="0">
                          <a:solidFill>
                            <a:srgbClr val="FFFCF5"/>
                          </a:solidFill>
                          <a:latin typeface="Helvetica"/>
                          <a:ea typeface="Helvetica"/>
                          <a:cs typeface="Helvetica"/>
                        </a:rPr>
                        <a:t>Track quality, freshness, cost per brief,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Handoff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Failed checks, missing evidence, or exhausted budgets</a:t>
                      </a:r>
                    </a:p>
                    <a:p>
                      <a:pPr>
                        <a:lnSpc>
                          <a:spcPct val="125000"/>
                        </a:lnSpc>
                        <a:buNone/>
                      </a:pPr>
                      <a:r>
                        <a:rPr sz="2000" b="0">
                          <a:solidFill>
                            <a:srgbClr val="FFFCF5"/>
                          </a:solidFill>
                          <a:latin typeface="Helvetica"/>
                          <a:ea typeface="Helvetica"/>
                          <a:cs typeface="Helvetica"/>
                        </a:rPr>
                        <a:t>produce a limitation or human handoff.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Ownership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People own official causes, decisions,</a:t>
                      </a:r>
                    </a:p>
                    <a:p>
                      <a:pPr>
                        <a:lnSpc>
                          <a:spcPct val="125000"/>
                        </a:lnSpc>
                        <a:buNone/>
                      </a:pPr>
                      <a:r>
                        <a:rPr sz="2000" b="0">
                          <a:solidFill>
                            <a:srgbClr val="FFFCF5"/>
                          </a:solidFill>
                          <a:latin typeface="Helvetica"/>
                          <a:ea typeface="Helvetica"/>
                          <a:cs typeface="Helvetica"/>
                        </a:rPr>
                        <a:t>and board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7" name="narrative-number">
            <a:extLst xmlns:a="http://schemas.openxmlformats.org/drawingml/2006/main">
              <a:ext uri="{FF2B5EF4-FFF2-40B4-BE49-F238E27FC236}">
                <a16:creationId xmlns:a16="http://schemas.microsoft.com/office/drawing/2014/main" id="{D4F830FA-69EB-4636-BBEF-78585FC759A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445083934"/>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10" name="19b-image-1"/>
          <p:cNvPicPr>
            <a:picLocks xmlns:a="http://schemas.openxmlformats.org/drawingml/2006/main" noChangeAspect="1"/>
          </p:cNvPicPr>
          <p:nvPr/>
        </p:nvPicPr>
        <p:blipFill>
          <a:blip xmlns:r="http://schemas.openxmlformats.org/officeDocument/2006/relationships" xmlns:a="http://schemas.openxmlformats.org/drawingml/2006/main" r:embed="R4cb26ea0ac01435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09" name="narrative-number">
            <a:extLst xmlns:a="http://schemas.openxmlformats.org/drawingml/2006/main">
              <a:ext uri="{FF2B5EF4-FFF2-40B4-BE49-F238E27FC236}">
                <a16:creationId xmlns:a16="http://schemas.microsoft.com/office/drawing/2014/main" id="{B4ABBBD3-A917-4CE4-A131-F31E847F67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518303225"/>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0" name="section-label">
            <a:extLst xmlns:a="http://schemas.openxmlformats.org/drawingml/2006/main">
              <a:ext uri="{FF2B5EF4-FFF2-40B4-BE49-F238E27FC236}">
                <a16:creationId xmlns:a16="http://schemas.microsoft.com/office/drawing/2014/main" id="{36092C74-280C-4E19-B88A-03D5EC64BF45}"/>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11" name="section-rule">
            <a:extLst xmlns:a="http://schemas.openxmlformats.org/drawingml/2006/main">
              <a:ext uri="{FF2B5EF4-FFF2-40B4-BE49-F238E27FC236}">
                <a16:creationId xmlns:a16="http://schemas.microsoft.com/office/drawing/2014/main" id="{AC1D3BEB-CAEE-4CDA-AE3F-1ED0F00580A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2" name="section-title">
            <a:extLst xmlns:a="http://schemas.openxmlformats.org/drawingml/2006/main">
              <a:ext uri="{FF2B5EF4-FFF2-40B4-BE49-F238E27FC236}">
                <a16:creationId xmlns:a16="http://schemas.microsoft.com/office/drawing/2014/main" id="{42FAB06B-A5A9-4C84-8FF2-C9066A4B4E8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13" name="narrative-number">
            <a:extLst xmlns:a="http://schemas.openxmlformats.org/drawingml/2006/main">
              <a:ext uri="{FF2B5EF4-FFF2-40B4-BE49-F238E27FC236}">
                <a16:creationId xmlns:a16="http://schemas.microsoft.com/office/drawing/2014/main" id="{5304A15E-E512-4BDD-8724-DD046263B8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741414511"/>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4" name="!!area-name">
            <a:extLst xmlns:a="http://schemas.openxmlformats.org/drawingml/2006/main">
              <a:ext uri="{FF2B5EF4-FFF2-40B4-BE49-F238E27FC236}">
                <a16:creationId xmlns:a16="http://schemas.microsoft.com/office/drawing/2014/main" id="{BEE452F3-70A5-41D4-B191-1A8C491BA00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21" name="mini-map"/>
          <p:cNvPicPr>
            <a:picLocks xmlns:a="http://schemas.openxmlformats.org/drawingml/2006/main" noChangeAspect="1"/>
          </p:cNvPicPr>
          <p:nvPr/>
        </p:nvPicPr>
        <p:blipFill>
          <a:blip xmlns:r="http://schemas.openxmlformats.org/officeDocument/2006/relationships" xmlns:a="http://schemas.openxmlformats.org/drawingml/2006/main" r:embed="R40a4f43802dc477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6" name="slide-title">
            <a:extLst xmlns:a="http://schemas.openxmlformats.org/drawingml/2006/main">
              <a:ext uri="{FF2B5EF4-FFF2-40B4-BE49-F238E27FC236}">
                <a16:creationId xmlns:a16="http://schemas.microsoft.com/office/drawing/2014/main" id="{80FFF50A-3569-4280-B169-DAC067B9857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17" name="header-divider">
            <a:extLst xmlns:a="http://schemas.openxmlformats.org/drawingml/2006/main">
              <a:ext uri="{FF2B5EF4-FFF2-40B4-BE49-F238E27FC236}">
                <a16:creationId xmlns:a16="http://schemas.microsoft.com/office/drawing/2014/main" id="{736097DB-2841-49A4-A899-3F705A47264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24"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9" name="narrative-number">
            <a:extLst xmlns:a="http://schemas.openxmlformats.org/drawingml/2006/main">
              <a:ext uri="{FF2B5EF4-FFF2-40B4-BE49-F238E27FC236}">
                <a16:creationId xmlns:a16="http://schemas.microsoft.com/office/drawing/2014/main" id="{07071554-ABD5-4BB6-A779-CB349A5C30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4052503366"/>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0" name="!!area-name">
            <a:extLst xmlns:a="http://schemas.openxmlformats.org/drawingml/2006/main">
              <a:ext uri="{FF2B5EF4-FFF2-40B4-BE49-F238E27FC236}">
                <a16:creationId xmlns:a16="http://schemas.microsoft.com/office/drawing/2014/main" id="{CDA8BFD2-A32C-4290-BD01-123DF1927F2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29" name="mini-map"/>
          <p:cNvPicPr>
            <a:picLocks xmlns:a="http://schemas.openxmlformats.org/drawingml/2006/main" noChangeAspect="1"/>
          </p:cNvPicPr>
          <p:nvPr/>
        </p:nvPicPr>
        <p:blipFill>
          <a:blip xmlns:r="http://schemas.openxmlformats.org/officeDocument/2006/relationships" xmlns:a="http://schemas.openxmlformats.org/drawingml/2006/main" r:embed="R56214805be524bd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2" name="slide-title">
            <a:extLst xmlns:a="http://schemas.openxmlformats.org/drawingml/2006/main">
              <a:ext uri="{FF2B5EF4-FFF2-40B4-BE49-F238E27FC236}">
                <a16:creationId xmlns:a16="http://schemas.microsoft.com/office/drawing/2014/main" id="{058E0F73-72C6-4AF5-B7FB-56237B5099F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23" name="header-divider">
            <a:extLst xmlns:a="http://schemas.openxmlformats.org/drawingml/2006/main">
              <a:ext uri="{FF2B5EF4-FFF2-40B4-BE49-F238E27FC236}">
                <a16:creationId xmlns:a16="http://schemas.microsoft.com/office/drawing/2014/main" id="{E94F6EF2-C7D7-4EFE-BA5A-A29B2992BAE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4" name="21-text-2">
            <a:extLst xmlns:a="http://schemas.openxmlformats.org/drawingml/2006/main">
              <a:ext uri="{FF2B5EF4-FFF2-40B4-BE49-F238E27FC236}">
                <a16:creationId xmlns:a16="http://schemas.microsoft.com/office/drawing/2014/main" id="{FD1632D3-A420-4D06-97F8-6B0D1A15DFD7}"/>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425" name="21-text-3">
            <a:extLst xmlns:a="http://schemas.openxmlformats.org/drawingml/2006/main">
              <a:ext uri="{FF2B5EF4-FFF2-40B4-BE49-F238E27FC236}">
                <a16:creationId xmlns:a16="http://schemas.microsoft.com/office/drawing/2014/main" id="{4D3CACDC-0149-45C1-B888-74DC6AEAC596}"/>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426" name="21-text-4">
            <a:extLst xmlns:a="http://schemas.openxmlformats.org/drawingml/2006/main">
              <a:ext uri="{FF2B5EF4-FFF2-40B4-BE49-F238E27FC236}">
                <a16:creationId xmlns:a16="http://schemas.microsoft.com/office/drawing/2014/main" id="{36860459-61B1-4D47-93B5-9746E33FC533}"/>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427" name="narrative-number">
            <a:extLst xmlns:a="http://schemas.openxmlformats.org/drawingml/2006/main">
              <a:ext uri="{FF2B5EF4-FFF2-40B4-BE49-F238E27FC236}">
                <a16:creationId xmlns:a16="http://schemas.microsoft.com/office/drawing/2014/main" id="{64C7E15B-2A81-412E-B276-95E92E6199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894840235"/>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8" name="!!area-name">
            <a:extLst xmlns:a="http://schemas.openxmlformats.org/drawingml/2006/main">
              <a:ext uri="{FF2B5EF4-FFF2-40B4-BE49-F238E27FC236}">
                <a16:creationId xmlns:a16="http://schemas.microsoft.com/office/drawing/2014/main" id="{FEB5D56B-CE42-4C06-89D3-28274AACF52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44" name="mini-map"/>
          <p:cNvPicPr>
            <a:picLocks xmlns:a="http://schemas.openxmlformats.org/drawingml/2006/main" noChangeAspect="1"/>
          </p:cNvPicPr>
          <p:nvPr/>
        </p:nvPicPr>
        <p:blipFill>
          <a:blip xmlns:r="http://schemas.openxmlformats.org/officeDocument/2006/relationships" xmlns:a="http://schemas.openxmlformats.org/drawingml/2006/main" r:embed="R53e10d17b5ec4cc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0" name="slide-title">
            <a:extLst xmlns:a="http://schemas.openxmlformats.org/drawingml/2006/main">
              <a:ext uri="{FF2B5EF4-FFF2-40B4-BE49-F238E27FC236}">
                <a16:creationId xmlns:a16="http://schemas.microsoft.com/office/drawing/2014/main" id="{A28D235E-772A-4C15-949B-934609C03B9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31" name="header-divider">
            <a:extLst xmlns:a="http://schemas.openxmlformats.org/drawingml/2006/main">
              <a:ext uri="{FF2B5EF4-FFF2-40B4-BE49-F238E27FC236}">
                <a16:creationId xmlns:a16="http://schemas.microsoft.com/office/drawing/2014/main" id="{F5A7A07E-800A-449E-93E6-64FEC2B553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2" name="22-text-1">
            <a:extLst xmlns:a="http://schemas.openxmlformats.org/drawingml/2006/main">
              <a:ext uri="{FF2B5EF4-FFF2-40B4-BE49-F238E27FC236}">
                <a16:creationId xmlns:a16="http://schemas.microsoft.com/office/drawing/2014/main" id="{9FB02746-D9BA-41CC-9489-AC1EDD54C515}"/>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433" name="22-line-3">
            <a:extLst xmlns:a="http://schemas.openxmlformats.org/drawingml/2006/main">
              <a:ext uri="{FF2B5EF4-FFF2-40B4-BE49-F238E27FC236}">
                <a16:creationId xmlns:a16="http://schemas.microsoft.com/office/drawing/2014/main" id="{500E2051-EF5F-4011-8728-CC92F1A5FCF3}"/>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34" name="22-text-4">
            <a:extLst xmlns:a="http://schemas.openxmlformats.org/drawingml/2006/main">
              <a:ext uri="{FF2B5EF4-FFF2-40B4-BE49-F238E27FC236}">
                <a16:creationId xmlns:a16="http://schemas.microsoft.com/office/drawing/2014/main" id="{02BDE1DD-06DB-4907-BF5C-68B5BA98F7D2}"/>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435" name="22-text-5">
            <a:extLst xmlns:a="http://schemas.openxmlformats.org/drawingml/2006/main">
              <a:ext uri="{FF2B5EF4-FFF2-40B4-BE49-F238E27FC236}">
                <a16:creationId xmlns:a16="http://schemas.microsoft.com/office/drawing/2014/main" id="{10B92453-EB93-4D2D-BBA3-48D60B2D321B}"/>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36" name="22-line-7">
            <a:extLst xmlns:a="http://schemas.openxmlformats.org/drawingml/2006/main">
              <a:ext uri="{FF2B5EF4-FFF2-40B4-BE49-F238E27FC236}">
                <a16:creationId xmlns:a16="http://schemas.microsoft.com/office/drawing/2014/main" id="{E1B19780-EE7E-45AB-90BD-A3CC49D9E38D}"/>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37" name="22-text-8">
            <a:extLst xmlns:a="http://schemas.openxmlformats.org/drawingml/2006/main">
              <a:ext uri="{FF2B5EF4-FFF2-40B4-BE49-F238E27FC236}">
                <a16:creationId xmlns:a16="http://schemas.microsoft.com/office/drawing/2014/main" id="{10E1A8EA-0023-41F8-AD29-BAF5CCD0E261}"/>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438" name="22-text-9">
            <a:extLst xmlns:a="http://schemas.openxmlformats.org/drawingml/2006/main">
              <a:ext uri="{FF2B5EF4-FFF2-40B4-BE49-F238E27FC236}">
                <a16:creationId xmlns:a16="http://schemas.microsoft.com/office/drawing/2014/main" id="{816268ED-1AA6-41E2-A47A-89B21C58B261}"/>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439" name="22-line-11">
            <a:extLst xmlns:a="http://schemas.openxmlformats.org/drawingml/2006/main">
              <a:ext uri="{FF2B5EF4-FFF2-40B4-BE49-F238E27FC236}">
                <a16:creationId xmlns:a16="http://schemas.microsoft.com/office/drawing/2014/main" id="{7313322D-311C-46BF-92E3-CF907570A995}"/>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40" name="22-text-12">
            <a:extLst xmlns:a="http://schemas.openxmlformats.org/drawingml/2006/main">
              <a:ext uri="{FF2B5EF4-FFF2-40B4-BE49-F238E27FC236}">
                <a16:creationId xmlns:a16="http://schemas.microsoft.com/office/drawing/2014/main" id="{B0535A10-3BDD-4ABF-A8FF-E3149F8AAD3A}"/>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441" name="22-text-13">
            <a:extLst xmlns:a="http://schemas.openxmlformats.org/drawingml/2006/main">
              <a:ext uri="{FF2B5EF4-FFF2-40B4-BE49-F238E27FC236}">
                <a16:creationId xmlns:a16="http://schemas.microsoft.com/office/drawing/2014/main" id="{26F899AD-F536-4DF4-9752-04E3148B49E4}"/>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442" name="narrative-number">
            <a:extLst xmlns:a="http://schemas.openxmlformats.org/drawingml/2006/main">
              <a:ext uri="{FF2B5EF4-FFF2-40B4-BE49-F238E27FC236}">
                <a16:creationId xmlns:a16="http://schemas.microsoft.com/office/drawing/2014/main" id="{76EDF233-B475-417A-AA48-7F6B27E04BA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327334786"/>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3" name="!!area-name">
            <a:extLst xmlns:a="http://schemas.openxmlformats.org/drawingml/2006/main">
              <a:ext uri="{FF2B5EF4-FFF2-40B4-BE49-F238E27FC236}">
                <a16:creationId xmlns:a16="http://schemas.microsoft.com/office/drawing/2014/main" id="{87864190-1E56-4447-9475-835C4614869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56" name="mini-map"/>
          <p:cNvPicPr>
            <a:picLocks xmlns:a="http://schemas.openxmlformats.org/drawingml/2006/main" noChangeAspect="1"/>
          </p:cNvPicPr>
          <p:nvPr/>
        </p:nvPicPr>
        <p:blipFill>
          <a:blip xmlns:r="http://schemas.openxmlformats.org/officeDocument/2006/relationships" xmlns:a="http://schemas.openxmlformats.org/drawingml/2006/main" r:embed="R9f96393382a24c9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5" name="header-divider">
            <a:extLst xmlns:a="http://schemas.openxmlformats.org/drawingml/2006/main">
              <a:ext uri="{FF2B5EF4-FFF2-40B4-BE49-F238E27FC236}">
                <a16:creationId xmlns:a16="http://schemas.microsoft.com/office/drawing/2014/main" id="{E9F779FA-147B-448B-94D1-3793F9EF77F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6" name="22b-text-1">
            <a:extLst xmlns:a="http://schemas.openxmlformats.org/drawingml/2006/main">
              <a:ext uri="{FF2B5EF4-FFF2-40B4-BE49-F238E27FC236}">
                <a16:creationId xmlns:a16="http://schemas.microsoft.com/office/drawing/2014/main" id="{D80493DF-E8F0-4EE2-A4D4-575075F594F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47" name="22b-text-2">
            <a:extLst xmlns:a="http://schemas.openxmlformats.org/drawingml/2006/main">
              <a:ext uri="{FF2B5EF4-FFF2-40B4-BE49-F238E27FC236}">
                <a16:creationId xmlns:a16="http://schemas.microsoft.com/office/drawing/2014/main" id="{CAADC0A1-F592-49DB-8514-11C58CFA664D}"/>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448" name="22b-text-3">
            <a:extLst xmlns:a="http://schemas.openxmlformats.org/drawingml/2006/main">
              <a:ext uri="{FF2B5EF4-FFF2-40B4-BE49-F238E27FC236}">
                <a16:creationId xmlns:a16="http://schemas.microsoft.com/office/drawing/2014/main" id="{664A7347-A017-4C6F-A7F1-E36CAACBA867}"/>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49" name="22b-text-4">
            <a:extLst xmlns:a="http://schemas.openxmlformats.org/drawingml/2006/main">
              <a:ext uri="{FF2B5EF4-FFF2-40B4-BE49-F238E27FC236}">
                <a16:creationId xmlns:a16="http://schemas.microsoft.com/office/drawing/2014/main" id="{6AD062BC-CEA8-4011-8E1A-2169E4701091}"/>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450" name="22b-text-5">
            <a:extLst xmlns:a="http://schemas.openxmlformats.org/drawingml/2006/main">
              <a:ext uri="{FF2B5EF4-FFF2-40B4-BE49-F238E27FC236}">
                <a16:creationId xmlns:a16="http://schemas.microsoft.com/office/drawing/2014/main" id="{E0F8EBEA-AAB4-43CC-B6DA-A881CD550487}"/>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451" name="22b-text-6">
            <a:extLst xmlns:a="http://schemas.openxmlformats.org/drawingml/2006/main">
              <a:ext uri="{FF2B5EF4-FFF2-40B4-BE49-F238E27FC236}">
                <a16:creationId xmlns:a16="http://schemas.microsoft.com/office/drawing/2014/main" id="{B3F32BBD-C3C3-468A-B79F-B05F46D5FDCA}"/>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452" name="22b-text-7">
            <a:extLst xmlns:a="http://schemas.openxmlformats.org/drawingml/2006/main">
              <a:ext uri="{FF2B5EF4-FFF2-40B4-BE49-F238E27FC236}">
                <a16:creationId xmlns:a16="http://schemas.microsoft.com/office/drawing/2014/main" id="{9372F396-07AB-41B9-AD03-2082690917AD}"/>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453" name="22b-text-8">
            <a:extLst xmlns:a="http://schemas.openxmlformats.org/drawingml/2006/main">
              <a:ext uri="{FF2B5EF4-FFF2-40B4-BE49-F238E27FC236}">
                <a16:creationId xmlns:a16="http://schemas.microsoft.com/office/drawing/2014/main" id="{5901493A-2288-421F-8804-A0EA297238DA}"/>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454" name="narrative-number">
            <a:extLst xmlns:a="http://schemas.openxmlformats.org/drawingml/2006/main">
              <a:ext uri="{FF2B5EF4-FFF2-40B4-BE49-F238E27FC236}">
                <a16:creationId xmlns:a16="http://schemas.microsoft.com/office/drawing/2014/main" id="{56624961-1DFD-4695-B09C-E50E1668F7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69810465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5" name="!!area-name">
            <a:extLst xmlns:a="http://schemas.openxmlformats.org/drawingml/2006/main">
              <a:ext uri="{FF2B5EF4-FFF2-40B4-BE49-F238E27FC236}">
                <a16:creationId xmlns:a16="http://schemas.microsoft.com/office/drawing/2014/main" id="{ED9E61AB-F796-412C-A2FB-49A2EA37E8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63" name="mini-map"/>
          <p:cNvPicPr>
            <a:picLocks xmlns:a="http://schemas.openxmlformats.org/drawingml/2006/main" noChangeAspect="1"/>
          </p:cNvPicPr>
          <p:nvPr/>
        </p:nvPicPr>
        <p:blipFill>
          <a:blip xmlns:r="http://schemas.openxmlformats.org/officeDocument/2006/relationships" xmlns:a="http://schemas.openxmlformats.org/drawingml/2006/main" r:embed="Rf86999c3fe0a4b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7" name="header-divider">
            <a:extLst xmlns:a="http://schemas.openxmlformats.org/drawingml/2006/main">
              <a:ext uri="{FF2B5EF4-FFF2-40B4-BE49-F238E27FC236}">
                <a16:creationId xmlns:a16="http://schemas.microsoft.com/office/drawing/2014/main" id="{2FF33C86-1F6D-4622-8425-D69C4D4CCDC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8" name="22b-text-1">
            <a:extLst xmlns:a="http://schemas.openxmlformats.org/drawingml/2006/main">
              <a:ext uri="{FF2B5EF4-FFF2-40B4-BE49-F238E27FC236}">
                <a16:creationId xmlns:a16="http://schemas.microsoft.com/office/drawing/2014/main" id="{45BC7488-CDEB-4D27-928C-B1861DF4414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59" name="22b-text-9">
            <a:extLst xmlns:a="http://schemas.openxmlformats.org/drawingml/2006/main">
              <a:ext uri="{FF2B5EF4-FFF2-40B4-BE49-F238E27FC236}">
                <a16:creationId xmlns:a16="http://schemas.microsoft.com/office/drawing/2014/main" id="{51E0BE5C-4ACF-47FB-905B-49A77C16BE5A}"/>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460" name="22b-text-10">
            <a:extLst xmlns:a="http://schemas.openxmlformats.org/drawingml/2006/main">
              <a:ext uri="{FF2B5EF4-FFF2-40B4-BE49-F238E27FC236}">
                <a16:creationId xmlns:a16="http://schemas.microsoft.com/office/drawing/2014/main" id="{1BF13D53-5D43-4699-9C9A-FD06D072255B}"/>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461" name="narrative-number">
            <a:extLst xmlns:a="http://schemas.openxmlformats.org/drawingml/2006/main">
              <a:ext uri="{FF2B5EF4-FFF2-40B4-BE49-F238E27FC236}">
                <a16:creationId xmlns:a16="http://schemas.microsoft.com/office/drawing/2014/main" id="{2EF2E2B4-4279-42DF-B1EB-A8D05DA7151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817956329"/>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2" name="!!area-name">
            <a:extLst xmlns:a="http://schemas.openxmlformats.org/drawingml/2006/main">
              <a:ext uri="{FF2B5EF4-FFF2-40B4-BE49-F238E27FC236}">
                <a16:creationId xmlns:a16="http://schemas.microsoft.com/office/drawing/2014/main" id="{225CF113-041F-4997-A58C-BBA4EEC2B08B}"/>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63" name="header-divider">
            <a:extLst xmlns:a="http://schemas.openxmlformats.org/drawingml/2006/main">
              <a:ext uri="{FF2B5EF4-FFF2-40B4-BE49-F238E27FC236}">
                <a16:creationId xmlns:a16="http://schemas.microsoft.com/office/drawing/2014/main" id="{D80B5AFC-C505-4417-909D-46EE1C2385FF}"/>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4" name="23-shape-1">
            <a:extLst xmlns:a="http://schemas.openxmlformats.org/drawingml/2006/main">
              <a:ext uri="{FF2B5EF4-FFF2-40B4-BE49-F238E27FC236}">
                <a16:creationId xmlns:a16="http://schemas.microsoft.com/office/drawing/2014/main" id="{678ED3EE-1FB8-43F1-A30B-907D39C851AE}"/>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5" name="23-shape-2">
            <a:extLst xmlns:a="http://schemas.openxmlformats.org/drawingml/2006/main">
              <a:ext uri="{FF2B5EF4-FFF2-40B4-BE49-F238E27FC236}">
                <a16:creationId xmlns:a16="http://schemas.microsoft.com/office/drawing/2014/main" id="{F56B1938-AEBA-45DA-99E9-2642A9E12036}"/>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66" name="23-text-3">
            <a:extLst xmlns:a="http://schemas.openxmlformats.org/drawingml/2006/main">
              <a:ext uri="{FF2B5EF4-FFF2-40B4-BE49-F238E27FC236}">
                <a16:creationId xmlns:a16="http://schemas.microsoft.com/office/drawing/2014/main" id="{DFD5241C-4206-4F6C-8BD6-BC6B4C0125B6}"/>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467" name="23-text-4">
            <a:extLst xmlns:a="http://schemas.openxmlformats.org/drawingml/2006/main">
              <a:ext uri="{FF2B5EF4-FFF2-40B4-BE49-F238E27FC236}">
                <a16:creationId xmlns:a16="http://schemas.microsoft.com/office/drawing/2014/main" id="{47628949-1A5F-40D4-98E0-56A18DAFD745}"/>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468" name="23-shape-5">
            <a:extLst xmlns:a="http://schemas.openxmlformats.org/drawingml/2006/main">
              <a:ext uri="{FF2B5EF4-FFF2-40B4-BE49-F238E27FC236}">
                <a16:creationId xmlns:a16="http://schemas.microsoft.com/office/drawing/2014/main" id="{9F6586D5-3B95-466F-8B5B-BEF59C64C667}"/>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9" name="23-shape-6">
            <a:extLst xmlns:a="http://schemas.openxmlformats.org/drawingml/2006/main">
              <a:ext uri="{FF2B5EF4-FFF2-40B4-BE49-F238E27FC236}">
                <a16:creationId xmlns:a16="http://schemas.microsoft.com/office/drawing/2014/main" id="{C69DA8EA-5E72-4B0A-8BA2-46415407B51F}"/>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0" name="23-text-7">
            <a:extLst xmlns:a="http://schemas.openxmlformats.org/drawingml/2006/main">
              <a:ext uri="{FF2B5EF4-FFF2-40B4-BE49-F238E27FC236}">
                <a16:creationId xmlns:a16="http://schemas.microsoft.com/office/drawing/2014/main" id="{AF5CD49E-8FA6-487B-AF8B-AF3119D5055C}"/>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471" name="23-text-8">
            <a:extLst xmlns:a="http://schemas.openxmlformats.org/drawingml/2006/main">
              <a:ext uri="{FF2B5EF4-FFF2-40B4-BE49-F238E27FC236}">
                <a16:creationId xmlns:a16="http://schemas.microsoft.com/office/drawing/2014/main" id="{35CB5A86-2DEA-4D91-B644-817FB9460FEE}"/>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472" name="23-shape-9">
            <a:extLst xmlns:a="http://schemas.openxmlformats.org/drawingml/2006/main">
              <a:ext uri="{FF2B5EF4-FFF2-40B4-BE49-F238E27FC236}">
                <a16:creationId xmlns:a16="http://schemas.microsoft.com/office/drawing/2014/main" id="{8BD23007-E8DF-48A7-992D-B4B2BA686E98}"/>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3" name="23-shape-10">
            <a:extLst xmlns:a="http://schemas.openxmlformats.org/drawingml/2006/main">
              <a:ext uri="{FF2B5EF4-FFF2-40B4-BE49-F238E27FC236}">
                <a16:creationId xmlns:a16="http://schemas.microsoft.com/office/drawing/2014/main" id="{5737AE50-8D2C-4035-8772-079B135AB8CB}"/>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4" name="23-text-11">
            <a:extLst xmlns:a="http://schemas.openxmlformats.org/drawingml/2006/main">
              <a:ext uri="{FF2B5EF4-FFF2-40B4-BE49-F238E27FC236}">
                <a16:creationId xmlns:a16="http://schemas.microsoft.com/office/drawing/2014/main" id="{3051AC57-D625-411C-990F-F31B0274851F}"/>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475" name="23-text-12">
            <a:extLst xmlns:a="http://schemas.openxmlformats.org/drawingml/2006/main">
              <a:ext uri="{FF2B5EF4-FFF2-40B4-BE49-F238E27FC236}">
                <a16:creationId xmlns:a16="http://schemas.microsoft.com/office/drawing/2014/main" id="{05E30A1C-CE32-4A5B-AFC2-6790E5EE7ED1}"/>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476" name="23-shape-13">
            <a:extLst xmlns:a="http://schemas.openxmlformats.org/drawingml/2006/main">
              <a:ext uri="{FF2B5EF4-FFF2-40B4-BE49-F238E27FC236}">
                <a16:creationId xmlns:a16="http://schemas.microsoft.com/office/drawing/2014/main" id="{C853DA32-B27D-4B6B-B24D-D36E627FFC20}"/>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77" name="23-shape-14">
            <a:extLst xmlns:a="http://schemas.openxmlformats.org/drawingml/2006/main">
              <a:ext uri="{FF2B5EF4-FFF2-40B4-BE49-F238E27FC236}">
                <a16:creationId xmlns:a16="http://schemas.microsoft.com/office/drawing/2014/main" id="{B59D4FA6-783C-458D-BA2D-66F34D2E6436}"/>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78" name="23-text-15">
            <a:extLst xmlns:a="http://schemas.openxmlformats.org/drawingml/2006/main">
              <a:ext uri="{FF2B5EF4-FFF2-40B4-BE49-F238E27FC236}">
                <a16:creationId xmlns:a16="http://schemas.microsoft.com/office/drawing/2014/main" id="{C8A9AE81-1759-4BD7-BF0F-FFC10C7D1239}"/>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79" name="23-text-16">
            <a:extLst xmlns:a="http://schemas.openxmlformats.org/drawingml/2006/main">
              <a:ext uri="{FF2B5EF4-FFF2-40B4-BE49-F238E27FC236}">
                <a16:creationId xmlns:a16="http://schemas.microsoft.com/office/drawing/2014/main" id="{B0EB3991-E0B5-45D4-92F5-138282AEBFE3}"/>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480" name="23-shape-17">
            <a:extLst xmlns:a="http://schemas.openxmlformats.org/drawingml/2006/main">
              <a:ext uri="{FF2B5EF4-FFF2-40B4-BE49-F238E27FC236}">
                <a16:creationId xmlns:a16="http://schemas.microsoft.com/office/drawing/2014/main" id="{F1C566DD-473F-4F3C-8B99-F3D1FD6B18AB}"/>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1" name="23-shape-18">
            <a:extLst xmlns:a="http://schemas.openxmlformats.org/drawingml/2006/main">
              <a:ext uri="{FF2B5EF4-FFF2-40B4-BE49-F238E27FC236}">
                <a16:creationId xmlns:a16="http://schemas.microsoft.com/office/drawing/2014/main" id="{17B951E4-5AAA-4C90-A03D-E4867AED76FE}"/>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82" name="23-text-19">
            <a:extLst xmlns:a="http://schemas.openxmlformats.org/drawingml/2006/main">
              <a:ext uri="{FF2B5EF4-FFF2-40B4-BE49-F238E27FC236}">
                <a16:creationId xmlns:a16="http://schemas.microsoft.com/office/drawing/2014/main" id="{5A43B166-116B-4BF3-ACF6-1F5881D0BEB8}"/>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483" name="23-text-20">
            <a:extLst xmlns:a="http://schemas.openxmlformats.org/drawingml/2006/main">
              <a:ext uri="{FF2B5EF4-FFF2-40B4-BE49-F238E27FC236}">
                <a16:creationId xmlns:a16="http://schemas.microsoft.com/office/drawing/2014/main" id="{E43A8941-04CB-454E-9F67-5E9EEB951527}"/>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84" name="23-shape-21">
            <a:extLst xmlns:a="http://schemas.openxmlformats.org/drawingml/2006/main">
              <a:ext uri="{FF2B5EF4-FFF2-40B4-BE49-F238E27FC236}">
                <a16:creationId xmlns:a16="http://schemas.microsoft.com/office/drawing/2014/main" id="{44269028-51E2-4AB1-9FC9-F5C34C1277B0}"/>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5" name="23-shape-22">
            <a:extLst xmlns:a="http://schemas.openxmlformats.org/drawingml/2006/main">
              <a:ext uri="{FF2B5EF4-FFF2-40B4-BE49-F238E27FC236}">
                <a16:creationId xmlns:a16="http://schemas.microsoft.com/office/drawing/2014/main" id="{11532D73-A3C4-43A8-833E-CF8B9650F407}"/>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86" name="23-text-23">
            <a:extLst xmlns:a="http://schemas.openxmlformats.org/drawingml/2006/main">
              <a:ext uri="{FF2B5EF4-FFF2-40B4-BE49-F238E27FC236}">
                <a16:creationId xmlns:a16="http://schemas.microsoft.com/office/drawing/2014/main" id="{7539D319-84D3-42BA-9513-AFA58F724DEF}"/>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487" name="23-text-24">
            <a:extLst xmlns:a="http://schemas.openxmlformats.org/drawingml/2006/main">
              <a:ext uri="{FF2B5EF4-FFF2-40B4-BE49-F238E27FC236}">
                <a16:creationId xmlns:a16="http://schemas.microsoft.com/office/drawing/2014/main" id="{24E79031-0363-43E5-BAD5-E84B2C169C5D}"/>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88" name="narrative-number">
            <a:extLst xmlns:a="http://schemas.openxmlformats.org/drawingml/2006/main">
              <a:ext uri="{FF2B5EF4-FFF2-40B4-BE49-F238E27FC236}">
                <a16:creationId xmlns:a16="http://schemas.microsoft.com/office/drawing/2014/main" id="{3A508811-F8C6-4DAE-A66F-CE5D284FA8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613950893"/>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9" name="!!area-name">
            <a:extLst xmlns:a="http://schemas.openxmlformats.org/drawingml/2006/main">
              <a:ext uri="{FF2B5EF4-FFF2-40B4-BE49-F238E27FC236}">
                <a16:creationId xmlns:a16="http://schemas.microsoft.com/office/drawing/2014/main" id="{2BBC33B7-9BB1-497B-A64F-FDF33E09E0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07" name="mini-map"/>
          <p:cNvPicPr>
            <a:picLocks xmlns:a="http://schemas.openxmlformats.org/drawingml/2006/main" noChangeAspect="1"/>
          </p:cNvPicPr>
          <p:nvPr/>
        </p:nvPicPr>
        <p:blipFill>
          <a:blip xmlns:r="http://schemas.openxmlformats.org/officeDocument/2006/relationships" xmlns:a="http://schemas.openxmlformats.org/drawingml/2006/main" r:embed="R030dc788f92a41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1" name="slide-title">
            <a:extLst xmlns:a="http://schemas.openxmlformats.org/drawingml/2006/main">
              <a:ext uri="{FF2B5EF4-FFF2-40B4-BE49-F238E27FC236}">
                <a16:creationId xmlns:a16="http://schemas.microsoft.com/office/drawing/2014/main" id="{E04750F4-044B-44B2-A081-1163A701B7C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92" name="header-divider">
            <a:extLst xmlns:a="http://schemas.openxmlformats.org/drawingml/2006/main">
              <a:ext uri="{FF2B5EF4-FFF2-40B4-BE49-F238E27FC236}">
                <a16:creationId xmlns:a16="http://schemas.microsoft.com/office/drawing/2014/main" id="{645111BF-3C55-4036-8364-0CD1843A820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3" name="24-shape-1">
            <a:extLst xmlns:a="http://schemas.openxmlformats.org/drawingml/2006/main">
              <a:ext uri="{FF2B5EF4-FFF2-40B4-BE49-F238E27FC236}">
                <a16:creationId xmlns:a16="http://schemas.microsoft.com/office/drawing/2014/main" id="{42E56EF4-A1BC-4A9A-8684-8623D845ED87}"/>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4" name="24-text-2">
            <a:extLst xmlns:a="http://schemas.openxmlformats.org/drawingml/2006/main">
              <a:ext uri="{FF2B5EF4-FFF2-40B4-BE49-F238E27FC236}">
                <a16:creationId xmlns:a16="http://schemas.microsoft.com/office/drawing/2014/main" id="{B16282C9-CB38-4F90-B31A-1AC90A8C38D4}"/>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95" name="24-text-3">
            <a:extLst xmlns:a="http://schemas.openxmlformats.org/drawingml/2006/main">
              <a:ext uri="{FF2B5EF4-FFF2-40B4-BE49-F238E27FC236}">
                <a16:creationId xmlns:a16="http://schemas.microsoft.com/office/drawing/2014/main" id="{A5D1D5D3-19E0-437D-BE05-C1C427864C54}"/>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496" name="24-shape-4">
            <a:extLst xmlns:a="http://schemas.openxmlformats.org/drawingml/2006/main">
              <a:ext uri="{FF2B5EF4-FFF2-40B4-BE49-F238E27FC236}">
                <a16:creationId xmlns:a16="http://schemas.microsoft.com/office/drawing/2014/main" id="{809BA496-35F3-488B-8DCE-BC6AD643F651}"/>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97" name="24-text-5">
            <a:extLst xmlns:a="http://schemas.openxmlformats.org/drawingml/2006/main">
              <a:ext uri="{FF2B5EF4-FFF2-40B4-BE49-F238E27FC236}">
                <a16:creationId xmlns:a16="http://schemas.microsoft.com/office/drawing/2014/main" id="{B91DAFD5-5BB3-4E52-9490-1566D99574F2}"/>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98" name="24-text-6">
            <a:extLst xmlns:a="http://schemas.openxmlformats.org/drawingml/2006/main">
              <a:ext uri="{FF2B5EF4-FFF2-40B4-BE49-F238E27FC236}">
                <a16:creationId xmlns:a16="http://schemas.microsoft.com/office/drawing/2014/main" id="{01530121-8C93-4A58-B418-61B615163D69}"/>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499" name="24-shape-7">
            <a:extLst xmlns:a="http://schemas.openxmlformats.org/drawingml/2006/main">
              <a:ext uri="{FF2B5EF4-FFF2-40B4-BE49-F238E27FC236}">
                <a16:creationId xmlns:a16="http://schemas.microsoft.com/office/drawing/2014/main" id="{B192CD74-6BCC-40C8-B0E5-7D36EE1DC43C}"/>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00" name="24-text-8">
            <a:extLst xmlns:a="http://schemas.openxmlformats.org/drawingml/2006/main">
              <a:ext uri="{FF2B5EF4-FFF2-40B4-BE49-F238E27FC236}">
                <a16:creationId xmlns:a16="http://schemas.microsoft.com/office/drawing/2014/main" id="{E7872B94-B641-40DF-9631-E3CC0761F634}"/>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01" name="24-text-9">
            <a:extLst xmlns:a="http://schemas.openxmlformats.org/drawingml/2006/main">
              <a:ext uri="{FF2B5EF4-FFF2-40B4-BE49-F238E27FC236}">
                <a16:creationId xmlns:a16="http://schemas.microsoft.com/office/drawing/2014/main" id="{D5C83802-8887-4F36-9743-4D70E2A4BF90}"/>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502" name="24-shape-10">
            <a:extLst xmlns:a="http://schemas.openxmlformats.org/drawingml/2006/main">
              <a:ext uri="{FF2B5EF4-FFF2-40B4-BE49-F238E27FC236}">
                <a16:creationId xmlns:a16="http://schemas.microsoft.com/office/drawing/2014/main" id="{D8F4D538-7F9A-46DB-BDB2-E773CE9A7261}"/>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03" name="24-text-11">
            <a:extLst xmlns:a="http://schemas.openxmlformats.org/drawingml/2006/main">
              <a:ext uri="{FF2B5EF4-FFF2-40B4-BE49-F238E27FC236}">
                <a16:creationId xmlns:a16="http://schemas.microsoft.com/office/drawing/2014/main" id="{F0FAF067-124C-4C13-A959-089B5A32B54E}"/>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04" name="24-text-12">
            <a:extLst xmlns:a="http://schemas.openxmlformats.org/drawingml/2006/main">
              <a:ext uri="{FF2B5EF4-FFF2-40B4-BE49-F238E27FC236}">
                <a16:creationId xmlns:a16="http://schemas.microsoft.com/office/drawing/2014/main" id="{4B57FF14-D42C-4E54-8DE1-A6272E6129F7}"/>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505" name="narrative-number">
            <a:extLst xmlns:a="http://schemas.openxmlformats.org/drawingml/2006/main">
              <a:ext uri="{FF2B5EF4-FFF2-40B4-BE49-F238E27FC236}">
                <a16:creationId xmlns:a16="http://schemas.microsoft.com/office/drawing/2014/main" id="{D06AF614-770B-41F7-84AC-3A2E00B2F3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018609092"/>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6" name="!!area-name">
            <a:extLst xmlns:a="http://schemas.openxmlformats.org/drawingml/2006/main">
              <a:ext uri="{FF2B5EF4-FFF2-40B4-BE49-F238E27FC236}">
                <a16:creationId xmlns:a16="http://schemas.microsoft.com/office/drawing/2014/main" id="{00EFE795-0FD5-43BD-9B6B-EE70246D9E0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16" name="mini-map"/>
          <p:cNvPicPr>
            <a:picLocks xmlns:a="http://schemas.openxmlformats.org/drawingml/2006/main" noChangeAspect="1"/>
          </p:cNvPicPr>
          <p:nvPr/>
        </p:nvPicPr>
        <p:blipFill>
          <a:blip xmlns:r="http://schemas.openxmlformats.org/officeDocument/2006/relationships" xmlns:a="http://schemas.openxmlformats.org/drawingml/2006/main" r:embed="R60e7c31a3e8d4d5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8" name="slide-title">
            <a:extLst xmlns:a="http://schemas.openxmlformats.org/drawingml/2006/main">
              <a:ext uri="{FF2B5EF4-FFF2-40B4-BE49-F238E27FC236}">
                <a16:creationId xmlns:a16="http://schemas.microsoft.com/office/drawing/2014/main" id="{5CF40FBA-25A3-4222-82C6-5E5EEE010F2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09" name="header-divider">
            <a:extLst xmlns:a="http://schemas.openxmlformats.org/drawingml/2006/main">
              <a:ext uri="{FF2B5EF4-FFF2-40B4-BE49-F238E27FC236}">
                <a16:creationId xmlns:a16="http://schemas.microsoft.com/office/drawing/2014/main" id="{870A3EE4-37FD-4079-AF3E-EE3C8FBA751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0" name="24-text-13">
            <a:extLst xmlns:a="http://schemas.openxmlformats.org/drawingml/2006/main">
              <a:ext uri="{FF2B5EF4-FFF2-40B4-BE49-F238E27FC236}">
                <a16:creationId xmlns:a16="http://schemas.microsoft.com/office/drawing/2014/main" id="{E345B0B8-617A-4139-AA27-4EF52CB414EC}"/>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511" name="24-text-14">
            <a:extLst xmlns:a="http://schemas.openxmlformats.org/drawingml/2006/main">
              <a:ext uri="{FF2B5EF4-FFF2-40B4-BE49-F238E27FC236}">
                <a16:creationId xmlns:a16="http://schemas.microsoft.com/office/drawing/2014/main" id="{F6AD1C63-C65A-4B84-A9FA-C74758F31939}"/>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12" name="24-text-15">
            <a:extLst xmlns:a="http://schemas.openxmlformats.org/drawingml/2006/main">
              <a:ext uri="{FF2B5EF4-FFF2-40B4-BE49-F238E27FC236}">
                <a16:creationId xmlns:a16="http://schemas.microsoft.com/office/drawing/2014/main" id="{0CE524AF-514F-43FF-BA12-8441007F9594}"/>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522" name="24-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4" name="narrative-number">
            <a:extLst xmlns:a="http://schemas.openxmlformats.org/drawingml/2006/main">
              <a:ext uri="{FF2B5EF4-FFF2-40B4-BE49-F238E27FC236}">
                <a16:creationId xmlns:a16="http://schemas.microsoft.com/office/drawing/2014/main" id="{D45938D5-898F-4840-B4D6-5AC3501020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854795507"/>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5" name="slide-title">
            <a:extLst xmlns:a="http://schemas.openxmlformats.org/drawingml/2006/main">
              <a:ext uri="{FF2B5EF4-FFF2-40B4-BE49-F238E27FC236}">
                <a16:creationId xmlns:a16="http://schemas.microsoft.com/office/drawing/2014/main" id="{AF49825B-758A-4490-AB68-36F530849434}"/>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16" name="header-divider">
            <a:extLst xmlns:a="http://schemas.openxmlformats.org/drawingml/2006/main">
              <a:ext uri="{FF2B5EF4-FFF2-40B4-BE49-F238E27FC236}">
                <a16:creationId xmlns:a16="http://schemas.microsoft.com/office/drawing/2014/main" id="{B0592C62-2D71-4B7C-9BC1-701F27E938DC}"/>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7" name="25-text-1">
            <a:extLst xmlns:a="http://schemas.openxmlformats.org/drawingml/2006/main">
              <a:ext uri="{FF2B5EF4-FFF2-40B4-BE49-F238E27FC236}">
                <a16:creationId xmlns:a16="http://schemas.microsoft.com/office/drawing/2014/main" id="{98F35630-8E9A-4504-8CB9-FFB4634F7BB1}"/>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18" name="25-text-2">
            <a:extLst xmlns:a="http://schemas.openxmlformats.org/drawingml/2006/main">
              <a:ext uri="{FF2B5EF4-FFF2-40B4-BE49-F238E27FC236}">
                <a16:creationId xmlns:a16="http://schemas.microsoft.com/office/drawing/2014/main" id="{476B99B8-FF35-42EA-BA90-E2DD7BF43C8E}"/>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19" name="25-text-3">
            <a:extLst xmlns:a="http://schemas.openxmlformats.org/drawingml/2006/main">
              <a:ext uri="{FF2B5EF4-FFF2-40B4-BE49-F238E27FC236}">
                <a16:creationId xmlns:a16="http://schemas.microsoft.com/office/drawing/2014/main" id="{17C70DFB-A3F1-4FB3-9853-14A2B3EBACD6}"/>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20" name="25-text-4">
            <a:extLst xmlns:a="http://schemas.openxmlformats.org/drawingml/2006/main">
              <a:ext uri="{FF2B5EF4-FFF2-40B4-BE49-F238E27FC236}">
                <a16:creationId xmlns:a16="http://schemas.microsoft.com/office/drawing/2014/main" id="{5757A702-BD6D-459C-9365-91C4E1EA8736}"/>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21" name="25-text-5">
            <a:extLst xmlns:a="http://schemas.openxmlformats.org/drawingml/2006/main">
              <a:ext uri="{FF2B5EF4-FFF2-40B4-BE49-F238E27FC236}">
                <a16:creationId xmlns:a16="http://schemas.microsoft.com/office/drawing/2014/main" id="{4747587C-813C-49CB-83F8-8E73EE37F56A}"/>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22" name="25-text-6">
            <a:extLst xmlns:a="http://schemas.openxmlformats.org/drawingml/2006/main">
              <a:ext uri="{FF2B5EF4-FFF2-40B4-BE49-F238E27FC236}">
                <a16:creationId xmlns:a16="http://schemas.microsoft.com/office/drawing/2014/main" id="{E3837BF4-9CB0-40A6-ADE9-3ECFCFA7B8E2}"/>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23" name="25-text-7">
            <a:extLst xmlns:a="http://schemas.openxmlformats.org/drawingml/2006/main">
              <a:ext uri="{FF2B5EF4-FFF2-40B4-BE49-F238E27FC236}">
                <a16:creationId xmlns:a16="http://schemas.microsoft.com/office/drawing/2014/main" id="{B9DB5A2D-CC56-48D3-9720-D73E6E12D5C1}"/>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24" name="25-text-8">
            <a:extLst xmlns:a="http://schemas.openxmlformats.org/drawingml/2006/main">
              <a:ext uri="{FF2B5EF4-FFF2-40B4-BE49-F238E27FC236}">
                <a16:creationId xmlns:a16="http://schemas.microsoft.com/office/drawing/2014/main" id="{99140295-5371-4FDE-9512-C0FA35633CE3}"/>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25" name="25-text-9">
            <a:extLst xmlns:a="http://schemas.openxmlformats.org/drawingml/2006/main">
              <a:ext uri="{FF2B5EF4-FFF2-40B4-BE49-F238E27FC236}">
                <a16:creationId xmlns:a16="http://schemas.microsoft.com/office/drawing/2014/main" id="{91EE4BCC-1129-4F26-9DDF-6EBC6A411924}"/>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26" name="25-text-10">
            <a:extLst xmlns:a="http://schemas.openxmlformats.org/drawingml/2006/main">
              <a:ext uri="{FF2B5EF4-FFF2-40B4-BE49-F238E27FC236}">
                <a16:creationId xmlns:a16="http://schemas.microsoft.com/office/drawing/2014/main" id="{F1415EA7-4798-496A-8266-2E096B3AD55E}"/>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27" name="25-text-11">
            <a:extLst xmlns:a="http://schemas.openxmlformats.org/drawingml/2006/main">
              <a:ext uri="{FF2B5EF4-FFF2-40B4-BE49-F238E27FC236}">
                <a16:creationId xmlns:a16="http://schemas.microsoft.com/office/drawing/2014/main" id="{A65B2075-B0A0-4E02-9BCE-77EBEC3ABA65}"/>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28" name="25-text-12">
            <a:extLst xmlns:a="http://schemas.openxmlformats.org/drawingml/2006/main">
              <a:ext uri="{FF2B5EF4-FFF2-40B4-BE49-F238E27FC236}">
                <a16:creationId xmlns:a16="http://schemas.microsoft.com/office/drawing/2014/main" id="{78FFD094-ED0B-425F-B96A-5DA3F9EF1033}"/>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29" name="narrative-number">
            <a:extLst xmlns:a="http://schemas.openxmlformats.org/drawingml/2006/main">
              <a:ext uri="{FF2B5EF4-FFF2-40B4-BE49-F238E27FC236}">
                <a16:creationId xmlns:a16="http://schemas.microsoft.com/office/drawing/2014/main" id="{A74BF3AF-3BEF-4C4B-966E-2FD59A5C3DD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611004137"/>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0" name="26-text-1">
            <a:extLst xmlns:a="http://schemas.openxmlformats.org/drawingml/2006/main">
              <a:ext uri="{FF2B5EF4-FFF2-40B4-BE49-F238E27FC236}">
                <a16:creationId xmlns:a16="http://schemas.microsoft.com/office/drawing/2014/main" id="{AF644C5E-9B13-4E63-B63E-32BBF042165D}"/>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31" name="26-text-2">
            <a:extLst xmlns:a="http://schemas.openxmlformats.org/drawingml/2006/main">
              <a:ext uri="{FF2B5EF4-FFF2-40B4-BE49-F238E27FC236}">
                <a16:creationId xmlns:a16="http://schemas.microsoft.com/office/drawing/2014/main" id="{74AFBD07-89BF-46A1-992E-EBB3FF487E99}"/>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32" name="26-text-3">
            <a:extLst xmlns:a="http://schemas.openxmlformats.org/drawingml/2006/main">
              <a:ext uri="{FF2B5EF4-FFF2-40B4-BE49-F238E27FC236}">
                <a16:creationId xmlns:a16="http://schemas.microsoft.com/office/drawing/2014/main" id="{9D130619-9D14-4364-923A-B4839D50D190}"/>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33" name="narrative-number">
            <a:extLst xmlns:a="http://schemas.openxmlformats.org/drawingml/2006/main">
              <a:ext uri="{FF2B5EF4-FFF2-40B4-BE49-F238E27FC236}">
                <a16:creationId xmlns:a16="http://schemas.microsoft.com/office/drawing/2014/main" id="{B2E45225-683D-4E79-840A-9495B2A3E6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27166362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2026-09-16T02:12:12.1090000Z</dcterms:created>
  <dcterms:modified xsi:type="dcterms:W3CDTF">2026-09-16T02:12:12.1090000Z</dcterms:modified>
</coreProperties>
</file>