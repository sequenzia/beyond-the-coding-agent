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01a388d41c4e2f" /><Relationship Type="http://schemas.openxmlformats.org/officeDocument/2006/relationships/extended-properties" Target="/docProps/app.xml" Id="R885592914b2b4ea1" /><Relationship Type="http://schemas.openxmlformats.org/officeDocument/2006/relationships/officeDocument" Target="/ppt/presentation.xml" Id="Rb09df640fb114ca1"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ded994d22cf347fa"/>
    <p:sldMasterId xmlns:r="http://schemas.openxmlformats.org/officeDocument/2006/relationships" id="2147483650" r:id="R321cbf6c26374781"/>
  </p:sldMasterIdLst>
  <p:notesMasterIdLst>
    <p:notesMasterId xmlns:r="http://schemas.openxmlformats.org/officeDocument/2006/relationships" r:id="R137295116fad450e"/>
  </p:notesMasterIdLst>
  <p:sldIdLst>
    <p:sldId xmlns:r="http://schemas.openxmlformats.org/officeDocument/2006/relationships" id="256" r:id="Rdfadc97400ba4a91"/>
    <p:sldId xmlns:r="http://schemas.openxmlformats.org/officeDocument/2006/relationships" id="257" r:id="R32826b717dcc41ca"/>
    <p:sldId xmlns:r="http://schemas.openxmlformats.org/officeDocument/2006/relationships" id="258" r:id="R48635a6f847849ce"/>
    <p:sldId xmlns:r="http://schemas.openxmlformats.org/officeDocument/2006/relationships" id="259" r:id="R545ae985f3794a67"/>
    <p:sldId xmlns:r="http://schemas.openxmlformats.org/officeDocument/2006/relationships" id="260" r:id="Re21d10487a474a0f"/>
    <p:sldId xmlns:r="http://schemas.openxmlformats.org/officeDocument/2006/relationships" id="261" r:id="R67654140f4144363"/>
    <p:sldId xmlns:r="http://schemas.openxmlformats.org/officeDocument/2006/relationships" id="262" r:id="R36969c9cf0164223"/>
    <p:sldId xmlns:r="http://schemas.openxmlformats.org/officeDocument/2006/relationships" id="263" r:id="Rdc96a6c43d7a4c62"/>
    <p:sldId xmlns:r="http://schemas.openxmlformats.org/officeDocument/2006/relationships" id="264" r:id="Ra9ac642ade694d79"/>
    <p:sldId xmlns:r="http://schemas.openxmlformats.org/officeDocument/2006/relationships" id="265" r:id="R358af3ccd13140c3"/>
    <p:sldId xmlns:r="http://schemas.openxmlformats.org/officeDocument/2006/relationships" id="266" r:id="R17c3f18326b247ec"/>
    <p:sldId xmlns:r="http://schemas.openxmlformats.org/officeDocument/2006/relationships" id="267" r:id="R1264798b82e94a93"/>
    <p:sldId xmlns:r="http://schemas.openxmlformats.org/officeDocument/2006/relationships" id="268" r:id="Rf1408c7f54d8465b"/>
    <p:sldId xmlns:r="http://schemas.openxmlformats.org/officeDocument/2006/relationships" id="269" r:id="R9b78050663ce4813"/>
    <p:sldId xmlns:r="http://schemas.openxmlformats.org/officeDocument/2006/relationships" id="270" r:id="Rc53476f1dab140eb"/>
    <p:sldId xmlns:r="http://schemas.openxmlformats.org/officeDocument/2006/relationships" id="271" r:id="R9d851f17a9af49e5"/>
    <p:sldId xmlns:r="http://schemas.openxmlformats.org/officeDocument/2006/relationships" id="272" r:id="R65dd74598ea048d9"/>
    <p:sldId xmlns:r="http://schemas.openxmlformats.org/officeDocument/2006/relationships" id="273" r:id="R8e95517703a14d9a"/>
    <p:sldId xmlns:r="http://schemas.openxmlformats.org/officeDocument/2006/relationships" id="274" r:id="Rf4af9348b7694bc0"/>
    <p:sldId xmlns:r="http://schemas.openxmlformats.org/officeDocument/2006/relationships" id="275" r:id="Rb9ba50210c734be9"/>
    <p:sldId xmlns:r="http://schemas.openxmlformats.org/officeDocument/2006/relationships" id="276" r:id="R9f19bc71d8c643e5"/>
    <p:sldId xmlns:r="http://schemas.openxmlformats.org/officeDocument/2006/relationships" id="277" r:id="R5af022376d704e9b"/>
    <p:sldId xmlns:r="http://schemas.openxmlformats.org/officeDocument/2006/relationships" id="278" r:id="R311e496e308541d6"/>
    <p:sldId xmlns:r="http://schemas.openxmlformats.org/officeDocument/2006/relationships" id="279" r:id="Rdbff8693a72c4fcd"/>
    <p:sldId xmlns:r="http://schemas.openxmlformats.org/officeDocument/2006/relationships" id="280" r:id="Rad38f37b4a4a4422"/>
    <p:sldId xmlns:r="http://schemas.openxmlformats.org/officeDocument/2006/relationships" id="281" r:id="Rc4282bd3989d458a"/>
    <p:sldId xmlns:r="http://schemas.openxmlformats.org/officeDocument/2006/relationships" id="282" r:id="R08d13ef9a43843ed"/>
    <p:sldId xmlns:r="http://schemas.openxmlformats.org/officeDocument/2006/relationships" id="283" r:id="Rb165ea4e181d4d36"/>
    <p:sldId xmlns:r="http://schemas.openxmlformats.org/officeDocument/2006/relationships" id="284" r:id="Reafa721d641c4882"/>
    <p:sldId xmlns:r="http://schemas.openxmlformats.org/officeDocument/2006/relationships" id="285" r:id="Rb63a3a90f8f948ae"/>
    <p:sldId xmlns:r="http://schemas.openxmlformats.org/officeDocument/2006/relationships" id="286" r:id="Rc334c1ecb2344cfc"/>
    <p:sldId xmlns:r="http://schemas.openxmlformats.org/officeDocument/2006/relationships" id="287" r:id="Rca478a374c944b09"/>
    <p:sldId xmlns:r="http://schemas.openxmlformats.org/officeDocument/2006/relationships" id="288" r:id="Rf3d2a00eadde4c68"/>
    <p:sldId xmlns:r="http://schemas.openxmlformats.org/officeDocument/2006/relationships" id="289" r:id="R0e95e428912f471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b57412abcc4727" /><Relationship Type="http://schemas.openxmlformats.org/officeDocument/2006/relationships/slideMaster" Target="/ppt/slideMasters/slideMaster1.xml" Id="Rded994d22cf347fa" /><Relationship Type="http://schemas.openxmlformats.org/officeDocument/2006/relationships/slideMaster" Target="/ppt/slideMasters/slideMaster2.xml" Id="R321cbf6c26374781" /><Relationship Type="http://schemas.openxmlformats.org/officeDocument/2006/relationships/notesMaster" Target="/ppt/notesMasters/notesMaster1.xml" Id="R137295116fad450e" /><Relationship Type="http://schemas.openxmlformats.org/officeDocument/2006/relationships/presProps" Target="/ppt/presProps.xml" Id="Ra9dcf9334ccf4313" /><Relationship Type="http://schemas.openxmlformats.org/officeDocument/2006/relationships/tableStyles" Target="/ppt/tableStyles.xml" Id="Rf8d908536d6d4111" /><Relationship Type="http://schemas.openxmlformats.org/officeDocument/2006/relationships/slide" Target="/ppt/slides/slide1.xml" Id="Rdfadc97400ba4a91" /><Relationship Type="http://schemas.openxmlformats.org/officeDocument/2006/relationships/slide" Target="/ppt/slides/slide2.xml" Id="R32826b717dcc41ca" /><Relationship Type="http://schemas.openxmlformats.org/officeDocument/2006/relationships/slide" Target="/ppt/slides/slide3.xml" Id="R48635a6f847849ce" /><Relationship Type="http://schemas.openxmlformats.org/officeDocument/2006/relationships/slide" Target="/ppt/slides/slide4.xml" Id="R545ae985f3794a67" /><Relationship Type="http://schemas.openxmlformats.org/officeDocument/2006/relationships/slide" Target="/ppt/slides/slide5.xml" Id="Re21d10487a474a0f" /><Relationship Type="http://schemas.openxmlformats.org/officeDocument/2006/relationships/slide" Target="/ppt/slides/slide6.xml" Id="R67654140f4144363" /><Relationship Type="http://schemas.openxmlformats.org/officeDocument/2006/relationships/slide" Target="/ppt/slides/slide7.xml" Id="R36969c9cf0164223" /><Relationship Type="http://schemas.openxmlformats.org/officeDocument/2006/relationships/slide" Target="/ppt/slides/slide8.xml" Id="Rdc96a6c43d7a4c62" /><Relationship Type="http://schemas.openxmlformats.org/officeDocument/2006/relationships/slide" Target="/ppt/slides/slide9.xml" Id="Ra9ac642ade694d79" /><Relationship Type="http://schemas.openxmlformats.org/officeDocument/2006/relationships/slide" Target="/ppt/slides/slide10.xml" Id="R358af3ccd13140c3" /><Relationship Type="http://schemas.openxmlformats.org/officeDocument/2006/relationships/slide" Target="/ppt/slides/slide11.xml" Id="R17c3f18326b247ec" /><Relationship Type="http://schemas.openxmlformats.org/officeDocument/2006/relationships/slide" Target="/ppt/slides/slide12.xml" Id="R1264798b82e94a93" /><Relationship Type="http://schemas.openxmlformats.org/officeDocument/2006/relationships/slide" Target="/ppt/slides/slide13.xml" Id="Rf1408c7f54d8465b" /><Relationship Type="http://schemas.openxmlformats.org/officeDocument/2006/relationships/slide" Target="/ppt/slides/slide14.xml" Id="R9b78050663ce4813" /><Relationship Type="http://schemas.openxmlformats.org/officeDocument/2006/relationships/slide" Target="/ppt/slides/slide15.xml" Id="Rc53476f1dab140eb" /><Relationship Type="http://schemas.openxmlformats.org/officeDocument/2006/relationships/slide" Target="/ppt/slides/slide16.xml" Id="R9d851f17a9af49e5" /><Relationship Type="http://schemas.openxmlformats.org/officeDocument/2006/relationships/slide" Target="/ppt/slides/slide17.xml" Id="R65dd74598ea048d9" /><Relationship Type="http://schemas.openxmlformats.org/officeDocument/2006/relationships/slide" Target="/ppt/slides/slide18.xml" Id="R8e95517703a14d9a" /><Relationship Type="http://schemas.openxmlformats.org/officeDocument/2006/relationships/slide" Target="/ppt/slides/slide19.xml" Id="Rf4af9348b7694bc0" /><Relationship Type="http://schemas.openxmlformats.org/officeDocument/2006/relationships/slide" Target="/ppt/slides/slide20.xml" Id="Rb9ba50210c734be9" /><Relationship Type="http://schemas.openxmlformats.org/officeDocument/2006/relationships/slide" Target="/ppt/slides/slide21.xml" Id="R9f19bc71d8c643e5" /><Relationship Type="http://schemas.openxmlformats.org/officeDocument/2006/relationships/slide" Target="/ppt/slides/slide22.xml" Id="R5af022376d704e9b" /><Relationship Type="http://schemas.openxmlformats.org/officeDocument/2006/relationships/slide" Target="/ppt/slides/slide23.xml" Id="R311e496e308541d6" /><Relationship Type="http://schemas.openxmlformats.org/officeDocument/2006/relationships/slide" Target="/ppt/slides/slide24.xml" Id="Rdbff8693a72c4fcd" /><Relationship Type="http://schemas.openxmlformats.org/officeDocument/2006/relationships/slide" Target="/ppt/slides/slide25.xml" Id="Rad38f37b4a4a4422" /><Relationship Type="http://schemas.openxmlformats.org/officeDocument/2006/relationships/slide" Target="/ppt/slides/slide26.xml" Id="Rc4282bd3989d458a" /><Relationship Type="http://schemas.openxmlformats.org/officeDocument/2006/relationships/slide" Target="/ppt/slides/slide27.xml" Id="R08d13ef9a43843ed" /><Relationship Type="http://schemas.openxmlformats.org/officeDocument/2006/relationships/slide" Target="/ppt/slides/slide28.xml" Id="Rb165ea4e181d4d36" /><Relationship Type="http://schemas.openxmlformats.org/officeDocument/2006/relationships/slide" Target="/ppt/slides/slide29.xml" Id="Reafa721d641c4882" /><Relationship Type="http://schemas.openxmlformats.org/officeDocument/2006/relationships/slide" Target="/ppt/slides/slide30.xml" Id="Rb63a3a90f8f948ae" /><Relationship Type="http://schemas.openxmlformats.org/officeDocument/2006/relationships/slide" Target="/ppt/slides/slide31.xml" Id="Rc334c1ecb2344cfc" /><Relationship Type="http://schemas.openxmlformats.org/officeDocument/2006/relationships/slide" Target="/ppt/slides/slide32.xml" Id="Rca478a374c944b09" /><Relationship Type="http://schemas.openxmlformats.org/officeDocument/2006/relationships/slide" Target="/ppt/slides/slide33.xml" Id="Rf3d2a00eadde4c68" /><Relationship Type="http://schemas.openxmlformats.org/officeDocument/2006/relationships/slide" Target="/ppt/slides/slide34.xml" Id="R0e95e428912f47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e855b613c9845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4568708b3d4b8b" /><Relationship Type="http://schemas.openxmlformats.org/officeDocument/2006/relationships/notesMaster" Target="/ppt/notesMasters/notesMaster1.xml" Id="Ree89b485d8ed47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42ade551c43d0" /><Relationship Type="http://schemas.openxmlformats.org/officeDocument/2006/relationships/notesMaster" Target="/ppt/notesMasters/notesMaster1.xml" Id="Re30dd90bf6b246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743d74e2724748" /><Relationship Type="http://schemas.openxmlformats.org/officeDocument/2006/relationships/notesMaster" Target="/ppt/notesMasters/notesMaster1.xml" Id="Rec89253e1a994d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2c6d096024ab1" /><Relationship Type="http://schemas.openxmlformats.org/officeDocument/2006/relationships/notesMaster" Target="/ppt/notesMasters/notesMaster1.xml" Id="Ra1712879800049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25797660cf4497" /><Relationship Type="http://schemas.openxmlformats.org/officeDocument/2006/relationships/notesMaster" Target="/ppt/notesMasters/notesMaster1.xml" Id="R191e3d2ac1664e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010af77faa4a26" /><Relationship Type="http://schemas.openxmlformats.org/officeDocument/2006/relationships/notesMaster" Target="/ppt/notesMasters/notesMaster1.xml" Id="R3c147ad586cc46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9ab103af2b470c" /><Relationship Type="http://schemas.openxmlformats.org/officeDocument/2006/relationships/notesMaster" Target="/ppt/notesMasters/notesMaster1.xml" Id="Rb1d42789a0624d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04432f04b044bf" /><Relationship Type="http://schemas.openxmlformats.org/officeDocument/2006/relationships/notesMaster" Target="/ppt/notesMasters/notesMaster1.xml" Id="Ra3d0aaa33cb849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b5bed833d54a5d" /><Relationship Type="http://schemas.openxmlformats.org/officeDocument/2006/relationships/notesMaster" Target="/ppt/notesMasters/notesMaster1.xml" Id="R8f7089f301ff47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8bea00dde74b46" /><Relationship Type="http://schemas.openxmlformats.org/officeDocument/2006/relationships/notesMaster" Target="/ppt/notesMasters/notesMaster1.xml" Id="R7d9784db8cd142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35a5c2d308404f" /><Relationship Type="http://schemas.openxmlformats.org/officeDocument/2006/relationships/notesMaster" Target="/ppt/notesMasters/notesMaster1.xml" Id="R974a11d832b14d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145b922b564ec2" /><Relationship Type="http://schemas.openxmlformats.org/officeDocument/2006/relationships/notesMaster" Target="/ppt/notesMasters/notesMaster1.xml" Id="R5d8e4a0f74134e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a2604b60e84ed4" /><Relationship Type="http://schemas.openxmlformats.org/officeDocument/2006/relationships/notesMaster" Target="/ppt/notesMasters/notesMaster1.xml" Id="R4081e8929c2149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9ea44cdceb4c81" /><Relationship Type="http://schemas.openxmlformats.org/officeDocument/2006/relationships/notesMaster" Target="/ppt/notesMasters/notesMaster1.xml" Id="Rc014a3346b0149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f2c2bbe87b403a" /><Relationship Type="http://schemas.openxmlformats.org/officeDocument/2006/relationships/notesMaster" Target="/ppt/notesMasters/notesMaster1.xml" Id="Rc47b39d91de64ee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4fc2a071b94989" /><Relationship Type="http://schemas.openxmlformats.org/officeDocument/2006/relationships/notesMaster" Target="/ppt/notesMasters/notesMaster1.xml" Id="Ra4882b2c61be45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e1fd7076b4433c" /><Relationship Type="http://schemas.openxmlformats.org/officeDocument/2006/relationships/notesMaster" Target="/ppt/notesMasters/notesMaster1.xml" Id="Ra9c30f57877e40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104a28b83243fb" /><Relationship Type="http://schemas.openxmlformats.org/officeDocument/2006/relationships/notesMaster" Target="/ppt/notesMasters/notesMaster1.xml" Id="R3548f1e3eadb41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6c56e143f1416b" /><Relationship Type="http://schemas.openxmlformats.org/officeDocument/2006/relationships/notesMaster" Target="/ppt/notesMasters/notesMaster1.xml" Id="R20525165dc8247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9ca71ff9124f77" /><Relationship Type="http://schemas.openxmlformats.org/officeDocument/2006/relationships/notesMaster" Target="/ppt/notesMasters/notesMaster1.xml" Id="Ra8c928817a714c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3347526e09474c" /><Relationship Type="http://schemas.openxmlformats.org/officeDocument/2006/relationships/notesMaster" Target="/ppt/notesMasters/notesMaster1.xml" Id="R04f02ae96b6741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ad4b389d1e4fa9" /><Relationship Type="http://schemas.openxmlformats.org/officeDocument/2006/relationships/notesMaster" Target="/ppt/notesMasters/notesMaster1.xml" Id="R2917b755b2a443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3884a27821437d" /><Relationship Type="http://schemas.openxmlformats.org/officeDocument/2006/relationships/notesMaster" Target="/ppt/notesMasters/notesMaster1.xml" Id="Rd9bd28f002c34a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85dad378874de3" /><Relationship Type="http://schemas.openxmlformats.org/officeDocument/2006/relationships/notesMaster" Target="/ppt/notesMasters/notesMaster1.xml" Id="Rf538bc9467b54f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e5d9e536ba4a14" /><Relationship Type="http://schemas.openxmlformats.org/officeDocument/2006/relationships/notesMaster" Target="/ppt/notesMasters/notesMaster1.xml" Id="R0bf8833a78f545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19349873564ae1" /><Relationship Type="http://schemas.openxmlformats.org/officeDocument/2006/relationships/notesMaster" Target="/ppt/notesMasters/notesMaster1.xml" Id="Rf5114a8de38348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d43f9a28c9f4a2d" /><Relationship Type="http://schemas.openxmlformats.org/officeDocument/2006/relationships/notesMaster" Target="/ppt/notesMasters/notesMaster1.xml" Id="R6842894752be4c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6efb12fe7f4898" /><Relationship Type="http://schemas.openxmlformats.org/officeDocument/2006/relationships/notesMaster" Target="/ppt/notesMasters/notesMaster1.xml" Id="Ra22b9e227b9e416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09b03eced84ef8" /><Relationship Type="http://schemas.openxmlformats.org/officeDocument/2006/relationships/notesMaster" Target="/ppt/notesMasters/notesMaster1.xml" Id="R6218bf40ae7e48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6c97eb278de4669" /><Relationship Type="http://schemas.openxmlformats.org/officeDocument/2006/relationships/notesMaster" Target="/ppt/notesMasters/notesMaster1.xml" Id="R77efb98aba3a41a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eb667101c1047e8" /><Relationship Type="http://schemas.openxmlformats.org/officeDocument/2006/relationships/notesMaster" Target="/ppt/notesMasters/notesMaster1.xml" Id="R9a8d27235e294b0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9ae88b0b3cf4445" /><Relationship Type="http://schemas.openxmlformats.org/officeDocument/2006/relationships/notesMaster" Target="/ppt/notesMasters/notesMaster1.xml" Id="R6d0842927179410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964686a85e449e" /><Relationship Type="http://schemas.openxmlformats.org/officeDocument/2006/relationships/notesMaster" Target="/ppt/notesMasters/notesMaster1.xml" Id="Ra44d9f51a39c4c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6699ba2748f46d0" /><Relationship Type="http://schemas.openxmlformats.org/officeDocument/2006/relationships/notesMaster" Target="/ppt/notesMasters/notesMaster1.xml" Id="R67f83d283a934e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**Using AI makes you an AI-enabled software engineer. Engineering systems that depend on AI makes you an AI engineer.**</a:t>
            </a:r>
          </a:p>
          <a:p xmlns:a="http://schemas.openxmlformats.org/drawingml/2006/main">
            <a:r>
              <a:t/>
            </a:r>
          </a:p>
          <a:p xmlns:a="http://schemas.openxmlformats.org/drawingml/2006/main">
            <a:r>
              <a:t>[0:08] **This talk focuses on building products around foundation models.** Your software engineering skills are the foundation. The additional responsibility is measuring and controlling model-dependent behavior.</a:t>
            </a:r>
          </a:p>
          <a:p xmlns:a="http://schemas.openxmlformats.org/drawingml/2006/main">
            <a:r>
              <a:t/>
            </a:r>
          </a:p>
          <a:p xmlns:a="http://schemas.openxmlformats.org/drawingml/2006/main">
            <a:r>
              <a:t>[0:22] 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t>[0:34] **Owner means the engineer or team accountable for the delivered product's behavior and operating limits.**</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 first: the adaptation and fine-tuning example. Never cut the thesis, the overlap qualification, or the owner definition.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CMU SEI, AI engineering definition; Huyen, AI Engineering, 2025. Research §1 in `research/section-1.md`. Application engineering includes adaptation. Roles overlap.</a:t>
            </a:r>
          </a:p>
          <a:p xmlns:a="http://schemas.openxmlformats.org/drawingml/2006/main">
            <a:r>
              <a:t>- swyx, June 2023, remains background. The essay does not date the invention of the title.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area: When you are the user, including what someone engineered, then When you are the owner.**</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06</a:t>
            </a:r>
          </a:p>
          <a:p xmlns:a="http://schemas.openxmlformats.org/drawingml/2006/main">
            <a:r>
              <a:t>Beat 1.6 Transition. Section 1. Time 0:15.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section title sit for a moment.</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the breath between the setup and the body. If running long, shorten the pause. Never cut the bridge line.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07</a:t>
            </a:r>
          </a:p>
          <a:p xmlns:a="http://schemas.openxmlformats.org/drawingml/2006/main">
            <a:r>
              <a:t>Beat 2.0 The map. Section 2. Time 2:00. Builds: 4 highlights, optional.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the deck tool can do the four highlight builds on this image. If it imports SVG, each region can be dimmed by adjusting opacity on its group.</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20</a:t>
            </a:r>
          </a:p>
          <a:p xmlns:a="http://schemas.openxmlformats.org/drawingml/2006/main">
            <a:r>
              <a:t>Beat 3.0 Transition. Section 3. Time 0:10.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Everything in the last twenty-five minutes was engineering. **Most of it is engineering you already do.**</a:t>
            </a:r>
          </a:p>
          <a:p xmlns:a="http://schemas.openxmlformats.org/drawingml/2006/main">
            <a:r>
              <a:t/>
            </a:r>
          </a:p>
          <a:p xmlns:a="http://schemas.openxmlformats.org/drawingml/2006/main">
            <a:r>
              <a:t>[0:10] Advance to slide 21.</a:t>
            </a:r>
          </a:p>
          <a:p xmlns:a="http://schemas.openxmlformats.org/drawingml/2006/main">
            <a:r>
              <a:t/>
            </a:r>
          </a:p>
          <a:p xmlns:a="http://schemas.openxmlformats.org/drawingml/2006/main">
            <a:r>
              <a:t>If running long, shorten the pause. Never cut the bridge into the skill mapping.</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Section 2 synthesis and the mapping on slide 21. Research §1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a:t>
            </a:r>
          </a:p>
          <a:p xmlns:a="http://schemas.openxmlformats.org/drawingml/2006/main">
            <a:r>
              <a:t>Beat 3.1 What transfers. Section 3. Time 1:05.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 The introductory bridge was spoken on slide 20.</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[0:40]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[0:56] **You are not starting over. You are adding a layer.**</a:t>
            </a:r>
          </a:p>
          <a:p xmlns:a="http://schemas.openxmlformats.org/drawingml/2006/main">
            <a:r>
              <a:t/>
            </a:r>
          </a:p>
          <a:p xmlns:a="http://schemas.openxmlformats.org/drawingml/2006/main">
            <a:r>
              <a:t>[1:05] Advance to slide 22.</a:t>
            </a:r>
          </a:p>
          <a:p xmlns:a="http://schemas.openxmlformats.org/drawingml/2006/main">
            <a:r>
              <a:t/>
            </a:r>
          </a:p>
          <a:p xmlns:a="http://schemas.openxmlformats.org/drawingml/2006/main">
            <a:r>
              <a:t>The track runs about 1:00.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23</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24.</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24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24</a:t>
            </a:r>
          </a:p>
          <a:p xmlns:a="http://schemas.openxmlformats.org/drawingml/2006/main">
            <a:r>
              <a:t>Beat 3.4 The roadmap. Section 3. Time 1:25, including story #3 at 0:30. Builds: 2.</a:t>
            </a:r>
          </a:p>
          <a:p xmlns:a="http://schemas.openxmlformats.org/drawingml/2006/main">
            <a:r>
              <a:t>Sublines are spoken. The adoption arc replaces the four roadmap rows.</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25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Sublines stay spoken under the design brief's body budget.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25</a:t>
            </a:r>
          </a:p>
          <a:p xmlns:a="http://schemas.openxmlformats.org/drawingml/2006/main">
            <a:r>
              <a:t>Beat 3.5 Resources and close, first half. Section 3. Time 0:08 of the beat's 0:30; slide 26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26.</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26</a:t>
            </a:r>
          </a:p>
          <a:p xmlns:a="http://schemas.openxmlformats.org/drawingml/2006/main">
            <a:r>
              <a:t>Beat 3.5 Resources and close, second half. Section 3. Time 0:22 of the beat's 0:30; slide 25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You can begin without training a model. Learn enough about model behavior, retrieval, evaluation, and uncertainty to investigate failures.</a:t>
            </a:r>
          </a:p>
          <a:p xmlns:a="http://schemas.openxmlformats.org/drawingml/2006/main">
            <a:r>
              <a:t>2. **Which framework should I learn?** Build or inspect a small loop whose state and tool calls you understand. Choose abstractions you can observe, test, and replace.</a:t>
            </a:r>
          </a:p>
          <a:p xmlns:a="http://schemas.openxmlformats.org/drawingml/2006/main">
            <a:r>
              <a:t>3. **How are evals different from tests, concretely?** Evals are tests that measure AI behavior across cases and repeated trials. Code checks, model graders, and human review can all contribute. Capability suites probe limits; regression suites should keep established cases passing. Inside and outside the loop are this talk's organizing model.</a:t>
            </a:r>
          </a:p>
          <a:p xmlns:a="http://schemas.openxmlformats.org/drawingml/2006/main">
            <a:r>
              <a:t>4. **Is prompt injection solved?** Investigate the specific attack path: untrusted content influencing actions, private data access, or external communication. Enforce access and action limits outside the model. Breaking an exfiltration path does not solve every security threat.</a:t>
            </a:r>
          </a:p>
          <a:p xmlns:a="http://schemas.openxmlformats.org/drawingml/2006/main">
            <a:r>
              <a:t>5. **Single agent or multi-agent?** Start with a simple call or workflow and measure whether more autonomy helps. Use task decomposition and observed gains to decide. Anthropic's historical 90.2% quality gain compared research systems; its roughly 15x token comparison was against chat, not the single-agent research baseline.</a:t>
            </a:r>
          </a:p>
          <a:p xmlns:a="http://schemas.openxmlformats.org/drawingml/2006/main">
            <a:r>
              <a:t>6. **What about cost at scale?** Measure cost per completed task at the required quality, including failures, judge overhead, and tail latency. Test caching and routing on your traffic, preserve useful stable prefixes, and enforce token and action budgets. Correctness and authorization take precedence over cache savings.</a:t>
            </a:r>
          </a:p>
          <a:p xmlns:a="http://schemas.openxmlformats.org/drawingml/2006/main">
            <a:r>
              <a:t>7. **Will better models absorb the harness and make this obsolete?** My judgment is that some mechanisms will simplify, but the future architecture is uncertain. The product still needs explicit permissions, integration, measurement, and accountable operation.</a:t>
            </a:r>
          </a:p>
          <a:p xmlns:a="http://schemas.openxmlformats.org/drawingml/2006/main">
            <a:r>
              <a:t>8. **How do I get hired as an AI engineer?** Demonstrate a small system, its failure cases, its evals, and improvements justified by evidence. Show that you can investigate failures and operate within clear limits. Hiring figures are optional backup context, not the evidence of your competence.</a:t>
            </a:r>
          </a:p>
          <a:p xmlns:a="http://schemas.openxmlformats.org/drawingml/2006/main">
            <a:r>
              <a:t>9. **How do I trust the judge?** Use direct checks where possible. Calibrate subjective graders against domain experts, review disagreements, and evaluate on separate data that was not used to tune the judge. Recheck calibration as tasks and models change.</a:t>
            </a:r>
          </a:p>
          <a:p xmlns:a="http://schemas.openxmlformats.org/drawingml/2006/main">
            <a:r>
              <a:t>10. **How much accuracy is enough to ship?** Set a requirement for the use case and failure severity. Measure under expected operating conditions, examine serious failure cases separately, and design human fallback and safe failure handling. There is no universal threshold.</a:t>
            </a:r>
          </a:p>
          <a:p xmlns:a="http://schemas.openxmlformats.org/drawingml/2006/main">
            <a:r>
              <a:t/>
            </a:r>
          </a:p>
          <a:p xmlns:a="http://schemas.openxmlformats.org/drawingml/2006/main">
            <a:r>
              <a:t>Optional hiring backup: Dice reported AI/ML postings up 101% year over year in August 2026 versus 18% for all tech postings. The publisher page was checked September 14. Dice also reported LinkedIn's #1 AI Engineer ranking; the ranking is secondary evidence. Research §1 in `research/section-3.md`.</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0be3a57a6349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a44da61e25842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e7210c4b1ea4e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AA200CDB-2D48-40A0-8DE7-09B345C2A4F2}"/>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94261888824fc3" /><Relationship Type="http://schemas.openxmlformats.org/officeDocument/2006/relationships/slideLayout" Target="/ppt/slideLayouts/slideLayout1.xml" Id="R978904359e434de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fc28a90dfc84a62" /><Relationship Type="http://schemas.openxmlformats.org/officeDocument/2006/relationships/slideLayout" Target="/ppt/slideLayouts/slideLayout2.xml" Id="R8fdd3783849e43d4" /><Relationship Type="http://schemas.openxmlformats.org/officeDocument/2006/relationships/slideLayout" Target="/ppt/slideLayouts/slideLayout3.xml" Id="R598999fa9222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8904359e434dee"/>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8fdd3783849e43d4"/>
    <p:sldLayoutId xmlns:r="http://schemas.openxmlformats.org/officeDocument/2006/relationships" id="2147483652" r:id="R598999fa922249e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64d73d444be47c1" /><Relationship Type="http://schemas.openxmlformats.org/officeDocument/2006/relationships/notesSlide" Target="/ppt/notesSlides/notesSlide1.xml" Id="Re378deae08e642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44eb2f50eb84aef" /><Relationship Type="http://schemas.openxmlformats.org/officeDocument/2006/relationships/image" Target="/ppt/media/image.png" Id="Rf912adc20d9d4434" /><Relationship Type="http://schemas.openxmlformats.org/officeDocument/2006/relationships/notesSlide" Target="/ppt/notesSlides/notesSlide2.xml" Id="Raf09d50528b446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1fff4a7c2ba474c" /><Relationship Type="http://schemas.openxmlformats.org/officeDocument/2006/relationships/notesSlide" Target="/ppt/notesSlides/notesSlide3.xml" Id="Rb1121cd705a847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beb0da9271d42cf" /><Relationship Type="http://schemas.openxmlformats.org/officeDocument/2006/relationships/notesSlide" Target="/ppt/notesSlides/notesSlide4.xml" Id="Rbe04564bf04c44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b2e7be5b0b043df" /><Relationship Type="http://schemas.openxmlformats.org/officeDocument/2006/relationships/notesSlide" Target="/ppt/notesSlides/notesSlide5.xml" Id="R56ed51ecfda649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7eb57a58e9541aa" /><Relationship Type="http://schemas.openxmlformats.org/officeDocument/2006/relationships/notesSlide" Target="/ppt/notesSlides/notesSlide6.xml" Id="Ra0a3af5a72144f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149172403eb47cc" /><Relationship Type="http://schemas.openxmlformats.org/officeDocument/2006/relationships/image" Target="/ppt/media/image2.png" Id="Re7193b98179543db" /><Relationship Type="http://schemas.openxmlformats.org/officeDocument/2006/relationships/image" Target="/ppt/media/image3.png" Id="R108b94cb2f004d3a" /><Relationship Type="http://schemas.openxmlformats.org/officeDocument/2006/relationships/image" Target="/ppt/media/image4.png" Id="R0e46e4183f2a440e" /><Relationship Type="http://schemas.openxmlformats.org/officeDocument/2006/relationships/image" Target="/ppt/media/image5.png" Id="R44725c12877349cf" /><Relationship Type="http://schemas.openxmlformats.org/officeDocument/2006/relationships/image" Target="/ppt/media/image6.png" Id="Rdbee300152ad40ff" /><Relationship Type="http://schemas.openxmlformats.org/officeDocument/2006/relationships/image" Target="/ppt/media/image7.png" Id="R003b53bb978f440b" /><Relationship Type="http://schemas.openxmlformats.org/officeDocument/2006/relationships/notesSlide" Target="/ppt/notesSlides/notesSlide7.xml" Id="R00c1385959c24a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98d06c2ead4426f" /><Relationship Type="http://schemas.openxmlformats.org/officeDocument/2006/relationships/notesSlide" Target="/ppt/notesSlides/notesSlide8.xml" Id="R7e083fdbac8849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8591469d01444d4" /><Relationship Type="http://schemas.openxmlformats.org/officeDocument/2006/relationships/image" Target="/ppt/media/image8.png" Id="R7e672b4755cd4216" /><Relationship Type="http://schemas.openxmlformats.org/officeDocument/2006/relationships/notesSlide" Target="/ppt/notesSlides/notesSlide9.xml" Id="R04943988a2624f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ecb1f7380cc4346" /><Relationship Type="http://schemas.openxmlformats.org/officeDocument/2006/relationships/image" Target="/ppt/media/image9.png" Id="R9e5188c3823d4353" /><Relationship Type="http://schemas.openxmlformats.org/officeDocument/2006/relationships/notesSlide" Target="/ppt/notesSlides/notesSlide10.xml" Id="Ra87f5896f2474a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c355ae294334d44" /><Relationship Type="http://schemas.openxmlformats.org/officeDocument/2006/relationships/notesSlide" Target="/ppt/notesSlides/notesSlide11.xml" Id="R0cf63a64b77044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985f1e5db214c0e" /><Relationship Type="http://schemas.openxmlformats.org/officeDocument/2006/relationships/image" Target="/ppt/media/image10.png" Id="R68737c603739452d" /><Relationship Type="http://schemas.openxmlformats.org/officeDocument/2006/relationships/notesSlide" Target="/ppt/notesSlides/notesSlide12.xml" Id="Rb5c0f6c554cd4b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8c427fbc88346a2" /><Relationship Type="http://schemas.openxmlformats.org/officeDocument/2006/relationships/image" Target="/ppt/media/image11.png" Id="Rd829b3aa24384f67" /><Relationship Type="http://schemas.openxmlformats.org/officeDocument/2006/relationships/notesSlide" Target="/ppt/notesSlides/notesSlide13.xml" Id="Re7d1ee2f22704c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8d00198f91f47d8" /><Relationship Type="http://schemas.openxmlformats.org/officeDocument/2006/relationships/notesSlide" Target="/ppt/notesSlides/notesSlide14.xml" Id="Rc99f31c32cbd4b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26fb85af0944bf7" /><Relationship Type="http://schemas.openxmlformats.org/officeDocument/2006/relationships/image" Target="/ppt/media/image12.png" Id="R147a74e88aa44f0c" /><Relationship Type="http://schemas.openxmlformats.org/officeDocument/2006/relationships/notesSlide" Target="/ppt/notesSlides/notesSlide15.xml" Id="R3f35ec73dcfc44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32bd6dc34824264" /><Relationship Type="http://schemas.openxmlformats.org/officeDocument/2006/relationships/image" Target="/ppt/media/image13.png" Id="R39026b5d755344f1" /><Relationship Type="http://schemas.openxmlformats.org/officeDocument/2006/relationships/notesSlide" Target="/ppt/notesSlides/notesSlide16.xml" Id="R53f485a53ed64e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e0ae3b18bd142d5" /><Relationship Type="http://schemas.openxmlformats.org/officeDocument/2006/relationships/notesSlide" Target="/ppt/notesSlides/notesSlide17.xml" Id="R47221880dd4d47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64629b316b94bd1" /><Relationship Type="http://schemas.openxmlformats.org/officeDocument/2006/relationships/image" Target="/ppt/media/image14.png" Id="R4560c2c7352349f8" /><Relationship Type="http://schemas.openxmlformats.org/officeDocument/2006/relationships/notesSlide" Target="/ppt/notesSlides/notesSlide18.xml" Id="R48016e64b46948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3716dcccc404bcb" /><Relationship Type="http://schemas.openxmlformats.org/officeDocument/2006/relationships/image" Target="/ppt/media/image15.png" Id="Rb19853292bf64cea" /><Relationship Type="http://schemas.openxmlformats.org/officeDocument/2006/relationships/notesSlide" Target="/ppt/notesSlides/notesSlide19.xml" Id="Re6545b81780b43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841826775c2e466b" /><Relationship Type="http://schemas.openxmlformats.org/officeDocument/2006/relationships/notesSlide" Target="/ppt/notesSlides/notesSlide20.xml" Id="R918a8663d95847c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93001655fb44ca0" /><Relationship Type="http://schemas.openxmlformats.org/officeDocument/2006/relationships/image" Target="/ppt/media/image16.png" Id="R0d394cdd64434158" /><Relationship Type="http://schemas.openxmlformats.org/officeDocument/2006/relationships/notesSlide" Target="/ppt/notesSlides/notesSlide21.xml" Id="Ra236943766a142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ce865953d6c43ce" /><Relationship Type="http://schemas.openxmlformats.org/officeDocument/2006/relationships/image" Target="/ppt/media/image17.png" Id="Rdf4f2f80f32d428a" /><Relationship Type="http://schemas.openxmlformats.org/officeDocument/2006/relationships/notesSlide" Target="/ppt/notesSlides/notesSlide22.xml" Id="R5af954e5022548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0b030c4a1e743f1" /><Relationship Type="http://schemas.openxmlformats.org/officeDocument/2006/relationships/notesSlide" Target="/ppt/notesSlides/notesSlide23.xml" Id="Rdf12929787f349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211866f8a77478b" /><Relationship Type="http://schemas.openxmlformats.org/officeDocument/2006/relationships/image" Target="/ppt/media/image18.png" Id="R28997e1e053e4530" /><Relationship Type="http://schemas.openxmlformats.org/officeDocument/2006/relationships/notesSlide" Target="/ppt/notesSlides/notesSlide24.xml" Id="Rebf9567cc36448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ffd898459684899" /><Relationship Type="http://schemas.openxmlformats.org/officeDocument/2006/relationships/image" Target="/ppt/media/image19.png" Id="Re3347ec1c3fe4ea3" /><Relationship Type="http://schemas.openxmlformats.org/officeDocument/2006/relationships/notesSlide" Target="/ppt/notesSlides/notesSlide25.xml" Id="Rb75d90d3c34f4f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2d53ba4c4e174fd0" /><Relationship Type="http://schemas.openxmlformats.org/officeDocument/2006/relationships/image" Target="/ppt/media/image20.png" Id="Rc391eb3620814d15" /><Relationship Type="http://schemas.openxmlformats.org/officeDocument/2006/relationships/notesSlide" Target="/ppt/notesSlides/notesSlide26.xml" Id="Rab5f9262f3264a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3d9fba2927b4e6f" /><Relationship Type="http://schemas.openxmlformats.org/officeDocument/2006/relationships/notesSlide" Target="/ppt/notesSlides/notesSlide27.xml" Id="R21cb79f6381845a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dc3eb5e2e21448f" /><Relationship Type="http://schemas.openxmlformats.org/officeDocument/2006/relationships/image" Target="/ppt/media/image21.png" Id="R704672287ca144a2" /><Relationship Type="http://schemas.openxmlformats.org/officeDocument/2006/relationships/notesSlide" Target="/ppt/notesSlides/notesSlide28.xml" Id="Rb409df009b3f4d4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74bef5eaf614b4e" /><Relationship Type="http://schemas.openxmlformats.org/officeDocument/2006/relationships/image" Target="/ppt/media/image22.png" Id="R2d53bccc608542e3" /><Relationship Type="http://schemas.openxmlformats.org/officeDocument/2006/relationships/notesSlide" Target="/ppt/notesSlides/notesSlide29.xml" Id="Rdfa64fa18217414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056c215f1b043ca" /><Relationship Type="http://schemas.openxmlformats.org/officeDocument/2006/relationships/image" Target="/ppt/media/image23.png" Id="Rf06986bcc9f04637" /><Relationship Type="http://schemas.openxmlformats.org/officeDocument/2006/relationships/notesSlide" Target="/ppt/notesSlides/notesSlide30.xml" Id="Rd07b47612a5d43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c8a1b0815514ead" /><Relationship Type="http://schemas.openxmlformats.org/officeDocument/2006/relationships/notesSlide" Target="/ppt/notesSlides/notesSlide31.xml" Id="R03a1f24b17fe43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225f21fd1c9c4092" /><Relationship Type="http://schemas.openxmlformats.org/officeDocument/2006/relationships/image" Target="/ppt/media/image24.png" Id="R9a1d8a591cd14fca" /><Relationship Type="http://schemas.openxmlformats.org/officeDocument/2006/relationships/notesSlide" Target="/ppt/notesSlides/notesSlide32.xml" Id="R16ba8eb6f13e41a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9ca99f0a2454a67" /><Relationship Type="http://schemas.openxmlformats.org/officeDocument/2006/relationships/notesSlide" Target="/ppt/notesSlides/notesSlide33.xml" Id="Rf6b8cf85295744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62973caa8ea84310" /><Relationship Type="http://schemas.openxmlformats.org/officeDocument/2006/relationships/notesSlide" Target="/ppt/notesSlides/notesSlide34.xml" Id="Rf3978f7b941b4b26"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 name="01-text-1">
            <a:extLst xmlns:a="http://schemas.openxmlformats.org/drawingml/2006/main">
              <a:ext uri="{FF2B5EF4-FFF2-40B4-BE49-F238E27FC236}">
                <a16:creationId xmlns:a16="http://schemas.microsoft.com/office/drawing/2014/main" id="{087BF522-AD76-4821-B6F2-7BD1DF8A242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86ECD28A-5CD4-4B8B-857A-6316D6C9F066}"/>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7567ED7-2D19-4B33-89C6-E7A090E88D0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01-text-4">
            <a:extLst xmlns:a="http://schemas.openxmlformats.org/drawingml/2006/main">
              <a:ext uri="{FF2B5EF4-FFF2-40B4-BE49-F238E27FC236}">
                <a16:creationId xmlns:a16="http://schemas.microsoft.com/office/drawing/2014/main" id="{3413AD8D-530C-4086-A943-49B4622720A3}"/>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 name="01-text-5">
            <a:extLst xmlns:a="http://schemas.openxmlformats.org/drawingml/2006/main">
              <a:ext uri="{FF2B5EF4-FFF2-40B4-BE49-F238E27FC236}">
                <a16:creationId xmlns:a16="http://schemas.microsoft.com/office/drawing/2014/main" id="{9AEFB7FE-14C9-4EE4-859A-49550D5B3A4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Tree>
    <p:extLst>
      <p:ext uri="{BB962C8B-B14F-4D97-AF65-F5344CB8AC3E}">
        <p14:creationId xmlns:p14="http://schemas.microsoft.com/office/powerpoint/2010/main" val="46115871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2-image-1"/>
          <p:cNvPicPr>
            <a:picLocks xmlns:a="http://schemas.openxmlformats.org/drawingml/2006/main" noChangeAspect="1"/>
          </p:cNvPicPr>
          <p:nvPr/>
        </p:nvPicPr>
        <p:blipFill>
          <a:blip xmlns:r="http://schemas.openxmlformats.org/officeDocument/2006/relationships" xmlns:a="http://schemas.openxmlformats.org/drawingml/2006/main" r:embed="Rf912adc20d9d443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2" name="02-text-2">
            <a:extLst xmlns:a="http://schemas.openxmlformats.org/drawingml/2006/main">
              <a:ext uri="{FF2B5EF4-FFF2-40B4-BE49-F238E27FC236}">
                <a16:creationId xmlns:a16="http://schemas.microsoft.com/office/drawing/2014/main" id="{C3E59509-217D-4AD2-A809-CC70BE9371D2}"/>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3" name="02-text-3">
            <a:extLst xmlns:a="http://schemas.openxmlformats.org/drawingml/2006/main">
              <a:ext uri="{FF2B5EF4-FFF2-40B4-BE49-F238E27FC236}">
                <a16:creationId xmlns:a16="http://schemas.microsoft.com/office/drawing/2014/main" id="{BC0A4A0B-3EF2-4E77-AF55-F31DD617FDD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4" name="02-text-4">
            <a:extLst xmlns:a="http://schemas.openxmlformats.org/drawingml/2006/main">
              <a:ext uri="{FF2B5EF4-FFF2-40B4-BE49-F238E27FC236}">
                <a16:creationId xmlns:a16="http://schemas.microsoft.com/office/drawing/2014/main" id="{DE777DB8-7A5E-47B8-86EC-C7EBC6DD8C75}"/>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5" name="02-text-5">
            <a:extLst xmlns:a="http://schemas.openxmlformats.org/drawingml/2006/main">
              <a:ext uri="{FF2B5EF4-FFF2-40B4-BE49-F238E27FC236}">
                <a16:creationId xmlns:a16="http://schemas.microsoft.com/office/drawing/2014/main" id="{0526FD7E-9DCF-405C-B7B4-783F3454629C}"/>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6" name="02-text-6">
            <a:extLst xmlns:a="http://schemas.openxmlformats.org/drawingml/2006/main">
              <a:ext uri="{FF2B5EF4-FFF2-40B4-BE49-F238E27FC236}">
                <a16:creationId xmlns:a16="http://schemas.microsoft.com/office/drawing/2014/main" id="{ADD47AB1-F96E-49DE-958B-4133FE07A31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Tree>
    <p:extLst>
      <p:ext uri="{BB962C8B-B14F-4D97-AF65-F5344CB8AC3E}">
        <p14:creationId xmlns:p14="http://schemas.microsoft.com/office/powerpoint/2010/main" val="163264096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3-text-1">
            <a:extLst xmlns:a="http://schemas.openxmlformats.org/drawingml/2006/main">
              <a:ext uri="{FF2B5EF4-FFF2-40B4-BE49-F238E27FC236}">
                <a16:creationId xmlns:a16="http://schemas.microsoft.com/office/drawing/2014/main" id="{0716A8A1-1D39-489D-BDCB-E21E61EA50D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03-text-2">
            <a:extLst xmlns:a="http://schemas.openxmlformats.org/drawingml/2006/main">
              <a:ext uri="{FF2B5EF4-FFF2-40B4-BE49-F238E27FC236}">
                <a16:creationId xmlns:a16="http://schemas.microsoft.com/office/drawing/2014/main" id="{FD30AB36-3B24-476B-AA1D-FA92B10D0F7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Tree>
    <p:extLst>
      <p:ext uri="{BB962C8B-B14F-4D97-AF65-F5344CB8AC3E}">
        <p14:creationId xmlns:p14="http://schemas.microsoft.com/office/powerpoint/2010/main" val="35285551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9"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 name="04-text-2">
            <a:extLst xmlns:a="http://schemas.openxmlformats.org/drawingml/2006/main">
              <a:ext uri="{FF2B5EF4-FFF2-40B4-BE49-F238E27FC236}">
                <a16:creationId xmlns:a16="http://schemas.microsoft.com/office/drawing/2014/main" id="{72623DFC-2EDE-4306-A513-373669E3C76A}"/>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 name="04-text-3">
            <a:extLst xmlns:a="http://schemas.openxmlformats.org/drawingml/2006/main">
              <a:ext uri="{FF2B5EF4-FFF2-40B4-BE49-F238E27FC236}">
                <a16:creationId xmlns:a16="http://schemas.microsoft.com/office/drawing/2014/main" id="{240DE912-A9C6-4512-BA82-883008730B0E}"/>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 name="04-text-4">
            <a:extLst xmlns:a="http://schemas.openxmlformats.org/drawingml/2006/main">
              <a:ext uri="{FF2B5EF4-FFF2-40B4-BE49-F238E27FC236}">
                <a16:creationId xmlns:a16="http://schemas.microsoft.com/office/drawing/2014/main" id="{1DC839E2-701B-4C5C-8199-CC80907B9067}"/>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 name="04-text-5">
            <a:extLst xmlns:a="http://schemas.openxmlformats.org/drawingml/2006/main">
              <a:ext uri="{FF2B5EF4-FFF2-40B4-BE49-F238E27FC236}">
                <a16:creationId xmlns:a16="http://schemas.microsoft.com/office/drawing/2014/main" id="{4BEC9E8E-A245-4291-9D8B-6D17F14C205C}"/>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6" name="04-text-6">
            <a:extLst xmlns:a="http://schemas.openxmlformats.org/drawingml/2006/main">
              <a:ext uri="{FF2B5EF4-FFF2-40B4-BE49-F238E27FC236}">
                <a16:creationId xmlns:a16="http://schemas.microsoft.com/office/drawing/2014/main" id="{A22068D0-683F-4088-863D-42794E497BE0}"/>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7" name="04-text-7">
            <a:extLst xmlns:a="http://schemas.openxmlformats.org/drawingml/2006/main">
              <a:ext uri="{FF2B5EF4-FFF2-40B4-BE49-F238E27FC236}">
                <a16:creationId xmlns:a16="http://schemas.microsoft.com/office/drawing/2014/main" id="{F27C15C0-0EB2-4C8F-B6CF-4D7AAC5065FD}"/>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8" name="04-text-8">
            <a:extLst xmlns:a="http://schemas.openxmlformats.org/drawingml/2006/main">
              <a:ext uri="{FF2B5EF4-FFF2-40B4-BE49-F238E27FC236}">
                <a16:creationId xmlns:a16="http://schemas.microsoft.com/office/drawing/2014/main" id="{BBF7E613-B100-43BA-A4C8-832005410153}"/>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Tree>
    <p:extLst>
      <p:ext uri="{BB962C8B-B14F-4D97-AF65-F5344CB8AC3E}">
        <p14:creationId xmlns:p14="http://schemas.microsoft.com/office/powerpoint/2010/main" val="10274899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05-text-1">
            <a:extLst xmlns:a="http://schemas.openxmlformats.org/drawingml/2006/main">
              <a:ext uri="{FF2B5EF4-FFF2-40B4-BE49-F238E27FC236}">
                <a16:creationId xmlns:a16="http://schemas.microsoft.com/office/drawing/2014/main" id="{B5FBED0D-C1DB-45FB-898C-61A305E797FE}"/>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 name="05-text-2">
            <a:extLst xmlns:a="http://schemas.openxmlformats.org/drawingml/2006/main">
              <a:ext uri="{FF2B5EF4-FFF2-40B4-BE49-F238E27FC236}">
                <a16:creationId xmlns:a16="http://schemas.microsoft.com/office/drawing/2014/main" id="{E840C703-B41C-435E-AEDE-A351E0443C32}"/>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 name="05-text-3">
            <a:extLst xmlns:a="http://schemas.openxmlformats.org/drawingml/2006/main">
              <a:ext uri="{FF2B5EF4-FFF2-40B4-BE49-F238E27FC236}">
                <a16:creationId xmlns:a16="http://schemas.microsoft.com/office/drawing/2014/main" id="{BD6786ED-F3C2-4750-92B5-571618396C4C}"/>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 name="05-text-4">
            <a:extLst xmlns:a="http://schemas.openxmlformats.org/drawingml/2006/main">
              <a:ext uri="{FF2B5EF4-FFF2-40B4-BE49-F238E27FC236}">
                <a16:creationId xmlns:a16="http://schemas.microsoft.com/office/drawing/2014/main" id="{6583C65D-D0C1-4F6E-8F1C-9AFF905FF03C}"/>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5" name="05-text-5">
            <a:extLst xmlns:a="http://schemas.openxmlformats.org/drawingml/2006/main">
              <a:ext uri="{FF2B5EF4-FFF2-40B4-BE49-F238E27FC236}">
                <a16:creationId xmlns:a16="http://schemas.microsoft.com/office/drawing/2014/main" id="{D558A8F8-F1B8-4FBF-8B3A-ACB17C2B4FF7}"/>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 name="05-text-6">
            <a:extLst xmlns:a="http://schemas.openxmlformats.org/drawingml/2006/main">
              <a:ext uri="{FF2B5EF4-FFF2-40B4-BE49-F238E27FC236}">
                <a16:creationId xmlns:a16="http://schemas.microsoft.com/office/drawing/2014/main" id="{E173C1BC-24D9-4300-9440-F19AA8EA1FE6}"/>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7" name="05-text-7">
            <a:extLst xmlns:a="http://schemas.openxmlformats.org/drawingml/2006/main">
              <a:ext uri="{FF2B5EF4-FFF2-40B4-BE49-F238E27FC236}">
                <a16:creationId xmlns:a16="http://schemas.microsoft.com/office/drawing/2014/main" id="{EF41F446-AD23-4FFB-A05D-6F9BDB7B9EA7}"/>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 name="05-text-8">
            <a:extLst xmlns:a="http://schemas.openxmlformats.org/drawingml/2006/main">
              <a:ext uri="{FF2B5EF4-FFF2-40B4-BE49-F238E27FC236}">
                <a16:creationId xmlns:a16="http://schemas.microsoft.com/office/drawing/2014/main" id="{9862EC85-A1B9-4F97-A229-459ADA02BA32}"/>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9" name="05-text-9">
            <a:extLst xmlns:a="http://schemas.openxmlformats.org/drawingml/2006/main">
              <a:ext uri="{FF2B5EF4-FFF2-40B4-BE49-F238E27FC236}">
                <a16:creationId xmlns:a16="http://schemas.microsoft.com/office/drawing/2014/main" id="{7037A52A-C12F-4E51-AF86-DB9DEC71162D}"/>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10" name="05-text-10">
            <a:extLst xmlns:a="http://schemas.openxmlformats.org/drawingml/2006/main">
              <a:ext uri="{FF2B5EF4-FFF2-40B4-BE49-F238E27FC236}">
                <a16:creationId xmlns:a16="http://schemas.microsoft.com/office/drawing/2014/main" id="{6DB063FB-0372-4E5B-92C4-A89CF3B88089}"/>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11" name="05-text-11">
            <a:extLst xmlns:a="http://schemas.openxmlformats.org/drawingml/2006/main">
              <a:ext uri="{FF2B5EF4-FFF2-40B4-BE49-F238E27FC236}">
                <a16:creationId xmlns:a16="http://schemas.microsoft.com/office/drawing/2014/main" id="{5F51B3DF-57CD-4447-9124-F7764B6D0500}"/>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12" name="05-text-12">
            <a:extLst xmlns:a="http://schemas.openxmlformats.org/drawingml/2006/main">
              <a:ext uri="{FF2B5EF4-FFF2-40B4-BE49-F238E27FC236}">
                <a16:creationId xmlns:a16="http://schemas.microsoft.com/office/drawing/2014/main" id="{16B0C7DD-F3DE-4591-A7D3-00566731BD5F}"/>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13" name="05-text-13">
            <a:extLst xmlns:a="http://schemas.openxmlformats.org/drawingml/2006/main">
              <a:ext uri="{FF2B5EF4-FFF2-40B4-BE49-F238E27FC236}">
                <a16:creationId xmlns:a16="http://schemas.microsoft.com/office/drawing/2014/main" id="{E63D2677-6075-40FB-9B88-43033946E6C5}"/>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14" name="05-text-14">
            <a:extLst xmlns:a="http://schemas.openxmlformats.org/drawingml/2006/main">
              <a:ext uri="{FF2B5EF4-FFF2-40B4-BE49-F238E27FC236}">
                <a16:creationId xmlns:a16="http://schemas.microsoft.com/office/drawing/2014/main" id="{D7519973-EDAC-43FA-A4BF-6A938EE742FC}"/>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15" name="05-text-15">
            <a:extLst xmlns:a="http://schemas.openxmlformats.org/drawingml/2006/main">
              <a:ext uri="{FF2B5EF4-FFF2-40B4-BE49-F238E27FC236}">
                <a16:creationId xmlns:a16="http://schemas.microsoft.com/office/drawing/2014/main" id="{B8D1A602-5D68-42E6-9238-38879783A12B}"/>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16" name="05-text-16">
            <a:extLst xmlns:a="http://schemas.openxmlformats.org/drawingml/2006/main">
              <a:ext uri="{FF2B5EF4-FFF2-40B4-BE49-F238E27FC236}">
                <a16:creationId xmlns:a16="http://schemas.microsoft.com/office/drawing/2014/main" id="{4A3A9137-45B6-4344-BB2A-EB656BB8AB1D}"/>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17" name="05-text-17">
            <a:extLst xmlns:a="http://schemas.openxmlformats.org/drawingml/2006/main">
              <a:ext uri="{FF2B5EF4-FFF2-40B4-BE49-F238E27FC236}">
                <a16:creationId xmlns:a16="http://schemas.microsoft.com/office/drawing/2014/main" id="{87E5B169-D156-47E6-AA68-89AE1776198D}"/>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18" name="05-text-18">
            <a:extLst xmlns:a="http://schemas.openxmlformats.org/drawingml/2006/main">
              <a:ext uri="{FF2B5EF4-FFF2-40B4-BE49-F238E27FC236}">
                <a16:creationId xmlns:a16="http://schemas.microsoft.com/office/drawing/2014/main" id="{35001EC1-64D5-4DB7-AAC5-5C4E41AE7D7E}"/>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Tree>
    <p:extLst>
      <p:ext uri="{BB962C8B-B14F-4D97-AF65-F5344CB8AC3E}">
        <p14:creationId xmlns:p14="http://schemas.microsoft.com/office/powerpoint/2010/main" val="146744575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56DDFDF4-0271-4D0D-8A31-39878761184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2" name="section-rule">
            <a:extLst xmlns:a="http://schemas.openxmlformats.org/drawingml/2006/main">
              <a:ext uri="{FF2B5EF4-FFF2-40B4-BE49-F238E27FC236}">
                <a16:creationId xmlns:a16="http://schemas.microsoft.com/office/drawing/2014/main" id="{B9B43F56-5B78-4374-B6D5-53384931752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259A91AF-7A95-4B13-8E82-83348C423D0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Tree>
    <p:extLst>
      <p:ext uri="{BB962C8B-B14F-4D97-AF65-F5344CB8AC3E}">
        <p14:creationId xmlns:p14="http://schemas.microsoft.com/office/powerpoint/2010/main" val="207149392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7-image-1"/>
          <p:cNvPicPr>
            <a:picLocks xmlns:a="http://schemas.openxmlformats.org/drawingml/2006/main" noChangeAspect="1"/>
          </p:cNvPicPr>
          <p:nvPr/>
        </p:nvPicPr>
        <p:blipFill>
          <a:blip xmlns:r="http://schemas.openxmlformats.org/officeDocument/2006/relationships" xmlns:a="http://schemas.openxmlformats.org/drawingml/2006/main" r:embed="Re7193b98179543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07-image-2"/>
          <p:cNvPicPr>
            <a:picLocks xmlns:a="http://schemas.openxmlformats.org/drawingml/2006/main" noChangeAspect="1"/>
          </p:cNvPicPr>
          <p:nvPr/>
        </p:nvPicPr>
        <p:blipFill>
          <a:blip xmlns:r="http://schemas.openxmlformats.org/officeDocument/2006/relationships" xmlns:a="http://schemas.openxmlformats.org/drawingml/2006/main" r:embed="R108b94cb2f004d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07-image-3"/>
          <p:cNvPicPr>
            <a:picLocks xmlns:a="http://schemas.openxmlformats.org/drawingml/2006/main" noChangeAspect="1"/>
          </p:cNvPicPr>
          <p:nvPr/>
        </p:nvPicPr>
        <p:blipFill>
          <a:blip xmlns:r="http://schemas.openxmlformats.org/officeDocument/2006/relationships" xmlns:a="http://schemas.openxmlformats.org/drawingml/2006/main" r:embed="R0e46e4183f2a44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07-image-4"/>
          <p:cNvPicPr>
            <a:picLocks xmlns:a="http://schemas.openxmlformats.org/drawingml/2006/main" noChangeAspect="1"/>
          </p:cNvPicPr>
          <p:nvPr/>
        </p:nvPicPr>
        <p:blipFill>
          <a:blip xmlns:r="http://schemas.openxmlformats.org/officeDocument/2006/relationships" xmlns:a="http://schemas.openxmlformats.org/drawingml/2006/main" r:embed="R44725c12877349c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1" name="07-image-5"/>
          <p:cNvPicPr>
            <a:picLocks xmlns:a="http://schemas.openxmlformats.org/drawingml/2006/main" noChangeAspect="1"/>
          </p:cNvPicPr>
          <p:nvPr/>
        </p:nvPicPr>
        <p:blipFill>
          <a:blip xmlns:r="http://schemas.openxmlformats.org/officeDocument/2006/relationships" xmlns:a="http://schemas.openxmlformats.org/drawingml/2006/main" r:embed="Rdbee300152ad40f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2" name="07-image-6"/>
          <p:cNvPicPr>
            <a:picLocks xmlns:a="http://schemas.openxmlformats.org/drawingml/2006/main" noChangeAspect="1"/>
          </p:cNvPicPr>
          <p:nvPr/>
        </p:nvPicPr>
        <p:blipFill>
          <a:blip xmlns:r="http://schemas.openxmlformats.org/officeDocument/2006/relationships" xmlns:a="http://schemas.openxmlformats.org/drawingml/2006/main" r:embed="R003b53bb978f44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744455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00" fill="hold"/>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fill="hold"/>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fill="hold"/>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1C656BC7-9FFE-4F9F-BA6A-8B8B9EA0C7F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A30C5967-FA99-4AB1-89C1-33233A7CD63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3" name="!!area-beat">
            <a:extLst xmlns:a="http://schemas.openxmlformats.org/drawingml/2006/main">
              <a:ext uri="{FF2B5EF4-FFF2-40B4-BE49-F238E27FC236}">
                <a16:creationId xmlns:a16="http://schemas.microsoft.com/office/drawing/2014/main" id="{12B9882C-7EF4-4220-B376-20E26BA39CC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EFB44C11-E26A-4509-B906-AB531489C63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Devin Desktop">
            <a:extLst xmlns:a="http://schemas.openxmlformats.org/drawingml/2006/main">
              <a:ext uri="{FF2B5EF4-FFF2-40B4-BE49-F238E27FC236}">
                <a16:creationId xmlns:a16="http://schemas.microsoft.com/office/drawing/2014/main" id="{C91CADE1-7A10-4A65-AFC4-F5185A7C7EAC}"/>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08-text-1">
            <a:extLst xmlns:a="http://schemas.openxmlformats.org/drawingml/2006/main">
              <a:ext uri="{FF2B5EF4-FFF2-40B4-BE49-F238E27FC236}">
                <a16:creationId xmlns:a16="http://schemas.microsoft.com/office/drawing/2014/main" id="{422AE1E1-8A67-4B11-96B9-1563BDCE17E0}"/>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08-text-2">
            <a:extLst xmlns:a="http://schemas.openxmlformats.org/drawingml/2006/main">
              <a:ext uri="{FF2B5EF4-FFF2-40B4-BE49-F238E27FC236}">
                <a16:creationId xmlns:a16="http://schemas.microsoft.com/office/drawing/2014/main" id="{3173833A-3CFF-45C7-B7F7-A18D8E51441F}"/>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8" name="!!screenshot-Codex CLI">
            <a:extLst xmlns:a="http://schemas.openxmlformats.org/drawingml/2006/main">
              <a:ext uri="{FF2B5EF4-FFF2-40B4-BE49-F238E27FC236}">
                <a16:creationId xmlns:a16="http://schemas.microsoft.com/office/drawing/2014/main" id="{CA1D6C18-3EA5-4C30-AF17-A8A5F0D118A4}"/>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08-text-3">
            <a:extLst xmlns:a="http://schemas.openxmlformats.org/drawingml/2006/main">
              <a:ext uri="{FF2B5EF4-FFF2-40B4-BE49-F238E27FC236}">
                <a16:creationId xmlns:a16="http://schemas.microsoft.com/office/drawing/2014/main" id="{B17801A3-0F6C-46D1-830F-7F292F728D60}"/>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08-text-4">
            <a:extLst xmlns:a="http://schemas.openxmlformats.org/drawingml/2006/main">
              <a:ext uri="{FF2B5EF4-FFF2-40B4-BE49-F238E27FC236}">
                <a16:creationId xmlns:a16="http://schemas.microsoft.com/office/drawing/2014/main" id="{CCB68BD5-7E52-411F-87C8-2DCD5A259928}"/>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11" name="08-text-5">
            <a:extLst xmlns:a="http://schemas.openxmlformats.org/drawingml/2006/main">
              <a:ext uri="{FF2B5EF4-FFF2-40B4-BE49-F238E27FC236}">
                <a16:creationId xmlns:a16="http://schemas.microsoft.com/office/drawing/2014/main" id="{6C39E825-DFC5-495A-95BE-6D60A1711B48}"/>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12" name="08-text-6">
            <a:extLst xmlns:a="http://schemas.openxmlformats.org/drawingml/2006/main">
              <a:ext uri="{FF2B5EF4-FFF2-40B4-BE49-F238E27FC236}">
                <a16:creationId xmlns:a16="http://schemas.microsoft.com/office/drawing/2014/main" id="{01E37DBB-D462-4209-8405-2B91C7B11010}"/>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Tree>
    <p:extLst>
      <p:ext uri="{BB962C8B-B14F-4D97-AF65-F5344CB8AC3E}">
        <p14:creationId xmlns:p14="http://schemas.microsoft.com/office/powerpoint/2010/main" val="180954479"/>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area-name">
            <a:extLst xmlns:a="http://schemas.openxmlformats.org/drawingml/2006/main">
              <a:ext uri="{FF2B5EF4-FFF2-40B4-BE49-F238E27FC236}">
                <a16:creationId xmlns:a16="http://schemas.microsoft.com/office/drawing/2014/main" id="{B0EA017B-D3AA-4226-9419-34A2EEA014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18" name="mini-map"/>
          <p:cNvPicPr>
            <a:picLocks xmlns:a="http://schemas.openxmlformats.org/drawingml/2006/main" noChangeAspect="1"/>
          </p:cNvPicPr>
          <p:nvPr/>
        </p:nvPicPr>
        <p:blipFill>
          <a:blip xmlns:r="http://schemas.openxmlformats.org/officeDocument/2006/relationships" xmlns:a="http://schemas.openxmlformats.org/drawingml/2006/main" r:embed="R7e672b4755cd42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082F24A2-6235-492C-BB38-DE0F1CF67C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Devin Desktop">
            <a:extLst xmlns:a="http://schemas.openxmlformats.org/drawingml/2006/main">
              <a:ext uri="{FF2B5EF4-FFF2-40B4-BE49-F238E27FC236}">
                <a16:creationId xmlns:a16="http://schemas.microsoft.com/office/drawing/2014/main" id="{81A5FD32-3876-4233-9CD1-B3C6214D07E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08b-text-1">
            <a:extLst xmlns:a="http://schemas.openxmlformats.org/drawingml/2006/main">
              <a:ext uri="{FF2B5EF4-FFF2-40B4-BE49-F238E27FC236}">
                <a16:creationId xmlns:a16="http://schemas.microsoft.com/office/drawing/2014/main" id="{2447E8FD-CBC3-470B-9B10-69AC3D4CA59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08b-text-2">
            <a:extLst xmlns:a="http://schemas.openxmlformats.org/drawingml/2006/main">
              <a:ext uri="{FF2B5EF4-FFF2-40B4-BE49-F238E27FC236}">
                <a16:creationId xmlns:a16="http://schemas.microsoft.com/office/drawing/2014/main" id="{5695ED6A-ED9F-45F5-9F1D-7C238D61308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7" name="!!screenshot-Codex CLI">
            <a:extLst xmlns:a="http://schemas.openxmlformats.org/drawingml/2006/main">
              <a:ext uri="{FF2B5EF4-FFF2-40B4-BE49-F238E27FC236}">
                <a16:creationId xmlns:a16="http://schemas.microsoft.com/office/drawing/2014/main" id="{8A8CCD37-7342-45B5-BB87-8982784A08A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08b-text-3">
            <a:extLst xmlns:a="http://schemas.openxmlformats.org/drawingml/2006/main">
              <a:ext uri="{FF2B5EF4-FFF2-40B4-BE49-F238E27FC236}">
                <a16:creationId xmlns:a16="http://schemas.microsoft.com/office/drawing/2014/main" id="{55A6AAFC-2737-4F81-8793-AC823E2554A7}"/>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08b-text-4">
            <a:extLst xmlns:a="http://schemas.openxmlformats.org/drawingml/2006/main">
              <a:ext uri="{FF2B5EF4-FFF2-40B4-BE49-F238E27FC236}">
                <a16:creationId xmlns:a16="http://schemas.microsoft.com/office/drawing/2014/main" id="{4A85EE26-E4EC-4857-AC72-2F61185C0F4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10" name="08b-text-5">
            <a:extLst xmlns:a="http://schemas.openxmlformats.org/drawingml/2006/main">
              <a:ext uri="{FF2B5EF4-FFF2-40B4-BE49-F238E27FC236}">
                <a16:creationId xmlns:a16="http://schemas.microsoft.com/office/drawing/2014/main" id="{6CA95151-E2F9-4115-9570-42AA4AFB9D27}"/>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11" name="08b-text-6">
            <a:extLst xmlns:a="http://schemas.openxmlformats.org/drawingml/2006/main">
              <a:ext uri="{FF2B5EF4-FFF2-40B4-BE49-F238E27FC236}">
                <a16:creationId xmlns:a16="http://schemas.microsoft.com/office/drawing/2014/main" id="{A7DB0754-098B-4E65-B3EE-24CDE3836FDC}"/>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12" name="08b-text-7">
            <a:extLst xmlns:a="http://schemas.openxmlformats.org/drawingml/2006/main">
              <a:ext uri="{FF2B5EF4-FFF2-40B4-BE49-F238E27FC236}">
                <a16:creationId xmlns:a16="http://schemas.microsoft.com/office/drawing/2014/main" id="{39932116-042F-49E6-8CEC-9464D85AE93E}"/>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13" name="08b-text-8">
            <a:extLst xmlns:a="http://schemas.openxmlformats.org/drawingml/2006/main">
              <a:ext uri="{FF2B5EF4-FFF2-40B4-BE49-F238E27FC236}">
                <a16:creationId xmlns:a16="http://schemas.microsoft.com/office/drawing/2014/main" id="{8E7D078E-D83A-4C1F-9683-50BB35B42263}"/>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14" name="08b-text-9">
            <a:extLst xmlns:a="http://schemas.openxmlformats.org/drawingml/2006/main">
              <a:ext uri="{FF2B5EF4-FFF2-40B4-BE49-F238E27FC236}">
                <a16:creationId xmlns:a16="http://schemas.microsoft.com/office/drawing/2014/main" id="{82D23C56-24EC-4694-90C5-788064C4079B}"/>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15" name="08b-text-10">
            <a:extLst xmlns:a="http://schemas.openxmlformats.org/drawingml/2006/main">
              <a:ext uri="{FF2B5EF4-FFF2-40B4-BE49-F238E27FC236}">
                <a16:creationId xmlns:a16="http://schemas.microsoft.com/office/drawing/2014/main" id="{32301167-7478-4317-99F8-30013AE621AF}"/>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16" name="08b-text-11">
            <a:extLst xmlns:a="http://schemas.openxmlformats.org/drawingml/2006/main">
              <a:ext uri="{FF2B5EF4-FFF2-40B4-BE49-F238E27FC236}">
                <a16:creationId xmlns:a16="http://schemas.microsoft.com/office/drawing/2014/main" id="{50FBF836-1EFC-4431-83CF-6766FDBA9CDC}"/>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Tree>
    <p:extLst>
      <p:ext uri="{BB962C8B-B14F-4D97-AF65-F5344CB8AC3E}">
        <p14:creationId xmlns:p14="http://schemas.microsoft.com/office/powerpoint/2010/main" val="117718658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 name="!!area-name">
            <a:extLst xmlns:a="http://schemas.openxmlformats.org/drawingml/2006/main">
              <a:ext uri="{FF2B5EF4-FFF2-40B4-BE49-F238E27FC236}">
                <a16:creationId xmlns:a16="http://schemas.microsoft.com/office/drawing/2014/main" id="{EB4AB5E9-D8A3-4769-9688-0F207B0A155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41" name="mini-map"/>
          <p:cNvPicPr>
            <a:picLocks xmlns:a="http://schemas.openxmlformats.org/drawingml/2006/main" noChangeAspect="1"/>
          </p:cNvPicPr>
          <p:nvPr/>
        </p:nvPicPr>
        <p:blipFill>
          <a:blip xmlns:r="http://schemas.openxmlformats.org/officeDocument/2006/relationships" xmlns:a="http://schemas.openxmlformats.org/drawingml/2006/main" r:embed="R9e5188c3823d43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85E9458B-FB76-4F03-A876-2B1CDD3F4B5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4" name="header-divider">
            <a:extLst xmlns:a="http://schemas.openxmlformats.org/drawingml/2006/main">
              <a:ext uri="{FF2B5EF4-FFF2-40B4-BE49-F238E27FC236}">
                <a16:creationId xmlns:a16="http://schemas.microsoft.com/office/drawing/2014/main" id="{7436E43D-EC9F-47E2-92F0-11D4EA376C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09-text-1">
            <a:extLst xmlns:a="http://schemas.openxmlformats.org/drawingml/2006/main">
              <a:ext uri="{FF2B5EF4-FFF2-40B4-BE49-F238E27FC236}">
                <a16:creationId xmlns:a16="http://schemas.microsoft.com/office/drawing/2014/main" id="{1A3D3F9D-C584-428F-AA42-D65D74D1FDDF}"/>
              </a:ext>
            </a:extLst>
          </p:cNvPr>
          <p:cNvSpPr>
            <a:spLocks xmlns:a="http://schemas.openxmlformats.org/drawingml/2006/main"/>
          </p:cNvSpPr>
          <p:nvPr/>
        </p:nvSpPr>
        <p:spPr>
          <a:xfrm xmlns:a="http://schemas.openxmlformats.org/drawingml/2006/main">
            <a:off x="609600" y="2489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6" name="09-shape-2">
            <a:extLst xmlns:a="http://schemas.openxmlformats.org/drawingml/2006/main">
              <a:ext uri="{FF2B5EF4-FFF2-40B4-BE49-F238E27FC236}">
                <a16:creationId xmlns:a16="http://schemas.microsoft.com/office/drawing/2014/main" id="{C483657F-B3F2-4082-B77F-38C689D6A6B9}"/>
              </a:ext>
            </a:extLst>
          </p:cNvPr>
          <p:cNvSpPr>
            <a:spLocks xmlns:a="http://schemas.openxmlformats.org/drawingml/2006/main"/>
          </p:cNvSpPr>
          <p:nvPr/>
        </p:nvSpPr>
        <p:spPr>
          <a:xfrm xmlns:a="http://schemas.openxmlformats.org/drawingml/2006/main">
            <a:off x="2489200" y="24384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09-text-3">
            <a:extLst xmlns:a="http://schemas.openxmlformats.org/drawingml/2006/main">
              <a:ext uri="{FF2B5EF4-FFF2-40B4-BE49-F238E27FC236}">
                <a16:creationId xmlns:a16="http://schemas.microsoft.com/office/drawing/2014/main" id="{D37DA6C1-7914-47AC-9E40-F7AE27C44BDE}"/>
              </a:ext>
            </a:extLst>
          </p:cNvPr>
          <p:cNvSpPr>
            <a:spLocks xmlns:a="http://schemas.openxmlformats.org/drawingml/2006/main"/>
          </p:cNvSpPr>
          <p:nvPr/>
        </p:nvSpPr>
        <p:spPr>
          <a:xfrm xmlns:a="http://schemas.openxmlformats.org/drawingml/2006/main">
            <a:off x="2641600" y="24765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8" name="09-shape-4">
            <a:extLst xmlns:a="http://schemas.openxmlformats.org/drawingml/2006/main">
              <a:ext uri="{FF2B5EF4-FFF2-40B4-BE49-F238E27FC236}">
                <a16:creationId xmlns:a16="http://schemas.microsoft.com/office/drawing/2014/main" id="{6BD92092-C27C-4F2E-B6CE-0E3DC3CDE360}"/>
              </a:ext>
            </a:extLst>
          </p:cNvPr>
          <p:cNvSpPr>
            <a:spLocks xmlns:a="http://schemas.openxmlformats.org/drawingml/2006/main"/>
          </p:cNvSpPr>
          <p:nvPr/>
        </p:nvSpPr>
        <p:spPr>
          <a:xfrm xmlns:a="http://schemas.openxmlformats.org/drawingml/2006/main">
            <a:off x="5600700" y="24384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09-text-5">
            <a:extLst xmlns:a="http://schemas.openxmlformats.org/drawingml/2006/main">
              <a:ext uri="{FF2B5EF4-FFF2-40B4-BE49-F238E27FC236}">
                <a16:creationId xmlns:a16="http://schemas.microsoft.com/office/drawing/2014/main" id="{673E46B3-7AAE-4EBA-9DDE-DDE71A6DCB52}"/>
              </a:ext>
            </a:extLst>
          </p:cNvPr>
          <p:cNvSpPr>
            <a:spLocks xmlns:a="http://schemas.openxmlformats.org/drawingml/2006/main"/>
          </p:cNvSpPr>
          <p:nvPr/>
        </p:nvSpPr>
        <p:spPr>
          <a:xfrm xmlns:a="http://schemas.openxmlformats.org/drawingml/2006/main">
            <a:off x="5753100" y="24765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10" name="09-shape-6">
            <a:extLst xmlns:a="http://schemas.openxmlformats.org/drawingml/2006/main">
              <a:ext uri="{FF2B5EF4-FFF2-40B4-BE49-F238E27FC236}">
                <a16:creationId xmlns:a16="http://schemas.microsoft.com/office/drawing/2014/main" id="{3FBF0AE1-1D64-4A2C-94C9-6144EA493FA3}"/>
              </a:ext>
            </a:extLst>
          </p:cNvPr>
          <p:cNvSpPr>
            <a:spLocks xmlns:a="http://schemas.openxmlformats.org/drawingml/2006/main"/>
          </p:cNvSpPr>
          <p:nvPr/>
        </p:nvSpPr>
        <p:spPr>
          <a:xfrm xmlns:a="http://schemas.openxmlformats.org/drawingml/2006/main">
            <a:off x="8750300" y="24384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09-text-7">
            <a:extLst xmlns:a="http://schemas.openxmlformats.org/drawingml/2006/main">
              <a:ext uri="{FF2B5EF4-FFF2-40B4-BE49-F238E27FC236}">
                <a16:creationId xmlns:a16="http://schemas.microsoft.com/office/drawing/2014/main" id="{6AC8C104-7CAC-437F-9170-B8758F976A9C}"/>
              </a:ext>
            </a:extLst>
          </p:cNvPr>
          <p:cNvSpPr>
            <a:spLocks xmlns:a="http://schemas.openxmlformats.org/drawingml/2006/main"/>
          </p:cNvSpPr>
          <p:nvPr/>
        </p:nvSpPr>
        <p:spPr>
          <a:xfrm xmlns:a="http://schemas.openxmlformats.org/drawingml/2006/main">
            <a:off x="8902700" y="24765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2" name="09-shape-8">
            <a:extLst xmlns:a="http://schemas.openxmlformats.org/drawingml/2006/main">
              <a:ext uri="{FF2B5EF4-FFF2-40B4-BE49-F238E27FC236}">
                <a16:creationId xmlns:a16="http://schemas.microsoft.com/office/drawing/2014/main" id="{3E37F1A1-2284-4F38-862B-267AF73A7E9D}"/>
              </a:ext>
            </a:extLst>
          </p:cNvPr>
          <p:cNvSpPr>
            <a:spLocks xmlns:a="http://schemas.openxmlformats.org/drawingml/2006/main"/>
          </p:cNvSpPr>
          <p:nvPr/>
        </p:nvSpPr>
        <p:spPr>
          <a:xfrm xmlns:a="http://schemas.openxmlformats.org/drawingml/2006/main">
            <a:off x="2489200" y="29591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09-text-9">
            <a:extLst xmlns:a="http://schemas.openxmlformats.org/drawingml/2006/main">
              <a:ext uri="{FF2B5EF4-FFF2-40B4-BE49-F238E27FC236}">
                <a16:creationId xmlns:a16="http://schemas.microsoft.com/office/drawing/2014/main" id="{F00885F8-98E4-423E-B800-C2A45C3FCF02}"/>
              </a:ext>
            </a:extLst>
          </p:cNvPr>
          <p:cNvSpPr>
            <a:spLocks xmlns:a="http://schemas.openxmlformats.org/drawingml/2006/main"/>
          </p:cNvSpPr>
          <p:nvPr/>
        </p:nvSpPr>
        <p:spPr>
          <a:xfrm xmlns:a="http://schemas.openxmlformats.org/drawingml/2006/main">
            <a:off x="2641600" y="29972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4" name="09-shape-10">
            <a:extLst xmlns:a="http://schemas.openxmlformats.org/drawingml/2006/main">
              <a:ext uri="{FF2B5EF4-FFF2-40B4-BE49-F238E27FC236}">
                <a16:creationId xmlns:a16="http://schemas.microsoft.com/office/drawing/2014/main" id="{C7C797C3-827A-4E09-B2EB-CA551D5653FB}"/>
              </a:ext>
            </a:extLst>
          </p:cNvPr>
          <p:cNvSpPr>
            <a:spLocks xmlns:a="http://schemas.openxmlformats.org/drawingml/2006/main"/>
          </p:cNvSpPr>
          <p:nvPr/>
        </p:nvSpPr>
        <p:spPr>
          <a:xfrm xmlns:a="http://schemas.openxmlformats.org/drawingml/2006/main">
            <a:off x="4699000" y="29591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09-text-11">
            <a:extLst xmlns:a="http://schemas.openxmlformats.org/drawingml/2006/main">
              <a:ext uri="{FF2B5EF4-FFF2-40B4-BE49-F238E27FC236}">
                <a16:creationId xmlns:a16="http://schemas.microsoft.com/office/drawing/2014/main" id="{6DFA0CF9-201F-479C-B5E8-77DFDCA753A4}"/>
              </a:ext>
            </a:extLst>
          </p:cNvPr>
          <p:cNvSpPr>
            <a:spLocks xmlns:a="http://schemas.openxmlformats.org/drawingml/2006/main"/>
          </p:cNvSpPr>
          <p:nvPr/>
        </p:nvSpPr>
        <p:spPr>
          <a:xfrm xmlns:a="http://schemas.openxmlformats.org/drawingml/2006/main">
            <a:off x="4851400" y="29972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6" name="09-shape-12">
            <a:extLst xmlns:a="http://schemas.openxmlformats.org/drawingml/2006/main">
              <a:ext uri="{FF2B5EF4-FFF2-40B4-BE49-F238E27FC236}">
                <a16:creationId xmlns:a16="http://schemas.microsoft.com/office/drawing/2014/main" id="{B08EAAA9-609E-496B-8DC8-0F68A95A7867}"/>
              </a:ext>
            </a:extLst>
          </p:cNvPr>
          <p:cNvSpPr>
            <a:spLocks xmlns:a="http://schemas.openxmlformats.org/drawingml/2006/main"/>
          </p:cNvSpPr>
          <p:nvPr/>
        </p:nvSpPr>
        <p:spPr>
          <a:xfrm xmlns:a="http://schemas.openxmlformats.org/drawingml/2006/main">
            <a:off x="7124700" y="29591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7" name="09-text-13">
            <a:extLst xmlns:a="http://schemas.openxmlformats.org/drawingml/2006/main">
              <a:ext uri="{FF2B5EF4-FFF2-40B4-BE49-F238E27FC236}">
                <a16:creationId xmlns:a16="http://schemas.microsoft.com/office/drawing/2014/main" id="{290A4C59-A4B1-44D1-A3E6-59BD70E2197C}"/>
              </a:ext>
            </a:extLst>
          </p:cNvPr>
          <p:cNvSpPr>
            <a:spLocks xmlns:a="http://schemas.openxmlformats.org/drawingml/2006/main"/>
          </p:cNvSpPr>
          <p:nvPr/>
        </p:nvSpPr>
        <p:spPr>
          <a:xfrm xmlns:a="http://schemas.openxmlformats.org/drawingml/2006/main">
            <a:off x="7277100" y="29972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8" name="09-text-14">
            <a:extLst xmlns:a="http://schemas.openxmlformats.org/drawingml/2006/main">
              <a:ext uri="{FF2B5EF4-FFF2-40B4-BE49-F238E27FC236}">
                <a16:creationId xmlns:a16="http://schemas.microsoft.com/office/drawing/2014/main" id="{36ECC362-AAB5-4D19-BAA4-257E72307506}"/>
              </a:ext>
            </a:extLst>
          </p:cNvPr>
          <p:cNvSpPr>
            <a:spLocks xmlns:a="http://schemas.openxmlformats.org/drawingml/2006/main"/>
          </p:cNvSpPr>
          <p:nvPr/>
        </p:nvSpPr>
        <p:spPr>
          <a:xfrm xmlns:a="http://schemas.openxmlformats.org/drawingml/2006/main">
            <a:off x="609600" y="3810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9" name="09-text-15">
            <a:extLst xmlns:a="http://schemas.openxmlformats.org/drawingml/2006/main">
              <a:ext uri="{FF2B5EF4-FFF2-40B4-BE49-F238E27FC236}">
                <a16:creationId xmlns:a16="http://schemas.microsoft.com/office/drawing/2014/main" id="{70ED7869-69EB-4A72-8198-73FFC1A63321}"/>
              </a:ext>
            </a:extLst>
          </p:cNvPr>
          <p:cNvSpPr>
            <a:spLocks xmlns:a="http://schemas.openxmlformats.org/drawingml/2006/main"/>
          </p:cNvSpPr>
          <p:nvPr/>
        </p:nvSpPr>
        <p:spPr>
          <a:xfrm xmlns:a="http://schemas.openxmlformats.org/drawingml/2006/main">
            <a:off x="2489200" y="3759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20" name="09-text-16">
            <a:extLst xmlns:a="http://schemas.openxmlformats.org/drawingml/2006/main">
              <a:ext uri="{FF2B5EF4-FFF2-40B4-BE49-F238E27FC236}">
                <a16:creationId xmlns:a16="http://schemas.microsoft.com/office/drawing/2014/main" id="{A5D381B3-E3C4-4D9D-ACBF-22A544B64F5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21" name="09-shape-17">
            <a:extLst xmlns:a="http://schemas.openxmlformats.org/drawingml/2006/main">
              <a:ext uri="{FF2B5EF4-FFF2-40B4-BE49-F238E27FC236}">
                <a16:creationId xmlns:a16="http://schemas.microsoft.com/office/drawing/2014/main" id="{73BC1175-1CD2-4D1B-B630-86D9EC66447F}"/>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2" name="09-text-18">
            <a:extLst xmlns:a="http://schemas.openxmlformats.org/drawingml/2006/main">
              <a:ext uri="{FF2B5EF4-FFF2-40B4-BE49-F238E27FC236}">
                <a16:creationId xmlns:a16="http://schemas.microsoft.com/office/drawing/2014/main" id="{A570B455-DECA-4D69-BCC9-D093BF869DE3}"/>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23" name="09-text-19">
            <a:extLst xmlns:a="http://schemas.openxmlformats.org/drawingml/2006/main">
              <a:ext uri="{FF2B5EF4-FFF2-40B4-BE49-F238E27FC236}">
                <a16:creationId xmlns:a16="http://schemas.microsoft.com/office/drawing/2014/main" id="{46F182CE-1B3B-403E-AB88-CF5B1D0D327C}"/>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24" name="09-shape-20">
            <a:extLst xmlns:a="http://schemas.openxmlformats.org/drawingml/2006/main">
              <a:ext uri="{FF2B5EF4-FFF2-40B4-BE49-F238E27FC236}">
                <a16:creationId xmlns:a16="http://schemas.microsoft.com/office/drawing/2014/main" id="{5F71CC47-7EF9-411F-98BC-4B78FD301AD2}"/>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5" name="09-text-21">
            <a:extLst xmlns:a="http://schemas.openxmlformats.org/drawingml/2006/main">
              <a:ext uri="{FF2B5EF4-FFF2-40B4-BE49-F238E27FC236}">
                <a16:creationId xmlns:a16="http://schemas.microsoft.com/office/drawing/2014/main" id="{0F0C32B4-CF14-4D51-A0BC-E3B343AD7346}"/>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26" name="09-text-22">
            <a:extLst xmlns:a="http://schemas.openxmlformats.org/drawingml/2006/main">
              <a:ext uri="{FF2B5EF4-FFF2-40B4-BE49-F238E27FC236}">
                <a16:creationId xmlns:a16="http://schemas.microsoft.com/office/drawing/2014/main" id="{726C9485-D3A5-4E34-8F38-B75CDCD5DACF}"/>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27" name="09-text-23">
            <a:extLst xmlns:a="http://schemas.openxmlformats.org/drawingml/2006/main">
              <a:ext uri="{FF2B5EF4-FFF2-40B4-BE49-F238E27FC236}">
                <a16:creationId xmlns:a16="http://schemas.microsoft.com/office/drawing/2014/main" id="{92C558DF-3521-46AD-B2E0-B133FF1CE078}"/>
              </a:ext>
            </a:extLst>
          </p:cNvPr>
          <p:cNvSpPr>
            <a:spLocks xmlns:a="http://schemas.openxmlformats.org/drawingml/2006/main"/>
          </p:cNvSpPr>
          <p:nvPr/>
        </p:nvSpPr>
        <p:spPr>
          <a:xfrm xmlns:a="http://schemas.openxmlformats.org/drawingml/2006/main">
            <a:off x="609600" y="4445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28" name="09-text-24">
            <a:extLst xmlns:a="http://schemas.openxmlformats.org/drawingml/2006/main">
              <a:ext uri="{FF2B5EF4-FFF2-40B4-BE49-F238E27FC236}">
                <a16:creationId xmlns:a16="http://schemas.microsoft.com/office/drawing/2014/main" id="{EDC614CE-7929-4ED3-9C61-049B6FB13BC5}"/>
              </a:ext>
            </a:extLst>
          </p:cNvPr>
          <p:cNvSpPr>
            <a:spLocks xmlns:a="http://schemas.openxmlformats.org/drawingml/2006/main"/>
          </p:cNvSpPr>
          <p:nvPr/>
        </p:nvSpPr>
        <p:spPr>
          <a:xfrm xmlns:a="http://schemas.openxmlformats.org/drawingml/2006/main">
            <a:off x="609600" y="520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29" name="09-text-25">
            <a:extLst xmlns:a="http://schemas.openxmlformats.org/drawingml/2006/main">
              <a:ext uri="{FF2B5EF4-FFF2-40B4-BE49-F238E27FC236}">
                <a16:creationId xmlns:a16="http://schemas.microsoft.com/office/drawing/2014/main" id="{6537DB01-3AE9-4FE3-9AED-4D6881124D04}"/>
              </a:ext>
            </a:extLst>
          </p:cNvPr>
          <p:cNvSpPr>
            <a:spLocks xmlns:a="http://schemas.openxmlformats.org/drawingml/2006/main"/>
          </p:cNvSpPr>
          <p:nvPr/>
        </p:nvSpPr>
        <p:spPr>
          <a:xfrm xmlns:a="http://schemas.openxmlformats.org/drawingml/2006/main">
            <a:off x="609600" y="5943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Chen, Zaharia, Zou, revised 2023 paper. Task-specific, not overall model quality.</a:t>
            </a:r>
          </a:p>
        </p:txBody>
      </p:sp>
      <p:sp>
        <p:nvSpPr>
          <p:cNvPr id="30" name="09-text-26">
            <a:extLst xmlns:a="http://schemas.openxmlformats.org/drawingml/2006/main">
              <a:ext uri="{FF2B5EF4-FFF2-40B4-BE49-F238E27FC236}">
                <a16:creationId xmlns:a16="http://schemas.microsoft.com/office/drawing/2014/main" id="{0A430824-8012-4DA3-B2F6-9D458E7683ED}"/>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31" name="09-text-27">
            <a:extLst xmlns:a="http://schemas.openxmlformats.org/drawingml/2006/main">
              <a:ext uri="{FF2B5EF4-FFF2-40B4-BE49-F238E27FC236}">
                <a16:creationId xmlns:a16="http://schemas.microsoft.com/office/drawing/2014/main" id="{117B77FC-7B01-4155-89B0-22A28F7FFB0B}"/>
              </a:ext>
            </a:extLst>
          </p:cNvPr>
          <p:cNvSpPr>
            <a:spLocks xmlns:a="http://schemas.openxmlformats.org/drawingml/2006/main"/>
          </p:cNvSpPr>
          <p:nvPr/>
        </p:nvSpPr>
        <p:spPr>
          <a:xfrm xmlns:a="http://schemas.openxmlformats.org/drawingml/2006/main">
            <a:off x="2489200" y="24384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71" name="09-table-28"/>
          <p:cNvGraphicFramePr/>
          <p:nvPr/>
        </p:nvGraphicFramePr>
        <p:xfrm>
          <a:off xmlns:a="http://schemas.openxmlformats.org/drawingml/2006/main" x="609600" y="29210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3" name="09-text-29">
            <a:extLst xmlns:a="http://schemas.openxmlformats.org/drawingml/2006/main">
              <a:ext uri="{FF2B5EF4-FFF2-40B4-BE49-F238E27FC236}">
                <a16:creationId xmlns:a16="http://schemas.microsoft.com/office/drawing/2014/main" id="{C87CB664-74EB-421E-84D3-4CD5B9726774}"/>
              </a:ext>
            </a:extLst>
          </p:cNvPr>
          <p:cNvSpPr>
            <a:spLocks xmlns:a="http://schemas.openxmlformats.org/drawingml/2006/main"/>
          </p:cNvSpPr>
          <p:nvPr/>
        </p:nvSpPr>
        <p:spPr>
          <a:xfrm xmlns:a="http://schemas.openxmlformats.org/drawingml/2006/main">
            <a:off x="609600" y="490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34" name="09-text-30">
            <a:extLst xmlns:a="http://schemas.openxmlformats.org/drawingml/2006/main">
              <a:ext uri="{FF2B5EF4-FFF2-40B4-BE49-F238E27FC236}">
                <a16:creationId xmlns:a16="http://schemas.microsoft.com/office/drawing/2014/main" id="{65108A05-B589-4C72-AA87-72B473786FD3}"/>
              </a:ext>
            </a:extLst>
          </p:cNvPr>
          <p:cNvSpPr>
            <a:spLocks xmlns:a="http://schemas.openxmlformats.org/drawingml/2006/main"/>
          </p:cNvSpPr>
          <p:nvPr/>
        </p:nvSpPr>
        <p:spPr>
          <a:xfrm xmlns:a="http://schemas.openxmlformats.org/drawingml/2006/main">
            <a:off x="609600" y="5562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35" name="09-text-31">
            <a:extLst xmlns:a="http://schemas.openxmlformats.org/drawingml/2006/main">
              <a:ext uri="{FF2B5EF4-FFF2-40B4-BE49-F238E27FC236}">
                <a16:creationId xmlns:a16="http://schemas.microsoft.com/office/drawing/2014/main" id="{D80EC33E-7A97-401F-A1C0-681A0AFA1AF0}"/>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36" name="09-shape-32">
            <a:extLst xmlns:a="http://schemas.openxmlformats.org/drawingml/2006/main">
              <a:ext uri="{FF2B5EF4-FFF2-40B4-BE49-F238E27FC236}">
                <a16:creationId xmlns:a16="http://schemas.microsoft.com/office/drawing/2014/main" id="{CDA7358C-75B8-4B85-8872-CD40598DF94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 name="09-shape-33">
            <a:extLst xmlns:a="http://schemas.openxmlformats.org/drawingml/2006/main">
              <a:ext uri="{FF2B5EF4-FFF2-40B4-BE49-F238E27FC236}">
                <a16:creationId xmlns:a16="http://schemas.microsoft.com/office/drawing/2014/main" id="{A1B58027-751E-41A8-B5D1-81EEBF5B1C06}"/>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38" name="09-text-34">
            <a:extLst xmlns:a="http://schemas.openxmlformats.org/drawingml/2006/main">
              <a:ext uri="{FF2B5EF4-FFF2-40B4-BE49-F238E27FC236}">
                <a16:creationId xmlns:a16="http://schemas.microsoft.com/office/drawing/2014/main" id="{D76045D9-56A7-4080-A273-4ECCFCAAFD2D}"/>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39" name="09-text-35">
            <a:extLst xmlns:a="http://schemas.openxmlformats.org/drawingml/2006/main">
              <a:ext uri="{FF2B5EF4-FFF2-40B4-BE49-F238E27FC236}">
                <a16:creationId xmlns:a16="http://schemas.microsoft.com/office/drawing/2014/main" id="{84E1F754-2261-4935-9BD7-36DC0C336E00}"/>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Tree>
    <p:extLst>
      <p:ext uri="{BB962C8B-B14F-4D97-AF65-F5344CB8AC3E}">
        <p14:creationId xmlns:p14="http://schemas.microsoft.com/office/powerpoint/2010/main" val="20819759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 fill="hold"/>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200" fill="hold"/>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9"/>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2"/>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3"/>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5"/>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6"/>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8"/>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9"/>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200" fill="hold"/>
                                        <p:tgtEl>
                                          <p:spTgt spid="21"/>
                                        </p:tgtEl>
                                      </p:cBhvr>
                                    </p:animEffect>
                                  </p:childTnLst>
                                </p:cTn>
                              </p:par>
                              <p:par>
                                <p:cTn id="86" presetID="10"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200" fill="hold"/>
                                        <p:tgtEl>
                                          <p:spTgt spid="22"/>
                                        </p:tgtEl>
                                      </p:cBhvr>
                                    </p:animEffect>
                                  </p:childTnLst>
                                </p:cTn>
                              </p:par>
                              <p:par>
                                <p:cTn id="89" presetID="10" presetClass="entr" presetSubtype="0"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200" fill="hold"/>
                                        <p:tgtEl>
                                          <p:spTgt spid="23"/>
                                        </p:tgtEl>
                                      </p:cBhvr>
                                    </p:animEffect>
                                  </p:childTnLst>
                                </p:cTn>
                              </p:par>
                              <p:par>
                                <p:cTn id="92" presetID="10" presetClass="entr" presetSubtype="0" fill="hold" nodeType="with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00" fill="hold"/>
                                        <p:tgtEl>
                                          <p:spTgt spid="24"/>
                                        </p:tgtEl>
                                      </p:cBhvr>
                                    </p:animEffect>
                                  </p:childTnLst>
                                </p:cTn>
                              </p:par>
                              <p:par>
                                <p:cTn id="95" presetID="10"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200" fill="hold"/>
                                        <p:tgtEl>
                                          <p:spTgt spid="25"/>
                                        </p:tgtEl>
                                      </p:cBhvr>
                                    </p:animEffect>
                                  </p:childTnLst>
                                </p:cTn>
                              </p:par>
                              <p:par>
                                <p:cTn id="98" presetID="10"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200" fill="hold"/>
                                        <p:tgtEl>
                                          <p:spTgt spid="26"/>
                                        </p:tgtEl>
                                      </p:cBhvr>
                                    </p:animEffect>
                                  </p:childTnLst>
                                </p:cTn>
                              </p:par>
                              <p:par>
                                <p:cTn id="101" presetID="1" presetClass="entr" presetSubtype="0"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20"/>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1"/>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2"/>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4"/>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5"/>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6"/>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29"/>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3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7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31"/>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71"/>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33"/>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34"/>
                                        </p:tgtEl>
                                        <p:attrNameLst>
                                          <p:attrName>style.visibility</p:attrName>
                                        </p:attrNameLst>
                                      </p:cBhvr>
                                      <p:to>
                                        <p:strVal val="hidden"/>
                                      </p:to>
                                    </p:set>
                                  </p:childTnLst>
                                </p:cTn>
                              </p:par>
                              <p:par>
                                <p:cTn id="151" presetID="1" presetClass="entr" presetSubtype="0" fill="hold" nodeType="withEffect">
                                  <p:stCondLst>
                                    <p:cond delay="0"/>
                                  </p:stCondLst>
                                  <p:childTnLst>
                                    <p:set>
                                      <p:cBhvr>
                                        <p:cTn id="152" dur="1" fill="hold">
                                          <p:stCondLst>
                                            <p:cond delay="0"/>
                                          </p:stCondLst>
                                        </p:cTn>
                                        <p:tgtEl>
                                          <p:spTgt spid="35"/>
                                        </p:tgtEl>
                                        <p:attrNameLst>
                                          <p:attrName>style.visibility</p:attrName>
                                        </p:attrNameLst>
                                      </p:cBhvr>
                                      <p:to>
                                        <p:strVal val="visible"/>
                                      </p:to>
                                    </p:set>
                                  </p:childTnLst>
                                </p:cTn>
                              </p:par>
                              <p:par>
                                <p:cTn id="153" presetID="10" presetClass="entr" presetSubtype="0" fill="hold" nodeType="with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300" fill="hold"/>
                                        <p:tgtEl>
                                          <p:spTgt spid="36"/>
                                        </p:tgtEl>
                                      </p:cBhvr>
                                    </p:animEffect>
                                  </p:childTnLst>
                                </p:cTn>
                              </p:par>
                              <p:par>
                                <p:cTn id="156" presetID="10" presetClass="entr" presetSubtype="0" fill="hold"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300" fill="hold"/>
                                        <p:tgtEl>
                                          <p:spTgt spid="37"/>
                                        </p:tgtEl>
                                      </p:cBhvr>
                                    </p:animEffect>
                                  </p:childTnLst>
                                </p:cTn>
                              </p:par>
                              <p:par>
                                <p:cTn id="159" presetID="10" presetClass="entr" presetSubtype="0" fill="hold" nodeType="withEffect">
                                  <p:stCondLst>
                                    <p:cond delay="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300" fill="hold"/>
                                        <p:tgtEl>
                                          <p:spTgt spid="38"/>
                                        </p:tgtEl>
                                      </p:cBhvr>
                                    </p:animEffect>
                                  </p:childTnLst>
                                </p:cTn>
                              </p:par>
                              <p:par>
                                <p:cTn id="162" presetID="10" presetClass="entr" presetSubtype="0" fill="hold"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300" fill="hold"/>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111E13B3-AFD9-4D15-9548-38467E200FA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A83E782C-82C3-4ADA-BD8A-19BA0E03B33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3" name="!!area-beat">
            <a:extLst xmlns:a="http://schemas.openxmlformats.org/drawingml/2006/main">
              <a:ext uri="{FF2B5EF4-FFF2-40B4-BE49-F238E27FC236}">
                <a16:creationId xmlns:a16="http://schemas.microsoft.com/office/drawing/2014/main" id="{B6818E7B-07D3-4410-B658-6CF558B5A9C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DAD5F970-6611-48AD-8D03-B5B0440A058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AGENTS.md">
            <a:extLst xmlns:a="http://schemas.openxmlformats.org/drawingml/2006/main">
              <a:ext uri="{FF2B5EF4-FFF2-40B4-BE49-F238E27FC236}">
                <a16:creationId xmlns:a16="http://schemas.microsoft.com/office/drawing/2014/main" id="{DF333573-850B-4ED0-9811-EB86714EFBD9}"/>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10-text-1">
            <a:extLst xmlns:a="http://schemas.openxmlformats.org/drawingml/2006/main">
              <a:ext uri="{FF2B5EF4-FFF2-40B4-BE49-F238E27FC236}">
                <a16:creationId xmlns:a16="http://schemas.microsoft.com/office/drawing/2014/main" id="{13138695-89EC-48FA-BF07-62C17FCF4B83}"/>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0-text-2">
            <a:extLst xmlns:a="http://schemas.openxmlformats.org/drawingml/2006/main">
              <a:ext uri="{FF2B5EF4-FFF2-40B4-BE49-F238E27FC236}">
                <a16:creationId xmlns:a16="http://schemas.microsoft.com/office/drawing/2014/main" id="{2C0CC60A-4645-48A6-B7CC-EBF92BCEC7FD}"/>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8" name="!!screenshot-Codex CLI">
            <a:extLst xmlns:a="http://schemas.openxmlformats.org/drawingml/2006/main">
              <a:ext uri="{FF2B5EF4-FFF2-40B4-BE49-F238E27FC236}">
                <a16:creationId xmlns:a16="http://schemas.microsoft.com/office/drawing/2014/main" id="{D5D8C611-3631-4D17-B10B-0114B4A702D9}"/>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10-text-3">
            <a:extLst xmlns:a="http://schemas.openxmlformats.org/drawingml/2006/main">
              <a:ext uri="{FF2B5EF4-FFF2-40B4-BE49-F238E27FC236}">
                <a16:creationId xmlns:a16="http://schemas.microsoft.com/office/drawing/2014/main" id="{5DC73358-6289-409B-9813-3E1E564338C9}"/>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0-text-4">
            <a:extLst xmlns:a="http://schemas.openxmlformats.org/drawingml/2006/main">
              <a:ext uri="{FF2B5EF4-FFF2-40B4-BE49-F238E27FC236}">
                <a16:creationId xmlns:a16="http://schemas.microsoft.com/office/drawing/2014/main" id="{174D6D48-2855-4267-B159-BFE58FD5F6E9}"/>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1" name="10-text-5">
            <a:extLst xmlns:a="http://schemas.openxmlformats.org/drawingml/2006/main">
              <a:ext uri="{FF2B5EF4-FFF2-40B4-BE49-F238E27FC236}">
                <a16:creationId xmlns:a16="http://schemas.microsoft.com/office/drawing/2014/main" id="{3365DB2D-58CE-4E83-A3B1-03EB5B589907}"/>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2" name="10-text-6">
            <a:extLst xmlns:a="http://schemas.openxmlformats.org/drawingml/2006/main">
              <a:ext uri="{FF2B5EF4-FFF2-40B4-BE49-F238E27FC236}">
                <a16:creationId xmlns:a16="http://schemas.microsoft.com/office/drawing/2014/main" id="{8ED9B475-8730-49F1-B05F-A829858F6FDA}"/>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Tree>
    <p:extLst>
      <p:ext uri="{BB962C8B-B14F-4D97-AF65-F5344CB8AC3E}">
        <p14:creationId xmlns:p14="http://schemas.microsoft.com/office/powerpoint/2010/main" val="205084275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612681DA-9955-4CB9-BDD6-F0E9AE47EB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68737c60373945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D2FDF178-ECB7-4FCE-BB83-0A1C450B11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AGENTS.md">
            <a:extLst xmlns:a="http://schemas.openxmlformats.org/drawingml/2006/main">
              <a:ext uri="{FF2B5EF4-FFF2-40B4-BE49-F238E27FC236}">
                <a16:creationId xmlns:a16="http://schemas.microsoft.com/office/drawing/2014/main" id="{AF7CBB4B-0B4B-4164-A73C-02D51758C1B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0b-text-1">
            <a:extLst xmlns:a="http://schemas.openxmlformats.org/drawingml/2006/main">
              <a:ext uri="{FF2B5EF4-FFF2-40B4-BE49-F238E27FC236}">
                <a16:creationId xmlns:a16="http://schemas.microsoft.com/office/drawing/2014/main" id="{43A8D1C1-38C0-458E-ACB4-925F8B07A722}"/>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0b-text-2">
            <a:extLst xmlns:a="http://schemas.openxmlformats.org/drawingml/2006/main">
              <a:ext uri="{FF2B5EF4-FFF2-40B4-BE49-F238E27FC236}">
                <a16:creationId xmlns:a16="http://schemas.microsoft.com/office/drawing/2014/main" id="{6EAFF326-DEAA-4323-850A-A1811E7851A1}"/>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7" name="!!screenshot-Codex CLI">
            <a:extLst xmlns:a="http://schemas.openxmlformats.org/drawingml/2006/main">
              <a:ext uri="{FF2B5EF4-FFF2-40B4-BE49-F238E27FC236}">
                <a16:creationId xmlns:a16="http://schemas.microsoft.com/office/drawing/2014/main" id="{3451FA91-12C1-40B1-9793-C751D114A6A5}"/>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0b-text-3">
            <a:extLst xmlns:a="http://schemas.openxmlformats.org/drawingml/2006/main">
              <a:ext uri="{FF2B5EF4-FFF2-40B4-BE49-F238E27FC236}">
                <a16:creationId xmlns:a16="http://schemas.microsoft.com/office/drawing/2014/main" id="{CA5F7E1A-9729-4FCC-A0D0-BEFB1FA04754}"/>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0b-text-4">
            <a:extLst xmlns:a="http://schemas.openxmlformats.org/drawingml/2006/main">
              <a:ext uri="{FF2B5EF4-FFF2-40B4-BE49-F238E27FC236}">
                <a16:creationId xmlns:a16="http://schemas.microsoft.com/office/drawing/2014/main" id="{4B536263-8BBD-43EB-A304-21AE79410D7C}"/>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0" name="10b-text-5">
            <a:extLst xmlns:a="http://schemas.openxmlformats.org/drawingml/2006/main">
              <a:ext uri="{FF2B5EF4-FFF2-40B4-BE49-F238E27FC236}">
                <a16:creationId xmlns:a16="http://schemas.microsoft.com/office/drawing/2014/main" id="{A955C925-729F-4267-895E-79C05C8EBA2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1" name="10b-text-6">
            <a:extLst xmlns:a="http://schemas.openxmlformats.org/drawingml/2006/main">
              <a:ext uri="{FF2B5EF4-FFF2-40B4-BE49-F238E27FC236}">
                <a16:creationId xmlns:a16="http://schemas.microsoft.com/office/drawing/2014/main" id="{DA53DE9C-A403-4BFC-AF60-9213C8498A7A}"/>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2" name="10b-text-7">
            <a:extLst xmlns:a="http://schemas.openxmlformats.org/drawingml/2006/main">
              <a:ext uri="{FF2B5EF4-FFF2-40B4-BE49-F238E27FC236}">
                <a16:creationId xmlns:a16="http://schemas.microsoft.com/office/drawing/2014/main" id="{6F01AEB4-877F-4691-80A4-1C0A31AC9B3E}"/>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3" name="10b-text-8">
            <a:extLst xmlns:a="http://schemas.openxmlformats.org/drawingml/2006/main">
              <a:ext uri="{FF2B5EF4-FFF2-40B4-BE49-F238E27FC236}">
                <a16:creationId xmlns:a16="http://schemas.microsoft.com/office/drawing/2014/main" id="{5D496823-5409-4D75-8F1A-CD76E790A70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4" name="10b-text-9">
            <a:extLst xmlns:a="http://schemas.openxmlformats.org/drawingml/2006/main">
              <a:ext uri="{FF2B5EF4-FFF2-40B4-BE49-F238E27FC236}">
                <a16:creationId xmlns:a16="http://schemas.microsoft.com/office/drawing/2014/main" id="{D14CD3CD-BFFA-4FAD-BCE6-8BA6CB64FC89}"/>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5" name="10b-text-10">
            <a:extLst xmlns:a="http://schemas.openxmlformats.org/drawingml/2006/main">
              <a:ext uri="{FF2B5EF4-FFF2-40B4-BE49-F238E27FC236}">
                <a16:creationId xmlns:a16="http://schemas.microsoft.com/office/drawing/2014/main" id="{658DE16D-D43C-44BC-B99B-5B32F218FC30}"/>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6" name="10b-text-11">
            <a:extLst xmlns:a="http://schemas.openxmlformats.org/drawingml/2006/main">
              <a:ext uri="{FF2B5EF4-FFF2-40B4-BE49-F238E27FC236}">
                <a16:creationId xmlns:a16="http://schemas.microsoft.com/office/drawing/2014/main" id="{2442E544-779E-4660-833F-335D1E6A4C2C}"/>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7" name="10b-text-12">
            <a:extLst xmlns:a="http://schemas.openxmlformats.org/drawingml/2006/main">
              <a:ext uri="{FF2B5EF4-FFF2-40B4-BE49-F238E27FC236}">
                <a16:creationId xmlns:a16="http://schemas.microsoft.com/office/drawing/2014/main" id="{4724BD2C-E8DF-4C88-9F5A-519518D6A0EB}"/>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8" name="10b-text-13">
            <a:extLst xmlns:a="http://schemas.openxmlformats.org/drawingml/2006/main">
              <a:ext uri="{FF2B5EF4-FFF2-40B4-BE49-F238E27FC236}">
                <a16:creationId xmlns:a16="http://schemas.microsoft.com/office/drawing/2014/main" id="{D63AEB7C-5335-4F07-851F-5A80D7F432F7}"/>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9" name="10b-text-14">
            <a:extLst xmlns:a="http://schemas.openxmlformats.org/drawingml/2006/main">
              <a:ext uri="{FF2B5EF4-FFF2-40B4-BE49-F238E27FC236}">
                <a16:creationId xmlns:a16="http://schemas.microsoft.com/office/drawing/2014/main" id="{6D3D0EE3-CAC7-49BE-9DD5-1A0CEE0C2493}"/>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Tree>
    <p:extLst>
      <p:ext uri="{BB962C8B-B14F-4D97-AF65-F5344CB8AC3E}">
        <p14:creationId xmlns:p14="http://schemas.microsoft.com/office/powerpoint/2010/main" val="594842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A4A111C0-686A-42A1-840C-415DEFF8296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d829b3aa24384f6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483807FF-84B3-4B8F-A2E6-A8956D832D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4" name="header-divider">
            <a:extLst xmlns:a="http://schemas.openxmlformats.org/drawingml/2006/main">
              <a:ext uri="{FF2B5EF4-FFF2-40B4-BE49-F238E27FC236}">
                <a16:creationId xmlns:a16="http://schemas.microsoft.com/office/drawing/2014/main" id="{45ABD67A-4BB3-4897-AB05-BAC2F7E586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1-shape-1">
            <a:extLst xmlns:a="http://schemas.openxmlformats.org/drawingml/2006/main">
              <a:ext uri="{FF2B5EF4-FFF2-40B4-BE49-F238E27FC236}">
                <a16:creationId xmlns:a16="http://schemas.microsoft.com/office/drawing/2014/main" id="{350FF30A-9AA1-43FF-A941-779D91678F9F}"/>
              </a:ext>
            </a:extLst>
          </p:cNvPr>
          <p:cNvSpPr>
            <a:spLocks xmlns:a="http://schemas.openxmlformats.org/drawingml/2006/main"/>
          </p:cNvSpPr>
          <p:nvPr/>
        </p:nvSpPr>
        <p:spPr>
          <a:xfrm xmlns:a="http://schemas.openxmlformats.org/drawingml/2006/main">
            <a:off x="609600" y="25908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6" name="11-shape-2">
            <a:extLst xmlns:a="http://schemas.openxmlformats.org/drawingml/2006/main">
              <a:ext uri="{FF2B5EF4-FFF2-40B4-BE49-F238E27FC236}">
                <a16:creationId xmlns:a16="http://schemas.microsoft.com/office/drawing/2014/main" id="{EDBECC49-F13B-4BA6-AE3F-637B1C8815AC}"/>
              </a:ext>
            </a:extLst>
          </p:cNvPr>
          <p:cNvSpPr>
            <a:spLocks xmlns:a="http://schemas.openxmlformats.org/drawingml/2006/main"/>
          </p:cNvSpPr>
          <p:nvPr/>
        </p:nvSpPr>
        <p:spPr>
          <a:xfrm xmlns:a="http://schemas.openxmlformats.org/drawingml/2006/main">
            <a:off x="812800" y="24384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7" name="11-text-3">
            <a:extLst xmlns:a="http://schemas.openxmlformats.org/drawingml/2006/main">
              <a:ext uri="{FF2B5EF4-FFF2-40B4-BE49-F238E27FC236}">
                <a16:creationId xmlns:a16="http://schemas.microsoft.com/office/drawing/2014/main" id="{9E209080-48DC-4D1A-9E83-008DDAD4F1CB}"/>
              </a:ext>
            </a:extLst>
          </p:cNvPr>
          <p:cNvSpPr>
            <a:spLocks xmlns:a="http://schemas.openxmlformats.org/drawingml/2006/main"/>
          </p:cNvSpPr>
          <p:nvPr/>
        </p:nvSpPr>
        <p:spPr>
          <a:xfrm xmlns:a="http://schemas.openxmlformats.org/drawingml/2006/main">
            <a:off x="914400" y="24384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8" name="11-shape-4">
            <a:extLst xmlns:a="http://schemas.openxmlformats.org/drawingml/2006/main">
              <a:ext uri="{FF2B5EF4-FFF2-40B4-BE49-F238E27FC236}">
                <a16:creationId xmlns:a16="http://schemas.microsoft.com/office/drawing/2014/main" id="{7ED8C0EB-8D02-4CFB-9FED-1D116F6EB4BD}"/>
              </a:ext>
            </a:extLst>
          </p:cNvPr>
          <p:cNvSpPr>
            <a:spLocks xmlns:a="http://schemas.openxmlformats.org/drawingml/2006/main"/>
          </p:cNvSpPr>
          <p:nvPr/>
        </p:nvSpPr>
        <p:spPr>
          <a:xfrm xmlns:a="http://schemas.openxmlformats.org/drawingml/2006/main">
            <a:off x="762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9" name="11-text-5">
            <a:extLst xmlns:a="http://schemas.openxmlformats.org/drawingml/2006/main">
              <a:ext uri="{FF2B5EF4-FFF2-40B4-BE49-F238E27FC236}">
                <a16:creationId xmlns:a16="http://schemas.microsoft.com/office/drawing/2014/main" id="{B3F1F85A-72E4-4EF9-B2CA-6E547AD7D86A}"/>
              </a:ext>
            </a:extLst>
          </p:cNvPr>
          <p:cNvSpPr>
            <a:spLocks xmlns:a="http://schemas.openxmlformats.org/drawingml/2006/main"/>
          </p:cNvSpPr>
          <p:nvPr/>
        </p:nvSpPr>
        <p:spPr>
          <a:xfrm xmlns:a="http://schemas.openxmlformats.org/drawingml/2006/main">
            <a:off x="965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10" name="11-shape-6">
            <a:extLst xmlns:a="http://schemas.openxmlformats.org/drawingml/2006/main">
              <a:ext uri="{FF2B5EF4-FFF2-40B4-BE49-F238E27FC236}">
                <a16:creationId xmlns:a16="http://schemas.microsoft.com/office/drawing/2014/main" id="{DB278570-F77B-40F8-B810-5ED36AF51B33}"/>
              </a:ext>
            </a:extLst>
          </p:cNvPr>
          <p:cNvSpPr>
            <a:spLocks xmlns:a="http://schemas.openxmlformats.org/drawingml/2006/main"/>
          </p:cNvSpPr>
          <p:nvPr/>
        </p:nvSpPr>
        <p:spPr>
          <a:xfrm xmlns:a="http://schemas.openxmlformats.org/drawingml/2006/main">
            <a:off x="25654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1" name="11-text-7">
            <a:extLst xmlns:a="http://schemas.openxmlformats.org/drawingml/2006/main">
              <a:ext uri="{FF2B5EF4-FFF2-40B4-BE49-F238E27FC236}">
                <a16:creationId xmlns:a16="http://schemas.microsoft.com/office/drawing/2014/main" id="{99D510B3-6390-422B-9024-3EE3383F62C6}"/>
              </a:ext>
            </a:extLst>
          </p:cNvPr>
          <p:cNvSpPr>
            <a:spLocks xmlns:a="http://schemas.openxmlformats.org/drawingml/2006/main"/>
          </p:cNvSpPr>
          <p:nvPr/>
        </p:nvSpPr>
        <p:spPr>
          <a:xfrm xmlns:a="http://schemas.openxmlformats.org/drawingml/2006/main">
            <a:off x="27686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12" name="11-shape-8">
            <a:extLst xmlns:a="http://schemas.openxmlformats.org/drawingml/2006/main">
              <a:ext uri="{FF2B5EF4-FFF2-40B4-BE49-F238E27FC236}">
                <a16:creationId xmlns:a16="http://schemas.microsoft.com/office/drawing/2014/main" id="{70AC7F45-5B4D-4963-B20A-22D1495BA8F0}"/>
              </a:ext>
            </a:extLst>
          </p:cNvPr>
          <p:cNvSpPr>
            <a:spLocks xmlns:a="http://schemas.openxmlformats.org/drawingml/2006/main"/>
          </p:cNvSpPr>
          <p:nvPr/>
        </p:nvSpPr>
        <p:spPr>
          <a:xfrm xmlns:a="http://schemas.openxmlformats.org/drawingml/2006/main">
            <a:off x="43688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3" name="11-text-9">
            <a:extLst xmlns:a="http://schemas.openxmlformats.org/drawingml/2006/main">
              <a:ext uri="{FF2B5EF4-FFF2-40B4-BE49-F238E27FC236}">
                <a16:creationId xmlns:a16="http://schemas.microsoft.com/office/drawing/2014/main" id="{CD7CD853-4B16-47F7-A9C7-013565CCDEDC}"/>
              </a:ext>
            </a:extLst>
          </p:cNvPr>
          <p:cNvSpPr>
            <a:spLocks xmlns:a="http://schemas.openxmlformats.org/drawingml/2006/main"/>
          </p:cNvSpPr>
          <p:nvPr/>
        </p:nvSpPr>
        <p:spPr>
          <a:xfrm xmlns:a="http://schemas.openxmlformats.org/drawingml/2006/main">
            <a:off x="45720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14" name="11-shape-10">
            <a:extLst xmlns:a="http://schemas.openxmlformats.org/drawingml/2006/main">
              <a:ext uri="{FF2B5EF4-FFF2-40B4-BE49-F238E27FC236}">
                <a16:creationId xmlns:a16="http://schemas.microsoft.com/office/drawing/2014/main" id="{FDC5D0F2-4361-4374-9983-C734BC347AC9}"/>
              </a:ext>
            </a:extLst>
          </p:cNvPr>
          <p:cNvSpPr>
            <a:spLocks xmlns:a="http://schemas.openxmlformats.org/drawingml/2006/main"/>
          </p:cNvSpPr>
          <p:nvPr/>
        </p:nvSpPr>
        <p:spPr>
          <a:xfrm xmlns:a="http://schemas.openxmlformats.org/drawingml/2006/main">
            <a:off x="61722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5" name="11-text-11">
            <a:extLst xmlns:a="http://schemas.openxmlformats.org/drawingml/2006/main">
              <a:ext uri="{FF2B5EF4-FFF2-40B4-BE49-F238E27FC236}">
                <a16:creationId xmlns:a16="http://schemas.microsoft.com/office/drawing/2014/main" id="{AEDC9092-6101-4068-868B-49B05AD15876}"/>
              </a:ext>
            </a:extLst>
          </p:cNvPr>
          <p:cNvSpPr>
            <a:spLocks xmlns:a="http://schemas.openxmlformats.org/drawingml/2006/main"/>
          </p:cNvSpPr>
          <p:nvPr/>
        </p:nvSpPr>
        <p:spPr>
          <a:xfrm xmlns:a="http://schemas.openxmlformats.org/drawingml/2006/main">
            <a:off x="63754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16" name="11-shape-12">
            <a:extLst xmlns:a="http://schemas.openxmlformats.org/drawingml/2006/main">
              <a:ext uri="{FF2B5EF4-FFF2-40B4-BE49-F238E27FC236}">
                <a16:creationId xmlns:a16="http://schemas.microsoft.com/office/drawing/2014/main" id="{DBD74649-3694-45B8-B7D3-356DF2C1CECB}"/>
              </a:ext>
            </a:extLst>
          </p:cNvPr>
          <p:cNvSpPr>
            <a:spLocks xmlns:a="http://schemas.openxmlformats.org/drawingml/2006/main"/>
          </p:cNvSpPr>
          <p:nvPr/>
        </p:nvSpPr>
        <p:spPr>
          <a:xfrm xmlns:a="http://schemas.openxmlformats.org/drawingml/2006/main">
            <a:off x="79756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7" name="11-text-13">
            <a:extLst xmlns:a="http://schemas.openxmlformats.org/drawingml/2006/main">
              <a:ext uri="{FF2B5EF4-FFF2-40B4-BE49-F238E27FC236}">
                <a16:creationId xmlns:a16="http://schemas.microsoft.com/office/drawing/2014/main" id="{1EC17A74-0055-405B-9BA0-8D04E6958F1A}"/>
              </a:ext>
            </a:extLst>
          </p:cNvPr>
          <p:cNvSpPr>
            <a:spLocks xmlns:a="http://schemas.openxmlformats.org/drawingml/2006/main"/>
          </p:cNvSpPr>
          <p:nvPr/>
        </p:nvSpPr>
        <p:spPr>
          <a:xfrm xmlns:a="http://schemas.openxmlformats.org/drawingml/2006/main">
            <a:off x="81788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18" name="11-shape-14">
            <a:extLst xmlns:a="http://schemas.openxmlformats.org/drawingml/2006/main">
              <a:ext uri="{FF2B5EF4-FFF2-40B4-BE49-F238E27FC236}">
                <a16:creationId xmlns:a16="http://schemas.microsoft.com/office/drawing/2014/main" id="{8DB3A1D4-FE74-4490-94ED-A67CBE94D5A5}"/>
              </a:ext>
            </a:extLst>
          </p:cNvPr>
          <p:cNvSpPr>
            <a:spLocks xmlns:a="http://schemas.openxmlformats.org/drawingml/2006/main"/>
          </p:cNvSpPr>
          <p:nvPr/>
        </p:nvSpPr>
        <p:spPr>
          <a:xfrm xmlns:a="http://schemas.openxmlformats.org/drawingml/2006/main">
            <a:off x="9779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9" name="11-text-15">
            <a:extLst xmlns:a="http://schemas.openxmlformats.org/drawingml/2006/main">
              <a:ext uri="{FF2B5EF4-FFF2-40B4-BE49-F238E27FC236}">
                <a16:creationId xmlns:a16="http://schemas.microsoft.com/office/drawing/2014/main" id="{2B4163EC-8BC3-49BE-BFAD-72EB3FAB2A47}"/>
              </a:ext>
            </a:extLst>
          </p:cNvPr>
          <p:cNvSpPr>
            <a:spLocks xmlns:a="http://schemas.openxmlformats.org/drawingml/2006/main"/>
          </p:cNvSpPr>
          <p:nvPr/>
        </p:nvSpPr>
        <p:spPr>
          <a:xfrm xmlns:a="http://schemas.openxmlformats.org/drawingml/2006/main">
            <a:off x="9982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20" name="11-text-16">
            <a:extLst xmlns:a="http://schemas.openxmlformats.org/drawingml/2006/main">
              <a:ext uri="{FF2B5EF4-FFF2-40B4-BE49-F238E27FC236}">
                <a16:creationId xmlns:a16="http://schemas.microsoft.com/office/drawing/2014/main" id="{EB78A7FD-AE7A-4E86-9C08-674AEEBA8E9C}"/>
              </a:ext>
            </a:extLst>
          </p:cNvPr>
          <p:cNvSpPr>
            <a:spLocks xmlns:a="http://schemas.openxmlformats.org/drawingml/2006/main"/>
          </p:cNvSpPr>
          <p:nvPr/>
        </p:nvSpPr>
        <p:spPr>
          <a:xfrm xmlns:a="http://schemas.openxmlformats.org/drawingml/2006/main">
            <a:off x="609600" y="4241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1" name="11-shape-17">
            <a:extLst xmlns:a="http://schemas.openxmlformats.org/drawingml/2006/main">
              <a:ext uri="{FF2B5EF4-FFF2-40B4-BE49-F238E27FC236}">
                <a16:creationId xmlns:a16="http://schemas.microsoft.com/office/drawing/2014/main" id="{BBB76DBD-CD8D-42DE-B905-5C6B7246A677}"/>
              </a:ext>
            </a:extLst>
          </p:cNvPr>
          <p:cNvSpPr>
            <a:spLocks xmlns:a="http://schemas.openxmlformats.org/drawingml/2006/main"/>
          </p:cNvSpPr>
          <p:nvPr/>
        </p:nvSpPr>
        <p:spPr>
          <a:xfrm xmlns:a="http://schemas.openxmlformats.org/drawingml/2006/main">
            <a:off x="609600" y="47625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 name="11-text-18">
            <a:extLst xmlns:a="http://schemas.openxmlformats.org/drawingml/2006/main">
              <a:ext uri="{FF2B5EF4-FFF2-40B4-BE49-F238E27FC236}">
                <a16:creationId xmlns:a16="http://schemas.microsoft.com/office/drawing/2014/main" id="{A58195D5-5516-47B1-8FE7-2A718E4140BD}"/>
              </a:ext>
            </a:extLst>
          </p:cNvPr>
          <p:cNvSpPr>
            <a:spLocks xmlns:a="http://schemas.openxmlformats.org/drawingml/2006/main"/>
          </p:cNvSpPr>
          <p:nvPr/>
        </p:nvSpPr>
        <p:spPr>
          <a:xfrm xmlns:a="http://schemas.openxmlformats.org/drawingml/2006/main">
            <a:off x="762000" y="48006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3" name="11-shape-19">
            <a:extLst xmlns:a="http://schemas.openxmlformats.org/drawingml/2006/main">
              <a:ext uri="{FF2B5EF4-FFF2-40B4-BE49-F238E27FC236}">
                <a16:creationId xmlns:a16="http://schemas.microsoft.com/office/drawing/2014/main" id="{1BE4FDE5-81C5-4DE4-B0A0-572CBE175C5A}"/>
              </a:ext>
            </a:extLst>
          </p:cNvPr>
          <p:cNvSpPr>
            <a:spLocks xmlns:a="http://schemas.openxmlformats.org/drawingml/2006/main"/>
          </p:cNvSpPr>
          <p:nvPr/>
        </p:nvSpPr>
        <p:spPr>
          <a:xfrm xmlns:a="http://schemas.openxmlformats.org/drawingml/2006/main">
            <a:off x="2743200" y="47625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4" name="11-text-20">
            <a:extLst xmlns:a="http://schemas.openxmlformats.org/drawingml/2006/main">
              <a:ext uri="{FF2B5EF4-FFF2-40B4-BE49-F238E27FC236}">
                <a16:creationId xmlns:a16="http://schemas.microsoft.com/office/drawing/2014/main" id="{2FAECE18-006E-4F14-B334-8134F5A062D7}"/>
              </a:ext>
            </a:extLst>
          </p:cNvPr>
          <p:cNvSpPr>
            <a:spLocks xmlns:a="http://schemas.openxmlformats.org/drawingml/2006/main"/>
          </p:cNvSpPr>
          <p:nvPr/>
        </p:nvSpPr>
        <p:spPr>
          <a:xfrm xmlns:a="http://schemas.openxmlformats.org/drawingml/2006/main">
            <a:off x="2895600" y="48006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5" name="11-shape-21">
            <a:extLst xmlns:a="http://schemas.openxmlformats.org/drawingml/2006/main">
              <a:ext uri="{FF2B5EF4-FFF2-40B4-BE49-F238E27FC236}">
                <a16:creationId xmlns:a16="http://schemas.microsoft.com/office/drawing/2014/main" id="{C9E400EC-F0B8-4133-976C-9AD480285492}"/>
              </a:ext>
            </a:extLst>
          </p:cNvPr>
          <p:cNvSpPr>
            <a:spLocks xmlns:a="http://schemas.openxmlformats.org/drawingml/2006/main"/>
          </p:cNvSpPr>
          <p:nvPr/>
        </p:nvSpPr>
        <p:spPr>
          <a:xfrm xmlns:a="http://schemas.openxmlformats.org/drawingml/2006/main">
            <a:off x="5232400" y="47625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 name="11-text-22">
            <a:extLst xmlns:a="http://schemas.openxmlformats.org/drawingml/2006/main">
              <a:ext uri="{FF2B5EF4-FFF2-40B4-BE49-F238E27FC236}">
                <a16:creationId xmlns:a16="http://schemas.microsoft.com/office/drawing/2014/main" id="{4CB2CC8C-086A-4B27-8725-170940534FCE}"/>
              </a:ext>
            </a:extLst>
          </p:cNvPr>
          <p:cNvSpPr>
            <a:spLocks xmlns:a="http://schemas.openxmlformats.org/drawingml/2006/main"/>
          </p:cNvSpPr>
          <p:nvPr/>
        </p:nvSpPr>
        <p:spPr>
          <a:xfrm xmlns:a="http://schemas.openxmlformats.org/drawingml/2006/main">
            <a:off x="5384800" y="48006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7" name="11-shape-23">
            <a:extLst xmlns:a="http://schemas.openxmlformats.org/drawingml/2006/main">
              <a:ext uri="{FF2B5EF4-FFF2-40B4-BE49-F238E27FC236}">
                <a16:creationId xmlns:a16="http://schemas.microsoft.com/office/drawing/2014/main" id="{1C41740C-E98E-4975-92EC-A29D2D32F853}"/>
              </a:ext>
            </a:extLst>
          </p:cNvPr>
          <p:cNvSpPr>
            <a:spLocks xmlns:a="http://schemas.openxmlformats.org/drawingml/2006/main"/>
          </p:cNvSpPr>
          <p:nvPr/>
        </p:nvSpPr>
        <p:spPr>
          <a:xfrm xmlns:a="http://schemas.openxmlformats.org/drawingml/2006/main">
            <a:off x="7861300" y="47625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 name="11-text-24">
            <a:extLst xmlns:a="http://schemas.openxmlformats.org/drawingml/2006/main">
              <a:ext uri="{FF2B5EF4-FFF2-40B4-BE49-F238E27FC236}">
                <a16:creationId xmlns:a16="http://schemas.microsoft.com/office/drawing/2014/main" id="{EC264F33-4BF3-4965-BFF5-335B62BF5994}"/>
              </a:ext>
            </a:extLst>
          </p:cNvPr>
          <p:cNvSpPr>
            <a:spLocks xmlns:a="http://schemas.openxmlformats.org/drawingml/2006/main"/>
          </p:cNvSpPr>
          <p:nvPr/>
        </p:nvSpPr>
        <p:spPr>
          <a:xfrm xmlns:a="http://schemas.openxmlformats.org/drawingml/2006/main">
            <a:off x="8013700" y="48006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9" name="11-text-25">
            <a:extLst xmlns:a="http://schemas.openxmlformats.org/drawingml/2006/main">
              <a:ext uri="{FF2B5EF4-FFF2-40B4-BE49-F238E27FC236}">
                <a16:creationId xmlns:a16="http://schemas.microsoft.com/office/drawing/2014/main" id="{58958498-3CDA-42F6-B82F-28E1A9C4EA65}"/>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30" name="11-shape-26">
            <a:extLst xmlns:a="http://schemas.openxmlformats.org/drawingml/2006/main">
              <a:ext uri="{FF2B5EF4-FFF2-40B4-BE49-F238E27FC236}">
                <a16:creationId xmlns:a16="http://schemas.microsoft.com/office/drawing/2014/main" id="{63DA5ED8-AF53-4553-93AE-FCF4D1891CC9}"/>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1-shape-27">
            <a:extLst xmlns:a="http://schemas.openxmlformats.org/drawingml/2006/main">
              <a:ext uri="{FF2B5EF4-FFF2-40B4-BE49-F238E27FC236}">
                <a16:creationId xmlns:a16="http://schemas.microsoft.com/office/drawing/2014/main" id="{2B8FEBFC-FAAF-4D19-A490-BFCC1B8A4138}"/>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1-text-28">
            <a:extLst xmlns:a="http://schemas.openxmlformats.org/drawingml/2006/main">
              <a:ext uri="{FF2B5EF4-FFF2-40B4-BE49-F238E27FC236}">
                <a16:creationId xmlns:a16="http://schemas.microsoft.com/office/drawing/2014/main" id="{880B816F-1B67-4B39-A3AC-0DC7CCDB7F1B}"/>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1-text-29">
            <a:extLst xmlns:a="http://schemas.openxmlformats.org/drawingml/2006/main">
              <a:ext uri="{FF2B5EF4-FFF2-40B4-BE49-F238E27FC236}">
                <a16:creationId xmlns:a16="http://schemas.microsoft.com/office/drawing/2014/main" id="{6C3815EE-B3AF-4EE1-A67A-21BDB993F0D2}"/>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Tree>
    <p:extLst>
      <p:ext uri="{BB962C8B-B14F-4D97-AF65-F5344CB8AC3E}">
        <p14:creationId xmlns:p14="http://schemas.microsoft.com/office/powerpoint/2010/main" val="19775638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fill="hold"/>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fill="hold"/>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fill="hold"/>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fill="hold"/>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fill="hold"/>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fill="hold"/>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fill="hold"/>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fill="hold"/>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00" fill="hold"/>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 fill="hold"/>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 fill="hold"/>
                                        <p:tgtEl>
                                          <p:spTgt spid="19"/>
                                        </p:tgtEl>
                                      </p:cBhvr>
                                    </p:animEffec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2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2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200" fill="hold"/>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200" fill="hold"/>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200" fill="hold"/>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200" fill="hold"/>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200" fill="hold"/>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200" fill="hold"/>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6"/>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7"/>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8"/>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9"/>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0"/>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3"/>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4"/>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5"/>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16"/>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17"/>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8"/>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19"/>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21"/>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2"/>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3"/>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4"/>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5"/>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6"/>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7"/>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8"/>
                                        </p:tgtEl>
                                        <p:attrNameLst>
                                          <p:attrName>style.visibility</p:attrName>
                                        </p:attrNameLst>
                                      </p:cBhvr>
                                      <p:to>
                                        <p:strVal val="hidden"/>
                                      </p:to>
                                    </p:set>
                                  </p:childTnLst>
                                </p:cTn>
                              </p:par>
                              <p:par>
                                <p:cTn id="125" presetID="1" presetClass="entr" presetSubtype="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300" fill="hold"/>
                                        <p:tgtEl>
                                          <p:spTgt spid="30"/>
                                        </p:tgtEl>
                                      </p:cBhvr>
                                    </p:animEffect>
                                  </p:childTnLst>
                                </p:cTn>
                              </p:par>
                              <p:par>
                                <p:cTn id="132" presetID="10" presetClass="entr" presetSubtype="0" fill="hold"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300" fill="hold"/>
                                        <p:tgtEl>
                                          <p:spTgt spid="31"/>
                                        </p:tgtEl>
                                      </p:cBhvr>
                                    </p:animEffect>
                                  </p:childTnLst>
                                </p:cTn>
                              </p:par>
                              <p:par>
                                <p:cTn id="135" presetID="10" presetClass="entr" presetSubtype="0" fill="hold" nodeType="with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300" fill="hold"/>
                                        <p:tgtEl>
                                          <p:spTgt spid="32"/>
                                        </p:tgtEl>
                                      </p:cBhvr>
                                    </p:animEffect>
                                  </p:childTnLst>
                                </p:cTn>
                              </p:par>
                              <p:par>
                                <p:cTn id="138" presetID="10" presetClass="entr" presetSubtype="0" fill="hold" nodeType="with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header">
            <a:extLst xmlns:a="http://schemas.openxmlformats.org/drawingml/2006/main">
              <a:ext uri="{FF2B5EF4-FFF2-40B4-BE49-F238E27FC236}">
                <a16:creationId xmlns:a16="http://schemas.microsoft.com/office/drawing/2014/main" id="{0F0F46D9-D520-4FDC-BE33-4D7DDF059C8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AE9F399D-E091-484B-9924-698F8D9BF399}"/>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3" name="!!area-beat">
            <a:extLst xmlns:a="http://schemas.openxmlformats.org/drawingml/2006/main">
              <a:ext uri="{FF2B5EF4-FFF2-40B4-BE49-F238E27FC236}">
                <a16:creationId xmlns:a16="http://schemas.microsoft.com/office/drawing/2014/main" id="{1BC3E37D-963E-4D97-A409-BE484E96660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F5043E90-BE10-463A-9123-1FBB238DECD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MCP configuration">
            <a:extLst xmlns:a="http://schemas.openxmlformats.org/drawingml/2006/main">
              <a:ext uri="{FF2B5EF4-FFF2-40B4-BE49-F238E27FC236}">
                <a16:creationId xmlns:a16="http://schemas.microsoft.com/office/drawing/2014/main" id="{BAA55C29-A789-425E-B006-4F4F2ACAA094}"/>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6" name="12-text-1">
            <a:extLst xmlns:a="http://schemas.openxmlformats.org/drawingml/2006/main">
              <a:ext uri="{FF2B5EF4-FFF2-40B4-BE49-F238E27FC236}">
                <a16:creationId xmlns:a16="http://schemas.microsoft.com/office/drawing/2014/main" id="{5B6BA192-9C39-49BF-B021-364FAF1C7E11}"/>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2-text-2">
            <a:extLst xmlns:a="http://schemas.openxmlformats.org/drawingml/2006/main">
              <a:ext uri="{FF2B5EF4-FFF2-40B4-BE49-F238E27FC236}">
                <a16:creationId xmlns:a16="http://schemas.microsoft.com/office/drawing/2014/main" id="{0A81E292-645A-47CF-BBC0-215E7BEE791B}"/>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8" name="!!screenshot-The permission prompt">
            <a:extLst xmlns:a="http://schemas.openxmlformats.org/drawingml/2006/main">
              <a:ext uri="{FF2B5EF4-FFF2-40B4-BE49-F238E27FC236}">
                <a16:creationId xmlns:a16="http://schemas.microsoft.com/office/drawing/2014/main" id="{F717176B-5D2F-4429-8130-2093FDE98049}"/>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9" name="12-text-3">
            <a:extLst xmlns:a="http://schemas.openxmlformats.org/drawingml/2006/main">
              <a:ext uri="{FF2B5EF4-FFF2-40B4-BE49-F238E27FC236}">
                <a16:creationId xmlns:a16="http://schemas.microsoft.com/office/drawing/2014/main" id="{7AE742B6-5E55-4EA2-97E0-0C820ABDD006}"/>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2-text-4">
            <a:extLst xmlns:a="http://schemas.openxmlformats.org/drawingml/2006/main">
              <a:ext uri="{FF2B5EF4-FFF2-40B4-BE49-F238E27FC236}">
                <a16:creationId xmlns:a16="http://schemas.microsoft.com/office/drawing/2014/main" id="{AF283EE9-079B-4644-A0BB-75B7B579A011}"/>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1" name="12-text-5">
            <a:extLst xmlns:a="http://schemas.openxmlformats.org/drawingml/2006/main">
              <a:ext uri="{FF2B5EF4-FFF2-40B4-BE49-F238E27FC236}">
                <a16:creationId xmlns:a16="http://schemas.microsoft.com/office/drawing/2014/main" id="{AAE22457-E744-4E8B-82CB-F8F4AF6FE1BA}"/>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2" name="12-text-6">
            <a:extLst xmlns:a="http://schemas.openxmlformats.org/drawingml/2006/main">
              <a:ext uri="{FF2B5EF4-FFF2-40B4-BE49-F238E27FC236}">
                <a16:creationId xmlns:a16="http://schemas.microsoft.com/office/drawing/2014/main" id="{6A69A99E-EE29-4505-9E93-4D95BBDFDB4A}"/>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3" name="12-text-7">
            <a:extLst xmlns:a="http://schemas.openxmlformats.org/drawingml/2006/main">
              <a:ext uri="{FF2B5EF4-FFF2-40B4-BE49-F238E27FC236}">
                <a16:creationId xmlns:a16="http://schemas.microsoft.com/office/drawing/2014/main" id="{70CE52FF-A958-4521-B1C2-0B0B94AB66A3}"/>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4" name="12-text-8">
            <a:extLst xmlns:a="http://schemas.openxmlformats.org/drawingml/2006/main">
              <a:ext uri="{FF2B5EF4-FFF2-40B4-BE49-F238E27FC236}">
                <a16:creationId xmlns:a16="http://schemas.microsoft.com/office/drawing/2014/main" id="{33375F68-7293-4446-BF41-CDCA5FE15F18}"/>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Tree>
    <p:extLst>
      <p:ext uri="{BB962C8B-B14F-4D97-AF65-F5344CB8AC3E}">
        <p14:creationId xmlns:p14="http://schemas.microsoft.com/office/powerpoint/2010/main" val="11904821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E05933A1-4519-4015-BD9B-7731AE79F7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147a74e88aa44f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B7A320E8-7BBD-4B88-A918-6E96DC8A6A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MCP configuration">
            <a:extLst xmlns:a="http://schemas.openxmlformats.org/drawingml/2006/main">
              <a:ext uri="{FF2B5EF4-FFF2-40B4-BE49-F238E27FC236}">
                <a16:creationId xmlns:a16="http://schemas.microsoft.com/office/drawing/2014/main" id="{C3AE143E-75B9-40D3-8A6B-B12FF1C47B1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2b-text-1">
            <a:extLst xmlns:a="http://schemas.openxmlformats.org/drawingml/2006/main">
              <a:ext uri="{FF2B5EF4-FFF2-40B4-BE49-F238E27FC236}">
                <a16:creationId xmlns:a16="http://schemas.microsoft.com/office/drawing/2014/main" id="{E276B71B-22CD-486D-A484-754140467747}"/>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2b-text-2">
            <a:extLst xmlns:a="http://schemas.openxmlformats.org/drawingml/2006/main">
              <a:ext uri="{FF2B5EF4-FFF2-40B4-BE49-F238E27FC236}">
                <a16:creationId xmlns:a16="http://schemas.microsoft.com/office/drawing/2014/main" id="{96CD699C-ACF5-4A9C-B8E9-B90EBEA17618}"/>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7" name="!!screenshot-The permission prompt">
            <a:extLst xmlns:a="http://schemas.openxmlformats.org/drawingml/2006/main">
              <a:ext uri="{FF2B5EF4-FFF2-40B4-BE49-F238E27FC236}">
                <a16:creationId xmlns:a16="http://schemas.microsoft.com/office/drawing/2014/main" id="{6C74FE78-C06E-4335-9B89-1E718BE85B0D}"/>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2b-text-3">
            <a:extLst xmlns:a="http://schemas.openxmlformats.org/drawingml/2006/main">
              <a:ext uri="{FF2B5EF4-FFF2-40B4-BE49-F238E27FC236}">
                <a16:creationId xmlns:a16="http://schemas.microsoft.com/office/drawing/2014/main" id="{6C7CFFE9-8932-4A11-8527-C9333FE16821}"/>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2b-text-4">
            <a:extLst xmlns:a="http://schemas.openxmlformats.org/drawingml/2006/main">
              <a:ext uri="{FF2B5EF4-FFF2-40B4-BE49-F238E27FC236}">
                <a16:creationId xmlns:a16="http://schemas.microsoft.com/office/drawing/2014/main" id="{04843150-FB7F-489C-AABC-BF9C17C9415E}"/>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10" name="12b-text-5">
            <a:extLst xmlns:a="http://schemas.openxmlformats.org/drawingml/2006/main">
              <a:ext uri="{FF2B5EF4-FFF2-40B4-BE49-F238E27FC236}">
                <a16:creationId xmlns:a16="http://schemas.microsoft.com/office/drawing/2014/main" id="{14F1E286-CE92-4A05-A7EC-65ACA00CB1A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11" name="12b-text-6">
            <a:extLst xmlns:a="http://schemas.openxmlformats.org/drawingml/2006/main">
              <a:ext uri="{FF2B5EF4-FFF2-40B4-BE49-F238E27FC236}">
                <a16:creationId xmlns:a16="http://schemas.microsoft.com/office/drawing/2014/main" id="{6384E549-4E67-48D5-8C81-16155FBA0DE8}"/>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12" name="12b-text-7">
            <a:extLst xmlns:a="http://schemas.openxmlformats.org/drawingml/2006/main">
              <a:ext uri="{FF2B5EF4-FFF2-40B4-BE49-F238E27FC236}">
                <a16:creationId xmlns:a16="http://schemas.microsoft.com/office/drawing/2014/main" id="{3436B9A7-4485-4287-8461-42294BCEBF9B}"/>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13" name="12b-text-8">
            <a:extLst xmlns:a="http://schemas.openxmlformats.org/drawingml/2006/main">
              <a:ext uri="{FF2B5EF4-FFF2-40B4-BE49-F238E27FC236}">
                <a16:creationId xmlns:a16="http://schemas.microsoft.com/office/drawing/2014/main" id="{2034B5BB-AA62-464F-863E-0CA93D772A3C}"/>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14" name="12b-text-9">
            <a:extLst xmlns:a="http://schemas.openxmlformats.org/drawingml/2006/main">
              <a:ext uri="{FF2B5EF4-FFF2-40B4-BE49-F238E27FC236}">
                <a16:creationId xmlns:a16="http://schemas.microsoft.com/office/drawing/2014/main" id="{F0D7CD29-6670-4552-BCEB-BBEFCD5E9841}"/>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15" name="12b-text-10">
            <a:extLst xmlns:a="http://schemas.openxmlformats.org/drawingml/2006/main">
              <a:ext uri="{FF2B5EF4-FFF2-40B4-BE49-F238E27FC236}">
                <a16:creationId xmlns:a16="http://schemas.microsoft.com/office/drawing/2014/main" id="{3C2E4C79-4C5E-4CDF-863D-68D86A6A4E3A}"/>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16" name="12b-text-11">
            <a:extLst xmlns:a="http://schemas.openxmlformats.org/drawingml/2006/main">
              <a:ext uri="{FF2B5EF4-FFF2-40B4-BE49-F238E27FC236}">
                <a16:creationId xmlns:a16="http://schemas.microsoft.com/office/drawing/2014/main" id="{C6AE6ECA-4F66-4AA4-8723-44EB11521F97}"/>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17" name="12b-text-12">
            <a:extLst xmlns:a="http://schemas.openxmlformats.org/drawingml/2006/main">
              <a:ext uri="{FF2B5EF4-FFF2-40B4-BE49-F238E27FC236}">
                <a16:creationId xmlns:a16="http://schemas.microsoft.com/office/drawing/2014/main" id="{E622A5EC-2B1C-4F58-9019-D3DA4A7AC05B}"/>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Tree>
    <p:extLst>
      <p:ext uri="{BB962C8B-B14F-4D97-AF65-F5344CB8AC3E}">
        <p14:creationId xmlns:p14="http://schemas.microsoft.com/office/powerpoint/2010/main" val="35314437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3BF25495-E4F8-4A24-AE3A-B8B2A8E46F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39026b5d755344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A8B56A19-7A15-4955-862A-7725C7FBD19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4" name="header-divider">
            <a:extLst xmlns:a="http://schemas.openxmlformats.org/drawingml/2006/main">
              <a:ext uri="{FF2B5EF4-FFF2-40B4-BE49-F238E27FC236}">
                <a16:creationId xmlns:a16="http://schemas.microsoft.com/office/drawing/2014/main" id="{316F15E9-7B83-40D5-B36D-063CEE6A11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3-shape-1">
            <a:extLst xmlns:a="http://schemas.openxmlformats.org/drawingml/2006/main">
              <a:ext uri="{FF2B5EF4-FFF2-40B4-BE49-F238E27FC236}">
                <a16:creationId xmlns:a16="http://schemas.microsoft.com/office/drawing/2014/main" id="{458B815C-A233-46E9-AA2C-9216A991B7E9}"/>
              </a:ext>
            </a:extLst>
          </p:cNvPr>
          <p:cNvSpPr>
            <a:spLocks xmlns:a="http://schemas.openxmlformats.org/drawingml/2006/main"/>
          </p:cNvSpPr>
          <p:nvPr/>
        </p:nvSpPr>
        <p:spPr>
          <a:xfrm xmlns:a="http://schemas.openxmlformats.org/drawingml/2006/main">
            <a:off x="609600" y="24384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13-text-2">
            <a:extLst xmlns:a="http://schemas.openxmlformats.org/drawingml/2006/main">
              <a:ext uri="{FF2B5EF4-FFF2-40B4-BE49-F238E27FC236}">
                <a16:creationId xmlns:a16="http://schemas.microsoft.com/office/drawing/2014/main" id="{D2FC0F8F-B372-455D-8D82-A97E20AF2F2E}"/>
              </a:ext>
            </a:extLst>
          </p:cNvPr>
          <p:cNvSpPr>
            <a:spLocks xmlns:a="http://schemas.openxmlformats.org/drawingml/2006/main"/>
          </p:cNvSpPr>
          <p:nvPr/>
        </p:nvSpPr>
        <p:spPr>
          <a:xfrm xmlns:a="http://schemas.openxmlformats.org/drawingml/2006/main">
            <a:off x="762000" y="24765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7" name="13-shape-3">
            <a:extLst xmlns:a="http://schemas.openxmlformats.org/drawingml/2006/main">
              <a:ext uri="{FF2B5EF4-FFF2-40B4-BE49-F238E27FC236}">
                <a16:creationId xmlns:a16="http://schemas.microsoft.com/office/drawing/2014/main" id="{B3CDAC20-B520-4499-AD97-513CB7282295}"/>
              </a:ext>
            </a:extLst>
          </p:cNvPr>
          <p:cNvSpPr>
            <a:spLocks xmlns:a="http://schemas.openxmlformats.org/drawingml/2006/main"/>
          </p:cNvSpPr>
          <p:nvPr/>
        </p:nvSpPr>
        <p:spPr>
          <a:xfrm xmlns:a="http://schemas.openxmlformats.org/drawingml/2006/main">
            <a:off x="4673600" y="24384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3-text-4">
            <a:extLst xmlns:a="http://schemas.openxmlformats.org/drawingml/2006/main">
              <a:ext uri="{FF2B5EF4-FFF2-40B4-BE49-F238E27FC236}">
                <a16:creationId xmlns:a16="http://schemas.microsoft.com/office/drawing/2014/main" id="{78294A22-5F7B-46CA-BFAB-F95FE73E65D9}"/>
              </a:ext>
            </a:extLst>
          </p:cNvPr>
          <p:cNvSpPr>
            <a:spLocks xmlns:a="http://schemas.openxmlformats.org/drawingml/2006/main"/>
          </p:cNvSpPr>
          <p:nvPr/>
        </p:nvSpPr>
        <p:spPr>
          <a:xfrm xmlns:a="http://schemas.openxmlformats.org/drawingml/2006/main">
            <a:off x="4826000" y="24765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9" name="13-shape-5">
            <a:extLst xmlns:a="http://schemas.openxmlformats.org/drawingml/2006/main">
              <a:ext uri="{FF2B5EF4-FFF2-40B4-BE49-F238E27FC236}">
                <a16:creationId xmlns:a16="http://schemas.microsoft.com/office/drawing/2014/main" id="{49AE48B7-812B-43ED-A74B-32E4FDD6C239}"/>
              </a:ext>
            </a:extLst>
          </p:cNvPr>
          <p:cNvSpPr>
            <a:spLocks xmlns:a="http://schemas.openxmlformats.org/drawingml/2006/main"/>
          </p:cNvSpPr>
          <p:nvPr/>
        </p:nvSpPr>
        <p:spPr>
          <a:xfrm xmlns:a="http://schemas.openxmlformats.org/drawingml/2006/main">
            <a:off x="6616700" y="24384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3-text-6">
            <a:extLst xmlns:a="http://schemas.openxmlformats.org/drawingml/2006/main">
              <a:ext uri="{FF2B5EF4-FFF2-40B4-BE49-F238E27FC236}">
                <a16:creationId xmlns:a16="http://schemas.microsoft.com/office/drawing/2014/main" id="{D4FF6E8D-3539-4D81-9A6A-A13CCC9AA272}"/>
              </a:ext>
            </a:extLst>
          </p:cNvPr>
          <p:cNvSpPr>
            <a:spLocks xmlns:a="http://schemas.openxmlformats.org/drawingml/2006/main"/>
          </p:cNvSpPr>
          <p:nvPr/>
        </p:nvSpPr>
        <p:spPr>
          <a:xfrm xmlns:a="http://schemas.openxmlformats.org/drawingml/2006/main">
            <a:off x="6769100" y="24765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11" name="13-shape-7">
            <a:extLst xmlns:a="http://schemas.openxmlformats.org/drawingml/2006/main">
              <a:ext uri="{FF2B5EF4-FFF2-40B4-BE49-F238E27FC236}">
                <a16:creationId xmlns:a16="http://schemas.microsoft.com/office/drawing/2014/main" id="{E24F2FAF-38F3-47CF-BB98-95E0E7972018}"/>
              </a:ext>
            </a:extLst>
          </p:cNvPr>
          <p:cNvSpPr>
            <a:spLocks xmlns:a="http://schemas.openxmlformats.org/drawingml/2006/main"/>
          </p:cNvSpPr>
          <p:nvPr/>
        </p:nvSpPr>
        <p:spPr>
          <a:xfrm xmlns:a="http://schemas.openxmlformats.org/drawingml/2006/main">
            <a:off x="9461500" y="24384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3-text-8">
            <a:extLst xmlns:a="http://schemas.openxmlformats.org/drawingml/2006/main">
              <a:ext uri="{FF2B5EF4-FFF2-40B4-BE49-F238E27FC236}">
                <a16:creationId xmlns:a16="http://schemas.microsoft.com/office/drawing/2014/main" id="{843A314F-DB86-4687-ACAC-0C826A2FF59A}"/>
              </a:ext>
            </a:extLst>
          </p:cNvPr>
          <p:cNvSpPr>
            <a:spLocks xmlns:a="http://schemas.openxmlformats.org/drawingml/2006/main"/>
          </p:cNvSpPr>
          <p:nvPr/>
        </p:nvSpPr>
        <p:spPr>
          <a:xfrm xmlns:a="http://schemas.openxmlformats.org/drawingml/2006/main">
            <a:off x="9613900" y="24765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13" name="13-shape-9">
            <a:extLst xmlns:a="http://schemas.openxmlformats.org/drawingml/2006/main">
              <a:ext uri="{FF2B5EF4-FFF2-40B4-BE49-F238E27FC236}">
                <a16:creationId xmlns:a16="http://schemas.microsoft.com/office/drawing/2014/main" id="{E3D8DB46-FF05-46A7-A08C-8BA6A2FD1E3C}"/>
              </a:ext>
            </a:extLst>
          </p:cNvPr>
          <p:cNvSpPr>
            <a:spLocks xmlns:a="http://schemas.openxmlformats.org/drawingml/2006/main"/>
          </p:cNvSpPr>
          <p:nvPr/>
        </p:nvSpPr>
        <p:spPr>
          <a:xfrm xmlns:a="http://schemas.openxmlformats.org/drawingml/2006/main">
            <a:off x="6096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4" name="13-text-10">
            <a:extLst xmlns:a="http://schemas.openxmlformats.org/drawingml/2006/main">
              <a:ext uri="{FF2B5EF4-FFF2-40B4-BE49-F238E27FC236}">
                <a16:creationId xmlns:a16="http://schemas.microsoft.com/office/drawing/2014/main" id="{02E0EF09-BCB3-49CB-AB60-2C8CA633BFCF}"/>
              </a:ext>
            </a:extLst>
          </p:cNvPr>
          <p:cNvSpPr>
            <a:spLocks xmlns:a="http://schemas.openxmlformats.org/drawingml/2006/main"/>
          </p:cNvSpPr>
          <p:nvPr/>
        </p:nvSpPr>
        <p:spPr>
          <a:xfrm xmlns:a="http://schemas.openxmlformats.org/drawingml/2006/main">
            <a:off x="8128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15" name="13-text-11">
            <a:extLst xmlns:a="http://schemas.openxmlformats.org/drawingml/2006/main">
              <a:ext uri="{FF2B5EF4-FFF2-40B4-BE49-F238E27FC236}">
                <a16:creationId xmlns:a16="http://schemas.microsoft.com/office/drawing/2014/main" id="{EB35A788-6F0E-490F-B1D7-2CB281ECAA7C}"/>
              </a:ext>
            </a:extLst>
          </p:cNvPr>
          <p:cNvSpPr>
            <a:spLocks xmlns:a="http://schemas.openxmlformats.org/drawingml/2006/main"/>
          </p:cNvSpPr>
          <p:nvPr/>
        </p:nvSpPr>
        <p:spPr>
          <a:xfrm xmlns:a="http://schemas.openxmlformats.org/drawingml/2006/main">
            <a:off x="8128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16" name="13-shape-12">
            <a:extLst xmlns:a="http://schemas.openxmlformats.org/drawingml/2006/main">
              <a:ext uri="{FF2B5EF4-FFF2-40B4-BE49-F238E27FC236}">
                <a16:creationId xmlns:a16="http://schemas.microsoft.com/office/drawing/2014/main" id="{99758007-396A-46C7-BB95-F48FF950B86D}"/>
              </a:ext>
            </a:extLst>
          </p:cNvPr>
          <p:cNvSpPr>
            <a:spLocks xmlns:a="http://schemas.openxmlformats.org/drawingml/2006/main"/>
          </p:cNvSpPr>
          <p:nvPr/>
        </p:nvSpPr>
        <p:spPr>
          <a:xfrm xmlns:a="http://schemas.openxmlformats.org/drawingml/2006/main">
            <a:off x="43688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7" name="13-text-13">
            <a:extLst xmlns:a="http://schemas.openxmlformats.org/drawingml/2006/main">
              <a:ext uri="{FF2B5EF4-FFF2-40B4-BE49-F238E27FC236}">
                <a16:creationId xmlns:a16="http://schemas.microsoft.com/office/drawing/2014/main" id="{00210FE6-1614-4BC9-AD84-E1CE24125E4C}"/>
              </a:ext>
            </a:extLst>
          </p:cNvPr>
          <p:cNvSpPr>
            <a:spLocks xmlns:a="http://schemas.openxmlformats.org/drawingml/2006/main"/>
          </p:cNvSpPr>
          <p:nvPr/>
        </p:nvSpPr>
        <p:spPr>
          <a:xfrm xmlns:a="http://schemas.openxmlformats.org/drawingml/2006/main">
            <a:off x="45720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18" name="13-text-14">
            <a:extLst xmlns:a="http://schemas.openxmlformats.org/drawingml/2006/main">
              <a:ext uri="{FF2B5EF4-FFF2-40B4-BE49-F238E27FC236}">
                <a16:creationId xmlns:a16="http://schemas.microsoft.com/office/drawing/2014/main" id="{74F0169E-207F-44DE-9EA3-8DCF173FFDA5}"/>
              </a:ext>
            </a:extLst>
          </p:cNvPr>
          <p:cNvSpPr>
            <a:spLocks xmlns:a="http://schemas.openxmlformats.org/drawingml/2006/main"/>
          </p:cNvSpPr>
          <p:nvPr/>
        </p:nvSpPr>
        <p:spPr>
          <a:xfrm xmlns:a="http://schemas.openxmlformats.org/drawingml/2006/main">
            <a:off x="45720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19" name="13-shape-15">
            <a:extLst xmlns:a="http://schemas.openxmlformats.org/drawingml/2006/main">
              <a:ext uri="{FF2B5EF4-FFF2-40B4-BE49-F238E27FC236}">
                <a16:creationId xmlns:a16="http://schemas.microsoft.com/office/drawing/2014/main" id="{44B9F131-541B-4275-96A7-A83A531E001A}"/>
              </a:ext>
            </a:extLst>
          </p:cNvPr>
          <p:cNvSpPr>
            <a:spLocks xmlns:a="http://schemas.openxmlformats.org/drawingml/2006/main"/>
          </p:cNvSpPr>
          <p:nvPr/>
        </p:nvSpPr>
        <p:spPr>
          <a:xfrm xmlns:a="http://schemas.openxmlformats.org/drawingml/2006/main">
            <a:off x="81280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0" name="13-text-16">
            <a:extLst xmlns:a="http://schemas.openxmlformats.org/drawingml/2006/main">
              <a:ext uri="{FF2B5EF4-FFF2-40B4-BE49-F238E27FC236}">
                <a16:creationId xmlns:a16="http://schemas.microsoft.com/office/drawing/2014/main" id="{63E5B723-0119-4217-9B7D-E0EB932EF035}"/>
              </a:ext>
            </a:extLst>
          </p:cNvPr>
          <p:cNvSpPr>
            <a:spLocks xmlns:a="http://schemas.openxmlformats.org/drawingml/2006/main"/>
          </p:cNvSpPr>
          <p:nvPr/>
        </p:nvSpPr>
        <p:spPr>
          <a:xfrm xmlns:a="http://schemas.openxmlformats.org/drawingml/2006/main">
            <a:off x="83312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21" name="13-text-17">
            <a:extLst xmlns:a="http://schemas.openxmlformats.org/drawingml/2006/main">
              <a:ext uri="{FF2B5EF4-FFF2-40B4-BE49-F238E27FC236}">
                <a16:creationId xmlns:a16="http://schemas.microsoft.com/office/drawing/2014/main" id="{6DA0411C-A1B1-445D-9D02-BECB45675FBC}"/>
              </a:ext>
            </a:extLst>
          </p:cNvPr>
          <p:cNvSpPr>
            <a:spLocks xmlns:a="http://schemas.openxmlformats.org/drawingml/2006/main"/>
          </p:cNvSpPr>
          <p:nvPr/>
        </p:nvSpPr>
        <p:spPr>
          <a:xfrm xmlns:a="http://schemas.openxmlformats.org/drawingml/2006/main">
            <a:off x="83312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22" name="13-text-18">
            <a:extLst xmlns:a="http://schemas.openxmlformats.org/drawingml/2006/main">
              <a:ext uri="{FF2B5EF4-FFF2-40B4-BE49-F238E27FC236}">
                <a16:creationId xmlns:a16="http://schemas.microsoft.com/office/drawing/2014/main" id="{371A758B-5FD6-46C7-9EDC-A751070CFE1B}"/>
              </a:ext>
            </a:extLst>
          </p:cNvPr>
          <p:cNvSpPr>
            <a:spLocks xmlns:a="http://schemas.openxmlformats.org/drawingml/2006/main"/>
          </p:cNvSpPr>
          <p:nvPr/>
        </p:nvSpPr>
        <p:spPr>
          <a:xfrm xmlns:a="http://schemas.openxmlformats.org/drawingml/2006/main">
            <a:off x="609600" y="508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23" name="13-text-19">
            <a:extLst xmlns:a="http://schemas.openxmlformats.org/drawingml/2006/main">
              <a:ext uri="{FF2B5EF4-FFF2-40B4-BE49-F238E27FC236}">
                <a16:creationId xmlns:a16="http://schemas.microsoft.com/office/drawing/2014/main" id="{A3A6E1B8-D4D1-41F2-8811-23C983A17E96}"/>
              </a:ext>
            </a:extLst>
          </p:cNvPr>
          <p:cNvSpPr>
            <a:spLocks xmlns:a="http://schemas.openxmlformats.org/drawingml/2006/main"/>
          </p:cNvSpPr>
          <p:nvPr/>
        </p:nvSpPr>
        <p:spPr>
          <a:xfrm xmlns:a="http://schemas.openxmlformats.org/drawingml/2006/main">
            <a:off x="609600" y="5562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24" name="13-shape-20">
            <a:extLst xmlns:a="http://schemas.openxmlformats.org/drawingml/2006/main">
              <a:ext uri="{FF2B5EF4-FFF2-40B4-BE49-F238E27FC236}">
                <a16:creationId xmlns:a16="http://schemas.microsoft.com/office/drawing/2014/main" id="{8C206643-5B1B-4922-AE7A-24BDBDF2F6A5}"/>
              </a:ext>
            </a:extLst>
          </p:cNvPr>
          <p:cNvSpPr>
            <a:spLocks xmlns:a="http://schemas.openxmlformats.org/drawingml/2006/main"/>
          </p:cNvSpPr>
          <p:nvPr/>
        </p:nvSpPr>
        <p:spPr>
          <a:xfrm xmlns:a="http://schemas.openxmlformats.org/drawingml/2006/main">
            <a:off x="609600" y="24384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25" name="13-text-21">
            <a:extLst xmlns:a="http://schemas.openxmlformats.org/drawingml/2006/main">
              <a:ext uri="{FF2B5EF4-FFF2-40B4-BE49-F238E27FC236}">
                <a16:creationId xmlns:a16="http://schemas.microsoft.com/office/drawing/2014/main" id="{F7338D66-2947-4837-8CCF-A2D19C21CE8C}"/>
              </a:ext>
            </a:extLst>
          </p:cNvPr>
          <p:cNvSpPr>
            <a:spLocks xmlns:a="http://schemas.openxmlformats.org/drawingml/2006/main"/>
          </p:cNvSpPr>
          <p:nvPr/>
        </p:nvSpPr>
        <p:spPr>
          <a:xfrm xmlns:a="http://schemas.openxmlformats.org/drawingml/2006/main">
            <a:off x="812800" y="25908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26" name="13-text-22">
            <a:extLst xmlns:a="http://schemas.openxmlformats.org/drawingml/2006/main">
              <a:ext uri="{FF2B5EF4-FFF2-40B4-BE49-F238E27FC236}">
                <a16:creationId xmlns:a16="http://schemas.microsoft.com/office/drawing/2014/main" id="{BA9ADF9B-752A-4F83-9FA4-CD6DACE18BF9}"/>
              </a:ext>
            </a:extLst>
          </p:cNvPr>
          <p:cNvSpPr>
            <a:spLocks xmlns:a="http://schemas.openxmlformats.org/drawingml/2006/main"/>
          </p:cNvSpPr>
          <p:nvPr/>
        </p:nvSpPr>
        <p:spPr>
          <a:xfrm xmlns:a="http://schemas.openxmlformats.org/drawingml/2006/main">
            <a:off x="812800" y="29718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27" name="13-shape-23">
            <a:extLst xmlns:a="http://schemas.openxmlformats.org/drawingml/2006/main">
              <a:ext uri="{FF2B5EF4-FFF2-40B4-BE49-F238E27FC236}">
                <a16:creationId xmlns:a16="http://schemas.microsoft.com/office/drawing/2014/main" id="{E01AAF0B-E2DC-48C0-A591-982C7D7046C4}"/>
              </a:ext>
            </a:extLst>
          </p:cNvPr>
          <p:cNvSpPr>
            <a:spLocks xmlns:a="http://schemas.openxmlformats.org/drawingml/2006/main"/>
          </p:cNvSpPr>
          <p:nvPr/>
        </p:nvSpPr>
        <p:spPr>
          <a:xfrm xmlns:a="http://schemas.openxmlformats.org/drawingml/2006/main">
            <a:off x="609600" y="44196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28" name="13-text-24">
            <a:extLst xmlns:a="http://schemas.openxmlformats.org/drawingml/2006/main">
              <a:ext uri="{FF2B5EF4-FFF2-40B4-BE49-F238E27FC236}">
                <a16:creationId xmlns:a16="http://schemas.microsoft.com/office/drawing/2014/main" id="{05D3A38F-8588-47DF-93BC-B13E289EBA4A}"/>
              </a:ext>
            </a:extLst>
          </p:cNvPr>
          <p:cNvSpPr>
            <a:spLocks xmlns:a="http://schemas.openxmlformats.org/drawingml/2006/main"/>
          </p:cNvSpPr>
          <p:nvPr/>
        </p:nvSpPr>
        <p:spPr>
          <a:xfrm xmlns:a="http://schemas.openxmlformats.org/drawingml/2006/main">
            <a:off x="812800" y="4572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29" name="13-text-25">
            <a:extLst xmlns:a="http://schemas.openxmlformats.org/drawingml/2006/main">
              <a:ext uri="{FF2B5EF4-FFF2-40B4-BE49-F238E27FC236}">
                <a16:creationId xmlns:a16="http://schemas.microsoft.com/office/drawing/2014/main" id="{79D7BAA0-3240-485F-A5D4-F6EE053291AA}"/>
              </a:ext>
            </a:extLst>
          </p:cNvPr>
          <p:cNvSpPr>
            <a:spLocks xmlns:a="http://schemas.openxmlformats.org/drawingml/2006/main"/>
          </p:cNvSpPr>
          <p:nvPr/>
        </p:nvSpPr>
        <p:spPr>
          <a:xfrm xmlns:a="http://schemas.openxmlformats.org/drawingml/2006/main">
            <a:off x="812800" y="49530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30" name="13-shape-26">
            <a:extLst xmlns:a="http://schemas.openxmlformats.org/drawingml/2006/main">
              <a:ext uri="{FF2B5EF4-FFF2-40B4-BE49-F238E27FC236}">
                <a16:creationId xmlns:a16="http://schemas.microsoft.com/office/drawing/2014/main" id="{0F1970D7-F097-43CC-A4C5-1997317263F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3-shape-27">
            <a:extLst xmlns:a="http://schemas.openxmlformats.org/drawingml/2006/main">
              <a:ext uri="{FF2B5EF4-FFF2-40B4-BE49-F238E27FC236}">
                <a16:creationId xmlns:a16="http://schemas.microsoft.com/office/drawing/2014/main" id="{89AD2A78-0193-4DA7-AC8A-F466F46160D6}"/>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3-text-28">
            <a:extLst xmlns:a="http://schemas.openxmlformats.org/drawingml/2006/main">
              <a:ext uri="{FF2B5EF4-FFF2-40B4-BE49-F238E27FC236}">
                <a16:creationId xmlns:a16="http://schemas.microsoft.com/office/drawing/2014/main" id="{EECD7F0B-8FFE-4AD4-882E-93F39FA162D1}"/>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3-text-29">
            <a:extLst xmlns:a="http://schemas.openxmlformats.org/drawingml/2006/main">
              <a:ext uri="{FF2B5EF4-FFF2-40B4-BE49-F238E27FC236}">
                <a16:creationId xmlns:a16="http://schemas.microsoft.com/office/drawing/2014/main" id="{49D04E04-013B-4D90-93C5-5AE96B2E9FB0}"/>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Tree>
    <p:extLst>
      <p:ext uri="{BB962C8B-B14F-4D97-AF65-F5344CB8AC3E}">
        <p14:creationId xmlns:p14="http://schemas.microsoft.com/office/powerpoint/2010/main" val="43474394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fill="hold"/>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fill="hold"/>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fill="hold"/>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fill="hold"/>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fill="hold"/>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fill="hold"/>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fill="hold"/>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fill="hold"/>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fill="hold"/>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200" fill="hold"/>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200" fill="hold"/>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200" fill="hold"/>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200" fill="hold"/>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200" fill="hold"/>
                                        <p:tgtEl>
                                          <p:spTgt spid="21"/>
                                        </p:tgtEl>
                                      </p:cBhvr>
                                    </p:animEffect>
                                  </p:childTnLst>
                                </p:cTn>
                              </p:par>
                              <p:par>
                                <p:cTn id="58" presetID="1"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5"/>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8"/>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0"/>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11"/>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12"/>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13"/>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14"/>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15"/>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6"/>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17"/>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8"/>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9"/>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20"/>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21"/>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22"/>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23"/>
                                        </p:tgtEl>
                                        <p:attrNameLst>
                                          <p:attrName>style.visibility</p:attrName>
                                        </p:attrNameLst>
                                      </p:cBhvr>
                                      <p:to>
                                        <p:strVal val="hidden"/>
                                      </p:to>
                                    </p:set>
                                  </p:childTnLst>
                                </p:cTn>
                              </p:par>
                              <p:par>
                                <p:cTn id="102" presetID="10" presetClass="entr" presetSubtype="0" fill="hold"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200" fill="hold"/>
                                        <p:tgtEl>
                                          <p:spTgt spid="24"/>
                                        </p:tgtEl>
                                      </p:cBhvr>
                                    </p:animEffect>
                                  </p:childTnLst>
                                </p:cTn>
                              </p:par>
                              <p:par>
                                <p:cTn id="105" presetID="10" presetClass="entr" presetSubtype="0"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200" fill="hold"/>
                                        <p:tgtEl>
                                          <p:spTgt spid="25"/>
                                        </p:tgtEl>
                                      </p:cBhvr>
                                    </p:animEffect>
                                  </p:childTnLst>
                                </p:cTn>
                              </p:par>
                              <p:par>
                                <p:cTn id="108" presetID="10"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200" fill="hold"/>
                                        <p:tgtEl>
                                          <p:spTgt spid="26"/>
                                        </p:tgtEl>
                                      </p:cBhvr>
                                    </p:animEffect>
                                  </p:childTnLst>
                                </p:cTn>
                              </p:par>
                              <p:par>
                                <p:cTn id="111" presetID="10" presetClass="entr" presetSubtype="0" fill="hold" nodeType="withEffect">
                                  <p:stCondLst>
                                    <p:cond delay="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200" fill="hold"/>
                                        <p:tgtEl>
                                          <p:spTgt spid="27"/>
                                        </p:tgtEl>
                                      </p:cBhvr>
                                    </p:animEffect>
                                  </p:childTnLst>
                                </p:cTn>
                              </p:par>
                              <p:par>
                                <p:cTn id="114" presetID="10" presetClass="entr" presetSubtype="0" fill="hold" nodeType="withEffect">
                                  <p:stCondLst>
                                    <p:cond delay="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200" fill="hold"/>
                                        <p:tgtEl>
                                          <p:spTgt spid="28"/>
                                        </p:tgtEl>
                                      </p:cBhvr>
                                    </p:animEffect>
                                  </p:childTnLst>
                                </p:cTn>
                              </p:par>
                              <p:par>
                                <p:cTn id="117" presetID="10"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200" fill="hold"/>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300" fill="hold"/>
                                        <p:tgtEl>
                                          <p:spTgt spid="30"/>
                                        </p:tgtEl>
                                      </p:cBhvr>
                                    </p:animEffect>
                                  </p:childTnLst>
                                </p:cTn>
                              </p:par>
                              <p:par>
                                <p:cTn id="125" presetID="10" presetClass="entr" presetSubtype="0" fill="hold" nodeType="withEffect">
                                  <p:stCondLst>
                                    <p:cond delay="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00" fill="hold"/>
                                        <p:tgtEl>
                                          <p:spTgt spid="31"/>
                                        </p:tgtEl>
                                      </p:cBhvr>
                                    </p:animEffect>
                                  </p:childTnLst>
                                </p:cTn>
                              </p:par>
                              <p:par>
                                <p:cTn id="128" presetID="10" presetClass="entr" presetSubtype="0" fill="hold" nodeType="withEffect">
                                  <p:stCondLst>
                                    <p:cond delay="0"/>
                                  </p:stCondLst>
                                  <p:childTnLst>
                                    <p:set>
                                      <p:cBhvr>
                                        <p:cTn id="129" dur="1" fill="hold">
                                          <p:stCondLst>
                                            <p:cond delay="0"/>
                                          </p:stCondLst>
                                        </p:cTn>
                                        <p:tgtEl>
                                          <p:spTgt spid="32"/>
                                        </p:tgtEl>
                                        <p:attrNameLst>
                                          <p:attrName>style.visibility</p:attrName>
                                        </p:attrNameLst>
                                      </p:cBhvr>
                                      <p:to>
                                        <p:strVal val="visible"/>
                                      </p:to>
                                    </p:set>
                                    <p:animEffect transition="in" filter="fade">
                                      <p:cBhvr>
                                        <p:cTn id="130" dur="300" fill="hold"/>
                                        <p:tgtEl>
                                          <p:spTgt spid="32"/>
                                        </p:tgtEl>
                                      </p:cBhvr>
                                    </p:animEffect>
                                  </p:childTnLst>
                                </p:cTn>
                              </p:par>
                              <p:par>
                                <p:cTn id="131" presetID="10" presetClass="entr" presetSubtype="0" fill="hold" nodeType="with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 name="!!area-header">
            <a:extLst xmlns:a="http://schemas.openxmlformats.org/drawingml/2006/main">
              <a:ext uri="{FF2B5EF4-FFF2-40B4-BE49-F238E27FC236}">
                <a16:creationId xmlns:a16="http://schemas.microsoft.com/office/drawing/2014/main" id="{8E3FB75E-9263-47F6-8E5F-140B0B02EA9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1BE05127-EF70-44E7-976D-80A148701A7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 name="!!area-beat">
            <a:extLst xmlns:a="http://schemas.openxmlformats.org/drawingml/2006/main">
              <a:ext uri="{FF2B5EF4-FFF2-40B4-BE49-F238E27FC236}">
                <a16:creationId xmlns:a16="http://schemas.microsoft.com/office/drawing/2014/main" id="{4F46F340-72E2-4D0E-B67F-5BE66792800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76DB1351-AA1A-4F25-B4B2-447D5665DF1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4-shape-1">
            <a:extLst xmlns:a="http://schemas.openxmlformats.org/drawingml/2006/main">
              <a:ext uri="{FF2B5EF4-FFF2-40B4-BE49-F238E27FC236}">
                <a16:creationId xmlns:a16="http://schemas.microsoft.com/office/drawing/2014/main" id="{963ABEDB-04F1-43DA-A279-7F998A8BD5D4}"/>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4-text-2">
            <a:extLst xmlns:a="http://schemas.openxmlformats.org/drawingml/2006/main">
              <a:ext uri="{FF2B5EF4-FFF2-40B4-BE49-F238E27FC236}">
                <a16:creationId xmlns:a16="http://schemas.microsoft.com/office/drawing/2014/main" id="{61B21F8D-3DF3-4D0E-ACC0-E1279DDDDDDD}"/>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7" name="14-shape-3">
            <a:extLst xmlns:a="http://schemas.openxmlformats.org/drawingml/2006/main">
              <a:ext uri="{FF2B5EF4-FFF2-40B4-BE49-F238E27FC236}">
                <a16:creationId xmlns:a16="http://schemas.microsoft.com/office/drawing/2014/main" id="{65BB2941-41B8-4682-B6CC-95F1C110CBEE}"/>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4-text-4">
            <a:extLst xmlns:a="http://schemas.openxmlformats.org/drawingml/2006/main">
              <a:ext uri="{FF2B5EF4-FFF2-40B4-BE49-F238E27FC236}">
                <a16:creationId xmlns:a16="http://schemas.microsoft.com/office/drawing/2014/main" id="{CD7908FC-5002-4E04-A5B2-8061417F5C7F}"/>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9" name="14-shape-5">
            <a:extLst xmlns:a="http://schemas.openxmlformats.org/drawingml/2006/main">
              <a:ext uri="{FF2B5EF4-FFF2-40B4-BE49-F238E27FC236}">
                <a16:creationId xmlns:a16="http://schemas.microsoft.com/office/drawing/2014/main" id="{528B1756-881D-4D66-B697-C0212CFD4D7D}"/>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4-text-6">
            <a:extLst xmlns:a="http://schemas.openxmlformats.org/drawingml/2006/main">
              <a:ext uri="{FF2B5EF4-FFF2-40B4-BE49-F238E27FC236}">
                <a16:creationId xmlns:a16="http://schemas.microsoft.com/office/drawing/2014/main" id="{27924B23-F880-4C59-84BD-8B5FB3EE71D7}"/>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11" name="14-shape-7">
            <a:extLst xmlns:a="http://schemas.openxmlformats.org/drawingml/2006/main">
              <a:ext uri="{FF2B5EF4-FFF2-40B4-BE49-F238E27FC236}">
                <a16:creationId xmlns:a16="http://schemas.microsoft.com/office/drawing/2014/main" id="{D4C80C8C-5248-4C7D-BF1D-CBD446B5BBBE}"/>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2" name="14-text-8">
            <a:extLst xmlns:a="http://schemas.openxmlformats.org/drawingml/2006/main">
              <a:ext uri="{FF2B5EF4-FFF2-40B4-BE49-F238E27FC236}">
                <a16:creationId xmlns:a16="http://schemas.microsoft.com/office/drawing/2014/main" id="{F29C93C2-F62E-4BA1-AB7C-6A5986FB103F}"/>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13" name="14-shape-9">
            <a:extLst xmlns:a="http://schemas.openxmlformats.org/drawingml/2006/main">
              <a:ext uri="{FF2B5EF4-FFF2-40B4-BE49-F238E27FC236}">
                <a16:creationId xmlns:a16="http://schemas.microsoft.com/office/drawing/2014/main" id="{B7AF2D36-9524-4375-9998-BFAE5E44A7E2}"/>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4" name="14-text-10">
            <a:extLst xmlns:a="http://schemas.openxmlformats.org/drawingml/2006/main">
              <a:ext uri="{FF2B5EF4-FFF2-40B4-BE49-F238E27FC236}">
                <a16:creationId xmlns:a16="http://schemas.microsoft.com/office/drawing/2014/main" id="{674398E3-AD2F-4139-934A-961289F8AAF9}"/>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15" name="14-shape-11">
            <a:extLst xmlns:a="http://schemas.openxmlformats.org/drawingml/2006/main">
              <a:ext uri="{FF2B5EF4-FFF2-40B4-BE49-F238E27FC236}">
                <a16:creationId xmlns:a16="http://schemas.microsoft.com/office/drawing/2014/main" id="{E03C7788-C954-4B43-A25A-602338FC6528}"/>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6" name="14-text-12">
            <a:extLst xmlns:a="http://schemas.openxmlformats.org/drawingml/2006/main">
              <a:ext uri="{FF2B5EF4-FFF2-40B4-BE49-F238E27FC236}">
                <a16:creationId xmlns:a16="http://schemas.microsoft.com/office/drawing/2014/main" id="{BCF0C390-B5D6-43DD-9F14-545E1FD9298A}"/>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17" name="14-text-13">
            <a:extLst xmlns:a="http://schemas.openxmlformats.org/drawingml/2006/main">
              <a:ext uri="{FF2B5EF4-FFF2-40B4-BE49-F238E27FC236}">
                <a16:creationId xmlns:a16="http://schemas.microsoft.com/office/drawing/2014/main" id="{F9436006-3E4D-425A-8D86-08B985BD9B48}"/>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18" name="14-text-14">
            <a:extLst xmlns:a="http://schemas.openxmlformats.org/drawingml/2006/main">
              <a:ext uri="{FF2B5EF4-FFF2-40B4-BE49-F238E27FC236}">
                <a16:creationId xmlns:a16="http://schemas.microsoft.com/office/drawing/2014/main" id="{B6ED7E25-90A8-4670-AF3D-B130A24AD6E5}"/>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19" name="14-text-15">
            <a:extLst xmlns:a="http://schemas.openxmlformats.org/drawingml/2006/main">
              <a:ext uri="{FF2B5EF4-FFF2-40B4-BE49-F238E27FC236}">
                <a16:creationId xmlns:a16="http://schemas.microsoft.com/office/drawing/2014/main" id="{165B99B7-D64D-4C73-906A-A946FA58CB80}"/>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0" name="14-line-17">
            <a:extLst xmlns:a="http://schemas.openxmlformats.org/drawingml/2006/main">
              <a:ext uri="{FF2B5EF4-FFF2-40B4-BE49-F238E27FC236}">
                <a16:creationId xmlns:a16="http://schemas.microsoft.com/office/drawing/2014/main" id="{58DD011B-01CF-4DF0-A7DB-A63F87E0DFE0}"/>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1" name="14-line-19">
            <a:extLst xmlns:a="http://schemas.openxmlformats.org/drawingml/2006/main">
              <a:ext uri="{FF2B5EF4-FFF2-40B4-BE49-F238E27FC236}">
                <a16:creationId xmlns:a16="http://schemas.microsoft.com/office/drawing/2014/main" id="{AB1C768C-3291-4768-9D52-F086FB00C897}"/>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 name="14-line-21">
            <a:extLst xmlns:a="http://schemas.openxmlformats.org/drawingml/2006/main">
              <a:ext uri="{FF2B5EF4-FFF2-40B4-BE49-F238E27FC236}">
                <a16:creationId xmlns:a16="http://schemas.microsoft.com/office/drawing/2014/main" id="{22E6AF2C-A0B7-4BD5-9411-316271D678D5}"/>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Tree>
    <p:extLst>
      <p:ext uri="{BB962C8B-B14F-4D97-AF65-F5344CB8AC3E}">
        <p14:creationId xmlns:p14="http://schemas.microsoft.com/office/powerpoint/2010/main" val="628921406"/>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AC5A45A9-3A95-4095-B324-FA7F181BF7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4560c2c7352349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D0CCBE9D-D8FA-43C3-A77B-D96CB3ECF2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4b-text-1">
            <a:extLst xmlns:a="http://schemas.openxmlformats.org/drawingml/2006/main">
              <a:ext uri="{FF2B5EF4-FFF2-40B4-BE49-F238E27FC236}">
                <a16:creationId xmlns:a16="http://schemas.microsoft.com/office/drawing/2014/main" id="{FE34C04F-92C0-43FD-BB34-4A1EED6A8EA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5" name="14b-text-2">
            <a:extLst xmlns:a="http://schemas.openxmlformats.org/drawingml/2006/main">
              <a:ext uri="{FF2B5EF4-FFF2-40B4-BE49-F238E27FC236}">
                <a16:creationId xmlns:a16="http://schemas.microsoft.com/office/drawing/2014/main" id="{54FFAD28-AE92-471A-B916-CA0C2BA0808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6" name="14b-text-3">
            <a:extLst xmlns:a="http://schemas.openxmlformats.org/drawingml/2006/main">
              <a:ext uri="{FF2B5EF4-FFF2-40B4-BE49-F238E27FC236}">
                <a16:creationId xmlns:a16="http://schemas.microsoft.com/office/drawing/2014/main" id="{AA67C484-CD17-4CD2-B87C-C5C805190A03}"/>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7" name="14b-text-4">
            <a:extLst xmlns:a="http://schemas.openxmlformats.org/drawingml/2006/main">
              <a:ext uri="{FF2B5EF4-FFF2-40B4-BE49-F238E27FC236}">
                <a16:creationId xmlns:a16="http://schemas.microsoft.com/office/drawing/2014/main" id="{FABEE8BC-1C5B-43E6-B823-2DA7D3B31F92}"/>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8" name="14b-text-5">
            <a:extLst xmlns:a="http://schemas.openxmlformats.org/drawingml/2006/main">
              <a:ext uri="{FF2B5EF4-FFF2-40B4-BE49-F238E27FC236}">
                <a16:creationId xmlns:a16="http://schemas.microsoft.com/office/drawing/2014/main" id="{DB2BDAA3-8AEE-4637-8A79-68D39E05051F}"/>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9" name="14b-text-6">
            <a:extLst xmlns:a="http://schemas.openxmlformats.org/drawingml/2006/main">
              <a:ext uri="{FF2B5EF4-FFF2-40B4-BE49-F238E27FC236}">
                <a16:creationId xmlns:a16="http://schemas.microsoft.com/office/drawing/2014/main" id="{F9F7C137-7BBC-4265-A2C0-E2A6B5015BA5}"/>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10" name="14b-text-7">
            <a:extLst xmlns:a="http://schemas.openxmlformats.org/drawingml/2006/main">
              <a:ext uri="{FF2B5EF4-FFF2-40B4-BE49-F238E27FC236}">
                <a16:creationId xmlns:a16="http://schemas.microsoft.com/office/drawing/2014/main" id="{CB174EA2-9318-447E-A59C-04CD57F685B8}"/>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11" name="14b-text-8">
            <a:extLst xmlns:a="http://schemas.openxmlformats.org/drawingml/2006/main">
              <a:ext uri="{FF2B5EF4-FFF2-40B4-BE49-F238E27FC236}">
                <a16:creationId xmlns:a16="http://schemas.microsoft.com/office/drawing/2014/main" id="{13819988-9696-474C-9518-D173CB81150F}"/>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12" name="14b-text-9">
            <a:extLst xmlns:a="http://schemas.openxmlformats.org/drawingml/2006/main">
              <a:ext uri="{FF2B5EF4-FFF2-40B4-BE49-F238E27FC236}">
                <a16:creationId xmlns:a16="http://schemas.microsoft.com/office/drawing/2014/main" id="{EFE87A9E-33CE-45A2-9666-8EDF5A4EAA5C}"/>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13" name="14b-text-10">
            <a:extLst xmlns:a="http://schemas.openxmlformats.org/drawingml/2006/main">
              <a:ext uri="{FF2B5EF4-FFF2-40B4-BE49-F238E27FC236}">
                <a16:creationId xmlns:a16="http://schemas.microsoft.com/office/drawing/2014/main" id="{4A273AC8-88B8-461A-8BA3-4BD9433A7457}"/>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14" name="14b-text-11">
            <a:extLst xmlns:a="http://schemas.openxmlformats.org/drawingml/2006/main">
              <a:ext uri="{FF2B5EF4-FFF2-40B4-BE49-F238E27FC236}">
                <a16:creationId xmlns:a16="http://schemas.microsoft.com/office/drawing/2014/main" id="{73A82A07-BDA5-45DE-A104-9FF703950647}"/>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15" name="14b-text-12">
            <a:extLst xmlns:a="http://schemas.openxmlformats.org/drawingml/2006/main">
              <a:ext uri="{FF2B5EF4-FFF2-40B4-BE49-F238E27FC236}">
                <a16:creationId xmlns:a16="http://schemas.microsoft.com/office/drawing/2014/main" id="{9BD84B91-7F4B-44A2-B498-60F72E72C119}"/>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16" name="14b-text-13">
            <a:extLst xmlns:a="http://schemas.openxmlformats.org/drawingml/2006/main">
              <a:ext uri="{FF2B5EF4-FFF2-40B4-BE49-F238E27FC236}">
                <a16:creationId xmlns:a16="http://schemas.microsoft.com/office/drawing/2014/main" id="{1A62F9EB-3734-4C1D-951E-F0E402617931}"/>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17" name="14b-text-14">
            <a:extLst xmlns:a="http://schemas.openxmlformats.org/drawingml/2006/main">
              <a:ext uri="{FF2B5EF4-FFF2-40B4-BE49-F238E27FC236}">
                <a16:creationId xmlns:a16="http://schemas.microsoft.com/office/drawing/2014/main" id="{01576579-6A6E-4D4E-8F57-17D21444A741}"/>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18" name="14b-text-15">
            <a:extLst xmlns:a="http://schemas.openxmlformats.org/drawingml/2006/main">
              <a:ext uri="{FF2B5EF4-FFF2-40B4-BE49-F238E27FC236}">
                <a16:creationId xmlns:a16="http://schemas.microsoft.com/office/drawing/2014/main" id="{D897BEDF-660D-4572-9089-C9C5E7248413}"/>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19" name="14b-text-16">
            <a:extLst xmlns:a="http://schemas.openxmlformats.org/drawingml/2006/main">
              <a:ext uri="{FF2B5EF4-FFF2-40B4-BE49-F238E27FC236}">
                <a16:creationId xmlns:a16="http://schemas.microsoft.com/office/drawing/2014/main" id="{E79FD92C-055F-4B9B-9600-52DFE071E13D}"/>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Tree>
    <p:extLst>
      <p:ext uri="{BB962C8B-B14F-4D97-AF65-F5344CB8AC3E}">
        <p14:creationId xmlns:p14="http://schemas.microsoft.com/office/powerpoint/2010/main" val="141775099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E11E8050-E75A-4A8F-8C34-0D8CB6092B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b19853292bf64c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F075F419-CFF9-40FE-A352-C6762320C5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4" name="header-divider">
            <a:extLst xmlns:a="http://schemas.openxmlformats.org/drawingml/2006/main">
              <a:ext uri="{FF2B5EF4-FFF2-40B4-BE49-F238E27FC236}">
                <a16:creationId xmlns:a16="http://schemas.microsoft.com/office/drawing/2014/main" id="{B3C36F5C-0DC7-4D5C-92B6-C39BEA1277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9" name="15-table-1"/>
          <p:cNvGraphicFramePr/>
          <p:nvPr/>
        </p:nvGraphicFramePr>
        <p:xfrm>
          <a:off xmlns:a="http://schemas.openxmlformats.org/drawingml/2006/main" x="609600" y="24384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5-shape-2">
            <a:extLst xmlns:a="http://schemas.openxmlformats.org/drawingml/2006/main">
              <a:ext uri="{FF2B5EF4-FFF2-40B4-BE49-F238E27FC236}">
                <a16:creationId xmlns:a16="http://schemas.microsoft.com/office/drawing/2014/main" id="{C2C2D182-4F02-4667-AE53-80BEC139E893}"/>
              </a:ext>
            </a:extLst>
          </p:cNvPr>
          <p:cNvSpPr>
            <a:spLocks xmlns:a="http://schemas.openxmlformats.org/drawingml/2006/main"/>
          </p:cNvSpPr>
          <p:nvPr/>
        </p:nvSpPr>
        <p:spPr>
          <a:xfrm xmlns:a="http://schemas.openxmlformats.org/drawingml/2006/main">
            <a:off x="609600" y="4140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5-text-3">
            <a:extLst xmlns:a="http://schemas.openxmlformats.org/drawingml/2006/main">
              <a:ext uri="{FF2B5EF4-FFF2-40B4-BE49-F238E27FC236}">
                <a16:creationId xmlns:a16="http://schemas.microsoft.com/office/drawing/2014/main" id="{99863792-0B1D-42C8-9C38-A3F6EAF64AE6}"/>
              </a:ext>
            </a:extLst>
          </p:cNvPr>
          <p:cNvSpPr>
            <a:spLocks xmlns:a="http://schemas.openxmlformats.org/drawingml/2006/main"/>
          </p:cNvSpPr>
          <p:nvPr/>
        </p:nvSpPr>
        <p:spPr>
          <a:xfrm xmlns:a="http://schemas.openxmlformats.org/drawingml/2006/main">
            <a:off x="762000" y="4178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8" name="15-shape-4">
            <a:extLst xmlns:a="http://schemas.openxmlformats.org/drawingml/2006/main">
              <a:ext uri="{FF2B5EF4-FFF2-40B4-BE49-F238E27FC236}">
                <a16:creationId xmlns:a16="http://schemas.microsoft.com/office/drawing/2014/main" id="{980BAA20-B19D-4773-ADE3-F2C3A77128E6}"/>
              </a:ext>
            </a:extLst>
          </p:cNvPr>
          <p:cNvSpPr>
            <a:spLocks xmlns:a="http://schemas.openxmlformats.org/drawingml/2006/main"/>
          </p:cNvSpPr>
          <p:nvPr/>
        </p:nvSpPr>
        <p:spPr>
          <a:xfrm xmlns:a="http://schemas.openxmlformats.org/drawingml/2006/main">
            <a:off x="2019300" y="41402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5-text-5">
            <a:extLst xmlns:a="http://schemas.openxmlformats.org/drawingml/2006/main">
              <a:ext uri="{FF2B5EF4-FFF2-40B4-BE49-F238E27FC236}">
                <a16:creationId xmlns:a16="http://schemas.microsoft.com/office/drawing/2014/main" id="{520CF347-26D6-4802-B4FE-7966C4AD5AB4}"/>
              </a:ext>
            </a:extLst>
          </p:cNvPr>
          <p:cNvSpPr>
            <a:spLocks xmlns:a="http://schemas.openxmlformats.org/drawingml/2006/main"/>
          </p:cNvSpPr>
          <p:nvPr/>
        </p:nvSpPr>
        <p:spPr>
          <a:xfrm xmlns:a="http://schemas.openxmlformats.org/drawingml/2006/main">
            <a:off x="2171700" y="41783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10" name="15-shape-6">
            <a:extLst xmlns:a="http://schemas.openxmlformats.org/drawingml/2006/main">
              <a:ext uri="{FF2B5EF4-FFF2-40B4-BE49-F238E27FC236}">
                <a16:creationId xmlns:a16="http://schemas.microsoft.com/office/drawing/2014/main" id="{B37276D0-F498-4D31-9440-78D76FFE1DDC}"/>
              </a:ext>
            </a:extLst>
          </p:cNvPr>
          <p:cNvSpPr>
            <a:spLocks xmlns:a="http://schemas.openxmlformats.org/drawingml/2006/main"/>
          </p:cNvSpPr>
          <p:nvPr/>
        </p:nvSpPr>
        <p:spPr>
          <a:xfrm xmlns:a="http://schemas.openxmlformats.org/drawingml/2006/main">
            <a:off x="3302000" y="41402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5-text-7">
            <a:extLst xmlns:a="http://schemas.openxmlformats.org/drawingml/2006/main">
              <a:ext uri="{FF2B5EF4-FFF2-40B4-BE49-F238E27FC236}">
                <a16:creationId xmlns:a16="http://schemas.microsoft.com/office/drawing/2014/main" id="{F8D9FF69-5552-48AA-8787-C9D1ED017724}"/>
              </a:ext>
            </a:extLst>
          </p:cNvPr>
          <p:cNvSpPr>
            <a:spLocks xmlns:a="http://schemas.openxmlformats.org/drawingml/2006/main"/>
          </p:cNvSpPr>
          <p:nvPr/>
        </p:nvSpPr>
        <p:spPr>
          <a:xfrm xmlns:a="http://schemas.openxmlformats.org/drawingml/2006/main">
            <a:off x="3454400" y="41783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12" name="15-shape-8">
            <a:extLst xmlns:a="http://schemas.openxmlformats.org/drawingml/2006/main">
              <a:ext uri="{FF2B5EF4-FFF2-40B4-BE49-F238E27FC236}">
                <a16:creationId xmlns:a16="http://schemas.microsoft.com/office/drawing/2014/main" id="{AD5FCA40-713F-4BF0-9CB7-9A587FA545FE}"/>
              </a:ext>
            </a:extLst>
          </p:cNvPr>
          <p:cNvSpPr>
            <a:spLocks xmlns:a="http://schemas.openxmlformats.org/drawingml/2006/main"/>
          </p:cNvSpPr>
          <p:nvPr/>
        </p:nvSpPr>
        <p:spPr>
          <a:xfrm xmlns:a="http://schemas.openxmlformats.org/drawingml/2006/main">
            <a:off x="5295900" y="41402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15-text-9">
            <a:extLst xmlns:a="http://schemas.openxmlformats.org/drawingml/2006/main">
              <a:ext uri="{FF2B5EF4-FFF2-40B4-BE49-F238E27FC236}">
                <a16:creationId xmlns:a16="http://schemas.microsoft.com/office/drawing/2014/main" id="{83F87DA6-226A-454F-808C-0FC4E2E657EB}"/>
              </a:ext>
            </a:extLst>
          </p:cNvPr>
          <p:cNvSpPr>
            <a:spLocks xmlns:a="http://schemas.openxmlformats.org/drawingml/2006/main"/>
          </p:cNvSpPr>
          <p:nvPr/>
        </p:nvSpPr>
        <p:spPr>
          <a:xfrm xmlns:a="http://schemas.openxmlformats.org/drawingml/2006/main">
            <a:off x="5448300" y="41783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14" name="15-shape-10">
            <a:extLst xmlns:a="http://schemas.openxmlformats.org/drawingml/2006/main">
              <a:ext uri="{FF2B5EF4-FFF2-40B4-BE49-F238E27FC236}">
                <a16:creationId xmlns:a16="http://schemas.microsoft.com/office/drawing/2014/main" id="{A5CEA648-32B3-4D6A-BBC1-E28E9061C282}"/>
              </a:ext>
            </a:extLst>
          </p:cNvPr>
          <p:cNvSpPr>
            <a:spLocks xmlns:a="http://schemas.openxmlformats.org/drawingml/2006/main"/>
          </p:cNvSpPr>
          <p:nvPr/>
        </p:nvSpPr>
        <p:spPr>
          <a:xfrm xmlns:a="http://schemas.openxmlformats.org/drawingml/2006/main">
            <a:off x="8572500" y="41402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15-text-11">
            <a:extLst xmlns:a="http://schemas.openxmlformats.org/drawingml/2006/main">
              <a:ext uri="{FF2B5EF4-FFF2-40B4-BE49-F238E27FC236}">
                <a16:creationId xmlns:a16="http://schemas.microsoft.com/office/drawing/2014/main" id="{DEECAEB5-F68F-4D55-8F9A-426CC98DE6E0}"/>
              </a:ext>
            </a:extLst>
          </p:cNvPr>
          <p:cNvSpPr>
            <a:spLocks xmlns:a="http://schemas.openxmlformats.org/drawingml/2006/main"/>
          </p:cNvSpPr>
          <p:nvPr/>
        </p:nvSpPr>
        <p:spPr>
          <a:xfrm xmlns:a="http://schemas.openxmlformats.org/drawingml/2006/main">
            <a:off x="8724900" y="41783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16" name="15-text-12">
            <a:extLst xmlns:a="http://schemas.openxmlformats.org/drawingml/2006/main">
              <a:ext uri="{FF2B5EF4-FFF2-40B4-BE49-F238E27FC236}">
                <a16:creationId xmlns:a16="http://schemas.microsoft.com/office/drawing/2014/main" id="{97EBD5FD-FCB9-4E6C-953A-5B7C0E9CAB51}"/>
              </a:ext>
            </a:extLst>
          </p:cNvPr>
          <p:cNvSpPr>
            <a:spLocks xmlns:a="http://schemas.openxmlformats.org/drawingml/2006/main"/>
          </p:cNvSpPr>
          <p:nvPr/>
        </p:nvSpPr>
        <p:spPr>
          <a:xfrm xmlns:a="http://schemas.openxmlformats.org/drawingml/2006/main">
            <a:off x="609600" y="24384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17" name="15-text-13">
            <a:extLst xmlns:a="http://schemas.openxmlformats.org/drawingml/2006/main">
              <a:ext uri="{FF2B5EF4-FFF2-40B4-BE49-F238E27FC236}">
                <a16:creationId xmlns:a16="http://schemas.microsoft.com/office/drawing/2014/main" id="{ECF85C76-6DCB-4232-BA8A-38DD72AD3DB0}"/>
              </a:ext>
            </a:extLst>
          </p:cNvPr>
          <p:cNvSpPr>
            <a:spLocks xmlns:a="http://schemas.openxmlformats.org/drawingml/2006/main"/>
          </p:cNvSpPr>
          <p:nvPr/>
        </p:nvSpPr>
        <p:spPr>
          <a:xfrm xmlns:a="http://schemas.openxmlformats.org/drawingml/2006/main">
            <a:off x="609600" y="3911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18" name="15-text-14">
            <a:extLst xmlns:a="http://schemas.openxmlformats.org/drawingml/2006/main">
              <a:ext uri="{FF2B5EF4-FFF2-40B4-BE49-F238E27FC236}">
                <a16:creationId xmlns:a16="http://schemas.microsoft.com/office/drawing/2014/main" id="{3049AB5C-8495-482D-B073-F11876BF2E43}"/>
              </a:ext>
            </a:extLst>
          </p:cNvPr>
          <p:cNvSpPr>
            <a:spLocks xmlns:a="http://schemas.openxmlformats.org/drawingml/2006/main"/>
          </p:cNvSpPr>
          <p:nvPr/>
        </p:nvSpPr>
        <p:spPr>
          <a:xfrm xmlns:a="http://schemas.openxmlformats.org/drawingml/2006/main">
            <a:off x="609600" y="4699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12-Factor Agents, Dex Horthy</a:t>
            </a:r>
          </a:p>
        </p:txBody>
      </p:sp>
      <p:sp>
        <p:nvSpPr>
          <p:cNvPr id="19" name="15-text-15">
            <a:extLst xmlns:a="http://schemas.openxmlformats.org/drawingml/2006/main">
              <a:ext uri="{FF2B5EF4-FFF2-40B4-BE49-F238E27FC236}">
                <a16:creationId xmlns:a16="http://schemas.microsoft.com/office/drawing/2014/main" id="{6EBDDFCD-FEC0-4B5E-B6DA-2F1A327B938E}"/>
              </a:ext>
            </a:extLst>
          </p:cNvPr>
          <p:cNvSpPr>
            <a:spLocks xmlns:a="http://schemas.openxmlformats.org/drawingml/2006/main"/>
          </p:cNvSpPr>
          <p:nvPr/>
        </p:nvSpPr>
        <p:spPr>
          <a:xfrm xmlns:a="http://schemas.openxmlformats.org/drawingml/2006/main">
            <a:off x="609600" y="2438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20" name="15-shape-16">
            <a:extLst xmlns:a="http://schemas.openxmlformats.org/drawingml/2006/main">
              <a:ext uri="{FF2B5EF4-FFF2-40B4-BE49-F238E27FC236}">
                <a16:creationId xmlns:a16="http://schemas.microsoft.com/office/drawing/2014/main" id="{A8E3281A-8324-4DD6-B28D-1B209FC4FC21}"/>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5-shape-17">
            <a:extLst xmlns:a="http://schemas.openxmlformats.org/drawingml/2006/main">
              <a:ext uri="{FF2B5EF4-FFF2-40B4-BE49-F238E27FC236}">
                <a16:creationId xmlns:a16="http://schemas.microsoft.com/office/drawing/2014/main" id="{7018705A-A082-46E4-8C27-59EEF265CF0F}"/>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2" name="15-text-18">
            <a:extLst xmlns:a="http://schemas.openxmlformats.org/drawingml/2006/main">
              <a:ext uri="{FF2B5EF4-FFF2-40B4-BE49-F238E27FC236}">
                <a16:creationId xmlns:a16="http://schemas.microsoft.com/office/drawing/2014/main" id="{861BAD8B-1BCC-4769-8D3A-3E0A62959E89}"/>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5-text-19">
            <a:extLst xmlns:a="http://schemas.openxmlformats.org/drawingml/2006/main">
              <a:ext uri="{FF2B5EF4-FFF2-40B4-BE49-F238E27FC236}">
                <a16:creationId xmlns:a16="http://schemas.microsoft.com/office/drawing/2014/main" id="{B6AC9CF9-1186-4FC9-B200-1DBEE898128C}"/>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24" name="15-text-20">
            <a:extLst xmlns:a="http://schemas.openxmlformats.org/drawingml/2006/main">
              <a:ext uri="{FF2B5EF4-FFF2-40B4-BE49-F238E27FC236}">
                <a16:creationId xmlns:a16="http://schemas.microsoft.com/office/drawing/2014/main" id="{C15677CD-0ED6-41F5-89F1-F6DFB9B81E1D}"/>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Tree>
    <p:extLst>
      <p:ext uri="{BB962C8B-B14F-4D97-AF65-F5344CB8AC3E}">
        <p14:creationId xmlns:p14="http://schemas.microsoft.com/office/powerpoint/2010/main" val="111319997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7"/>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8"/>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6"/>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7"/>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300" fill="hold"/>
                                        <p:tgtEl>
                                          <p:spTgt spid="20"/>
                                        </p:tgtEl>
                                      </p:cBhvr>
                                    </p:animEffect>
                                  </p:childTnLst>
                                </p:cTn>
                              </p:par>
                              <p:par>
                                <p:cTn id="82" presetID="10" presetClass="entr" presetSubtype="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300" fill="hold"/>
                                        <p:tgtEl>
                                          <p:spTgt spid="21"/>
                                        </p:tgtEl>
                                      </p:cBhvr>
                                    </p:animEffect>
                                  </p:childTnLst>
                                </p:cTn>
                              </p:par>
                              <p:par>
                                <p:cTn id="85" presetID="10" presetClass="entr" presetSubtype="0"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300" fill="hold"/>
                                        <p:tgtEl>
                                          <p:spTgt spid="22"/>
                                        </p:tgtEl>
                                      </p:cBhvr>
                                    </p:animEffect>
                                  </p:childTnLst>
                                </p:cTn>
                              </p:par>
                              <p:par>
                                <p:cTn id="88" presetID="10" presetClass="entr" presetSubtype="0" fill="hold"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300" fill="hold"/>
                                        <p:tgtEl>
                                          <p:spTgt spid="23"/>
                                        </p:tgtEl>
                                      </p:cBhvr>
                                    </p:animEffect>
                                  </p:childTnLst>
                                </p:cTn>
                              </p:par>
                              <p:par>
                                <p:cTn id="91" presetID="1" presetClass="entr" presetSubtype="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70C13A93-7947-4F62-A97A-9249FCD62E6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765292C9-C4DD-41C4-9B41-9900A44F0114}"/>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 name="!!area-beat">
            <a:extLst xmlns:a="http://schemas.openxmlformats.org/drawingml/2006/main">
              <a:ext uri="{FF2B5EF4-FFF2-40B4-BE49-F238E27FC236}">
                <a16:creationId xmlns:a16="http://schemas.microsoft.com/office/drawing/2014/main" id="{57AC6320-39D9-44E0-9985-06B4EAFCE5D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5A50BE20-2D11-4766-AF5E-694BFDD5478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6-text-1">
            <a:extLst xmlns:a="http://schemas.openxmlformats.org/drawingml/2006/main">
              <a:ext uri="{FF2B5EF4-FFF2-40B4-BE49-F238E27FC236}">
                <a16:creationId xmlns:a16="http://schemas.microsoft.com/office/drawing/2014/main" id="{AA802FFF-D25E-49A8-BEBC-FED8598E0C71}"/>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6" name="16-text-2">
            <a:extLst xmlns:a="http://schemas.openxmlformats.org/drawingml/2006/main">
              <a:ext uri="{FF2B5EF4-FFF2-40B4-BE49-F238E27FC236}">
                <a16:creationId xmlns:a16="http://schemas.microsoft.com/office/drawing/2014/main" id="{89A606F2-7F66-4CFC-9179-9EBF9CEEFBD2}"/>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7" name="16-text-3">
            <a:extLst xmlns:a="http://schemas.openxmlformats.org/drawingml/2006/main">
              <a:ext uri="{FF2B5EF4-FFF2-40B4-BE49-F238E27FC236}">
                <a16:creationId xmlns:a16="http://schemas.microsoft.com/office/drawing/2014/main" id="{EFB64D7A-F727-4557-A06F-5B9276314BFC}"/>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8" name="16-text-4">
            <a:extLst xmlns:a="http://schemas.openxmlformats.org/drawingml/2006/main">
              <a:ext uri="{FF2B5EF4-FFF2-40B4-BE49-F238E27FC236}">
                <a16:creationId xmlns:a16="http://schemas.microsoft.com/office/drawing/2014/main" id="{08A3EDDC-8008-463C-9081-E642188D3CE5}"/>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9" name="16-line-6">
            <a:extLst xmlns:a="http://schemas.openxmlformats.org/drawingml/2006/main">
              <a:ext uri="{FF2B5EF4-FFF2-40B4-BE49-F238E27FC236}">
                <a16:creationId xmlns:a16="http://schemas.microsoft.com/office/drawing/2014/main" id="{CE7172F3-7590-4869-B8D3-5EA24C4A141E}"/>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0" name="16-line-8">
            <a:extLst xmlns:a="http://schemas.openxmlformats.org/drawingml/2006/main">
              <a:ext uri="{FF2B5EF4-FFF2-40B4-BE49-F238E27FC236}">
                <a16:creationId xmlns:a16="http://schemas.microsoft.com/office/drawing/2014/main" id="{96C35B61-CF15-4D7D-87F8-427BDC0098CC}"/>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 name="16-line-10">
            <a:extLst xmlns:a="http://schemas.openxmlformats.org/drawingml/2006/main">
              <a:ext uri="{FF2B5EF4-FFF2-40B4-BE49-F238E27FC236}">
                <a16:creationId xmlns:a16="http://schemas.microsoft.com/office/drawing/2014/main" id="{7C0DE117-4826-4CA5-AD9E-C462EFD08272}"/>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2" name="16-text-11">
            <a:extLst xmlns:a="http://schemas.openxmlformats.org/drawingml/2006/main">
              <a:ext uri="{FF2B5EF4-FFF2-40B4-BE49-F238E27FC236}">
                <a16:creationId xmlns:a16="http://schemas.microsoft.com/office/drawing/2014/main" id="{83AC29A3-2E3C-4764-B767-2805F2EBAF88}"/>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13" name="16-text-12">
            <a:extLst xmlns:a="http://schemas.openxmlformats.org/drawingml/2006/main">
              <a:ext uri="{FF2B5EF4-FFF2-40B4-BE49-F238E27FC236}">
                <a16:creationId xmlns:a16="http://schemas.microsoft.com/office/drawing/2014/main" id="{ABD417EF-825C-4D7D-BC3D-CCD9C7022915}"/>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Tree>
    <p:extLst>
      <p:ext uri="{BB962C8B-B14F-4D97-AF65-F5344CB8AC3E}">
        <p14:creationId xmlns:p14="http://schemas.microsoft.com/office/powerpoint/2010/main" val="126392697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area-name">
            <a:extLst xmlns:a="http://schemas.openxmlformats.org/drawingml/2006/main">
              <a:ext uri="{FF2B5EF4-FFF2-40B4-BE49-F238E27FC236}">
                <a16:creationId xmlns:a16="http://schemas.microsoft.com/office/drawing/2014/main" id="{5B4B4674-B5A7-4FF4-88C2-1F93165B753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23" name="mini-map"/>
          <p:cNvPicPr>
            <a:picLocks xmlns:a="http://schemas.openxmlformats.org/drawingml/2006/main" noChangeAspect="1"/>
          </p:cNvPicPr>
          <p:nvPr/>
        </p:nvPicPr>
        <p:blipFill>
          <a:blip xmlns:r="http://schemas.openxmlformats.org/officeDocument/2006/relationships" xmlns:a="http://schemas.openxmlformats.org/drawingml/2006/main" r:embed="R0d394cdd644341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73254736-E565-42CF-AE53-325B6850CD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6b-text-1">
            <a:extLst xmlns:a="http://schemas.openxmlformats.org/drawingml/2006/main">
              <a:ext uri="{FF2B5EF4-FFF2-40B4-BE49-F238E27FC236}">
                <a16:creationId xmlns:a16="http://schemas.microsoft.com/office/drawing/2014/main" id="{A07AC5BA-9C3A-4B5F-A374-65171F5F838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5" name="16b-text-2">
            <a:extLst xmlns:a="http://schemas.openxmlformats.org/drawingml/2006/main">
              <a:ext uri="{FF2B5EF4-FFF2-40B4-BE49-F238E27FC236}">
                <a16:creationId xmlns:a16="http://schemas.microsoft.com/office/drawing/2014/main" id="{188114AE-E459-43CC-8285-F29AAFFC04A5}"/>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27"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7" name="16b-text-4">
            <a:extLst xmlns:a="http://schemas.openxmlformats.org/drawingml/2006/main">
              <a:ext uri="{FF2B5EF4-FFF2-40B4-BE49-F238E27FC236}">
                <a16:creationId xmlns:a16="http://schemas.microsoft.com/office/drawing/2014/main" id="{6AAD5445-9537-4E9D-BD50-BBFD7D711DCC}"/>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8" name="16b-text-5">
            <a:extLst xmlns:a="http://schemas.openxmlformats.org/drawingml/2006/main">
              <a:ext uri="{FF2B5EF4-FFF2-40B4-BE49-F238E27FC236}">
                <a16:creationId xmlns:a16="http://schemas.microsoft.com/office/drawing/2014/main" id="{BE74D5C1-4EBA-4182-B9B7-903A45A59E0C}"/>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9" name="16b-text-6">
            <a:extLst xmlns:a="http://schemas.openxmlformats.org/drawingml/2006/main">
              <a:ext uri="{FF2B5EF4-FFF2-40B4-BE49-F238E27FC236}">
                <a16:creationId xmlns:a16="http://schemas.microsoft.com/office/drawing/2014/main" id="{9B41A829-C868-421A-A1B8-E7D2C11F0F9A}"/>
              </a:ext>
            </a:extLst>
          </p:cNvPr>
          <p:cNvSpPr>
            <a:spLocks xmlns:a="http://schemas.openxmlformats.org/drawingml/2006/main"/>
          </p:cNvSpPr>
          <p:nvPr/>
        </p:nvSpPr>
        <p:spPr>
          <a:xfrm xmlns:a="http://schemas.openxmlformats.org/drawingml/2006/main">
            <a:off x="609600" y="3149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10" name="16b-text-7">
            <a:extLst xmlns:a="http://schemas.openxmlformats.org/drawingml/2006/main">
              <a:ext uri="{FF2B5EF4-FFF2-40B4-BE49-F238E27FC236}">
                <a16:creationId xmlns:a16="http://schemas.microsoft.com/office/drawing/2014/main" id="{3CF870A6-1991-453A-BE13-BC6788690627}"/>
              </a:ext>
            </a:extLst>
          </p:cNvPr>
          <p:cNvSpPr>
            <a:spLocks xmlns:a="http://schemas.openxmlformats.org/drawingml/2006/main"/>
          </p:cNvSpPr>
          <p:nvPr/>
        </p:nvSpPr>
        <p:spPr>
          <a:xfrm xmlns:a="http://schemas.openxmlformats.org/drawingml/2006/main">
            <a:off x="609600" y="3581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11" name="16b-text-8">
            <a:extLst xmlns:a="http://schemas.openxmlformats.org/drawingml/2006/main">
              <a:ext uri="{FF2B5EF4-FFF2-40B4-BE49-F238E27FC236}">
                <a16:creationId xmlns:a16="http://schemas.microsoft.com/office/drawing/2014/main" id="{A3E91D5D-071C-46F1-8FAB-B3EE172CC858}"/>
              </a:ext>
            </a:extLst>
          </p:cNvPr>
          <p:cNvSpPr>
            <a:spLocks xmlns:a="http://schemas.openxmlformats.org/drawingml/2006/main"/>
          </p:cNvSpPr>
          <p:nvPr/>
        </p:nvSpPr>
        <p:spPr>
          <a:xfrm xmlns:a="http://schemas.openxmlformats.org/drawingml/2006/main">
            <a:off x="609600" y="4191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12" name="16b-text-9">
            <a:extLst xmlns:a="http://schemas.openxmlformats.org/drawingml/2006/main">
              <a:ext uri="{FF2B5EF4-FFF2-40B4-BE49-F238E27FC236}">
                <a16:creationId xmlns:a16="http://schemas.microsoft.com/office/drawing/2014/main" id="{8C209613-9214-4E51-8890-14DFFC6B01D9}"/>
              </a:ext>
            </a:extLst>
          </p:cNvPr>
          <p:cNvSpPr>
            <a:spLocks xmlns:a="http://schemas.openxmlformats.org/drawingml/2006/main"/>
          </p:cNvSpPr>
          <p:nvPr/>
        </p:nvSpPr>
        <p:spPr>
          <a:xfrm xmlns:a="http://schemas.openxmlformats.org/drawingml/2006/main">
            <a:off x="609600" y="497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13" name="16b-text-10">
            <a:extLst xmlns:a="http://schemas.openxmlformats.org/drawingml/2006/main">
              <a:ext uri="{FF2B5EF4-FFF2-40B4-BE49-F238E27FC236}">
                <a16:creationId xmlns:a16="http://schemas.microsoft.com/office/drawing/2014/main" id="{A4C87EDA-B20C-4AA9-BBC1-0E98668C9097}"/>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14" name="16b-text-11">
            <a:extLst xmlns:a="http://schemas.openxmlformats.org/drawingml/2006/main">
              <a:ext uri="{FF2B5EF4-FFF2-40B4-BE49-F238E27FC236}">
                <a16:creationId xmlns:a16="http://schemas.microsoft.com/office/drawing/2014/main" id="{7AF11DF2-B0CC-490E-95E4-A77169FA07A3}"/>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5" name="16b-text-12">
            <a:extLst xmlns:a="http://schemas.openxmlformats.org/drawingml/2006/main">
              <a:ext uri="{FF2B5EF4-FFF2-40B4-BE49-F238E27FC236}">
                <a16:creationId xmlns:a16="http://schemas.microsoft.com/office/drawing/2014/main" id="{CD1FBB69-6CE1-4F7F-8F4F-9AFEBF08D041}"/>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16" name="16b-text-13">
            <a:extLst xmlns:a="http://schemas.openxmlformats.org/drawingml/2006/main">
              <a:ext uri="{FF2B5EF4-FFF2-40B4-BE49-F238E27FC236}">
                <a16:creationId xmlns:a16="http://schemas.microsoft.com/office/drawing/2014/main" id="{F7EB574B-3F67-4826-80CF-72310BDD1D6B}"/>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7" name="16b-text-14">
            <a:extLst xmlns:a="http://schemas.openxmlformats.org/drawingml/2006/main">
              <a:ext uri="{FF2B5EF4-FFF2-40B4-BE49-F238E27FC236}">
                <a16:creationId xmlns:a16="http://schemas.microsoft.com/office/drawing/2014/main" id="{750B364F-9FF0-4036-83D9-9BB5CBED429E}"/>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18" name="16b-text-15">
            <a:extLst xmlns:a="http://schemas.openxmlformats.org/drawingml/2006/main">
              <a:ext uri="{FF2B5EF4-FFF2-40B4-BE49-F238E27FC236}">
                <a16:creationId xmlns:a16="http://schemas.microsoft.com/office/drawing/2014/main" id="{5435BA16-AD3C-4802-B86E-C4F8F78651E8}"/>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19" name="16b-text-16">
            <a:extLst xmlns:a="http://schemas.openxmlformats.org/drawingml/2006/main">
              <a:ext uri="{FF2B5EF4-FFF2-40B4-BE49-F238E27FC236}">
                <a16:creationId xmlns:a16="http://schemas.microsoft.com/office/drawing/2014/main" id="{134ABB54-B1E2-43B9-B2D7-8E23B91E18DE}"/>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20" name="16b-text-17">
            <a:extLst xmlns:a="http://schemas.openxmlformats.org/drawingml/2006/main">
              <a:ext uri="{FF2B5EF4-FFF2-40B4-BE49-F238E27FC236}">
                <a16:creationId xmlns:a16="http://schemas.microsoft.com/office/drawing/2014/main" id="{BA1AF55A-BE5C-484D-A1CC-1DE4F306CDF1}"/>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21" name="16b-text-18">
            <a:extLst xmlns:a="http://schemas.openxmlformats.org/drawingml/2006/main">
              <a:ext uri="{FF2B5EF4-FFF2-40B4-BE49-F238E27FC236}">
                <a16:creationId xmlns:a16="http://schemas.microsoft.com/office/drawing/2014/main" id="{2FC294E2-DA6F-4163-B8F6-C1B79B3D7D68}"/>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Tree>
    <p:extLst>
      <p:ext uri="{BB962C8B-B14F-4D97-AF65-F5344CB8AC3E}">
        <p14:creationId xmlns:p14="http://schemas.microsoft.com/office/powerpoint/2010/main" val="163893960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B52E53FF-0B60-473D-BB2E-D1529455D4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df4f2f80f32d42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5C4FD4EB-6D9E-42DD-BCC9-E2A075E980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 name="header-divider">
            <a:extLst xmlns:a="http://schemas.openxmlformats.org/drawingml/2006/main">
              <a:ext uri="{FF2B5EF4-FFF2-40B4-BE49-F238E27FC236}">
                <a16:creationId xmlns:a16="http://schemas.microsoft.com/office/drawing/2014/main" id="{F944B47B-CCCB-45E9-B798-AA0AE28058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7-text-1">
            <a:extLst xmlns:a="http://schemas.openxmlformats.org/drawingml/2006/main">
              <a:ext uri="{FF2B5EF4-FFF2-40B4-BE49-F238E27FC236}">
                <a16:creationId xmlns:a16="http://schemas.microsoft.com/office/drawing/2014/main" id="{7B49E712-737C-4395-8A23-7932F9245CA2}"/>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6" name="17-text-2">
            <a:extLst xmlns:a="http://schemas.openxmlformats.org/drawingml/2006/main">
              <a:ext uri="{FF2B5EF4-FFF2-40B4-BE49-F238E27FC236}">
                <a16:creationId xmlns:a16="http://schemas.microsoft.com/office/drawing/2014/main" id="{859115C2-CD16-45BD-BDBF-620FD6950995}"/>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7" name="17-shape-3">
            <a:extLst xmlns:a="http://schemas.openxmlformats.org/drawingml/2006/main">
              <a:ext uri="{FF2B5EF4-FFF2-40B4-BE49-F238E27FC236}">
                <a16:creationId xmlns:a16="http://schemas.microsoft.com/office/drawing/2014/main" id="{B57EBCF4-BC8E-4152-9439-DEF4389C4062}"/>
              </a:ext>
            </a:extLst>
          </p:cNvPr>
          <p:cNvSpPr>
            <a:spLocks xmlns:a="http://schemas.openxmlformats.org/drawingml/2006/main"/>
          </p:cNvSpPr>
          <p:nvPr/>
        </p:nvSpPr>
        <p:spPr>
          <a:xfrm xmlns:a="http://schemas.openxmlformats.org/drawingml/2006/main">
            <a:off x="6096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8" name="17-text-4">
            <a:extLst xmlns:a="http://schemas.openxmlformats.org/drawingml/2006/main">
              <a:ext uri="{FF2B5EF4-FFF2-40B4-BE49-F238E27FC236}">
                <a16:creationId xmlns:a16="http://schemas.microsoft.com/office/drawing/2014/main" id="{D46CF327-0246-4190-9E5C-CA8CF1C0E0C3}"/>
              </a:ext>
            </a:extLst>
          </p:cNvPr>
          <p:cNvSpPr>
            <a:spLocks xmlns:a="http://schemas.openxmlformats.org/drawingml/2006/main"/>
          </p:cNvSpPr>
          <p:nvPr/>
        </p:nvSpPr>
        <p:spPr>
          <a:xfrm xmlns:a="http://schemas.openxmlformats.org/drawingml/2006/main">
            <a:off x="8128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9" name="17-text-5">
            <a:extLst xmlns:a="http://schemas.openxmlformats.org/drawingml/2006/main">
              <a:ext uri="{FF2B5EF4-FFF2-40B4-BE49-F238E27FC236}">
                <a16:creationId xmlns:a16="http://schemas.microsoft.com/office/drawing/2014/main" id="{A4BC9BBB-14E8-48BF-B23D-CB4AF0724325}"/>
              </a:ext>
            </a:extLst>
          </p:cNvPr>
          <p:cNvSpPr>
            <a:spLocks xmlns:a="http://schemas.openxmlformats.org/drawingml/2006/main"/>
          </p:cNvSpPr>
          <p:nvPr/>
        </p:nvSpPr>
        <p:spPr>
          <a:xfrm xmlns:a="http://schemas.openxmlformats.org/drawingml/2006/main">
            <a:off x="8128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10" name="17-text-6">
            <a:extLst xmlns:a="http://schemas.openxmlformats.org/drawingml/2006/main">
              <a:ext uri="{FF2B5EF4-FFF2-40B4-BE49-F238E27FC236}">
                <a16:creationId xmlns:a16="http://schemas.microsoft.com/office/drawing/2014/main" id="{4148A719-8D18-4F04-BCA6-7AB7BA93D434}"/>
              </a:ext>
            </a:extLst>
          </p:cNvPr>
          <p:cNvSpPr>
            <a:spLocks xmlns:a="http://schemas.openxmlformats.org/drawingml/2006/main"/>
          </p:cNvSpPr>
          <p:nvPr/>
        </p:nvSpPr>
        <p:spPr>
          <a:xfrm xmlns:a="http://schemas.openxmlformats.org/drawingml/2006/main">
            <a:off x="8128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database state · calibrated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rubric · human</a:t>
            </a:r>
          </a:p>
        </p:txBody>
      </p:sp>
      <p:sp>
        <p:nvSpPr>
          <p:cNvPr id="11" name="17-shape-7">
            <a:extLst xmlns:a="http://schemas.openxmlformats.org/drawingml/2006/main">
              <a:ext uri="{FF2B5EF4-FFF2-40B4-BE49-F238E27FC236}">
                <a16:creationId xmlns:a16="http://schemas.microsoft.com/office/drawing/2014/main" id="{5E18D5B0-A60E-4D7B-BA41-9614B50D70B9}"/>
              </a:ext>
            </a:extLst>
          </p:cNvPr>
          <p:cNvSpPr>
            <a:spLocks xmlns:a="http://schemas.openxmlformats.org/drawingml/2006/main"/>
          </p:cNvSpPr>
          <p:nvPr/>
        </p:nvSpPr>
        <p:spPr>
          <a:xfrm xmlns:a="http://schemas.openxmlformats.org/drawingml/2006/main">
            <a:off x="43688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2" name="17-text-8">
            <a:extLst xmlns:a="http://schemas.openxmlformats.org/drawingml/2006/main">
              <a:ext uri="{FF2B5EF4-FFF2-40B4-BE49-F238E27FC236}">
                <a16:creationId xmlns:a16="http://schemas.microsoft.com/office/drawing/2014/main" id="{0534CAC1-2531-4CCE-B1B7-C35AB87893EC}"/>
              </a:ext>
            </a:extLst>
          </p:cNvPr>
          <p:cNvSpPr>
            <a:spLocks xmlns:a="http://schemas.openxmlformats.org/drawingml/2006/main"/>
          </p:cNvSpPr>
          <p:nvPr/>
        </p:nvSpPr>
        <p:spPr>
          <a:xfrm xmlns:a="http://schemas.openxmlformats.org/drawingml/2006/main">
            <a:off x="45720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3" name="17-text-9">
            <a:extLst xmlns:a="http://schemas.openxmlformats.org/drawingml/2006/main">
              <a:ext uri="{FF2B5EF4-FFF2-40B4-BE49-F238E27FC236}">
                <a16:creationId xmlns:a16="http://schemas.microsoft.com/office/drawing/2014/main" id="{9B988E6A-E4E1-455D-B252-90A0FB77F5DD}"/>
              </a:ext>
            </a:extLst>
          </p:cNvPr>
          <p:cNvSpPr>
            <a:spLocks xmlns:a="http://schemas.openxmlformats.org/drawingml/2006/main"/>
          </p:cNvSpPr>
          <p:nvPr/>
        </p:nvSpPr>
        <p:spPr>
          <a:xfrm xmlns:a="http://schemas.openxmlformats.org/drawingml/2006/main">
            <a:off x="45720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14" name="17-text-10">
            <a:extLst xmlns:a="http://schemas.openxmlformats.org/drawingml/2006/main">
              <a:ext uri="{FF2B5EF4-FFF2-40B4-BE49-F238E27FC236}">
                <a16:creationId xmlns:a16="http://schemas.microsoft.com/office/drawing/2014/main" id="{7C3A40D5-10CA-4342-AB04-1D6B1574A835}"/>
              </a:ext>
            </a:extLst>
          </p:cNvPr>
          <p:cNvSpPr>
            <a:spLocks xmlns:a="http://schemas.openxmlformats.org/drawingml/2006/main"/>
          </p:cNvSpPr>
          <p:nvPr/>
        </p:nvSpPr>
        <p:spPr>
          <a:xfrm xmlns:a="http://schemas.openxmlformats.org/drawingml/2006/main">
            <a:off x="45720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15" name="17-shape-11">
            <a:extLst xmlns:a="http://schemas.openxmlformats.org/drawingml/2006/main">
              <a:ext uri="{FF2B5EF4-FFF2-40B4-BE49-F238E27FC236}">
                <a16:creationId xmlns:a16="http://schemas.microsoft.com/office/drawing/2014/main" id="{A2FC202C-93AF-4D1F-B3CC-2786D3D39D15}"/>
              </a:ext>
            </a:extLst>
          </p:cNvPr>
          <p:cNvSpPr>
            <a:spLocks xmlns:a="http://schemas.openxmlformats.org/drawingml/2006/main"/>
          </p:cNvSpPr>
          <p:nvPr/>
        </p:nvSpPr>
        <p:spPr>
          <a:xfrm xmlns:a="http://schemas.openxmlformats.org/drawingml/2006/main">
            <a:off x="81280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6" name="17-text-12">
            <a:extLst xmlns:a="http://schemas.openxmlformats.org/drawingml/2006/main">
              <a:ext uri="{FF2B5EF4-FFF2-40B4-BE49-F238E27FC236}">
                <a16:creationId xmlns:a16="http://schemas.microsoft.com/office/drawing/2014/main" id="{B847B363-A52C-4B87-84C0-8279975BBBBF}"/>
              </a:ext>
            </a:extLst>
          </p:cNvPr>
          <p:cNvSpPr>
            <a:spLocks xmlns:a="http://schemas.openxmlformats.org/drawingml/2006/main"/>
          </p:cNvSpPr>
          <p:nvPr/>
        </p:nvSpPr>
        <p:spPr>
          <a:xfrm xmlns:a="http://schemas.openxmlformats.org/drawingml/2006/main">
            <a:off x="83312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7" name="17-text-13">
            <a:extLst xmlns:a="http://schemas.openxmlformats.org/drawingml/2006/main">
              <a:ext uri="{FF2B5EF4-FFF2-40B4-BE49-F238E27FC236}">
                <a16:creationId xmlns:a16="http://schemas.microsoft.com/office/drawing/2014/main" id="{6239E3B8-7960-4A91-9104-9A06812AC596}"/>
              </a:ext>
            </a:extLst>
          </p:cNvPr>
          <p:cNvSpPr>
            <a:spLocks xmlns:a="http://schemas.openxmlformats.org/drawingml/2006/main"/>
          </p:cNvSpPr>
          <p:nvPr/>
        </p:nvSpPr>
        <p:spPr>
          <a:xfrm xmlns:a="http://schemas.openxmlformats.org/drawingml/2006/main">
            <a:off x="83312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18" name="17-text-14">
            <a:extLst xmlns:a="http://schemas.openxmlformats.org/drawingml/2006/main">
              <a:ext uri="{FF2B5EF4-FFF2-40B4-BE49-F238E27FC236}">
                <a16:creationId xmlns:a16="http://schemas.microsoft.com/office/drawing/2014/main" id="{0EAF328D-0F41-4475-94EE-70439AC30E24}"/>
              </a:ext>
            </a:extLst>
          </p:cNvPr>
          <p:cNvSpPr>
            <a:spLocks xmlns:a="http://schemas.openxmlformats.org/drawingml/2006/main"/>
          </p:cNvSpPr>
          <p:nvPr/>
        </p:nvSpPr>
        <p:spPr>
          <a:xfrm xmlns:a="http://schemas.openxmlformats.org/drawingml/2006/main">
            <a:off x="83312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19" name="17-text-15">
            <a:extLst xmlns:a="http://schemas.openxmlformats.org/drawingml/2006/main">
              <a:ext uri="{FF2B5EF4-FFF2-40B4-BE49-F238E27FC236}">
                <a16:creationId xmlns:a16="http://schemas.microsoft.com/office/drawing/2014/main" id="{1BDA6DF4-9D43-47E8-B753-B67A580E6478}"/>
              </a:ext>
            </a:extLst>
          </p:cNvPr>
          <p:cNvSpPr>
            <a:spLocks xmlns:a="http://schemas.openxmlformats.org/drawingml/2006/main"/>
          </p:cNvSpPr>
          <p:nvPr/>
        </p:nvSpPr>
        <p:spPr>
          <a:xfrm xmlns:a="http://schemas.openxmlformats.org/drawingml/2006/main">
            <a:off x="609600" y="543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20" name="17-shape-16">
            <a:extLst xmlns:a="http://schemas.openxmlformats.org/drawingml/2006/main">
              <a:ext uri="{FF2B5EF4-FFF2-40B4-BE49-F238E27FC236}">
                <a16:creationId xmlns:a16="http://schemas.microsoft.com/office/drawing/2014/main" id="{FEE8AFB1-421D-44B8-9A6D-25EB3EFAF5AB}"/>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7-shape-17">
            <a:extLst xmlns:a="http://schemas.openxmlformats.org/drawingml/2006/main">
              <a:ext uri="{FF2B5EF4-FFF2-40B4-BE49-F238E27FC236}">
                <a16:creationId xmlns:a16="http://schemas.microsoft.com/office/drawing/2014/main" id="{A37F6E4F-958F-4F7D-93C9-5F0DF4297E5B}"/>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2" name="17-text-18">
            <a:extLst xmlns:a="http://schemas.openxmlformats.org/drawingml/2006/main">
              <a:ext uri="{FF2B5EF4-FFF2-40B4-BE49-F238E27FC236}">
                <a16:creationId xmlns:a16="http://schemas.microsoft.com/office/drawing/2014/main" id="{BE61A976-E0CF-4AEC-B455-A2AF2975648C}"/>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7-text-19">
            <a:extLst xmlns:a="http://schemas.openxmlformats.org/drawingml/2006/main">
              <a:ext uri="{FF2B5EF4-FFF2-40B4-BE49-F238E27FC236}">
                <a16:creationId xmlns:a16="http://schemas.microsoft.com/office/drawing/2014/main" id="{A49B0BB5-A1BC-4220-9C1D-8D9BB8EE29B6}"/>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Tree>
    <p:extLst>
      <p:ext uri="{BB962C8B-B14F-4D97-AF65-F5344CB8AC3E}">
        <p14:creationId xmlns:p14="http://schemas.microsoft.com/office/powerpoint/2010/main" val="214719146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fill="hold"/>
                                        <p:tgtEl>
                                          <p:spTgt spid="7"/>
                                        </p:tgtEl>
                                      </p:cBhvr>
                                    </p:animEffec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fill="hold"/>
                                        <p:tgtEl>
                                          <p:spTgt spid="11"/>
                                        </p:tgtEl>
                                      </p:cBhvr>
                                    </p:animEffec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00" fill="hold"/>
                                        <p:tgtEl>
                                          <p:spTgt spid="15"/>
                                        </p:tgtEl>
                                      </p:cBhvr>
                                    </p:animEffect>
                                  </p:childTnLst>
                                </p:cTn>
                              </p:par>
                              <p:par>
                                <p:cTn id="36" presetID="1"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fill="hold"/>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5C0D2AFE-91E1-4E25-A054-C666392C08A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7A20A474-1FD1-4B4F-B705-E80A9B97B67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 name="!!area-beat">
            <a:extLst xmlns:a="http://schemas.openxmlformats.org/drawingml/2006/main">
              <a:ext uri="{FF2B5EF4-FFF2-40B4-BE49-F238E27FC236}">
                <a16:creationId xmlns:a16="http://schemas.microsoft.com/office/drawing/2014/main" id="{ABC3ED2C-9300-41D9-ADE7-595E4A8DF76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D2B40C63-C86A-44C8-B8BD-62A674FC0F3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8-shape-1">
            <a:extLst xmlns:a="http://schemas.openxmlformats.org/drawingml/2006/main">
              <a:ext uri="{FF2B5EF4-FFF2-40B4-BE49-F238E27FC236}">
                <a16:creationId xmlns:a16="http://schemas.microsoft.com/office/drawing/2014/main" id="{A04B2CC4-8F5E-4C77-85AD-C02D9B008349}"/>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8-text-2">
            <a:extLst xmlns:a="http://schemas.openxmlformats.org/drawingml/2006/main">
              <a:ext uri="{FF2B5EF4-FFF2-40B4-BE49-F238E27FC236}">
                <a16:creationId xmlns:a16="http://schemas.microsoft.com/office/drawing/2014/main" id="{48876308-B48C-4042-BD75-F737071F3206}"/>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7" name="18-shape-3">
            <a:extLst xmlns:a="http://schemas.openxmlformats.org/drawingml/2006/main">
              <a:ext uri="{FF2B5EF4-FFF2-40B4-BE49-F238E27FC236}">
                <a16:creationId xmlns:a16="http://schemas.microsoft.com/office/drawing/2014/main" id="{0B8966E4-4404-483F-B395-AAE4704C2850}"/>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8-text-4">
            <a:extLst xmlns:a="http://schemas.openxmlformats.org/drawingml/2006/main">
              <a:ext uri="{FF2B5EF4-FFF2-40B4-BE49-F238E27FC236}">
                <a16:creationId xmlns:a16="http://schemas.microsoft.com/office/drawing/2014/main" id="{F82A8B37-A410-4327-9F50-38B2A37EF6CE}"/>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9" name="18-shape-5">
            <a:extLst xmlns:a="http://schemas.openxmlformats.org/drawingml/2006/main">
              <a:ext uri="{FF2B5EF4-FFF2-40B4-BE49-F238E27FC236}">
                <a16:creationId xmlns:a16="http://schemas.microsoft.com/office/drawing/2014/main" id="{32A7A3B3-FF88-4136-9F23-D7BA9DBEE589}"/>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8-text-6">
            <a:extLst xmlns:a="http://schemas.openxmlformats.org/drawingml/2006/main">
              <a:ext uri="{FF2B5EF4-FFF2-40B4-BE49-F238E27FC236}">
                <a16:creationId xmlns:a16="http://schemas.microsoft.com/office/drawing/2014/main" id="{8B09860D-F322-461F-BBF7-850C910030C9}"/>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11" name="18-shape-7">
            <a:extLst xmlns:a="http://schemas.openxmlformats.org/drawingml/2006/main">
              <a:ext uri="{FF2B5EF4-FFF2-40B4-BE49-F238E27FC236}">
                <a16:creationId xmlns:a16="http://schemas.microsoft.com/office/drawing/2014/main" id="{B6FC448C-E5AC-4C46-93DD-049206B5227C}"/>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8-text-8">
            <a:extLst xmlns:a="http://schemas.openxmlformats.org/drawingml/2006/main">
              <a:ext uri="{FF2B5EF4-FFF2-40B4-BE49-F238E27FC236}">
                <a16:creationId xmlns:a16="http://schemas.microsoft.com/office/drawing/2014/main" id="{F9FD5499-9777-4BF0-830E-2F5389084A2B}"/>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13" name="18-text-9">
            <a:extLst xmlns:a="http://schemas.openxmlformats.org/drawingml/2006/main">
              <a:ext uri="{FF2B5EF4-FFF2-40B4-BE49-F238E27FC236}">
                <a16:creationId xmlns:a16="http://schemas.microsoft.com/office/drawing/2014/main" id="{F4A340C4-5292-4723-B18E-49A01105B7A6}"/>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Tree>
    <p:extLst>
      <p:ext uri="{BB962C8B-B14F-4D97-AF65-F5344CB8AC3E}">
        <p14:creationId xmlns:p14="http://schemas.microsoft.com/office/powerpoint/2010/main" val="560492926"/>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614C12C6-4B01-41EB-A41C-C53F129DCB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28997e1e053e45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4A168590-41ED-4051-A505-798C7FBF1B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8b-text-1">
            <a:extLst xmlns:a="http://schemas.openxmlformats.org/drawingml/2006/main">
              <a:ext uri="{FF2B5EF4-FFF2-40B4-BE49-F238E27FC236}">
                <a16:creationId xmlns:a16="http://schemas.microsoft.com/office/drawing/2014/main" id="{84430A05-E9FD-463D-9696-7DA36BD31B8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 name="18b-text-2">
            <a:extLst xmlns:a="http://schemas.openxmlformats.org/drawingml/2006/main">
              <a:ext uri="{FF2B5EF4-FFF2-40B4-BE49-F238E27FC236}">
                <a16:creationId xmlns:a16="http://schemas.microsoft.com/office/drawing/2014/main" id="{D8A152CE-94E3-44BF-BE59-0E35D370C5E8}"/>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6" name="18b-text-3">
            <a:extLst xmlns:a="http://schemas.openxmlformats.org/drawingml/2006/main">
              <a:ext uri="{FF2B5EF4-FFF2-40B4-BE49-F238E27FC236}">
                <a16:creationId xmlns:a16="http://schemas.microsoft.com/office/drawing/2014/main" id="{E2FC504A-23E5-4E01-B023-DD81DF6026B9}"/>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7" name="18b-text-4">
            <a:extLst xmlns:a="http://schemas.openxmlformats.org/drawingml/2006/main">
              <a:ext uri="{FF2B5EF4-FFF2-40B4-BE49-F238E27FC236}">
                <a16:creationId xmlns:a16="http://schemas.microsoft.com/office/drawing/2014/main" id="{2F332341-C514-42EE-86D6-CF2620B6C32B}"/>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8" name="18b-text-5">
            <a:extLst xmlns:a="http://schemas.openxmlformats.org/drawingml/2006/main">
              <a:ext uri="{FF2B5EF4-FFF2-40B4-BE49-F238E27FC236}">
                <a16:creationId xmlns:a16="http://schemas.microsoft.com/office/drawing/2014/main" id="{4DBA4761-F5AE-4C0B-9AC8-53D3CB06242C}"/>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9" name="18b-text-6">
            <a:extLst xmlns:a="http://schemas.openxmlformats.org/drawingml/2006/main">
              <a:ext uri="{FF2B5EF4-FFF2-40B4-BE49-F238E27FC236}">
                <a16:creationId xmlns:a16="http://schemas.microsoft.com/office/drawing/2014/main" id="{3C58C30E-3030-4159-A557-BDF4F4D7CEB4}"/>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10" name="18b-text-7">
            <a:extLst xmlns:a="http://schemas.openxmlformats.org/drawingml/2006/main">
              <a:ext uri="{FF2B5EF4-FFF2-40B4-BE49-F238E27FC236}">
                <a16:creationId xmlns:a16="http://schemas.microsoft.com/office/drawing/2014/main" id="{5E30D3B7-6574-4696-B410-23DE606D0A76}"/>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11" name="18b-text-8">
            <a:extLst xmlns:a="http://schemas.openxmlformats.org/drawingml/2006/main">
              <a:ext uri="{FF2B5EF4-FFF2-40B4-BE49-F238E27FC236}">
                <a16:creationId xmlns:a16="http://schemas.microsoft.com/office/drawing/2014/main" id="{F14407FA-5297-483F-8348-4581164255F8}"/>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12" name="18b-text-9">
            <a:extLst xmlns:a="http://schemas.openxmlformats.org/drawingml/2006/main">
              <a:ext uri="{FF2B5EF4-FFF2-40B4-BE49-F238E27FC236}">
                <a16:creationId xmlns:a16="http://schemas.microsoft.com/office/drawing/2014/main" id="{2621DC33-BB6F-4181-856E-4C84395B327E}"/>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13" name="18b-text-10">
            <a:extLst xmlns:a="http://schemas.openxmlformats.org/drawingml/2006/main">
              <a:ext uri="{FF2B5EF4-FFF2-40B4-BE49-F238E27FC236}">
                <a16:creationId xmlns:a16="http://schemas.microsoft.com/office/drawing/2014/main" id="{41CBCF6C-BC39-4466-BDB8-820E47D3033F}"/>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14" name="18b-line-12">
            <a:extLst xmlns:a="http://schemas.openxmlformats.org/drawingml/2006/main">
              <a:ext uri="{FF2B5EF4-FFF2-40B4-BE49-F238E27FC236}">
                <a16:creationId xmlns:a16="http://schemas.microsoft.com/office/drawing/2014/main" id="{054C4047-B270-47E0-916A-59969BA1CA76}"/>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5" name="18b-line-14">
            <a:extLst xmlns:a="http://schemas.openxmlformats.org/drawingml/2006/main">
              <a:ext uri="{FF2B5EF4-FFF2-40B4-BE49-F238E27FC236}">
                <a16:creationId xmlns:a16="http://schemas.microsoft.com/office/drawing/2014/main" id="{20235095-2523-4116-AB78-50801C7BFA16}"/>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6" name="18b-line-16">
            <a:extLst xmlns:a="http://schemas.openxmlformats.org/drawingml/2006/main">
              <a:ext uri="{FF2B5EF4-FFF2-40B4-BE49-F238E27FC236}">
                <a16:creationId xmlns:a16="http://schemas.microsoft.com/office/drawing/2014/main" id="{78E31873-1005-45E4-9088-DA3F94C0B335}"/>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7" name="18b-text-17">
            <a:extLst xmlns:a="http://schemas.openxmlformats.org/drawingml/2006/main">
              <a:ext uri="{FF2B5EF4-FFF2-40B4-BE49-F238E27FC236}">
                <a16:creationId xmlns:a16="http://schemas.microsoft.com/office/drawing/2014/main" id="{284B59A2-92D0-4FBE-BA52-18461783409B}"/>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8" name="18b-text-18">
            <a:extLst xmlns:a="http://schemas.openxmlformats.org/drawingml/2006/main">
              <a:ext uri="{FF2B5EF4-FFF2-40B4-BE49-F238E27FC236}">
                <a16:creationId xmlns:a16="http://schemas.microsoft.com/office/drawing/2014/main" id="{5A4AFB51-691A-46C9-881A-F406B91911B2}"/>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9" name="18b-text-19">
            <a:extLst xmlns:a="http://schemas.openxmlformats.org/drawingml/2006/main">
              <a:ext uri="{FF2B5EF4-FFF2-40B4-BE49-F238E27FC236}">
                <a16:creationId xmlns:a16="http://schemas.microsoft.com/office/drawing/2014/main" id="{87749BA3-125E-403B-A01F-6A28AA21F225}"/>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20" name="18b-text-20">
            <a:extLst xmlns:a="http://schemas.openxmlformats.org/drawingml/2006/main">
              <a:ext uri="{FF2B5EF4-FFF2-40B4-BE49-F238E27FC236}">
                <a16:creationId xmlns:a16="http://schemas.microsoft.com/office/drawing/2014/main" id="{BE8AD4D9-81BB-4E08-98A6-BF65EB9C43AF}"/>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21" name="18b-text-21">
            <a:extLst xmlns:a="http://schemas.openxmlformats.org/drawingml/2006/main">
              <a:ext uri="{FF2B5EF4-FFF2-40B4-BE49-F238E27FC236}">
                <a16:creationId xmlns:a16="http://schemas.microsoft.com/office/drawing/2014/main" id="{4BA3F653-8C9D-4DEF-B71A-591783C09CC8}"/>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22" name="18b-text-22">
            <a:extLst xmlns:a="http://schemas.openxmlformats.org/drawingml/2006/main">
              <a:ext uri="{FF2B5EF4-FFF2-40B4-BE49-F238E27FC236}">
                <a16:creationId xmlns:a16="http://schemas.microsoft.com/office/drawing/2014/main" id="{1EE9BC4E-CD94-4F75-8CE1-A265588CF3E1}"/>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23" name="18b-text-23">
            <a:extLst xmlns:a="http://schemas.openxmlformats.org/drawingml/2006/main">
              <a:ext uri="{FF2B5EF4-FFF2-40B4-BE49-F238E27FC236}">
                <a16:creationId xmlns:a16="http://schemas.microsoft.com/office/drawing/2014/main" id="{F6B4C62C-A6F8-41D0-BDF7-23A9FF76565F}"/>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24" name="18b-text-24">
            <a:extLst xmlns:a="http://schemas.openxmlformats.org/drawingml/2006/main">
              <a:ext uri="{FF2B5EF4-FFF2-40B4-BE49-F238E27FC236}">
                <a16:creationId xmlns:a16="http://schemas.microsoft.com/office/drawing/2014/main" id="{9997CA9A-E4D5-4E2E-BB6B-3594952E46DF}"/>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Tree>
    <p:extLst>
      <p:ext uri="{BB962C8B-B14F-4D97-AF65-F5344CB8AC3E}">
        <p14:creationId xmlns:p14="http://schemas.microsoft.com/office/powerpoint/2010/main" val="187919830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7"/>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0"/>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1"/>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0"/>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1"/>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2"/>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B1809052-6849-4650-BE92-BFF5A019F5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e3347ec1c3fe4e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2479CAE8-562D-4D4D-9B32-675C31C399C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 name="header-divider">
            <a:extLst xmlns:a="http://schemas.openxmlformats.org/drawingml/2006/main">
              <a:ext uri="{FF2B5EF4-FFF2-40B4-BE49-F238E27FC236}">
                <a16:creationId xmlns:a16="http://schemas.microsoft.com/office/drawing/2014/main" id="{0D1FB3B3-C906-40D4-91FF-C8349DC49F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0" name="19-table-1"/>
          <p:cNvGraphicFramePr/>
          <p:nvPr/>
        </p:nvGraphicFramePr>
        <p:xfrm>
          <a:off xmlns:a="http://schemas.openxmlformats.org/drawingml/2006/main" x="609600" y="2438400"/>
          <a:ext xmlns:a="http://schemas.openxmlformats.org/drawingml/2006/main" cx="10972800" cy="29591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9-shape-2">
            <a:extLst xmlns:a="http://schemas.openxmlformats.org/drawingml/2006/main">
              <a:ext uri="{FF2B5EF4-FFF2-40B4-BE49-F238E27FC236}">
                <a16:creationId xmlns:a16="http://schemas.microsoft.com/office/drawing/2014/main" id="{C2425960-97D5-4DBE-ACCE-2B42CFFB017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7" name="19-shape-3">
            <a:extLst xmlns:a="http://schemas.openxmlformats.org/drawingml/2006/main">
              <a:ext uri="{FF2B5EF4-FFF2-40B4-BE49-F238E27FC236}">
                <a16:creationId xmlns:a16="http://schemas.microsoft.com/office/drawing/2014/main" id="{14B54961-8678-4EC4-A239-01CAB684FE30}"/>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8" name="19-text-4">
            <a:extLst xmlns:a="http://schemas.openxmlformats.org/drawingml/2006/main">
              <a:ext uri="{FF2B5EF4-FFF2-40B4-BE49-F238E27FC236}">
                <a16:creationId xmlns:a16="http://schemas.microsoft.com/office/drawing/2014/main" id="{1161F0ED-696F-4602-9E49-FB4622B9BDCE}"/>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9" name="19-text-5">
            <a:extLst xmlns:a="http://schemas.openxmlformats.org/drawingml/2006/main">
              <a:ext uri="{FF2B5EF4-FFF2-40B4-BE49-F238E27FC236}">
                <a16:creationId xmlns:a16="http://schemas.microsoft.com/office/drawing/2014/main" id="{334547FA-40D1-43E6-AE56-0B427C195451}"/>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10" name="19-line-7">
            <a:extLst xmlns:a="http://schemas.openxmlformats.org/drawingml/2006/main">
              <a:ext uri="{FF2B5EF4-FFF2-40B4-BE49-F238E27FC236}">
                <a16:creationId xmlns:a16="http://schemas.microsoft.com/office/drawing/2014/main" id="{E23B54C1-A7B8-47E7-99ED-5655F8B5B1B7}"/>
              </a:ext>
            </a:extLst>
          </p:cNvPr>
          <p:cNvSpPr>
            <a:spLocks xmlns:a="http://schemas.openxmlformats.org/drawingml/2006/main"/>
          </p:cNvSpPr>
          <p:nvPr/>
        </p:nvSpPr>
        <p:spPr>
          <a:xfrm xmlns:a="http://schemas.openxmlformats.org/drawingml/2006/main" flipH="0" flipV="0">
            <a:off x="94488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1" name="19-line-9">
            <a:extLst xmlns:a="http://schemas.openxmlformats.org/drawingml/2006/main">
              <a:ext uri="{FF2B5EF4-FFF2-40B4-BE49-F238E27FC236}">
                <a16:creationId xmlns:a16="http://schemas.microsoft.com/office/drawing/2014/main" id="{CEB38FB4-B25F-4F78-8ADA-891937C566A3}"/>
              </a:ext>
            </a:extLst>
          </p:cNvPr>
          <p:cNvSpPr>
            <a:spLocks xmlns:a="http://schemas.openxmlformats.org/drawingml/2006/main"/>
          </p:cNvSpPr>
          <p:nvPr/>
        </p:nvSpPr>
        <p:spPr>
          <a:xfrm xmlns:a="http://schemas.openxmlformats.org/drawingml/2006/main" flipH="1" flipV="0">
            <a:off x="84836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19-line-11">
            <a:extLst xmlns:a="http://schemas.openxmlformats.org/drawingml/2006/main">
              <a:ext uri="{FF2B5EF4-FFF2-40B4-BE49-F238E27FC236}">
                <a16:creationId xmlns:a16="http://schemas.microsoft.com/office/drawing/2014/main" id="{AB200A94-D5F9-4ABC-AEBD-E0558980092B}"/>
              </a:ext>
            </a:extLst>
          </p:cNvPr>
          <p:cNvSpPr>
            <a:spLocks xmlns:a="http://schemas.openxmlformats.org/drawingml/2006/main"/>
          </p:cNvSpPr>
          <p:nvPr/>
        </p:nvSpPr>
        <p:spPr>
          <a:xfrm xmlns:a="http://schemas.openxmlformats.org/drawingml/2006/main" flipH="0" flipV="1">
            <a:off x="84836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19-text-12">
            <a:extLst xmlns:a="http://schemas.openxmlformats.org/drawingml/2006/main">
              <a:ext uri="{FF2B5EF4-FFF2-40B4-BE49-F238E27FC236}">
                <a16:creationId xmlns:a16="http://schemas.microsoft.com/office/drawing/2014/main" id="{34CD90BE-E1E1-4C8A-A12B-22645D0D2DB7}"/>
              </a:ext>
            </a:extLst>
          </p:cNvPr>
          <p:cNvSpPr>
            <a:spLocks xmlns:a="http://schemas.openxmlformats.org/drawingml/2006/main"/>
          </p:cNvSpPr>
          <p:nvPr/>
        </p:nvSpPr>
        <p:spPr>
          <a:xfrm xmlns:a="http://schemas.openxmlformats.org/drawingml/2006/main">
            <a:off x="88392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4" name="19-text-13">
            <a:extLst xmlns:a="http://schemas.openxmlformats.org/drawingml/2006/main">
              <a:ext uri="{FF2B5EF4-FFF2-40B4-BE49-F238E27FC236}">
                <a16:creationId xmlns:a16="http://schemas.microsoft.com/office/drawing/2014/main" id="{85368936-9CEF-43B5-955F-783E109F172F}"/>
              </a:ext>
            </a:extLst>
          </p:cNvPr>
          <p:cNvSpPr>
            <a:spLocks xmlns:a="http://schemas.openxmlformats.org/drawingml/2006/main"/>
          </p:cNvSpPr>
          <p:nvPr/>
        </p:nvSpPr>
        <p:spPr>
          <a:xfrm xmlns:a="http://schemas.openxmlformats.org/drawingml/2006/main">
            <a:off x="74676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5" name="19-text-14">
            <a:extLst xmlns:a="http://schemas.openxmlformats.org/drawingml/2006/main">
              <a:ext uri="{FF2B5EF4-FFF2-40B4-BE49-F238E27FC236}">
                <a16:creationId xmlns:a16="http://schemas.microsoft.com/office/drawing/2014/main" id="{2146B50A-42D0-4E24-8908-6985449E6509}"/>
              </a:ext>
            </a:extLst>
          </p:cNvPr>
          <p:cNvSpPr>
            <a:spLocks xmlns:a="http://schemas.openxmlformats.org/drawingml/2006/main"/>
          </p:cNvSpPr>
          <p:nvPr/>
        </p:nvSpPr>
        <p:spPr>
          <a:xfrm xmlns:a="http://schemas.openxmlformats.org/drawingml/2006/main">
            <a:off x="94996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Tree>
    <p:extLst>
      <p:ext uri="{BB962C8B-B14F-4D97-AF65-F5344CB8AC3E}">
        <p14:creationId xmlns:p14="http://schemas.microsoft.com/office/powerpoint/2010/main" val="1315168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fill="hold"/>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fill="hold"/>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2" name="19b-image-1"/>
          <p:cNvPicPr>
            <a:picLocks xmlns:a="http://schemas.openxmlformats.org/drawingml/2006/main" noChangeAspect="1"/>
          </p:cNvPicPr>
          <p:nvPr/>
        </p:nvPicPr>
        <p:blipFill>
          <a:blip xmlns:r="http://schemas.openxmlformats.org/officeDocument/2006/relationships" xmlns:a="http://schemas.openxmlformats.org/drawingml/2006/main" r:embed="Rc391eb3620814d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6805561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F9826E96-898D-44A7-8DE2-137D5314D6B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2" name="section-rule">
            <a:extLst xmlns:a="http://schemas.openxmlformats.org/drawingml/2006/main">
              <a:ext uri="{FF2B5EF4-FFF2-40B4-BE49-F238E27FC236}">
                <a16:creationId xmlns:a16="http://schemas.microsoft.com/office/drawing/2014/main" id="{FDA1D704-827F-4663-BD5A-958B763D69E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2F521E6D-7AE6-4520-B765-B67E333002F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Tree>
    <p:extLst>
      <p:ext uri="{BB962C8B-B14F-4D97-AF65-F5344CB8AC3E}">
        <p14:creationId xmlns:p14="http://schemas.microsoft.com/office/powerpoint/2010/main" val="904414390"/>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 name="!!area-name">
            <a:extLst xmlns:a="http://schemas.openxmlformats.org/drawingml/2006/main">
              <a:ext uri="{FF2B5EF4-FFF2-40B4-BE49-F238E27FC236}">
                <a16:creationId xmlns:a16="http://schemas.microsoft.com/office/drawing/2014/main" id="{CE608E14-932A-462B-98F0-F89342E810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10" name="mini-map"/>
          <p:cNvPicPr>
            <a:picLocks xmlns:a="http://schemas.openxmlformats.org/drawingml/2006/main" noChangeAspect="1"/>
          </p:cNvPicPr>
          <p:nvPr/>
        </p:nvPicPr>
        <p:blipFill>
          <a:blip xmlns:r="http://schemas.openxmlformats.org/officeDocument/2006/relationships" xmlns:a="http://schemas.openxmlformats.org/drawingml/2006/main" r:embed="R704672287ca144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9A70530F-EE62-4B27-A722-057E4438A8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 name="header-divider">
            <a:extLst xmlns:a="http://schemas.openxmlformats.org/drawingml/2006/main">
              <a:ext uri="{FF2B5EF4-FFF2-40B4-BE49-F238E27FC236}">
                <a16:creationId xmlns:a16="http://schemas.microsoft.com/office/drawing/2014/main" id="{3D643D6E-CA5A-4677-A112-8AA632006F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13"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21-text-2">
            <a:extLst xmlns:a="http://schemas.openxmlformats.org/drawingml/2006/main">
              <a:ext uri="{FF2B5EF4-FFF2-40B4-BE49-F238E27FC236}">
                <a16:creationId xmlns:a16="http://schemas.microsoft.com/office/drawing/2014/main" id="{01FDD49F-9379-4F1F-A0BD-BD2F4705D524}"/>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7" name="21-text-3">
            <a:extLst xmlns:a="http://schemas.openxmlformats.org/drawingml/2006/main">
              <a:ext uri="{FF2B5EF4-FFF2-40B4-BE49-F238E27FC236}">
                <a16:creationId xmlns:a16="http://schemas.microsoft.com/office/drawing/2014/main" id="{E87B3BA4-40A3-4EFC-BD40-CA56D16BF023}"/>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8" name="21-text-4">
            <a:extLst xmlns:a="http://schemas.openxmlformats.org/drawingml/2006/main">
              <a:ext uri="{FF2B5EF4-FFF2-40B4-BE49-F238E27FC236}">
                <a16:creationId xmlns:a16="http://schemas.microsoft.com/office/drawing/2014/main" id="{63BC1FAA-F770-4EA0-AA7D-B1A25DA47727}"/>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Tree>
    <p:extLst>
      <p:ext uri="{BB962C8B-B14F-4D97-AF65-F5344CB8AC3E}">
        <p14:creationId xmlns:p14="http://schemas.microsoft.com/office/powerpoint/2010/main" val="59512115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name">
            <a:extLst xmlns:a="http://schemas.openxmlformats.org/drawingml/2006/main">
              <a:ext uri="{FF2B5EF4-FFF2-40B4-BE49-F238E27FC236}">
                <a16:creationId xmlns:a16="http://schemas.microsoft.com/office/drawing/2014/main" id="{41724761-2A33-478A-A646-9C650C9EBB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6" name="mini-map"/>
          <p:cNvPicPr>
            <a:picLocks xmlns:a="http://schemas.openxmlformats.org/drawingml/2006/main" noChangeAspect="1"/>
          </p:cNvPicPr>
          <p:nvPr/>
        </p:nvPicPr>
        <p:blipFill>
          <a:blip xmlns:r="http://schemas.openxmlformats.org/officeDocument/2006/relationships" xmlns:a="http://schemas.openxmlformats.org/drawingml/2006/main" r:embed="R2d53bccc608542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F289B853-6EA1-4187-98E0-99FE5EB816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 name="header-divider">
            <a:extLst xmlns:a="http://schemas.openxmlformats.org/drawingml/2006/main">
              <a:ext uri="{FF2B5EF4-FFF2-40B4-BE49-F238E27FC236}">
                <a16:creationId xmlns:a16="http://schemas.microsoft.com/office/drawing/2014/main" id="{3F2A70AB-E6DD-4603-B3B3-5214753A9C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2-text-1">
            <a:extLst xmlns:a="http://schemas.openxmlformats.org/drawingml/2006/main">
              <a:ext uri="{FF2B5EF4-FFF2-40B4-BE49-F238E27FC236}">
                <a16:creationId xmlns:a16="http://schemas.microsoft.com/office/drawing/2014/main" id="{1D1CADC9-8082-4B09-BD29-7B410D6DFCB8}"/>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6" name="22-line-3">
            <a:extLst xmlns:a="http://schemas.openxmlformats.org/drawingml/2006/main">
              <a:ext uri="{FF2B5EF4-FFF2-40B4-BE49-F238E27FC236}">
                <a16:creationId xmlns:a16="http://schemas.microsoft.com/office/drawing/2014/main" id="{1A4C029C-5528-49DF-8959-139F081A236D}"/>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7" name="22-text-4">
            <a:extLst xmlns:a="http://schemas.openxmlformats.org/drawingml/2006/main">
              <a:ext uri="{FF2B5EF4-FFF2-40B4-BE49-F238E27FC236}">
                <a16:creationId xmlns:a16="http://schemas.microsoft.com/office/drawing/2014/main" id="{D40FA9A4-B9D5-429B-B756-8DC6E4D9CE12}"/>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8" name="22-text-5">
            <a:extLst xmlns:a="http://schemas.openxmlformats.org/drawingml/2006/main">
              <a:ext uri="{FF2B5EF4-FFF2-40B4-BE49-F238E27FC236}">
                <a16:creationId xmlns:a16="http://schemas.microsoft.com/office/drawing/2014/main" id="{96BB641E-06F4-4C0C-9C1A-5ABE16006CBA}"/>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9" name="22-line-7">
            <a:extLst xmlns:a="http://schemas.openxmlformats.org/drawingml/2006/main">
              <a:ext uri="{FF2B5EF4-FFF2-40B4-BE49-F238E27FC236}">
                <a16:creationId xmlns:a16="http://schemas.microsoft.com/office/drawing/2014/main" id="{39463EDC-335D-4A28-9153-6BCCDCEF8ADF}"/>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0" name="22-text-8">
            <a:extLst xmlns:a="http://schemas.openxmlformats.org/drawingml/2006/main">
              <a:ext uri="{FF2B5EF4-FFF2-40B4-BE49-F238E27FC236}">
                <a16:creationId xmlns:a16="http://schemas.microsoft.com/office/drawing/2014/main" id="{575D65FD-75BE-42C3-9598-F8836D4B649D}"/>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11" name="22-text-9">
            <a:extLst xmlns:a="http://schemas.openxmlformats.org/drawingml/2006/main">
              <a:ext uri="{FF2B5EF4-FFF2-40B4-BE49-F238E27FC236}">
                <a16:creationId xmlns:a16="http://schemas.microsoft.com/office/drawing/2014/main" id="{E39CCBCF-634B-44DC-A63B-12A2B82D3939}"/>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12" name="22-line-11">
            <a:extLst xmlns:a="http://schemas.openxmlformats.org/drawingml/2006/main">
              <a:ext uri="{FF2B5EF4-FFF2-40B4-BE49-F238E27FC236}">
                <a16:creationId xmlns:a16="http://schemas.microsoft.com/office/drawing/2014/main" id="{9DF953B7-B85C-4BC1-8A2F-35D742CDA366}"/>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22-text-12">
            <a:extLst xmlns:a="http://schemas.openxmlformats.org/drawingml/2006/main">
              <a:ext uri="{FF2B5EF4-FFF2-40B4-BE49-F238E27FC236}">
                <a16:creationId xmlns:a16="http://schemas.microsoft.com/office/drawing/2014/main" id="{B9F59AEF-6C3C-4EF7-884B-2BBA622A392B}"/>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14" name="22-text-13">
            <a:extLst xmlns:a="http://schemas.openxmlformats.org/drawingml/2006/main">
              <a:ext uri="{FF2B5EF4-FFF2-40B4-BE49-F238E27FC236}">
                <a16:creationId xmlns:a16="http://schemas.microsoft.com/office/drawing/2014/main" id="{AB962961-069C-46D8-A044-9224FCF53613}"/>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Tree>
    <p:extLst>
      <p:ext uri="{BB962C8B-B14F-4D97-AF65-F5344CB8AC3E}">
        <p14:creationId xmlns:p14="http://schemas.microsoft.com/office/powerpoint/2010/main" val="96392175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name">
            <a:extLst xmlns:a="http://schemas.openxmlformats.org/drawingml/2006/main">
              <a:ext uri="{FF2B5EF4-FFF2-40B4-BE49-F238E27FC236}">
                <a16:creationId xmlns:a16="http://schemas.microsoft.com/office/drawing/2014/main" id="{2665BC4E-0B2B-4F7D-BC34-0E641FF7D5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5" name="mini-map"/>
          <p:cNvPicPr>
            <a:picLocks xmlns:a="http://schemas.openxmlformats.org/drawingml/2006/main" noChangeAspect="1"/>
          </p:cNvPicPr>
          <p:nvPr/>
        </p:nvPicPr>
        <p:blipFill>
          <a:blip xmlns:r="http://schemas.openxmlformats.org/officeDocument/2006/relationships" xmlns:a="http://schemas.openxmlformats.org/drawingml/2006/main" r:embed="Rf06986bcc9f046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89B839FD-9E00-485D-B2B5-8564E7D3D7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22b-text-1">
            <a:extLst xmlns:a="http://schemas.openxmlformats.org/drawingml/2006/main">
              <a:ext uri="{FF2B5EF4-FFF2-40B4-BE49-F238E27FC236}">
                <a16:creationId xmlns:a16="http://schemas.microsoft.com/office/drawing/2014/main" id="{38B6B4B4-974C-4019-82FE-4572D9E7C24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 name="22b-text-2">
            <a:extLst xmlns:a="http://schemas.openxmlformats.org/drawingml/2006/main">
              <a:ext uri="{FF2B5EF4-FFF2-40B4-BE49-F238E27FC236}">
                <a16:creationId xmlns:a16="http://schemas.microsoft.com/office/drawing/2014/main" id="{75E2C531-0D9E-4D56-9DF9-05102C6828B6}"/>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6" name="22b-text-3">
            <a:extLst xmlns:a="http://schemas.openxmlformats.org/drawingml/2006/main">
              <a:ext uri="{FF2B5EF4-FFF2-40B4-BE49-F238E27FC236}">
                <a16:creationId xmlns:a16="http://schemas.microsoft.com/office/drawing/2014/main" id="{F80DB3FD-37F2-4F68-B5F2-83DA9F12F9FB}"/>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7" name="22b-text-4">
            <a:extLst xmlns:a="http://schemas.openxmlformats.org/drawingml/2006/main">
              <a:ext uri="{FF2B5EF4-FFF2-40B4-BE49-F238E27FC236}">
                <a16:creationId xmlns:a16="http://schemas.microsoft.com/office/drawing/2014/main" id="{F1DCB4D5-5E48-4EC7-A931-297AC512EBD4}"/>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8" name="22b-text-5">
            <a:extLst xmlns:a="http://schemas.openxmlformats.org/drawingml/2006/main">
              <a:ext uri="{FF2B5EF4-FFF2-40B4-BE49-F238E27FC236}">
                <a16:creationId xmlns:a16="http://schemas.microsoft.com/office/drawing/2014/main" id="{38A67D2C-49EB-475A-8570-A6F048759C0A}"/>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9" name="22b-text-6">
            <a:extLst xmlns:a="http://schemas.openxmlformats.org/drawingml/2006/main">
              <a:ext uri="{FF2B5EF4-FFF2-40B4-BE49-F238E27FC236}">
                <a16:creationId xmlns:a16="http://schemas.microsoft.com/office/drawing/2014/main" id="{118C0E78-8B59-405F-B77D-156AC0E78D5A}"/>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10" name="22b-text-7">
            <a:extLst xmlns:a="http://schemas.openxmlformats.org/drawingml/2006/main">
              <a:ext uri="{FF2B5EF4-FFF2-40B4-BE49-F238E27FC236}">
                <a16:creationId xmlns:a16="http://schemas.microsoft.com/office/drawing/2014/main" id="{8934081E-ECFA-4C9F-9F3E-F29EDE7024AB}"/>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11" name="22b-text-8">
            <a:extLst xmlns:a="http://schemas.openxmlformats.org/drawingml/2006/main">
              <a:ext uri="{FF2B5EF4-FFF2-40B4-BE49-F238E27FC236}">
                <a16:creationId xmlns:a16="http://schemas.microsoft.com/office/drawing/2014/main" id="{87A366D4-2C4A-4305-95E9-FD10B03E8460}"/>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12" name="22b-text-9">
            <a:extLst xmlns:a="http://schemas.openxmlformats.org/drawingml/2006/main">
              <a:ext uri="{FF2B5EF4-FFF2-40B4-BE49-F238E27FC236}">
                <a16:creationId xmlns:a16="http://schemas.microsoft.com/office/drawing/2014/main" id="{B4B1B51C-2A81-402A-8AA4-52D6BEA36285}"/>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13" name="22b-text-10">
            <a:extLst xmlns:a="http://schemas.openxmlformats.org/drawingml/2006/main">
              <a:ext uri="{FF2B5EF4-FFF2-40B4-BE49-F238E27FC236}">
                <a16:creationId xmlns:a16="http://schemas.microsoft.com/office/drawing/2014/main" id="{560D2DD3-72FE-4986-A5C5-8535A8EC3EEA}"/>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Tree>
    <p:extLst>
      <p:ext uri="{BB962C8B-B14F-4D97-AF65-F5344CB8AC3E}">
        <p14:creationId xmlns:p14="http://schemas.microsoft.com/office/powerpoint/2010/main" val="15856285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 name="!!area-name">
            <a:extLst xmlns:a="http://schemas.openxmlformats.org/drawingml/2006/main">
              <a:ext uri="{FF2B5EF4-FFF2-40B4-BE49-F238E27FC236}">
                <a16:creationId xmlns:a16="http://schemas.microsoft.com/office/drawing/2014/main" id="{2CA8AC5C-95BB-4995-9BAD-172D73734FB8}"/>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2" name="header-divider">
            <a:extLst xmlns:a="http://schemas.openxmlformats.org/drawingml/2006/main">
              <a:ext uri="{FF2B5EF4-FFF2-40B4-BE49-F238E27FC236}">
                <a16:creationId xmlns:a16="http://schemas.microsoft.com/office/drawing/2014/main" id="{74D409D1-4D43-4E9F-9CE9-E23FD8882057}"/>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3-shape-1">
            <a:extLst xmlns:a="http://schemas.openxmlformats.org/drawingml/2006/main">
              <a:ext uri="{FF2B5EF4-FFF2-40B4-BE49-F238E27FC236}">
                <a16:creationId xmlns:a16="http://schemas.microsoft.com/office/drawing/2014/main" id="{5415FB52-BE8A-4552-B07B-E795533B2D9E}"/>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 name="23-shape-2">
            <a:extLst xmlns:a="http://schemas.openxmlformats.org/drawingml/2006/main">
              <a:ext uri="{FF2B5EF4-FFF2-40B4-BE49-F238E27FC236}">
                <a16:creationId xmlns:a16="http://schemas.microsoft.com/office/drawing/2014/main" id="{B0310F9E-C5FB-449F-8F7C-E8EB86927469}"/>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 name="23-text-3">
            <a:extLst xmlns:a="http://schemas.openxmlformats.org/drawingml/2006/main">
              <a:ext uri="{FF2B5EF4-FFF2-40B4-BE49-F238E27FC236}">
                <a16:creationId xmlns:a16="http://schemas.microsoft.com/office/drawing/2014/main" id="{88D70689-2955-41B7-9A69-B819E511903A}"/>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 name="23-text-4">
            <a:extLst xmlns:a="http://schemas.openxmlformats.org/drawingml/2006/main">
              <a:ext uri="{FF2B5EF4-FFF2-40B4-BE49-F238E27FC236}">
                <a16:creationId xmlns:a16="http://schemas.microsoft.com/office/drawing/2014/main" id="{22723AD8-BF07-4F09-9B75-8452222A1D16}"/>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7" name="23-shape-5">
            <a:extLst xmlns:a="http://schemas.openxmlformats.org/drawingml/2006/main">
              <a:ext uri="{FF2B5EF4-FFF2-40B4-BE49-F238E27FC236}">
                <a16:creationId xmlns:a16="http://schemas.microsoft.com/office/drawing/2014/main" id="{C72320C5-C1C5-4139-9632-2D6AEFA5CC47}"/>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8" name="23-shape-6">
            <a:extLst xmlns:a="http://schemas.openxmlformats.org/drawingml/2006/main">
              <a:ext uri="{FF2B5EF4-FFF2-40B4-BE49-F238E27FC236}">
                <a16:creationId xmlns:a16="http://schemas.microsoft.com/office/drawing/2014/main" id="{D9E3EA78-11FF-45CD-A345-528656056039}"/>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9" name="23-text-7">
            <a:extLst xmlns:a="http://schemas.openxmlformats.org/drawingml/2006/main">
              <a:ext uri="{FF2B5EF4-FFF2-40B4-BE49-F238E27FC236}">
                <a16:creationId xmlns:a16="http://schemas.microsoft.com/office/drawing/2014/main" id="{CC54DA7F-5661-4C55-BDE9-A568332512F4}"/>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10" name="23-text-8">
            <a:extLst xmlns:a="http://schemas.openxmlformats.org/drawingml/2006/main">
              <a:ext uri="{FF2B5EF4-FFF2-40B4-BE49-F238E27FC236}">
                <a16:creationId xmlns:a16="http://schemas.microsoft.com/office/drawing/2014/main" id="{F6C26B22-1051-40D9-966B-202E3D274BC9}"/>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1" name="23-shape-9">
            <a:extLst xmlns:a="http://schemas.openxmlformats.org/drawingml/2006/main">
              <a:ext uri="{FF2B5EF4-FFF2-40B4-BE49-F238E27FC236}">
                <a16:creationId xmlns:a16="http://schemas.microsoft.com/office/drawing/2014/main" id="{8497D566-D7F0-4674-A5B7-1E9AF4CCB5E9}"/>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2" name="23-shape-10">
            <a:extLst xmlns:a="http://schemas.openxmlformats.org/drawingml/2006/main">
              <a:ext uri="{FF2B5EF4-FFF2-40B4-BE49-F238E27FC236}">
                <a16:creationId xmlns:a16="http://schemas.microsoft.com/office/drawing/2014/main" id="{8EE48B24-7799-4154-87BC-8D62633D7C89}"/>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3" name="23-text-11">
            <a:extLst xmlns:a="http://schemas.openxmlformats.org/drawingml/2006/main">
              <a:ext uri="{FF2B5EF4-FFF2-40B4-BE49-F238E27FC236}">
                <a16:creationId xmlns:a16="http://schemas.microsoft.com/office/drawing/2014/main" id="{1B1C1485-D969-474F-B613-1C979927105F}"/>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14" name="23-text-12">
            <a:extLst xmlns:a="http://schemas.openxmlformats.org/drawingml/2006/main">
              <a:ext uri="{FF2B5EF4-FFF2-40B4-BE49-F238E27FC236}">
                <a16:creationId xmlns:a16="http://schemas.microsoft.com/office/drawing/2014/main" id="{FE82FED0-CAD3-43D0-A1C1-E51443BC8D7B}"/>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15" name="23-shape-13">
            <a:extLst xmlns:a="http://schemas.openxmlformats.org/drawingml/2006/main">
              <a:ext uri="{FF2B5EF4-FFF2-40B4-BE49-F238E27FC236}">
                <a16:creationId xmlns:a16="http://schemas.microsoft.com/office/drawing/2014/main" id="{8AD28B61-39C7-4DD2-9BED-255D7B62304A}"/>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6" name="23-shape-14">
            <a:extLst xmlns:a="http://schemas.openxmlformats.org/drawingml/2006/main">
              <a:ext uri="{FF2B5EF4-FFF2-40B4-BE49-F238E27FC236}">
                <a16:creationId xmlns:a16="http://schemas.microsoft.com/office/drawing/2014/main" id="{37D1B8F9-E8C9-4D23-82D3-6C7EA309D626}"/>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 name="23-text-15">
            <a:extLst xmlns:a="http://schemas.openxmlformats.org/drawingml/2006/main">
              <a:ext uri="{FF2B5EF4-FFF2-40B4-BE49-F238E27FC236}">
                <a16:creationId xmlns:a16="http://schemas.microsoft.com/office/drawing/2014/main" id="{FDD9B01A-DDD2-4CCE-9945-FEE1C3C281F4}"/>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18" name="23-text-16">
            <a:extLst xmlns:a="http://schemas.openxmlformats.org/drawingml/2006/main">
              <a:ext uri="{FF2B5EF4-FFF2-40B4-BE49-F238E27FC236}">
                <a16:creationId xmlns:a16="http://schemas.microsoft.com/office/drawing/2014/main" id="{04C24A1D-5DFF-4DC5-BD4B-A4B27704E7A6}"/>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19" name="23-shape-17">
            <a:extLst xmlns:a="http://schemas.openxmlformats.org/drawingml/2006/main">
              <a:ext uri="{FF2B5EF4-FFF2-40B4-BE49-F238E27FC236}">
                <a16:creationId xmlns:a16="http://schemas.microsoft.com/office/drawing/2014/main" id="{8A2066A3-293D-4C96-9629-78741E43958D}"/>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23-shape-18">
            <a:extLst xmlns:a="http://schemas.openxmlformats.org/drawingml/2006/main">
              <a:ext uri="{FF2B5EF4-FFF2-40B4-BE49-F238E27FC236}">
                <a16:creationId xmlns:a16="http://schemas.microsoft.com/office/drawing/2014/main" id="{C78A4B11-C056-4496-A321-324731E26850}"/>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1" name="23-text-19">
            <a:extLst xmlns:a="http://schemas.openxmlformats.org/drawingml/2006/main">
              <a:ext uri="{FF2B5EF4-FFF2-40B4-BE49-F238E27FC236}">
                <a16:creationId xmlns:a16="http://schemas.microsoft.com/office/drawing/2014/main" id="{5390F90A-166F-4527-8BC0-929244DCEB43}"/>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22" name="23-text-20">
            <a:extLst xmlns:a="http://schemas.openxmlformats.org/drawingml/2006/main">
              <a:ext uri="{FF2B5EF4-FFF2-40B4-BE49-F238E27FC236}">
                <a16:creationId xmlns:a16="http://schemas.microsoft.com/office/drawing/2014/main" id="{D7468F33-EA8E-48E4-9085-88A2A19F1903}"/>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23" name="23-shape-21">
            <a:extLst xmlns:a="http://schemas.openxmlformats.org/drawingml/2006/main">
              <a:ext uri="{FF2B5EF4-FFF2-40B4-BE49-F238E27FC236}">
                <a16:creationId xmlns:a16="http://schemas.microsoft.com/office/drawing/2014/main" id="{DD932D06-5FC9-4436-B3F2-26114B1E3D43}"/>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 name="23-shape-22">
            <a:extLst xmlns:a="http://schemas.openxmlformats.org/drawingml/2006/main">
              <a:ext uri="{FF2B5EF4-FFF2-40B4-BE49-F238E27FC236}">
                <a16:creationId xmlns:a16="http://schemas.microsoft.com/office/drawing/2014/main" id="{E4B87F39-C058-470B-9B66-4B1A8AA9C33D}"/>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5" name="23-text-23">
            <a:extLst xmlns:a="http://schemas.openxmlformats.org/drawingml/2006/main">
              <a:ext uri="{FF2B5EF4-FFF2-40B4-BE49-F238E27FC236}">
                <a16:creationId xmlns:a16="http://schemas.microsoft.com/office/drawing/2014/main" id="{A7D02730-8D53-46B3-BFCD-7FF9F2E87C2A}"/>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26" name="23-text-24">
            <a:extLst xmlns:a="http://schemas.openxmlformats.org/drawingml/2006/main">
              <a:ext uri="{FF2B5EF4-FFF2-40B4-BE49-F238E27FC236}">
                <a16:creationId xmlns:a16="http://schemas.microsoft.com/office/drawing/2014/main" id="{62C6F4E3-5461-4242-B6AC-FE4E3D2DBCD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Tree>
    <p:extLst>
      <p:ext uri="{BB962C8B-B14F-4D97-AF65-F5344CB8AC3E}">
        <p14:creationId xmlns:p14="http://schemas.microsoft.com/office/powerpoint/2010/main" val="156797666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area-name">
            <a:extLst xmlns:a="http://schemas.openxmlformats.org/drawingml/2006/main">
              <a:ext uri="{FF2B5EF4-FFF2-40B4-BE49-F238E27FC236}">
                <a16:creationId xmlns:a16="http://schemas.microsoft.com/office/drawing/2014/main" id="{B609EC8E-D44D-477F-80C8-17E5BFFC41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20" name="mini-map"/>
          <p:cNvPicPr>
            <a:picLocks xmlns:a="http://schemas.openxmlformats.org/drawingml/2006/main" noChangeAspect="1"/>
          </p:cNvPicPr>
          <p:nvPr/>
        </p:nvPicPr>
        <p:blipFill>
          <a:blip xmlns:r="http://schemas.openxmlformats.org/officeDocument/2006/relationships" xmlns:a="http://schemas.openxmlformats.org/drawingml/2006/main" r:embed="R9a1d8a591cd14f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327536A6-7842-4BCC-9282-9190571CE1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 name="header-divider">
            <a:extLst xmlns:a="http://schemas.openxmlformats.org/drawingml/2006/main">
              <a:ext uri="{FF2B5EF4-FFF2-40B4-BE49-F238E27FC236}">
                <a16:creationId xmlns:a16="http://schemas.microsoft.com/office/drawing/2014/main" id="{3D4F6259-BCAA-49BA-BA04-03D0F5CA00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4-shape-1">
            <a:extLst xmlns:a="http://schemas.openxmlformats.org/drawingml/2006/main">
              <a:ext uri="{FF2B5EF4-FFF2-40B4-BE49-F238E27FC236}">
                <a16:creationId xmlns:a16="http://schemas.microsoft.com/office/drawing/2014/main" id="{45765FF2-53D1-412C-B641-F155FC8DB6AF}"/>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 name="24-text-2">
            <a:extLst xmlns:a="http://schemas.openxmlformats.org/drawingml/2006/main">
              <a:ext uri="{FF2B5EF4-FFF2-40B4-BE49-F238E27FC236}">
                <a16:creationId xmlns:a16="http://schemas.microsoft.com/office/drawing/2014/main" id="{533BEB60-7CF2-43C7-8E07-44C6B22FB3A0}"/>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 name="24-text-3">
            <a:extLst xmlns:a="http://schemas.openxmlformats.org/drawingml/2006/main">
              <a:ext uri="{FF2B5EF4-FFF2-40B4-BE49-F238E27FC236}">
                <a16:creationId xmlns:a16="http://schemas.microsoft.com/office/drawing/2014/main" id="{ED101374-0490-4FA0-B034-9D43078EE51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8" name="24-shape-4">
            <a:extLst xmlns:a="http://schemas.openxmlformats.org/drawingml/2006/main">
              <a:ext uri="{FF2B5EF4-FFF2-40B4-BE49-F238E27FC236}">
                <a16:creationId xmlns:a16="http://schemas.microsoft.com/office/drawing/2014/main" id="{957D8C96-58FF-42D2-B765-19285D3EBDD0}"/>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9" name="24-text-5">
            <a:extLst xmlns:a="http://schemas.openxmlformats.org/drawingml/2006/main">
              <a:ext uri="{FF2B5EF4-FFF2-40B4-BE49-F238E27FC236}">
                <a16:creationId xmlns:a16="http://schemas.microsoft.com/office/drawing/2014/main" id="{5E529DE3-CE8A-4B0B-9A6D-9D967DAE7AE0}"/>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0" name="24-text-6">
            <a:extLst xmlns:a="http://schemas.openxmlformats.org/drawingml/2006/main">
              <a:ext uri="{FF2B5EF4-FFF2-40B4-BE49-F238E27FC236}">
                <a16:creationId xmlns:a16="http://schemas.microsoft.com/office/drawing/2014/main" id="{74DF6A55-E3B7-447E-8FE4-11AED5C7E9AA}"/>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11" name="24-shape-7">
            <a:extLst xmlns:a="http://schemas.openxmlformats.org/drawingml/2006/main">
              <a:ext uri="{FF2B5EF4-FFF2-40B4-BE49-F238E27FC236}">
                <a16:creationId xmlns:a16="http://schemas.microsoft.com/office/drawing/2014/main" id="{47D42E8D-A083-4B25-A2D3-978025F461C7}"/>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2" name="24-text-8">
            <a:extLst xmlns:a="http://schemas.openxmlformats.org/drawingml/2006/main">
              <a:ext uri="{FF2B5EF4-FFF2-40B4-BE49-F238E27FC236}">
                <a16:creationId xmlns:a16="http://schemas.microsoft.com/office/drawing/2014/main" id="{01F4A1FF-97E3-4A67-8B6C-FB1206A4638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3" name="24-text-9">
            <a:extLst xmlns:a="http://schemas.openxmlformats.org/drawingml/2006/main">
              <a:ext uri="{FF2B5EF4-FFF2-40B4-BE49-F238E27FC236}">
                <a16:creationId xmlns:a16="http://schemas.microsoft.com/office/drawing/2014/main" id="{2F938C2C-3F49-4812-99AC-74C7C993D4D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14" name="24-shape-10">
            <a:extLst xmlns:a="http://schemas.openxmlformats.org/drawingml/2006/main">
              <a:ext uri="{FF2B5EF4-FFF2-40B4-BE49-F238E27FC236}">
                <a16:creationId xmlns:a16="http://schemas.microsoft.com/office/drawing/2014/main" id="{63023AEF-2AF5-4429-A39A-472B4E754138}"/>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5" name="24-text-11">
            <a:extLst xmlns:a="http://schemas.openxmlformats.org/drawingml/2006/main">
              <a:ext uri="{FF2B5EF4-FFF2-40B4-BE49-F238E27FC236}">
                <a16:creationId xmlns:a16="http://schemas.microsoft.com/office/drawing/2014/main" id="{3F10426F-442B-4E5D-A4C4-778B59F900FF}"/>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16" name="24-text-12">
            <a:extLst xmlns:a="http://schemas.openxmlformats.org/drawingml/2006/main">
              <a:ext uri="{FF2B5EF4-FFF2-40B4-BE49-F238E27FC236}">
                <a16:creationId xmlns:a16="http://schemas.microsoft.com/office/drawing/2014/main" id="{22152CF5-A4CC-4788-8ECA-BB2EBDF76B5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17" name="24-text-13">
            <a:extLst xmlns:a="http://schemas.openxmlformats.org/drawingml/2006/main">
              <a:ext uri="{FF2B5EF4-FFF2-40B4-BE49-F238E27FC236}">
                <a16:creationId xmlns:a16="http://schemas.microsoft.com/office/drawing/2014/main" id="{C849EF4A-C962-41C0-B0FA-6FA0D51C083B}"/>
              </a:ext>
            </a:extLst>
          </p:cNvPr>
          <p:cNvSpPr>
            <a:spLocks xmlns:a="http://schemas.openxmlformats.org/drawingml/2006/main"/>
          </p:cNvSpPr>
          <p:nvPr/>
        </p:nvSpPr>
        <p:spPr>
          <a:xfrm xmlns:a="http://schemas.openxmlformats.org/drawingml/2006/main">
            <a:off x="609600" y="3048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18" name="24-text-14">
            <a:extLst xmlns:a="http://schemas.openxmlformats.org/drawingml/2006/main">
              <a:ext uri="{FF2B5EF4-FFF2-40B4-BE49-F238E27FC236}">
                <a16:creationId xmlns:a16="http://schemas.microsoft.com/office/drawing/2014/main" id="{D7B210EB-2418-43E3-8EA5-CC7079211BF8}"/>
              </a:ext>
            </a:extLst>
          </p:cNvPr>
          <p:cNvSpPr>
            <a:spLocks xmlns:a="http://schemas.openxmlformats.org/drawingml/2006/main"/>
          </p:cNvSpPr>
          <p:nvPr/>
        </p:nvSpPr>
        <p:spPr>
          <a:xfrm xmlns:a="http://schemas.openxmlformats.org/drawingml/2006/main">
            <a:off x="609600" y="5080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Mitchell Hashimoto, "My AI Adoption Journey," February 2026</a:t>
            </a:r>
          </a:p>
        </p:txBody>
      </p:sp>
    </p:spTree>
    <p:extLst>
      <p:ext uri="{BB962C8B-B14F-4D97-AF65-F5344CB8AC3E}">
        <p14:creationId xmlns:p14="http://schemas.microsoft.com/office/powerpoint/2010/main" val="18940153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D9F86B91-3A23-47B9-BFE0-A2AE6C76089D}"/>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2" name="header-divider">
            <a:extLst xmlns:a="http://schemas.openxmlformats.org/drawingml/2006/main">
              <a:ext uri="{FF2B5EF4-FFF2-40B4-BE49-F238E27FC236}">
                <a16:creationId xmlns:a16="http://schemas.microsoft.com/office/drawing/2014/main" id="{800BC5D4-DEC1-4715-8BFC-83DB91FEBEF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5-text-1">
            <a:extLst xmlns:a="http://schemas.openxmlformats.org/drawingml/2006/main">
              <a:ext uri="{FF2B5EF4-FFF2-40B4-BE49-F238E27FC236}">
                <a16:creationId xmlns:a16="http://schemas.microsoft.com/office/drawing/2014/main" id="{1F6660B1-FD60-47AD-93F6-A8388E750DCC}"/>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 name="25-text-2">
            <a:extLst xmlns:a="http://schemas.openxmlformats.org/drawingml/2006/main">
              <a:ext uri="{FF2B5EF4-FFF2-40B4-BE49-F238E27FC236}">
                <a16:creationId xmlns:a16="http://schemas.microsoft.com/office/drawing/2014/main" id="{D6EE8946-432A-4163-9133-F8C0666C48CA}"/>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 name="25-text-3">
            <a:extLst xmlns:a="http://schemas.openxmlformats.org/drawingml/2006/main">
              <a:ext uri="{FF2B5EF4-FFF2-40B4-BE49-F238E27FC236}">
                <a16:creationId xmlns:a16="http://schemas.microsoft.com/office/drawing/2014/main" id="{536B2AA4-A644-40CA-8752-E163437D3D92}"/>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 name="25-text-4">
            <a:extLst xmlns:a="http://schemas.openxmlformats.org/drawingml/2006/main">
              <a:ext uri="{FF2B5EF4-FFF2-40B4-BE49-F238E27FC236}">
                <a16:creationId xmlns:a16="http://schemas.microsoft.com/office/drawing/2014/main" id="{ACA6E70A-5FD1-4B10-943C-99C040663D8A}"/>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7" name="25-text-5">
            <a:extLst xmlns:a="http://schemas.openxmlformats.org/drawingml/2006/main">
              <a:ext uri="{FF2B5EF4-FFF2-40B4-BE49-F238E27FC236}">
                <a16:creationId xmlns:a16="http://schemas.microsoft.com/office/drawing/2014/main" id="{26474E7C-1C2E-4BCC-A63D-9510FCFA3BA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8" name="25-text-6">
            <a:extLst xmlns:a="http://schemas.openxmlformats.org/drawingml/2006/main">
              <a:ext uri="{FF2B5EF4-FFF2-40B4-BE49-F238E27FC236}">
                <a16:creationId xmlns:a16="http://schemas.microsoft.com/office/drawing/2014/main" id="{99789867-38EF-4202-A5F2-0F9683A18C2A}"/>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9" name="25-text-7">
            <a:extLst xmlns:a="http://schemas.openxmlformats.org/drawingml/2006/main">
              <a:ext uri="{FF2B5EF4-FFF2-40B4-BE49-F238E27FC236}">
                <a16:creationId xmlns:a16="http://schemas.microsoft.com/office/drawing/2014/main" id="{7E2680B7-D066-4397-B3C3-E296AE977A29}"/>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10" name="25-text-8">
            <a:extLst xmlns:a="http://schemas.openxmlformats.org/drawingml/2006/main">
              <a:ext uri="{FF2B5EF4-FFF2-40B4-BE49-F238E27FC236}">
                <a16:creationId xmlns:a16="http://schemas.microsoft.com/office/drawing/2014/main" id="{8A664927-BC0C-441C-9028-258B68007807}"/>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11" name="25-text-9">
            <a:extLst xmlns:a="http://schemas.openxmlformats.org/drawingml/2006/main">
              <a:ext uri="{FF2B5EF4-FFF2-40B4-BE49-F238E27FC236}">
                <a16:creationId xmlns:a16="http://schemas.microsoft.com/office/drawing/2014/main" id="{B98C1968-C903-4CB7-B9EE-2424C7FF4312}"/>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12" name="25-text-10">
            <a:extLst xmlns:a="http://schemas.openxmlformats.org/drawingml/2006/main">
              <a:ext uri="{FF2B5EF4-FFF2-40B4-BE49-F238E27FC236}">
                <a16:creationId xmlns:a16="http://schemas.microsoft.com/office/drawing/2014/main" id="{13A741A0-16E9-4AAE-92FF-D107399F3069}"/>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13" name="25-text-11">
            <a:extLst xmlns:a="http://schemas.openxmlformats.org/drawingml/2006/main">
              <a:ext uri="{FF2B5EF4-FFF2-40B4-BE49-F238E27FC236}">
                <a16:creationId xmlns:a16="http://schemas.microsoft.com/office/drawing/2014/main" id="{5C95158C-1A8E-4B91-8037-C5C02FF91D4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14" name="25-text-12">
            <a:extLst xmlns:a="http://schemas.openxmlformats.org/drawingml/2006/main">
              <a:ext uri="{FF2B5EF4-FFF2-40B4-BE49-F238E27FC236}">
                <a16:creationId xmlns:a16="http://schemas.microsoft.com/office/drawing/2014/main" id="{BE6C728F-B123-45D8-8B57-138206C64C1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Tree>
    <p:extLst>
      <p:ext uri="{BB962C8B-B14F-4D97-AF65-F5344CB8AC3E}">
        <p14:creationId xmlns:p14="http://schemas.microsoft.com/office/powerpoint/2010/main" val="1771393671"/>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26-text-1">
            <a:extLst xmlns:a="http://schemas.openxmlformats.org/drawingml/2006/main">
              <a:ext uri="{FF2B5EF4-FFF2-40B4-BE49-F238E27FC236}">
                <a16:creationId xmlns:a16="http://schemas.microsoft.com/office/drawing/2014/main" id="{906C1503-6F26-44DC-B807-278E3FB9080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26-text-2">
            <a:extLst xmlns:a="http://schemas.openxmlformats.org/drawingml/2006/main">
              <a:ext uri="{FF2B5EF4-FFF2-40B4-BE49-F238E27FC236}">
                <a16:creationId xmlns:a16="http://schemas.microsoft.com/office/drawing/2014/main" id="{4D9939BA-31BD-477D-8EEA-7F70256DEF2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3" name="26-text-3">
            <a:extLst xmlns:a="http://schemas.openxmlformats.org/drawingml/2006/main">
              <a:ext uri="{FF2B5EF4-FFF2-40B4-BE49-F238E27FC236}">
                <a16:creationId xmlns:a16="http://schemas.microsoft.com/office/drawing/2014/main" id="{816940EA-FC05-4F0A-A7E6-051906E61FC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Tree>
    <p:extLst>
      <p:ext uri="{BB962C8B-B14F-4D97-AF65-F5344CB8AC3E}">
        <p14:creationId xmlns:p14="http://schemas.microsoft.com/office/powerpoint/2010/main" val="13706919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2026-09-15T19:10:21.3630000Z</dcterms:created>
  <dcterms:modified xsi:type="dcterms:W3CDTF">2026-09-15T19:10:21.3630000Z</dcterms:modified>
</coreProperties>
</file>