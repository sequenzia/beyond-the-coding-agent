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7dcf84dd1548a4" /><Relationship Type="http://schemas.openxmlformats.org/officeDocument/2006/relationships/extended-properties" Target="/docProps/app.xml" Id="Rbd0c2ac2d94e4c1a" /><Relationship Type="http://schemas.openxmlformats.org/officeDocument/2006/relationships/officeDocument" Target="/ppt/presentation.xml" Id="Rb783708f2d714d64"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c5b2bf04db104951"/>
    <p:sldMasterId xmlns:r="http://schemas.openxmlformats.org/officeDocument/2006/relationships" id="2147483650" r:id="R0f6f99a71a8043ac"/>
  </p:sldMasterIdLst>
  <p:notesMasterIdLst>
    <p:notesMasterId xmlns:r="http://schemas.openxmlformats.org/officeDocument/2006/relationships" r:id="Re212c00ef2a94106"/>
  </p:notesMasterIdLst>
  <p:sldIdLst>
    <p:sldId xmlns:r="http://schemas.openxmlformats.org/officeDocument/2006/relationships" id="256" r:id="Rd42466fb1f524aa5"/>
    <p:sldId xmlns:r="http://schemas.openxmlformats.org/officeDocument/2006/relationships" id="257" r:id="Rc978a740b3d240ad"/>
    <p:sldId xmlns:r="http://schemas.openxmlformats.org/officeDocument/2006/relationships" id="258" r:id="R6c0331cc32484146"/>
    <p:sldId xmlns:r="http://schemas.openxmlformats.org/officeDocument/2006/relationships" id="259" r:id="Rf742a1a3eb294559"/>
    <p:sldId xmlns:r="http://schemas.openxmlformats.org/officeDocument/2006/relationships" id="260" r:id="R21c12eec97604940"/>
    <p:sldId xmlns:r="http://schemas.openxmlformats.org/officeDocument/2006/relationships" id="261" r:id="R50ff5f2feba444d3"/>
    <p:sldId xmlns:r="http://schemas.openxmlformats.org/officeDocument/2006/relationships" id="262" r:id="R3a1c330eaf6349a0"/>
    <p:sldId xmlns:r="http://schemas.openxmlformats.org/officeDocument/2006/relationships" id="263" r:id="R5193c67c41ee4640"/>
    <p:sldId xmlns:r="http://schemas.openxmlformats.org/officeDocument/2006/relationships" id="264" r:id="Rcfbfa8c2c8e343ef"/>
    <p:sldId xmlns:r="http://schemas.openxmlformats.org/officeDocument/2006/relationships" id="265" r:id="R68f9a3de74c4494a"/>
    <p:sldId xmlns:r="http://schemas.openxmlformats.org/officeDocument/2006/relationships" id="266" r:id="Re3f3dfee4fe54d71"/>
    <p:sldId xmlns:r="http://schemas.openxmlformats.org/officeDocument/2006/relationships" id="267" r:id="Rb95041125dc7423f"/>
    <p:sldId xmlns:r="http://schemas.openxmlformats.org/officeDocument/2006/relationships" id="268" r:id="Re5f0f7cda3a94b5b"/>
    <p:sldId xmlns:r="http://schemas.openxmlformats.org/officeDocument/2006/relationships" id="269" r:id="Rdcaf1caba4c34b39"/>
    <p:sldId xmlns:r="http://schemas.openxmlformats.org/officeDocument/2006/relationships" id="270" r:id="R9cd6c774dce64bef"/>
    <p:sldId xmlns:r="http://schemas.openxmlformats.org/officeDocument/2006/relationships" id="271" r:id="Ra26dcfa6bc4548cf"/>
    <p:sldId xmlns:r="http://schemas.openxmlformats.org/officeDocument/2006/relationships" id="272" r:id="Rea5bef4b50454ba1"/>
    <p:sldId xmlns:r="http://schemas.openxmlformats.org/officeDocument/2006/relationships" id="273" r:id="R4a210c09ecfa4ef5"/>
    <p:sldId xmlns:r="http://schemas.openxmlformats.org/officeDocument/2006/relationships" id="274" r:id="R8d7de6a92a674bff"/>
    <p:sldId xmlns:r="http://schemas.openxmlformats.org/officeDocument/2006/relationships" id="275" r:id="R21bab827f22f4556"/>
    <p:sldId xmlns:r="http://schemas.openxmlformats.org/officeDocument/2006/relationships" id="276" r:id="Rc9723d73c851467b"/>
    <p:sldId xmlns:r="http://schemas.openxmlformats.org/officeDocument/2006/relationships" id="277" r:id="R946ddc96fdc44ba6"/>
    <p:sldId xmlns:r="http://schemas.openxmlformats.org/officeDocument/2006/relationships" id="278" r:id="R4df3778789814976"/>
    <p:sldId xmlns:r="http://schemas.openxmlformats.org/officeDocument/2006/relationships" id="279" r:id="Rd62eb6a58cd1493d"/>
    <p:sldId xmlns:r="http://schemas.openxmlformats.org/officeDocument/2006/relationships" id="280" r:id="Racedd90239404142"/>
    <p:sldId xmlns:r="http://schemas.openxmlformats.org/officeDocument/2006/relationships" id="281" r:id="R6387396f9ac84ca2"/>
    <p:sldId xmlns:r="http://schemas.openxmlformats.org/officeDocument/2006/relationships" id="282" r:id="R50e17befeb114e05"/>
    <p:sldId xmlns:r="http://schemas.openxmlformats.org/officeDocument/2006/relationships" id="283" r:id="Rc5a0d9d3c90b40a1"/>
    <p:sldId xmlns:r="http://schemas.openxmlformats.org/officeDocument/2006/relationships" id="284" r:id="R99b686afe82b4598"/>
    <p:sldId xmlns:r="http://schemas.openxmlformats.org/officeDocument/2006/relationships" id="285" r:id="Rfa843549e69c4da1"/>
    <p:sldId xmlns:r="http://schemas.openxmlformats.org/officeDocument/2006/relationships" id="286" r:id="Rca5c9cfd7c23496c"/>
    <p:sldId xmlns:r="http://schemas.openxmlformats.org/officeDocument/2006/relationships" id="287" r:id="R492003b0ec1743fe"/>
    <p:sldId xmlns:r="http://schemas.openxmlformats.org/officeDocument/2006/relationships" id="288" r:id="R2eb0d2adef394c42"/>
    <p:sldId xmlns:r="http://schemas.openxmlformats.org/officeDocument/2006/relationships" id="289" r:id="Radda68f315da4715"/>
    <p:sldId xmlns:r="http://schemas.openxmlformats.org/officeDocument/2006/relationships" id="290" r:id="Rf74cb4b45a614354"/>
    <p:sldId xmlns:r="http://schemas.openxmlformats.org/officeDocument/2006/relationships" id="291" r:id="Rf111e3bd615a410a"/>
    <p:sldId xmlns:r="http://schemas.openxmlformats.org/officeDocument/2006/relationships" id="292" r:id="Rcd6955b7f5284611"/>
    <p:sldId xmlns:r="http://schemas.openxmlformats.org/officeDocument/2006/relationships" id="293" r:id="R17d750478b2c488f"/>
    <p:sldId xmlns:r="http://schemas.openxmlformats.org/officeDocument/2006/relationships" id="294" r:id="Re56f9a03e4054971"/>
    <p:sldId xmlns:r="http://schemas.openxmlformats.org/officeDocument/2006/relationships" id="295" r:id="Rf56cf62845d24e0e"/>
    <p:sldId xmlns:r="http://schemas.openxmlformats.org/officeDocument/2006/relationships" id="296" r:id="R0765e8a31afb403f"/>
    <p:sldId xmlns:r="http://schemas.openxmlformats.org/officeDocument/2006/relationships" id="297" r:id="Ra6b3218a410b417b"/>
    <p:sldId xmlns:r="http://schemas.openxmlformats.org/officeDocument/2006/relationships" id="298" r:id="R4c0c3e397ffc4f24"/>
    <p:sldId xmlns:r="http://schemas.openxmlformats.org/officeDocument/2006/relationships" id="299" r:id="R2a243b68567241a6"/>
    <p:sldId xmlns:r="http://schemas.openxmlformats.org/officeDocument/2006/relationships" id="300" r:id="Rb565abb0dca34205"/>
    <p:sldId xmlns:r="http://schemas.openxmlformats.org/officeDocument/2006/relationships" id="301" r:id="R2bc7007abd024fd6"/>
    <p:sldId xmlns:r="http://schemas.openxmlformats.org/officeDocument/2006/relationships" id="302" r:id="Rb85f1b956cde4d16"/>
    <p:sldId xmlns:r="http://schemas.openxmlformats.org/officeDocument/2006/relationships" id="303" r:id="R130d2a1bf0f14d28"/>
    <p:sldId xmlns:r="http://schemas.openxmlformats.org/officeDocument/2006/relationships" id="304" r:id="R377c1e2cba164b5b"/>
    <p:sldId xmlns:r="http://schemas.openxmlformats.org/officeDocument/2006/relationships" id="305" r:id="R90ce824a74bd4a81"/>
    <p:sldId xmlns:r="http://schemas.openxmlformats.org/officeDocument/2006/relationships" id="306" r:id="R32a9eadeaf504b6d"/>
    <p:sldId xmlns:r="http://schemas.openxmlformats.org/officeDocument/2006/relationships" id="307" r:id="R23b201a31bce477a"/>
    <p:sldId xmlns:r="http://schemas.openxmlformats.org/officeDocument/2006/relationships" id="308" r:id="R38e8d8342ec64cf3"/>
    <p:sldId xmlns:r="http://schemas.openxmlformats.org/officeDocument/2006/relationships" id="309" r:id="R5a40e2c7b61e4c0c"/>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f2ec3b02124442" /><Relationship Type="http://schemas.openxmlformats.org/officeDocument/2006/relationships/slideMaster" Target="/ppt/slideMasters/slideMaster1.xml" Id="Rc5b2bf04db104951" /><Relationship Type="http://schemas.openxmlformats.org/officeDocument/2006/relationships/slideMaster" Target="/ppt/slideMasters/slideMaster2.xml" Id="R0f6f99a71a8043ac" /><Relationship Type="http://schemas.openxmlformats.org/officeDocument/2006/relationships/notesMaster" Target="/ppt/notesMasters/notesMaster1.xml" Id="Re212c00ef2a94106" /><Relationship Type="http://schemas.openxmlformats.org/officeDocument/2006/relationships/presProps" Target="/ppt/presProps.xml" Id="Rac2f5c16f69b4d03" /><Relationship Type="http://schemas.openxmlformats.org/officeDocument/2006/relationships/tableStyles" Target="/ppt/tableStyles.xml" Id="Raa981d79265e49ef" /><Relationship Type="http://schemas.openxmlformats.org/officeDocument/2006/relationships/slide" Target="/ppt/slides/slide1.xml" Id="Rd42466fb1f524aa5" /><Relationship Type="http://schemas.openxmlformats.org/officeDocument/2006/relationships/slide" Target="/ppt/slides/slide2.xml" Id="Rc978a740b3d240ad" /><Relationship Type="http://schemas.openxmlformats.org/officeDocument/2006/relationships/slide" Target="/ppt/slides/slide3.xml" Id="R6c0331cc32484146" /><Relationship Type="http://schemas.openxmlformats.org/officeDocument/2006/relationships/slide" Target="/ppt/slides/slide4.xml" Id="Rf742a1a3eb294559" /><Relationship Type="http://schemas.openxmlformats.org/officeDocument/2006/relationships/slide" Target="/ppt/slides/slide5.xml" Id="R21c12eec97604940" /><Relationship Type="http://schemas.openxmlformats.org/officeDocument/2006/relationships/slide" Target="/ppt/slides/slide6.xml" Id="R50ff5f2feba444d3" /><Relationship Type="http://schemas.openxmlformats.org/officeDocument/2006/relationships/slide" Target="/ppt/slides/slide7.xml" Id="R3a1c330eaf6349a0" /><Relationship Type="http://schemas.openxmlformats.org/officeDocument/2006/relationships/slide" Target="/ppt/slides/slide8.xml" Id="R5193c67c41ee4640" /><Relationship Type="http://schemas.openxmlformats.org/officeDocument/2006/relationships/slide" Target="/ppt/slides/slide9.xml" Id="Rcfbfa8c2c8e343ef" /><Relationship Type="http://schemas.openxmlformats.org/officeDocument/2006/relationships/slide" Target="/ppt/slides/slide10.xml" Id="R68f9a3de74c4494a" /><Relationship Type="http://schemas.openxmlformats.org/officeDocument/2006/relationships/slide" Target="/ppt/slides/slide11.xml" Id="Re3f3dfee4fe54d71" /><Relationship Type="http://schemas.openxmlformats.org/officeDocument/2006/relationships/slide" Target="/ppt/slides/slide12.xml" Id="Rb95041125dc7423f" /><Relationship Type="http://schemas.openxmlformats.org/officeDocument/2006/relationships/slide" Target="/ppt/slides/slide13.xml" Id="Re5f0f7cda3a94b5b" /><Relationship Type="http://schemas.openxmlformats.org/officeDocument/2006/relationships/slide" Target="/ppt/slides/slide14.xml" Id="Rdcaf1caba4c34b39" /><Relationship Type="http://schemas.openxmlformats.org/officeDocument/2006/relationships/slide" Target="/ppt/slides/slide15.xml" Id="R9cd6c774dce64bef" /><Relationship Type="http://schemas.openxmlformats.org/officeDocument/2006/relationships/slide" Target="/ppt/slides/slide16.xml" Id="Ra26dcfa6bc4548cf" /><Relationship Type="http://schemas.openxmlformats.org/officeDocument/2006/relationships/slide" Target="/ppt/slides/slide17.xml" Id="Rea5bef4b50454ba1" /><Relationship Type="http://schemas.openxmlformats.org/officeDocument/2006/relationships/slide" Target="/ppt/slides/slide18.xml" Id="R4a210c09ecfa4ef5" /><Relationship Type="http://schemas.openxmlformats.org/officeDocument/2006/relationships/slide" Target="/ppt/slides/slide19.xml" Id="R8d7de6a92a674bff" /><Relationship Type="http://schemas.openxmlformats.org/officeDocument/2006/relationships/slide" Target="/ppt/slides/slide20.xml" Id="R21bab827f22f4556" /><Relationship Type="http://schemas.openxmlformats.org/officeDocument/2006/relationships/slide" Target="/ppt/slides/slide21.xml" Id="Rc9723d73c851467b" /><Relationship Type="http://schemas.openxmlformats.org/officeDocument/2006/relationships/slide" Target="/ppt/slides/slide22.xml" Id="R946ddc96fdc44ba6" /><Relationship Type="http://schemas.openxmlformats.org/officeDocument/2006/relationships/slide" Target="/ppt/slides/slide23.xml" Id="R4df3778789814976" /><Relationship Type="http://schemas.openxmlformats.org/officeDocument/2006/relationships/slide" Target="/ppt/slides/slide24.xml" Id="Rd62eb6a58cd1493d" /><Relationship Type="http://schemas.openxmlformats.org/officeDocument/2006/relationships/slide" Target="/ppt/slides/slide25.xml" Id="Racedd90239404142" /><Relationship Type="http://schemas.openxmlformats.org/officeDocument/2006/relationships/slide" Target="/ppt/slides/slide26.xml" Id="R6387396f9ac84ca2" /><Relationship Type="http://schemas.openxmlformats.org/officeDocument/2006/relationships/slide" Target="/ppt/slides/slide27.xml" Id="R50e17befeb114e05" /><Relationship Type="http://schemas.openxmlformats.org/officeDocument/2006/relationships/slide" Target="/ppt/slides/slide28.xml" Id="Rc5a0d9d3c90b40a1" /><Relationship Type="http://schemas.openxmlformats.org/officeDocument/2006/relationships/slide" Target="/ppt/slides/slide29.xml" Id="R99b686afe82b4598" /><Relationship Type="http://schemas.openxmlformats.org/officeDocument/2006/relationships/slide" Target="/ppt/slides/slide30.xml" Id="Rfa843549e69c4da1" /><Relationship Type="http://schemas.openxmlformats.org/officeDocument/2006/relationships/slide" Target="/ppt/slides/slide31.xml" Id="Rca5c9cfd7c23496c" /><Relationship Type="http://schemas.openxmlformats.org/officeDocument/2006/relationships/slide" Target="/ppt/slides/slide32.xml" Id="R492003b0ec1743fe" /><Relationship Type="http://schemas.openxmlformats.org/officeDocument/2006/relationships/slide" Target="/ppt/slides/slide33.xml" Id="R2eb0d2adef394c42" /><Relationship Type="http://schemas.openxmlformats.org/officeDocument/2006/relationships/slide" Target="/ppt/slides/slide34.xml" Id="Radda68f315da4715" /><Relationship Type="http://schemas.openxmlformats.org/officeDocument/2006/relationships/slide" Target="/ppt/slides/slide35.xml" Id="Rf74cb4b45a614354" /><Relationship Type="http://schemas.openxmlformats.org/officeDocument/2006/relationships/slide" Target="/ppt/slides/slide36.xml" Id="Rf111e3bd615a410a" /><Relationship Type="http://schemas.openxmlformats.org/officeDocument/2006/relationships/slide" Target="/ppt/slides/slide37.xml" Id="Rcd6955b7f5284611" /><Relationship Type="http://schemas.openxmlformats.org/officeDocument/2006/relationships/slide" Target="/ppt/slides/slide38.xml" Id="R17d750478b2c488f" /><Relationship Type="http://schemas.openxmlformats.org/officeDocument/2006/relationships/slide" Target="/ppt/slides/slide39.xml" Id="Re56f9a03e4054971" /><Relationship Type="http://schemas.openxmlformats.org/officeDocument/2006/relationships/slide" Target="/ppt/slides/slide40.xml" Id="Rf56cf62845d24e0e" /><Relationship Type="http://schemas.openxmlformats.org/officeDocument/2006/relationships/slide" Target="/ppt/slides/slide41.xml" Id="R0765e8a31afb403f" /><Relationship Type="http://schemas.openxmlformats.org/officeDocument/2006/relationships/slide" Target="/ppt/slides/slide42.xml" Id="Ra6b3218a410b417b" /><Relationship Type="http://schemas.openxmlformats.org/officeDocument/2006/relationships/slide" Target="/ppt/slides/slide43.xml" Id="R4c0c3e397ffc4f24" /><Relationship Type="http://schemas.openxmlformats.org/officeDocument/2006/relationships/slide" Target="/ppt/slides/slide44.xml" Id="R2a243b68567241a6" /><Relationship Type="http://schemas.openxmlformats.org/officeDocument/2006/relationships/slide" Target="/ppt/slides/slide45.xml" Id="Rb565abb0dca34205" /><Relationship Type="http://schemas.openxmlformats.org/officeDocument/2006/relationships/slide" Target="/ppt/slides/slide46.xml" Id="R2bc7007abd024fd6" /><Relationship Type="http://schemas.openxmlformats.org/officeDocument/2006/relationships/slide" Target="/ppt/slides/slide47.xml" Id="Rb85f1b956cde4d16" /><Relationship Type="http://schemas.openxmlformats.org/officeDocument/2006/relationships/slide" Target="/ppt/slides/slide48.xml" Id="R130d2a1bf0f14d28" /><Relationship Type="http://schemas.openxmlformats.org/officeDocument/2006/relationships/slide" Target="/ppt/slides/slide49.xml" Id="R377c1e2cba164b5b" /><Relationship Type="http://schemas.openxmlformats.org/officeDocument/2006/relationships/slide" Target="/ppt/slides/slide50.xml" Id="R90ce824a74bd4a81" /><Relationship Type="http://schemas.openxmlformats.org/officeDocument/2006/relationships/slide" Target="/ppt/slides/slide51.xml" Id="R32a9eadeaf504b6d" /><Relationship Type="http://schemas.openxmlformats.org/officeDocument/2006/relationships/slide" Target="/ppt/slides/slide52.xml" Id="R23b201a31bce477a" /><Relationship Type="http://schemas.openxmlformats.org/officeDocument/2006/relationships/slide" Target="/ppt/slides/slide53.xml" Id="R38e8d8342ec64cf3" /><Relationship Type="http://schemas.openxmlformats.org/officeDocument/2006/relationships/slide" Target="/ppt/slides/slide54.xml" Id="R5a40e2c7b61e4c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9cf8dfd553d349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ba2ceed27d4b48" /><Relationship Type="http://schemas.openxmlformats.org/officeDocument/2006/relationships/notesMaster" Target="/ppt/notesMasters/notesMaster1.xml" Id="Rdc89b715c34245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257f484fd14ea8" /><Relationship Type="http://schemas.openxmlformats.org/officeDocument/2006/relationships/notesMaster" Target="/ppt/notesMasters/notesMaster1.xml" Id="R89abf1ad910941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fe9aaeea244560" /><Relationship Type="http://schemas.openxmlformats.org/officeDocument/2006/relationships/notesMaster" Target="/ppt/notesMasters/notesMaster1.xml" Id="R6a55eb5cbbbe4a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fe6ce020224554" /><Relationship Type="http://schemas.openxmlformats.org/officeDocument/2006/relationships/notesMaster" Target="/ppt/notesMasters/notesMaster1.xml" Id="R351e96bde20741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580056e875417b" /><Relationship Type="http://schemas.openxmlformats.org/officeDocument/2006/relationships/notesMaster" Target="/ppt/notesMasters/notesMaster1.xml" Id="R0db7c41504e749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4196acc0be46bb" /><Relationship Type="http://schemas.openxmlformats.org/officeDocument/2006/relationships/notesMaster" Target="/ppt/notesMasters/notesMaster1.xml" Id="R6ee40cc7d77444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4d329b740f4c9d" /><Relationship Type="http://schemas.openxmlformats.org/officeDocument/2006/relationships/notesMaster" Target="/ppt/notesMasters/notesMaster1.xml" Id="R18a52e83c15245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ee39d457b94e99" /><Relationship Type="http://schemas.openxmlformats.org/officeDocument/2006/relationships/notesMaster" Target="/ppt/notesMasters/notesMaster1.xml" Id="R8ff542ba8e9945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6840e3524746de" /><Relationship Type="http://schemas.openxmlformats.org/officeDocument/2006/relationships/notesMaster" Target="/ppt/notesMasters/notesMaster1.xml" Id="Rbc40690776e840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31e9816d404d73" /><Relationship Type="http://schemas.openxmlformats.org/officeDocument/2006/relationships/notesMaster" Target="/ppt/notesMasters/notesMaster1.xml" Id="R801746417c2047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ddd19f98f4401a" /><Relationship Type="http://schemas.openxmlformats.org/officeDocument/2006/relationships/notesMaster" Target="/ppt/notesMasters/notesMaster1.xml" Id="R1192ae3a2e1142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65e6ace91c4f04" /><Relationship Type="http://schemas.openxmlformats.org/officeDocument/2006/relationships/notesMaster" Target="/ppt/notesMasters/notesMaster1.xml" Id="Rbf12520683be40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71c8037f964d22" /><Relationship Type="http://schemas.openxmlformats.org/officeDocument/2006/relationships/notesMaster" Target="/ppt/notesMasters/notesMaster1.xml" Id="Rf2dd280d2a8842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a2bfe67b514470" /><Relationship Type="http://schemas.openxmlformats.org/officeDocument/2006/relationships/notesMaster" Target="/ppt/notesMasters/notesMaster1.xml" Id="Rfd493c7f4c7f4e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818bfd75804c66" /><Relationship Type="http://schemas.openxmlformats.org/officeDocument/2006/relationships/notesMaster" Target="/ppt/notesMasters/notesMaster1.xml" Id="R59910396b52646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a7f5a905f944a6a" /><Relationship Type="http://schemas.openxmlformats.org/officeDocument/2006/relationships/notesMaster" Target="/ppt/notesMasters/notesMaster1.xml" Id="R3283954ae1c344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ad4ff3c8a5471a" /><Relationship Type="http://schemas.openxmlformats.org/officeDocument/2006/relationships/notesMaster" Target="/ppt/notesMasters/notesMaster1.xml" Id="Raa2f3aa63db342e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370e80ce22f4077" /><Relationship Type="http://schemas.openxmlformats.org/officeDocument/2006/relationships/notesMaster" Target="/ppt/notesMasters/notesMaster1.xml" Id="R217bf31cfb0b47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9c9615ae1674a14" /><Relationship Type="http://schemas.openxmlformats.org/officeDocument/2006/relationships/notesMaster" Target="/ppt/notesMasters/notesMaster1.xml" Id="R1bf9a19d89e54db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1fbff6716ac44a6" /><Relationship Type="http://schemas.openxmlformats.org/officeDocument/2006/relationships/notesMaster" Target="/ppt/notesMasters/notesMaster1.xml" Id="R4aacc24a05214e4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cb7f2e1f414568" /><Relationship Type="http://schemas.openxmlformats.org/officeDocument/2006/relationships/notesMaster" Target="/ppt/notesMasters/notesMaster1.xml" Id="R7461cc925a5f4d3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a5a5d30a2364f41" /><Relationship Type="http://schemas.openxmlformats.org/officeDocument/2006/relationships/notesMaster" Target="/ppt/notesMasters/notesMaster1.xml" Id="Rcd04dd0251dc413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eae926e09274954" /><Relationship Type="http://schemas.openxmlformats.org/officeDocument/2006/relationships/notesMaster" Target="/ppt/notesMasters/notesMaster1.xml" Id="Rd731aea1b785478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19fd61b7be4482" /><Relationship Type="http://schemas.openxmlformats.org/officeDocument/2006/relationships/notesMaster" Target="/ppt/notesMasters/notesMaster1.xml" Id="R2a6b4f595741448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a633dbb006b4719" /><Relationship Type="http://schemas.openxmlformats.org/officeDocument/2006/relationships/notesMaster" Target="/ppt/notesMasters/notesMaster1.xml" Id="R73b023c8724240f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4d7302ac97e4dda" /><Relationship Type="http://schemas.openxmlformats.org/officeDocument/2006/relationships/notesMaster" Target="/ppt/notesMasters/notesMaster1.xml" Id="R2afe8c22df404fa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9de605fc8084faf" /><Relationship Type="http://schemas.openxmlformats.org/officeDocument/2006/relationships/notesMaster" Target="/ppt/notesMasters/notesMaster1.xml" Id="R5d7ba9c7f4774bb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e1727d39834bc9" /><Relationship Type="http://schemas.openxmlformats.org/officeDocument/2006/relationships/notesMaster" Target="/ppt/notesMasters/notesMaster1.xml" Id="Re9b622dc2cf642f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d5f3d089c7345ca" /><Relationship Type="http://schemas.openxmlformats.org/officeDocument/2006/relationships/notesMaster" Target="/ppt/notesMasters/notesMaster1.xml" Id="Rb5bea6d5071741f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07858e5302e40b9" /><Relationship Type="http://schemas.openxmlformats.org/officeDocument/2006/relationships/notesMaster" Target="/ppt/notesMasters/notesMaster1.xml" Id="Rdc9929ac4f0b4eb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996c9074fc241e5" /><Relationship Type="http://schemas.openxmlformats.org/officeDocument/2006/relationships/notesMaster" Target="/ppt/notesMasters/notesMaster1.xml" Id="Re5d116e1897342d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402569b3cfc4cab" /><Relationship Type="http://schemas.openxmlformats.org/officeDocument/2006/relationships/notesMaster" Target="/ppt/notesMasters/notesMaster1.xml" Id="Recbf830cd990480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30e68c372343f7" /><Relationship Type="http://schemas.openxmlformats.org/officeDocument/2006/relationships/notesMaster" Target="/ppt/notesMasters/notesMaster1.xml" Id="R1db5092a8f7347a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37ae3e21d904d9b" /><Relationship Type="http://schemas.openxmlformats.org/officeDocument/2006/relationships/notesMaster" Target="/ppt/notesMasters/notesMaster1.xml" Id="R06b8ad78a5b34fd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9c3cb3692b2424d" /><Relationship Type="http://schemas.openxmlformats.org/officeDocument/2006/relationships/notesMaster" Target="/ppt/notesMasters/notesMaster1.xml" Id="Rb0d9eae0080c4c2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13b9d855c7244a6" /><Relationship Type="http://schemas.openxmlformats.org/officeDocument/2006/relationships/notesMaster" Target="/ppt/notesMasters/notesMaster1.xml" Id="R286c3ace5a64493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3dbca2ea9a847e4" /><Relationship Type="http://schemas.openxmlformats.org/officeDocument/2006/relationships/notesMaster" Target="/ppt/notesMasters/notesMaster1.xml" Id="R0a6d1a71a621470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2180f54e8fa4e04" /><Relationship Type="http://schemas.openxmlformats.org/officeDocument/2006/relationships/notesMaster" Target="/ppt/notesMasters/notesMaster1.xml" Id="R64af995f06854ef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2b536f1acc145a8" /><Relationship Type="http://schemas.openxmlformats.org/officeDocument/2006/relationships/notesMaster" Target="/ppt/notesMasters/notesMaster1.xml" Id="R3bdc89bea10b4ba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b34b8bfa66740f1" /><Relationship Type="http://schemas.openxmlformats.org/officeDocument/2006/relationships/notesMaster" Target="/ppt/notesMasters/notesMaster1.xml" Id="R464c0251deba403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8b28a774f244930" /><Relationship Type="http://schemas.openxmlformats.org/officeDocument/2006/relationships/notesMaster" Target="/ppt/notesMasters/notesMaster1.xml" Id="R859b92c8e289410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26ed374470e422d" /><Relationship Type="http://schemas.openxmlformats.org/officeDocument/2006/relationships/notesMaster" Target="/ppt/notesMasters/notesMaster1.xml" Id="Rb9d743707bd14dd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849910cf71e4d8f" /><Relationship Type="http://schemas.openxmlformats.org/officeDocument/2006/relationships/notesMaster" Target="/ppt/notesMasters/notesMaster1.xml" Id="Rf01d338a8fed4c4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a69286209f64489" /><Relationship Type="http://schemas.openxmlformats.org/officeDocument/2006/relationships/notesMaster" Target="/ppt/notesMasters/notesMaster1.xml" Id="R5c1059f737b14eb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1b71d00eb3e4fb4" /><Relationship Type="http://schemas.openxmlformats.org/officeDocument/2006/relationships/notesMaster" Target="/ppt/notesMasters/notesMaster1.xml" Id="R85e1193cc08441b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2e97d38d9d6425e" /><Relationship Type="http://schemas.openxmlformats.org/officeDocument/2006/relationships/notesMaster" Target="/ppt/notesMasters/notesMaster1.xml" Id="R3893498a20464f2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2182171bc0249ec" /><Relationship Type="http://schemas.openxmlformats.org/officeDocument/2006/relationships/notesMaster" Target="/ppt/notesMasters/notesMaster1.xml" Id="R2c6396683d87414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936910744b04051" /><Relationship Type="http://schemas.openxmlformats.org/officeDocument/2006/relationships/notesMaster" Target="/ppt/notesMasters/notesMaster1.xml" Id="R7e6b08a44c994d4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bf1f6f32f0e47c5" /><Relationship Type="http://schemas.openxmlformats.org/officeDocument/2006/relationships/notesMaster" Target="/ppt/notesMasters/notesMaster1.xml" Id="R3fb368023df7481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6e919152ae7483b" /><Relationship Type="http://schemas.openxmlformats.org/officeDocument/2006/relationships/notesMaster" Target="/ppt/notesMasters/notesMaster1.xml" Id="Rd45ea46e7a7a41e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bf22a7712074cee" /><Relationship Type="http://schemas.openxmlformats.org/officeDocument/2006/relationships/notesMaster" Target="/ppt/notesMasters/notesMaster1.xml" Id="Rcc0ae3366df44ec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c7d9ab8a0f74da2" /><Relationship Type="http://schemas.openxmlformats.org/officeDocument/2006/relationships/notesMaster" Target="/ppt/notesMasters/notesMaster1.xml" Id="Rf254043d84a0478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a328531f89d4029" /><Relationship Type="http://schemas.openxmlformats.org/officeDocument/2006/relationships/notesMaster" Target="/ppt/notesMasters/notesMaster1.xml" Id="Ra85300d70c1e4ab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82aac7ec63949a2" /><Relationship Type="http://schemas.openxmlformats.org/officeDocument/2006/relationships/notesMaster" Target="/ppt/notesMasters/notesMaster1.xml" Id="R64bcde570eaa44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multiple agents before trying a workflow.</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AgentOps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39f459416d40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fb35bdad523d47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c2ecf253cfa04f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7A4D3289-298B-4CAF-9F5C-8AAF80B12502}"/>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1c724b80694aa4" /><Relationship Type="http://schemas.openxmlformats.org/officeDocument/2006/relationships/slideLayout" Target="/ppt/slideLayouts/slideLayout1.xml" Id="R319f9472873d4c7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2956fe89897249ba" /><Relationship Type="http://schemas.openxmlformats.org/officeDocument/2006/relationships/slideLayout" Target="/ppt/slideLayouts/slideLayout2.xml" Id="R83e87b37b1244947" /><Relationship Type="http://schemas.openxmlformats.org/officeDocument/2006/relationships/slideLayout" Target="/ppt/slideLayouts/slideLayout3.xml" Id="R1629afcc5c444d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9f9472873d4c70"/>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83e87b37b1244947"/>
    <p:sldLayoutId xmlns:r="http://schemas.openxmlformats.org/officeDocument/2006/relationships" id="2147483652" r:id="R1629afcc5c444db7"/>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a0ea82206f04795" /><Relationship Type="http://schemas.openxmlformats.org/officeDocument/2006/relationships/notesSlide" Target="/ppt/notesSlides/notesSlide1.xml" Id="R6e319826043743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f5fab832c9d4ec4" /><Relationship Type="http://schemas.openxmlformats.org/officeDocument/2006/relationships/image" Target="/ppt/media/image.png" Id="R8283c262937049e7" /><Relationship Type="http://schemas.openxmlformats.org/officeDocument/2006/relationships/notesSlide" Target="/ppt/notesSlides/notesSlide2.xml" Id="Rfa657a2b4fd949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431183581bc492f" /><Relationship Type="http://schemas.openxmlformats.org/officeDocument/2006/relationships/notesSlide" Target="/ppt/notesSlides/notesSlide3.xml" Id="R363c6c134a7540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f0bd2daa38341d0" /><Relationship Type="http://schemas.openxmlformats.org/officeDocument/2006/relationships/notesSlide" Target="/ppt/notesSlides/notesSlide4.xml" Id="Re6c632e4aebc48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6a219caeb8647f6" /><Relationship Type="http://schemas.openxmlformats.org/officeDocument/2006/relationships/notesSlide" Target="/ppt/notesSlides/notesSlide5.xml" Id="R31b989ee068844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b27995171634715" /><Relationship Type="http://schemas.openxmlformats.org/officeDocument/2006/relationships/notesSlide" Target="/ppt/notesSlides/notesSlide6.xml" Id="Rd8bc84f5777642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9ad77e303564258" /><Relationship Type="http://schemas.openxmlformats.org/officeDocument/2006/relationships/notesSlide" Target="/ppt/notesSlides/notesSlide7.xml" Id="R1ea6d4abfb6549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1386cd0148f4e6d" /><Relationship Type="http://schemas.openxmlformats.org/officeDocument/2006/relationships/notesSlide" Target="/ppt/notesSlides/notesSlide8.xml" Id="Rb743bf9701f040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323d1c2916b42a8" /><Relationship Type="http://schemas.openxmlformats.org/officeDocument/2006/relationships/notesSlide" Target="/ppt/notesSlides/notesSlide9.xml" Id="Re297df64fd3a4b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2dc5be458c04b8a" /><Relationship Type="http://schemas.openxmlformats.org/officeDocument/2006/relationships/image" Target="/ppt/media/image2.png" Id="Ra31e096ffce54df1" /><Relationship Type="http://schemas.openxmlformats.org/officeDocument/2006/relationships/notesSlide" Target="/ppt/notesSlides/notesSlide10.xml" Id="R107a005f118a47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667a8bf872f34777" /><Relationship Type="http://schemas.openxmlformats.org/officeDocument/2006/relationships/image" Target="/ppt/media/image3.png" Id="Rbf7f4309fbca4861" /><Relationship Type="http://schemas.openxmlformats.org/officeDocument/2006/relationships/notesSlide" Target="/ppt/notesSlides/notesSlide11.xml" Id="R5808e8e0987f43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b4144ceec9e4237" /><Relationship Type="http://schemas.openxmlformats.org/officeDocument/2006/relationships/image" Target="/ppt/media/image4.png" Id="R780c7902f2e64402" /><Relationship Type="http://schemas.openxmlformats.org/officeDocument/2006/relationships/notesSlide" Target="/ppt/notesSlides/notesSlide12.xml" Id="R7531f15263f545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3fb0e5754b64ed9" /><Relationship Type="http://schemas.openxmlformats.org/officeDocument/2006/relationships/image" Target="/ppt/media/image5.png" Id="R133ba60c4e0b46a8" /><Relationship Type="http://schemas.openxmlformats.org/officeDocument/2006/relationships/notesSlide" Target="/ppt/notesSlides/notesSlide13.xml" Id="R5ac45fe5806c43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c20b49ea70604562" /><Relationship Type="http://schemas.openxmlformats.org/officeDocument/2006/relationships/image" Target="/ppt/media/image6.png" Id="R4244240d042d4c0e" /><Relationship Type="http://schemas.openxmlformats.org/officeDocument/2006/relationships/notesSlide" Target="/ppt/notesSlides/notesSlide14.xml" Id="R2868125da9d64d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74d56d8952f4210" /><Relationship Type="http://schemas.openxmlformats.org/officeDocument/2006/relationships/image" Target="/ppt/media/image7.png" Id="Ref70994fbb0145df" /><Relationship Type="http://schemas.openxmlformats.org/officeDocument/2006/relationships/notesSlide" Target="/ppt/notesSlides/notesSlide15.xml" Id="R2a311e6a2fdf40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c5883372538e456b" /><Relationship Type="http://schemas.openxmlformats.org/officeDocument/2006/relationships/image" Target="/ppt/media/image8.png" Id="R171af388bed24bf3" /><Relationship Type="http://schemas.openxmlformats.org/officeDocument/2006/relationships/image" Target="/ppt/media/image9.png" Id="R79a60a5c49b04fa7" /><Relationship Type="http://schemas.openxmlformats.org/officeDocument/2006/relationships/notesSlide" Target="/ppt/notesSlides/notesSlide16.xml" Id="Rb8a433add7b642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ed288d2d59e4c3a" /><Relationship Type="http://schemas.openxmlformats.org/officeDocument/2006/relationships/image" Target="/ppt/media/image10.png" Id="R46280baac2084674" /><Relationship Type="http://schemas.openxmlformats.org/officeDocument/2006/relationships/notesSlide" Target="/ppt/notesSlides/notesSlide17.xml" Id="R4bf46913d2ed422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a33bbb8c5bf4834" /><Relationship Type="http://schemas.openxmlformats.org/officeDocument/2006/relationships/image" Target="/ppt/media/image11.png" Id="Rc8371ef7d5cd408a" /><Relationship Type="http://schemas.openxmlformats.org/officeDocument/2006/relationships/notesSlide" Target="/ppt/notesSlides/notesSlide18.xml" Id="R839afad209244b7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a96e44d306b4678" /><Relationship Type="http://schemas.openxmlformats.org/officeDocument/2006/relationships/image" Target="/ppt/media/image12.png" Id="R8b95b9831e784d88" /><Relationship Type="http://schemas.openxmlformats.org/officeDocument/2006/relationships/notesSlide" Target="/ppt/notesSlides/notesSlide19.xml" Id="R0afca1d9ca2a423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6caf2b051bc4604" /><Relationship Type="http://schemas.openxmlformats.org/officeDocument/2006/relationships/image" Target="/ppt/media/image13.png" Id="Rfdb3b0afb6a14633" /><Relationship Type="http://schemas.openxmlformats.org/officeDocument/2006/relationships/notesSlide" Target="/ppt/notesSlides/notesSlide20.xml" Id="R5f14c45a2ae442a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da12d9ae5694381" /><Relationship Type="http://schemas.openxmlformats.org/officeDocument/2006/relationships/image" Target="/ppt/media/image14.png" Id="R5d38c8b01d984f20" /><Relationship Type="http://schemas.openxmlformats.org/officeDocument/2006/relationships/image" Target="/ppt/media/image15.png" Id="R1941d59bff5c4379" /><Relationship Type="http://schemas.openxmlformats.org/officeDocument/2006/relationships/notesSlide" Target="/ppt/notesSlides/notesSlide21.xml" Id="Raf4fed8fcadf46a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d8fa188666a242f7" /><Relationship Type="http://schemas.openxmlformats.org/officeDocument/2006/relationships/image" Target="/ppt/media/image16.png" Id="R5bf0052e9ddd4046" /><Relationship Type="http://schemas.openxmlformats.org/officeDocument/2006/relationships/notesSlide" Target="/ppt/notesSlides/notesSlide22.xml" Id="Rf339d886388f4f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8e34a0f0b0fb4e4c" /><Relationship Type="http://schemas.openxmlformats.org/officeDocument/2006/relationships/image" Target="/ppt/media/image17.png" Id="R26a6d8e527924119" /><Relationship Type="http://schemas.openxmlformats.org/officeDocument/2006/relationships/notesSlide" Target="/ppt/notesSlides/notesSlide23.xml" Id="Ra873f920c17b4e3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228930971f984e02" /><Relationship Type="http://schemas.openxmlformats.org/officeDocument/2006/relationships/image" Target="/ppt/media/image18.png" Id="Rad01acdcf5704158" /><Relationship Type="http://schemas.openxmlformats.org/officeDocument/2006/relationships/notesSlide" Target="/ppt/notesSlides/notesSlide24.xml" Id="R091e1787d97241a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d743a3f5f30475d" /><Relationship Type="http://schemas.openxmlformats.org/officeDocument/2006/relationships/image" Target="/ppt/media/image19.png" Id="R6e33f05abf0b46b4" /><Relationship Type="http://schemas.openxmlformats.org/officeDocument/2006/relationships/notesSlide" Target="/ppt/notesSlides/notesSlide25.xml" Id="R05b3b69f5009435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2d048422f8bc4dfc" /><Relationship Type="http://schemas.openxmlformats.org/officeDocument/2006/relationships/image" Target="/ppt/media/image20.png" Id="R9e611c5af0634412" /><Relationship Type="http://schemas.openxmlformats.org/officeDocument/2006/relationships/image" Target="/ppt/media/image21.png" Id="R51893258aeeb44e9" /><Relationship Type="http://schemas.openxmlformats.org/officeDocument/2006/relationships/notesSlide" Target="/ppt/notesSlides/notesSlide26.xml" Id="Rad67fd71c6bd4bb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8626dd0959714f94" /><Relationship Type="http://schemas.openxmlformats.org/officeDocument/2006/relationships/image" Target="/ppt/media/image22.png" Id="R0edfddbc47064c1c" /><Relationship Type="http://schemas.openxmlformats.org/officeDocument/2006/relationships/notesSlide" Target="/ppt/notesSlides/notesSlide27.xml" Id="R17eb4a75bc2d44a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412a110d7c364494" /><Relationship Type="http://schemas.openxmlformats.org/officeDocument/2006/relationships/image" Target="/ppt/media/image23.png" Id="Rc2200ea988174e81" /><Relationship Type="http://schemas.openxmlformats.org/officeDocument/2006/relationships/notesSlide" Target="/ppt/notesSlides/notesSlide28.xml" Id="R09407300d5144b4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86c662cfc18d4dd2" /><Relationship Type="http://schemas.openxmlformats.org/officeDocument/2006/relationships/image" Target="/ppt/media/image24.png" Id="R9a15b0d9a3414c0c" /><Relationship Type="http://schemas.openxmlformats.org/officeDocument/2006/relationships/notesSlide" Target="/ppt/notesSlides/notesSlide29.xml" Id="Ra45743f51cc4435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ba79816ba79a4347" /><Relationship Type="http://schemas.openxmlformats.org/officeDocument/2006/relationships/image" Target="/ppt/media/image25.png" Id="R37d59286605848f0" /><Relationship Type="http://schemas.openxmlformats.org/officeDocument/2006/relationships/notesSlide" Target="/ppt/notesSlides/notesSlide30.xml" Id="Rabb466163211443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f4962975d584cc9" /><Relationship Type="http://schemas.openxmlformats.org/officeDocument/2006/relationships/image" Target="/ppt/media/image26.png" Id="Rc0044e5ba1eb47e7" /><Relationship Type="http://schemas.openxmlformats.org/officeDocument/2006/relationships/image" Target="/ppt/media/image27.png" Id="R5eb6b77ba7634ab9" /><Relationship Type="http://schemas.openxmlformats.org/officeDocument/2006/relationships/notesSlide" Target="/ppt/notesSlides/notesSlide31.xml" Id="Rd482765a87c8404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ef04197b10fe494b" /><Relationship Type="http://schemas.openxmlformats.org/officeDocument/2006/relationships/image" Target="/ppt/media/image28.png" Id="R1eb8fc78ba3c4388" /><Relationship Type="http://schemas.openxmlformats.org/officeDocument/2006/relationships/notesSlide" Target="/ppt/notesSlides/notesSlide32.xml" Id="R0aeb1327f876498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fa05ab128ecf4a46" /><Relationship Type="http://schemas.openxmlformats.org/officeDocument/2006/relationships/image" Target="/ppt/media/image29.png" Id="Reee12011a5a54eff" /><Relationship Type="http://schemas.openxmlformats.org/officeDocument/2006/relationships/notesSlide" Target="/ppt/notesSlides/notesSlide33.xml" Id="Rff741d5d41e0408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fe1b3c03b78e4000" /><Relationship Type="http://schemas.openxmlformats.org/officeDocument/2006/relationships/image" Target="/ppt/media/image30.png" Id="Re9d6837b9cff40ff" /><Relationship Type="http://schemas.openxmlformats.org/officeDocument/2006/relationships/notesSlide" Target="/ppt/notesSlides/notesSlide34.xml" Id="R591e8800b21c451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69f863acfcb946cf" /><Relationship Type="http://schemas.openxmlformats.org/officeDocument/2006/relationships/image" Target="/ppt/media/image31.png" Id="R6716ca554c19441f" /><Relationship Type="http://schemas.openxmlformats.org/officeDocument/2006/relationships/notesSlide" Target="/ppt/notesSlides/notesSlide35.xml" Id="R8e52bafecf4348d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67f358d1470a4e05" /><Relationship Type="http://schemas.openxmlformats.org/officeDocument/2006/relationships/image" Target="/ppt/media/image32.png" Id="R758064532c734aa4" /><Relationship Type="http://schemas.openxmlformats.org/officeDocument/2006/relationships/image" Target="/ppt/media/image33.png" Id="R5b75af647d964d2a" /><Relationship Type="http://schemas.openxmlformats.org/officeDocument/2006/relationships/notesSlide" Target="/ppt/notesSlides/notesSlide36.xml" Id="R5ee92f2814f543d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7095e7d9ed164c46" /><Relationship Type="http://schemas.openxmlformats.org/officeDocument/2006/relationships/image" Target="/ppt/media/image34.png" Id="R385347dc8c544359" /><Relationship Type="http://schemas.openxmlformats.org/officeDocument/2006/relationships/notesSlide" Target="/ppt/notesSlides/notesSlide37.xml" Id="R7149196aab9d43c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dbd832a2a5c941fc" /><Relationship Type="http://schemas.openxmlformats.org/officeDocument/2006/relationships/image" Target="/ppt/media/image35.png" Id="R8ce3135e5241436d" /><Relationship Type="http://schemas.openxmlformats.org/officeDocument/2006/relationships/notesSlide" Target="/ppt/notesSlides/notesSlide38.xml" Id="R81c6990f38a04d0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9500ac5843d840b9" /><Relationship Type="http://schemas.openxmlformats.org/officeDocument/2006/relationships/image" Target="/ppt/media/image36.png" Id="R9920b71a4c744307" /><Relationship Type="http://schemas.openxmlformats.org/officeDocument/2006/relationships/notesSlide" Target="/ppt/notesSlides/notesSlide39.xml" Id="Re475d27ef2234f0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25754f61f5d3462d" /><Relationship Type="http://schemas.openxmlformats.org/officeDocument/2006/relationships/image" Target="/ppt/media/image37.png" Id="R95c2d82ef4984e9c" /><Relationship Type="http://schemas.openxmlformats.org/officeDocument/2006/relationships/notesSlide" Target="/ppt/notesSlides/notesSlide40.xml" Id="Re9dbc8a4377849c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bebda99ee9ea494b" /><Relationship Type="http://schemas.openxmlformats.org/officeDocument/2006/relationships/image" Target="/ppt/media/image38.png" Id="R6c8cf9c41a3449dd" /><Relationship Type="http://schemas.openxmlformats.org/officeDocument/2006/relationships/image" Target="/ppt/media/image39.png" Id="R4e0b1a2112f447b0" /><Relationship Type="http://schemas.openxmlformats.org/officeDocument/2006/relationships/notesSlide" Target="/ppt/notesSlides/notesSlide41.xml" Id="R27dcac64f8ed4db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88a54c0725ea4baa" /><Relationship Type="http://schemas.openxmlformats.org/officeDocument/2006/relationships/image" Target="/ppt/media/image40.png" Id="Rcff459c2302e433d" /><Relationship Type="http://schemas.openxmlformats.org/officeDocument/2006/relationships/notesSlide" Target="/ppt/notesSlides/notesSlide42.xml" Id="R8350cd0704874a7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ba4604d015d947ff" /><Relationship Type="http://schemas.openxmlformats.org/officeDocument/2006/relationships/image" Target="/ppt/media/image41.png" Id="R03d46694ce8f4799" /><Relationship Type="http://schemas.openxmlformats.org/officeDocument/2006/relationships/notesSlide" Target="/ppt/notesSlides/notesSlide43.xml" Id="Raf9c4ff824f741a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a8a2167b459341b3" /><Relationship Type="http://schemas.openxmlformats.org/officeDocument/2006/relationships/image" Target="/ppt/media/image42.png" Id="Re661efe4fa2b4126" /><Relationship Type="http://schemas.openxmlformats.org/officeDocument/2006/relationships/notesSlide" Target="/ppt/notesSlides/notesSlide44.xml" Id="R63daa743ac824b3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e5aa10de05974983" /><Relationship Type="http://schemas.openxmlformats.org/officeDocument/2006/relationships/image" Target="/ppt/media/image43.png" Id="Rd2434744df93464f" /><Relationship Type="http://schemas.openxmlformats.org/officeDocument/2006/relationships/notesSlide" Target="/ppt/notesSlides/notesSlide45.xml" Id="Rc9583112f7354a1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e168fe0d5b84215" /><Relationship Type="http://schemas.openxmlformats.org/officeDocument/2006/relationships/image" Target="/ppt/media/image44.png" Id="R1303f45ce93d4834" /><Relationship Type="http://schemas.openxmlformats.org/officeDocument/2006/relationships/notesSlide" Target="/ppt/notesSlides/notesSlide46.xml" Id="R926e0406d11d418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9011c7980e314f53" /><Relationship Type="http://schemas.openxmlformats.org/officeDocument/2006/relationships/notesSlide" Target="/ppt/notesSlides/notesSlide47.xml" Id="R2fefd971b44142a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672552fda3144298" /><Relationship Type="http://schemas.openxmlformats.org/officeDocument/2006/relationships/image" Target="/ppt/media/image45.png" Id="Rd10424f540a24391" /><Relationship Type="http://schemas.openxmlformats.org/officeDocument/2006/relationships/notesSlide" Target="/ppt/notesSlides/notesSlide48.xml" Id="R5330d3d90e6a48e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bb1ee50c11974e88" /><Relationship Type="http://schemas.openxmlformats.org/officeDocument/2006/relationships/image" Target="/ppt/media/image46.png" Id="R4c3b3024004440a9" /><Relationship Type="http://schemas.openxmlformats.org/officeDocument/2006/relationships/notesSlide" Target="/ppt/notesSlides/notesSlide49.xml" Id="R3894183580cb49f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ec70f2a65e224fd3" /><Relationship Type="http://schemas.openxmlformats.org/officeDocument/2006/relationships/notesSlide" Target="/ppt/notesSlides/notesSlide50.xml" Id="R481bfc3ece524d9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b9a89b87cdc14f95" /><Relationship Type="http://schemas.openxmlformats.org/officeDocument/2006/relationships/image" Target="/ppt/media/image47.png" Id="R4ca2d12b90194cc1" /><Relationship Type="http://schemas.openxmlformats.org/officeDocument/2006/relationships/notesSlide" Target="/ppt/notesSlides/notesSlide51.xml" Id="R1bed63db5ca14fb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83217f237e7e4a9a" /><Relationship Type="http://schemas.openxmlformats.org/officeDocument/2006/relationships/image" Target="/ppt/media/image47.png" Id="R061e49dc4f5648d6" /><Relationship Type="http://schemas.openxmlformats.org/officeDocument/2006/relationships/notesSlide" Target="/ppt/notesSlides/notesSlide52.xml" Id="R133cdb0e8edc43f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a70a9e2b91e24353" /><Relationship Type="http://schemas.openxmlformats.org/officeDocument/2006/relationships/notesSlide" Target="/ppt/notesSlides/notesSlide53.xml" Id="R7fc44e979291481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132c3a8644fb466d" /><Relationship Type="http://schemas.openxmlformats.org/officeDocument/2006/relationships/notesSlide" Target="/ppt/notesSlides/notesSlide54.xml" Id="Rdfaa26af177549d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B6BD13CE-F6C7-4218-A739-C8F068510376}"/>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7ECFAB6B-C4DD-45A1-A3C1-B5B05E9ECCDC}"/>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9D54739A-213E-41DD-8667-BF2A4D508FBC}"/>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6C5BC244-DC95-45B4-B71E-5CEC386239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11199999"/>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8283c262937049e7"/>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9A236D96-8DBD-40C7-AE8B-C2E14A08F69D}"/>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F54BA9DD-15C8-4956-9C1E-8F8CA3C72233}"/>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6F1BDDFA-4B03-466D-B97E-4C1A7F8215BB}"/>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6CC66442-63FC-4A0C-BE2D-087C874C5ECA}"/>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9866CB14-9CE8-4A42-A987-EBEFDFCDB68D}"/>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B4D51A05-44E3-4222-A476-6ECDD86877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42734153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54860387-FFEF-455D-8C1D-64077E1F97A3}"/>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8767C5E5-D131-4E04-BB5D-96832E7A3976}"/>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61B52E98-60F6-4932-B350-4BA4071E1649}"/>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8267DB15-EC7C-4F99-83CB-29C0F97E3769}"/>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A6BBBEAA-5088-442C-92E7-2CE47C10D0F5}"/>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13C0D34D-F2CC-4587-AFE2-8001668D8E8A}"/>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0C49A9A2-08FE-4BE9-B251-41A3B515CEC3}"/>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9418740E-8668-4491-94C1-F9EAC16F8EF8}"/>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08A15CFC-2498-4F0B-BAD4-2A2C7819D034}"/>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65A93E04-A833-4070-B3B3-E774DB901682}"/>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5CE2610D-350E-4EC2-9708-8CE1278FCB5C}"/>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AC63E4D7-6375-43F9-B30C-A1E2DADF1DF2}"/>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56697F4B-708D-4A27-ACDC-34F9E5BF1EC9}"/>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AF2AE0FB-5BAB-4634-BEA4-3F78B0D2E617}"/>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5AA9BC3E-C328-46C6-85EA-F403BB92ECC5}"/>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CDFAFC07-49B9-4211-AD66-9F99B86E168C}"/>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D3738DA0-5D13-4B69-A8B8-F95F781BF93B}"/>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0AA42BDA-7E5E-4C54-ACD5-B0BA6ABBCE0C}"/>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3638F215-A19A-4E10-8400-53362717C3BB}"/>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6408D6FA-80FB-40F6-88A1-FC50EE6CF2AA}"/>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2DD98926-FE04-499D-95A9-B3E7BCE0DF11}"/>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7A4D1328-F8C4-4EAF-A71E-93E17A08E9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428097379"/>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2C84B31D-FFF1-4ACE-B80C-3160014D988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6F57A6E5-EDA4-4EDC-B4C7-8C75F8F216E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27490388-1C14-4FB5-AE15-75CE4D2D2B1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1424866C-8536-44D4-ACF4-B7952BA47F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995592165"/>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A259F4C4-85B5-4504-BF1A-4FA7EE1B46E1}"/>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DD733E97-ACF5-499A-9C39-D1A31C82BE7C}"/>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260870B7-9428-4E91-BFFB-F0CC62726A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78067360"/>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F47F84CB-D7F0-4467-9156-3B473B55E6D4}"/>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C839B5A5-7E16-4F95-9F6C-AE968F8B19D2}"/>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5DD6E7BF-7FF7-4B60-87E3-A8AA6C0357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72000877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778CAA8D-704D-4A8F-BBF6-7BDC060B0D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211449582"/>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FA69E034-22E8-436C-8130-5F9092890516}"/>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16A208F7-2E4B-49BF-8A39-8401EEEA0E8E}"/>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5086B064-82E0-431E-AE9B-8214058B6D23}"/>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4E0E263A-9255-4927-8929-76073DD5BAB8}"/>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93B332BB-3540-4C40-B5E9-BF1672524425}"/>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2FB5EC47-4DA2-4A56-B7EF-614B9E8917BD}"/>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B98FA27E-CD9D-44B2-986C-A626C4E9E11B}"/>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DBB9C1C7-A325-4E96-82EC-B8EF50708D2D}"/>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36DF6BEC-6C08-4E84-AA0B-F4581BD8E4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37767753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DED4FF3B-45AA-4FA9-A1F6-B675B607916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63F27F2A-6A8B-4ABD-AC9B-C4495049A656}"/>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7A42455B-EFC9-4579-8DE6-DCC22E180A4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E23E29AA-7CC1-42D8-BA2A-56B25CBCA8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3424818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a31e096ffce54df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70908D94-D2F0-4FC9-AE7F-DE17D01B71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44808252"/>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bf7f4309fbca486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32F65F33-AA54-423C-87EE-8AB9306311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95196020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780c7902f2e6440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37424B3E-A845-4CD4-B035-DEE675659D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66141786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133ba60c4e0b46a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0F6866A6-2837-499A-B4EB-78A33B6A34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845181186"/>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4244240d042d4c0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2126FC6A-C155-4F4F-A55C-39723F922BE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725024957"/>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ef70994fbb0145d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8BC26632-E137-475B-B4A1-AEB79DB60D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644158493"/>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392B1041-3EE2-4CDC-875F-F70D54E646F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171af388bed24bf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13B20B39-F3BE-4644-9C07-CBF78C5A00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8D4FE579-F3A8-451B-9014-68D9FEFE1DC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42A89CC1-2DA6-486C-8B3E-DEE4A76A5D93}"/>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FC5AA8E4-7652-43FD-A434-54B72D09BB1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79a60a5c49b04fa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DF5CCBDF-FCF7-48C8-802E-B30A01B918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549374563"/>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DE3EA262-011B-4DE4-8E6D-3ACA7FCBB5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46280baac20846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1B06BDFE-2AC5-403F-ADC7-EBA1C9E35BB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
            <a:extLst xmlns:a="http://schemas.openxmlformats.org/drawingml/2006/main">
              <a:ext uri="{FF2B5EF4-FFF2-40B4-BE49-F238E27FC236}">
                <a16:creationId xmlns:a16="http://schemas.microsoft.com/office/drawing/2014/main" id="{017F7E6F-362A-46DC-80C9-E950FC139FF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8570CFE1-53D0-473F-8F9C-00EFE8EB81F9}"/>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2B6D647C-7B77-460C-BD82-AED5F03B889E}"/>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AC0A9D24-E639-4978-AA69-253E9DD54684}"/>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B0A0F93A-C5BC-4F5A-99F9-C3F938C9FBC2}"/>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8FD06AF7-EEBC-4E3F-BF62-50558D3DFB13}"/>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1E0BA7C4-C5BE-4868-9B45-E954378D5142}"/>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7C5EAA1D-2FD4-4E18-A230-5CF663096A70}"/>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2BA0453B-445B-4BB2-85DC-8812E9C125EF}"/>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3578A2C1-8949-4EB0-A351-7D193AFC0585}"/>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01ED192C-1066-430E-B6D3-1597AA7D9509}"/>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F54B61A7-4608-4430-BB70-28083E531743}"/>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A18276E3-899B-40E8-972F-C7C7967DD318}"/>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FDF8CFDA-0C30-43A1-8BDE-304A564B4565}"/>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BD900E8A-28D3-4E9A-BCB9-597BFB7003BF}"/>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EB4D1D60-28DD-412D-98EA-60E738985871}"/>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02924322-625E-406F-B8C1-3DCC7FA30F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412848079"/>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60166A2A-4D7E-4515-B3AB-E50861BC904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
          <p:cNvPicPr>
            <a:picLocks xmlns:a="http://schemas.openxmlformats.org/drawingml/2006/main" noChangeAspect="1"/>
          </p:cNvPicPr>
          <p:nvPr/>
        </p:nvPicPr>
        <p:blipFill>
          <a:blip xmlns:r="http://schemas.openxmlformats.org/officeDocument/2006/relationships" xmlns:a="http://schemas.openxmlformats.org/drawingml/2006/main" r:embed="Rc8371ef7d5cd40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13393D6E-2B16-4CC2-9D72-F6B20F58492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
            <a:extLst xmlns:a="http://schemas.openxmlformats.org/drawingml/2006/main">
              <a:ext uri="{FF2B5EF4-FFF2-40B4-BE49-F238E27FC236}">
                <a16:creationId xmlns:a16="http://schemas.microsoft.com/office/drawing/2014/main" id="{CB745023-E11B-45FB-93B8-9E5F5E7B963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ED7B07C3-CBFE-475A-AED2-4397DC84A3A2}"/>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8BF384FD-F8D5-4648-8696-6A792351DC7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4D8D3D81-78C1-4965-8E0F-FD755DCF6F2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33A09075-1380-44E5-8787-F88EA40F4E7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361249F2-3AF4-46B8-9074-4C6EC3CE0EF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0E5E9506-BBEE-46D8-8044-F6689C5AB6A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71801A8D-DC35-4022-8E0E-5F9B41A2E5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367576638"/>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F771D47A-97D9-47A9-B4D5-B85A051003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
          <p:cNvPicPr>
            <a:picLocks xmlns:a="http://schemas.openxmlformats.org/drawingml/2006/main" noChangeAspect="1"/>
          </p:cNvPicPr>
          <p:nvPr/>
        </p:nvPicPr>
        <p:blipFill>
          <a:blip xmlns:r="http://schemas.openxmlformats.org/officeDocument/2006/relationships" xmlns:a="http://schemas.openxmlformats.org/drawingml/2006/main" r:embed="R8b95b9831e784d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888E3E24-535A-4C4D-A9DF-510C179FAF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
            <a:extLst xmlns:a="http://schemas.openxmlformats.org/drawingml/2006/main">
              <a:ext uri="{FF2B5EF4-FFF2-40B4-BE49-F238E27FC236}">
                <a16:creationId xmlns:a16="http://schemas.microsoft.com/office/drawing/2014/main" id="{60F47B80-BD18-484A-8576-8586A00253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ED7FB4EB-0657-4F55-A3E2-DE8AEEEA660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A597BB26-907D-4B68-896A-AB4FF8EF02A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8143E40D-746E-4825-83B8-AF4DB390561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649FB7DE-45C3-40F0-8C70-68B50D6EDC9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3C486EA5-B6C9-49BE-B575-80405C2FA3E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015C5D0B-8EE8-458E-847C-29F68CC6C9C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DB0405E5-D3CC-4117-8ECD-003955F944A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870B52AA-B7BB-401C-B961-63F273F3762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E4DC00DB-E323-4974-883D-489CB3AFC9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669604967"/>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660C4137-D444-4941-A3E2-FD841FAA912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fdb3b0afb6a146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D6989C23-BA0F-43C0-A9C8-0EC37EB5609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
            <a:extLst xmlns:a="http://schemas.openxmlformats.org/drawingml/2006/main">
              <a:ext uri="{FF2B5EF4-FFF2-40B4-BE49-F238E27FC236}">
                <a16:creationId xmlns:a16="http://schemas.microsoft.com/office/drawing/2014/main" id="{7FE21458-9E50-4345-BBD6-53A87032D6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C3B25546-3C7F-47CF-B78D-930D3113BFB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EE289D54-91CF-428F-96BC-72E83B6D04EA}"/>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E3526737-E768-4DE1-8C8B-141F167171AE}"/>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1701A06C-401B-4286-9B32-B759FCEE9A2A}"/>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C1C9FA71-24D4-4F02-A38D-B89CBC10E860}"/>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A0A9A614-5092-4F54-9D9F-51D3980FB51C}"/>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BBBAF0A0-ED0A-45E3-840E-8F988A7D0E38}"/>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9079C7CF-5DBB-418F-892E-8EC0A93F10A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4282038267"/>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683F7178-C765-4A3A-94FD-F3A4738C9BC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5d38c8b01d984f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63FB107B-5B23-4168-9C7A-C00020A983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EBF9052F-DF61-4FEE-9F2F-D1D42D05B32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B4F581DF-0CE7-4F09-855F-26EF9B4062C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9C4DD19F-92C6-4D43-BCFE-319813C854C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1941d59bff5c437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D67C023D-3233-4AC7-9DCF-40BA15612C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532717223"/>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005B897B-2870-42C7-B15B-378AA26F5CD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5bf0052e9ddd404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B10FB8C4-C264-4613-B42C-ADF10D998AF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
            <a:extLst xmlns:a="http://schemas.openxmlformats.org/drawingml/2006/main">
              <a:ext uri="{FF2B5EF4-FFF2-40B4-BE49-F238E27FC236}">
                <a16:creationId xmlns:a16="http://schemas.microsoft.com/office/drawing/2014/main" id="{CCBD2FE4-4134-412B-A41E-B16A746B2DA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DFFB3BEC-F88B-4C01-9246-D0D62272B4B8}"/>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49" name="16-text-2">
            <a:extLst xmlns:a="http://schemas.openxmlformats.org/drawingml/2006/main">
              <a:ext uri="{FF2B5EF4-FFF2-40B4-BE49-F238E27FC236}">
                <a16:creationId xmlns:a16="http://schemas.microsoft.com/office/drawing/2014/main" id="{9A3B5C2A-519E-413F-B684-9B3559D53724}"/>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50" name="16-text-3">
            <a:extLst xmlns:a="http://schemas.openxmlformats.org/drawingml/2006/main">
              <a:ext uri="{FF2B5EF4-FFF2-40B4-BE49-F238E27FC236}">
                <a16:creationId xmlns:a16="http://schemas.microsoft.com/office/drawing/2014/main" id="{04BE7F5E-185B-484D-AE87-D5FD495AE585}"/>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51" name="16-text-4">
            <a:extLst xmlns:a="http://schemas.openxmlformats.org/drawingml/2006/main">
              <a:ext uri="{FF2B5EF4-FFF2-40B4-BE49-F238E27FC236}">
                <a16:creationId xmlns:a16="http://schemas.microsoft.com/office/drawing/2014/main" id="{23A154E5-7572-4AAF-843E-3C75809716A1}"/>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52" name="working-context-boundary">
            <a:extLst xmlns:a="http://schemas.openxmlformats.org/drawingml/2006/main">
              <a:ext uri="{FF2B5EF4-FFF2-40B4-BE49-F238E27FC236}">
                <a16:creationId xmlns:a16="http://schemas.microsoft.com/office/drawing/2014/main" id="{29BC8040-523C-4814-8942-46E9F085723E}"/>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53" name="16-text-5">
            <a:extLst xmlns:a="http://schemas.openxmlformats.org/drawingml/2006/main">
              <a:ext uri="{FF2B5EF4-FFF2-40B4-BE49-F238E27FC236}">
                <a16:creationId xmlns:a16="http://schemas.microsoft.com/office/drawing/2014/main" id="{9F592F94-CC06-472A-A683-55E111C08324}"/>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54" name="16-text-6">
            <a:extLst xmlns:a="http://schemas.openxmlformats.org/drawingml/2006/main">
              <a:ext uri="{FF2B5EF4-FFF2-40B4-BE49-F238E27FC236}">
                <a16:creationId xmlns:a16="http://schemas.microsoft.com/office/drawing/2014/main" id="{D1BB130B-0549-41C3-84B3-6BB97B59AF07}"/>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55" name="16-line-8">
            <a:extLst xmlns:a="http://schemas.openxmlformats.org/drawingml/2006/main">
              <a:ext uri="{FF2B5EF4-FFF2-40B4-BE49-F238E27FC236}">
                <a16:creationId xmlns:a16="http://schemas.microsoft.com/office/drawing/2014/main" id="{4EC53361-0663-46F1-A2D0-F34A954AD79B}"/>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6" name="16-line-10">
            <a:extLst xmlns:a="http://schemas.openxmlformats.org/drawingml/2006/main">
              <a:ext uri="{FF2B5EF4-FFF2-40B4-BE49-F238E27FC236}">
                <a16:creationId xmlns:a16="http://schemas.microsoft.com/office/drawing/2014/main" id="{2E9663B9-539F-42CA-95DB-F430E6167950}"/>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7" name="narrative-number">
            <a:extLst xmlns:a="http://schemas.openxmlformats.org/drawingml/2006/main">
              <a:ext uri="{FF2B5EF4-FFF2-40B4-BE49-F238E27FC236}">
                <a16:creationId xmlns:a16="http://schemas.microsoft.com/office/drawing/2014/main" id="{370E3D22-AA28-4830-A1DB-72C678127D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605831782"/>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8017362B-A5B2-4CE1-9376-837469B6DD8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26a6d8e5279241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41DFCAFB-23FF-4088-A36B-54652CB7DA2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61" name="header-divider">
            <a:extLst xmlns:a="http://schemas.openxmlformats.org/drawingml/2006/main">
              <a:ext uri="{FF2B5EF4-FFF2-40B4-BE49-F238E27FC236}">
                <a16:creationId xmlns:a16="http://schemas.microsoft.com/office/drawing/2014/main" id="{FA405B2B-E20C-4D2D-8427-FBC82FD034B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17-text-1">
            <a:extLst xmlns:a="http://schemas.openxmlformats.org/drawingml/2006/main">
              <a:ext uri="{FF2B5EF4-FFF2-40B4-BE49-F238E27FC236}">
                <a16:creationId xmlns:a16="http://schemas.microsoft.com/office/drawing/2014/main" id="{E21D95ED-BBB8-4880-A2A8-F767B3FCCCA8}"/>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63" name="17-text-2">
            <a:extLst xmlns:a="http://schemas.openxmlformats.org/drawingml/2006/main">
              <a:ext uri="{FF2B5EF4-FFF2-40B4-BE49-F238E27FC236}">
                <a16:creationId xmlns:a16="http://schemas.microsoft.com/office/drawing/2014/main" id="{F238D9BB-CCF3-49E8-B94F-1E3412F376AF}"/>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64" name="17-text-3">
            <a:extLst xmlns:a="http://schemas.openxmlformats.org/drawingml/2006/main">
              <a:ext uri="{FF2B5EF4-FFF2-40B4-BE49-F238E27FC236}">
                <a16:creationId xmlns:a16="http://schemas.microsoft.com/office/drawing/2014/main" id="{B9DA7B71-F1B9-487D-AB5B-837069FCB9AE}"/>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5" name="17-text-4">
            <a:extLst xmlns:a="http://schemas.openxmlformats.org/drawingml/2006/main">
              <a:ext uri="{FF2B5EF4-FFF2-40B4-BE49-F238E27FC236}">
                <a16:creationId xmlns:a16="http://schemas.microsoft.com/office/drawing/2014/main" id="{007E7EAF-2291-4E81-B55B-45B8233D82A9}"/>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66" name="17-text-5">
            <a:extLst xmlns:a="http://schemas.openxmlformats.org/drawingml/2006/main">
              <a:ext uri="{FF2B5EF4-FFF2-40B4-BE49-F238E27FC236}">
                <a16:creationId xmlns:a16="http://schemas.microsoft.com/office/drawing/2014/main" id="{6C6672C5-582A-43C4-ACFF-914DDDDC3DCC}"/>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67" name="17-text-6">
            <a:extLst xmlns:a="http://schemas.openxmlformats.org/drawingml/2006/main">
              <a:ext uri="{FF2B5EF4-FFF2-40B4-BE49-F238E27FC236}">
                <a16:creationId xmlns:a16="http://schemas.microsoft.com/office/drawing/2014/main" id="{C6CA8DDA-9B35-4387-81F4-404127A87CBA}"/>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68" name="17-line-8">
            <a:extLst xmlns:a="http://schemas.openxmlformats.org/drawingml/2006/main">
              <a:ext uri="{FF2B5EF4-FFF2-40B4-BE49-F238E27FC236}">
                <a16:creationId xmlns:a16="http://schemas.microsoft.com/office/drawing/2014/main" id="{A5BE236E-D92B-40FD-8589-C41F81396FA6}"/>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69" name="17-line-10">
            <a:extLst xmlns:a="http://schemas.openxmlformats.org/drawingml/2006/main">
              <a:ext uri="{FF2B5EF4-FFF2-40B4-BE49-F238E27FC236}">
                <a16:creationId xmlns:a16="http://schemas.microsoft.com/office/drawing/2014/main" id="{E2E7ACCE-33C1-469A-B83A-60CB8C35F478}"/>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0" name="17-line-12">
            <a:extLst xmlns:a="http://schemas.openxmlformats.org/drawingml/2006/main">
              <a:ext uri="{FF2B5EF4-FFF2-40B4-BE49-F238E27FC236}">
                <a16:creationId xmlns:a16="http://schemas.microsoft.com/office/drawing/2014/main" id="{801876A7-1860-49F0-A2A3-630E2E30F0B1}"/>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1" name="17-text-13">
            <a:extLst xmlns:a="http://schemas.openxmlformats.org/drawingml/2006/main">
              <a:ext uri="{FF2B5EF4-FFF2-40B4-BE49-F238E27FC236}">
                <a16:creationId xmlns:a16="http://schemas.microsoft.com/office/drawing/2014/main" id="{CA712AC9-406A-4D31-B604-1FCBBBB64265}"/>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72" name="17-text-14">
            <a:extLst xmlns:a="http://schemas.openxmlformats.org/drawingml/2006/main">
              <a:ext uri="{FF2B5EF4-FFF2-40B4-BE49-F238E27FC236}">
                <a16:creationId xmlns:a16="http://schemas.microsoft.com/office/drawing/2014/main" id="{F77A5D09-81A3-498B-A711-BC07284F42CC}"/>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73" name="17-text-15">
            <a:extLst xmlns:a="http://schemas.openxmlformats.org/drawingml/2006/main">
              <a:ext uri="{FF2B5EF4-FFF2-40B4-BE49-F238E27FC236}">
                <a16:creationId xmlns:a16="http://schemas.microsoft.com/office/drawing/2014/main" id="{EA00E38A-3509-4C90-BBB2-962E8AA61DB3}"/>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74" name="17-text-16">
            <a:extLst xmlns:a="http://schemas.openxmlformats.org/drawingml/2006/main">
              <a:ext uri="{FF2B5EF4-FFF2-40B4-BE49-F238E27FC236}">
                <a16:creationId xmlns:a16="http://schemas.microsoft.com/office/drawing/2014/main" id="{54EC3625-E1BA-4491-983A-08D28BC9C515}"/>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75" name="17-text-17">
            <a:extLst xmlns:a="http://schemas.openxmlformats.org/drawingml/2006/main">
              <a:ext uri="{FF2B5EF4-FFF2-40B4-BE49-F238E27FC236}">
                <a16:creationId xmlns:a16="http://schemas.microsoft.com/office/drawing/2014/main" id="{C43235C8-1A4A-4BE6-AA29-889321C0E975}"/>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76" name="narrative-number">
            <a:extLst xmlns:a="http://schemas.openxmlformats.org/drawingml/2006/main">
              <a:ext uri="{FF2B5EF4-FFF2-40B4-BE49-F238E27FC236}">
                <a16:creationId xmlns:a16="http://schemas.microsoft.com/office/drawing/2014/main" id="{1CDDAD6E-8F88-49AA-A59F-FA86BA485D3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204608078"/>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5009F9F4-95E5-4C6E-BC8B-B4501A35D4D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ad01acdcf570415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slide-title">
            <a:extLst xmlns:a="http://schemas.openxmlformats.org/drawingml/2006/main">
              <a:ext uri="{FF2B5EF4-FFF2-40B4-BE49-F238E27FC236}">
                <a16:creationId xmlns:a16="http://schemas.microsoft.com/office/drawing/2014/main" id="{30EB3037-B8B5-4F4D-94B7-04B2FCB4F0D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80" name="header-divider">
            <a:extLst xmlns:a="http://schemas.openxmlformats.org/drawingml/2006/main">
              <a:ext uri="{FF2B5EF4-FFF2-40B4-BE49-F238E27FC236}">
                <a16:creationId xmlns:a16="http://schemas.microsoft.com/office/drawing/2014/main" id="{4CADEF90-4E0D-4EA8-A076-BAF8A4742A1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18-text-1">
            <a:extLst xmlns:a="http://schemas.openxmlformats.org/drawingml/2006/main">
              <a:ext uri="{FF2B5EF4-FFF2-40B4-BE49-F238E27FC236}">
                <a16:creationId xmlns:a16="http://schemas.microsoft.com/office/drawing/2014/main" id="{93149934-923E-45FB-8E37-FBCF97A8E4F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82" name="18-text-2">
            <a:extLst xmlns:a="http://schemas.openxmlformats.org/drawingml/2006/main">
              <a:ext uri="{FF2B5EF4-FFF2-40B4-BE49-F238E27FC236}">
                <a16:creationId xmlns:a16="http://schemas.microsoft.com/office/drawing/2014/main" id="{C46FD258-FECD-401B-AA5F-DC520A81B8F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83" name="18-text-3">
            <a:extLst xmlns:a="http://schemas.openxmlformats.org/drawingml/2006/main">
              <a:ext uri="{FF2B5EF4-FFF2-40B4-BE49-F238E27FC236}">
                <a16:creationId xmlns:a16="http://schemas.microsoft.com/office/drawing/2014/main" id="{D43FB32D-2869-4F5B-A7A1-310EC691C84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84" name="18-text-4">
            <a:extLst xmlns:a="http://schemas.openxmlformats.org/drawingml/2006/main">
              <a:ext uri="{FF2B5EF4-FFF2-40B4-BE49-F238E27FC236}">
                <a16:creationId xmlns:a16="http://schemas.microsoft.com/office/drawing/2014/main" id="{88A6C509-57E2-4F11-890F-A00213D74B6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85" name="18-text-5">
            <a:extLst xmlns:a="http://schemas.openxmlformats.org/drawingml/2006/main">
              <a:ext uri="{FF2B5EF4-FFF2-40B4-BE49-F238E27FC236}">
                <a16:creationId xmlns:a16="http://schemas.microsoft.com/office/drawing/2014/main" id="{95D4770B-870F-42D2-919D-4F28237F90CA}"/>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6" name="18-text-6">
            <a:extLst xmlns:a="http://schemas.openxmlformats.org/drawingml/2006/main">
              <a:ext uri="{FF2B5EF4-FFF2-40B4-BE49-F238E27FC236}">
                <a16:creationId xmlns:a16="http://schemas.microsoft.com/office/drawing/2014/main" id="{8CCCB40E-A270-44D2-934B-8A4507EED89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87" name="18-text-7">
            <a:extLst xmlns:a="http://schemas.openxmlformats.org/drawingml/2006/main">
              <a:ext uri="{FF2B5EF4-FFF2-40B4-BE49-F238E27FC236}">
                <a16:creationId xmlns:a16="http://schemas.microsoft.com/office/drawing/2014/main" id="{1D40BDC3-B363-4BAF-A1AE-B0754D4B9CC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88" name="18-text-8">
            <a:extLst xmlns:a="http://schemas.openxmlformats.org/drawingml/2006/main">
              <a:ext uri="{FF2B5EF4-FFF2-40B4-BE49-F238E27FC236}">
                <a16:creationId xmlns:a16="http://schemas.microsoft.com/office/drawing/2014/main" id="{B50A1980-0C5C-4F60-86B8-16164993DC9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89" name="narrative-number">
            <a:extLst xmlns:a="http://schemas.openxmlformats.org/drawingml/2006/main">
              <a:ext uri="{FF2B5EF4-FFF2-40B4-BE49-F238E27FC236}">
                <a16:creationId xmlns:a16="http://schemas.microsoft.com/office/drawing/2014/main" id="{B1CC4697-CBD4-4F59-B02B-6264A6104F7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99702771"/>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4B8DBCCB-B742-4570-8490-81F2782274C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6e33f05abf0b46b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071EB2AC-978A-4E3B-A318-5F70073BA7A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93" name="header-divider">
            <a:extLst xmlns:a="http://schemas.openxmlformats.org/drawingml/2006/main">
              <a:ext uri="{FF2B5EF4-FFF2-40B4-BE49-F238E27FC236}">
                <a16:creationId xmlns:a16="http://schemas.microsoft.com/office/drawing/2014/main" id="{249D8BFF-CFC3-4C98-8159-06B607ADDF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9-text-1">
            <a:extLst xmlns:a="http://schemas.openxmlformats.org/drawingml/2006/main">
              <a:ext uri="{FF2B5EF4-FFF2-40B4-BE49-F238E27FC236}">
                <a16:creationId xmlns:a16="http://schemas.microsoft.com/office/drawing/2014/main" id="{523A304D-9234-4D9C-8ACD-0DE21622164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195" name="19-text-2">
            <a:extLst xmlns:a="http://schemas.openxmlformats.org/drawingml/2006/main">
              <a:ext uri="{FF2B5EF4-FFF2-40B4-BE49-F238E27FC236}">
                <a16:creationId xmlns:a16="http://schemas.microsoft.com/office/drawing/2014/main" id="{A4946EE7-244B-4CC8-AE12-C5173B806B28}"/>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96" name="19-text-3">
            <a:extLst xmlns:a="http://schemas.openxmlformats.org/drawingml/2006/main">
              <a:ext uri="{FF2B5EF4-FFF2-40B4-BE49-F238E27FC236}">
                <a16:creationId xmlns:a16="http://schemas.microsoft.com/office/drawing/2014/main" id="{C27DE753-6AAF-4524-96B4-3B45D9725EF1}"/>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97" name="19-text-4">
            <a:extLst xmlns:a="http://schemas.openxmlformats.org/drawingml/2006/main">
              <a:ext uri="{FF2B5EF4-FFF2-40B4-BE49-F238E27FC236}">
                <a16:creationId xmlns:a16="http://schemas.microsoft.com/office/drawing/2014/main" id="{438BFA87-CB05-4124-829C-2FD8CDD22018}"/>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198" name="19-text-5">
            <a:extLst xmlns:a="http://schemas.openxmlformats.org/drawingml/2006/main">
              <a:ext uri="{FF2B5EF4-FFF2-40B4-BE49-F238E27FC236}">
                <a16:creationId xmlns:a16="http://schemas.microsoft.com/office/drawing/2014/main" id="{427B12E5-4903-44BB-8FB1-F1A7CA01C8C6}"/>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9-text-6">
            <a:extLst xmlns:a="http://schemas.openxmlformats.org/drawingml/2006/main">
              <a:ext uri="{FF2B5EF4-FFF2-40B4-BE49-F238E27FC236}">
                <a16:creationId xmlns:a16="http://schemas.microsoft.com/office/drawing/2014/main" id="{DE52A32D-F74A-4E4E-8EF0-A4E79FD0F074}"/>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00" name="19-text-7">
            <a:extLst xmlns:a="http://schemas.openxmlformats.org/drawingml/2006/main">
              <a:ext uri="{FF2B5EF4-FFF2-40B4-BE49-F238E27FC236}">
                <a16:creationId xmlns:a16="http://schemas.microsoft.com/office/drawing/2014/main" id="{83A00EF8-75F2-4710-BE5A-4CDEBF80173B}"/>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01" name="19-text-8">
            <a:extLst xmlns:a="http://schemas.openxmlformats.org/drawingml/2006/main">
              <a:ext uri="{FF2B5EF4-FFF2-40B4-BE49-F238E27FC236}">
                <a16:creationId xmlns:a16="http://schemas.microsoft.com/office/drawing/2014/main" id="{B187841C-8067-4AE0-BE5F-043239D34CF9}"/>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02" name="19-text-9">
            <a:extLst xmlns:a="http://schemas.openxmlformats.org/drawingml/2006/main">
              <a:ext uri="{FF2B5EF4-FFF2-40B4-BE49-F238E27FC236}">
                <a16:creationId xmlns:a16="http://schemas.microsoft.com/office/drawing/2014/main" id="{6A4D2927-2F53-4FB2-A2DE-DB5F06699E19}"/>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03" name="19-text-10">
            <a:extLst xmlns:a="http://schemas.openxmlformats.org/drawingml/2006/main">
              <a:ext uri="{FF2B5EF4-FFF2-40B4-BE49-F238E27FC236}">
                <a16:creationId xmlns:a16="http://schemas.microsoft.com/office/drawing/2014/main" id="{23DB78ED-D8C9-440C-826D-D919EF05052E}"/>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04" name="19-text-11">
            <a:extLst xmlns:a="http://schemas.openxmlformats.org/drawingml/2006/main">
              <a:ext uri="{FF2B5EF4-FFF2-40B4-BE49-F238E27FC236}">
                <a16:creationId xmlns:a16="http://schemas.microsoft.com/office/drawing/2014/main" id="{54375C50-0166-4192-81E9-3C44D4F6E763}"/>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05" name="narrative-number">
            <a:extLst xmlns:a="http://schemas.openxmlformats.org/drawingml/2006/main">
              <a:ext uri="{FF2B5EF4-FFF2-40B4-BE49-F238E27FC236}">
                <a16:creationId xmlns:a16="http://schemas.microsoft.com/office/drawing/2014/main" id="{E28CA3D7-8922-4ED4-918E-8A8DAE08BA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436236276"/>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FC9AA8CC-1EF5-4905-A586-DB92CC0790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9e611c5af063441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header-divider">
            <a:extLst xmlns:a="http://schemas.openxmlformats.org/drawingml/2006/main">
              <a:ext uri="{FF2B5EF4-FFF2-40B4-BE49-F238E27FC236}">
                <a16:creationId xmlns:a16="http://schemas.microsoft.com/office/drawing/2014/main" id="{EEFBB049-3CBD-444C-AB61-41C90BF19B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9" name="20-text-1">
            <a:extLst xmlns:a="http://schemas.openxmlformats.org/drawingml/2006/main">
              <a:ext uri="{FF2B5EF4-FFF2-40B4-BE49-F238E27FC236}">
                <a16:creationId xmlns:a16="http://schemas.microsoft.com/office/drawing/2014/main" id="{0517A192-5ACC-4C9E-B741-A4D21305AB5F}"/>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0" name="20-text-2">
            <a:extLst xmlns:a="http://schemas.openxmlformats.org/drawingml/2006/main">
              <a:ext uri="{FF2B5EF4-FFF2-40B4-BE49-F238E27FC236}">
                <a16:creationId xmlns:a16="http://schemas.microsoft.com/office/drawing/2014/main" id="{6385EA33-3B50-4FD1-B24D-15BB8413240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11" name="20-text-3">
            <a:extLst xmlns:a="http://schemas.openxmlformats.org/drawingml/2006/main">
              <a:ext uri="{FF2B5EF4-FFF2-40B4-BE49-F238E27FC236}">
                <a16:creationId xmlns:a16="http://schemas.microsoft.com/office/drawing/2014/main" id="{507D27F2-A70B-43E5-B733-888286F577E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0" name="20-image-4"/>
          <p:cNvPicPr>
            <a:picLocks xmlns:a="http://schemas.openxmlformats.org/drawingml/2006/main" noChangeAspect="1"/>
          </p:cNvPicPr>
          <p:nvPr/>
        </p:nvPicPr>
        <p:blipFill>
          <a:blip xmlns:r="http://schemas.openxmlformats.org/officeDocument/2006/relationships" xmlns:a="http://schemas.openxmlformats.org/drawingml/2006/main" r:embed="R51893258aeeb44e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13" name="narrative-number">
            <a:extLst xmlns:a="http://schemas.openxmlformats.org/drawingml/2006/main">
              <a:ext uri="{FF2B5EF4-FFF2-40B4-BE49-F238E27FC236}">
                <a16:creationId xmlns:a16="http://schemas.microsoft.com/office/drawing/2014/main" id="{44FC7E22-3132-47ED-B0E6-9A3B02EDCB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98999115"/>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name">
            <a:extLst xmlns:a="http://schemas.openxmlformats.org/drawingml/2006/main">
              <a:ext uri="{FF2B5EF4-FFF2-40B4-BE49-F238E27FC236}">
                <a16:creationId xmlns:a16="http://schemas.microsoft.com/office/drawing/2014/main" id="{47D81089-59C3-4139-A2BF-129BBDFF704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32" name="mini-map"/>
          <p:cNvPicPr>
            <a:picLocks xmlns:a="http://schemas.openxmlformats.org/drawingml/2006/main" noChangeAspect="1"/>
          </p:cNvPicPr>
          <p:nvPr/>
        </p:nvPicPr>
        <p:blipFill>
          <a:blip xmlns:r="http://schemas.openxmlformats.org/officeDocument/2006/relationships" xmlns:a="http://schemas.openxmlformats.org/drawingml/2006/main" r:embed="R0edfddbc47064c1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6" name="slide-title">
            <a:extLst xmlns:a="http://schemas.openxmlformats.org/drawingml/2006/main">
              <a:ext uri="{FF2B5EF4-FFF2-40B4-BE49-F238E27FC236}">
                <a16:creationId xmlns:a16="http://schemas.microsoft.com/office/drawing/2014/main" id="{DBAD184D-9916-4F3F-B463-9FE1ACC390A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17" name="header-divider">
            <a:extLst xmlns:a="http://schemas.openxmlformats.org/drawingml/2006/main">
              <a:ext uri="{FF2B5EF4-FFF2-40B4-BE49-F238E27FC236}">
                <a16:creationId xmlns:a16="http://schemas.microsoft.com/office/drawing/2014/main" id="{5A193788-CB55-4DC8-A205-6C7440865D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3F09DFB5-8E02-4124-A4C9-EB6F4B804830}"/>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19" name="21-text-2">
            <a:extLst xmlns:a="http://schemas.openxmlformats.org/drawingml/2006/main">
              <a:ext uri="{FF2B5EF4-FFF2-40B4-BE49-F238E27FC236}">
                <a16:creationId xmlns:a16="http://schemas.microsoft.com/office/drawing/2014/main" id="{A07B0AFB-35D3-4743-9A70-AAE15A8BD953}"/>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20" name="21-text-3">
            <a:extLst xmlns:a="http://schemas.openxmlformats.org/drawingml/2006/main">
              <a:ext uri="{FF2B5EF4-FFF2-40B4-BE49-F238E27FC236}">
                <a16:creationId xmlns:a16="http://schemas.microsoft.com/office/drawing/2014/main" id="{F5EC6ECC-B541-47CF-82BA-5958B62BB1ED}"/>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21" name="21-text-4">
            <a:extLst xmlns:a="http://schemas.openxmlformats.org/drawingml/2006/main">
              <a:ext uri="{FF2B5EF4-FFF2-40B4-BE49-F238E27FC236}">
                <a16:creationId xmlns:a16="http://schemas.microsoft.com/office/drawing/2014/main" id="{C5BBE3EC-90F2-42D3-9738-095644503AE4}"/>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22" name="21-text-5">
            <a:extLst xmlns:a="http://schemas.openxmlformats.org/drawingml/2006/main">
              <a:ext uri="{FF2B5EF4-FFF2-40B4-BE49-F238E27FC236}">
                <a16:creationId xmlns:a16="http://schemas.microsoft.com/office/drawing/2014/main" id="{44CDC51F-14F4-4A1C-A7CD-A9318BFD0B17}"/>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23" name="21-text-6">
            <a:extLst xmlns:a="http://schemas.openxmlformats.org/drawingml/2006/main">
              <a:ext uri="{FF2B5EF4-FFF2-40B4-BE49-F238E27FC236}">
                <a16:creationId xmlns:a16="http://schemas.microsoft.com/office/drawing/2014/main" id="{D4779B8C-6BB0-46F6-8B45-0FC25B38185A}"/>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24" name="21-line-8">
            <a:extLst xmlns:a="http://schemas.openxmlformats.org/drawingml/2006/main">
              <a:ext uri="{FF2B5EF4-FFF2-40B4-BE49-F238E27FC236}">
                <a16:creationId xmlns:a16="http://schemas.microsoft.com/office/drawing/2014/main" id="{716673C6-C5F7-402E-8276-B7C3937F5D73}"/>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5" name="21-line-10">
            <a:extLst xmlns:a="http://schemas.openxmlformats.org/drawingml/2006/main">
              <a:ext uri="{FF2B5EF4-FFF2-40B4-BE49-F238E27FC236}">
                <a16:creationId xmlns:a16="http://schemas.microsoft.com/office/drawing/2014/main" id="{3FF69368-6D1F-4F3A-AA71-875B79476396}"/>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6" name="21-text-11">
            <a:extLst xmlns:a="http://schemas.openxmlformats.org/drawingml/2006/main">
              <a:ext uri="{FF2B5EF4-FFF2-40B4-BE49-F238E27FC236}">
                <a16:creationId xmlns:a16="http://schemas.microsoft.com/office/drawing/2014/main" id="{F08826FC-0CA4-4ED0-9EB1-6BA0313C8C1A}"/>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27" name="21-text-12">
            <a:extLst xmlns:a="http://schemas.openxmlformats.org/drawingml/2006/main">
              <a:ext uri="{FF2B5EF4-FFF2-40B4-BE49-F238E27FC236}">
                <a16:creationId xmlns:a16="http://schemas.microsoft.com/office/drawing/2014/main" id="{2F7937AC-26B1-48AA-966A-BBD065A3AFC2}"/>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28" name="21-text-13">
            <a:extLst xmlns:a="http://schemas.openxmlformats.org/drawingml/2006/main">
              <a:ext uri="{FF2B5EF4-FFF2-40B4-BE49-F238E27FC236}">
                <a16:creationId xmlns:a16="http://schemas.microsoft.com/office/drawing/2014/main" id="{D8F7BF60-1E55-4847-AB36-E96A159F7473}"/>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29" name="21-text-14">
            <a:extLst xmlns:a="http://schemas.openxmlformats.org/drawingml/2006/main">
              <a:ext uri="{FF2B5EF4-FFF2-40B4-BE49-F238E27FC236}">
                <a16:creationId xmlns:a16="http://schemas.microsoft.com/office/drawing/2014/main" id="{556CEB87-1643-4699-9164-C15388AC81C3}"/>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30" name="narrative-number">
            <a:extLst xmlns:a="http://schemas.openxmlformats.org/drawingml/2006/main">
              <a:ext uri="{FF2B5EF4-FFF2-40B4-BE49-F238E27FC236}">
                <a16:creationId xmlns:a16="http://schemas.microsoft.com/office/drawing/2014/main" id="{A7C91840-E47B-4DA6-84AC-AC54F664E9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63584233"/>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1" name="!!area-name">
            <a:extLst xmlns:a="http://schemas.openxmlformats.org/drawingml/2006/main">
              <a:ext uri="{FF2B5EF4-FFF2-40B4-BE49-F238E27FC236}">
                <a16:creationId xmlns:a16="http://schemas.microsoft.com/office/drawing/2014/main" id="{889C1537-400A-4110-A9F9-36E6BC8B448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2" name="mini-map"/>
          <p:cNvPicPr>
            <a:picLocks xmlns:a="http://schemas.openxmlformats.org/drawingml/2006/main" noChangeAspect="1"/>
          </p:cNvPicPr>
          <p:nvPr/>
        </p:nvPicPr>
        <p:blipFill>
          <a:blip xmlns:r="http://schemas.openxmlformats.org/officeDocument/2006/relationships" xmlns:a="http://schemas.openxmlformats.org/drawingml/2006/main" r:embed="Rc2200ea988174e8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3" name="slide-title">
            <a:extLst xmlns:a="http://schemas.openxmlformats.org/drawingml/2006/main">
              <a:ext uri="{FF2B5EF4-FFF2-40B4-BE49-F238E27FC236}">
                <a16:creationId xmlns:a16="http://schemas.microsoft.com/office/drawing/2014/main" id="{2E763A00-D84A-4074-A040-E86771B557F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34" name="header-divider">
            <a:extLst xmlns:a="http://schemas.openxmlformats.org/drawingml/2006/main">
              <a:ext uri="{FF2B5EF4-FFF2-40B4-BE49-F238E27FC236}">
                <a16:creationId xmlns:a16="http://schemas.microsoft.com/office/drawing/2014/main" id="{C25D6817-B95E-44E6-8B2B-E208BF0C51D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5" name="22-text-1">
            <a:extLst xmlns:a="http://schemas.openxmlformats.org/drawingml/2006/main">
              <a:ext uri="{FF2B5EF4-FFF2-40B4-BE49-F238E27FC236}">
                <a16:creationId xmlns:a16="http://schemas.microsoft.com/office/drawing/2014/main" id="{2EF6EA78-AD93-4CFE-99D5-93F09D2414A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36" name="22-text-2">
            <a:extLst xmlns:a="http://schemas.openxmlformats.org/drawingml/2006/main">
              <a:ext uri="{FF2B5EF4-FFF2-40B4-BE49-F238E27FC236}">
                <a16:creationId xmlns:a16="http://schemas.microsoft.com/office/drawing/2014/main" id="{2C55D6A5-1026-45B5-AE57-1C6A54B3130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47" name="22-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38" name="22-text-4">
            <a:extLst xmlns:a="http://schemas.openxmlformats.org/drawingml/2006/main">
              <a:ext uri="{FF2B5EF4-FFF2-40B4-BE49-F238E27FC236}">
                <a16:creationId xmlns:a16="http://schemas.microsoft.com/office/drawing/2014/main" id="{53C2E364-F06A-4DA9-BF4C-DB18E60B1068}"/>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39" name="22-text-5">
            <a:extLst xmlns:a="http://schemas.openxmlformats.org/drawingml/2006/main">
              <a:ext uri="{FF2B5EF4-FFF2-40B4-BE49-F238E27FC236}">
                <a16:creationId xmlns:a16="http://schemas.microsoft.com/office/drawing/2014/main" id="{C7C570C7-5F65-468B-96C1-F3A08866EED1}"/>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40" name="narrative-number">
            <a:extLst xmlns:a="http://schemas.openxmlformats.org/drawingml/2006/main">
              <a:ext uri="{FF2B5EF4-FFF2-40B4-BE49-F238E27FC236}">
                <a16:creationId xmlns:a16="http://schemas.microsoft.com/office/drawing/2014/main" id="{85577A66-E380-40E7-91E7-95CA3E650B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785732274"/>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1" name="!!area-name">
            <a:extLst xmlns:a="http://schemas.openxmlformats.org/drawingml/2006/main">
              <a:ext uri="{FF2B5EF4-FFF2-40B4-BE49-F238E27FC236}">
                <a16:creationId xmlns:a16="http://schemas.microsoft.com/office/drawing/2014/main" id="{98D4C023-027C-4F56-9321-06F4F6A9BDE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55" name="mini-map"/>
          <p:cNvPicPr>
            <a:picLocks xmlns:a="http://schemas.openxmlformats.org/drawingml/2006/main" noChangeAspect="1"/>
          </p:cNvPicPr>
          <p:nvPr/>
        </p:nvPicPr>
        <p:blipFill>
          <a:blip xmlns:r="http://schemas.openxmlformats.org/officeDocument/2006/relationships" xmlns:a="http://schemas.openxmlformats.org/drawingml/2006/main" r:embed="R9a15b0d9a3414c0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3" name="slide-title">
            <a:extLst xmlns:a="http://schemas.openxmlformats.org/drawingml/2006/main">
              <a:ext uri="{FF2B5EF4-FFF2-40B4-BE49-F238E27FC236}">
                <a16:creationId xmlns:a16="http://schemas.microsoft.com/office/drawing/2014/main" id="{2FAD36F3-CF85-42F0-91D7-0A3B65F5F27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4" name="header-divider">
            <a:extLst xmlns:a="http://schemas.openxmlformats.org/drawingml/2006/main">
              <a:ext uri="{FF2B5EF4-FFF2-40B4-BE49-F238E27FC236}">
                <a16:creationId xmlns:a16="http://schemas.microsoft.com/office/drawing/2014/main" id="{47BD9F36-F4C9-4B27-A5B0-13AB3538B5D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5" name="23-text-1">
            <a:extLst xmlns:a="http://schemas.openxmlformats.org/drawingml/2006/main">
              <a:ext uri="{FF2B5EF4-FFF2-40B4-BE49-F238E27FC236}">
                <a16:creationId xmlns:a16="http://schemas.microsoft.com/office/drawing/2014/main" id="{E581F5AF-87F0-4DE2-82C2-9170CBEDE4B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46" name="23-text-2">
            <a:extLst xmlns:a="http://schemas.openxmlformats.org/drawingml/2006/main">
              <a:ext uri="{FF2B5EF4-FFF2-40B4-BE49-F238E27FC236}">
                <a16:creationId xmlns:a16="http://schemas.microsoft.com/office/drawing/2014/main" id="{E4203576-1C60-414B-B417-9274F0316B1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47" name="23-text-3">
            <a:extLst xmlns:a="http://schemas.openxmlformats.org/drawingml/2006/main">
              <a:ext uri="{FF2B5EF4-FFF2-40B4-BE49-F238E27FC236}">
                <a16:creationId xmlns:a16="http://schemas.microsoft.com/office/drawing/2014/main" id="{BA24C08E-496D-4DFB-A912-5C4E4DA82FE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48" name="23-text-4">
            <a:extLst xmlns:a="http://schemas.openxmlformats.org/drawingml/2006/main">
              <a:ext uri="{FF2B5EF4-FFF2-40B4-BE49-F238E27FC236}">
                <a16:creationId xmlns:a16="http://schemas.microsoft.com/office/drawing/2014/main" id="{3945674B-46EA-466A-B9C1-FD30390D103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49" name="23-text-5">
            <a:extLst xmlns:a="http://schemas.openxmlformats.org/drawingml/2006/main">
              <a:ext uri="{FF2B5EF4-FFF2-40B4-BE49-F238E27FC236}">
                <a16:creationId xmlns:a16="http://schemas.microsoft.com/office/drawing/2014/main" id="{E9C3AB99-1AA6-4B4C-A083-46E956F9D32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0" name="23-text-6">
            <a:extLst xmlns:a="http://schemas.openxmlformats.org/drawingml/2006/main">
              <a:ext uri="{FF2B5EF4-FFF2-40B4-BE49-F238E27FC236}">
                <a16:creationId xmlns:a16="http://schemas.microsoft.com/office/drawing/2014/main" id="{D0C8988C-F435-48EA-9EDF-CF0D5C19032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51" name="23-text-7">
            <a:extLst xmlns:a="http://schemas.openxmlformats.org/drawingml/2006/main">
              <a:ext uri="{FF2B5EF4-FFF2-40B4-BE49-F238E27FC236}">
                <a16:creationId xmlns:a16="http://schemas.microsoft.com/office/drawing/2014/main" id="{537540BF-0716-4F72-AAED-2805B824673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2" name="23-text-8">
            <a:extLst xmlns:a="http://schemas.openxmlformats.org/drawingml/2006/main">
              <a:ext uri="{FF2B5EF4-FFF2-40B4-BE49-F238E27FC236}">
                <a16:creationId xmlns:a16="http://schemas.microsoft.com/office/drawing/2014/main" id="{C078234E-0FAB-4346-BE64-73BF96D3123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3" name="narrative-number">
            <a:extLst xmlns:a="http://schemas.openxmlformats.org/drawingml/2006/main">
              <a:ext uri="{FF2B5EF4-FFF2-40B4-BE49-F238E27FC236}">
                <a16:creationId xmlns:a16="http://schemas.microsoft.com/office/drawing/2014/main" id="{F89C26CD-9C4E-4683-979C-F74F05EB96F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992844208"/>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4" name="!!area-name">
            <a:extLst xmlns:a="http://schemas.openxmlformats.org/drawingml/2006/main">
              <a:ext uri="{FF2B5EF4-FFF2-40B4-BE49-F238E27FC236}">
                <a16:creationId xmlns:a16="http://schemas.microsoft.com/office/drawing/2014/main" id="{44AE70BE-F321-4B15-9849-C2865CE6D5B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68" name="mini-map"/>
          <p:cNvPicPr>
            <a:picLocks xmlns:a="http://schemas.openxmlformats.org/drawingml/2006/main" noChangeAspect="1"/>
          </p:cNvPicPr>
          <p:nvPr/>
        </p:nvPicPr>
        <p:blipFill>
          <a:blip xmlns:r="http://schemas.openxmlformats.org/officeDocument/2006/relationships" xmlns:a="http://schemas.openxmlformats.org/drawingml/2006/main" r:embed="R37d59286605848f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6" name="slide-title">
            <a:extLst xmlns:a="http://schemas.openxmlformats.org/drawingml/2006/main">
              <a:ext uri="{FF2B5EF4-FFF2-40B4-BE49-F238E27FC236}">
                <a16:creationId xmlns:a16="http://schemas.microsoft.com/office/drawing/2014/main" id="{89D5A0AF-F366-4061-89C3-A1FA93B3D6B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57" name="header-divider">
            <a:extLst xmlns:a="http://schemas.openxmlformats.org/drawingml/2006/main">
              <a:ext uri="{FF2B5EF4-FFF2-40B4-BE49-F238E27FC236}">
                <a16:creationId xmlns:a16="http://schemas.microsoft.com/office/drawing/2014/main" id="{82786584-8267-4F5E-91DE-4C6116A0662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8" name="24-text-1">
            <a:extLst xmlns:a="http://schemas.openxmlformats.org/drawingml/2006/main">
              <a:ext uri="{FF2B5EF4-FFF2-40B4-BE49-F238E27FC236}">
                <a16:creationId xmlns:a16="http://schemas.microsoft.com/office/drawing/2014/main" id="{12A5F5A4-8406-42D4-B216-5BE82962775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59" name="24-text-2">
            <a:extLst xmlns:a="http://schemas.openxmlformats.org/drawingml/2006/main">
              <a:ext uri="{FF2B5EF4-FFF2-40B4-BE49-F238E27FC236}">
                <a16:creationId xmlns:a16="http://schemas.microsoft.com/office/drawing/2014/main" id="{37DD4ED9-9C7F-43BC-BCC9-CA73AF01501E}"/>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60" name="24-text-3">
            <a:extLst xmlns:a="http://schemas.openxmlformats.org/drawingml/2006/main">
              <a:ext uri="{FF2B5EF4-FFF2-40B4-BE49-F238E27FC236}">
                <a16:creationId xmlns:a16="http://schemas.microsoft.com/office/drawing/2014/main" id="{978B331A-FE15-4F68-8E23-3CF62D6D775B}"/>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74" name="24-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2" name="24-text-5">
            <a:extLst xmlns:a="http://schemas.openxmlformats.org/drawingml/2006/main">
              <a:ext uri="{FF2B5EF4-FFF2-40B4-BE49-F238E27FC236}">
                <a16:creationId xmlns:a16="http://schemas.microsoft.com/office/drawing/2014/main" id="{F6A8CF3C-8F92-418B-ACB6-791EA92D5A54}"/>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63" name="24-text-6">
            <a:extLst xmlns:a="http://schemas.openxmlformats.org/drawingml/2006/main">
              <a:ext uri="{FF2B5EF4-FFF2-40B4-BE49-F238E27FC236}">
                <a16:creationId xmlns:a16="http://schemas.microsoft.com/office/drawing/2014/main" id="{7830351E-402C-4AA3-B93E-C480BADD520E}"/>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64" name="24-text-7">
            <a:extLst xmlns:a="http://schemas.openxmlformats.org/drawingml/2006/main">
              <a:ext uri="{FF2B5EF4-FFF2-40B4-BE49-F238E27FC236}">
                <a16:creationId xmlns:a16="http://schemas.microsoft.com/office/drawing/2014/main" id="{DDCDDEFF-FA30-4B90-99EC-EF7CE5D46CC0}"/>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65" name="24-text-8">
            <a:extLst xmlns:a="http://schemas.openxmlformats.org/drawingml/2006/main">
              <a:ext uri="{FF2B5EF4-FFF2-40B4-BE49-F238E27FC236}">
                <a16:creationId xmlns:a16="http://schemas.microsoft.com/office/drawing/2014/main" id="{E776D2CD-C606-4414-9A14-3F05832C4B5D}"/>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66" name="narrative-number">
            <a:extLst xmlns:a="http://schemas.openxmlformats.org/drawingml/2006/main">
              <a:ext uri="{FF2B5EF4-FFF2-40B4-BE49-F238E27FC236}">
                <a16:creationId xmlns:a16="http://schemas.microsoft.com/office/drawing/2014/main" id="{827E6484-4E76-4678-AB45-30C28AA61A2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801453675"/>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7" name="!!area-name">
            <a:extLst xmlns:a="http://schemas.openxmlformats.org/drawingml/2006/main">
              <a:ext uri="{FF2B5EF4-FFF2-40B4-BE49-F238E27FC236}">
                <a16:creationId xmlns:a16="http://schemas.microsoft.com/office/drawing/2014/main" id="{7C0C6BA4-0020-4834-98ED-B6D993867FE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6" name="mini-map"/>
          <p:cNvPicPr>
            <a:picLocks xmlns:a="http://schemas.openxmlformats.org/drawingml/2006/main" noChangeAspect="1"/>
          </p:cNvPicPr>
          <p:nvPr/>
        </p:nvPicPr>
        <p:blipFill>
          <a:blip xmlns:r="http://schemas.openxmlformats.org/officeDocument/2006/relationships" xmlns:a="http://schemas.openxmlformats.org/drawingml/2006/main" r:embed="Rc0044e5ba1eb47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9" name="header-divider">
            <a:extLst xmlns:a="http://schemas.openxmlformats.org/drawingml/2006/main">
              <a:ext uri="{FF2B5EF4-FFF2-40B4-BE49-F238E27FC236}">
                <a16:creationId xmlns:a16="http://schemas.microsoft.com/office/drawing/2014/main" id="{1DB390EA-3AB9-4A70-9706-8E653EF087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25-text-1">
            <a:extLst xmlns:a="http://schemas.openxmlformats.org/drawingml/2006/main">
              <a:ext uri="{FF2B5EF4-FFF2-40B4-BE49-F238E27FC236}">
                <a16:creationId xmlns:a16="http://schemas.microsoft.com/office/drawing/2014/main" id="{0962BA6B-1F58-4192-83BC-ACC3B8FF4F1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71" name="25-text-2">
            <a:extLst xmlns:a="http://schemas.openxmlformats.org/drawingml/2006/main">
              <a:ext uri="{FF2B5EF4-FFF2-40B4-BE49-F238E27FC236}">
                <a16:creationId xmlns:a16="http://schemas.microsoft.com/office/drawing/2014/main" id="{0773A117-3660-42CC-8FF5-1FF2A0BA0D1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72" name="25-text-3">
            <a:extLst xmlns:a="http://schemas.openxmlformats.org/drawingml/2006/main">
              <a:ext uri="{FF2B5EF4-FFF2-40B4-BE49-F238E27FC236}">
                <a16:creationId xmlns:a16="http://schemas.microsoft.com/office/drawing/2014/main" id="{FCC7BE7D-3CA6-4C18-8643-69C86E46DEA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81" name="25-image-4"/>
          <p:cNvPicPr>
            <a:picLocks xmlns:a="http://schemas.openxmlformats.org/drawingml/2006/main" noChangeAspect="1"/>
          </p:cNvPicPr>
          <p:nvPr/>
        </p:nvPicPr>
        <p:blipFill>
          <a:blip xmlns:r="http://schemas.openxmlformats.org/officeDocument/2006/relationships" xmlns:a="http://schemas.openxmlformats.org/drawingml/2006/main" r:embed="R5eb6b77ba7634ab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4" name="narrative-number">
            <a:extLst xmlns:a="http://schemas.openxmlformats.org/drawingml/2006/main">
              <a:ext uri="{FF2B5EF4-FFF2-40B4-BE49-F238E27FC236}">
                <a16:creationId xmlns:a16="http://schemas.microsoft.com/office/drawing/2014/main" id="{1B9F55F6-4938-4101-BB0E-FB901028B1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726388473"/>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5" name="!!area-name">
            <a:extLst xmlns:a="http://schemas.openxmlformats.org/drawingml/2006/main">
              <a:ext uri="{FF2B5EF4-FFF2-40B4-BE49-F238E27FC236}">
                <a16:creationId xmlns:a16="http://schemas.microsoft.com/office/drawing/2014/main" id="{D8F88BA4-EF74-486D-A385-9040009DC1F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85" name="mini-map"/>
          <p:cNvPicPr>
            <a:picLocks xmlns:a="http://schemas.openxmlformats.org/drawingml/2006/main" noChangeAspect="1"/>
          </p:cNvPicPr>
          <p:nvPr/>
        </p:nvPicPr>
        <p:blipFill>
          <a:blip xmlns:r="http://schemas.openxmlformats.org/officeDocument/2006/relationships" xmlns:a="http://schemas.openxmlformats.org/drawingml/2006/main" r:embed="R1eb8fc78ba3c43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7" name="slide-title">
            <a:extLst xmlns:a="http://schemas.openxmlformats.org/drawingml/2006/main">
              <a:ext uri="{FF2B5EF4-FFF2-40B4-BE49-F238E27FC236}">
                <a16:creationId xmlns:a16="http://schemas.microsoft.com/office/drawing/2014/main" id="{4548E1E1-200D-44A4-9CD8-8C313A51A59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78" name="header-divider">
            <a:extLst xmlns:a="http://schemas.openxmlformats.org/drawingml/2006/main">
              <a:ext uri="{FF2B5EF4-FFF2-40B4-BE49-F238E27FC236}">
                <a16:creationId xmlns:a16="http://schemas.microsoft.com/office/drawing/2014/main" id="{2363EA7E-57E4-45E6-A514-8564052BDB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9" name="26-text-1">
            <a:extLst xmlns:a="http://schemas.openxmlformats.org/drawingml/2006/main">
              <a:ext uri="{FF2B5EF4-FFF2-40B4-BE49-F238E27FC236}">
                <a16:creationId xmlns:a16="http://schemas.microsoft.com/office/drawing/2014/main" id="{339027B9-291F-49EE-870F-AE8A0A5DC315}"/>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80" name="26-text-2">
            <a:extLst xmlns:a="http://schemas.openxmlformats.org/drawingml/2006/main">
              <a:ext uri="{FF2B5EF4-FFF2-40B4-BE49-F238E27FC236}">
                <a16:creationId xmlns:a16="http://schemas.microsoft.com/office/drawing/2014/main" id="{A58AC0DC-EA9D-465A-999E-32F0523403B0}"/>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81" name="26-text-3">
            <a:extLst xmlns:a="http://schemas.openxmlformats.org/drawingml/2006/main">
              <a:ext uri="{FF2B5EF4-FFF2-40B4-BE49-F238E27FC236}">
                <a16:creationId xmlns:a16="http://schemas.microsoft.com/office/drawing/2014/main" id="{99C4CCA0-AE1F-4790-9342-26EE81F88BC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82" name="26-text-4">
            <a:extLst xmlns:a="http://schemas.openxmlformats.org/drawingml/2006/main">
              <a:ext uri="{FF2B5EF4-FFF2-40B4-BE49-F238E27FC236}">
                <a16:creationId xmlns:a16="http://schemas.microsoft.com/office/drawing/2014/main" id="{24B0D1D6-73C4-4784-B8F8-4E213EBFDE20}"/>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83" name="narrative-number">
            <a:extLst xmlns:a="http://schemas.openxmlformats.org/drawingml/2006/main">
              <a:ext uri="{FF2B5EF4-FFF2-40B4-BE49-F238E27FC236}">
                <a16:creationId xmlns:a16="http://schemas.microsoft.com/office/drawing/2014/main" id="{F09AFA4B-CE9F-45C0-8800-CE419B16BE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158957318"/>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4" name="!!area-name">
            <a:extLst xmlns:a="http://schemas.openxmlformats.org/drawingml/2006/main">
              <a:ext uri="{FF2B5EF4-FFF2-40B4-BE49-F238E27FC236}">
                <a16:creationId xmlns:a16="http://schemas.microsoft.com/office/drawing/2014/main" id="{D7C6F2B7-612A-4D8F-8E35-69ED607AD0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eee12011a5a54e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6" name="slide-title">
            <a:extLst xmlns:a="http://schemas.openxmlformats.org/drawingml/2006/main">
              <a:ext uri="{FF2B5EF4-FFF2-40B4-BE49-F238E27FC236}">
                <a16:creationId xmlns:a16="http://schemas.microsoft.com/office/drawing/2014/main" id="{7A62103C-D4E4-45AA-8761-1DD9C6DAFA0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87" name="header-divider">
            <a:extLst xmlns:a="http://schemas.openxmlformats.org/drawingml/2006/main">
              <a:ext uri="{FF2B5EF4-FFF2-40B4-BE49-F238E27FC236}">
                <a16:creationId xmlns:a16="http://schemas.microsoft.com/office/drawing/2014/main" id="{D512C958-01A5-4091-9492-903A7DB8CE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8" name="27-text-1">
            <a:extLst xmlns:a="http://schemas.openxmlformats.org/drawingml/2006/main">
              <a:ext uri="{FF2B5EF4-FFF2-40B4-BE49-F238E27FC236}">
                <a16:creationId xmlns:a16="http://schemas.microsoft.com/office/drawing/2014/main" id="{995DC02B-226D-4186-A33E-2B62C5E638F6}"/>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89" name="27-text-2">
            <a:extLst xmlns:a="http://schemas.openxmlformats.org/drawingml/2006/main">
              <a:ext uri="{FF2B5EF4-FFF2-40B4-BE49-F238E27FC236}">
                <a16:creationId xmlns:a16="http://schemas.microsoft.com/office/drawing/2014/main" id="{8D300799-A73C-4530-A7CA-F596A71876B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90" name="27-text-3">
            <a:extLst xmlns:a="http://schemas.openxmlformats.org/drawingml/2006/main">
              <a:ext uri="{FF2B5EF4-FFF2-40B4-BE49-F238E27FC236}">
                <a16:creationId xmlns:a16="http://schemas.microsoft.com/office/drawing/2014/main" id="{AE1FC1E4-FAB5-4355-81A8-4B0DFEAFA017}"/>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91" name="27-text-4">
            <a:extLst xmlns:a="http://schemas.openxmlformats.org/drawingml/2006/main">
              <a:ext uri="{FF2B5EF4-FFF2-40B4-BE49-F238E27FC236}">
                <a16:creationId xmlns:a16="http://schemas.microsoft.com/office/drawing/2014/main" id="{EE535DFF-9F6D-47F0-B87A-63F0CD182978}"/>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92" name="27-text-5">
            <a:extLst xmlns:a="http://schemas.openxmlformats.org/drawingml/2006/main">
              <a:ext uri="{FF2B5EF4-FFF2-40B4-BE49-F238E27FC236}">
                <a16:creationId xmlns:a16="http://schemas.microsoft.com/office/drawing/2014/main" id="{D5070252-1A57-4CD3-A63E-20858ABF95C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93" name="27-text-6">
            <a:extLst xmlns:a="http://schemas.openxmlformats.org/drawingml/2006/main">
              <a:ext uri="{FF2B5EF4-FFF2-40B4-BE49-F238E27FC236}">
                <a16:creationId xmlns:a16="http://schemas.microsoft.com/office/drawing/2014/main" id="{14E80A03-5DC3-4D16-AA5B-37673387C5B7}"/>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94" name="narrative-number">
            <a:extLst xmlns:a="http://schemas.openxmlformats.org/drawingml/2006/main">
              <a:ext uri="{FF2B5EF4-FFF2-40B4-BE49-F238E27FC236}">
                <a16:creationId xmlns:a16="http://schemas.microsoft.com/office/drawing/2014/main" id="{C6DA07DF-59C0-4D57-81CE-DB78977999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548161608"/>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88385F29-C44F-4F2F-8F39-D259940311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09" name="mini-map"/>
          <p:cNvPicPr>
            <a:picLocks xmlns:a="http://schemas.openxmlformats.org/drawingml/2006/main" noChangeAspect="1"/>
          </p:cNvPicPr>
          <p:nvPr/>
        </p:nvPicPr>
        <p:blipFill>
          <a:blip xmlns:r="http://schemas.openxmlformats.org/officeDocument/2006/relationships" xmlns:a="http://schemas.openxmlformats.org/drawingml/2006/main" r:embed="Re9d6837b9cff40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0F160151-D935-403D-9D7E-7AD837A578D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98" name="header-divider">
            <a:extLst xmlns:a="http://schemas.openxmlformats.org/drawingml/2006/main">
              <a:ext uri="{FF2B5EF4-FFF2-40B4-BE49-F238E27FC236}">
                <a16:creationId xmlns:a16="http://schemas.microsoft.com/office/drawing/2014/main" id="{48A50397-ECEC-4823-8CA6-7038E97098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8-text-1">
            <a:extLst xmlns:a="http://schemas.openxmlformats.org/drawingml/2006/main">
              <a:ext uri="{FF2B5EF4-FFF2-40B4-BE49-F238E27FC236}">
                <a16:creationId xmlns:a16="http://schemas.microsoft.com/office/drawing/2014/main" id="{891FD082-C6D6-46E2-AE16-85EBD68B02D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00" name="28-text-2">
            <a:extLst xmlns:a="http://schemas.openxmlformats.org/drawingml/2006/main">
              <a:ext uri="{FF2B5EF4-FFF2-40B4-BE49-F238E27FC236}">
                <a16:creationId xmlns:a16="http://schemas.microsoft.com/office/drawing/2014/main" id="{16897CFA-5F41-4DE1-B857-A166BE6471E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01" name="28-text-3">
            <a:extLst xmlns:a="http://schemas.openxmlformats.org/drawingml/2006/main">
              <a:ext uri="{FF2B5EF4-FFF2-40B4-BE49-F238E27FC236}">
                <a16:creationId xmlns:a16="http://schemas.microsoft.com/office/drawing/2014/main" id="{24B296F1-7827-4868-9427-829E3AA4542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02" name="28-text-4">
            <a:extLst xmlns:a="http://schemas.openxmlformats.org/drawingml/2006/main">
              <a:ext uri="{FF2B5EF4-FFF2-40B4-BE49-F238E27FC236}">
                <a16:creationId xmlns:a16="http://schemas.microsoft.com/office/drawing/2014/main" id="{20EC72EA-F87F-4E6D-92E3-C33E64BAA3A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03" name="28-text-5">
            <a:extLst xmlns:a="http://schemas.openxmlformats.org/drawingml/2006/main">
              <a:ext uri="{FF2B5EF4-FFF2-40B4-BE49-F238E27FC236}">
                <a16:creationId xmlns:a16="http://schemas.microsoft.com/office/drawing/2014/main" id="{164F0E91-AA09-428A-BEFE-DAD404D32EF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04" name="28-text-6">
            <a:extLst xmlns:a="http://schemas.openxmlformats.org/drawingml/2006/main">
              <a:ext uri="{FF2B5EF4-FFF2-40B4-BE49-F238E27FC236}">
                <a16:creationId xmlns:a16="http://schemas.microsoft.com/office/drawing/2014/main" id="{301F353D-B676-4D56-A957-ED8DC561737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05" name="28-text-7">
            <a:extLst xmlns:a="http://schemas.openxmlformats.org/drawingml/2006/main">
              <a:ext uri="{FF2B5EF4-FFF2-40B4-BE49-F238E27FC236}">
                <a16:creationId xmlns:a16="http://schemas.microsoft.com/office/drawing/2014/main" id="{B2661959-7FD8-461B-B4AC-715C24AC62D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06" name="28-text-8">
            <a:extLst xmlns:a="http://schemas.openxmlformats.org/drawingml/2006/main">
              <a:ext uri="{FF2B5EF4-FFF2-40B4-BE49-F238E27FC236}">
                <a16:creationId xmlns:a16="http://schemas.microsoft.com/office/drawing/2014/main" id="{C42F6169-BF48-4303-82FD-7369BE1E465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07" name="narrative-number">
            <a:extLst xmlns:a="http://schemas.openxmlformats.org/drawingml/2006/main">
              <a:ext uri="{FF2B5EF4-FFF2-40B4-BE49-F238E27FC236}">
                <a16:creationId xmlns:a16="http://schemas.microsoft.com/office/drawing/2014/main" id="{56107B77-0ED1-4DA9-9FDA-E9119452D5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6644871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8" name="!!area-name">
            <a:extLst xmlns:a="http://schemas.openxmlformats.org/drawingml/2006/main">
              <a:ext uri="{FF2B5EF4-FFF2-40B4-BE49-F238E27FC236}">
                <a16:creationId xmlns:a16="http://schemas.microsoft.com/office/drawing/2014/main" id="{3713F6EC-9828-45A2-A72A-182D449808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29" name="mini-map"/>
          <p:cNvPicPr>
            <a:picLocks xmlns:a="http://schemas.openxmlformats.org/drawingml/2006/main" noChangeAspect="1"/>
          </p:cNvPicPr>
          <p:nvPr/>
        </p:nvPicPr>
        <p:blipFill>
          <a:blip xmlns:r="http://schemas.openxmlformats.org/officeDocument/2006/relationships" xmlns:a="http://schemas.openxmlformats.org/drawingml/2006/main" r:embed="R6716ca554c19441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0" name="slide-title">
            <a:extLst xmlns:a="http://schemas.openxmlformats.org/drawingml/2006/main">
              <a:ext uri="{FF2B5EF4-FFF2-40B4-BE49-F238E27FC236}">
                <a16:creationId xmlns:a16="http://schemas.microsoft.com/office/drawing/2014/main" id="{5D493963-A7BC-422C-A362-40A54BBCADF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311" name="header-divider">
            <a:extLst xmlns:a="http://schemas.openxmlformats.org/drawingml/2006/main">
              <a:ext uri="{FF2B5EF4-FFF2-40B4-BE49-F238E27FC236}">
                <a16:creationId xmlns:a16="http://schemas.microsoft.com/office/drawing/2014/main" id="{1583821F-AE01-4D43-BBC2-838AE805365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2" name="29-text-1">
            <a:extLst xmlns:a="http://schemas.openxmlformats.org/drawingml/2006/main">
              <a:ext uri="{FF2B5EF4-FFF2-40B4-BE49-F238E27FC236}">
                <a16:creationId xmlns:a16="http://schemas.microsoft.com/office/drawing/2014/main" id="{D3E52ED2-7D4E-434C-B196-166B7D64FEF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313" name="29-text-2">
            <a:extLst xmlns:a="http://schemas.openxmlformats.org/drawingml/2006/main">
              <a:ext uri="{FF2B5EF4-FFF2-40B4-BE49-F238E27FC236}">
                <a16:creationId xmlns:a16="http://schemas.microsoft.com/office/drawing/2014/main" id="{46586528-04B0-400C-B5C0-16CE3858B7D7}"/>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4" name="29-text-3">
            <a:extLst xmlns:a="http://schemas.openxmlformats.org/drawingml/2006/main">
              <a:ext uri="{FF2B5EF4-FFF2-40B4-BE49-F238E27FC236}">
                <a16:creationId xmlns:a16="http://schemas.microsoft.com/office/drawing/2014/main" id="{2315A980-63C4-4D3F-B01A-A88CAF92F086}"/>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315" name="29-text-4">
            <a:extLst xmlns:a="http://schemas.openxmlformats.org/drawingml/2006/main">
              <a:ext uri="{FF2B5EF4-FFF2-40B4-BE49-F238E27FC236}">
                <a16:creationId xmlns:a16="http://schemas.microsoft.com/office/drawing/2014/main" id="{4682D13B-5CE6-4924-81B6-406769627D74}"/>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16" name="29-text-5">
            <a:extLst xmlns:a="http://schemas.openxmlformats.org/drawingml/2006/main">
              <a:ext uri="{FF2B5EF4-FFF2-40B4-BE49-F238E27FC236}">
                <a16:creationId xmlns:a16="http://schemas.microsoft.com/office/drawing/2014/main" id="{56FB139C-EA7C-421B-96E0-4948609801E0}"/>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17" name="29-text-6">
            <a:extLst xmlns:a="http://schemas.openxmlformats.org/drawingml/2006/main">
              <a:ext uri="{FF2B5EF4-FFF2-40B4-BE49-F238E27FC236}">
                <a16:creationId xmlns:a16="http://schemas.microsoft.com/office/drawing/2014/main" id="{612B33A7-8D6F-438D-BA0C-5B1382AA62F2}"/>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18" name="29-text-7">
            <a:extLst xmlns:a="http://schemas.openxmlformats.org/drawingml/2006/main">
              <a:ext uri="{FF2B5EF4-FFF2-40B4-BE49-F238E27FC236}">
                <a16:creationId xmlns:a16="http://schemas.microsoft.com/office/drawing/2014/main" id="{A1768ED8-0A08-4B73-BB7C-77000C6818B7}"/>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19" name="29-text-8">
            <a:extLst xmlns:a="http://schemas.openxmlformats.org/drawingml/2006/main">
              <a:ext uri="{FF2B5EF4-FFF2-40B4-BE49-F238E27FC236}">
                <a16:creationId xmlns:a16="http://schemas.microsoft.com/office/drawing/2014/main" id="{82ECD5A1-ECFF-49D9-A71D-1D3F4AE6912B}"/>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20" name="29-text-9">
            <a:extLst xmlns:a="http://schemas.openxmlformats.org/drawingml/2006/main">
              <a:ext uri="{FF2B5EF4-FFF2-40B4-BE49-F238E27FC236}">
                <a16:creationId xmlns:a16="http://schemas.microsoft.com/office/drawing/2014/main" id="{A9EE291C-E97A-4D2F-B1BE-7D550067BFE9}"/>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21" name="29-text-10">
            <a:extLst xmlns:a="http://schemas.openxmlformats.org/drawingml/2006/main">
              <a:ext uri="{FF2B5EF4-FFF2-40B4-BE49-F238E27FC236}">
                <a16:creationId xmlns:a16="http://schemas.microsoft.com/office/drawing/2014/main" id="{6067906D-C2CD-4DB6-AB7F-67F8C767062D}"/>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22" name="29-text-11">
            <a:extLst xmlns:a="http://schemas.openxmlformats.org/drawingml/2006/main">
              <a:ext uri="{FF2B5EF4-FFF2-40B4-BE49-F238E27FC236}">
                <a16:creationId xmlns:a16="http://schemas.microsoft.com/office/drawing/2014/main" id="{07AF38F3-99FC-4C67-B168-B42882F51552}"/>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23" name="29-text-12">
            <a:extLst xmlns:a="http://schemas.openxmlformats.org/drawingml/2006/main">
              <a:ext uri="{FF2B5EF4-FFF2-40B4-BE49-F238E27FC236}">
                <a16:creationId xmlns:a16="http://schemas.microsoft.com/office/drawing/2014/main" id="{B98143DF-D0AF-4BB0-AA32-00F55A01C8B4}"/>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24" name="29-text-13">
            <a:extLst xmlns:a="http://schemas.openxmlformats.org/drawingml/2006/main">
              <a:ext uri="{FF2B5EF4-FFF2-40B4-BE49-F238E27FC236}">
                <a16:creationId xmlns:a16="http://schemas.microsoft.com/office/drawing/2014/main" id="{742ACB35-3116-4E18-8446-9B1E270AED1B}"/>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25" name="29-text-14">
            <a:extLst xmlns:a="http://schemas.openxmlformats.org/drawingml/2006/main">
              <a:ext uri="{FF2B5EF4-FFF2-40B4-BE49-F238E27FC236}">
                <a16:creationId xmlns:a16="http://schemas.microsoft.com/office/drawing/2014/main" id="{E8A3DEBD-6CF8-4D19-BE50-B8C5FF4A939D}"/>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326" name="29-text-15">
            <a:extLst xmlns:a="http://schemas.openxmlformats.org/drawingml/2006/main">
              <a:ext uri="{FF2B5EF4-FFF2-40B4-BE49-F238E27FC236}">
                <a16:creationId xmlns:a16="http://schemas.microsoft.com/office/drawing/2014/main" id="{D2A24788-A964-4859-AB9C-ECF8B6900825}"/>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327" name="narrative-number">
            <a:extLst xmlns:a="http://schemas.openxmlformats.org/drawingml/2006/main">
              <a:ext uri="{FF2B5EF4-FFF2-40B4-BE49-F238E27FC236}">
                <a16:creationId xmlns:a16="http://schemas.microsoft.com/office/drawing/2014/main" id="{720C2158-1DBC-4EC5-8ADD-5533158228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989357795"/>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8" name="!!area-name">
            <a:extLst xmlns:a="http://schemas.openxmlformats.org/drawingml/2006/main">
              <a:ext uri="{FF2B5EF4-FFF2-40B4-BE49-F238E27FC236}">
                <a16:creationId xmlns:a16="http://schemas.microsoft.com/office/drawing/2014/main" id="{7C6B7DBD-B8EB-473A-8CCB-90296AB80E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37" name="mini-map"/>
          <p:cNvPicPr>
            <a:picLocks xmlns:a="http://schemas.openxmlformats.org/drawingml/2006/main" noChangeAspect="1"/>
          </p:cNvPicPr>
          <p:nvPr/>
        </p:nvPicPr>
        <p:blipFill>
          <a:blip xmlns:r="http://schemas.openxmlformats.org/officeDocument/2006/relationships" xmlns:a="http://schemas.openxmlformats.org/drawingml/2006/main" r:embed="R758064532c734aa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0" name="header-divider">
            <a:extLst xmlns:a="http://schemas.openxmlformats.org/drawingml/2006/main">
              <a:ext uri="{FF2B5EF4-FFF2-40B4-BE49-F238E27FC236}">
                <a16:creationId xmlns:a16="http://schemas.microsoft.com/office/drawing/2014/main" id="{CFF0090D-DD3B-4330-80D8-43F456FC30B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1" name="30-text-1">
            <a:extLst xmlns:a="http://schemas.openxmlformats.org/drawingml/2006/main">
              <a:ext uri="{FF2B5EF4-FFF2-40B4-BE49-F238E27FC236}">
                <a16:creationId xmlns:a16="http://schemas.microsoft.com/office/drawing/2014/main" id="{02731847-A884-44CC-B26E-37A452F7F358}"/>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32" name="30-text-2">
            <a:extLst xmlns:a="http://schemas.openxmlformats.org/drawingml/2006/main">
              <a:ext uri="{FF2B5EF4-FFF2-40B4-BE49-F238E27FC236}">
                <a16:creationId xmlns:a16="http://schemas.microsoft.com/office/drawing/2014/main" id="{896E2381-7425-46C5-8F43-FB20BB8261E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33" name="30-text-3">
            <a:extLst xmlns:a="http://schemas.openxmlformats.org/drawingml/2006/main">
              <a:ext uri="{FF2B5EF4-FFF2-40B4-BE49-F238E27FC236}">
                <a16:creationId xmlns:a16="http://schemas.microsoft.com/office/drawing/2014/main" id="{0CCCFC38-9C9E-40CA-8440-74034EEE85C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42" name="30-image-4"/>
          <p:cNvPicPr>
            <a:picLocks xmlns:a="http://schemas.openxmlformats.org/drawingml/2006/main" noChangeAspect="1"/>
          </p:cNvPicPr>
          <p:nvPr/>
        </p:nvPicPr>
        <p:blipFill>
          <a:blip xmlns:r="http://schemas.openxmlformats.org/officeDocument/2006/relationships" xmlns:a="http://schemas.openxmlformats.org/drawingml/2006/main" r:embed="R5b75af647d964d2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35" name="narrative-number">
            <a:extLst xmlns:a="http://schemas.openxmlformats.org/drawingml/2006/main">
              <a:ext uri="{FF2B5EF4-FFF2-40B4-BE49-F238E27FC236}">
                <a16:creationId xmlns:a16="http://schemas.microsoft.com/office/drawing/2014/main" id="{AE74DBC6-3E5E-41F6-9B85-F34BE4070C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049348021"/>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6" name="!!area-name">
            <a:extLst xmlns:a="http://schemas.openxmlformats.org/drawingml/2006/main">
              <a:ext uri="{FF2B5EF4-FFF2-40B4-BE49-F238E27FC236}">
                <a16:creationId xmlns:a16="http://schemas.microsoft.com/office/drawing/2014/main" id="{CCAC8EB8-9F48-4063-9D1E-9CF5C6C429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What and why</a:t>
            </a:r>
          </a:p>
        </p:txBody>
      </p:sp>
      <p:pic>
        <p:nvPicPr>
          <p:cNvPr id="346" name="mini-map"/>
          <p:cNvPicPr>
            <a:picLocks xmlns:a="http://schemas.openxmlformats.org/drawingml/2006/main" noChangeAspect="1"/>
          </p:cNvPicPr>
          <p:nvPr/>
        </p:nvPicPr>
        <p:blipFill>
          <a:blip xmlns:r="http://schemas.openxmlformats.org/officeDocument/2006/relationships" xmlns:a="http://schemas.openxmlformats.org/drawingml/2006/main" r:embed="R385347dc8c54435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8" name="slide-title">
            <a:extLst xmlns:a="http://schemas.openxmlformats.org/drawingml/2006/main">
              <a:ext uri="{FF2B5EF4-FFF2-40B4-BE49-F238E27FC236}">
                <a16:creationId xmlns:a16="http://schemas.microsoft.com/office/drawing/2014/main" id="{038EC28D-AC65-4936-9F8B-B9D08B60B5C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39" name="header-divider">
            <a:extLst xmlns:a="http://schemas.openxmlformats.org/drawingml/2006/main">
              <a:ext uri="{FF2B5EF4-FFF2-40B4-BE49-F238E27FC236}">
                <a16:creationId xmlns:a16="http://schemas.microsoft.com/office/drawing/2014/main" id="{EB147C3A-74E7-400D-AA17-8E0368544B2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0" name="31-text-1">
            <a:extLst xmlns:a="http://schemas.openxmlformats.org/drawingml/2006/main">
              <a:ext uri="{FF2B5EF4-FFF2-40B4-BE49-F238E27FC236}">
                <a16:creationId xmlns:a16="http://schemas.microsoft.com/office/drawing/2014/main" id="{68F898D1-6F88-4B2C-A398-2021705C149B}"/>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41" name="31-text-2">
            <a:extLst xmlns:a="http://schemas.openxmlformats.org/drawingml/2006/main">
              <a:ext uri="{FF2B5EF4-FFF2-40B4-BE49-F238E27FC236}">
                <a16:creationId xmlns:a16="http://schemas.microsoft.com/office/drawing/2014/main" id="{6519DBE4-DF53-4EC5-9CD6-3CAB69432969}"/>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42" name="31-text-3">
            <a:extLst xmlns:a="http://schemas.openxmlformats.org/drawingml/2006/main">
              <a:ext uri="{FF2B5EF4-FFF2-40B4-BE49-F238E27FC236}">
                <a16:creationId xmlns:a16="http://schemas.microsoft.com/office/drawing/2014/main" id="{0710D4FC-E486-4DF6-8C8C-9447A3B37FC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43" name="31-text-4">
            <a:extLst xmlns:a="http://schemas.openxmlformats.org/drawingml/2006/main">
              <a:ext uri="{FF2B5EF4-FFF2-40B4-BE49-F238E27FC236}">
                <a16:creationId xmlns:a16="http://schemas.microsoft.com/office/drawing/2014/main" id="{E32D2DD9-6736-4B44-BB16-859432D7BE5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44" name="narrative-number">
            <a:extLst xmlns:a="http://schemas.openxmlformats.org/drawingml/2006/main">
              <a:ext uri="{FF2B5EF4-FFF2-40B4-BE49-F238E27FC236}">
                <a16:creationId xmlns:a16="http://schemas.microsoft.com/office/drawing/2014/main" id="{AD580576-E347-49F9-B0B9-51FEB4B3D6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1390346988"/>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5" name="!!area-name">
            <a:extLst xmlns:a="http://schemas.openxmlformats.org/drawingml/2006/main">
              <a:ext uri="{FF2B5EF4-FFF2-40B4-BE49-F238E27FC236}">
                <a16:creationId xmlns:a16="http://schemas.microsoft.com/office/drawing/2014/main" id="{094A27AD-F6C6-438A-935C-0FA587EC1A3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57" name="mini-map"/>
          <p:cNvPicPr>
            <a:picLocks xmlns:a="http://schemas.openxmlformats.org/drawingml/2006/main" noChangeAspect="1"/>
          </p:cNvPicPr>
          <p:nvPr/>
        </p:nvPicPr>
        <p:blipFill>
          <a:blip xmlns:r="http://schemas.openxmlformats.org/officeDocument/2006/relationships" xmlns:a="http://schemas.openxmlformats.org/drawingml/2006/main" r:embed="R8ce3135e524143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7" name="slide-title">
            <a:extLst xmlns:a="http://schemas.openxmlformats.org/drawingml/2006/main">
              <a:ext uri="{FF2B5EF4-FFF2-40B4-BE49-F238E27FC236}">
                <a16:creationId xmlns:a16="http://schemas.microsoft.com/office/drawing/2014/main" id="{EF86A85F-545E-4815-B8EF-768C48622E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48" name="header-divider">
            <a:extLst xmlns:a="http://schemas.openxmlformats.org/drawingml/2006/main">
              <a:ext uri="{FF2B5EF4-FFF2-40B4-BE49-F238E27FC236}">
                <a16:creationId xmlns:a16="http://schemas.microsoft.com/office/drawing/2014/main" id="{B97F6E97-EEB4-4D40-B3E0-E8760E8CEC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32-text-1">
            <a:extLst xmlns:a="http://schemas.openxmlformats.org/drawingml/2006/main">
              <a:ext uri="{FF2B5EF4-FFF2-40B4-BE49-F238E27FC236}">
                <a16:creationId xmlns:a16="http://schemas.microsoft.com/office/drawing/2014/main" id="{C4C61539-0C38-47FA-8FC4-93E855369B86}"/>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50" name="32-text-2">
            <a:extLst xmlns:a="http://schemas.openxmlformats.org/drawingml/2006/main">
              <a:ext uri="{FF2B5EF4-FFF2-40B4-BE49-F238E27FC236}">
                <a16:creationId xmlns:a16="http://schemas.microsoft.com/office/drawing/2014/main" id="{B5FEBF6F-59F8-410E-853C-DE38CD6F0B16}"/>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51" name="32-text-3">
            <a:extLst xmlns:a="http://schemas.openxmlformats.org/drawingml/2006/main">
              <a:ext uri="{FF2B5EF4-FFF2-40B4-BE49-F238E27FC236}">
                <a16:creationId xmlns:a16="http://schemas.microsoft.com/office/drawing/2014/main" id="{C6BE3B5F-B0B1-4B0A-A786-43B657685384}"/>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52" name="32-text-4">
            <a:extLst xmlns:a="http://schemas.openxmlformats.org/drawingml/2006/main">
              <a:ext uri="{FF2B5EF4-FFF2-40B4-BE49-F238E27FC236}">
                <a16:creationId xmlns:a16="http://schemas.microsoft.com/office/drawing/2014/main" id="{D7890A3B-8933-4939-B129-53CC11A4B6C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53" name="32-text-5">
            <a:extLst xmlns:a="http://schemas.openxmlformats.org/drawingml/2006/main">
              <a:ext uri="{FF2B5EF4-FFF2-40B4-BE49-F238E27FC236}">
                <a16:creationId xmlns:a16="http://schemas.microsoft.com/office/drawing/2014/main" id="{E130E6C8-2294-481E-ADEF-83EFBE792B7F}"/>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54" name="32-text-6">
            <a:extLst xmlns:a="http://schemas.openxmlformats.org/drawingml/2006/main">
              <a:ext uri="{FF2B5EF4-FFF2-40B4-BE49-F238E27FC236}">
                <a16:creationId xmlns:a16="http://schemas.microsoft.com/office/drawing/2014/main" id="{6C326F18-DDBC-4BA1-B34A-AB985DC54997}"/>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55" name="narrative-number">
            <a:extLst xmlns:a="http://schemas.openxmlformats.org/drawingml/2006/main">
              <a:ext uri="{FF2B5EF4-FFF2-40B4-BE49-F238E27FC236}">
                <a16:creationId xmlns:a16="http://schemas.microsoft.com/office/drawing/2014/main" id="{C86E12BA-060A-40A7-AF8B-E2F8669E25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435975463"/>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6" name="!!area-name">
            <a:extLst xmlns:a="http://schemas.openxmlformats.org/drawingml/2006/main">
              <a:ext uri="{FF2B5EF4-FFF2-40B4-BE49-F238E27FC236}">
                <a16:creationId xmlns:a16="http://schemas.microsoft.com/office/drawing/2014/main" id="{6D8BD795-51DC-4817-8FB2-40F62E62391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71" name="mini-map"/>
          <p:cNvPicPr>
            <a:picLocks xmlns:a="http://schemas.openxmlformats.org/drawingml/2006/main" noChangeAspect="1"/>
          </p:cNvPicPr>
          <p:nvPr/>
        </p:nvPicPr>
        <p:blipFill>
          <a:blip xmlns:r="http://schemas.openxmlformats.org/officeDocument/2006/relationships" xmlns:a="http://schemas.openxmlformats.org/drawingml/2006/main" r:embed="R9920b71a4c7443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8" name="slide-title">
            <a:extLst xmlns:a="http://schemas.openxmlformats.org/drawingml/2006/main">
              <a:ext uri="{FF2B5EF4-FFF2-40B4-BE49-F238E27FC236}">
                <a16:creationId xmlns:a16="http://schemas.microsoft.com/office/drawing/2014/main" id="{3BBCC524-DD09-4432-8D8A-98C548F04D2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59" name="header-divider">
            <a:extLst xmlns:a="http://schemas.openxmlformats.org/drawingml/2006/main">
              <a:ext uri="{FF2B5EF4-FFF2-40B4-BE49-F238E27FC236}">
                <a16:creationId xmlns:a16="http://schemas.microsoft.com/office/drawing/2014/main" id="{7BE03D20-2A45-490F-A64A-CA5BD3B5BA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0" name="33-text-1">
            <a:extLst xmlns:a="http://schemas.openxmlformats.org/drawingml/2006/main">
              <a:ext uri="{FF2B5EF4-FFF2-40B4-BE49-F238E27FC236}">
                <a16:creationId xmlns:a16="http://schemas.microsoft.com/office/drawing/2014/main" id="{B42FDC26-28B9-492A-A6B7-B8D35D945FE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61" name="33-text-2">
            <a:extLst xmlns:a="http://schemas.openxmlformats.org/drawingml/2006/main">
              <a:ext uri="{FF2B5EF4-FFF2-40B4-BE49-F238E27FC236}">
                <a16:creationId xmlns:a16="http://schemas.microsoft.com/office/drawing/2014/main" id="{661278E2-9681-4146-9287-865646AF7FB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62" name="33-text-3">
            <a:extLst xmlns:a="http://schemas.openxmlformats.org/drawingml/2006/main">
              <a:ext uri="{FF2B5EF4-FFF2-40B4-BE49-F238E27FC236}">
                <a16:creationId xmlns:a16="http://schemas.microsoft.com/office/drawing/2014/main" id="{87326E5C-3B2E-4811-80A9-3FF14A1BD34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63" name="33-text-4">
            <a:extLst xmlns:a="http://schemas.openxmlformats.org/drawingml/2006/main">
              <a:ext uri="{FF2B5EF4-FFF2-40B4-BE49-F238E27FC236}">
                <a16:creationId xmlns:a16="http://schemas.microsoft.com/office/drawing/2014/main" id="{B604B55D-5D59-494E-9970-6B5A019E1A8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64" name="33-text-5">
            <a:extLst xmlns:a="http://schemas.openxmlformats.org/drawingml/2006/main">
              <a:ext uri="{FF2B5EF4-FFF2-40B4-BE49-F238E27FC236}">
                <a16:creationId xmlns:a16="http://schemas.microsoft.com/office/drawing/2014/main" id="{E06C0386-0B03-4F13-93C9-145BB65BA24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65" name="33-text-6">
            <a:extLst xmlns:a="http://schemas.openxmlformats.org/drawingml/2006/main">
              <a:ext uri="{FF2B5EF4-FFF2-40B4-BE49-F238E27FC236}">
                <a16:creationId xmlns:a16="http://schemas.microsoft.com/office/drawing/2014/main" id="{EFB99FE5-47AC-46C6-A0DE-F1557FB35C9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66" name="33-text-7">
            <a:extLst xmlns:a="http://schemas.openxmlformats.org/drawingml/2006/main">
              <a:ext uri="{FF2B5EF4-FFF2-40B4-BE49-F238E27FC236}">
                <a16:creationId xmlns:a16="http://schemas.microsoft.com/office/drawing/2014/main" id="{65D71DAD-382A-462E-8D4C-0BF434F1ED86}"/>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67" name="33-text-8">
            <a:extLst xmlns:a="http://schemas.openxmlformats.org/drawingml/2006/main">
              <a:ext uri="{FF2B5EF4-FFF2-40B4-BE49-F238E27FC236}">
                <a16:creationId xmlns:a16="http://schemas.microsoft.com/office/drawing/2014/main" id="{3D14C5B0-8EFB-4598-8C99-9D2A0C4E3E4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68" name="33-text-9">
            <a:extLst xmlns:a="http://schemas.openxmlformats.org/drawingml/2006/main">
              <a:ext uri="{FF2B5EF4-FFF2-40B4-BE49-F238E27FC236}">
                <a16:creationId xmlns:a16="http://schemas.microsoft.com/office/drawing/2014/main" id="{9CF8A437-5A3A-4423-92B0-CD1038EC398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69" name="narrative-number">
            <a:extLst xmlns:a="http://schemas.openxmlformats.org/drawingml/2006/main">
              <a:ext uri="{FF2B5EF4-FFF2-40B4-BE49-F238E27FC236}">
                <a16:creationId xmlns:a16="http://schemas.microsoft.com/office/drawing/2014/main" id="{EAB3CC60-EAD7-4CAD-80A5-608F92BBF5F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67757840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0" name="!!area-name">
            <a:extLst xmlns:a="http://schemas.openxmlformats.org/drawingml/2006/main">
              <a:ext uri="{FF2B5EF4-FFF2-40B4-BE49-F238E27FC236}">
                <a16:creationId xmlns:a16="http://schemas.microsoft.com/office/drawing/2014/main" id="{3460E35E-D6D3-4C6C-A8CC-A631A49DDE5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386" name="mini-map"/>
          <p:cNvPicPr>
            <a:picLocks xmlns:a="http://schemas.openxmlformats.org/drawingml/2006/main" noChangeAspect="1"/>
          </p:cNvPicPr>
          <p:nvPr/>
        </p:nvPicPr>
        <p:blipFill>
          <a:blip xmlns:r="http://schemas.openxmlformats.org/officeDocument/2006/relationships" xmlns:a="http://schemas.openxmlformats.org/drawingml/2006/main" r:embed="R95c2d82ef4984e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2" name="slide-title">
            <a:extLst xmlns:a="http://schemas.openxmlformats.org/drawingml/2006/main">
              <a:ext uri="{FF2B5EF4-FFF2-40B4-BE49-F238E27FC236}">
                <a16:creationId xmlns:a16="http://schemas.microsoft.com/office/drawing/2014/main" id="{9716AE03-2201-4FF7-9101-EFCD819DFE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73" name="header-divider">
            <a:extLst xmlns:a="http://schemas.openxmlformats.org/drawingml/2006/main">
              <a:ext uri="{FF2B5EF4-FFF2-40B4-BE49-F238E27FC236}">
                <a16:creationId xmlns:a16="http://schemas.microsoft.com/office/drawing/2014/main" id="{836C7C8D-73D1-4FA9-8B4A-0867CB0E05D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4" name="34-text-1">
            <a:extLst xmlns:a="http://schemas.openxmlformats.org/drawingml/2006/main">
              <a:ext uri="{FF2B5EF4-FFF2-40B4-BE49-F238E27FC236}">
                <a16:creationId xmlns:a16="http://schemas.microsoft.com/office/drawing/2014/main" id="{8E93B9E5-06C5-4CE9-8C46-982C16355CA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75" name="34-text-2">
            <a:extLst xmlns:a="http://schemas.openxmlformats.org/drawingml/2006/main">
              <a:ext uri="{FF2B5EF4-FFF2-40B4-BE49-F238E27FC236}">
                <a16:creationId xmlns:a16="http://schemas.microsoft.com/office/drawing/2014/main" id="{E93A11C3-C948-49C8-AAE4-2E9E905C8F72}"/>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76" name="34-text-3">
            <a:extLst xmlns:a="http://schemas.openxmlformats.org/drawingml/2006/main">
              <a:ext uri="{FF2B5EF4-FFF2-40B4-BE49-F238E27FC236}">
                <a16:creationId xmlns:a16="http://schemas.microsoft.com/office/drawing/2014/main" id="{E72D69C3-118C-4394-A80F-EC6324A2C7A1}"/>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77" name="34-text-4">
            <a:extLst xmlns:a="http://schemas.openxmlformats.org/drawingml/2006/main">
              <a:ext uri="{FF2B5EF4-FFF2-40B4-BE49-F238E27FC236}">
                <a16:creationId xmlns:a16="http://schemas.microsoft.com/office/drawing/2014/main" id="{91988FCD-E4EA-423B-B550-4B3AFFBDD49E}"/>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78" name="34-text-5">
            <a:extLst xmlns:a="http://schemas.openxmlformats.org/drawingml/2006/main">
              <a:ext uri="{FF2B5EF4-FFF2-40B4-BE49-F238E27FC236}">
                <a16:creationId xmlns:a16="http://schemas.microsoft.com/office/drawing/2014/main" id="{2880AEE0-0B10-495D-9042-37BD43F62A5A}"/>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79" name="34-text-6">
            <a:extLst xmlns:a="http://schemas.openxmlformats.org/drawingml/2006/main">
              <a:ext uri="{FF2B5EF4-FFF2-40B4-BE49-F238E27FC236}">
                <a16:creationId xmlns:a16="http://schemas.microsoft.com/office/drawing/2014/main" id="{1260C83B-845B-4E71-9907-AE5FCDC5B904}"/>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80" name="34-text-7">
            <a:extLst xmlns:a="http://schemas.openxmlformats.org/drawingml/2006/main">
              <a:ext uri="{FF2B5EF4-FFF2-40B4-BE49-F238E27FC236}">
                <a16:creationId xmlns:a16="http://schemas.microsoft.com/office/drawing/2014/main" id="{21F86245-ACDA-4668-B8AA-CCD2D07D62C9}"/>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81" name="34-text-8">
            <a:extLst xmlns:a="http://schemas.openxmlformats.org/drawingml/2006/main">
              <a:ext uri="{FF2B5EF4-FFF2-40B4-BE49-F238E27FC236}">
                <a16:creationId xmlns:a16="http://schemas.microsoft.com/office/drawing/2014/main" id="{86F6EE9F-D333-4793-A13C-3517AA2F55A7}"/>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82" name="34-text-9">
            <a:extLst xmlns:a="http://schemas.openxmlformats.org/drawingml/2006/main">
              <a:ext uri="{FF2B5EF4-FFF2-40B4-BE49-F238E27FC236}">
                <a16:creationId xmlns:a16="http://schemas.microsoft.com/office/drawing/2014/main" id="{34D8FC39-23A1-4E55-ABE5-2877723C7C0C}"/>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83" name="34-text-10">
            <a:extLst xmlns:a="http://schemas.openxmlformats.org/drawingml/2006/main">
              <a:ext uri="{FF2B5EF4-FFF2-40B4-BE49-F238E27FC236}">
                <a16:creationId xmlns:a16="http://schemas.microsoft.com/office/drawing/2014/main" id="{9A440A3F-9F07-4EEE-8138-B13BEBF2A729}"/>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84" name="narrative-number">
            <a:extLst xmlns:a="http://schemas.openxmlformats.org/drawingml/2006/main">
              <a:ext uri="{FF2B5EF4-FFF2-40B4-BE49-F238E27FC236}">
                <a16:creationId xmlns:a16="http://schemas.microsoft.com/office/drawing/2014/main" id="{CD7409F8-A5D7-44AC-B957-02F569E289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398757160"/>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5" name="!!area-name">
            <a:extLst xmlns:a="http://schemas.openxmlformats.org/drawingml/2006/main">
              <a:ext uri="{FF2B5EF4-FFF2-40B4-BE49-F238E27FC236}">
                <a16:creationId xmlns:a16="http://schemas.microsoft.com/office/drawing/2014/main" id="{E6C42E7E-2E9E-4EFC-B256-E00531F2AB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94" name="mini-map"/>
          <p:cNvPicPr>
            <a:picLocks xmlns:a="http://schemas.openxmlformats.org/drawingml/2006/main" noChangeAspect="1"/>
          </p:cNvPicPr>
          <p:nvPr/>
        </p:nvPicPr>
        <p:blipFill>
          <a:blip xmlns:r="http://schemas.openxmlformats.org/officeDocument/2006/relationships" xmlns:a="http://schemas.openxmlformats.org/drawingml/2006/main" r:embed="R6c8cf9c41a3449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7" name="header-divider">
            <a:extLst xmlns:a="http://schemas.openxmlformats.org/drawingml/2006/main">
              <a:ext uri="{FF2B5EF4-FFF2-40B4-BE49-F238E27FC236}">
                <a16:creationId xmlns:a16="http://schemas.microsoft.com/office/drawing/2014/main" id="{FECDFF1F-014C-4F4F-B7B5-BCB5CF08FD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8" name="35-text-1">
            <a:extLst xmlns:a="http://schemas.openxmlformats.org/drawingml/2006/main">
              <a:ext uri="{FF2B5EF4-FFF2-40B4-BE49-F238E27FC236}">
                <a16:creationId xmlns:a16="http://schemas.microsoft.com/office/drawing/2014/main" id="{09E6FF84-CD82-44BA-8AC1-A5848C5A2709}"/>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97" name="35-image-2"/>
          <p:cNvPicPr>
            <a:picLocks xmlns:a="http://schemas.openxmlformats.org/drawingml/2006/main" noChangeAspect="1"/>
          </p:cNvPicPr>
          <p:nvPr/>
        </p:nvPicPr>
        <p:blipFill>
          <a:blip xmlns:r="http://schemas.openxmlformats.org/officeDocument/2006/relationships" xmlns:a="http://schemas.openxmlformats.org/drawingml/2006/main" r:embed="R4e0b1a2112f447b0"/>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90" name="35-text-3">
            <a:extLst xmlns:a="http://schemas.openxmlformats.org/drawingml/2006/main">
              <a:ext uri="{FF2B5EF4-FFF2-40B4-BE49-F238E27FC236}">
                <a16:creationId xmlns:a16="http://schemas.microsoft.com/office/drawing/2014/main" id="{96D4CB95-F1F5-4A73-B7A2-2BE64C3ABAF2}"/>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91" name="35-text-4">
            <a:extLst xmlns:a="http://schemas.openxmlformats.org/drawingml/2006/main">
              <a:ext uri="{FF2B5EF4-FFF2-40B4-BE49-F238E27FC236}">
                <a16:creationId xmlns:a16="http://schemas.microsoft.com/office/drawing/2014/main" id="{D101C0D6-BD42-4A2C-916C-4BB9D2B609B3}"/>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92" name="narrative-number">
            <a:extLst xmlns:a="http://schemas.openxmlformats.org/drawingml/2006/main">
              <a:ext uri="{FF2B5EF4-FFF2-40B4-BE49-F238E27FC236}">
                <a16:creationId xmlns:a16="http://schemas.microsoft.com/office/drawing/2014/main" id="{1F7A6C4B-D6CB-4034-8BE8-06F0E32BCF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263838086"/>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3" name="!!area-name">
            <a:extLst xmlns:a="http://schemas.openxmlformats.org/drawingml/2006/main">
              <a:ext uri="{FF2B5EF4-FFF2-40B4-BE49-F238E27FC236}">
                <a16:creationId xmlns:a16="http://schemas.microsoft.com/office/drawing/2014/main" id="{0B32C230-0614-478A-8F51-FDB76D1608E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cff459c2302e433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5" name="slide-title">
            <a:extLst xmlns:a="http://schemas.openxmlformats.org/drawingml/2006/main">
              <a:ext uri="{FF2B5EF4-FFF2-40B4-BE49-F238E27FC236}">
                <a16:creationId xmlns:a16="http://schemas.microsoft.com/office/drawing/2014/main" id="{00B502F4-055C-4A38-8A41-A690F296C6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396" name="header-divider">
            <a:extLst xmlns:a="http://schemas.openxmlformats.org/drawingml/2006/main">
              <a:ext uri="{FF2B5EF4-FFF2-40B4-BE49-F238E27FC236}">
                <a16:creationId xmlns:a16="http://schemas.microsoft.com/office/drawing/2014/main" id="{9E61100A-D519-4815-A04F-CFEA197FABE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6-text-1">
            <a:extLst xmlns:a="http://schemas.openxmlformats.org/drawingml/2006/main">
              <a:ext uri="{FF2B5EF4-FFF2-40B4-BE49-F238E27FC236}">
                <a16:creationId xmlns:a16="http://schemas.microsoft.com/office/drawing/2014/main" id="{FB3263FD-F165-489A-BED9-12C8A4FC639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98" name="36-text-2">
            <a:extLst xmlns:a="http://schemas.openxmlformats.org/drawingml/2006/main">
              <a:ext uri="{FF2B5EF4-FFF2-40B4-BE49-F238E27FC236}">
                <a16:creationId xmlns:a16="http://schemas.microsoft.com/office/drawing/2014/main" id="{D4F02066-716E-4333-94B4-47035C20B908}"/>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399" name="36-text-3">
            <a:extLst xmlns:a="http://schemas.openxmlformats.org/drawingml/2006/main">
              <a:ext uri="{FF2B5EF4-FFF2-40B4-BE49-F238E27FC236}">
                <a16:creationId xmlns:a16="http://schemas.microsoft.com/office/drawing/2014/main" id="{14F0BFC7-A3F2-4A8F-8E9E-2505B53B580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400" name="36-text-4">
            <a:extLst xmlns:a="http://schemas.openxmlformats.org/drawingml/2006/main">
              <a:ext uri="{FF2B5EF4-FFF2-40B4-BE49-F238E27FC236}">
                <a16:creationId xmlns:a16="http://schemas.microsoft.com/office/drawing/2014/main" id="{6439E4D3-F9FB-4F89-98C5-E7A8CF89C0EC}"/>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401" name="narrative-number">
            <a:extLst xmlns:a="http://schemas.openxmlformats.org/drawingml/2006/main">
              <a:ext uri="{FF2B5EF4-FFF2-40B4-BE49-F238E27FC236}">
                <a16:creationId xmlns:a16="http://schemas.microsoft.com/office/drawing/2014/main" id="{69509C56-0740-447A-9F1E-0776C3B8D0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376504129"/>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C9404E0C-3731-4978-AC9E-1D8AD7FE2D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16" name="mini-map"/>
          <p:cNvPicPr>
            <a:picLocks xmlns:a="http://schemas.openxmlformats.org/drawingml/2006/main" noChangeAspect="1"/>
          </p:cNvPicPr>
          <p:nvPr/>
        </p:nvPicPr>
        <p:blipFill>
          <a:blip xmlns:r="http://schemas.openxmlformats.org/officeDocument/2006/relationships" xmlns:a="http://schemas.openxmlformats.org/drawingml/2006/main" r:embed="R03d46694ce8f479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slide-title">
            <a:extLst xmlns:a="http://schemas.openxmlformats.org/drawingml/2006/main">
              <a:ext uri="{FF2B5EF4-FFF2-40B4-BE49-F238E27FC236}">
                <a16:creationId xmlns:a16="http://schemas.microsoft.com/office/drawing/2014/main" id="{14999207-34EE-415D-A8FA-1674E04C64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405" name="header-divider">
            <a:extLst xmlns:a="http://schemas.openxmlformats.org/drawingml/2006/main">
              <a:ext uri="{FF2B5EF4-FFF2-40B4-BE49-F238E27FC236}">
                <a16:creationId xmlns:a16="http://schemas.microsoft.com/office/drawing/2014/main" id="{4388BCED-DAEF-40CD-AA78-04B97D34A2A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37-text-1">
            <a:extLst xmlns:a="http://schemas.openxmlformats.org/drawingml/2006/main">
              <a:ext uri="{FF2B5EF4-FFF2-40B4-BE49-F238E27FC236}">
                <a16:creationId xmlns:a16="http://schemas.microsoft.com/office/drawing/2014/main" id="{D3C4BF4A-6F0C-4632-8A1A-E43B9E359C03}"/>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407" name="37-text-2">
            <a:extLst xmlns:a="http://schemas.openxmlformats.org/drawingml/2006/main">
              <a:ext uri="{FF2B5EF4-FFF2-40B4-BE49-F238E27FC236}">
                <a16:creationId xmlns:a16="http://schemas.microsoft.com/office/drawing/2014/main" id="{909831AC-EB17-454B-8877-B001C8A2BFAA}"/>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408" name="37-text-3">
            <a:extLst xmlns:a="http://schemas.openxmlformats.org/drawingml/2006/main">
              <a:ext uri="{FF2B5EF4-FFF2-40B4-BE49-F238E27FC236}">
                <a16:creationId xmlns:a16="http://schemas.microsoft.com/office/drawing/2014/main" id="{DED3181F-02F5-4AB1-9A6C-5349027F2319}"/>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409" name="37-text-4">
            <a:extLst xmlns:a="http://schemas.openxmlformats.org/drawingml/2006/main">
              <a:ext uri="{FF2B5EF4-FFF2-40B4-BE49-F238E27FC236}">
                <a16:creationId xmlns:a16="http://schemas.microsoft.com/office/drawing/2014/main" id="{33366E67-A9B5-46A3-B3DF-F37525B678AE}"/>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410" name="37-text-5">
            <a:extLst xmlns:a="http://schemas.openxmlformats.org/drawingml/2006/main">
              <a:ext uri="{FF2B5EF4-FFF2-40B4-BE49-F238E27FC236}">
                <a16:creationId xmlns:a16="http://schemas.microsoft.com/office/drawing/2014/main" id="{B0A9ADB8-53EF-4B00-B72A-ED8ADF401CC2}"/>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411" name="37-text-6">
            <a:extLst xmlns:a="http://schemas.openxmlformats.org/drawingml/2006/main">
              <a:ext uri="{FF2B5EF4-FFF2-40B4-BE49-F238E27FC236}">
                <a16:creationId xmlns:a16="http://schemas.microsoft.com/office/drawing/2014/main" id="{1FD4467E-27D6-465E-951E-2236060AF1D6}"/>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412" name="37-text-7">
            <a:extLst xmlns:a="http://schemas.openxmlformats.org/drawingml/2006/main">
              <a:ext uri="{FF2B5EF4-FFF2-40B4-BE49-F238E27FC236}">
                <a16:creationId xmlns:a16="http://schemas.microsoft.com/office/drawing/2014/main" id="{865B9EE0-21E8-4713-8CED-156B01ED3775}"/>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413" name="37-text-8">
            <a:extLst xmlns:a="http://schemas.openxmlformats.org/drawingml/2006/main">
              <a:ext uri="{FF2B5EF4-FFF2-40B4-BE49-F238E27FC236}">
                <a16:creationId xmlns:a16="http://schemas.microsoft.com/office/drawing/2014/main" id="{CBA072CE-ED5F-44DF-8D71-CCCF86253417}"/>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414" name="narrative-number">
            <a:extLst xmlns:a="http://schemas.openxmlformats.org/drawingml/2006/main">
              <a:ext uri="{FF2B5EF4-FFF2-40B4-BE49-F238E27FC236}">
                <a16:creationId xmlns:a16="http://schemas.microsoft.com/office/drawing/2014/main" id="{08F5727A-C993-42DC-9029-C251DE93B9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905760558"/>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5" name="!!area-name">
            <a:extLst xmlns:a="http://schemas.openxmlformats.org/drawingml/2006/main">
              <a:ext uri="{FF2B5EF4-FFF2-40B4-BE49-F238E27FC236}">
                <a16:creationId xmlns:a16="http://schemas.microsoft.com/office/drawing/2014/main" id="{255C0B1C-CA14-4066-9117-6AA9B2AA473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30" name="mini-map"/>
          <p:cNvPicPr>
            <a:picLocks xmlns:a="http://schemas.openxmlformats.org/drawingml/2006/main" noChangeAspect="1"/>
          </p:cNvPicPr>
          <p:nvPr/>
        </p:nvPicPr>
        <p:blipFill>
          <a:blip xmlns:r="http://schemas.openxmlformats.org/officeDocument/2006/relationships" xmlns:a="http://schemas.openxmlformats.org/drawingml/2006/main" r:embed="Re661efe4fa2b412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7" name="slide-title">
            <a:extLst xmlns:a="http://schemas.openxmlformats.org/drawingml/2006/main">
              <a:ext uri="{FF2B5EF4-FFF2-40B4-BE49-F238E27FC236}">
                <a16:creationId xmlns:a16="http://schemas.microsoft.com/office/drawing/2014/main" id="{2DDA29A9-4183-4141-AE8F-94F899C9AE5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18" name="header-divider">
            <a:extLst xmlns:a="http://schemas.openxmlformats.org/drawingml/2006/main">
              <a:ext uri="{FF2B5EF4-FFF2-40B4-BE49-F238E27FC236}">
                <a16:creationId xmlns:a16="http://schemas.microsoft.com/office/drawing/2014/main" id="{C7B1DF80-F7C8-44EC-82DD-7CB87735F51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9" name="38-text-1">
            <a:extLst xmlns:a="http://schemas.openxmlformats.org/drawingml/2006/main">
              <a:ext uri="{FF2B5EF4-FFF2-40B4-BE49-F238E27FC236}">
                <a16:creationId xmlns:a16="http://schemas.microsoft.com/office/drawing/2014/main" id="{09DED8F7-9229-4119-9A30-9A5693E7BC9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20" name="38-text-2">
            <a:extLst xmlns:a="http://schemas.openxmlformats.org/drawingml/2006/main">
              <a:ext uri="{FF2B5EF4-FFF2-40B4-BE49-F238E27FC236}">
                <a16:creationId xmlns:a16="http://schemas.microsoft.com/office/drawing/2014/main" id="{C7757D6F-89DC-4915-B977-67EE8F1B883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21" name="38-text-3">
            <a:extLst xmlns:a="http://schemas.openxmlformats.org/drawingml/2006/main">
              <a:ext uri="{FF2B5EF4-FFF2-40B4-BE49-F238E27FC236}">
                <a16:creationId xmlns:a16="http://schemas.microsoft.com/office/drawing/2014/main" id="{0920ACB8-306B-4786-847E-CF0A93C5F58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22" name="38-text-4">
            <a:extLst xmlns:a="http://schemas.openxmlformats.org/drawingml/2006/main">
              <a:ext uri="{FF2B5EF4-FFF2-40B4-BE49-F238E27FC236}">
                <a16:creationId xmlns:a16="http://schemas.microsoft.com/office/drawing/2014/main" id="{7D931A3D-51CF-466E-89AC-2F5FA262B6F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23" name="38-text-5">
            <a:extLst xmlns:a="http://schemas.openxmlformats.org/drawingml/2006/main">
              <a:ext uri="{FF2B5EF4-FFF2-40B4-BE49-F238E27FC236}">
                <a16:creationId xmlns:a16="http://schemas.microsoft.com/office/drawing/2014/main" id="{19C9FE23-2E92-421B-940B-CD22A4E853E0}"/>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24" name="38-text-6">
            <a:extLst xmlns:a="http://schemas.openxmlformats.org/drawingml/2006/main">
              <a:ext uri="{FF2B5EF4-FFF2-40B4-BE49-F238E27FC236}">
                <a16:creationId xmlns:a16="http://schemas.microsoft.com/office/drawing/2014/main" id="{469C6F90-0243-42F7-8637-964274A06D8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25" name="38-text-7">
            <a:extLst xmlns:a="http://schemas.openxmlformats.org/drawingml/2006/main">
              <a:ext uri="{FF2B5EF4-FFF2-40B4-BE49-F238E27FC236}">
                <a16:creationId xmlns:a16="http://schemas.microsoft.com/office/drawing/2014/main" id="{403D8FE7-10FB-4359-A359-D28B9C4E0236}"/>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26" name="38-text-8">
            <a:extLst xmlns:a="http://schemas.openxmlformats.org/drawingml/2006/main">
              <a:ext uri="{FF2B5EF4-FFF2-40B4-BE49-F238E27FC236}">
                <a16:creationId xmlns:a16="http://schemas.microsoft.com/office/drawing/2014/main" id="{1DB07273-9AB2-4DDA-9858-3FF29539A75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27" name="38-text-9">
            <a:extLst xmlns:a="http://schemas.openxmlformats.org/drawingml/2006/main">
              <a:ext uri="{FF2B5EF4-FFF2-40B4-BE49-F238E27FC236}">
                <a16:creationId xmlns:a16="http://schemas.microsoft.com/office/drawing/2014/main" id="{205261E1-8BCC-4431-9ED8-2D483D1D725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28" name="narrative-number">
            <a:extLst xmlns:a="http://schemas.openxmlformats.org/drawingml/2006/main">
              <a:ext uri="{FF2B5EF4-FFF2-40B4-BE49-F238E27FC236}">
                <a16:creationId xmlns:a16="http://schemas.microsoft.com/office/drawing/2014/main" id="{67AA5CD0-1FFC-404F-AD8B-DAFE15D4CF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683729484"/>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9" name="!!area-name">
            <a:extLst xmlns:a="http://schemas.openxmlformats.org/drawingml/2006/main">
              <a:ext uri="{FF2B5EF4-FFF2-40B4-BE49-F238E27FC236}">
                <a16:creationId xmlns:a16="http://schemas.microsoft.com/office/drawing/2014/main" id="{1500CE41-13F6-4A99-8ED8-B218BE6A60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37" name="mini-map"/>
          <p:cNvPicPr>
            <a:picLocks xmlns:a="http://schemas.openxmlformats.org/drawingml/2006/main" noChangeAspect="1"/>
          </p:cNvPicPr>
          <p:nvPr/>
        </p:nvPicPr>
        <p:blipFill>
          <a:blip xmlns:r="http://schemas.openxmlformats.org/officeDocument/2006/relationships" xmlns:a="http://schemas.openxmlformats.org/drawingml/2006/main" r:embed="Rd2434744df93464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1" name="slide-title">
            <a:extLst xmlns:a="http://schemas.openxmlformats.org/drawingml/2006/main">
              <a:ext uri="{FF2B5EF4-FFF2-40B4-BE49-F238E27FC236}">
                <a16:creationId xmlns:a16="http://schemas.microsoft.com/office/drawing/2014/main" id="{9D2B82A1-14B4-410A-ADEC-AA5782394F7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432" name="header-divider">
            <a:extLst xmlns:a="http://schemas.openxmlformats.org/drawingml/2006/main">
              <a:ext uri="{FF2B5EF4-FFF2-40B4-BE49-F238E27FC236}">
                <a16:creationId xmlns:a16="http://schemas.microsoft.com/office/drawing/2014/main" id="{27D4F32F-F5E7-4641-BEF0-C21D3CBC144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3" name="39-text-1">
            <a:extLst xmlns:a="http://schemas.openxmlformats.org/drawingml/2006/main">
              <a:ext uri="{FF2B5EF4-FFF2-40B4-BE49-F238E27FC236}">
                <a16:creationId xmlns:a16="http://schemas.microsoft.com/office/drawing/2014/main" id="{6374A7BC-3E28-4094-80FA-A703554019E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41"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35" name="narrative-number">
            <a:extLst xmlns:a="http://schemas.openxmlformats.org/drawingml/2006/main">
              <a:ext uri="{FF2B5EF4-FFF2-40B4-BE49-F238E27FC236}">
                <a16:creationId xmlns:a16="http://schemas.microsoft.com/office/drawing/2014/main" id="{464FAF41-7574-43BE-A2C6-1562AD7348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668153972"/>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38" name="40-image-1"/>
          <p:cNvPicPr>
            <a:picLocks xmlns:a="http://schemas.openxmlformats.org/drawingml/2006/main" noChangeAspect="1"/>
          </p:cNvPicPr>
          <p:nvPr/>
        </p:nvPicPr>
        <p:blipFill>
          <a:blip xmlns:r="http://schemas.openxmlformats.org/officeDocument/2006/relationships" xmlns:a="http://schemas.openxmlformats.org/drawingml/2006/main" r:embed="R1303f45ce93d483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37" name="narrative-number">
            <a:extLst xmlns:a="http://schemas.openxmlformats.org/drawingml/2006/main">
              <a:ext uri="{FF2B5EF4-FFF2-40B4-BE49-F238E27FC236}">
                <a16:creationId xmlns:a16="http://schemas.microsoft.com/office/drawing/2014/main" id="{2B9067CE-ECC5-4307-AE3D-48EEBBB8F2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724029298"/>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8" name="section-label">
            <a:extLst xmlns:a="http://schemas.openxmlformats.org/drawingml/2006/main">
              <a:ext uri="{FF2B5EF4-FFF2-40B4-BE49-F238E27FC236}">
                <a16:creationId xmlns:a16="http://schemas.microsoft.com/office/drawing/2014/main" id="{FACD861E-585F-4975-87BB-2AB461EA30D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39" name="section-rule">
            <a:extLst xmlns:a="http://schemas.openxmlformats.org/drawingml/2006/main">
              <a:ext uri="{FF2B5EF4-FFF2-40B4-BE49-F238E27FC236}">
                <a16:creationId xmlns:a16="http://schemas.microsoft.com/office/drawing/2014/main" id="{003986EC-3DD0-422D-8829-B8FAA3D64D1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0" name="section-title">
            <a:extLst xmlns:a="http://schemas.openxmlformats.org/drawingml/2006/main">
              <a:ext uri="{FF2B5EF4-FFF2-40B4-BE49-F238E27FC236}">
                <a16:creationId xmlns:a16="http://schemas.microsoft.com/office/drawing/2014/main" id="{227F03D1-8B54-498C-BA9B-CB6B7788BB7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41" name="narrative-number">
            <a:extLst xmlns:a="http://schemas.openxmlformats.org/drawingml/2006/main">
              <a:ext uri="{FF2B5EF4-FFF2-40B4-BE49-F238E27FC236}">
                <a16:creationId xmlns:a16="http://schemas.microsoft.com/office/drawing/2014/main" id="{25E0A7CD-2AB4-4F3E-B2E5-425EFD662DF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4153608532"/>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75EDE582-32A1-49EF-BC80-4A5A6EB38D9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49" name="mini-map"/>
          <p:cNvPicPr>
            <a:picLocks xmlns:a="http://schemas.openxmlformats.org/drawingml/2006/main" noChangeAspect="1"/>
          </p:cNvPicPr>
          <p:nvPr/>
        </p:nvPicPr>
        <p:blipFill>
          <a:blip xmlns:r="http://schemas.openxmlformats.org/officeDocument/2006/relationships" xmlns:a="http://schemas.openxmlformats.org/drawingml/2006/main" r:embed="Rd10424f540a2439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slide-title">
            <a:extLst xmlns:a="http://schemas.openxmlformats.org/drawingml/2006/main">
              <a:ext uri="{FF2B5EF4-FFF2-40B4-BE49-F238E27FC236}">
                <a16:creationId xmlns:a16="http://schemas.microsoft.com/office/drawing/2014/main" id="{CAF65AEB-01D3-4322-B4F2-E20D1B688D7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45" name="header-divider">
            <a:extLst xmlns:a="http://schemas.openxmlformats.org/drawingml/2006/main">
              <a:ext uri="{FF2B5EF4-FFF2-40B4-BE49-F238E27FC236}">
                <a16:creationId xmlns:a16="http://schemas.microsoft.com/office/drawing/2014/main" id="{5D457FA7-8066-4890-9B6A-9AA18B2EE6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52"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47" name="narrative-number">
            <a:extLst xmlns:a="http://schemas.openxmlformats.org/drawingml/2006/main">
              <a:ext uri="{FF2B5EF4-FFF2-40B4-BE49-F238E27FC236}">
                <a16:creationId xmlns:a16="http://schemas.microsoft.com/office/drawing/2014/main" id="{C95A0CCC-514A-4245-B15F-AC8CE7AA0D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602149727"/>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8" name="!!area-name">
            <a:extLst xmlns:a="http://schemas.openxmlformats.org/drawingml/2006/main">
              <a:ext uri="{FF2B5EF4-FFF2-40B4-BE49-F238E27FC236}">
                <a16:creationId xmlns:a16="http://schemas.microsoft.com/office/drawing/2014/main" id="{508FCCE6-A4D4-49C0-9128-73AC2DEDC1F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55" name="mini-map"/>
          <p:cNvPicPr>
            <a:picLocks xmlns:a="http://schemas.openxmlformats.org/drawingml/2006/main" noChangeAspect="1"/>
          </p:cNvPicPr>
          <p:nvPr/>
        </p:nvPicPr>
        <p:blipFill>
          <a:blip xmlns:r="http://schemas.openxmlformats.org/officeDocument/2006/relationships" xmlns:a="http://schemas.openxmlformats.org/drawingml/2006/main" r:embed="R4c3b3024004440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0" name="slide-title">
            <a:extLst xmlns:a="http://schemas.openxmlformats.org/drawingml/2006/main">
              <a:ext uri="{FF2B5EF4-FFF2-40B4-BE49-F238E27FC236}">
                <a16:creationId xmlns:a16="http://schemas.microsoft.com/office/drawing/2014/main" id="{06E969D1-1702-4EE6-9203-24B4FF611A9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51" name="header-divider">
            <a:extLst xmlns:a="http://schemas.openxmlformats.org/drawingml/2006/main">
              <a:ext uri="{FF2B5EF4-FFF2-40B4-BE49-F238E27FC236}">
                <a16:creationId xmlns:a16="http://schemas.microsoft.com/office/drawing/2014/main" id="{E9067BB2-B6AE-4EFD-AD05-269140C320B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58"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3" name="narrative-number">
            <a:extLst xmlns:a="http://schemas.openxmlformats.org/drawingml/2006/main">
              <a:ext uri="{FF2B5EF4-FFF2-40B4-BE49-F238E27FC236}">
                <a16:creationId xmlns:a16="http://schemas.microsoft.com/office/drawing/2014/main" id="{93BEBD78-0959-4DAA-A95D-9BB28B8DEB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679803299"/>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4" name="!!area-name">
            <a:extLst xmlns:a="http://schemas.openxmlformats.org/drawingml/2006/main">
              <a:ext uri="{FF2B5EF4-FFF2-40B4-BE49-F238E27FC236}">
                <a16:creationId xmlns:a16="http://schemas.microsoft.com/office/drawing/2014/main" id="{2752FA5A-EEB5-4B3D-84FB-39612E6DBF8A}"/>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55" name="header-divider">
            <a:extLst xmlns:a="http://schemas.openxmlformats.org/drawingml/2006/main">
              <a:ext uri="{FF2B5EF4-FFF2-40B4-BE49-F238E27FC236}">
                <a16:creationId xmlns:a16="http://schemas.microsoft.com/office/drawing/2014/main" id="{1F891FE7-93D5-4B7F-9F17-6A03F13E445E}"/>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6" name="44-shape-1">
            <a:extLst xmlns:a="http://schemas.openxmlformats.org/drawingml/2006/main">
              <a:ext uri="{FF2B5EF4-FFF2-40B4-BE49-F238E27FC236}">
                <a16:creationId xmlns:a16="http://schemas.microsoft.com/office/drawing/2014/main" id="{9BBDA1EF-7099-478C-AE23-099D47168871}"/>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7" name="44-shape-2">
            <a:extLst xmlns:a="http://schemas.openxmlformats.org/drawingml/2006/main">
              <a:ext uri="{FF2B5EF4-FFF2-40B4-BE49-F238E27FC236}">
                <a16:creationId xmlns:a16="http://schemas.microsoft.com/office/drawing/2014/main" id="{DC77DEAD-A7DB-4DA4-97D9-DCF2360E4935}"/>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58" name="44-text-3">
            <a:extLst xmlns:a="http://schemas.openxmlformats.org/drawingml/2006/main">
              <a:ext uri="{FF2B5EF4-FFF2-40B4-BE49-F238E27FC236}">
                <a16:creationId xmlns:a16="http://schemas.microsoft.com/office/drawing/2014/main" id="{393DA7CF-C1C1-4614-951F-EC67D6906120}"/>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59" name="44-text-4">
            <a:extLst xmlns:a="http://schemas.openxmlformats.org/drawingml/2006/main">
              <a:ext uri="{FF2B5EF4-FFF2-40B4-BE49-F238E27FC236}">
                <a16:creationId xmlns:a16="http://schemas.microsoft.com/office/drawing/2014/main" id="{76F38360-5682-45A2-B31E-E61F9416A106}"/>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60" name="44-shape-5">
            <a:extLst xmlns:a="http://schemas.openxmlformats.org/drawingml/2006/main">
              <a:ext uri="{FF2B5EF4-FFF2-40B4-BE49-F238E27FC236}">
                <a16:creationId xmlns:a16="http://schemas.microsoft.com/office/drawing/2014/main" id="{8050C6D1-E8E6-4D47-BDB4-482BF3FE374D}"/>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1" name="44-shape-6">
            <a:extLst xmlns:a="http://schemas.openxmlformats.org/drawingml/2006/main">
              <a:ext uri="{FF2B5EF4-FFF2-40B4-BE49-F238E27FC236}">
                <a16:creationId xmlns:a16="http://schemas.microsoft.com/office/drawing/2014/main" id="{5D9E8C5F-637B-4510-AA31-530E6376D7BB}"/>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62" name="44-text-7">
            <a:extLst xmlns:a="http://schemas.openxmlformats.org/drawingml/2006/main">
              <a:ext uri="{FF2B5EF4-FFF2-40B4-BE49-F238E27FC236}">
                <a16:creationId xmlns:a16="http://schemas.microsoft.com/office/drawing/2014/main" id="{FA8030AC-02A8-475E-A4F5-2BFA9BCE41A0}"/>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63" name="44-text-8">
            <a:extLst xmlns:a="http://schemas.openxmlformats.org/drawingml/2006/main">
              <a:ext uri="{FF2B5EF4-FFF2-40B4-BE49-F238E27FC236}">
                <a16:creationId xmlns:a16="http://schemas.microsoft.com/office/drawing/2014/main" id="{6F3D0319-FA71-4701-BEE1-91F278D2D6BB}"/>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64" name="44-shape-9">
            <a:extLst xmlns:a="http://schemas.openxmlformats.org/drawingml/2006/main">
              <a:ext uri="{FF2B5EF4-FFF2-40B4-BE49-F238E27FC236}">
                <a16:creationId xmlns:a16="http://schemas.microsoft.com/office/drawing/2014/main" id="{F2508D66-6236-4AC1-8C59-DFEBF3CC8A1C}"/>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5" name="44-shape-10">
            <a:extLst xmlns:a="http://schemas.openxmlformats.org/drawingml/2006/main">
              <a:ext uri="{FF2B5EF4-FFF2-40B4-BE49-F238E27FC236}">
                <a16:creationId xmlns:a16="http://schemas.microsoft.com/office/drawing/2014/main" id="{703089F7-7052-4C7C-A281-FC82C796ED68}"/>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66" name="44-text-11">
            <a:extLst xmlns:a="http://schemas.openxmlformats.org/drawingml/2006/main">
              <a:ext uri="{FF2B5EF4-FFF2-40B4-BE49-F238E27FC236}">
                <a16:creationId xmlns:a16="http://schemas.microsoft.com/office/drawing/2014/main" id="{E1853F70-D83D-4027-9B57-D66573FC4933}"/>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67" name="44-text-12">
            <a:extLst xmlns:a="http://schemas.openxmlformats.org/drawingml/2006/main">
              <a:ext uri="{FF2B5EF4-FFF2-40B4-BE49-F238E27FC236}">
                <a16:creationId xmlns:a16="http://schemas.microsoft.com/office/drawing/2014/main" id="{C5EA3A64-BA78-4E06-A679-73ABF0D8C620}"/>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68" name="44-shape-13">
            <a:extLst xmlns:a="http://schemas.openxmlformats.org/drawingml/2006/main">
              <a:ext uri="{FF2B5EF4-FFF2-40B4-BE49-F238E27FC236}">
                <a16:creationId xmlns:a16="http://schemas.microsoft.com/office/drawing/2014/main" id="{64A091EC-AD81-4396-962B-D1258F90E3A9}"/>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9" name="44-shape-14">
            <a:extLst xmlns:a="http://schemas.openxmlformats.org/drawingml/2006/main">
              <a:ext uri="{FF2B5EF4-FFF2-40B4-BE49-F238E27FC236}">
                <a16:creationId xmlns:a16="http://schemas.microsoft.com/office/drawing/2014/main" id="{BB96D23C-AB82-49B0-9FB5-F96951B48B81}"/>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0" name="44-text-15">
            <a:extLst xmlns:a="http://schemas.openxmlformats.org/drawingml/2006/main">
              <a:ext uri="{FF2B5EF4-FFF2-40B4-BE49-F238E27FC236}">
                <a16:creationId xmlns:a16="http://schemas.microsoft.com/office/drawing/2014/main" id="{70E2D0EA-828F-4EA1-AD7C-A02388C1541E}"/>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71" name="44-text-16">
            <a:extLst xmlns:a="http://schemas.openxmlformats.org/drawingml/2006/main">
              <a:ext uri="{FF2B5EF4-FFF2-40B4-BE49-F238E27FC236}">
                <a16:creationId xmlns:a16="http://schemas.microsoft.com/office/drawing/2014/main" id="{19586419-CD0E-4518-BEAB-9C7BD56CF7B7}"/>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72" name="44-shape-17">
            <a:extLst xmlns:a="http://schemas.openxmlformats.org/drawingml/2006/main">
              <a:ext uri="{FF2B5EF4-FFF2-40B4-BE49-F238E27FC236}">
                <a16:creationId xmlns:a16="http://schemas.microsoft.com/office/drawing/2014/main" id="{EA3CBA4B-E444-4E77-9A61-2343FB8D1A4B}"/>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3" name="44-shape-18">
            <a:extLst xmlns:a="http://schemas.openxmlformats.org/drawingml/2006/main">
              <a:ext uri="{FF2B5EF4-FFF2-40B4-BE49-F238E27FC236}">
                <a16:creationId xmlns:a16="http://schemas.microsoft.com/office/drawing/2014/main" id="{C6FC3DE9-828B-4FB7-8EAE-E8BE3C6E658D}"/>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74" name="44-text-19">
            <a:extLst xmlns:a="http://schemas.openxmlformats.org/drawingml/2006/main">
              <a:ext uri="{FF2B5EF4-FFF2-40B4-BE49-F238E27FC236}">
                <a16:creationId xmlns:a16="http://schemas.microsoft.com/office/drawing/2014/main" id="{2EC5B841-09A1-47B3-8F97-3820B893821B}"/>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75" name="44-text-20">
            <a:extLst xmlns:a="http://schemas.openxmlformats.org/drawingml/2006/main">
              <a:ext uri="{FF2B5EF4-FFF2-40B4-BE49-F238E27FC236}">
                <a16:creationId xmlns:a16="http://schemas.microsoft.com/office/drawing/2014/main" id="{6DA424DB-9751-42B3-8BEF-CAAC65C81B1D}"/>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76" name="44-shape-21">
            <a:extLst xmlns:a="http://schemas.openxmlformats.org/drawingml/2006/main">
              <a:ext uri="{FF2B5EF4-FFF2-40B4-BE49-F238E27FC236}">
                <a16:creationId xmlns:a16="http://schemas.microsoft.com/office/drawing/2014/main" id="{09B4B9BE-A0BA-4B38-900A-B0B69926551F}"/>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7" name="44-shape-22">
            <a:extLst xmlns:a="http://schemas.openxmlformats.org/drawingml/2006/main">
              <a:ext uri="{FF2B5EF4-FFF2-40B4-BE49-F238E27FC236}">
                <a16:creationId xmlns:a16="http://schemas.microsoft.com/office/drawing/2014/main" id="{49AE5659-4134-4905-814B-4C1EDCBE71CF}"/>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78" name="44-text-23">
            <a:extLst xmlns:a="http://schemas.openxmlformats.org/drawingml/2006/main">
              <a:ext uri="{FF2B5EF4-FFF2-40B4-BE49-F238E27FC236}">
                <a16:creationId xmlns:a16="http://schemas.microsoft.com/office/drawing/2014/main" id="{8F6CFBE4-9C63-4B26-9500-9BCB5FC76103}"/>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79" name="44-text-24">
            <a:extLst xmlns:a="http://schemas.openxmlformats.org/drawingml/2006/main">
              <a:ext uri="{FF2B5EF4-FFF2-40B4-BE49-F238E27FC236}">
                <a16:creationId xmlns:a16="http://schemas.microsoft.com/office/drawing/2014/main" id="{3EC1C478-BB58-4904-AD37-E03240F122CB}"/>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80" name="narrative-number">
            <a:extLst xmlns:a="http://schemas.openxmlformats.org/drawingml/2006/main">
              <a:ext uri="{FF2B5EF4-FFF2-40B4-BE49-F238E27FC236}">
                <a16:creationId xmlns:a16="http://schemas.microsoft.com/office/drawing/2014/main" id="{D9658986-CAE5-4AF7-A435-FEFFC7CAB5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053434860"/>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1" name="!!area-name">
            <a:extLst xmlns:a="http://schemas.openxmlformats.org/drawingml/2006/main">
              <a:ext uri="{FF2B5EF4-FFF2-40B4-BE49-F238E27FC236}">
                <a16:creationId xmlns:a16="http://schemas.microsoft.com/office/drawing/2014/main" id="{4A957DBF-FD85-495A-ACDE-7464413FF3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99" name="mini-map"/>
          <p:cNvPicPr>
            <a:picLocks xmlns:a="http://schemas.openxmlformats.org/drawingml/2006/main" noChangeAspect="1"/>
          </p:cNvPicPr>
          <p:nvPr/>
        </p:nvPicPr>
        <p:blipFill>
          <a:blip xmlns:r="http://schemas.openxmlformats.org/officeDocument/2006/relationships" xmlns:a="http://schemas.openxmlformats.org/drawingml/2006/main" r:embed="R4ca2d12b90194c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3" name="slide-title">
            <a:extLst xmlns:a="http://schemas.openxmlformats.org/drawingml/2006/main">
              <a:ext uri="{FF2B5EF4-FFF2-40B4-BE49-F238E27FC236}">
                <a16:creationId xmlns:a16="http://schemas.microsoft.com/office/drawing/2014/main" id="{6F021436-B689-411E-A95C-5FE0B213FC8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84" name="header-divider">
            <a:extLst xmlns:a="http://schemas.openxmlformats.org/drawingml/2006/main">
              <a:ext uri="{FF2B5EF4-FFF2-40B4-BE49-F238E27FC236}">
                <a16:creationId xmlns:a16="http://schemas.microsoft.com/office/drawing/2014/main" id="{0A7560F4-68FC-4950-B0FE-A22173B7F09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5" name="45-shape-1">
            <a:extLst xmlns:a="http://schemas.openxmlformats.org/drawingml/2006/main">
              <a:ext uri="{FF2B5EF4-FFF2-40B4-BE49-F238E27FC236}">
                <a16:creationId xmlns:a16="http://schemas.microsoft.com/office/drawing/2014/main" id="{66B43B3D-C3DC-42AC-B063-E3E4692AE6A6}"/>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6" name="45-text-2">
            <a:extLst xmlns:a="http://schemas.openxmlformats.org/drawingml/2006/main">
              <a:ext uri="{FF2B5EF4-FFF2-40B4-BE49-F238E27FC236}">
                <a16:creationId xmlns:a16="http://schemas.microsoft.com/office/drawing/2014/main" id="{1F5F5FE8-CA42-4008-A271-A96AD8AD6178}"/>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7" name="45-text-3">
            <a:extLst xmlns:a="http://schemas.openxmlformats.org/drawingml/2006/main">
              <a:ext uri="{FF2B5EF4-FFF2-40B4-BE49-F238E27FC236}">
                <a16:creationId xmlns:a16="http://schemas.microsoft.com/office/drawing/2014/main" id="{691AC11D-D3EB-4B06-B3ED-0C44B83CDBD4}"/>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88" name="45-shape-4">
            <a:extLst xmlns:a="http://schemas.openxmlformats.org/drawingml/2006/main">
              <a:ext uri="{FF2B5EF4-FFF2-40B4-BE49-F238E27FC236}">
                <a16:creationId xmlns:a16="http://schemas.microsoft.com/office/drawing/2014/main" id="{B559A903-125B-410B-810B-83E79E582906}"/>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9" name="45-text-5">
            <a:extLst xmlns:a="http://schemas.openxmlformats.org/drawingml/2006/main">
              <a:ext uri="{FF2B5EF4-FFF2-40B4-BE49-F238E27FC236}">
                <a16:creationId xmlns:a16="http://schemas.microsoft.com/office/drawing/2014/main" id="{F7005F25-D1F8-47DB-BDED-DB5228F91A4F}"/>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90" name="45-text-6">
            <a:extLst xmlns:a="http://schemas.openxmlformats.org/drawingml/2006/main">
              <a:ext uri="{FF2B5EF4-FFF2-40B4-BE49-F238E27FC236}">
                <a16:creationId xmlns:a16="http://schemas.microsoft.com/office/drawing/2014/main" id="{338B103A-3C08-4AA2-B75E-085A1482AEE0}"/>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491" name="45-shape-7">
            <a:extLst xmlns:a="http://schemas.openxmlformats.org/drawingml/2006/main">
              <a:ext uri="{FF2B5EF4-FFF2-40B4-BE49-F238E27FC236}">
                <a16:creationId xmlns:a16="http://schemas.microsoft.com/office/drawing/2014/main" id="{59958B95-52F1-4569-A958-24F8083583E2}"/>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2" name="45-text-8">
            <a:extLst xmlns:a="http://schemas.openxmlformats.org/drawingml/2006/main">
              <a:ext uri="{FF2B5EF4-FFF2-40B4-BE49-F238E27FC236}">
                <a16:creationId xmlns:a16="http://schemas.microsoft.com/office/drawing/2014/main" id="{CA97C07B-A87B-4C88-AF54-F5DF5C911E47}"/>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93" name="45-text-9">
            <a:extLst xmlns:a="http://schemas.openxmlformats.org/drawingml/2006/main">
              <a:ext uri="{FF2B5EF4-FFF2-40B4-BE49-F238E27FC236}">
                <a16:creationId xmlns:a16="http://schemas.microsoft.com/office/drawing/2014/main" id="{4F5C1827-5947-4B2F-AE51-F2B634AE93CB}"/>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494" name="45-shape-10">
            <a:extLst xmlns:a="http://schemas.openxmlformats.org/drawingml/2006/main">
              <a:ext uri="{FF2B5EF4-FFF2-40B4-BE49-F238E27FC236}">
                <a16:creationId xmlns:a16="http://schemas.microsoft.com/office/drawing/2014/main" id="{41B8EECA-A819-46A7-8527-FC4EBA41ED36}"/>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5" name="45-text-11">
            <a:extLst xmlns:a="http://schemas.openxmlformats.org/drawingml/2006/main">
              <a:ext uri="{FF2B5EF4-FFF2-40B4-BE49-F238E27FC236}">
                <a16:creationId xmlns:a16="http://schemas.microsoft.com/office/drawing/2014/main" id="{DEEA7E50-2AF4-4253-8A69-C48FDB81AAC5}"/>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96" name="45-text-12">
            <a:extLst xmlns:a="http://schemas.openxmlformats.org/drawingml/2006/main">
              <a:ext uri="{FF2B5EF4-FFF2-40B4-BE49-F238E27FC236}">
                <a16:creationId xmlns:a16="http://schemas.microsoft.com/office/drawing/2014/main" id="{E48390CB-5F52-4073-AC83-92F2F1DE5B3E}"/>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497" name="narrative-number">
            <a:extLst xmlns:a="http://schemas.openxmlformats.org/drawingml/2006/main">
              <a:ext uri="{FF2B5EF4-FFF2-40B4-BE49-F238E27FC236}">
                <a16:creationId xmlns:a16="http://schemas.microsoft.com/office/drawing/2014/main" id="{91C50780-6C6C-451B-8A8D-91B59810C0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892324510"/>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8" name="!!area-name">
            <a:extLst xmlns:a="http://schemas.openxmlformats.org/drawingml/2006/main">
              <a:ext uri="{FF2B5EF4-FFF2-40B4-BE49-F238E27FC236}">
                <a16:creationId xmlns:a16="http://schemas.microsoft.com/office/drawing/2014/main" id="{6C41323B-4F6B-4115-9705-C628DA2B47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08" name="mini-map"/>
          <p:cNvPicPr>
            <a:picLocks xmlns:a="http://schemas.openxmlformats.org/drawingml/2006/main" noChangeAspect="1"/>
          </p:cNvPicPr>
          <p:nvPr/>
        </p:nvPicPr>
        <p:blipFill>
          <a:blip xmlns:r="http://schemas.openxmlformats.org/officeDocument/2006/relationships" xmlns:a="http://schemas.openxmlformats.org/drawingml/2006/main" r:embed="R061e49dc4f5648d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0" name="slide-title">
            <a:extLst xmlns:a="http://schemas.openxmlformats.org/drawingml/2006/main">
              <a:ext uri="{FF2B5EF4-FFF2-40B4-BE49-F238E27FC236}">
                <a16:creationId xmlns:a16="http://schemas.microsoft.com/office/drawing/2014/main" id="{74E28E49-93A3-4454-B779-7A09A4A696D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01" name="header-divider">
            <a:extLst xmlns:a="http://schemas.openxmlformats.org/drawingml/2006/main">
              <a:ext uri="{FF2B5EF4-FFF2-40B4-BE49-F238E27FC236}">
                <a16:creationId xmlns:a16="http://schemas.microsoft.com/office/drawing/2014/main" id="{A9F944B1-6A47-484C-9D39-1E1588490AF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2" name="45-text-13">
            <a:extLst xmlns:a="http://schemas.openxmlformats.org/drawingml/2006/main">
              <a:ext uri="{FF2B5EF4-FFF2-40B4-BE49-F238E27FC236}">
                <a16:creationId xmlns:a16="http://schemas.microsoft.com/office/drawing/2014/main" id="{35F1547A-8922-4E10-B3CF-832F0CC24332}"/>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503" name="45-text-14">
            <a:extLst xmlns:a="http://schemas.openxmlformats.org/drawingml/2006/main">
              <a:ext uri="{FF2B5EF4-FFF2-40B4-BE49-F238E27FC236}">
                <a16:creationId xmlns:a16="http://schemas.microsoft.com/office/drawing/2014/main" id="{B9F0BD0C-2CA7-4FCB-8222-A0D8D16112B4}"/>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04" name="45-text-15">
            <a:extLst xmlns:a="http://schemas.openxmlformats.org/drawingml/2006/main">
              <a:ext uri="{FF2B5EF4-FFF2-40B4-BE49-F238E27FC236}">
                <a16:creationId xmlns:a16="http://schemas.microsoft.com/office/drawing/2014/main" id="{E55A3E92-7595-4A60-98DC-B4ECD9C5ECBA}"/>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14"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6" name="narrative-number">
            <a:extLst xmlns:a="http://schemas.openxmlformats.org/drawingml/2006/main">
              <a:ext uri="{FF2B5EF4-FFF2-40B4-BE49-F238E27FC236}">
                <a16:creationId xmlns:a16="http://schemas.microsoft.com/office/drawing/2014/main" id="{79FFD9CF-AC76-4544-A88F-E9C0B733CC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702172473"/>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7" name="slide-title">
            <a:extLst xmlns:a="http://schemas.openxmlformats.org/drawingml/2006/main">
              <a:ext uri="{FF2B5EF4-FFF2-40B4-BE49-F238E27FC236}">
                <a16:creationId xmlns:a16="http://schemas.microsoft.com/office/drawing/2014/main" id="{934C1754-976D-497D-8340-51BBADD21C0E}"/>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08" name="header-divider">
            <a:extLst xmlns:a="http://schemas.openxmlformats.org/drawingml/2006/main">
              <a:ext uri="{FF2B5EF4-FFF2-40B4-BE49-F238E27FC236}">
                <a16:creationId xmlns:a16="http://schemas.microsoft.com/office/drawing/2014/main" id="{30D5D78E-EFD9-476B-AD9C-1CFA5851ECF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9" name="46-text-1">
            <a:extLst xmlns:a="http://schemas.openxmlformats.org/drawingml/2006/main">
              <a:ext uri="{FF2B5EF4-FFF2-40B4-BE49-F238E27FC236}">
                <a16:creationId xmlns:a16="http://schemas.microsoft.com/office/drawing/2014/main" id="{80532204-4DF5-4FBE-8DD1-F5D1B0FD5810}"/>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10" name="46-text-2">
            <a:extLst xmlns:a="http://schemas.openxmlformats.org/drawingml/2006/main">
              <a:ext uri="{FF2B5EF4-FFF2-40B4-BE49-F238E27FC236}">
                <a16:creationId xmlns:a16="http://schemas.microsoft.com/office/drawing/2014/main" id="{8260E574-7DB8-47F0-B0DC-E90D919EEECE}"/>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11" name="46-text-3">
            <a:extLst xmlns:a="http://schemas.openxmlformats.org/drawingml/2006/main">
              <a:ext uri="{FF2B5EF4-FFF2-40B4-BE49-F238E27FC236}">
                <a16:creationId xmlns:a16="http://schemas.microsoft.com/office/drawing/2014/main" id="{6F86DD5E-449A-4A52-A03B-844AE85F95B0}"/>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12" name="46-text-4">
            <a:extLst xmlns:a="http://schemas.openxmlformats.org/drawingml/2006/main">
              <a:ext uri="{FF2B5EF4-FFF2-40B4-BE49-F238E27FC236}">
                <a16:creationId xmlns:a16="http://schemas.microsoft.com/office/drawing/2014/main" id="{A9862466-1214-409E-82FB-06EF12C6517E}"/>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13" name="46-text-5">
            <a:extLst xmlns:a="http://schemas.openxmlformats.org/drawingml/2006/main">
              <a:ext uri="{FF2B5EF4-FFF2-40B4-BE49-F238E27FC236}">
                <a16:creationId xmlns:a16="http://schemas.microsoft.com/office/drawing/2014/main" id="{2037AE50-7BDA-428A-A42A-9E715B45D0D1}"/>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14" name="46-text-6">
            <a:extLst xmlns:a="http://schemas.openxmlformats.org/drawingml/2006/main">
              <a:ext uri="{FF2B5EF4-FFF2-40B4-BE49-F238E27FC236}">
                <a16:creationId xmlns:a16="http://schemas.microsoft.com/office/drawing/2014/main" id="{CB88D9A6-8AA6-466D-BC3E-5557F8387754}"/>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15" name="46-text-7">
            <a:extLst xmlns:a="http://schemas.openxmlformats.org/drawingml/2006/main">
              <a:ext uri="{FF2B5EF4-FFF2-40B4-BE49-F238E27FC236}">
                <a16:creationId xmlns:a16="http://schemas.microsoft.com/office/drawing/2014/main" id="{0B759B78-0038-4E80-B491-05B4435A15AA}"/>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16" name="46-text-8">
            <a:extLst xmlns:a="http://schemas.openxmlformats.org/drawingml/2006/main">
              <a:ext uri="{FF2B5EF4-FFF2-40B4-BE49-F238E27FC236}">
                <a16:creationId xmlns:a16="http://schemas.microsoft.com/office/drawing/2014/main" id="{5C33B40B-E4C9-43F5-A537-2341705A7708}"/>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17" name="46-text-9">
            <a:extLst xmlns:a="http://schemas.openxmlformats.org/drawingml/2006/main">
              <a:ext uri="{FF2B5EF4-FFF2-40B4-BE49-F238E27FC236}">
                <a16:creationId xmlns:a16="http://schemas.microsoft.com/office/drawing/2014/main" id="{43F48F1A-E0D1-4590-9D47-4C368741F2CF}"/>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18" name="46-text-10">
            <a:extLst xmlns:a="http://schemas.openxmlformats.org/drawingml/2006/main">
              <a:ext uri="{FF2B5EF4-FFF2-40B4-BE49-F238E27FC236}">
                <a16:creationId xmlns:a16="http://schemas.microsoft.com/office/drawing/2014/main" id="{497D72F5-5D74-46A6-8288-761C7D8BF614}"/>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19" name="46-text-11">
            <a:extLst xmlns:a="http://schemas.openxmlformats.org/drawingml/2006/main">
              <a:ext uri="{FF2B5EF4-FFF2-40B4-BE49-F238E27FC236}">
                <a16:creationId xmlns:a16="http://schemas.microsoft.com/office/drawing/2014/main" id="{3EF97566-0953-4671-9C3D-061A1D6765BB}"/>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20" name="46-text-12">
            <a:extLst xmlns:a="http://schemas.openxmlformats.org/drawingml/2006/main">
              <a:ext uri="{FF2B5EF4-FFF2-40B4-BE49-F238E27FC236}">
                <a16:creationId xmlns:a16="http://schemas.microsoft.com/office/drawing/2014/main" id="{06181E0A-FB99-43F3-A97F-6F172B780AB9}"/>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21" name="narrative-number">
            <a:extLst xmlns:a="http://schemas.openxmlformats.org/drawingml/2006/main">
              <a:ext uri="{FF2B5EF4-FFF2-40B4-BE49-F238E27FC236}">
                <a16:creationId xmlns:a16="http://schemas.microsoft.com/office/drawing/2014/main" id="{D78382EE-9A32-4172-9BDD-D04DE33CE1E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197827544"/>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47-text-1">
            <a:extLst xmlns:a="http://schemas.openxmlformats.org/drawingml/2006/main">
              <a:ext uri="{FF2B5EF4-FFF2-40B4-BE49-F238E27FC236}">
                <a16:creationId xmlns:a16="http://schemas.microsoft.com/office/drawing/2014/main" id="{44F6C566-A768-44D4-BF82-14C06E3A0184}"/>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23" name="47-text-2">
            <a:extLst xmlns:a="http://schemas.openxmlformats.org/drawingml/2006/main">
              <a:ext uri="{FF2B5EF4-FFF2-40B4-BE49-F238E27FC236}">
                <a16:creationId xmlns:a16="http://schemas.microsoft.com/office/drawing/2014/main" id="{D2102FB0-2701-415F-A828-937FAE6AF0FE}"/>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24" name="47-text-3">
            <a:extLst xmlns:a="http://schemas.openxmlformats.org/drawingml/2006/main">
              <a:ext uri="{FF2B5EF4-FFF2-40B4-BE49-F238E27FC236}">
                <a16:creationId xmlns:a16="http://schemas.microsoft.com/office/drawing/2014/main" id="{E65EE63D-C805-43FD-9AD9-FF9C2402B9DD}"/>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25" name="narrative-number">
            <a:extLst xmlns:a="http://schemas.openxmlformats.org/drawingml/2006/main">
              <a:ext uri="{FF2B5EF4-FFF2-40B4-BE49-F238E27FC236}">
                <a16:creationId xmlns:a16="http://schemas.microsoft.com/office/drawing/2014/main" id="{1BA94569-89DB-4F6C-BC1E-799EB82162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168530682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2026-09-16T16:27:57.2500000Z</dcterms:created>
  <dcterms:modified xsi:type="dcterms:W3CDTF">2026-09-16T16:27:57.2500000Z</dcterms:modified>
</coreProperties>
</file>