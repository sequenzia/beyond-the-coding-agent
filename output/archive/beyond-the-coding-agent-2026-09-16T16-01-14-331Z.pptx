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3ee4e6b6094cf4" /><Relationship Type="http://schemas.openxmlformats.org/officeDocument/2006/relationships/extended-properties" Target="/docProps/app.xml" Id="Rc23fd35f4db84b8e" /><Relationship Type="http://schemas.openxmlformats.org/officeDocument/2006/relationships/officeDocument" Target="/ppt/presentation.xml" Id="R49eb6327068e4adf"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7413d76494af4544"/>
    <p:sldMasterId xmlns:r="http://schemas.openxmlformats.org/officeDocument/2006/relationships" id="2147483650" r:id="R9c2ca5aa2ad74a4a"/>
  </p:sldMasterIdLst>
  <p:notesMasterIdLst>
    <p:notesMasterId xmlns:r="http://schemas.openxmlformats.org/officeDocument/2006/relationships" r:id="Rae983159e5624c03"/>
  </p:notesMasterIdLst>
  <p:sldIdLst>
    <p:sldId xmlns:r="http://schemas.openxmlformats.org/officeDocument/2006/relationships" id="256" r:id="R1c71aa52b5d54c33"/>
    <p:sldId xmlns:r="http://schemas.openxmlformats.org/officeDocument/2006/relationships" id="257" r:id="R5a78fdc752c44149"/>
    <p:sldId xmlns:r="http://schemas.openxmlformats.org/officeDocument/2006/relationships" id="258" r:id="R63bc0eed394e4a0b"/>
    <p:sldId xmlns:r="http://schemas.openxmlformats.org/officeDocument/2006/relationships" id="259" r:id="R13671f1a06fe4f75"/>
    <p:sldId xmlns:r="http://schemas.openxmlformats.org/officeDocument/2006/relationships" id="260" r:id="R7182aff8f3ec4c7d"/>
    <p:sldId xmlns:r="http://schemas.openxmlformats.org/officeDocument/2006/relationships" id="261" r:id="Re5eaa343272f41e2"/>
    <p:sldId xmlns:r="http://schemas.openxmlformats.org/officeDocument/2006/relationships" id="262" r:id="R05749e6f2488414f"/>
    <p:sldId xmlns:r="http://schemas.openxmlformats.org/officeDocument/2006/relationships" id="263" r:id="Red7d9c1de67748da"/>
    <p:sldId xmlns:r="http://schemas.openxmlformats.org/officeDocument/2006/relationships" id="264" r:id="R79cedd83288e4d74"/>
    <p:sldId xmlns:r="http://schemas.openxmlformats.org/officeDocument/2006/relationships" id="265" r:id="Rcdbdb2c3a6f44817"/>
    <p:sldId xmlns:r="http://schemas.openxmlformats.org/officeDocument/2006/relationships" id="266" r:id="Rf933b18aae4446e0"/>
    <p:sldId xmlns:r="http://schemas.openxmlformats.org/officeDocument/2006/relationships" id="267" r:id="Rd58cf98a493043ee"/>
    <p:sldId xmlns:r="http://schemas.openxmlformats.org/officeDocument/2006/relationships" id="268" r:id="R209d90878f9c4091"/>
    <p:sldId xmlns:r="http://schemas.openxmlformats.org/officeDocument/2006/relationships" id="269" r:id="Rf6617f21e9cb462a"/>
    <p:sldId xmlns:r="http://schemas.openxmlformats.org/officeDocument/2006/relationships" id="270" r:id="R825bffb729794b0d"/>
    <p:sldId xmlns:r="http://schemas.openxmlformats.org/officeDocument/2006/relationships" id="271" r:id="Re3b198ad50fb418b"/>
    <p:sldId xmlns:r="http://schemas.openxmlformats.org/officeDocument/2006/relationships" id="272" r:id="Rd4ec82aa086f4115"/>
    <p:sldId xmlns:r="http://schemas.openxmlformats.org/officeDocument/2006/relationships" id="273" r:id="Rba503dc50458474c"/>
    <p:sldId xmlns:r="http://schemas.openxmlformats.org/officeDocument/2006/relationships" id="274" r:id="R7dc6e079153c400c"/>
    <p:sldId xmlns:r="http://schemas.openxmlformats.org/officeDocument/2006/relationships" id="275" r:id="R361dd0a842af4905"/>
    <p:sldId xmlns:r="http://schemas.openxmlformats.org/officeDocument/2006/relationships" id="276" r:id="R0ab3382d751244b6"/>
    <p:sldId xmlns:r="http://schemas.openxmlformats.org/officeDocument/2006/relationships" id="277" r:id="R7a061e75295e47f1"/>
    <p:sldId xmlns:r="http://schemas.openxmlformats.org/officeDocument/2006/relationships" id="278" r:id="R8fe9f5cbd2d94f31"/>
    <p:sldId xmlns:r="http://schemas.openxmlformats.org/officeDocument/2006/relationships" id="279" r:id="Rccbd933c43334e4f"/>
    <p:sldId xmlns:r="http://schemas.openxmlformats.org/officeDocument/2006/relationships" id="280" r:id="Rb55ac322f7d14aa3"/>
    <p:sldId xmlns:r="http://schemas.openxmlformats.org/officeDocument/2006/relationships" id="281" r:id="R39cbdae408534670"/>
    <p:sldId xmlns:r="http://schemas.openxmlformats.org/officeDocument/2006/relationships" id="282" r:id="R2545ff6dd025471b"/>
    <p:sldId xmlns:r="http://schemas.openxmlformats.org/officeDocument/2006/relationships" id="283" r:id="Rf61962d375944bfb"/>
    <p:sldId xmlns:r="http://schemas.openxmlformats.org/officeDocument/2006/relationships" id="284" r:id="R7f1d9a166b104ea6"/>
    <p:sldId xmlns:r="http://schemas.openxmlformats.org/officeDocument/2006/relationships" id="285" r:id="R8af53ff19f42486d"/>
    <p:sldId xmlns:r="http://schemas.openxmlformats.org/officeDocument/2006/relationships" id="286" r:id="Racfccc3e1daa4094"/>
    <p:sldId xmlns:r="http://schemas.openxmlformats.org/officeDocument/2006/relationships" id="287" r:id="R4d0532e9dc254498"/>
    <p:sldId xmlns:r="http://schemas.openxmlformats.org/officeDocument/2006/relationships" id="288" r:id="R8dff3c97b09840aa"/>
    <p:sldId xmlns:r="http://schemas.openxmlformats.org/officeDocument/2006/relationships" id="289" r:id="R26bd00ea9ce74c9e"/>
    <p:sldId xmlns:r="http://schemas.openxmlformats.org/officeDocument/2006/relationships" id="290" r:id="R4ae6089e57d546ea"/>
    <p:sldId xmlns:r="http://schemas.openxmlformats.org/officeDocument/2006/relationships" id="291" r:id="Ree47982811874dab"/>
    <p:sldId xmlns:r="http://schemas.openxmlformats.org/officeDocument/2006/relationships" id="292" r:id="R150bc6bfbe114d4f"/>
    <p:sldId xmlns:r="http://schemas.openxmlformats.org/officeDocument/2006/relationships" id="293" r:id="R2dd7194eae6b402b"/>
    <p:sldId xmlns:r="http://schemas.openxmlformats.org/officeDocument/2006/relationships" id="294" r:id="R6e185494f40e4096"/>
    <p:sldId xmlns:r="http://schemas.openxmlformats.org/officeDocument/2006/relationships" id="295" r:id="Ra50089cb81f14eed"/>
    <p:sldId xmlns:r="http://schemas.openxmlformats.org/officeDocument/2006/relationships" id="296" r:id="R33eb44b87cf14cba"/>
    <p:sldId xmlns:r="http://schemas.openxmlformats.org/officeDocument/2006/relationships" id="297" r:id="R6d8aab47bca54adb"/>
    <p:sldId xmlns:r="http://schemas.openxmlformats.org/officeDocument/2006/relationships" id="298" r:id="Raff38634b1624f88"/>
    <p:sldId xmlns:r="http://schemas.openxmlformats.org/officeDocument/2006/relationships" id="299" r:id="R711b71fe73a04727"/>
    <p:sldId xmlns:r="http://schemas.openxmlformats.org/officeDocument/2006/relationships" id="300" r:id="Rbc163e85c52e4d4a"/>
    <p:sldId xmlns:r="http://schemas.openxmlformats.org/officeDocument/2006/relationships" id="301" r:id="R30ea30cd30934f46"/>
    <p:sldId xmlns:r="http://schemas.openxmlformats.org/officeDocument/2006/relationships" id="302" r:id="Re82e4cc7bd3e41fc"/>
    <p:sldId xmlns:r="http://schemas.openxmlformats.org/officeDocument/2006/relationships" id="303" r:id="R08678b819593461e"/>
    <p:sldId xmlns:r="http://schemas.openxmlformats.org/officeDocument/2006/relationships" id="304" r:id="R0a2e43592c90408c"/>
    <p:sldId xmlns:r="http://schemas.openxmlformats.org/officeDocument/2006/relationships" id="305" r:id="Rbe09fa6e66ef4365"/>
    <p:sldId xmlns:r="http://schemas.openxmlformats.org/officeDocument/2006/relationships" id="306" r:id="R5f7da38437634e69"/>
    <p:sldId xmlns:r="http://schemas.openxmlformats.org/officeDocument/2006/relationships" id="307" r:id="Rc5195f9af2734ba4"/>
    <p:sldId xmlns:r="http://schemas.openxmlformats.org/officeDocument/2006/relationships" id="308" r:id="Ra7bb813319304863"/>
    <p:sldId xmlns:r="http://schemas.openxmlformats.org/officeDocument/2006/relationships" id="309" r:id="R208377c2ef17436b"/>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c730f7594a493a" /><Relationship Type="http://schemas.openxmlformats.org/officeDocument/2006/relationships/slideMaster" Target="/ppt/slideMasters/slideMaster1.xml" Id="R7413d76494af4544" /><Relationship Type="http://schemas.openxmlformats.org/officeDocument/2006/relationships/slideMaster" Target="/ppt/slideMasters/slideMaster2.xml" Id="R9c2ca5aa2ad74a4a" /><Relationship Type="http://schemas.openxmlformats.org/officeDocument/2006/relationships/notesMaster" Target="/ppt/notesMasters/notesMaster1.xml" Id="Rae983159e5624c03" /><Relationship Type="http://schemas.openxmlformats.org/officeDocument/2006/relationships/presProps" Target="/ppt/presProps.xml" Id="R9bfe7ee946c54655" /><Relationship Type="http://schemas.openxmlformats.org/officeDocument/2006/relationships/tableStyles" Target="/ppt/tableStyles.xml" Id="Rc4308a26389645d4" /><Relationship Type="http://schemas.openxmlformats.org/officeDocument/2006/relationships/slide" Target="/ppt/slides/slide1.xml" Id="R1c71aa52b5d54c33" /><Relationship Type="http://schemas.openxmlformats.org/officeDocument/2006/relationships/slide" Target="/ppt/slides/slide2.xml" Id="R5a78fdc752c44149" /><Relationship Type="http://schemas.openxmlformats.org/officeDocument/2006/relationships/slide" Target="/ppt/slides/slide3.xml" Id="R63bc0eed394e4a0b" /><Relationship Type="http://schemas.openxmlformats.org/officeDocument/2006/relationships/slide" Target="/ppt/slides/slide4.xml" Id="R13671f1a06fe4f75" /><Relationship Type="http://schemas.openxmlformats.org/officeDocument/2006/relationships/slide" Target="/ppt/slides/slide5.xml" Id="R7182aff8f3ec4c7d" /><Relationship Type="http://schemas.openxmlformats.org/officeDocument/2006/relationships/slide" Target="/ppt/slides/slide6.xml" Id="Re5eaa343272f41e2" /><Relationship Type="http://schemas.openxmlformats.org/officeDocument/2006/relationships/slide" Target="/ppt/slides/slide7.xml" Id="R05749e6f2488414f" /><Relationship Type="http://schemas.openxmlformats.org/officeDocument/2006/relationships/slide" Target="/ppt/slides/slide8.xml" Id="Red7d9c1de67748da" /><Relationship Type="http://schemas.openxmlformats.org/officeDocument/2006/relationships/slide" Target="/ppt/slides/slide9.xml" Id="R79cedd83288e4d74" /><Relationship Type="http://schemas.openxmlformats.org/officeDocument/2006/relationships/slide" Target="/ppt/slides/slide10.xml" Id="Rcdbdb2c3a6f44817" /><Relationship Type="http://schemas.openxmlformats.org/officeDocument/2006/relationships/slide" Target="/ppt/slides/slide11.xml" Id="Rf933b18aae4446e0" /><Relationship Type="http://schemas.openxmlformats.org/officeDocument/2006/relationships/slide" Target="/ppt/slides/slide12.xml" Id="Rd58cf98a493043ee" /><Relationship Type="http://schemas.openxmlformats.org/officeDocument/2006/relationships/slide" Target="/ppt/slides/slide13.xml" Id="R209d90878f9c4091" /><Relationship Type="http://schemas.openxmlformats.org/officeDocument/2006/relationships/slide" Target="/ppt/slides/slide14.xml" Id="Rf6617f21e9cb462a" /><Relationship Type="http://schemas.openxmlformats.org/officeDocument/2006/relationships/slide" Target="/ppt/slides/slide15.xml" Id="R825bffb729794b0d" /><Relationship Type="http://schemas.openxmlformats.org/officeDocument/2006/relationships/slide" Target="/ppt/slides/slide16.xml" Id="Re3b198ad50fb418b" /><Relationship Type="http://schemas.openxmlformats.org/officeDocument/2006/relationships/slide" Target="/ppt/slides/slide17.xml" Id="Rd4ec82aa086f4115" /><Relationship Type="http://schemas.openxmlformats.org/officeDocument/2006/relationships/slide" Target="/ppt/slides/slide18.xml" Id="Rba503dc50458474c" /><Relationship Type="http://schemas.openxmlformats.org/officeDocument/2006/relationships/slide" Target="/ppt/slides/slide19.xml" Id="R7dc6e079153c400c" /><Relationship Type="http://schemas.openxmlformats.org/officeDocument/2006/relationships/slide" Target="/ppt/slides/slide20.xml" Id="R361dd0a842af4905" /><Relationship Type="http://schemas.openxmlformats.org/officeDocument/2006/relationships/slide" Target="/ppt/slides/slide21.xml" Id="R0ab3382d751244b6" /><Relationship Type="http://schemas.openxmlformats.org/officeDocument/2006/relationships/slide" Target="/ppt/slides/slide22.xml" Id="R7a061e75295e47f1" /><Relationship Type="http://schemas.openxmlformats.org/officeDocument/2006/relationships/slide" Target="/ppt/slides/slide23.xml" Id="R8fe9f5cbd2d94f31" /><Relationship Type="http://schemas.openxmlformats.org/officeDocument/2006/relationships/slide" Target="/ppt/slides/slide24.xml" Id="Rccbd933c43334e4f" /><Relationship Type="http://schemas.openxmlformats.org/officeDocument/2006/relationships/slide" Target="/ppt/slides/slide25.xml" Id="Rb55ac322f7d14aa3" /><Relationship Type="http://schemas.openxmlformats.org/officeDocument/2006/relationships/slide" Target="/ppt/slides/slide26.xml" Id="R39cbdae408534670" /><Relationship Type="http://schemas.openxmlformats.org/officeDocument/2006/relationships/slide" Target="/ppt/slides/slide27.xml" Id="R2545ff6dd025471b" /><Relationship Type="http://schemas.openxmlformats.org/officeDocument/2006/relationships/slide" Target="/ppt/slides/slide28.xml" Id="Rf61962d375944bfb" /><Relationship Type="http://schemas.openxmlformats.org/officeDocument/2006/relationships/slide" Target="/ppt/slides/slide29.xml" Id="R7f1d9a166b104ea6" /><Relationship Type="http://schemas.openxmlformats.org/officeDocument/2006/relationships/slide" Target="/ppt/slides/slide30.xml" Id="R8af53ff19f42486d" /><Relationship Type="http://schemas.openxmlformats.org/officeDocument/2006/relationships/slide" Target="/ppt/slides/slide31.xml" Id="Racfccc3e1daa4094" /><Relationship Type="http://schemas.openxmlformats.org/officeDocument/2006/relationships/slide" Target="/ppt/slides/slide32.xml" Id="R4d0532e9dc254498" /><Relationship Type="http://schemas.openxmlformats.org/officeDocument/2006/relationships/slide" Target="/ppt/slides/slide33.xml" Id="R8dff3c97b09840aa" /><Relationship Type="http://schemas.openxmlformats.org/officeDocument/2006/relationships/slide" Target="/ppt/slides/slide34.xml" Id="R26bd00ea9ce74c9e" /><Relationship Type="http://schemas.openxmlformats.org/officeDocument/2006/relationships/slide" Target="/ppt/slides/slide35.xml" Id="R4ae6089e57d546ea" /><Relationship Type="http://schemas.openxmlformats.org/officeDocument/2006/relationships/slide" Target="/ppt/slides/slide36.xml" Id="Ree47982811874dab" /><Relationship Type="http://schemas.openxmlformats.org/officeDocument/2006/relationships/slide" Target="/ppt/slides/slide37.xml" Id="R150bc6bfbe114d4f" /><Relationship Type="http://schemas.openxmlformats.org/officeDocument/2006/relationships/slide" Target="/ppt/slides/slide38.xml" Id="R2dd7194eae6b402b" /><Relationship Type="http://schemas.openxmlformats.org/officeDocument/2006/relationships/slide" Target="/ppt/slides/slide39.xml" Id="R6e185494f40e4096" /><Relationship Type="http://schemas.openxmlformats.org/officeDocument/2006/relationships/slide" Target="/ppt/slides/slide40.xml" Id="Ra50089cb81f14eed" /><Relationship Type="http://schemas.openxmlformats.org/officeDocument/2006/relationships/slide" Target="/ppt/slides/slide41.xml" Id="R33eb44b87cf14cba" /><Relationship Type="http://schemas.openxmlformats.org/officeDocument/2006/relationships/slide" Target="/ppt/slides/slide42.xml" Id="R6d8aab47bca54adb" /><Relationship Type="http://schemas.openxmlformats.org/officeDocument/2006/relationships/slide" Target="/ppt/slides/slide43.xml" Id="Raff38634b1624f88" /><Relationship Type="http://schemas.openxmlformats.org/officeDocument/2006/relationships/slide" Target="/ppt/slides/slide44.xml" Id="R711b71fe73a04727" /><Relationship Type="http://schemas.openxmlformats.org/officeDocument/2006/relationships/slide" Target="/ppt/slides/slide45.xml" Id="Rbc163e85c52e4d4a" /><Relationship Type="http://schemas.openxmlformats.org/officeDocument/2006/relationships/slide" Target="/ppt/slides/slide46.xml" Id="R30ea30cd30934f46" /><Relationship Type="http://schemas.openxmlformats.org/officeDocument/2006/relationships/slide" Target="/ppt/slides/slide47.xml" Id="Re82e4cc7bd3e41fc" /><Relationship Type="http://schemas.openxmlformats.org/officeDocument/2006/relationships/slide" Target="/ppt/slides/slide48.xml" Id="R08678b819593461e" /><Relationship Type="http://schemas.openxmlformats.org/officeDocument/2006/relationships/slide" Target="/ppt/slides/slide49.xml" Id="R0a2e43592c90408c" /><Relationship Type="http://schemas.openxmlformats.org/officeDocument/2006/relationships/slide" Target="/ppt/slides/slide50.xml" Id="Rbe09fa6e66ef4365" /><Relationship Type="http://schemas.openxmlformats.org/officeDocument/2006/relationships/slide" Target="/ppt/slides/slide51.xml" Id="R5f7da38437634e69" /><Relationship Type="http://schemas.openxmlformats.org/officeDocument/2006/relationships/slide" Target="/ppt/slides/slide52.xml" Id="Rc5195f9af2734ba4" /><Relationship Type="http://schemas.openxmlformats.org/officeDocument/2006/relationships/slide" Target="/ppt/slides/slide53.xml" Id="Ra7bb813319304863" /><Relationship Type="http://schemas.openxmlformats.org/officeDocument/2006/relationships/slide" Target="/ppt/slides/slide54.xml" Id="R208377c2ef1743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0bca03619a94f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6bd1f36e9a4562" /><Relationship Type="http://schemas.openxmlformats.org/officeDocument/2006/relationships/notesMaster" Target="/ppt/notesMasters/notesMaster1.xml" Id="R17fa5ece574540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5b927af9e14604" /><Relationship Type="http://schemas.openxmlformats.org/officeDocument/2006/relationships/notesMaster" Target="/ppt/notesMasters/notesMaster1.xml" Id="R483ef4b0f32c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5a1b07d1874e8a" /><Relationship Type="http://schemas.openxmlformats.org/officeDocument/2006/relationships/notesMaster" Target="/ppt/notesMasters/notesMaster1.xml" Id="Ra450c9c62d9b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890239ba7c4209" /><Relationship Type="http://schemas.openxmlformats.org/officeDocument/2006/relationships/notesMaster" Target="/ppt/notesMasters/notesMaster1.xml" Id="R598a2e6e612d42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b7546b87274b84" /><Relationship Type="http://schemas.openxmlformats.org/officeDocument/2006/relationships/notesMaster" Target="/ppt/notesMasters/notesMaster1.xml" Id="R1586556f4e7941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74e908af514d6f" /><Relationship Type="http://schemas.openxmlformats.org/officeDocument/2006/relationships/notesMaster" Target="/ppt/notesMasters/notesMaster1.xml" Id="Ra6897197ef6044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7282cb21274b06" /><Relationship Type="http://schemas.openxmlformats.org/officeDocument/2006/relationships/notesMaster" Target="/ppt/notesMasters/notesMaster1.xml" Id="R94b13c017c4540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28e208508b493b" /><Relationship Type="http://schemas.openxmlformats.org/officeDocument/2006/relationships/notesMaster" Target="/ppt/notesMasters/notesMaster1.xml" Id="R7aa4a518c3fb4b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b5727f08414d0d" /><Relationship Type="http://schemas.openxmlformats.org/officeDocument/2006/relationships/notesMaster" Target="/ppt/notesMasters/notesMaster1.xml" Id="R668a50b1d52b42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47c7d5107b49dc" /><Relationship Type="http://schemas.openxmlformats.org/officeDocument/2006/relationships/notesMaster" Target="/ppt/notesMasters/notesMaster1.xml" Id="R7b5a56382ea542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d67669df104875" /><Relationship Type="http://schemas.openxmlformats.org/officeDocument/2006/relationships/notesMaster" Target="/ppt/notesMasters/notesMaster1.xml" Id="Ra5aa9784779e47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a123da74cc4cca" /><Relationship Type="http://schemas.openxmlformats.org/officeDocument/2006/relationships/notesMaster" Target="/ppt/notesMasters/notesMaster1.xml" Id="R9a90d4e67a424c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0dfa0524564ccf" /><Relationship Type="http://schemas.openxmlformats.org/officeDocument/2006/relationships/notesMaster" Target="/ppt/notesMasters/notesMaster1.xml" Id="Rd2a53be19d5a4f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48a5fa71c054b33" /><Relationship Type="http://schemas.openxmlformats.org/officeDocument/2006/relationships/notesMaster" Target="/ppt/notesMasters/notesMaster1.xml" Id="R18ac0fe781e14d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773bf601244d2c" /><Relationship Type="http://schemas.openxmlformats.org/officeDocument/2006/relationships/notesMaster" Target="/ppt/notesMasters/notesMaster1.xml" Id="Rb37180153cfe4b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fe1dd94bf24735" /><Relationship Type="http://schemas.openxmlformats.org/officeDocument/2006/relationships/notesMaster" Target="/ppt/notesMasters/notesMaster1.xml" Id="R2590ab22fe034b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54a09ec34645aa" /><Relationship Type="http://schemas.openxmlformats.org/officeDocument/2006/relationships/notesMaster" Target="/ppt/notesMasters/notesMaster1.xml" Id="Rfd33123796a542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28ea5b49dd497b" /><Relationship Type="http://schemas.openxmlformats.org/officeDocument/2006/relationships/notesMaster" Target="/ppt/notesMasters/notesMaster1.xml" Id="Rbc2a36a936b845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1a31c2b1904232" /><Relationship Type="http://schemas.openxmlformats.org/officeDocument/2006/relationships/notesMaster" Target="/ppt/notesMasters/notesMaster1.xml" Id="R524247a672de41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e895d08db44826" /><Relationship Type="http://schemas.openxmlformats.org/officeDocument/2006/relationships/notesMaster" Target="/ppt/notesMasters/notesMaster1.xml" Id="R346d028b0d6c4c2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b23abc5b984bb2" /><Relationship Type="http://schemas.openxmlformats.org/officeDocument/2006/relationships/notesMaster" Target="/ppt/notesMasters/notesMaster1.xml" Id="R870db7f84bb845c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b861ffaa9a41fb" /><Relationship Type="http://schemas.openxmlformats.org/officeDocument/2006/relationships/notesMaster" Target="/ppt/notesMasters/notesMaster1.xml" Id="R95c269ceb3774b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e5ad1136f534833" /><Relationship Type="http://schemas.openxmlformats.org/officeDocument/2006/relationships/notesMaster" Target="/ppt/notesMasters/notesMaster1.xml" Id="Rda73642d819a46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bec39fb6864641" /><Relationship Type="http://schemas.openxmlformats.org/officeDocument/2006/relationships/notesMaster" Target="/ppt/notesMasters/notesMaster1.xml" Id="Rf6d6c613c0a943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49c06297d54b0e" /><Relationship Type="http://schemas.openxmlformats.org/officeDocument/2006/relationships/notesMaster" Target="/ppt/notesMasters/notesMaster1.xml" Id="Rca30dc89a40846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034274e5981426a" /><Relationship Type="http://schemas.openxmlformats.org/officeDocument/2006/relationships/notesMaster" Target="/ppt/notesMasters/notesMaster1.xml" Id="R243f56d3cbaa47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56cd76888a44358" /><Relationship Type="http://schemas.openxmlformats.org/officeDocument/2006/relationships/notesMaster" Target="/ppt/notesMasters/notesMaster1.xml" Id="R95eb9f49ca61424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b4988523e54f0c" /><Relationship Type="http://schemas.openxmlformats.org/officeDocument/2006/relationships/notesMaster" Target="/ppt/notesMasters/notesMaster1.xml" Id="Ra55b7aa5f446449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08f4040dee45e8" /><Relationship Type="http://schemas.openxmlformats.org/officeDocument/2006/relationships/notesMaster" Target="/ppt/notesMasters/notesMaster1.xml" Id="Rdd8832d489a0437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52f57856c04890" /><Relationship Type="http://schemas.openxmlformats.org/officeDocument/2006/relationships/notesMaster" Target="/ppt/notesMasters/notesMaster1.xml" Id="Rb938cd764d2447d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088fb0a6d5b41d1" /><Relationship Type="http://schemas.openxmlformats.org/officeDocument/2006/relationships/notesMaster" Target="/ppt/notesMasters/notesMaster1.xml" Id="Rd26b674c1214481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382f86c21814d41" /><Relationship Type="http://schemas.openxmlformats.org/officeDocument/2006/relationships/notesMaster" Target="/ppt/notesMasters/notesMaster1.xml" Id="R46194a98f3c248a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4f7277520444259" /><Relationship Type="http://schemas.openxmlformats.org/officeDocument/2006/relationships/notesMaster" Target="/ppt/notesMasters/notesMaster1.xml" Id="Rdf178345f232422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5f9785ab584de5" /><Relationship Type="http://schemas.openxmlformats.org/officeDocument/2006/relationships/notesMaster" Target="/ppt/notesMasters/notesMaster1.xml" Id="Rff79af97591640b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1e4b6e1d38845ee" /><Relationship Type="http://schemas.openxmlformats.org/officeDocument/2006/relationships/notesMaster" Target="/ppt/notesMasters/notesMaster1.xml" Id="Re84bc7630610497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84a5406ee184837" /><Relationship Type="http://schemas.openxmlformats.org/officeDocument/2006/relationships/notesMaster" Target="/ppt/notesMasters/notesMaster1.xml" Id="R98c538661b28477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28a9829c3a34484" /><Relationship Type="http://schemas.openxmlformats.org/officeDocument/2006/relationships/notesMaster" Target="/ppt/notesMasters/notesMaster1.xml" Id="Re19dd8c9bbc7464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07cda91ee3c40b8" /><Relationship Type="http://schemas.openxmlformats.org/officeDocument/2006/relationships/notesMaster" Target="/ppt/notesMasters/notesMaster1.xml" Id="Rcab1625bc00b4db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956d1fe1e64c73" /><Relationship Type="http://schemas.openxmlformats.org/officeDocument/2006/relationships/notesMaster" Target="/ppt/notesMasters/notesMaster1.xml" Id="R37a39d2c0dc7475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e3350b2bef4b15" /><Relationship Type="http://schemas.openxmlformats.org/officeDocument/2006/relationships/notesMaster" Target="/ppt/notesMasters/notesMaster1.xml" Id="R46e9fc26d82e48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34f51ba7f044835" /><Relationship Type="http://schemas.openxmlformats.org/officeDocument/2006/relationships/notesMaster" Target="/ppt/notesMasters/notesMaster1.xml" Id="R5359e8cd5901463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3922b9512df4914" /><Relationship Type="http://schemas.openxmlformats.org/officeDocument/2006/relationships/notesMaster" Target="/ppt/notesMasters/notesMaster1.xml" Id="Rdd4e913fb03541e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000759dc8e94b5f" /><Relationship Type="http://schemas.openxmlformats.org/officeDocument/2006/relationships/notesMaster" Target="/ppt/notesMasters/notesMaster1.xml" Id="R8f665c74d037440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924c94528b44376" /><Relationship Type="http://schemas.openxmlformats.org/officeDocument/2006/relationships/notesMaster" Target="/ppt/notesMasters/notesMaster1.xml" Id="R92c79637d1974e9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fd95e74d93448ec" /><Relationship Type="http://schemas.openxmlformats.org/officeDocument/2006/relationships/notesMaster" Target="/ppt/notesMasters/notesMaster1.xml" Id="Rdb0ad59a37c848a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d64d1fc28ae4ff6" /><Relationship Type="http://schemas.openxmlformats.org/officeDocument/2006/relationships/notesMaster" Target="/ppt/notesMasters/notesMaster1.xml" Id="Rba4485a5d3b34d8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5b7668350784686" /><Relationship Type="http://schemas.openxmlformats.org/officeDocument/2006/relationships/notesMaster" Target="/ppt/notesMasters/notesMaster1.xml" Id="Ra0e901baa8c04eb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11862e0918940fd" /><Relationship Type="http://schemas.openxmlformats.org/officeDocument/2006/relationships/notesMaster" Target="/ppt/notesMasters/notesMaster1.xml" Id="R2235d6cd948348b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db2ee5a92394b69" /><Relationship Type="http://schemas.openxmlformats.org/officeDocument/2006/relationships/notesMaster" Target="/ppt/notesMasters/notesMaster1.xml" Id="Rf48bd581099e48f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a79dfba5d0246bd" /><Relationship Type="http://schemas.openxmlformats.org/officeDocument/2006/relationships/notesMaster" Target="/ppt/notesMasters/notesMaster1.xml" Id="Rdbd90c83bddc405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96399505a7743b4" /><Relationship Type="http://schemas.openxmlformats.org/officeDocument/2006/relationships/notesMaster" Target="/ppt/notesMasters/notesMaster1.xml" Id="Rb0e65a7dacd549d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9d22b3e4bec4102" /><Relationship Type="http://schemas.openxmlformats.org/officeDocument/2006/relationships/notesMaster" Target="/ppt/notesMasters/notesMaster1.xml" Id="R122a6dbf3380487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61958884c7541ed" /><Relationship Type="http://schemas.openxmlformats.org/officeDocument/2006/relationships/notesMaster" Target="/ppt/notesMasters/notesMaster1.xml" Id="Rc870488f075c4d2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c9ff8f62da840bf" /><Relationship Type="http://schemas.openxmlformats.org/officeDocument/2006/relationships/notesMaster" Target="/ppt/notesMasters/notesMaster1.xml" Id="R27086426ed4548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then explains how we assemble its input.</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fb14f8c31342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01a5c3fa49aa46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dce3a231d15941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1D17AA50-D114-4992-AC0D-3E54E2FFB201}"/>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3e6a53f6a84814" /><Relationship Type="http://schemas.openxmlformats.org/officeDocument/2006/relationships/slideLayout" Target="/ppt/slideLayouts/slideLayout1.xml" Id="Rc4421be1903c490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a24961093cb471f" /><Relationship Type="http://schemas.openxmlformats.org/officeDocument/2006/relationships/slideLayout" Target="/ppt/slideLayouts/slideLayout2.xml" Id="R7a4f018b47a74dd8" /><Relationship Type="http://schemas.openxmlformats.org/officeDocument/2006/relationships/slideLayout" Target="/ppt/slideLayouts/slideLayout3.xml" Id="R3f6244d6c4bd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421be1903c4909"/>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7a4f018b47a74dd8"/>
    <p:sldLayoutId xmlns:r="http://schemas.openxmlformats.org/officeDocument/2006/relationships" id="2147483652" r:id="R3f6244d6c4bd4d94"/>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da8a22340b9454b" /><Relationship Type="http://schemas.openxmlformats.org/officeDocument/2006/relationships/notesSlide" Target="/ppt/notesSlides/notesSlide1.xml" Id="R18317629ea5145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5881329d1fc48fd" /><Relationship Type="http://schemas.openxmlformats.org/officeDocument/2006/relationships/image" Target="/ppt/media/image.png" Id="R4b0b454daf844392" /><Relationship Type="http://schemas.openxmlformats.org/officeDocument/2006/relationships/notesSlide" Target="/ppt/notesSlides/notesSlide2.xml" Id="Rc128bc4b71e24b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f1e708422ee48bd" /><Relationship Type="http://schemas.openxmlformats.org/officeDocument/2006/relationships/notesSlide" Target="/ppt/notesSlides/notesSlide3.xml" Id="R1545dad4277d42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88fd8b9af384b75" /><Relationship Type="http://schemas.openxmlformats.org/officeDocument/2006/relationships/notesSlide" Target="/ppt/notesSlides/notesSlide4.xml" Id="R6b2db5a9a1d54c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85343cc4ee4d51" /><Relationship Type="http://schemas.openxmlformats.org/officeDocument/2006/relationships/notesSlide" Target="/ppt/notesSlides/notesSlide5.xml" Id="R0501ef7a4de842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e24bfaf2f4e4bf5" /><Relationship Type="http://schemas.openxmlformats.org/officeDocument/2006/relationships/notesSlide" Target="/ppt/notesSlides/notesSlide6.xml" Id="Ref9fb388fe7240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51a9749024e43f5" /><Relationship Type="http://schemas.openxmlformats.org/officeDocument/2006/relationships/notesSlide" Target="/ppt/notesSlides/notesSlide7.xml" Id="Rc4470c0cee204b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1e8575104dd4e04" /><Relationship Type="http://schemas.openxmlformats.org/officeDocument/2006/relationships/notesSlide" Target="/ppt/notesSlides/notesSlide8.xml" Id="R9035120beebc43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27e3f2a2ad441d6" /><Relationship Type="http://schemas.openxmlformats.org/officeDocument/2006/relationships/notesSlide" Target="/ppt/notesSlides/notesSlide9.xml" Id="Rfbb9d58c099d4f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c84ac1974504cfd" /><Relationship Type="http://schemas.openxmlformats.org/officeDocument/2006/relationships/image" Target="/ppt/media/image2.png" Id="R662ebb8d4c174cc9" /><Relationship Type="http://schemas.openxmlformats.org/officeDocument/2006/relationships/notesSlide" Target="/ppt/notesSlides/notesSlide10.xml" Id="Rc87b7bb50c414f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a7cd69156a744b5" /><Relationship Type="http://schemas.openxmlformats.org/officeDocument/2006/relationships/image" Target="/ppt/media/image3.png" Id="Rc040eb26d0c14574" /><Relationship Type="http://schemas.openxmlformats.org/officeDocument/2006/relationships/notesSlide" Target="/ppt/notesSlides/notesSlide11.xml" Id="R3d570c774b014c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bbfafe1593943b9" /><Relationship Type="http://schemas.openxmlformats.org/officeDocument/2006/relationships/image" Target="/ppt/media/image4.png" Id="R91254a5eafd346e6" /><Relationship Type="http://schemas.openxmlformats.org/officeDocument/2006/relationships/notesSlide" Target="/ppt/notesSlides/notesSlide12.xml" Id="R58125a51b28b48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34800eb48fe4529" /><Relationship Type="http://schemas.openxmlformats.org/officeDocument/2006/relationships/image" Target="/ppt/media/image5.png" Id="R00bc4e6be4ef4181" /><Relationship Type="http://schemas.openxmlformats.org/officeDocument/2006/relationships/notesSlide" Target="/ppt/notesSlides/notesSlide13.xml" Id="Rd7fd65bb38bf48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609ef5ccf564945" /><Relationship Type="http://schemas.openxmlformats.org/officeDocument/2006/relationships/image" Target="/ppt/media/image6.png" Id="R7b0a5b734bdc4f5f" /><Relationship Type="http://schemas.openxmlformats.org/officeDocument/2006/relationships/notesSlide" Target="/ppt/notesSlides/notesSlide14.xml" Id="R632817abd65144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c8b167f1344743d3" /><Relationship Type="http://schemas.openxmlformats.org/officeDocument/2006/relationships/image" Target="/ppt/media/image7.png" Id="R63b139020e8c4571" /><Relationship Type="http://schemas.openxmlformats.org/officeDocument/2006/relationships/notesSlide" Target="/ppt/notesSlides/notesSlide15.xml" Id="R9c0c09fb2b0f45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a01ba87069d4858" /><Relationship Type="http://schemas.openxmlformats.org/officeDocument/2006/relationships/image" Target="/ppt/media/image8.png" Id="R241be3e4164f4047" /><Relationship Type="http://schemas.openxmlformats.org/officeDocument/2006/relationships/image" Target="/ppt/media/image9.png" Id="R71cad9a981fa4949" /><Relationship Type="http://schemas.openxmlformats.org/officeDocument/2006/relationships/notesSlide" Target="/ppt/notesSlides/notesSlide16.xml" Id="R02e0bb9a1a57406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3781406505b416d" /><Relationship Type="http://schemas.openxmlformats.org/officeDocument/2006/relationships/image" Target="/ppt/media/image10.png" Id="Rcd102489ac1e4a06" /><Relationship Type="http://schemas.openxmlformats.org/officeDocument/2006/relationships/notesSlide" Target="/ppt/notesSlides/notesSlide17.xml" Id="R7ef027429cfb4e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9681f12482e5437e" /><Relationship Type="http://schemas.openxmlformats.org/officeDocument/2006/relationships/image" Target="/ppt/media/image11.png" Id="R55b863306ce949b6" /><Relationship Type="http://schemas.openxmlformats.org/officeDocument/2006/relationships/notesSlide" Target="/ppt/notesSlides/notesSlide18.xml" Id="R312d853936de4e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faaf1bc31f243b6" /><Relationship Type="http://schemas.openxmlformats.org/officeDocument/2006/relationships/image" Target="/ppt/media/image12.png" Id="Ra19dfefe42c54fc1" /><Relationship Type="http://schemas.openxmlformats.org/officeDocument/2006/relationships/notesSlide" Target="/ppt/notesSlides/notesSlide19.xml" Id="R580773c5bd504d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2aa9bb0b16c452d" /><Relationship Type="http://schemas.openxmlformats.org/officeDocument/2006/relationships/image" Target="/ppt/media/image13.png" Id="Red1fbb083c0346a2" /><Relationship Type="http://schemas.openxmlformats.org/officeDocument/2006/relationships/notesSlide" Target="/ppt/notesSlides/notesSlide20.xml" Id="R4a8c649dd3a84f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716b652433f4feb" /><Relationship Type="http://schemas.openxmlformats.org/officeDocument/2006/relationships/image" Target="/ppt/media/image14.png" Id="Rc0504fb584374ef6" /><Relationship Type="http://schemas.openxmlformats.org/officeDocument/2006/relationships/image" Target="/ppt/media/image15.png" Id="R38122dc0f40f4245" /><Relationship Type="http://schemas.openxmlformats.org/officeDocument/2006/relationships/notesSlide" Target="/ppt/notesSlides/notesSlide21.xml" Id="Rff2cb00ffb234ca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8015b3c7eed412e" /><Relationship Type="http://schemas.openxmlformats.org/officeDocument/2006/relationships/image" Target="/ppt/media/image16.png" Id="R85eb5a4de1e94242" /><Relationship Type="http://schemas.openxmlformats.org/officeDocument/2006/relationships/notesSlide" Target="/ppt/notesSlides/notesSlide22.xml" Id="Rf48f23b48c9a48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1cf4dd274474a02" /><Relationship Type="http://schemas.openxmlformats.org/officeDocument/2006/relationships/image" Target="/ppt/media/image17.png" Id="R5b50b9efe3fe49a6" /><Relationship Type="http://schemas.openxmlformats.org/officeDocument/2006/relationships/notesSlide" Target="/ppt/notesSlides/notesSlide23.xml" Id="Ref1597f8127641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8ba6e70e456426c" /><Relationship Type="http://schemas.openxmlformats.org/officeDocument/2006/relationships/image" Target="/ppt/media/image18.png" Id="Ra10229740fac4706" /><Relationship Type="http://schemas.openxmlformats.org/officeDocument/2006/relationships/notesSlide" Target="/ppt/notesSlides/notesSlide24.xml" Id="R4a6736ca10a8497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77e4881697040af" /><Relationship Type="http://schemas.openxmlformats.org/officeDocument/2006/relationships/image" Target="/ppt/media/image19.png" Id="Re4ea2930ab2446eb" /><Relationship Type="http://schemas.openxmlformats.org/officeDocument/2006/relationships/notesSlide" Target="/ppt/notesSlides/notesSlide25.xml" Id="R2ef2776f609c477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a00cfc612de4152" /><Relationship Type="http://schemas.openxmlformats.org/officeDocument/2006/relationships/image" Target="/ppt/media/image20.png" Id="R30461c9a46144ade" /><Relationship Type="http://schemas.openxmlformats.org/officeDocument/2006/relationships/image" Target="/ppt/media/image21.png" Id="R4c4bb28a5d04489e" /><Relationship Type="http://schemas.openxmlformats.org/officeDocument/2006/relationships/notesSlide" Target="/ppt/notesSlides/notesSlide26.xml" Id="R0c486329befb40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3f58f880225428c" /><Relationship Type="http://schemas.openxmlformats.org/officeDocument/2006/relationships/image" Target="/ppt/media/image22.png" Id="R0a0da807c5fa40a2" /><Relationship Type="http://schemas.openxmlformats.org/officeDocument/2006/relationships/notesSlide" Target="/ppt/notesSlides/notesSlide27.xml" Id="R64c7f59a648f4f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295ce2380bf4534" /><Relationship Type="http://schemas.openxmlformats.org/officeDocument/2006/relationships/image" Target="/ppt/media/image23.png" Id="R346fa31d959b49a3" /><Relationship Type="http://schemas.openxmlformats.org/officeDocument/2006/relationships/notesSlide" Target="/ppt/notesSlides/notesSlide28.xml" Id="R172ca4da09a2400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4a4426243ada4717" /><Relationship Type="http://schemas.openxmlformats.org/officeDocument/2006/relationships/image" Target="/ppt/media/image24.png" Id="R81b93c4945af41cf" /><Relationship Type="http://schemas.openxmlformats.org/officeDocument/2006/relationships/notesSlide" Target="/ppt/notesSlides/notesSlide29.xml" Id="R5dfdfa180da8436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e01ea17d4a04b79" /><Relationship Type="http://schemas.openxmlformats.org/officeDocument/2006/relationships/image" Target="/ppt/media/image25.png" Id="Ra7dc79b563644956" /><Relationship Type="http://schemas.openxmlformats.org/officeDocument/2006/relationships/notesSlide" Target="/ppt/notesSlides/notesSlide30.xml" Id="R019a858f3a4441b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88acd310ae84eae" /><Relationship Type="http://schemas.openxmlformats.org/officeDocument/2006/relationships/image" Target="/ppt/media/image26.png" Id="Ra8fde46066924ac2" /><Relationship Type="http://schemas.openxmlformats.org/officeDocument/2006/relationships/image" Target="/ppt/media/image27.png" Id="R169473cdbc9e4c75" /><Relationship Type="http://schemas.openxmlformats.org/officeDocument/2006/relationships/notesSlide" Target="/ppt/notesSlides/notesSlide31.xml" Id="R0573ebd2d20245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4004015515742d3" /><Relationship Type="http://schemas.openxmlformats.org/officeDocument/2006/relationships/image" Target="/ppt/media/image28.png" Id="R3130efee9a9448e4" /><Relationship Type="http://schemas.openxmlformats.org/officeDocument/2006/relationships/notesSlide" Target="/ppt/notesSlides/notesSlide32.xml" Id="R3e555d2e820e40b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7c82d7978aa64a0f" /><Relationship Type="http://schemas.openxmlformats.org/officeDocument/2006/relationships/image" Target="/ppt/media/image29.png" Id="Re05be65049144b79" /><Relationship Type="http://schemas.openxmlformats.org/officeDocument/2006/relationships/notesSlide" Target="/ppt/notesSlides/notesSlide33.xml" Id="R583e6196222742d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898b6bcca52f4f68" /><Relationship Type="http://schemas.openxmlformats.org/officeDocument/2006/relationships/image" Target="/ppt/media/image30.png" Id="Rc968412e956449ed" /><Relationship Type="http://schemas.openxmlformats.org/officeDocument/2006/relationships/notesSlide" Target="/ppt/notesSlides/notesSlide34.xml" Id="Rf002fa2ac83b49c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d71ffb4980b430d" /><Relationship Type="http://schemas.openxmlformats.org/officeDocument/2006/relationships/image" Target="/ppt/media/image31.png" Id="Rc69b3d1aa1414922" /><Relationship Type="http://schemas.openxmlformats.org/officeDocument/2006/relationships/notesSlide" Target="/ppt/notesSlides/notesSlide35.xml" Id="R643888c3a1b343e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83ade6a75144f11" /><Relationship Type="http://schemas.openxmlformats.org/officeDocument/2006/relationships/image" Target="/ppt/media/image32.png" Id="R1d183e75510344bb" /><Relationship Type="http://schemas.openxmlformats.org/officeDocument/2006/relationships/image" Target="/ppt/media/image33.png" Id="Re96935bfadc749eb" /><Relationship Type="http://schemas.openxmlformats.org/officeDocument/2006/relationships/notesSlide" Target="/ppt/notesSlides/notesSlide36.xml" Id="Rb6221326f79545d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31d2cc96757c40c3" /><Relationship Type="http://schemas.openxmlformats.org/officeDocument/2006/relationships/image" Target="/ppt/media/image34.png" Id="R72873fee57b54c5d" /><Relationship Type="http://schemas.openxmlformats.org/officeDocument/2006/relationships/notesSlide" Target="/ppt/notesSlides/notesSlide37.xml" Id="R4b4813a1db63495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aee633e0e954f53" /><Relationship Type="http://schemas.openxmlformats.org/officeDocument/2006/relationships/image" Target="/ppt/media/image35.png" Id="Rc4948090192f4d0e" /><Relationship Type="http://schemas.openxmlformats.org/officeDocument/2006/relationships/notesSlide" Target="/ppt/notesSlides/notesSlide38.xml" Id="R5781740acb6448f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541d1b176c0b4aee" /><Relationship Type="http://schemas.openxmlformats.org/officeDocument/2006/relationships/image" Target="/ppt/media/image36.png" Id="Rc1707242143c408a" /><Relationship Type="http://schemas.openxmlformats.org/officeDocument/2006/relationships/notesSlide" Target="/ppt/notesSlides/notesSlide39.xml" Id="R13cd32ad89db4d5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80f6972dcf104d05" /><Relationship Type="http://schemas.openxmlformats.org/officeDocument/2006/relationships/image" Target="/ppt/media/image37.png" Id="R74973501531d47eb" /><Relationship Type="http://schemas.openxmlformats.org/officeDocument/2006/relationships/notesSlide" Target="/ppt/notesSlides/notesSlide40.xml" Id="Raa8bcb528a8b47f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2a7007930d554a25" /><Relationship Type="http://schemas.openxmlformats.org/officeDocument/2006/relationships/image" Target="/ppt/media/image38.png" Id="Rba791899675f4bd2" /><Relationship Type="http://schemas.openxmlformats.org/officeDocument/2006/relationships/image" Target="/ppt/media/image39.png" Id="R599b355782be498a" /><Relationship Type="http://schemas.openxmlformats.org/officeDocument/2006/relationships/notesSlide" Target="/ppt/notesSlides/notesSlide41.xml" Id="R46f349c0618a46c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d7d45c7f07ee4692" /><Relationship Type="http://schemas.openxmlformats.org/officeDocument/2006/relationships/image" Target="/ppt/media/image40.png" Id="Raf02e7ec7a204af0" /><Relationship Type="http://schemas.openxmlformats.org/officeDocument/2006/relationships/notesSlide" Target="/ppt/notesSlides/notesSlide42.xml" Id="R1e540d519d134ab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4e169b1b655f46fa" /><Relationship Type="http://schemas.openxmlformats.org/officeDocument/2006/relationships/image" Target="/ppt/media/image41.png" Id="R9a9e0e61f33140ea" /><Relationship Type="http://schemas.openxmlformats.org/officeDocument/2006/relationships/notesSlide" Target="/ppt/notesSlides/notesSlide43.xml" Id="R4683c204b1114f5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7b79cd74dec4466" /><Relationship Type="http://schemas.openxmlformats.org/officeDocument/2006/relationships/image" Target="/ppt/media/image42.png" Id="R57bf66cdcf4f47a1" /><Relationship Type="http://schemas.openxmlformats.org/officeDocument/2006/relationships/notesSlide" Target="/ppt/notesSlides/notesSlide44.xml" Id="R1662f83229284f0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797129b65aa40ab" /><Relationship Type="http://schemas.openxmlformats.org/officeDocument/2006/relationships/image" Target="/ppt/media/image43.png" Id="Rf82108761bf54edd" /><Relationship Type="http://schemas.openxmlformats.org/officeDocument/2006/relationships/notesSlide" Target="/ppt/notesSlides/notesSlide45.xml" Id="Reb4f618626b848c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a29fa6e3ac5422b" /><Relationship Type="http://schemas.openxmlformats.org/officeDocument/2006/relationships/image" Target="/ppt/media/image44.png" Id="R80515de1965b4810" /><Relationship Type="http://schemas.openxmlformats.org/officeDocument/2006/relationships/notesSlide" Target="/ppt/notesSlides/notesSlide46.xml" Id="R48da11edbad6460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435321e12e04e66" /><Relationship Type="http://schemas.openxmlformats.org/officeDocument/2006/relationships/notesSlide" Target="/ppt/notesSlides/notesSlide47.xml" Id="R451e72efc813476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dab9fdf604994ed0" /><Relationship Type="http://schemas.openxmlformats.org/officeDocument/2006/relationships/image" Target="/ppt/media/image45.png" Id="Rba0f70f2a957408a" /><Relationship Type="http://schemas.openxmlformats.org/officeDocument/2006/relationships/notesSlide" Target="/ppt/notesSlides/notesSlide48.xml" Id="Rec467c02f81e42a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3c3570a1ba614136" /><Relationship Type="http://schemas.openxmlformats.org/officeDocument/2006/relationships/image" Target="/ppt/media/image46.png" Id="R544ed1fe831e4d21" /><Relationship Type="http://schemas.openxmlformats.org/officeDocument/2006/relationships/notesSlide" Target="/ppt/notesSlides/notesSlide49.xml" Id="R21a862db39fb470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96d8b9957ed4b45" /><Relationship Type="http://schemas.openxmlformats.org/officeDocument/2006/relationships/notesSlide" Target="/ppt/notesSlides/notesSlide50.xml" Id="R04b003dc8b9d47b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8fa539e9ba524f6e" /><Relationship Type="http://schemas.openxmlformats.org/officeDocument/2006/relationships/image" Target="/ppt/media/image47.png" Id="Rbf0cc1126e3a45b2" /><Relationship Type="http://schemas.openxmlformats.org/officeDocument/2006/relationships/notesSlide" Target="/ppt/notesSlides/notesSlide51.xml" Id="R47e164b57b8447c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50a8c7c1f14469b" /><Relationship Type="http://schemas.openxmlformats.org/officeDocument/2006/relationships/image" Target="/ppt/media/image47.png" Id="R78c4911873c74d85" /><Relationship Type="http://schemas.openxmlformats.org/officeDocument/2006/relationships/notesSlide" Target="/ppt/notesSlides/notesSlide52.xml" Id="Rd363c86266d84c4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360410b4711e4537" /><Relationship Type="http://schemas.openxmlformats.org/officeDocument/2006/relationships/notesSlide" Target="/ppt/notesSlides/notesSlide53.xml" Id="Rf8a006f6eb9d4de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5a737ffd4aab418a" /><Relationship Type="http://schemas.openxmlformats.org/officeDocument/2006/relationships/notesSlide" Target="/ppt/notesSlides/notesSlide54.xml" Id="R411e201ff76c437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BD70D9E4-26EA-4B40-9F57-95D067E0E986}"/>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F7E00D39-2492-460F-887E-2B331CAB2682}"/>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9743B60-D1D4-49D0-A0DA-9D4E1F3F946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FCF823A0-AB49-4FB0-965C-37D0E45CBE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432839519"/>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4b0b454daf844392"/>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E8C098FB-D76A-4BB8-BD30-941E6110B127}"/>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144A145D-D5B7-490E-A97A-62FD94771661}"/>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8D9CDD3F-C532-4A57-AC71-4A21B66B31F1}"/>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0E5959B9-4F74-4765-9256-6D45FF396B41}"/>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4D58BB0A-2359-448A-8ABE-DEFCE0878A06}"/>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9B9FF3DA-2FD1-4601-B02E-91A6F30EFB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17828527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19CEA72D-A2EE-4A41-8FD7-8AF7A1B27CE3}"/>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530A8CF2-CAAD-4D42-9D3F-8400D0E3CAFE}"/>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989D50B9-7C54-4FA4-9B51-A03815840EB4}"/>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E498D054-ABAE-461F-BBEA-B05E94DB8871}"/>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7B5B2F2D-297C-4672-BBDB-171997D19A8A}"/>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70D47EED-6360-48FA-8D65-4F1E306F2217}"/>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53797E85-F712-4155-B7A3-371F1BF89482}"/>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13F60749-4A5A-47D6-893B-E800479885A3}"/>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CBB5A5E2-5D8B-44E8-AC89-5C248FB9649C}"/>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D4E353F8-9915-4260-924D-7CA70BAA4B17}"/>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63C482EA-0986-4B80-809F-100E0DA70088}"/>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3910875F-DB89-4F8C-964A-651FA587F46A}"/>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100FF48B-AD3E-48B2-843F-8AC1FDDCF4A7}"/>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2EFF26A2-BF8A-43A9-888B-88CE9DFA3E7D}"/>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D7DCE26A-2720-467C-8364-B07B7D80F5C4}"/>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1364684F-77E7-4168-8BDE-8D923BB8DA69}"/>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F8B8792B-A6A3-4577-BE53-F7E13270FE9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5E6D8A43-E298-4D5B-A5A6-8AD47D9F8DDE}"/>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52C041BE-6045-42A2-A879-B52A67BAAD14}"/>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BC0C588-D144-4F8F-8460-C8A10FDA24BA}"/>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33A556D8-3608-4FEC-A97D-2132E1F35E80}"/>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377C980C-0E77-4FDD-8BDB-D89227E86B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066125743"/>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F7FB772D-4B19-4253-B48D-BE1C7950CFDF}"/>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EC2562E0-7936-4AED-AA2B-E4E495AB667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E9196AE6-2D89-4FB3-A3E1-7D2E4B467E6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47EC864D-A342-4C63-837E-9E86773567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866670697"/>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AA4099EB-33C4-46B9-AB93-E1F87FAE808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1984F737-2345-4967-B2EB-5CAD4AB51B4B}"/>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B6EB9850-50C3-43BA-8B6E-AF9B52B716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384471581"/>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CA92F20E-2076-42C4-BF21-B40D58F1F6A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2DF5B581-1010-42FB-A4D5-01B4E70417D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657259EB-9D75-4989-8F4B-F13BA26D3C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70883474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9B7EC79A-3D77-4F00-B11F-FA2F86F534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411509356"/>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FC9AD133-4D4F-4675-BD68-E82BA7FC344C}"/>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AD7B17DB-F2CD-4D88-98FE-5D38EE0C2923}"/>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5D2B29C0-C88D-48E7-B5B0-678C79366302}"/>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2EA40BD5-22AB-46AA-8E70-811F88C52C19}"/>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D3574C4E-2CFC-4246-AC2D-ADC67BD6D82A}"/>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CC0CE859-548F-404F-A004-CF330503251C}"/>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6EEE2884-0DE6-44D6-8933-F176782A2CDD}"/>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7365C5D6-ADBD-4E08-B30C-A832257ECAE6}"/>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C2DB28C3-B8DE-4C15-851D-F6AD6A1C06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7665093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CC89E362-8529-451F-B21A-237935548B5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77E7D059-77CF-4120-A6CA-ED5F754D5B5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095598DF-397E-4C89-B725-7709EB876E16}"/>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00076A97-B871-4ACD-BA8B-23DB85AB186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22803551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662ebb8d4c174cc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83DFF360-E7D1-4726-B5AB-AFE161EDD9A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34709253"/>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c040eb26d0c1457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216BD55E-4205-4AFD-858A-736343FFFD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0579385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91254a5eafd346e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52A25C3B-C185-4280-B4D6-E78EFC0146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55674647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00bc4e6be4ef418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9F39E5CA-7F2C-48FA-B348-CBB02DF8EB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8347920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7b0a5b734bdc4f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BDBC54F5-F999-443A-A4E9-193F05B49E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14651734"/>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63b139020e8c457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28CA1E44-935A-4DCA-A408-3C86B7A4E4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7734761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A804EA98-8C54-4B6B-90B5-7D63E13A076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241be3e4164f404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77919803-E047-4BB3-8A30-77976A4656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C7B1F41F-12B8-4CB5-80D1-274EB5BFBDF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69275604-E82D-409A-8AF3-6994C12B826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2EFD3661-D661-41ED-B958-99AECCADD2F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71cad9a981fa494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55066029-1E3B-46BB-AB9F-5D746D8380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89500236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CB5E045C-F0C2-42D8-A54B-0C3031ABCD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cd102489ac1e4a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C7C21A16-F253-472F-B363-EB876DF4896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0512D3FD-68C0-4B59-9EC5-E0BC0840E5E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4786158C-8F02-45B7-B72D-11C7AD306C99}"/>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47F7AEB8-B6DB-4D8C-A1B1-EF52F7F17417}"/>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E44F742C-5143-4857-91DD-5ECE92FDB1C4}"/>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98AFDC2F-51A5-4652-A6F5-0333FB3B199E}"/>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E5707940-E0EE-49E1-B413-53E04DFC69F9}"/>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A82FAE55-58A3-4A7D-9839-A87671A2F7E9}"/>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CE651396-9915-4D74-AB2C-257BC5B683DD}"/>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3B47918F-97B2-4C64-AE19-2DF53C0C6CD3}"/>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72525A4B-4C11-4F5D-9A39-26A91E172AB5}"/>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E343A280-329A-43E9-911A-BE4881BE80E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86ECAF4F-8C96-4166-ADC7-B71BF7A1140C}"/>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AC899DD3-6EDC-40EA-AAA3-C5CDF51CFCDE}"/>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6520CE7B-1F9E-46FE-BC7A-A95A35DC4705}"/>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1C8F0101-1B3F-46D0-966A-14684B08AEEB}"/>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8A428287-726D-43E8-AE17-64B2D7E46904}"/>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A667A0D0-AA17-46EB-A066-E2D11B3B71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474667909"/>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0EC80CAD-D363-42EC-954F-FB0247B123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55b863306ce949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A5712960-8012-432A-8B06-99172ECFACA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A09661A6-6AB5-44E7-80A3-BA4E4C1183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76DC673F-2811-49EE-9E07-7CA43D7AD45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50F91165-53E4-49C8-9A05-1BFB3F1C6BB1}"/>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7F32EBFE-39A9-4D6D-A80C-5BD63F5C990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21CBE991-9835-4DF3-A9D5-A00719F1F81A}"/>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6D8CA115-BF7D-429C-AAB8-90A8B7DE866D}"/>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EB823FA6-69C1-4628-88DC-CCDED285137C}"/>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F5B84441-3A27-464A-BF6D-BDA314FBB1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17655393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E2DA7D67-7DB5-4B5B-A023-AE401631F8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a19dfefe42c54f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816A9DD6-05DC-46E8-8C8A-05755686B1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E1DBFA73-8311-490E-884F-553BCDA7A7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890D4B37-4B5E-484A-A8EE-548B23534C9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B1EDD3DD-EB30-4976-B83E-1B1A4C30C92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60C77D20-5E5B-4BE7-A836-63E50C626A4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3D2EF06F-E6A5-4704-AC8B-8B90E06C729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1D5E6E6A-27A4-478B-A387-5342EF5E7630}"/>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D1BF9118-E406-4EC6-B163-0DAAF8EC807A}"/>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EB6F1714-73CE-4B35-B11B-56F819A2708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56CC58AA-4E23-4223-B840-DC513BED1F09}"/>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366A228A-E51D-47D4-AD94-4C6DB62EF6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256589316"/>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FED58138-D10A-49F4-B12A-BCF6FAC967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ed1fbb083c0346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AE7C65E0-9876-45F4-8DE9-C1C9F69D06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869A8DE7-A917-414F-BB32-2EE2ABE275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6619AC55-9ABA-4DE6-9A6B-65F1D10AA6B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7E1EE85E-CB1F-4232-8217-773EC76A9E88}"/>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94DFBC4D-60E4-4A79-BCC4-5669AB6FB052}"/>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CCFE663B-0BF0-4F1E-BCB8-217421C9AF13}"/>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2CD52734-37BD-4F93-B4F3-C25580AA1B35}"/>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6737923E-6C64-401E-8CAA-0C47E087C9F5}"/>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892B37E7-0AC6-43ED-841D-2589A9BD64DC}"/>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4F59AF02-DE84-4915-AAD5-BFBF16836F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72458313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37D738A5-D521-4CCF-AA00-0741C3A054E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c0504fb584374e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814D5DC1-439C-4F2F-A3C6-09F11C8E709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D894D6DD-9C33-4785-9D93-EFD2B7CC876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39FBAE86-292A-4EB2-8F0F-3E2570748BC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29BC766A-E8B9-42B4-928A-C936685696C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38122dc0f40f424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383CC3E1-624C-46DE-AD9D-FB442B8D7A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47980074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839CBF5F-87CA-411E-A4D2-85A716B8199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85eb5a4de1e942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EBE11C35-67E2-4A13-8CC6-4AA0FCEE73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2BA39546-2DC0-493D-8CE1-430ACE02DB9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3A227AE6-93E5-496E-BA19-6414447E44D7}"/>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8A22B7C0-6B47-405B-B37F-7AE9D9729DF2}"/>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CC594911-FE78-43AE-B593-03856E1C5839}"/>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B1198437-3FB2-4469-8793-D5144475E8CA}"/>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F9304B5C-17C1-4915-BA88-276760B7932A}"/>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F4829261-4952-496D-988C-15B326522E35}"/>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F13DDF7D-88A2-4D90-94C3-F968ED6C38DE}"/>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E2A04ACE-1305-43DB-84FE-98A6DFA73301}"/>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47E5535B-0281-4A7E-A1B7-F7CFD236C28C}"/>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3059074A-9D49-4502-85DD-B22DC471DC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574494406"/>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0168559A-1954-453A-9038-9EF9EC56E0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5b50b9efe3fe49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8B060008-6BE3-4B92-BD62-1FE64FE1049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FBAE97F0-1152-4FA9-99FA-DFDA58CF2E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34ADED0D-23A4-4FAD-8952-BB1F95FF2083}"/>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C36EE6E7-09B2-4F9E-8E12-FAFE50251F2C}"/>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DEFC141D-7085-4F7E-8C96-01EFA823CE6F}"/>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70740A2F-7A9D-41A3-A030-361C12C5CA0D}"/>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ACB25D80-3A50-4208-8299-4D1128A981FC}"/>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862F2575-9C12-43C4-9D23-C69C6C65C7E4}"/>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A6382436-C57E-4AE0-8165-1A2661D9B82B}"/>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21C09C4F-1355-4A8A-9A7C-36DF0FD7745D}"/>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4ED0C5A3-97BF-406A-92A3-1D2A934063C7}"/>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52CE2B4C-426D-4D51-A060-A79028AE11F7}"/>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7A6A453A-A18F-4EFF-8CF8-CEE94D827B3F}"/>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9282EA99-BAED-4821-98AE-77BB4DA3E649}"/>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BC40C0AB-BA70-479C-92BF-DBC922D3A53E}"/>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D5895C06-5A07-4E02-BAB0-B0D03B199EAC}"/>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0002FEAF-9C30-4E43-93C0-15B1A9E267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819603788"/>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A2379091-8F8B-4029-9821-ED7C1CEFBF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a10229740fac470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7AF33A70-F4D4-4112-BF60-9DA371B396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0D4EC25B-FA62-467F-A8DF-26FA8CAF8B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0A70754B-0934-4448-9A15-DA1B93289C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DC5B5264-6B93-4EBF-BF06-F24FD01FC4E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61987D1E-171E-482F-879B-05E065CB120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4BC11067-8403-4640-B716-D629C3043C9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3A89679D-6BF1-45D1-9070-F1217864535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3370F5FA-A8CB-4DFC-A01D-6AC80F34C61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A8376087-8E3E-45A7-BC44-2F2075424F9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56457934-1E2A-4720-B0EC-588ACE08685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04495121-611B-4B52-96B7-75E13363BD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47197891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F701CB78-9D2C-4B34-AFEB-3C673EEFE8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e4ea2930ab2446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1A15F71F-393B-4355-8B9B-5F4AB95911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583FBA9A-948C-473F-9FE9-0006850DF1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547EC887-A161-45B6-9701-387DF4BA307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97946303-6755-4744-B270-A106BA906E4E}"/>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B3F80962-2244-4399-BA73-18E22A57D1D5}"/>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6CF4312C-7CDF-412D-8CA7-32FD7FA68CC2}"/>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3B3EDA56-CBAE-40DE-9F8B-A85B6EF87E32}"/>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13050CCD-7A21-4280-A142-A7856422E048}"/>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07E66E32-20C7-4CDD-849B-9E6FD83230BF}"/>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EF6BC78E-2707-4A69-89C1-D5931CA846AF}"/>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0CFB33E5-107F-460D-AAC6-39EF7B99F24E}"/>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54CF5D4D-402D-44E3-BDAF-224C08810781}"/>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6467388F-2388-49E3-A916-7A20BC08F526}"/>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C92AE85B-1907-43DC-AAD8-FA0AADD032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758326977"/>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8F56EF5F-8AF4-48A1-B9F9-0CAD0030F2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30461c9a46144a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A051A707-B7C3-40C9-B0E1-4C5454AE2B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BDC74826-84BE-46AB-9688-3F199273FD68}"/>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14E1CE31-55F3-4CA5-9DD2-8089899330C3}"/>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05C96FDC-3969-4D1F-83F0-FB8BE25A7A0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4c4bb28a5d04489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3B769AC0-DE31-4591-813A-04D24BFFF7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34741304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5034F01A-C089-441C-BB83-60E2557F79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224" name="mini-map"/>
          <p:cNvPicPr>
            <a:picLocks xmlns:a="http://schemas.openxmlformats.org/drawingml/2006/main" noChangeAspect="1"/>
          </p:cNvPicPr>
          <p:nvPr/>
        </p:nvPicPr>
        <p:blipFill>
          <a:blip xmlns:r="http://schemas.openxmlformats.org/officeDocument/2006/relationships" xmlns:a="http://schemas.openxmlformats.org/drawingml/2006/main" r:embed="R0a0da807c5fa40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4A1F97C8-D4B9-4CAF-A218-686300DA3B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217" name="header-divider">
            <a:extLst xmlns:a="http://schemas.openxmlformats.org/drawingml/2006/main">
              <a:ext uri="{FF2B5EF4-FFF2-40B4-BE49-F238E27FC236}">
                <a16:creationId xmlns:a16="http://schemas.microsoft.com/office/drawing/2014/main" id="{91B81857-F018-4DDC-96D3-0A44A6D7B95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0E96BFBD-878F-45F0-999C-4E6C48A2839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19" name="21-text-2">
            <a:extLst xmlns:a="http://schemas.openxmlformats.org/drawingml/2006/main">
              <a:ext uri="{FF2B5EF4-FFF2-40B4-BE49-F238E27FC236}">
                <a16:creationId xmlns:a16="http://schemas.microsoft.com/office/drawing/2014/main" id="{105FB2EE-37C9-4DCB-BB9D-4731CB6E801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220" name="21-text-3">
            <a:extLst xmlns:a="http://schemas.openxmlformats.org/drawingml/2006/main">
              <a:ext uri="{FF2B5EF4-FFF2-40B4-BE49-F238E27FC236}">
                <a16:creationId xmlns:a16="http://schemas.microsoft.com/office/drawing/2014/main" id="{0EA1438D-D63B-45EC-A132-5DE6CA5F11E7}"/>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21" name="21-text-4">
            <a:extLst xmlns:a="http://schemas.openxmlformats.org/drawingml/2006/main">
              <a:ext uri="{FF2B5EF4-FFF2-40B4-BE49-F238E27FC236}">
                <a16:creationId xmlns:a16="http://schemas.microsoft.com/office/drawing/2014/main" id="{DC00DBAD-7067-4A8F-9B64-0DA744291DB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222" name="narrative-number">
            <a:extLst xmlns:a="http://schemas.openxmlformats.org/drawingml/2006/main">
              <a:ext uri="{FF2B5EF4-FFF2-40B4-BE49-F238E27FC236}">
                <a16:creationId xmlns:a16="http://schemas.microsoft.com/office/drawing/2014/main" id="{07C15653-93EA-424C-BBD3-C2DDB01416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828695035"/>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3" name="!!area-name">
            <a:extLst xmlns:a="http://schemas.openxmlformats.org/drawingml/2006/main">
              <a:ext uri="{FF2B5EF4-FFF2-40B4-BE49-F238E27FC236}">
                <a16:creationId xmlns:a16="http://schemas.microsoft.com/office/drawing/2014/main" id="{9DE98A6A-0781-4ADE-B849-3AB569126D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346fa31d959b49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5" name="slide-title">
            <a:extLst xmlns:a="http://schemas.openxmlformats.org/drawingml/2006/main">
              <a:ext uri="{FF2B5EF4-FFF2-40B4-BE49-F238E27FC236}">
                <a16:creationId xmlns:a16="http://schemas.microsoft.com/office/drawing/2014/main" id="{85E1A93E-8DDD-40C3-B01A-F64C6B50266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26" name="header-divider">
            <a:extLst xmlns:a="http://schemas.openxmlformats.org/drawingml/2006/main">
              <a:ext uri="{FF2B5EF4-FFF2-40B4-BE49-F238E27FC236}">
                <a16:creationId xmlns:a16="http://schemas.microsoft.com/office/drawing/2014/main" id="{C5806A94-274D-4A92-9846-98FBE73F8AF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7" name="22-text-1">
            <a:extLst xmlns:a="http://schemas.openxmlformats.org/drawingml/2006/main">
              <a:ext uri="{FF2B5EF4-FFF2-40B4-BE49-F238E27FC236}">
                <a16:creationId xmlns:a16="http://schemas.microsoft.com/office/drawing/2014/main" id="{281036ED-146C-4278-A394-CCFFD2F236B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28" name="22-text-2">
            <a:extLst xmlns:a="http://schemas.openxmlformats.org/drawingml/2006/main">
              <a:ext uri="{FF2B5EF4-FFF2-40B4-BE49-F238E27FC236}">
                <a16:creationId xmlns:a16="http://schemas.microsoft.com/office/drawing/2014/main" id="{2C44A262-1D3D-49AF-9E4B-1342498BB038}"/>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29" name="22-text-3">
            <a:extLst xmlns:a="http://schemas.openxmlformats.org/drawingml/2006/main">
              <a:ext uri="{FF2B5EF4-FFF2-40B4-BE49-F238E27FC236}">
                <a16:creationId xmlns:a16="http://schemas.microsoft.com/office/drawing/2014/main" id="{860450D2-2E36-4E74-A0A7-41579CCAD57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30" name="22-text-4">
            <a:extLst xmlns:a="http://schemas.openxmlformats.org/drawingml/2006/main">
              <a:ext uri="{FF2B5EF4-FFF2-40B4-BE49-F238E27FC236}">
                <a16:creationId xmlns:a16="http://schemas.microsoft.com/office/drawing/2014/main" id="{F0E82CF6-DBF4-419D-869B-0140F336169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31" name="22-text-5">
            <a:extLst xmlns:a="http://schemas.openxmlformats.org/drawingml/2006/main">
              <a:ext uri="{FF2B5EF4-FFF2-40B4-BE49-F238E27FC236}">
                <a16:creationId xmlns:a16="http://schemas.microsoft.com/office/drawing/2014/main" id="{66738047-A0F3-4992-896F-D8F03328DC8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32" name="22-text-6">
            <a:extLst xmlns:a="http://schemas.openxmlformats.org/drawingml/2006/main">
              <a:ext uri="{FF2B5EF4-FFF2-40B4-BE49-F238E27FC236}">
                <a16:creationId xmlns:a16="http://schemas.microsoft.com/office/drawing/2014/main" id="{D4BF0C45-914D-424C-99A3-FF52704BC30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33" name="narrative-number">
            <a:extLst xmlns:a="http://schemas.openxmlformats.org/drawingml/2006/main">
              <a:ext uri="{FF2B5EF4-FFF2-40B4-BE49-F238E27FC236}">
                <a16:creationId xmlns:a16="http://schemas.microsoft.com/office/drawing/2014/main" id="{4B15A5DC-8273-46C9-A3F0-FD9613C824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152564198"/>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29471504-F433-44B0-BCE9-773F74E0B9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48" name="mini-map"/>
          <p:cNvPicPr>
            <a:picLocks xmlns:a="http://schemas.openxmlformats.org/drawingml/2006/main" noChangeAspect="1"/>
          </p:cNvPicPr>
          <p:nvPr/>
        </p:nvPicPr>
        <p:blipFill>
          <a:blip xmlns:r="http://schemas.openxmlformats.org/officeDocument/2006/relationships" xmlns:a="http://schemas.openxmlformats.org/drawingml/2006/main" r:embed="R81b93c4945af41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BE5E1C5D-7D29-4F4B-A311-DC24E90EA3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37" name="header-divider">
            <a:extLst xmlns:a="http://schemas.openxmlformats.org/drawingml/2006/main">
              <a:ext uri="{FF2B5EF4-FFF2-40B4-BE49-F238E27FC236}">
                <a16:creationId xmlns:a16="http://schemas.microsoft.com/office/drawing/2014/main" id="{5B6D4862-AD35-4307-86A0-816399BB405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3-text-1">
            <a:extLst xmlns:a="http://schemas.openxmlformats.org/drawingml/2006/main">
              <a:ext uri="{FF2B5EF4-FFF2-40B4-BE49-F238E27FC236}">
                <a16:creationId xmlns:a16="http://schemas.microsoft.com/office/drawing/2014/main" id="{FF76CA6A-F136-4A25-8EBC-27EB50C9014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39" name="23-text-2">
            <a:extLst xmlns:a="http://schemas.openxmlformats.org/drawingml/2006/main">
              <a:ext uri="{FF2B5EF4-FFF2-40B4-BE49-F238E27FC236}">
                <a16:creationId xmlns:a16="http://schemas.microsoft.com/office/drawing/2014/main" id="{68B1D11C-32EB-428D-A337-9DB54E38AD9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40" name="23-text-3">
            <a:extLst xmlns:a="http://schemas.openxmlformats.org/drawingml/2006/main">
              <a:ext uri="{FF2B5EF4-FFF2-40B4-BE49-F238E27FC236}">
                <a16:creationId xmlns:a16="http://schemas.microsoft.com/office/drawing/2014/main" id="{EEE4E694-4AA2-42CE-93FA-5838FBA01D4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1" name="23-text-4">
            <a:extLst xmlns:a="http://schemas.openxmlformats.org/drawingml/2006/main">
              <a:ext uri="{FF2B5EF4-FFF2-40B4-BE49-F238E27FC236}">
                <a16:creationId xmlns:a16="http://schemas.microsoft.com/office/drawing/2014/main" id="{16AA9881-2053-4514-AEA7-E05A5825C428}"/>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2" name="23-text-5">
            <a:extLst xmlns:a="http://schemas.openxmlformats.org/drawingml/2006/main">
              <a:ext uri="{FF2B5EF4-FFF2-40B4-BE49-F238E27FC236}">
                <a16:creationId xmlns:a16="http://schemas.microsoft.com/office/drawing/2014/main" id="{23C1C765-F9F9-402E-BED2-06AD880768B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43" name="23-text-6">
            <a:extLst xmlns:a="http://schemas.openxmlformats.org/drawingml/2006/main">
              <a:ext uri="{FF2B5EF4-FFF2-40B4-BE49-F238E27FC236}">
                <a16:creationId xmlns:a16="http://schemas.microsoft.com/office/drawing/2014/main" id="{6B097594-07B9-4BD2-BDD2-CF68EFECF2B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44" name="23-text-7">
            <a:extLst xmlns:a="http://schemas.openxmlformats.org/drawingml/2006/main">
              <a:ext uri="{FF2B5EF4-FFF2-40B4-BE49-F238E27FC236}">
                <a16:creationId xmlns:a16="http://schemas.microsoft.com/office/drawing/2014/main" id="{9D990AA7-C1A9-4A0E-A636-19314AE28222}"/>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45" name="23-text-8">
            <a:extLst xmlns:a="http://schemas.openxmlformats.org/drawingml/2006/main">
              <a:ext uri="{FF2B5EF4-FFF2-40B4-BE49-F238E27FC236}">
                <a16:creationId xmlns:a16="http://schemas.microsoft.com/office/drawing/2014/main" id="{A7DDD5D0-08B5-4160-9237-05F55E1CAF9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46" name="narrative-number">
            <a:extLst xmlns:a="http://schemas.openxmlformats.org/drawingml/2006/main">
              <a:ext uri="{FF2B5EF4-FFF2-40B4-BE49-F238E27FC236}">
                <a16:creationId xmlns:a16="http://schemas.microsoft.com/office/drawing/2014/main" id="{6B275C1B-7E7B-4E88-B9A6-2578524F51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95943429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7" name="!!area-name">
            <a:extLst xmlns:a="http://schemas.openxmlformats.org/drawingml/2006/main">
              <a:ext uri="{FF2B5EF4-FFF2-40B4-BE49-F238E27FC236}">
                <a16:creationId xmlns:a16="http://schemas.microsoft.com/office/drawing/2014/main" id="{EE57FE31-F3C2-48E1-9AFD-70F7AC1B75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a7dc79b5636449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9" name="slide-title">
            <a:extLst xmlns:a="http://schemas.openxmlformats.org/drawingml/2006/main">
              <a:ext uri="{FF2B5EF4-FFF2-40B4-BE49-F238E27FC236}">
                <a16:creationId xmlns:a16="http://schemas.microsoft.com/office/drawing/2014/main" id="{616CE499-CC5B-4CB7-8580-3524A2672E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0" name="header-divider">
            <a:extLst xmlns:a="http://schemas.openxmlformats.org/drawingml/2006/main">
              <a:ext uri="{FF2B5EF4-FFF2-40B4-BE49-F238E27FC236}">
                <a16:creationId xmlns:a16="http://schemas.microsoft.com/office/drawing/2014/main" id="{6CCC29B7-7662-4509-9FBE-C5703DB78E9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1" name="24-text-1">
            <a:extLst xmlns:a="http://schemas.openxmlformats.org/drawingml/2006/main">
              <a:ext uri="{FF2B5EF4-FFF2-40B4-BE49-F238E27FC236}">
                <a16:creationId xmlns:a16="http://schemas.microsoft.com/office/drawing/2014/main" id="{E4896244-EF60-4101-B7D4-7578FD39EB9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59"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3" name="narrative-number">
            <a:extLst xmlns:a="http://schemas.openxmlformats.org/drawingml/2006/main">
              <a:ext uri="{FF2B5EF4-FFF2-40B4-BE49-F238E27FC236}">
                <a16:creationId xmlns:a16="http://schemas.microsoft.com/office/drawing/2014/main" id="{0A081BB2-E630-4CA3-8DAC-040F0CB49F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8320433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34FF5050-772C-4B2B-9372-91ED067508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63" name="mini-map"/>
          <p:cNvPicPr>
            <a:picLocks xmlns:a="http://schemas.openxmlformats.org/drawingml/2006/main" noChangeAspect="1"/>
          </p:cNvPicPr>
          <p:nvPr/>
        </p:nvPicPr>
        <p:blipFill>
          <a:blip xmlns:r="http://schemas.openxmlformats.org/officeDocument/2006/relationships" xmlns:a="http://schemas.openxmlformats.org/drawingml/2006/main" r:embed="Ra8fde46066924ac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header-divider">
            <a:extLst xmlns:a="http://schemas.openxmlformats.org/drawingml/2006/main">
              <a:ext uri="{FF2B5EF4-FFF2-40B4-BE49-F238E27FC236}">
                <a16:creationId xmlns:a16="http://schemas.microsoft.com/office/drawing/2014/main" id="{EF02F592-784D-4242-8592-ABD7F7F7D4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7" name="25-text-1">
            <a:extLst xmlns:a="http://schemas.openxmlformats.org/drawingml/2006/main">
              <a:ext uri="{FF2B5EF4-FFF2-40B4-BE49-F238E27FC236}">
                <a16:creationId xmlns:a16="http://schemas.microsoft.com/office/drawing/2014/main" id="{046A7120-2DED-4643-ADCB-D756F078F9DC}"/>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58" name="25-text-2">
            <a:extLst xmlns:a="http://schemas.openxmlformats.org/drawingml/2006/main">
              <a:ext uri="{FF2B5EF4-FFF2-40B4-BE49-F238E27FC236}">
                <a16:creationId xmlns:a16="http://schemas.microsoft.com/office/drawing/2014/main" id="{993C51ED-CEC9-406A-A2DD-5C9F7654F38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59" name="25-text-3">
            <a:extLst xmlns:a="http://schemas.openxmlformats.org/drawingml/2006/main">
              <a:ext uri="{FF2B5EF4-FFF2-40B4-BE49-F238E27FC236}">
                <a16:creationId xmlns:a16="http://schemas.microsoft.com/office/drawing/2014/main" id="{2D35FD1F-1750-49B5-8F0C-C7CF1F430B2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68" name="25-image-4"/>
          <p:cNvPicPr>
            <a:picLocks xmlns:a="http://schemas.openxmlformats.org/drawingml/2006/main" noChangeAspect="1"/>
          </p:cNvPicPr>
          <p:nvPr/>
        </p:nvPicPr>
        <p:blipFill>
          <a:blip xmlns:r="http://schemas.openxmlformats.org/officeDocument/2006/relationships" xmlns:a="http://schemas.openxmlformats.org/drawingml/2006/main" r:embed="R169473cdbc9e4c7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61" name="narrative-number">
            <a:extLst xmlns:a="http://schemas.openxmlformats.org/drawingml/2006/main">
              <a:ext uri="{FF2B5EF4-FFF2-40B4-BE49-F238E27FC236}">
                <a16:creationId xmlns:a16="http://schemas.microsoft.com/office/drawing/2014/main" id="{5F3DE3D6-A0CD-4BC0-80A0-94CBA696B3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161351247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2" name="!!area-name">
            <a:extLst xmlns:a="http://schemas.openxmlformats.org/drawingml/2006/main">
              <a:ext uri="{FF2B5EF4-FFF2-40B4-BE49-F238E27FC236}">
                <a16:creationId xmlns:a16="http://schemas.microsoft.com/office/drawing/2014/main" id="{8ED83DBE-E0E5-4FB3-8B9E-9D56137D4AA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72" name="mini-map"/>
          <p:cNvPicPr>
            <a:picLocks xmlns:a="http://schemas.openxmlformats.org/drawingml/2006/main" noChangeAspect="1"/>
          </p:cNvPicPr>
          <p:nvPr/>
        </p:nvPicPr>
        <p:blipFill>
          <a:blip xmlns:r="http://schemas.openxmlformats.org/officeDocument/2006/relationships" xmlns:a="http://schemas.openxmlformats.org/drawingml/2006/main" r:embed="R3130efee9a9448e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4" name="slide-title">
            <a:extLst xmlns:a="http://schemas.openxmlformats.org/drawingml/2006/main">
              <a:ext uri="{FF2B5EF4-FFF2-40B4-BE49-F238E27FC236}">
                <a16:creationId xmlns:a16="http://schemas.microsoft.com/office/drawing/2014/main" id="{2F70B3EC-1F88-436B-98F5-0C49AE85021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65" name="header-divider">
            <a:extLst xmlns:a="http://schemas.openxmlformats.org/drawingml/2006/main">
              <a:ext uri="{FF2B5EF4-FFF2-40B4-BE49-F238E27FC236}">
                <a16:creationId xmlns:a16="http://schemas.microsoft.com/office/drawing/2014/main" id="{8E65A129-533B-4E6A-8103-2E989DAC60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6" name="26-text-1">
            <a:extLst xmlns:a="http://schemas.openxmlformats.org/drawingml/2006/main">
              <a:ext uri="{FF2B5EF4-FFF2-40B4-BE49-F238E27FC236}">
                <a16:creationId xmlns:a16="http://schemas.microsoft.com/office/drawing/2014/main" id="{7699B64D-680A-4AEA-8729-0B64BAD25961}"/>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67" name="26-text-2">
            <a:extLst xmlns:a="http://schemas.openxmlformats.org/drawingml/2006/main">
              <a:ext uri="{FF2B5EF4-FFF2-40B4-BE49-F238E27FC236}">
                <a16:creationId xmlns:a16="http://schemas.microsoft.com/office/drawing/2014/main" id="{66C6B74A-5F88-482D-B378-E58E8BAF0D14}"/>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68" name="26-text-3">
            <a:extLst xmlns:a="http://schemas.openxmlformats.org/drawingml/2006/main">
              <a:ext uri="{FF2B5EF4-FFF2-40B4-BE49-F238E27FC236}">
                <a16:creationId xmlns:a16="http://schemas.microsoft.com/office/drawing/2014/main" id="{769EDCA8-F989-4F01-9C33-C27038F9D75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69" name="26-text-4">
            <a:extLst xmlns:a="http://schemas.openxmlformats.org/drawingml/2006/main">
              <a:ext uri="{FF2B5EF4-FFF2-40B4-BE49-F238E27FC236}">
                <a16:creationId xmlns:a16="http://schemas.microsoft.com/office/drawing/2014/main" id="{91306865-C238-4BA4-B173-4F602BDF7CA8}"/>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70" name="narrative-number">
            <a:extLst xmlns:a="http://schemas.openxmlformats.org/drawingml/2006/main">
              <a:ext uri="{FF2B5EF4-FFF2-40B4-BE49-F238E27FC236}">
                <a16:creationId xmlns:a16="http://schemas.microsoft.com/office/drawing/2014/main" id="{02BF6D7E-BBD5-4536-BB2F-F2C7AEAC0E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10130133"/>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1" name="!!area-name">
            <a:extLst xmlns:a="http://schemas.openxmlformats.org/drawingml/2006/main">
              <a:ext uri="{FF2B5EF4-FFF2-40B4-BE49-F238E27FC236}">
                <a16:creationId xmlns:a16="http://schemas.microsoft.com/office/drawing/2014/main" id="{E8BBEBEF-B5BD-49D4-AF0C-FCE2A8C571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83" name="mini-map"/>
          <p:cNvPicPr>
            <a:picLocks xmlns:a="http://schemas.openxmlformats.org/drawingml/2006/main" noChangeAspect="1"/>
          </p:cNvPicPr>
          <p:nvPr/>
        </p:nvPicPr>
        <p:blipFill>
          <a:blip xmlns:r="http://schemas.openxmlformats.org/officeDocument/2006/relationships" xmlns:a="http://schemas.openxmlformats.org/drawingml/2006/main" r:embed="Re05be65049144b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3" name="slide-title">
            <a:extLst xmlns:a="http://schemas.openxmlformats.org/drawingml/2006/main">
              <a:ext uri="{FF2B5EF4-FFF2-40B4-BE49-F238E27FC236}">
                <a16:creationId xmlns:a16="http://schemas.microsoft.com/office/drawing/2014/main" id="{B3635A5F-50CA-4D41-88A8-086CB30226D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74" name="header-divider">
            <a:extLst xmlns:a="http://schemas.openxmlformats.org/drawingml/2006/main">
              <a:ext uri="{FF2B5EF4-FFF2-40B4-BE49-F238E27FC236}">
                <a16:creationId xmlns:a16="http://schemas.microsoft.com/office/drawing/2014/main" id="{EE8678ED-D43E-46D7-AE92-5B6AB1F9B4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5" name="27-text-1">
            <a:extLst xmlns:a="http://schemas.openxmlformats.org/drawingml/2006/main">
              <a:ext uri="{FF2B5EF4-FFF2-40B4-BE49-F238E27FC236}">
                <a16:creationId xmlns:a16="http://schemas.microsoft.com/office/drawing/2014/main" id="{0D41D942-7184-4A4A-862B-02E6EDD22B8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76" name="27-text-2">
            <a:extLst xmlns:a="http://schemas.openxmlformats.org/drawingml/2006/main">
              <a:ext uri="{FF2B5EF4-FFF2-40B4-BE49-F238E27FC236}">
                <a16:creationId xmlns:a16="http://schemas.microsoft.com/office/drawing/2014/main" id="{F5D40A11-6E33-472C-88DF-BFF74583BB1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77" name="27-text-3">
            <a:extLst xmlns:a="http://schemas.openxmlformats.org/drawingml/2006/main">
              <a:ext uri="{FF2B5EF4-FFF2-40B4-BE49-F238E27FC236}">
                <a16:creationId xmlns:a16="http://schemas.microsoft.com/office/drawing/2014/main" id="{403C4E8D-79AD-4F42-AC91-C5D35A5A695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78" name="27-text-4">
            <a:extLst xmlns:a="http://schemas.openxmlformats.org/drawingml/2006/main">
              <a:ext uri="{FF2B5EF4-FFF2-40B4-BE49-F238E27FC236}">
                <a16:creationId xmlns:a16="http://schemas.microsoft.com/office/drawing/2014/main" id="{67AAEC24-8605-43EB-9065-398AE3711AB1}"/>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79" name="27-text-5">
            <a:extLst xmlns:a="http://schemas.openxmlformats.org/drawingml/2006/main">
              <a:ext uri="{FF2B5EF4-FFF2-40B4-BE49-F238E27FC236}">
                <a16:creationId xmlns:a16="http://schemas.microsoft.com/office/drawing/2014/main" id="{B8A54378-C631-4CD9-9F26-DE52C008ED7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80" name="27-text-6">
            <a:extLst xmlns:a="http://schemas.openxmlformats.org/drawingml/2006/main">
              <a:ext uri="{FF2B5EF4-FFF2-40B4-BE49-F238E27FC236}">
                <a16:creationId xmlns:a16="http://schemas.microsoft.com/office/drawing/2014/main" id="{D0C7E4B3-F792-4226-8749-2354F8B9635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81" name="narrative-number">
            <a:extLst xmlns:a="http://schemas.openxmlformats.org/drawingml/2006/main">
              <a:ext uri="{FF2B5EF4-FFF2-40B4-BE49-F238E27FC236}">
                <a16:creationId xmlns:a16="http://schemas.microsoft.com/office/drawing/2014/main" id="{45A03258-80F9-4E91-BDBA-038D4E8F00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91937146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2" name="!!area-name">
            <a:extLst xmlns:a="http://schemas.openxmlformats.org/drawingml/2006/main">
              <a:ext uri="{FF2B5EF4-FFF2-40B4-BE49-F238E27FC236}">
                <a16:creationId xmlns:a16="http://schemas.microsoft.com/office/drawing/2014/main" id="{9C30BF7E-ADE2-4A99-9A12-CBFDEE59EF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c968412e956449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4" name="slide-title">
            <a:extLst xmlns:a="http://schemas.openxmlformats.org/drawingml/2006/main">
              <a:ext uri="{FF2B5EF4-FFF2-40B4-BE49-F238E27FC236}">
                <a16:creationId xmlns:a16="http://schemas.microsoft.com/office/drawing/2014/main" id="{08A9B4B3-4B10-45FF-9286-43328438EFF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85" name="header-divider">
            <a:extLst xmlns:a="http://schemas.openxmlformats.org/drawingml/2006/main">
              <a:ext uri="{FF2B5EF4-FFF2-40B4-BE49-F238E27FC236}">
                <a16:creationId xmlns:a16="http://schemas.microsoft.com/office/drawing/2014/main" id="{DDB888BE-0093-49A0-B785-8A5800000D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6" name="28-text-1">
            <a:extLst xmlns:a="http://schemas.openxmlformats.org/drawingml/2006/main">
              <a:ext uri="{FF2B5EF4-FFF2-40B4-BE49-F238E27FC236}">
                <a16:creationId xmlns:a16="http://schemas.microsoft.com/office/drawing/2014/main" id="{DD64420E-10FD-4637-AF7D-E6B15139486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87" name="28-text-2">
            <a:extLst xmlns:a="http://schemas.openxmlformats.org/drawingml/2006/main">
              <a:ext uri="{FF2B5EF4-FFF2-40B4-BE49-F238E27FC236}">
                <a16:creationId xmlns:a16="http://schemas.microsoft.com/office/drawing/2014/main" id="{3BF5E1A2-1A2D-44B1-AA8F-D269421C493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88" name="28-text-3">
            <a:extLst xmlns:a="http://schemas.openxmlformats.org/drawingml/2006/main">
              <a:ext uri="{FF2B5EF4-FFF2-40B4-BE49-F238E27FC236}">
                <a16:creationId xmlns:a16="http://schemas.microsoft.com/office/drawing/2014/main" id="{5684EF34-82E9-47E2-95B3-27F907C71E1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89" name="28-text-4">
            <a:extLst xmlns:a="http://schemas.openxmlformats.org/drawingml/2006/main">
              <a:ext uri="{FF2B5EF4-FFF2-40B4-BE49-F238E27FC236}">
                <a16:creationId xmlns:a16="http://schemas.microsoft.com/office/drawing/2014/main" id="{9F9F2B41-495B-4A6C-8E73-47691FFB255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90" name="28-text-5">
            <a:extLst xmlns:a="http://schemas.openxmlformats.org/drawingml/2006/main">
              <a:ext uri="{FF2B5EF4-FFF2-40B4-BE49-F238E27FC236}">
                <a16:creationId xmlns:a16="http://schemas.microsoft.com/office/drawing/2014/main" id="{9ADDBB97-FD99-4EA4-A8BE-086C4C0C47D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91" name="28-text-6">
            <a:extLst xmlns:a="http://schemas.openxmlformats.org/drawingml/2006/main">
              <a:ext uri="{FF2B5EF4-FFF2-40B4-BE49-F238E27FC236}">
                <a16:creationId xmlns:a16="http://schemas.microsoft.com/office/drawing/2014/main" id="{6BB6E987-A77C-42D3-8514-15800BE341F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92" name="28-text-7">
            <a:extLst xmlns:a="http://schemas.openxmlformats.org/drawingml/2006/main">
              <a:ext uri="{FF2B5EF4-FFF2-40B4-BE49-F238E27FC236}">
                <a16:creationId xmlns:a16="http://schemas.microsoft.com/office/drawing/2014/main" id="{B638BA75-774F-4E23-BD00-164852F7311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93" name="28-text-8">
            <a:extLst xmlns:a="http://schemas.openxmlformats.org/drawingml/2006/main">
              <a:ext uri="{FF2B5EF4-FFF2-40B4-BE49-F238E27FC236}">
                <a16:creationId xmlns:a16="http://schemas.microsoft.com/office/drawing/2014/main" id="{AA08D08C-2AF5-44C1-B2FE-B32D17210FE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94" name="narrative-number">
            <a:extLst xmlns:a="http://schemas.openxmlformats.org/drawingml/2006/main">
              <a:ext uri="{FF2B5EF4-FFF2-40B4-BE49-F238E27FC236}">
                <a16:creationId xmlns:a16="http://schemas.microsoft.com/office/drawing/2014/main" id="{7E3FFA71-A29F-4D99-912E-D9FEC55E785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157133655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167CA017-B2A4-42A7-9F81-699A95D591B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16" name="mini-map"/>
          <p:cNvPicPr>
            <a:picLocks xmlns:a="http://schemas.openxmlformats.org/drawingml/2006/main" noChangeAspect="1"/>
          </p:cNvPicPr>
          <p:nvPr/>
        </p:nvPicPr>
        <p:blipFill>
          <a:blip xmlns:r="http://schemas.openxmlformats.org/officeDocument/2006/relationships" xmlns:a="http://schemas.openxmlformats.org/drawingml/2006/main" r:embed="Rc69b3d1aa141492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0A1230B7-962C-4A83-A3CE-48923E1B058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98" name="header-divider">
            <a:extLst xmlns:a="http://schemas.openxmlformats.org/drawingml/2006/main">
              <a:ext uri="{FF2B5EF4-FFF2-40B4-BE49-F238E27FC236}">
                <a16:creationId xmlns:a16="http://schemas.microsoft.com/office/drawing/2014/main" id="{4A613E5B-F016-4EAC-B8BD-6C9C57CCF0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9-text-1">
            <a:extLst xmlns:a="http://schemas.openxmlformats.org/drawingml/2006/main">
              <a:ext uri="{FF2B5EF4-FFF2-40B4-BE49-F238E27FC236}">
                <a16:creationId xmlns:a16="http://schemas.microsoft.com/office/drawing/2014/main" id="{AFFFEF26-F0D7-49F0-B37B-B510B468A50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300" name="29-text-2">
            <a:extLst xmlns:a="http://schemas.openxmlformats.org/drawingml/2006/main">
              <a:ext uri="{FF2B5EF4-FFF2-40B4-BE49-F238E27FC236}">
                <a16:creationId xmlns:a16="http://schemas.microsoft.com/office/drawing/2014/main" id="{6A3CD5B6-37EF-48ED-99B2-445717DA3432}"/>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01" name="29-text-3">
            <a:extLst xmlns:a="http://schemas.openxmlformats.org/drawingml/2006/main">
              <a:ext uri="{FF2B5EF4-FFF2-40B4-BE49-F238E27FC236}">
                <a16:creationId xmlns:a16="http://schemas.microsoft.com/office/drawing/2014/main" id="{8DED435B-6A77-452F-AA1F-1F77C34D5316}"/>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302" name="29-text-4">
            <a:extLst xmlns:a="http://schemas.openxmlformats.org/drawingml/2006/main">
              <a:ext uri="{FF2B5EF4-FFF2-40B4-BE49-F238E27FC236}">
                <a16:creationId xmlns:a16="http://schemas.microsoft.com/office/drawing/2014/main" id="{E7974D97-06F1-434A-9CD9-EF13C1C6770A}"/>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03" name="29-text-5">
            <a:extLst xmlns:a="http://schemas.openxmlformats.org/drawingml/2006/main">
              <a:ext uri="{FF2B5EF4-FFF2-40B4-BE49-F238E27FC236}">
                <a16:creationId xmlns:a16="http://schemas.microsoft.com/office/drawing/2014/main" id="{19175977-A78E-4287-9A1C-11B921ED43F3}"/>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04" name="29-text-6">
            <a:extLst xmlns:a="http://schemas.openxmlformats.org/drawingml/2006/main">
              <a:ext uri="{FF2B5EF4-FFF2-40B4-BE49-F238E27FC236}">
                <a16:creationId xmlns:a16="http://schemas.microsoft.com/office/drawing/2014/main" id="{0FD5601D-E3B6-452D-87B4-7862A0C4C56C}"/>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05" name="29-text-7">
            <a:extLst xmlns:a="http://schemas.openxmlformats.org/drawingml/2006/main">
              <a:ext uri="{FF2B5EF4-FFF2-40B4-BE49-F238E27FC236}">
                <a16:creationId xmlns:a16="http://schemas.microsoft.com/office/drawing/2014/main" id="{AD15125B-48BD-49C9-97E6-22FB530D6C3B}"/>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06" name="29-text-8">
            <a:extLst xmlns:a="http://schemas.openxmlformats.org/drawingml/2006/main">
              <a:ext uri="{FF2B5EF4-FFF2-40B4-BE49-F238E27FC236}">
                <a16:creationId xmlns:a16="http://schemas.microsoft.com/office/drawing/2014/main" id="{22AABE7E-6A1D-4692-BBE7-0DA16C12D734}"/>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07" name="29-text-9">
            <a:extLst xmlns:a="http://schemas.openxmlformats.org/drawingml/2006/main">
              <a:ext uri="{FF2B5EF4-FFF2-40B4-BE49-F238E27FC236}">
                <a16:creationId xmlns:a16="http://schemas.microsoft.com/office/drawing/2014/main" id="{00E612B2-D77E-460E-9394-65BE908611C5}"/>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08" name="29-text-10">
            <a:extLst xmlns:a="http://schemas.openxmlformats.org/drawingml/2006/main">
              <a:ext uri="{FF2B5EF4-FFF2-40B4-BE49-F238E27FC236}">
                <a16:creationId xmlns:a16="http://schemas.microsoft.com/office/drawing/2014/main" id="{188C2A76-DF15-4A43-ABF5-F25A582DCA1C}"/>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09" name="29-text-11">
            <a:extLst xmlns:a="http://schemas.openxmlformats.org/drawingml/2006/main">
              <a:ext uri="{FF2B5EF4-FFF2-40B4-BE49-F238E27FC236}">
                <a16:creationId xmlns:a16="http://schemas.microsoft.com/office/drawing/2014/main" id="{907FB34C-7C5D-4EF4-9299-40975C42E232}"/>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10" name="29-text-12">
            <a:extLst xmlns:a="http://schemas.openxmlformats.org/drawingml/2006/main">
              <a:ext uri="{FF2B5EF4-FFF2-40B4-BE49-F238E27FC236}">
                <a16:creationId xmlns:a16="http://schemas.microsoft.com/office/drawing/2014/main" id="{7D4B0D23-0667-458B-9C41-CE36C9F5667A}"/>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11" name="29-text-13">
            <a:extLst xmlns:a="http://schemas.openxmlformats.org/drawingml/2006/main">
              <a:ext uri="{FF2B5EF4-FFF2-40B4-BE49-F238E27FC236}">
                <a16:creationId xmlns:a16="http://schemas.microsoft.com/office/drawing/2014/main" id="{F73560C5-3B6F-40F8-8C11-1CB601115DA3}"/>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12" name="29-text-14">
            <a:extLst xmlns:a="http://schemas.openxmlformats.org/drawingml/2006/main">
              <a:ext uri="{FF2B5EF4-FFF2-40B4-BE49-F238E27FC236}">
                <a16:creationId xmlns:a16="http://schemas.microsoft.com/office/drawing/2014/main" id="{EAD304E8-A79A-43E6-BE2B-1A6F39870DCC}"/>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313" name="29-text-15">
            <a:extLst xmlns:a="http://schemas.openxmlformats.org/drawingml/2006/main">
              <a:ext uri="{FF2B5EF4-FFF2-40B4-BE49-F238E27FC236}">
                <a16:creationId xmlns:a16="http://schemas.microsoft.com/office/drawing/2014/main" id="{A0C8F966-3BB5-405B-AE4D-5D879158A9A1}"/>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314" name="narrative-number">
            <a:extLst xmlns:a="http://schemas.openxmlformats.org/drawingml/2006/main">
              <a:ext uri="{FF2B5EF4-FFF2-40B4-BE49-F238E27FC236}">
                <a16:creationId xmlns:a16="http://schemas.microsoft.com/office/drawing/2014/main" id="{63EE53A3-0723-4F41-AD69-1656C76B7E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56797053"/>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5" name="!!area-name">
            <a:extLst xmlns:a="http://schemas.openxmlformats.org/drawingml/2006/main">
              <a:ext uri="{FF2B5EF4-FFF2-40B4-BE49-F238E27FC236}">
                <a16:creationId xmlns:a16="http://schemas.microsoft.com/office/drawing/2014/main" id="{1BE284F1-D5E5-47D6-B250-8EC8B6DD7C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24" name="mini-map"/>
          <p:cNvPicPr>
            <a:picLocks xmlns:a="http://schemas.openxmlformats.org/drawingml/2006/main" noChangeAspect="1"/>
          </p:cNvPicPr>
          <p:nvPr/>
        </p:nvPicPr>
        <p:blipFill>
          <a:blip xmlns:r="http://schemas.openxmlformats.org/officeDocument/2006/relationships" xmlns:a="http://schemas.openxmlformats.org/drawingml/2006/main" r:embed="R1d183e75510344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7" name="header-divider">
            <a:extLst xmlns:a="http://schemas.openxmlformats.org/drawingml/2006/main">
              <a:ext uri="{FF2B5EF4-FFF2-40B4-BE49-F238E27FC236}">
                <a16:creationId xmlns:a16="http://schemas.microsoft.com/office/drawing/2014/main" id="{802ECD88-5DDE-4A55-B719-CF7E6FF7133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8" name="30-text-1">
            <a:extLst xmlns:a="http://schemas.openxmlformats.org/drawingml/2006/main">
              <a:ext uri="{FF2B5EF4-FFF2-40B4-BE49-F238E27FC236}">
                <a16:creationId xmlns:a16="http://schemas.microsoft.com/office/drawing/2014/main" id="{C3D2E1F6-426B-486C-85A1-B83C972888CB}"/>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19" name="30-text-2">
            <a:extLst xmlns:a="http://schemas.openxmlformats.org/drawingml/2006/main">
              <a:ext uri="{FF2B5EF4-FFF2-40B4-BE49-F238E27FC236}">
                <a16:creationId xmlns:a16="http://schemas.microsoft.com/office/drawing/2014/main" id="{F69ADDE7-B56B-48EF-8D0C-D19B032EA10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20" name="30-text-3">
            <a:extLst xmlns:a="http://schemas.openxmlformats.org/drawingml/2006/main">
              <a:ext uri="{FF2B5EF4-FFF2-40B4-BE49-F238E27FC236}">
                <a16:creationId xmlns:a16="http://schemas.microsoft.com/office/drawing/2014/main" id="{8C3641AB-0D19-429D-86DA-F2D01172C8F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29" name="30-image-4"/>
          <p:cNvPicPr>
            <a:picLocks xmlns:a="http://schemas.openxmlformats.org/drawingml/2006/main" noChangeAspect="1"/>
          </p:cNvPicPr>
          <p:nvPr/>
        </p:nvPicPr>
        <p:blipFill>
          <a:blip xmlns:r="http://schemas.openxmlformats.org/officeDocument/2006/relationships" xmlns:a="http://schemas.openxmlformats.org/drawingml/2006/main" r:embed="Re96935bfadc749e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22" name="narrative-number">
            <a:extLst xmlns:a="http://schemas.openxmlformats.org/drawingml/2006/main">
              <a:ext uri="{FF2B5EF4-FFF2-40B4-BE49-F238E27FC236}">
                <a16:creationId xmlns:a16="http://schemas.microsoft.com/office/drawing/2014/main" id="{BB03D2FC-7EBB-4F0B-8676-98D15771B7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26092788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3" name="!!area-name">
            <a:extLst xmlns:a="http://schemas.openxmlformats.org/drawingml/2006/main">
              <a:ext uri="{FF2B5EF4-FFF2-40B4-BE49-F238E27FC236}">
                <a16:creationId xmlns:a16="http://schemas.microsoft.com/office/drawing/2014/main" id="{AA948801-8C1D-4D3C-BAB7-94E1690CF7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33" name="mini-map"/>
          <p:cNvPicPr>
            <a:picLocks xmlns:a="http://schemas.openxmlformats.org/drawingml/2006/main" noChangeAspect="1"/>
          </p:cNvPicPr>
          <p:nvPr/>
        </p:nvPicPr>
        <p:blipFill>
          <a:blip xmlns:r="http://schemas.openxmlformats.org/officeDocument/2006/relationships" xmlns:a="http://schemas.openxmlformats.org/drawingml/2006/main" r:embed="R72873fee57b54c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5" name="slide-title">
            <a:extLst xmlns:a="http://schemas.openxmlformats.org/drawingml/2006/main">
              <a:ext uri="{FF2B5EF4-FFF2-40B4-BE49-F238E27FC236}">
                <a16:creationId xmlns:a16="http://schemas.microsoft.com/office/drawing/2014/main" id="{982803D5-B12F-441B-A6E5-C379F0436C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26" name="header-divider">
            <a:extLst xmlns:a="http://schemas.openxmlformats.org/drawingml/2006/main">
              <a:ext uri="{FF2B5EF4-FFF2-40B4-BE49-F238E27FC236}">
                <a16:creationId xmlns:a16="http://schemas.microsoft.com/office/drawing/2014/main" id="{32F82308-64F8-41E7-B57E-370D07A0B2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7" name="31-text-1">
            <a:extLst xmlns:a="http://schemas.openxmlformats.org/drawingml/2006/main">
              <a:ext uri="{FF2B5EF4-FFF2-40B4-BE49-F238E27FC236}">
                <a16:creationId xmlns:a16="http://schemas.microsoft.com/office/drawing/2014/main" id="{D5EE5B5A-F4F7-4891-B5EB-92C4C9E9232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28" name="31-text-2">
            <a:extLst xmlns:a="http://schemas.openxmlformats.org/drawingml/2006/main">
              <a:ext uri="{FF2B5EF4-FFF2-40B4-BE49-F238E27FC236}">
                <a16:creationId xmlns:a16="http://schemas.microsoft.com/office/drawing/2014/main" id="{C92FD2DE-85A1-4443-9FA5-717CEEC87C5D}"/>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29" name="31-text-3">
            <a:extLst xmlns:a="http://schemas.openxmlformats.org/drawingml/2006/main">
              <a:ext uri="{FF2B5EF4-FFF2-40B4-BE49-F238E27FC236}">
                <a16:creationId xmlns:a16="http://schemas.microsoft.com/office/drawing/2014/main" id="{F4C50629-EB23-4430-A0B6-4D7814495FE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30" name="31-text-4">
            <a:extLst xmlns:a="http://schemas.openxmlformats.org/drawingml/2006/main">
              <a:ext uri="{FF2B5EF4-FFF2-40B4-BE49-F238E27FC236}">
                <a16:creationId xmlns:a16="http://schemas.microsoft.com/office/drawing/2014/main" id="{97B94CF0-E068-4D24-A4F4-B66B5EE5F126}"/>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31" name="narrative-number">
            <a:extLst xmlns:a="http://schemas.openxmlformats.org/drawingml/2006/main">
              <a:ext uri="{FF2B5EF4-FFF2-40B4-BE49-F238E27FC236}">
                <a16:creationId xmlns:a16="http://schemas.microsoft.com/office/drawing/2014/main" id="{E32EC291-5F68-4B85-9D22-E531C963EE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516506286"/>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2" name="!!area-name">
            <a:extLst xmlns:a="http://schemas.openxmlformats.org/drawingml/2006/main">
              <a:ext uri="{FF2B5EF4-FFF2-40B4-BE49-F238E27FC236}">
                <a16:creationId xmlns:a16="http://schemas.microsoft.com/office/drawing/2014/main" id="{65E268E6-9180-462A-AA39-6619F50D4E6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c4948090192f4d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4" name="slide-title">
            <a:extLst xmlns:a="http://schemas.openxmlformats.org/drawingml/2006/main">
              <a:ext uri="{FF2B5EF4-FFF2-40B4-BE49-F238E27FC236}">
                <a16:creationId xmlns:a16="http://schemas.microsoft.com/office/drawing/2014/main" id="{5BA870DB-23FD-4F04-9620-C00CA0B53D5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35" name="header-divider">
            <a:extLst xmlns:a="http://schemas.openxmlformats.org/drawingml/2006/main">
              <a:ext uri="{FF2B5EF4-FFF2-40B4-BE49-F238E27FC236}">
                <a16:creationId xmlns:a16="http://schemas.microsoft.com/office/drawing/2014/main" id="{6703EB03-763E-468A-B289-BD0D0E314B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6" name="32-text-1">
            <a:extLst xmlns:a="http://schemas.openxmlformats.org/drawingml/2006/main">
              <a:ext uri="{FF2B5EF4-FFF2-40B4-BE49-F238E27FC236}">
                <a16:creationId xmlns:a16="http://schemas.microsoft.com/office/drawing/2014/main" id="{01114C1B-06B9-4153-B80D-FCBEAD72DB4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37" name="32-text-2">
            <a:extLst xmlns:a="http://schemas.openxmlformats.org/drawingml/2006/main">
              <a:ext uri="{FF2B5EF4-FFF2-40B4-BE49-F238E27FC236}">
                <a16:creationId xmlns:a16="http://schemas.microsoft.com/office/drawing/2014/main" id="{0CFB5E6C-F138-485C-8A56-ED8D9D7AA6FD}"/>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38" name="32-text-3">
            <a:extLst xmlns:a="http://schemas.openxmlformats.org/drawingml/2006/main">
              <a:ext uri="{FF2B5EF4-FFF2-40B4-BE49-F238E27FC236}">
                <a16:creationId xmlns:a16="http://schemas.microsoft.com/office/drawing/2014/main" id="{15D580D4-1F8B-4DFF-BC5D-ABAF6A42804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39" name="32-text-4">
            <a:extLst xmlns:a="http://schemas.openxmlformats.org/drawingml/2006/main">
              <a:ext uri="{FF2B5EF4-FFF2-40B4-BE49-F238E27FC236}">
                <a16:creationId xmlns:a16="http://schemas.microsoft.com/office/drawing/2014/main" id="{6D8AE0B2-FD34-4253-85F3-24B4698E5DCF}"/>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40" name="32-text-5">
            <a:extLst xmlns:a="http://schemas.openxmlformats.org/drawingml/2006/main">
              <a:ext uri="{FF2B5EF4-FFF2-40B4-BE49-F238E27FC236}">
                <a16:creationId xmlns:a16="http://schemas.microsoft.com/office/drawing/2014/main" id="{5AAD50D6-8A4B-4AEA-BA62-9D06081332F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41" name="32-text-6">
            <a:extLst xmlns:a="http://schemas.openxmlformats.org/drawingml/2006/main">
              <a:ext uri="{FF2B5EF4-FFF2-40B4-BE49-F238E27FC236}">
                <a16:creationId xmlns:a16="http://schemas.microsoft.com/office/drawing/2014/main" id="{B680B4EC-81AF-43A4-9363-BDEF082D3F6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42" name="narrative-number">
            <a:extLst xmlns:a="http://schemas.openxmlformats.org/drawingml/2006/main">
              <a:ext uri="{FF2B5EF4-FFF2-40B4-BE49-F238E27FC236}">
                <a16:creationId xmlns:a16="http://schemas.microsoft.com/office/drawing/2014/main" id="{2B69878E-B00D-4100-9EFF-0C83F79060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742751291"/>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name">
            <a:extLst xmlns:a="http://schemas.openxmlformats.org/drawingml/2006/main">
              <a:ext uri="{FF2B5EF4-FFF2-40B4-BE49-F238E27FC236}">
                <a16:creationId xmlns:a16="http://schemas.microsoft.com/office/drawing/2014/main" id="{814CE853-6FD1-4B43-8E27-33A728CFF6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c1707242143c40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5" name="slide-title">
            <a:extLst xmlns:a="http://schemas.openxmlformats.org/drawingml/2006/main">
              <a:ext uri="{FF2B5EF4-FFF2-40B4-BE49-F238E27FC236}">
                <a16:creationId xmlns:a16="http://schemas.microsoft.com/office/drawing/2014/main" id="{D5470E87-E90B-47AC-96DD-7EFDF7875E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46" name="header-divider">
            <a:extLst xmlns:a="http://schemas.openxmlformats.org/drawingml/2006/main">
              <a:ext uri="{FF2B5EF4-FFF2-40B4-BE49-F238E27FC236}">
                <a16:creationId xmlns:a16="http://schemas.microsoft.com/office/drawing/2014/main" id="{EFFD86E3-3C77-487B-9EC6-357B151D09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33-text-1">
            <a:extLst xmlns:a="http://schemas.openxmlformats.org/drawingml/2006/main">
              <a:ext uri="{FF2B5EF4-FFF2-40B4-BE49-F238E27FC236}">
                <a16:creationId xmlns:a16="http://schemas.microsoft.com/office/drawing/2014/main" id="{BB792CE5-9F84-463C-BFCA-503C58FF5E1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48" name="33-text-2">
            <a:extLst xmlns:a="http://schemas.openxmlformats.org/drawingml/2006/main">
              <a:ext uri="{FF2B5EF4-FFF2-40B4-BE49-F238E27FC236}">
                <a16:creationId xmlns:a16="http://schemas.microsoft.com/office/drawing/2014/main" id="{8856DD9D-D5BF-4A82-BDA7-4A1210A07B9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49" name="33-text-3">
            <a:extLst xmlns:a="http://schemas.openxmlformats.org/drawingml/2006/main">
              <a:ext uri="{FF2B5EF4-FFF2-40B4-BE49-F238E27FC236}">
                <a16:creationId xmlns:a16="http://schemas.microsoft.com/office/drawing/2014/main" id="{998007DA-06CD-4CF7-8F7D-B11B168CBE7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50" name="33-text-4">
            <a:extLst xmlns:a="http://schemas.openxmlformats.org/drawingml/2006/main">
              <a:ext uri="{FF2B5EF4-FFF2-40B4-BE49-F238E27FC236}">
                <a16:creationId xmlns:a16="http://schemas.microsoft.com/office/drawing/2014/main" id="{502997E3-F4D0-4FEB-A0A8-AF673B378023}"/>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51" name="33-text-5">
            <a:extLst xmlns:a="http://schemas.openxmlformats.org/drawingml/2006/main">
              <a:ext uri="{FF2B5EF4-FFF2-40B4-BE49-F238E27FC236}">
                <a16:creationId xmlns:a16="http://schemas.microsoft.com/office/drawing/2014/main" id="{EC2C5EE3-2984-49AF-8A79-F77F63B5463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52" name="33-text-6">
            <a:extLst xmlns:a="http://schemas.openxmlformats.org/drawingml/2006/main">
              <a:ext uri="{FF2B5EF4-FFF2-40B4-BE49-F238E27FC236}">
                <a16:creationId xmlns:a16="http://schemas.microsoft.com/office/drawing/2014/main" id="{1ADAC6F1-55B3-4B01-9D3A-D89DC6D6FE2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53" name="33-text-7">
            <a:extLst xmlns:a="http://schemas.openxmlformats.org/drawingml/2006/main">
              <a:ext uri="{FF2B5EF4-FFF2-40B4-BE49-F238E27FC236}">
                <a16:creationId xmlns:a16="http://schemas.microsoft.com/office/drawing/2014/main" id="{3014BE55-1450-4FC6-864D-CF001388FF0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54" name="33-text-8">
            <a:extLst xmlns:a="http://schemas.openxmlformats.org/drawingml/2006/main">
              <a:ext uri="{FF2B5EF4-FFF2-40B4-BE49-F238E27FC236}">
                <a16:creationId xmlns:a16="http://schemas.microsoft.com/office/drawing/2014/main" id="{F46045B0-584C-4088-992A-37320C218AC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55" name="33-text-9">
            <a:extLst xmlns:a="http://schemas.openxmlformats.org/drawingml/2006/main">
              <a:ext uri="{FF2B5EF4-FFF2-40B4-BE49-F238E27FC236}">
                <a16:creationId xmlns:a16="http://schemas.microsoft.com/office/drawing/2014/main" id="{C10577E0-CF8E-4615-AE59-CC08716F0E2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56" name="narrative-number">
            <a:extLst xmlns:a="http://schemas.openxmlformats.org/drawingml/2006/main">
              <a:ext uri="{FF2B5EF4-FFF2-40B4-BE49-F238E27FC236}">
                <a16:creationId xmlns:a16="http://schemas.microsoft.com/office/drawing/2014/main" id="{3CACC863-67E7-44C8-992C-ED4BDD0F296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3886546219"/>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4625E01F-0706-47DD-A0FB-3FED16C154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73" name="mini-map"/>
          <p:cNvPicPr>
            <a:picLocks xmlns:a="http://schemas.openxmlformats.org/drawingml/2006/main" noChangeAspect="1"/>
          </p:cNvPicPr>
          <p:nvPr/>
        </p:nvPicPr>
        <p:blipFill>
          <a:blip xmlns:r="http://schemas.openxmlformats.org/officeDocument/2006/relationships" xmlns:a="http://schemas.openxmlformats.org/drawingml/2006/main" r:embed="R74973501531d47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62DC0903-A97F-462B-B313-DC43019772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60" name="header-divider">
            <a:extLst xmlns:a="http://schemas.openxmlformats.org/drawingml/2006/main">
              <a:ext uri="{FF2B5EF4-FFF2-40B4-BE49-F238E27FC236}">
                <a16:creationId xmlns:a16="http://schemas.microsoft.com/office/drawing/2014/main" id="{F97F5EE3-D249-44A3-8CBB-B3B8414C00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4-text-1">
            <a:extLst xmlns:a="http://schemas.openxmlformats.org/drawingml/2006/main">
              <a:ext uri="{FF2B5EF4-FFF2-40B4-BE49-F238E27FC236}">
                <a16:creationId xmlns:a16="http://schemas.microsoft.com/office/drawing/2014/main" id="{17CC5E3E-75A0-4780-A5C9-5B41E69DB0D2}"/>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62" name="34-text-2">
            <a:extLst xmlns:a="http://schemas.openxmlformats.org/drawingml/2006/main">
              <a:ext uri="{FF2B5EF4-FFF2-40B4-BE49-F238E27FC236}">
                <a16:creationId xmlns:a16="http://schemas.microsoft.com/office/drawing/2014/main" id="{36CF23DF-06E3-4A81-A46E-BD89C0CD8EF4}"/>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63" name="34-text-3">
            <a:extLst xmlns:a="http://schemas.openxmlformats.org/drawingml/2006/main">
              <a:ext uri="{FF2B5EF4-FFF2-40B4-BE49-F238E27FC236}">
                <a16:creationId xmlns:a16="http://schemas.microsoft.com/office/drawing/2014/main" id="{D6AB292C-4958-4FFA-98C0-5A3A40D5ECE8}"/>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64" name="34-text-4">
            <a:extLst xmlns:a="http://schemas.openxmlformats.org/drawingml/2006/main">
              <a:ext uri="{FF2B5EF4-FFF2-40B4-BE49-F238E27FC236}">
                <a16:creationId xmlns:a16="http://schemas.microsoft.com/office/drawing/2014/main" id="{23E3D9AA-A2C9-40B0-A1FE-127CCE2D320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65" name="34-text-5">
            <a:extLst xmlns:a="http://schemas.openxmlformats.org/drawingml/2006/main">
              <a:ext uri="{FF2B5EF4-FFF2-40B4-BE49-F238E27FC236}">
                <a16:creationId xmlns:a16="http://schemas.microsoft.com/office/drawing/2014/main" id="{F06755EE-7052-4C30-916E-B044CC9440D0}"/>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66" name="34-text-6">
            <a:extLst xmlns:a="http://schemas.openxmlformats.org/drawingml/2006/main">
              <a:ext uri="{FF2B5EF4-FFF2-40B4-BE49-F238E27FC236}">
                <a16:creationId xmlns:a16="http://schemas.microsoft.com/office/drawing/2014/main" id="{7B6BD03A-66D0-4BB3-BAB8-EB9257B07C4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67" name="34-text-7">
            <a:extLst xmlns:a="http://schemas.openxmlformats.org/drawingml/2006/main">
              <a:ext uri="{FF2B5EF4-FFF2-40B4-BE49-F238E27FC236}">
                <a16:creationId xmlns:a16="http://schemas.microsoft.com/office/drawing/2014/main" id="{B0C431CD-C58F-4746-B708-7228AD16C0D1}"/>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68" name="34-text-8">
            <a:extLst xmlns:a="http://schemas.openxmlformats.org/drawingml/2006/main">
              <a:ext uri="{FF2B5EF4-FFF2-40B4-BE49-F238E27FC236}">
                <a16:creationId xmlns:a16="http://schemas.microsoft.com/office/drawing/2014/main" id="{7730D9CB-10DA-4240-9883-1B39E9D716EC}"/>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69" name="34-text-9">
            <a:extLst xmlns:a="http://schemas.openxmlformats.org/drawingml/2006/main">
              <a:ext uri="{FF2B5EF4-FFF2-40B4-BE49-F238E27FC236}">
                <a16:creationId xmlns:a16="http://schemas.microsoft.com/office/drawing/2014/main" id="{48F0A9AE-B5D1-4138-8CBE-924AFD411722}"/>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70" name="34-text-10">
            <a:extLst xmlns:a="http://schemas.openxmlformats.org/drawingml/2006/main">
              <a:ext uri="{FF2B5EF4-FFF2-40B4-BE49-F238E27FC236}">
                <a16:creationId xmlns:a16="http://schemas.microsoft.com/office/drawing/2014/main" id="{84CC6CD6-C401-4D66-9494-3B86517BAF47}"/>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71" name="narrative-number">
            <a:extLst xmlns:a="http://schemas.openxmlformats.org/drawingml/2006/main">
              <a:ext uri="{FF2B5EF4-FFF2-40B4-BE49-F238E27FC236}">
                <a16:creationId xmlns:a16="http://schemas.microsoft.com/office/drawing/2014/main" id="{6307757C-35BB-47AA-8D05-4930C7B83A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104059935"/>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2" name="!!area-name">
            <a:extLst xmlns:a="http://schemas.openxmlformats.org/drawingml/2006/main">
              <a:ext uri="{FF2B5EF4-FFF2-40B4-BE49-F238E27FC236}">
                <a16:creationId xmlns:a16="http://schemas.microsoft.com/office/drawing/2014/main" id="{08FFE125-23A3-4153-ABB6-3F27B27554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ba791899675f4b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4" name="header-divider">
            <a:extLst xmlns:a="http://schemas.openxmlformats.org/drawingml/2006/main">
              <a:ext uri="{FF2B5EF4-FFF2-40B4-BE49-F238E27FC236}">
                <a16:creationId xmlns:a16="http://schemas.microsoft.com/office/drawing/2014/main" id="{5BC3F651-2B8E-420D-AFB8-FFECCBF5DF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5" name="35-text-1">
            <a:extLst xmlns:a="http://schemas.openxmlformats.org/drawingml/2006/main">
              <a:ext uri="{FF2B5EF4-FFF2-40B4-BE49-F238E27FC236}">
                <a16:creationId xmlns:a16="http://schemas.microsoft.com/office/drawing/2014/main" id="{03789567-D84B-4426-9D9D-F86F93E594F3}"/>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84" name="35-image-2"/>
          <p:cNvPicPr>
            <a:picLocks xmlns:a="http://schemas.openxmlformats.org/drawingml/2006/main" noChangeAspect="1"/>
          </p:cNvPicPr>
          <p:nvPr/>
        </p:nvPicPr>
        <p:blipFill>
          <a:blip xmlns:r="http://schemas.openxmlformats.org/officeDocument/2006/relationships" xmlns:a="http://schemas.openxmlformats.org/drawingml/2006/main" r:embed="R599b355782be498a"/>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77" name="35-text-3">
            <a:extLst xmlns:a="http://schemas.openxmlformats.org/drawingml/2006/main">
              <a:ext uri="{FF2B5EF4-FFF2-40B4-BE49-F238E27FC236}">
                <a16:creationId xmlns:a16="http://schemas.microsoft.com/office/drawing/2014/main" id="{BAEABFD4-138C-4F86-A465-4EDB5928E9D7}"/>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78" name="35-text-4">
            <a:extLst xmlns:a="http://schemas.openxmlformats.org/drawingml/2006/main">
              <a:ext uri="{FF2B5EF4-FFF2-40B4-BE49-F238E27FC236}">
                <a16:creationId xmlns:a16="http://schemas.microsoft.com/office/drawing/2014/main" id="{80F30118-9B9F-4159-AA99-5921F3DDCCC3}"/>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79" name="narrative-number">
            <a:extLst xmlns:a="http://schemas.openxmlformats.org/drawingml/2006/main">
              <a:ext uri="{FF2B5EF4-FFF2-40B4-BE49-F238E27FC236}">
                <a16:creationId xmlns:a16="http://schemas.microsoft.com/office/drawing/2014/main" id="{3B33FE17-6465-40B2-9BE0-BE2B1D8082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383041092"/>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AE0DF662-F525-4C1F-BBC0-7595868438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90" name="mini-map"/>
          <p:cNvPicPr>
            <a:picLocks xmlns:a="http://schemas.openxmlformats.org/drawingml/2006/main" noChangeAspect="1"/>
          </p:cNvPicPr>
          <p:nvPr/>
        </p:nvPicPr>
        <p:blipFill>
          <a:blip xmlns:r="http://schemas.openxmlformats.org/officeDocument/2006/relationships" xmlns:a="http://schemas.openxmlformats.org/drawingml/2006/main" r:embed="Raf02e7ec7a204af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slide-title">
            <a:extLst xmlns:a="http://schemas.openxmlformats.org/drawingml/2006/main">
              <a:ext uri="{FF2B5EF4-FFF2-40B4-BE49-F238E27FC236}">
                <a16:creationId xmlns:a16="http://schemas.microsoft.com/office/drawing/2014/main" id="{73420524-42DE-4D16-9FCE-7B81668D241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83" name="header-divider">
            <a:extLst xmlns:a="http://schemas.openxmlformats.org/drawingml/2006/main">
              <a:ext uri="{FF2B5EF4-FFF2-40B4-BE49-F238E27FC236}">
                <a16:creationId xmlns:a16="http://schemas.microsoft.com/office/drawing/2014/main" id="{FFB8E3FD-8A62-40F2-99BB-2F4A77749E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4" name="36-text-1">
            <a:extLst xmlns:a="http://schemas.openxmlformats.org/drawingml/2006/main">
              <a:ext uri="{FF2B5EF4-FFF2-40B4-BE49-F238E27FC236}">
                <a16:creationId xmlns:a16="http://schemas.microsoft.com/office/drawing/2014/main" id="{5E862444-6C20-4CB0-80DF-E5FBD4A2019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85" name="36-text-2">
            <a:extLst xmlns:a="http://schemas.openxmlformats.org/drawingml/2006/main">
              <a:ext uri="{FF2B5EF4-FFF2-40B4-BE49-F238E27FC236}">
                <a16:creationId xmlns:a16="http://schemas.microsoft.com/office/drawing/2014/main" id="{21A7A573-FC85-419C-A636-411C5AF5F2E2}"/>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86" name="36-text-3">
            <a:extLst xmlns:a="http://schemas.openxmlformats.org/drawingml/2006/main">
              <a:ext uri="{FF2B5EF4-FFF2-40B4-BE49-F238E27FC236}">
                <a16:creationId xmlns:a16="http://schemas.microsoft.com/office/drawing/2014/main" id="{0A62AFA0-47AD-420A-A725-FB144D1FC463}"/>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87" name="36-text-4">
            <a:extLst xmlns:a="http://schemas.openxmlformats.org/drawingml/2006/main">
              <a:ext uri="{FF2B5EF4-FFF2-40B4-BE49-F238E27FC236}">
                <a16:creationId xmlns:a16="http://schemas.microsoft.com/office/drawing/2014/main" id="{9E179E11-A6E4-4FCC-B5E8-853259324DBD}"/>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88" name="narrative-number">
            <a:extLst xmlns:a="http://schemas.openxmlformats.org/drawingml/2006/main">
              <a:ext uri="{FF2B5EF4-FFF2-40B4-BE49-F238E27FC236}">
                <a16:creationId xmlns:a16="http://schemas.microsoft.com/office/drawing/2014/main" id="{46ABE781-C870-418D-AD76-1E5C73F60F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3754940150"/>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9" name="!!area-name">
            <a:extLst xmlns:a="http://schemas.openxmlformats.org/drawingml/2006/main">
              <a:ext uri="{FF2B5EF4-FFF2-40B4-BE49-F238E27FC236}">
                <a16:creationId xmlns:a16="http://schemas.microsoft.com/office/drawing/2014/main" id="{2F7AAF6B-28CF-4016-A57C-831B8E7299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9a9e0e61f33140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1" name="slide-title">
            <a:extLst xmlns:a="http://schemas.openxmlformats.org/drawingml/2006/main">
              <a:ext uri="{FF2B5EF4-FFF2-40B4-BE49-F238E27FC236}">
                <a16:creationId xmlns:a16="http://schemas.microsoft.com/office/drawing/2014/main" id="{61C81CCF-2A4B-4AAF-A0E8-9E852BCA062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92" name="header-divider">
            <a:extLst xmlns:a="http://schemas.openxmlformats.org/drawingml/2006/main">
              <a:ext uri="{FF2B5EF4-FFF2-40B4-BE49-F238E27FC236}">
                <a16:creationId xmlns:a16="http://schemas.microsoft.com/office/drawing/2014/main" id="{F1A87FE3-F036-408F-AADF-3313651457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37-text-1">
            <a:extLst xmlns:a="http://schemas.openxmlformats.org/drawingml/2006/main">
              <a:ext uri="{FF2B5EF4-FFF2-40B4-BE49-F238E27FC236}">
                <a16:creationId xmlns:a16="http://schemas.microsoft.com/office/drawing/2014/main" id="{4A12EA68-D5A4-498A-B30F-2CAA966AF8AB}"/>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94" name="37-text-2">
            <a:extLst xmlns:a="http://schemas.openxmlformats.org/drawingml/2006/main">
              <a:ext uri="{FF2B5EF4-FFF2-40B4-BE49-F238E27FC236}">
                <a16:creationId xmlns:a16="http://schemas.microsoft.com/office/drawing/2014/main" id="{50A506D1-4523-47EA-B6B9-920931AEA694}"/>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95" name="37-text-3">
            <a:extLst xmlns:a="http://schemas.openxmlformats.org/drawingml/2006/main">
              <a:ext uri="{FF2B5EF4-FFF2-40B4-BE49-F238E27FC236}">
                <a16:creationId xmlns:a16="http://schemas.microsoft.com/office/drawing/2014/main" id="{91AC1879-391D-4716-9C47-31AED48685E4}"/>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96" name="37-text-4">
            <a:extLst xmlns:a="http://schemas.openxmlformats.org/drawingml/2006/main">
              <a:ext uri="{FF2B5EF4-FFF2-40B4-BE49-F238E27FC236}">
                <a16:creationId xmlns:a16="http://schemas.microsoft.com/office/drawing/2014/main" id="{81D2646F-BEF2-4E9E-BBB9-5582C3B1B352}"/>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97" name="37-text-5">
            <a:extLst xmlns:a="http://schemas.openxmlformats.org/drawingml/2006/main">
              <a:ext uri="{FF2B5EF4-FFF2-40B4-BE49-F238E27FC236}">
                <a16:creationId xmlns:a16="http://schemas.microsoft.com/office/drawing/2014/main" id="{F5D96412-367E-42B6-87FC-21736E6C4AF2}"/>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98" name="37-text-6">
            <a:extLst xmlns:a="http://schemas.openxmlformats.org/drawingml/2006/main">
              <a:ext uri="{FF2B5EF4-FFF2-40B4-BE49-F238E27FC236}">
                <a16:creationId xmlns:a16="http://schemas.microsoft.com/office/drawing/2014/main" id="{7F948F4F-EEDE-4631-B8D3-1B3FE31BFAA2}"/>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99" name="37-text-7">
            <a:extLst xmlns:a="http://schemas.openxmlformats.org/drawingml/2006/main">
              <a:ext uri="{FF2B5EF4-FFF2-40B4-BE49-F238E27FC236}">
                <a16:creationId xmlns:a16="http://schemas.microsoft.com/office/drawing/2014/main" id="{8F286608-3A38-4EE1-90E3-C95D4D4BB124}"/>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00" name="37-text-8">
            <a:extLst xmlns:a="http://schemas.openxmlformats.org/drawingml/2006/main">
              <a:ext uri="{FF2B5EF4-FFF2-40B4-BE49-F238E27FC236}">
                <a16:creationId xmlns:a16="http://schemas.microsoft.com/office/drawing/2014/main" id="{F2608746-C069-4BD3-9FA0-B21A30DBB958}"/>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01" name="narrative-number">
            <a:extLst xmlns:a="http://schemas.openxmlformats.org/drawingml/2006/main">
              <a:ext uri="{FF2B5EF4-FFF2-40B4-BE49-F238E27FC236}">
                <a16:creationId xmlns:a16="http://schemas.microsoft.com/office/drawing/2014/main" id="{9542FB36-64FD-4AF8-B967-7575711DFE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2099236218"/>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F56B8BFB-4AFE-4723-8B01-A2F3363F0D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17" name="mini-map"/>
          <p:cNvPicPr>
            <a:picLocks xmlns:a="http://schemas.openxmlformats.org/drawingml/2006/main" noChangeAspect="1"/>
          </p:cNvPicPr>
          <p:nvPr/>
        </p:nvPicPr>
        <p:blipFill>
          <a:blip xmlns:r="http://schemas.openxmlformats.org/officeDocument/2006/relationships" xmlns:a="http://schemas.openxmlformats.org/drawingml/2006/main" r:embed="R57bf66cdcf4f47a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19430D13-3E66-479C-97B0-62869F80F2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05" name="header-divider">
            <a:extLst xmlns:a="http://schemas.openxmlformats.org/drawingml/2006/main">
              <a:ext uri="{FF2B5EF4-FFF2-40B4-BE49-F238E27FC236}">
                <a16:creationId xmlns:a16="http://schemas.microsoft.com/office/drawing/2014/main" id="{6B61C769-DE59-4047-ACA2-CC289BF433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8-text-1">
            <a:extLst xmlns:a="http://schemas.openxmlformats.org/drawingml/2006/main">
              <a:ext uri="{FF2B5EF4-FFF2-40B4-BE49-F238E27FC236}">
                <a16:creationId xmlns:a16="http://schemas.microsoft.com/office/drawing/2014/main" id="{62DF19D4-12FD-4493-B7C4-8C7B71FE9F5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07" name="38-text-2">
            <a:extLst xmlns:a="http://schemas.openxmlformats.org/drawingml/2006/main">
              <a:ext uri="{FF2B5EF4-FFF2-40B4-BE49-F238E27FC236}">
                <a16:creationId xmlns:a16="http://schemas.microsoft.com/office/drawing/2014/main" id="{CA7549B7-7F6B-4105-B998-C73D17206E9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08" name="38-text-3">
            <a:extLst xmlns:a="http://schemas.openxmlformats.org/drawingml/2006/main">
              <a:ext uri="{FF2B5EF4-FFF2-40B4-BE49-F238E27FC236}">
                <a16:creationId xmlns:a16="http://schemas.microsoft.com/office/drawing/2014/main" id="{B4921467-CC87-4C4C-85E6-8A00FD76760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09" name="38-text-4">
            <a:extLst xmlns:a="http://schemas.openxmlformats.org/drawingml/2006/main">
              <a:ext uri="{FF2B5EF4-FFF2-40B4-BE49-F238E27FC236}">
                <a16:creationId xmlns:a16="http://schemas.microsoft.com/office/drawing/2014/main" id="{EB92FAEA-E708-455C-80D1-1B751D1784C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10" name="38-text-5">
            <a:extLst xmlns:a="http://schemas.openxmlformats.org/drawingml/2006/main">
              <a:ext uri="{FF2B5EF4-FFF2-40B4-BE49-F238E27FC236}">
                <a16:creationId xmlns:a16="http://schemas.microsoft.com/office/drawing/2014/main" id="{ED835995-3DE3-40DF-BC60-4BA6C8B8D467}"/>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11" name="38-text-6">
            <a:extLst xmlns:a="http://schemas.openxmlformats.org/drawingml/2006/main">
              <a:ext uri="{FF2B5EF4-FFF2-40B4-BE49-F238E27FC236}">
                <a16:creationId xmlns:a16="http://schemas.microsoft.com/office/drawing/2014/main" id="{46E1738E-8F91-4C49-A00C-B2EF6D52625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12" name="38-text-7">
            <a:extLst xmlns:a="http://schemas.openxmlformats.org/drawingml/2006/main">
              <a:ext uri="{FF2B5EF4-FFF2-40B4-BE49-F238E27FC236}">
                <a16:creationId xmlns:a16="http://schemas.microsoft.com/office/drawing/2014/main" id="{E91C1633-363D-4697-91B6-BD36F02924E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13" name="38-text-8">
            <a:extLst xmlns:a="http://schemas.openxmlformats.org/drawingml/2006/main">
              <a:ext uri="{FF2B5EF4-FFF2-40B4-BE49-F238E27FC236}">
                <a16:creationId xmlns:a16="http://schemas.microsoft.com/office/drawing/2014/main" id="{05A242F3-EB7B-4D43-A2D6-03467751B92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14" name="38-text-9">
            <a:extLst xmlns:a="http://schemas.openxmlformats.org/drawingml/2006/main">
              <a:ext uri="{FF2B5EF4-FFF2-40B4-BE49-F238E27FC236}">
                <a16:creationId xmlns:a16="http://schemas.microsoft.com/office/drawing/2014/main" id="{95BFC086-3DEA-4736-93FD-9A17C10A209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15" name="narrative-number">
            <a:extLst xmlns:a="http://schemas.openxmlformats.org/drawingml/2006/main">
              <a:ext uri="{FF2B5EF4-FFF2-40B4-BE49-F238E27FC236}">
                <a16:creationId xmlns:a16="http://schemas.microsoft.com/office/drawing/2014/main" id="{4F70A7DE-1599-4C5F-BE03-EDF50FC3DD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230195630"/>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6" name="!!area-name">
            <a:extLst xmlns:a="http://schemas.openxmlformats.org/drawingml/2006/main">
              <a:ext uri="{FF2B5EF4-FFF2-40B4-BE49-F238E27FC236}">
                <a16:creationId xmlns:a16="http://schemas.microsoft.com/office/drawing/2014/main" id="{B7F3487D-AA6D-4870-9DCC-B57895B00EB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24" name="mini-map"/>
          <p:cNvPicPr>
            <a:picLocks xmlns:a="http://schemas.openxmlformats.org/drawingml/2006/main" noChangeAspect="1"/>
          </p:cNvPicPr>
          <p:nvPr/>
        </p:nvPicPr>
        <p:blipFill>
          <a:blip xmlns:r="http://schemas.openxmlformats.org/officeDocument/2006/relationships" xmlns:a="http://schemas.openxmlformats.org/drawingml/2006/main" r:embed="Rf82108761bf54e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8" name="slide-title">
            <a:extLst xmlns:a="http://schemas.openxmlformats.org/drawingml/2006/main">
              <a:ext uri="{FF2B5EF4-FFF2-40B4-BE49-F238E27FC236}">
                <a16:creationId xmlns:a16="http://schemas.microsoft.com/office/drawing/2014/main" id="{DE91F27C-E320-4FE9-A275-CF46DEBDB3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19" name="header-divider">
            <a:extLst xmlns:a="http://schemas.openxmlformats.org/drawingml/2006/main">
              <a:ext uri="{FF2B5EF4-FFF2-40B4-BE49-F238E27FC236}">
                <a16:creationId xmlns:a16="http://schemas.microsoft.com/office/drawing/2014/main" id="{C08F5966-79F5-4DA8-A173-46E5751DF8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39-text-1">
            <a:extLst xmlns:a="http://schemas.openxmlformats.org/drawingml/2006/main">
              <a:ext uri="{FF2B5EF4-FFF2-40B4-BE49-F238E27FC236}">
                <a16:creationId xmlns:a16="http://schemas.microsoft.com/office/drawing/2014/main" id="{4E8B0B35-E051-4BD3-81A1-6F147C8A683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28"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22" name="narrative-number">
            <a:extLst xmlns:a="http://schemas.openxmlformats.org/drawingml/2006/main">
              <a:ext uri="{FF2B5EF4-FFF2-40B4-BE49-F238E27FC236}">
                <a16:creationId xmlns:a16="http://schemas.microsoft.com/office/drawing/2014/main" id="{C09F3CBD-04E9-407B-97ED-86B26B66E8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6783204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25" name="40-image-1"/>
          <p:cNvPicPr>
            <a:picLocks xmlns:a="http://schemas.openxmlformats.org/drawingml/2006/main" noChangeAspect="1"/>
          </p:cNvPicPr>
          <p:nvPr/>
        </p:nvPicPr>
        <p:blipFill>
          <a:blip xmlns:r="http://schemas.openxmlformats.org/officeDocument/2006/relationships" xmlns:a="http://schemas.openxmlformats.org/drawingml/2006/main" r:embed="R80515de1965b48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24" name="narrative-number">
            <a:extLst xmlns:a="http://schemas.openxmlformats.org/drawingml/2006/main">
              <a:ext uri="{FF2B5EF4-FFF2-40B4-BE49-F238E27FC236}">
                <a16:creationId xmlns:a16="http://schemas.microsoft.com/office/drawing/2014/main" id="{6C43A160-14CC-40A7-8630-E70CF63FC4C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90736907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section-label">
            <a:extLst xmlns:a="http://schemas.openxmlformats.org/drawingml/2006/main">
              <a:ext uri="{FF2B5EF4-FFF2-40B4-BE49-F238E27FC236}">
                <a16:creationId xmlns:a16="http://schemas.microsoft.com/office/drawing/2014/main" id="{0ECD3166-94FD-41C2-8755-56485CFFAB7E}"/>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26" name="section-rule">
            <a:extLst xmlns:a="http://schemas.openxmlformats.org/drawingml/2006/main">
              <a:ext uri="{FF2B5EF4-FFF2-40B4-BE49-F238E27FC236}">
                <a16:creationId xmlns:a16="http://schemas.microsoft.com/office/drawing/2014/main" id="{946017D0-97EE-4EFC-8B10-C3CC6BB392D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7" name="section-title">
            <a:extLst xmlns:a="http://schemas.openxmlformats.org/drawingml/2006/main">
              <a:ext uri="{FF2B5EF4-FFF2-40B4-BE49-F238E27FC236}">
                <a16:creationId xmlns:a16="http://schemas.microsoft.com/office/drawing/2014/main" id="{EA143485-195E-4B18-B5EE-DA91097D2B1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28" name="narrative-number">
            <a:extLst xmlns:a="http://schemas.openxmlformats.org/drawingml/2006/main">
              <a:ext uri="{FF2B5EF4-FFF2-40B4-BE49-F238E27FC236}">
                <a16:creationId xmlns:a16="http://schemas.microsoft.com/office/drawing/2014/main" id="{8233E62D-FAFF-435F-9889-A544390A356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141679929"/>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D7A37C26-7401-4DD1-9B3D-E6CA25794D1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36" name="mini-map"/>
          <p:cNvPicPr>
            <a:picLocks xmlns:a="http://schemas.openxmlformats.org/drawingml/2006/main" noChangeAspect="1"/>
          </p:cNvPicPr>
          <p:nvPr/>
        </p:nvPicPr>
        <p:blipFill>
          <a:blip xmlns:r="http://schemas.openxmlformats.org/officeDocument/2006/relationships" xmlns:a="http://schemas.openxmlformats.org/drawingml/2006/main" r:embed="Rba0f70f2a95740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slide-title">
            <a:extLst xmlns:a="http://schemas.openxmlformats.org/drawingml/2006/main">
              <a:ext uri="{FF2B5EF4-FFF2-40B4-BE49-F238E27FC236}">
                <a16:creationId xmlns:a16="http://schemas.microsoft.com/office/drawing/2014/main" id="{74F3C803-2B51-4A5F-B6F9-0823493ED9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32" name="header-divider">
            <a:extLst xmlns:a="http://schemas.openxmlformats.org/drawingml/2006/main">
              <a:ext uri="{FF2B5EF4-FFF2-40B4-BE49-F238E27FC236}">
                <a16:creationId xmlns:a16="http://schemas.microsoft.com/office/drawing/2014/main" id="{7E15DF1A-87A7-4A8C-A353-161699AE440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39"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4" name="narrative-number">
            <a:extLst xmlns:a="http://schemas.openxmlformats.org/drawingml/2006/main">
              <a:ext uri="{FF2B5EF4-FFF2-40B4-BE49-F238E27FC236}">
                <a16:creationId xmlns:a16="http://schemas.microsoft.com/office/drawing/2014/main" id="{B1081918-4F97-40A8-B149-4F8223555B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324448339"/>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5" name="!!area-name">
            <a:extLst xmlns:a="http://schemas.openxmlformats.org/drawingml/2006/main">
              <a:ext uri="{FF2B5EF4-FFF2-40B4-BE49-F238E27FC236}">
                <a16:creationId xmlns:a16="http://schemas.microsoft.com/office/drawing/2014/main" id="{EE6EDDB4-8C08-4593-B5FF-8AF506612D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42" name="mini-map"/>
          <p:cNvPicPr>
            <a:picLocks xmlns:a="http://schemas.openxmlformats.org/drawingml/2006/main" noChangeAspect="1"/>
          </p:cNvPicPr>
          <p:nvPr/>
        </p:nvPicPr>
        <p:blipFill>
          <a:blip xmlns:r="http://schemas.openxmlformats.org/officeDocument/2006/relationships" xmlns:a="http://schemas.openxmlformats.org/drawingml/2006/main" r:embed="R544ed1fe831e4d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7" name="slide-title">
            <a:extLst xmlns:a="http://schemas.openxmlformats.org/drawingml/2006/main">
              <a:ext uri="{FF2B5EF4-FFF2-40B4-BE49-F238E27FC236}">
                <a16:creationId xmlns:a16="http://schemas.microsoft.com/office/drawing/2014/main" id="{2FA24DC1-F592-4658-A64C-9CB49A41720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38" name="header-divider">
            <a:extLst xmlns:a="http://schemas.openxmlformats.org/drawingml/2006/main">
              <a:ext uri="{FF2B5EF4-FFF2-40B4-BE49-F238E27FC236}">
                <a16:creationId xmlns:a16="http://schemas.microsoft.com/office/drawing/2014/main" id="{C9C33FB5-223D-4585-900C-5B1D9E2F38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5"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40" name="narrative-number">
            <a:extLst xmlns:a="http://schemas.openxmlformats.org/drawingml/2006/main">
              <a:ext uri="{FF2B5EF4-FFF2-40B4-BE49-F238E27FC236}">
                <a16:creationId xmlns:a16="http://schemas.microsoft.com/office/drawing/2014/main" id="{3AE10A7E-0F5E-4693-92EC-16AD285F4E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693341851"/>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1" name="!!area-name">
            <a:extLst xmlns:a="http://schemas.openxmlformats.org/drawingml/2006/main">
              <a:ext uri="{FF2B5EF4-FFF2-40B4-BE49-F238E27FC236}">
                <a16:creationId xmlns:a16="http://schemas.microsoft.com/office/drawing/2014/main" id="{4AA5B87C-D6A4-420E-955D-BFC6A111239D}"/>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2" name="header-divider">
            <a:extLst xmlns:a="http://schemas.openxmlformats.org/drawingml/2006/main">
              <a:ext uri="{FF2B5EF4-FFF2-40B4-BE49-F238E27FC236}">
                <a16:creationId xmlns:a16="http://schemas.microsoft.com/office/drawing/2014/main" id="{2C22EDBD-1C5F-4DA7-95DA-E8820893A1C3}"/>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3" name="44-shape-1">
            <a:extLst xmlns:a="http://schemas.openxmlformats.org/drawingml/2006/main">
              <a:ext uri="{FF2B5EF4-FFF2-40B4-BE49-F238E27FC236}">
                <a16:creationId xmlns:a16="http://schemas.microsoft.com/office/drawing/2014/main" id="{26054714-53D1-44F1-A6CD-C56991B9AD2A}"/>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4" name="44-shape-2">
            <a:extLst xmlns:a="http://schemas.openxmlformats.org/drawingml/2006/main">
              <a:ext uri="{FF2B5EF4-FFF2-40B4-BE49-F238E27FC236}">
                <a16:creationId xmlns:a16="http://schemas.microsoft.com/office/drawing/2014/main" id="{7140689B-1F98-4F09-977E-1478AD2B1801}"/>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5" name="44-text-3">
            <a:extLst xmlns:a="http://schemas.openxmlformats.org/drawingml/2006/main">
              <a:ext uri="{FF2B5EF4-FFF2-40B4-BE49-F238E27FC236}">
                <a16:creationId xmlns:a16="http://schemas.microsoft.com/office/drawing/2014/main" id="{14C9328B-328B-44BE-8CD8-2B9ECA32C08F}"/>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46" name="44-text-4">
            <a:extLst xmlns:a="http://schemas.openxmlformats.org/drawingml/2006/main">
              <a:ext uri="{FF2B5EF4-FFF2-40B4-BE49-F238E27FC236}">
                <a16:creationId xmlns:a16="http://schemas.microsoft.com/office/drawing/2014/main" id="{C8145A3D-D039-4FD5-943B-FF1B7D8A9E93}"/>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47" name="44-shape-5">
            <a:extLst xmlns:a="http://schemas.openxmlformats.org/drawingml/2006/main">
              <a:ext uri="{FF2B5EF4-FFF2-40B4-BE49-F238E27FC236}">
                <a16:creationId xmlns:a16="http://schemas.microsoft.com/office/drawing/2014/main" id="{89145A13-83E1-4637-905A-0582F30AA705}"/>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8" name="44-shape-6">
            <a:extLst xmlns:a="http://schemas.openxmlformats.org/drawingml/2006/main">
              <a:ext uri="{FF2B5EF4-FFF2-40B4-BE49-F238E27FC236}">
                <a16:creationId xmlns:a16="http://schemas.microsoft.com/office/drawing/2014/main" id="{E335827F-A06C-461F-A2D1-69D92E24D67D}"/>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9" name="44-text-7">
            <a:extLst xmlns:a="http://schemas.openxmlformats.org/drawingml/2006/main">
              <a:ext uri="{FF2B5EF4-FFF2-40B4-BE49-F238E27FC236}">
                <a16:creationId xmlns:a16="http://schemas.microsoft.com/office/drawing/2014/main" id="{74516356-F49B-4947-932D-66298B5EDF52}"/>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50" name="44-text-8">
            <a:extLst xmlns:a="http://schemas.openxmlformats.org/drawingml/2006/main">
              <a:ext uri="{FF2B5EF4-FFF2-40B4-BE49-F238E27FC236}">
                <a16:creationId xmlns:a16="http://schemas.microsoft.com/office/drawing/2014/main" id="{A95937CD-6B30-4EE1-A09C-9953595AF3A5}"/>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51" name="44-shape-9">
            <a:extLst xmlns:a="http://schemas.openxmlformats.org/drawingml/2006/main">
              <a:ext uri="{FF2B5EF4-FFF2-40B4-BE49-F238E27FC236}">
                <a16:creationId xmlns:a16="http://schemas.microsoft.com/office/drawing/2014/main" id="{26F20A48-F190-4729-88A1-888D5A47ADA3}"/>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2" name="44-shape-10">
            <a:extLst xmlns:a="http://schemas.openxmlformats.org/drawingml/2006/main">
              <a:ext uri="{FF2B5EF4-FFF2-40B4-BE49-F238E27FC236}">
                <a16:creationId xmlns:a16="http://schemas.microsoft.com/office/drawing/2014/main" id="{28D4849C-0663-4C57-9E1A-1753AE930BFD}"/>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3" name="44-text-11">
            <a:extLst xmlns:a="http://schemas.openxmlformats.org/drawingml/2006/main">
              <a:ext uri="{FF2B5EF4-FFF2-40B4-BE49-F238E27FC236}">
                <a16:creationId xmlns:a16="http://schemas.microsoft.com/office/drawing/2014/main" id="{4AEFD50B-6D23-4D98-A11C-7E759D69305C}"/>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54" name="44-text-12">
            <a:extLst xmlns:a="http://schemas.openxmlformats.org/drawingml/2006/main">
              <a:ext uri="{FF2B5EF4-FFF2-40B4-BE49-F238E27FC236}">
                <a16:creationId xmlns:a16="http://schemas.microsoft.com/office/drawing/2014/main" id="{82AAE78E-06B2-49E0-8F8C-D694F03BA6C8}"/>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55" name="44-shape-13">
            <a:extLst xmlns:a="http://schemas.openxmlformats.org/drawingml/2006/main">
              <a:ext uri="{FF2B5EF4-FFF2-40B4-BE49-F238E27FC236}">
                <a16:creationId xmlns:a16="http://schemas.microsoft.com/office/drawing/2014/main" id="{D50414A2-5BAE-49A1-A953-F65272E791CF}"/>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6" name="44-shape-14">
            <a:extLst xmlns:a="http://schemas.openxmlformats.org/drawingml/2006/main">
              <a:ext uri="{FF2B5EF4-FFF2-40B4-BE49-F238E27FC236}">
                <a16:creationId xmlns:a16="http://schemas.microsoft.com/office/drawing/2014/main" id="{340AF70B-EE98-434D-871B-624ED7914095}"/>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7" name="44-text-15">
            <a:extLst xmlns:a="http://schemas.openxmlformats.org/drawingml/2006/main">
              <a:ext uri="{FF2B5EF4-FFF2-40B4-BE49-F238E27FC236}">
                <a16:creationId xmlns:a16="http://schemas.microsoft.com/office/drawing/2014/main" id="{D2F07E14-1E09-4775-9083-22A00E1996C4}"/>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58" name="44-text-16">
            <a:extLst xmlns:a="http://schemas.openxmlformats.org/drawingml/2006/main">
              <a:ext uri="{FF2B5EF4-FFF2-40B4-BE49-F238E27FC236}">
                <a16:creationId xmlns:a16="http://schemas.microsoft.com/office/drawing/2014/main" id="{4F5F9C55-0AFA-483B-8C41-88910D681E2A}"/>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59" name="44-shape-17">
            <a:extLst xmlns:a="http://schemas.openxmlformats.org/drawingml/2006/main">
              <a:ext uri="{FF2B5EF4-FFF2-40B4-BE49-F238E27FC236}">
                <a16:creationId xmlns:a16="http://schemas.microsoft.com/office/drawing/2014/main" id="{3FF2F510-2298-4C3A-A09B-412997790278}"/>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0" name="44-shape-18">
            <a:extLst xmlns:a="http://schemas.openxmlformats.org/drawingml/2006/main">
              <a:ext uri="{FF2B5EF4-FFF2-40B4-BE49-F238E27FC236}">
                <a16:creationId xmlns:a16="http://schemas.microsoft.com/office/drawing/2014/main" id="{8F8595C7-ACA1-402C-B323-BDC0EB7BE027}"/>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61" name="44-text-19">
            <a:extLst xmlns:a="http://schemas.openxmlformats.org/drawingml/2006/main">
              <a:ext uri="{FF2B5EF4-FFF2-40B4-BE49-F238E27FC236}">
                <a16:creationId xmlns:a16="http://schemas.microsoft.com/office/drawing/2014/main" id="{472429A4-C1A7-4ABB-9018-6DC5071C819C}"/>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62" name="44-text-20">
            <a:extLst xmlns:a="http://schemas.openxmlformats.org/drawingml/2006/main">
              <a:ext uri="{FF2B5EF4-FFF2-40B4-BE49-F238E27FC236}">
                <a16:creationId xmlns:a16="http://schemas.microsoft.com/office/drawing/2014/main" id="{BAA8BC44-CD43-4D1E-8D84-0D81F501E500}"/>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63" name="44-shape-21">
            <a:extLst xmlns:a="http://schemas.openxmlformats.org/drawingml/2006/main">
              <a:ext uri="{FF2B5EF4-FFF2-40B4-BE49-F238E27FC236}">
                <a16:creationId xmlns:a16="http://schemas.microsoft.com/office/drawing/2014/main" id="{A9B31C11-B7F6-4E15-B577-5658A4C0DD07}"/>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4" name="44-shape-22">
            <a:extLst xmlns:a="http://schemas.openxmlformats.org/drawingml/2006/main">
              <a:ext uri="{FF2B5EF4-FFF2-40B4-BE49-F238E27FC236}">
                <a16:creationId xmlns:a16="http://schemas.microsoft.com/office/drawing/2014/main" id="{B2BAF6BB-B52D-473F-9AFA-82F7EBE7EC98}"/>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5" name="44-text-23">
            <a:extLst xmlns:a="http://schemas.openxmlformats.org/drawingml/2006/main">
              <a:ext uri="{FF2B5EF4-FFF2-40B4-BE49-F238E27FC236}">
                <a16:creationId xmlns:a16="http://schemas.microsoft.com/office/drawing/2014/main" id="{A7502174-4E14-4F98-9DE9-1C98DD8FD622}"/>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66" name="44-text-24">
            <a:extLst xmlns:a="http://schemas.openxmlformats.org/drawingml/2006/main">
              <a:ext uri="{FF2B5EF4-FFF2-40B4-BE49-F238E27FC236}">
                <a16:creationId xmlns:a16="http://schemas.microsoft.com/office/drawing/2014/main" id="{DF6084E3-7E4A-43E7-899B-F2C19FC86BCE}"/>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67" name="narrative-number">
            <a:extLst xmlns:a="http://schemas.openxmlformats.org/drawingml/2006/main">
              <a:ext uri="{FF2B5EF4-FFF2-40B4-BE49-F238E27FC236}">
                <a16:creationId xmlns:a16="http://schemas.microsoft.com/office/drawing/2014/main" id="{026E2952-C33A-4501-9BA5-0A2AF66A0E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89756626"/>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area-name">
            <a:extLst xmlns:a="http://schemas.openxmlformats.org/drawingml/2006/main">
              <a:ext uri="{FF2B5EF4-FFF2-40B4-BE49-F238E27FC236}">
                <a16:creationId xmlns:a16="http://schemas.microsoft.com/office/drawing/2014/main" id="{509C1BE4-CA1C-4067-92D9-580DD81AA4C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6" name="mini-map"/>
          <p:cNvPicPr>
            <a:picLocks xmlns:a="http://schemas.openxmlformats.org/drawingml/2006/main" noChangeAspect="1"/>
          </p:cNvPicPr>
          <p:nvPr/>
        </p:nvPicPr>
        <p:blipFill>
          <a:blip xmlns:r="http://schemas.openxmlformats.org/officeDocument/2006/relationships" xmlns:a="http://schemas.openxmlformats.org/drawingml/2006/main" r:embed="Rbf0cc1126e3a45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0" name="slide-title">
            <a:extLst xmlns:a="http://schemas.openxmlformats.org/drawingml/2006/main">
              <a:ext uri="{FF2B5EF4-FFF2-40B4-BE49-F238E27FC236}">
                <a16:creationId xmlns:a16="http://schemas.microsoft.com/office/drawing/2014/main" id="{13635B72-EAB8-471C-8AF6-04D5BF211C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71" name="header-divider">
            <a:extLst xmlns:a="http://schemas.openxmlformats.org/drawingml/2006/main">
              <a:ext uri="{FF2B5EF4-FFF2-40B4-BE49-F238E27FC236}">
                <a16:creationId xmlns:a16="http://schemas.microsoft.com/office/drawing/2014/main" id="{62C035EC-D0E0-42C8-B24D-1C365F85A4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45-shape-1">
            <a:extLst xmlns:a="http://schemas.openxmlformats.org/drawingml/2006/main">
              <a:ext uri="{FF2B5EF4-FFF2-40B4-BE49-F238E27FC236}">
                <a16:creationId xmlns:a16="http://schemas.microsoft.com/office/drawing/2014/main" id="{C8A0BCC1-83DF-4B06-9425-E81CFA215D49}"/>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3" name="45-text-2">
            <a:extLst xmlns:a="http://schemas.openxmlformats.org/drawingml/2006/main">
              <a:ext uri="{FF2B5EF4-FFF2-40B4-BE49-F238E27FC236}">
                <a16:creationId xmlns:a16="http://schemas.microsoft.com/office/drawing/2014/main" id="{8A59505A-253C-4A48-B4EF-CAB1E0DC7064}"/>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4" name="45-text-3">
            <a:extLst xmlns:a="http://schemas.openxmlformats.org/drawingml/2006/main">
              <a:ext uri="{FF2B5EF4-FFF2-40B4-BE49-F238E27FC236}">
                <a16:creationId xmlns:a16="http://schemas.microsoft.com/office/drawing/2014/main" id="{1B3AB05A-DCAE-4CF7-916D-F434089F8A79}"/>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75" name="45-shape-4">
            <a:extLst xmlns:a="http://schemas.openxmlformats.org/drawingml/2006/main">
              <a:ext uri="{FF2B5EF4-FFF2-40B4-BE49-F238E27FC236}">
                <a16:creationId xmlns:a16="http://schemas.microsoft.com/office/drawing/2014/main" id="{B05431E9-8C39-4C86-8893-140014467AE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6" name="45-text-5">
            <a:extLst xmlns:a="http://schemas.openxmlformats.org/drawingml/2006/main">
              <a:ext uri="{FF2B5EF4-FFF2-40B4-BE49-F238E27FC236}">
                <a16:creationId xmlns:a16="http://schemas.microsoft.com/office/drawing/2014/main" id="{2A97C71C-5442-4B3D-AA32-460D5BF9BBC4}"/>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7" name="45-text-6">
            <a:extLst xmlns:a="http://schemas.openxmlformats.org/drawingml/2006/main">
              <a:ext uri="{FF2B5EF4-FFF2-40B4-BE49-F238E27FC236}">
                <a16:creationId xmlns:a16="http://schemas.microsoft.com/office/drawing/2014/main" id="{D3564AD8-CF75-4381-AB9A-DCD28E11CC8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78" name="45-shape-7">
            <a:extLst xmlns:a="http://schemas.openxmlformats.org/drawingml/2006/main">
              <a:ext uri="{FF2B5EF4-FFF2-40B4-BE49-F238E27FC236}">
                <a16:creationId xmlns:a16="http://schemas.microsoft.com/office/drawing/2014/main" id="{48CBD3A2-BE6B-46A9-8FE3-AD420ED39682}"/>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9" name="45-text-8">
            <a:extLst xmlns:a="http://schemas.openxmlformats.org/drawingml/2006/main">
              <a:ext uri="{FF2B5EF4-FFF2-40B4-BE49-F238E27FC236}">
                <a16:creationId xmlns:a16="http://schemas.microsoft.com/office/drawing/2014/main" id="{82C18166-4211-405C-847B-64808B10CBA0}"/>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0" name="45-text-9">
            <a:extLst xmlns:a="http://schemas.openxmlformats.org/drawingml/2006/main">
              <a:ext uri="{FF2B5EF4-FFF2-40B4-BE49-F238E27FC236}">
                <a16:creationId xmlns:a16="http://schemas.microsoft.com/office/drawing/2014/main" id="{48EC0878-FF56-4A30-A374-916F343993B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81" name="45-shape-10">
            <a:extLst xmlns:a="http://schemas.openxmlformats.org/drawingml/2006/main">
              <a:ext uri="{FF2B5EF4-FFF2-40B4-BE49-F238E27FC236}">
                <a16:creationId xmlns:a16="http://schemas.microsoft.com/office/drawing/2014/main" id="{98644A2C-6F30-496E-9061-DC4B2989F7F7}"/>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2" name="45-text-11">
            <a:extLst xmlns:a="http://schemas.openxmlformats.org/drawingml/2006/main">
              <a:ext uri="{FF2B5EF4-FFF2-40B4-BE49-F238E27FC236}">
                <a16:creationId xmlns:a16="http://schemas.microsoft.com/office/drawing/2014/main" id="{B96971E7-55AF-4A9A-A6EC-3F6EEAB4C88E}"/>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3" name="45-text-12">
            <a:extLst xmlns:a="http://schemas.openxmlformats.org/drawingml/2006/main">
              <a:ext uri="{FF2B5EF4-FFF2-40B4-BE49-F238E27FC236}">
                <a16:creationId xmlns:a16="http://schemas.microsoft.com/office/drawing/2014/main" id="{8CF80621-D83C-484D-8785-A2E6D25B511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84" name="narrative-number">
            <a:extLst xmlns:a="http://schemas.openxmlformats.org/drawingml/2006/main">
              <a:ext uri="{FF2B5EF4-FFF2-40B4-BE49-F238E27FC236}">
                <a16:creationId xmlns:a16="http://schemas.microsoft.com/office/drawing/2014/main" id="{46915B24-E621-4F55-A9F1-06CFCFF62D5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4068494611"/>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5" name="!!area-name">
            <a:extLst xmlns:a="http://schemas.openxmlformats.org/drawingml/2006/main">
              <a:ext uri="{FF2B5EF4-FFF2-40B4-BE49-F238E27FC236}">
                <a16:creationId xmlns:a16="http://schemas.microsoft.com/office/drawing/2014/main" id="{D742CC67-F741-4608-9186-32627F2EC1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5" name="mini-map"/>
          <p:cNvPicPr>
            <a:picLocks xmlns:a="http://schemas.openxmlformats.org/drawingml/2006/main" noChangeAspect="1"/>
          </p:cNvPicPr>
          <p:nvPr/>
        </p:nvPicPr>
        <p:blipFill>
          <a:blip xmlns:r="http://schemas.openxmlformats.org/officeDocument/2006/relationships" xmlns:a="http://schemas.openxmlformats.org/drawingml/2006/main" r:embed="R78c4911873c74d8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7" name="slide-title">
            <a:extLst xmlns:a="http://schemas.openxmlformats.org/drawingml/2006/main">
              <a:ext uri="{FF2B5EF4-FFF2-40B4-BE49-F238E27FC236}">
                <a16:creationId xmlns:a16="http://schemas.microsoft.com/office/drawing/2014/main" id="{75E30950-8D14-4EDC-8AA8-C005BF478D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8" name="header-divider">
            <a:extLst xmlns:a="http://schemas.openxmlformats.org/drawingml/2006/main">
              <a:ext uri="{FF2B5EF4-FFF2-40B4-BE49-F238E27FC236}">
                <a16:creationId xmlns:a16="http://schemas.microsoft.com/office/drawing/2014/main" id="{BAAAC972-8320-46E7-A8A8-D5FCC26FFD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9" name="45-text-13">
            <a:extLst xmlns:a="http://schemas.openxmlformats.org/drawingml/2006/main">
              <a:ext uri="{FF2B5EF4-FFF2-40B4-BE49-F238E27FC236}">
                <a16:creationId xmlns:a16="http://schemas.microsoft.com/office/drawing/2014/main" id="{BD3D0EFE-22E5-4B0C-8E3A-E212F3C46BAA}"/>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90" name="45-text-14">
            <a:extLst xmlns:a="http://schemas.openxmlformats.org/drawingml/2006/main">
              <a:ext uri="{FF2B5EF4-FFF2-40B4-BE49-F238E27FC236}">
                <a16:creationId xmlns:a16="http://schemas.microsoft.com/office/drawing/2014/main" id="{410E2D5B-B84D-48F4-993B-923B7095FA24}"/>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91" name="45-text-15">
            <a:extLst xmlns:a="http://schemas.openxmlformats.org/drawingml/2006/main">
              <a:ext uri="{FF2B5EF4-FFF2-40B4-BE49-F238E27FC236}">
                <a16:creationId xmlns:a16="http://schemas.microsoft.com/office/drawing/2014/main" id="{D5FBE077-281D-4BD7-80DB-AB9A5EDE68D5}"/>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01"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3" name="narrative-number">
            <a:extLst xmlns:a="http://schemas.openxmlformats.org/drawingml/2006/main">
              <a:ext uri="{FF2B5EF4-FFF2-40B4-BE49-F238E27FC236}">
                <a16:creationId xmlns:a16="http://schemas.microsoft.com/office/drawing/2014/main" id="{F172782F-333E-466E-AC9C-22EEDF1E5A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782455898"/>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4" name="slide-title">
            <a:extLst xmlns:a="http://schemas.openxmlformats.org/drawingml/2006/main">
              <a:ext uri="{FF2B5EF4-FFF2-40B4-BE49-F238E27FC236}">
                <a16:creationId xmlns:a16="http://schemas.microsoft.com/office/drawing/2014/main" id="{52A5B1AF-4C2E-41A2-9959-111E014169F7}"/>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5" name="header-divider">
            <a:extLst xmlns:a="http://schemas.openxmlformats.org/drawingml/2006/main">
              <a:ext uri="{FF2B5EF4-FFF2-40B4-BE49-F238E27FC236}">
                <a16:creationId xmlns:a16="http://schemas.microsoft.com/office/drawing/2014/main" id="{3F8B37DB-2B11-4380-A3D4-67266C0FBEBF}"/>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6" name="46-text-1">
            <a:extLst xmlns:a="http://schemas.openxmlformats.org/drawingml/2006/main">
              <a:ext uri="{FF2B5EF4-FFF2-40B4-BE49-F238E27FC236}">
                <a16:creationId xmlns:a16="http://schemas.microsoft.com/office/drawing/2014/main" id="{65DC024A-FA10-4770-AB37-05EA58DF39F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7" name="46-text-2">
            <a:extLst xmlns:a="http://schemas.openxmlformats.org/drawingml/2006/main">
              <a:ext uri="{FF2B5EF4-FFF2-40B4-BE49-F238E27FC236}">
                <a16:creationId xmlns:a16="http://schemas.microsoft.com/office/drawing/2014/main" id="{0F4E2ED3-ED93-48CF-86DB-B0FBE8242660}"/>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98" name="46-text-3">
            <a:extLst xmlns:a="http://schemas.openxmlformats.org/drawingml/2006/main">
              <a:ext uri="{FF2B5EF4-FFF2-40B4-BE49-F238E27FC236}">
                <a16:creationId xmlns:a16="http://schemas.microsoft.com/office/drawing/2014/main" id="{EBC5F9BA-6141-4B9D-8EED-28B1A5C8833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99" name="46-text-4">
            <a:extLst xmlns:a="http://schemas.openxmlformats.org/drawingml/2006/main">
              <a:ext uri="{FF2B5EF4-FFF2-40B4-BE49-F238E27FC236}">
                <a16:creationId xmlns:a16="http://schemas.microsoft.com/office/drawing/2014/main" id="{9DDE14D1-E753-4931-BD34-833A558CEE8E}"/>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00" name="46-text-5">
            <a:extLst xmlns:a="http://schemas.openxmlformats.org/drawingml/2006/main">
              <a:ext uri="{FF2B5EF4-FFF2-40B4-BE49-F238E27FC236}">
                <a16:creationId xmlns:a16="http://schemas.microsoft.com/office/drawing/2014/main" id="{E10C14A7-8491-45DE-BA28-F7C88353427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01" name="46-text-6">
            <a:extLst xmlns:a="http://schemas.openxmlformats.org/drawingml/2006/main">
              <a:ext uri="{FF2B5EF4-FFF2-40B4-BE49-F238E27FC236}">
                <a16:creationId xmlns:a16="http://schemas.microsoft.com/office/drawing/2014/main" id="{524FFCF3-CAC2-496D-BF10-284421D4930C}"/>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2" name="46-text-7">
            <a:extLst xmlns:a="http://schemas.openxmlformats.org/drawingml/2006/main">
              <a:ext uri="{FF2B5EF4-FFF2-40B4-BE49-F238E27FC236}">
                <a16:creationId xmlns:a16="http://schemas.microsoft.com/office/drawing/2014/main" id="{DF2F8C2D-5129-43A9-A866-4207FD285879}"/>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3" name="46-text-8">
            <a:extLst xmlns:a="http://schemas.openxmlformats.org/drawingml/2006/main">
              <a:ext uri="{FF2B5EF4-FFF2-40B4-BE49-F238E27FC236}">
                <a16:creationId xmlns:a16="http://schemas.microsoft.com/office/drawing/2014/main" id="{3E2A9D86-29FE-45FB-966E-205F5B60824F}"/>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4" name="46-text-9">
            <a:extLst xmlns:a="http://schemas.openxmlformats.org/drawingml/2006/main">
              <a:ext uri="{FF2B5EF4-FFF2-40B4-BE49-F238E27FC236}">
                <a16:creationId xmlns:a16="http://schemas.microsoft.com/office/drawing/2014/main" id="{D9FAE955-EE6B-49AC-9D5A-9CFA4D23C59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5" name="46-text-10">
            <a:extLst xmlns:a="http://schemas.openxmlformats.org/drawingml/2006/main">
              <a:ext uri="{FF2B5EF4-FFF2-40B4-BE49-F238E27FC236}">
                <a16:creationId xmlns:a16="http://schemas.microsoft.com/office/drawing/2014/main" id="{298CE7C3-4E97-4A3E-8E11-03E85FF1691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6" name="46-text-11">
            <a:extLst xmlns:a="http://schemas.openxmlformats.org/drawingml/2006/main">
              <a:ext uri="{FF2B5EF4-FFF2-40B4-BE49-F238E27FC236}">
                <a16:creationId xmlns:a16="http://schemas.microsoft.com/office/drawing/2014/main" id="{DB52B0B2-06AB-4319-B566-1F76E4196AAB}"/>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7" name="46-text-12">
            <a:extLst xmlns:a="http://schemas.openxmlformats.org/drawingml/2006/main">
              <a:ext uri="{FF2B5EF4-FFF2-40B4-BE49-F238E27FC236}">
                <a16:creationId xmlns:a16="http://schemas.microsoft.com/office/drawing/2014/main" id="{07A43752-2852-47CD-B790-69B5FE2AF8CF}"/>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08" name="narrative-number">
            <a:extLst xmlns:a="http://schemas.openxmlformats.org/drawingml/2006/main">
              <a:ext uri="{FF2B5EF4-FFF2-40B4-BE49-F238E27FC236}">
                <a16:creationId xmlns:a16="http://schemas.microsoft.com/office/drawing/2014/main" id="{4CAF4CD9-5AD4-4C42-8FF7-2FD946848C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320918352"/>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47-text-1">
            <a:extLst xmlns:a="http://schemas.openxmlformats.org/drawingml/2006/main">
              <a:ext uri="{FF2B5EF4-FFF2-40B4-BE49-F238E27FC236}">
                <a16:creationId xmlns:a16="http://schemas.microsoft.com/office/drawing/2014/main" id="{F7D72477-A427-411C-867A-EE9E2F6DB09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10" name="47-text-2">
            <a:extLst xmlns:a="http://schemas.openxmlformats.org/drawingml/2006/main">
              <a:ext uri="{FF2B5EF4-FFF2-40B4-BE49-F238E27FC236}">
                <a16:creationId xmlns:a16="http://schemas.microsoft.com/office/drawing/2014/main" id="{2FF13C09-1676-4C38-99A3-09E935269EE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11" name="47-text-3">
            <a:extLst xmlns:a="http://schemas.openxmlformats.org/drawingml/2006/main">
              <a:ext uri="{FF2B5EF4-FFF2-40B4-BE49-F238E27FC236}">
                <a16:creationId xmlns:a16="http://schemas.microsoft.com/office/drawing/2014/main" id="{C60CCAA8-84A0-4087-A5F8-F6E92D64DCA7}"/>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2" name="narrative-number">
            <a:extLst xmlns:a="http://schemas.openxmlformats.org/drawingml/2006/main">
              <a:ext uri="{FF2B5EF4-FFF2-40B4-BE49-F238E27FC236}">
                <a16:creationId xmlns:a16="http://schemas.microsoft.com/office/drawing/2014/main" id="{3F0C8221-2965-4F3A-B764-0F47E0C951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63511291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2026-09-16T16:01:16.1210000Z</dcterms:created>
  <dcterms:modified xsi:type="dcterms:W3CDTF">2026-09-16T16:01:16.1210000Z</dcterms:modified>
</coreProperties>
</file>