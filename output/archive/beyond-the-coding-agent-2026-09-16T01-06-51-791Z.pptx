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684d3df6e1446e" /><Relationship Type="http://schemas.openxmlformats.org/officeDocument/2006/relationships/extended-properties" Target="/docProps/app.xml" Id="R1b05bccfae5a4e43" /><Relationship Type="http://schemas.openxmlformats.org/officeDocument/2006/relationships/officeDocument" Target="/ppt/presentation.xml" Id="R11c18ad4252d45b3"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83eea9cd63ed48b1"/>
    <p:sldMasterId xmlns:r="http://schemas.openxmlformats.org/officeDocument/2006/relationships" id="2147483650" r:id="Re96bf0bc916047f0"/>
  </p:sldMasterIdLst>
  <p:notesMasterIdLst>
    <p:notesMasterId xmlns:r="http://schemas.openxmlformats.org/officeDocument/2006/relationships" r:id="R3c61c6ccd4304a7d"/>
  </p:notesMasterIdLst>
  <p:sldIdLst>
    <p:sldId xmlns:r="http://schemas.openxmlformats.org/officeDocument/2006/relationships" id="256" r:id="R7a4a511a20d44cb5"/>
    <p:sldId xmlns:r="http://schemas.openxmlformats.org/officeDocument/2006/relationships" id="257" r:id="R62bf117fd7514865"/>
    <p:sldId xmlns:r="http://schemas.openxmlformats.org/officeDocument/2006/relationships" id="258" r:id="R065253ff8cf64dd3"/>
    <p:sldId xmlns:r="http://schemas.openxmlformats.org/officeDocument/2006/relationships" id="259" r:id="Rb467e18a1f6847dd"/>
    <p:sldId xmlns:r="http://schemas.openxmlformats.org/officeDocument/2006/relationships" id="260" r:id="R04094806cc854c25"/>
    <p:sldId xmlns:r="http://schemas.openxmlformats.org/officeDocument/2006/relationships" id="261" r:id="Rcbc31d3a332e4920"/>
    <p:sldId xmlns:r="http://schemas.openxmlformats.org/officeDocument/2006/relationships" id="262" r:id="R2c48542324264de5"/>
    <p:sldId xmlns:r="http://schemas.openxmlformats.org/officeDocument/2006/relationships" id="263" r:id="R531db20f9e4b476a"/>
    <p:sldId xmlns:r="http://schemas.openxmlformats.org/officeDocument/2006/relationships" id="264" r:id="Rf2bbece4f3564f92"/>
    <p:sldId xmlns:r="http://schemas.openxmlformats.org/officeDocument/2006/relationships" id="265" r:id="Rfd85b5b8d20c4336"/>
    <p:sldId xmlns:r="http://schemas.openxmlformats.org/officeDocument/2006/relationships" id="266" r:id="Re681875eda174289"/>
    <p:sldId xmlns:r="http://schemas.openxmlformats.org/officeDocument/2006/relationships" id="267" r:id="R1f9d6e9b0b434c94"/>
    <p:sldId xmlns:r="http://schemas.openxmlformats.org/officeDocument/2006/relationships" id="268" r:id="Rafbae995e1b2426c"/>
    <p:sldId xmlns:r="http://schemas.openxmlformats.org/officeDocument/2006/relationships" id="269" r:id="R5e7f4112c2fe4811"/>
    <p:sldId xmlns:r="http://schemas.openxmlformats.org/officeDocument/2006/relationships" id="270" r:id="Re9e88f25096d4549"/>
    <p:sldId xmlns:r="http://schemas.openxmlformats.org/officeDocument/2006/relationships" id="271" r:id="Rb6bc9bbe880f4c19"/>
    <p:sldId xmlns:r="http://schemas.openxmlformats.org/officeDocument/2006/relationships" id="272" r:id="R625c56ace82e416f"/>
    <p:sldId xmlns:r="http://schemas.openxmlformats.org/officeDocument/2006/relationships" id="273" r:id="R243402a0fc534168"/>
    <p:sldId xmlns:r="http://schemas.openxmlformats.org/officeDocument/2006/relationships" id="274" r:id="R81bcd5dd23b74cef"/>
    <p:sldId xmlns:r="http://schemas.openxmlformats.org/officeDocument/2006/relationships" id="275" r:id="R8c6f21626d1c4323"/>
    <p:sldId xmlns:r="http://schemas.openxmlformats.org/officeDocument/2006/relationships" id="276" r:id="R0d34cf5372aa4333"/>
    <p:sldId xmlns:r="http://schemas.openxmlformats.org/officeDocument/2006/relationships" id="277" r:id="Rff365d0321754d8f"/>
    <p:sldId xmlns:r="http://schemas.openxmlformats.org/officeDocument/2006/relationships" id="278" r:id="Rf6bc1622eb5c4603"/>
    <p:sldId xmlns:r="http://schemas.openxmlformats.org/officeDocument/2006/relationships" id="279" r:id="Rf8821e7522124dcf"/>
    <p:sldId xmlns:r="http://schemas.openxmlformats.org/officeDocument/2006/relationships" id="280" r:id="Rca5bc361dbde41fc"/>
    <p:sldId xmlns:r="http://schemas.openxmlformats.org/officeDocument/2006/relationships" id="281" r:id="R6e55396a6b71418f"/>
    <p:sldId xmlns:r="http://schemas.openxmlformats.org/officeDocument/2006/relationships" id="282" r:id="Re290775c26e14220"/>
    <p:sldId xmlns:r="http://schemas.openxmlformats.org/officeDocument/2006/relationships" id="283" r:id="Rae694cf2092b4431"/>
    <p:sldId xmlns:r="http://schemas.openxmlformats.org/officeDocument/2006/relationships" id="284" r:id="R08bc540a1fc143f6"/>
    <p:sldId xmlns:r="http://schemas.openxmlformats.org/officeDocument/2006/relationships" id="285" r:id="R64991331340148cb"/>
    <p:sldId xmlns:r="http://schemas.openxmlformats.org/officeDocument/2006/relationships" id="286" r:id="R846f3302ca334462"/>
    <p:sldId xmlns:r="http://schemas.openxmlformats.org/officeDocument/2006/relationships" id="287" r:id="R2aa7b48c101b4f9e"/>
    <p:sldId xmlns:r="http://schemas.openxmlformats.org/officeDocument/2006/relationships" id="288" r:id="Re2264a65322f41ee"/>
    <p:sldId xmlns:r="http://schemas.openxmlformats.org/officeDocument/2006/relationships" id="289" r:id="Rae017b06943e45c8"/>
    <p:sldId xmlns:r="http://schemas.openxmlformats.org/officeDocument/2006/relationships" id="290" r:id="Rb3c51bb695e74607"/>
    <p:sldId xmlns:r="http://schemas.openxmlformats.org/officeDocument/2006/relationships" id="291" r:id="Rfb9c8b423ca74a86"/>
    <p:sldId xmlns:r="http://schemas.openxmlformats.org/officeDocument/2006/relationships" id="292" r:id="Ra7eafe7c86c94fe3"/>
    <p:sldId xmlns:r="http://schemas.openxmlformats.org/officeDocument/2006/relationships" id="293" r:id="Rf9f33137b1c3469d"/>
    <p:sldId xmlns:r="http://schemas.openxmlformats.org/officeDocument/2006/relationships" id="294" r:id="R78a357d80aa14d87"/>
    <p:sldId xmlns:r="http://schemas.openxmlformats.org/officeDocument/2006/relationships" id="295" r:id="R36ed633b36744b25"/>
    <p:sldId xmlns:r="http://schemas.openxmlformats.org/officeDocument/2006/relationships" id="296" r:id="R00a70911fbf04a1a"/>
    <p:sldId xmlns:r="http://schemas.openxmlformats.org/officeDocument/2006/relationships" id="297" r:id="Rbfa097ac69d34732"/>
    <p:sldId xmlns:r="http://schemas.openxmlformats.org/officeDocument/2006/relationships" id="298" r:id="R3798fe3c44084d85"/>
    <p:sldId xmlns:r="http://schemas.openxmlformats.org/officeDocument/2006/relationships" id="299" r:id="R0a6ae2a6c82f4128"/>
    <p:sldId xmlns:r="http://schemas.openxmlformats.org/officeDocument/2006/relationships" id="300" r:id="Rfa6bc17a9a5f4570"/>
    <p:sldId xmlns:r="http://schemas.openxmlformats.org/officeDocument/2006/relationships" id="301" r:id="Rdcad488a047e4824"/>
    <p:sldId xmlns:r="http://schemas.openxmlformats.org/officeDocument/2006/relationships" id="302" r:id="Rdbad68528a374ce9"/>
    <p:sldId xmlns:r="http://schemas.openxmlformats.org/officeDocument/2006/relationships" id="303" r:id="Rb958ca7caa764c26"/>
    <p:sldId xmlns:r="http://schemas.openxmlformats.org/officeDocument/2006/relationships" id="304" r:id="R0f60c81d65d1455a"/>
    <p:sldId xmlns:r="http://schemas.openxmlformats.org/officeDocument/2006/relationships" id="305" r:id="Rd8c29abd74c44a79"/>
    <p:sldId xmlns:r="http://schemas.openxmlformats.org/officeDocument/2006/relationships" id="306" r:id="Rebacf3312da54bbc"/>
    <p:sldId xmlns:r="http://schemas.openxmlformats.org/officeDocument/2006/relationships" id="307" r:id="Rd5813b690cd446f3"/>
    <p:sldId xmlns:r="http://schemas.openxmlformats.org/officeDocument/2006/relationships" id="308" r:id="R72657ab092b24b66"/>
    <p:sldId xmlns:r="http://schemas.openxmlformats.org/officeDocument/2006/relationships" id="309" r:id="R334afaf601454592"/>
    <p:sldId xmlns:r="http://schemas.openxmlformats.org/officeDocument/2006/relationships" id="310" r:id="R073b76883fed4d99"/>
    <p:sldId xmlns:r="http://schemas.openxmlformats.org/officeDocument/2006/relationships" id="311" r:id="R3fb1be0125b14f24"/>
    <p:sldId xmlns:r="http://schemas.openxmlformats.org/officeDocument/2006/relationships" id="312" r:id="R3ba49172cca445fa"/>
    <p:sldId xmlns:r="http://schemas.openxmlformats.org/officeDocument/2006/relationships" id="313" r:id="R9d2229777aa64ba6"/>
    <p:sldId xmlns:r="http://schemas.openxmlformats.org/officeDocument/2006/relationships" id="314" r:id="R630b45adb7fd4ee0"/>
    <p:sldId xmlns:r="http://schemas.openxmlformats.org/officeDocument/2006/relationships" id="315" r:id="R9c7a9f5abdbd47a3"/>
    <p:sldId xmlns:r="http://schemas.openxmlformats.org/officeDocument/2006/relationships" id="316" r:id="Rc73c7203c2c741f0"/>
    <p:sldId xmlns:r="http://schemas.openxmlformats.org/officeDocument/2006/relationships" id="317" r:id="Ra1c48a47cbd14049"/>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ffae5775114e67" /><Relationship Type="http://schemas.openxmlformats.org/officeDocument/2006/relationships/slideMaster" Target="/ppt/slideMasters/slideMaster1.xml" Id="R83eea9cd63ed48b1" /><Relationship Type="http://schemas.openxmlformats.org/officeDocument/2006/relationships/slideMaster" Target="/ppt/slideMasters/slideMaster2.xml" Id="Re96bf0bc916047f0" /><Relationship Type="http://schemas.openxmlformats.org/officeDocument/2006/relationships/notesMaster" Target="/ppt/notesMasters/notesMaster1.xml" Id="R3c61c6ccd4304a7d" /><Relationship Type="http://schemas.openxmlformats.org/officeDocument/2006/relationships/presProps" Target="/ppt/presProps.xml" Id="Rc610564b460e466c" /><Relationship Type="http://schemas.openxmlformats.org/officeDocument/2006/relationships/tableStyles" Target="/ppt/tableStyles.xml" Id="R8dfa2241222947f5" /><Relationship Type="http://schemas.openxmlformats.org/officeDocument/2006/relationships/slide" Target="/ppt/slides/slide1.xml" Id="R7a4a511a20d44cb5" /><Relationship Type="http://schemas.openxmlformats.org/officeDocument/2006/relationships/slide" Target="/ppt/slides/slide2.xml" Id="R62bf117fd7514865" /><Relationship Type="http://schemas.openxmlformats.org/officeDocument/2006/relationships/slide" Target="/ppt/slides/slide3.xml" Id="R065253ff8cf64dd3" /><Relationship Type="http://schemas.openxmlformats.org/officeDocument/2006/relationships/slide" Target="/ppt/slides/slide4.xml" Id="Rb467e18a1f6847dd" /><Relationship Type="http://schemas.openxmlformats.org/officeDocument/2006/relationships/slide" Target="/ppt/slides/slide5.xml" Id="R04094806cc854c25" /><Relationship Type="http://schemas.openxmlformats.org/officeDocument/2006/relationships/slide" Target="/ppt/slides/slide6.xml" Id="Rcbc31d3a332e4920" /><Relationship Type="http://schemas.openxmlformats.org/officeDocument/2006/relationships/slide" Target="/ppt/slides/slide7.xml" Id="R2c48542324264de5" /><Relationship Type="http://schemas.openxmlformats.org/officeDocument/2006/relationships/slide" Target="/ppt/slides/slide8.xml" Id="R531db20f9e4b476a" /><Relationship Type="http://schemas.openxmlformats.org/officeDocument/2006/relationships/slide" Target="/ppt/slides/slide9.xml" Id="Rf2bbece4f3564f92" /><Relationship Type="http://schemas.openxmlformats.org/officeDocument/2006/relationships/slide" Target="/ppt/slides/slide10.xml" Id="Rfd85b5b8d20c4336" /><Relationship Type="http://schemas.openxmlformats.org/officeDocument/2006/relationships/slide" Target="/ppt/slides/slide11.xml" Id="Re681875eda174289" /><Relationship Type="http://schemas.openxmlformats.org/officeDocument/2006/relationships/slide" Target="/ppt/slides/slide12.xml" Id="R1f9d6e9b0b434c94" /><Relationship Type="http://schemas.openxmlformats.org/officeDocument/2006/relationships/slide" Target="/ppt/slides/slide13.xml" Id="Rafbae995e1b2426c" /><Relationship Type="http://schemas.openxmlformats.org/officeDocument/2006/relationships/slide" Target="/ppt/slides/slide14.xml" Id="R5e7f4112c2fe4811" /><Relationship Type="http://schemas.openxmlformats.org/officeDocument/2006/relationships/slide" Target="/ppt/slides/slide15.xml" Id="Re9e88f25096d4549" /><Relationship Type="http://schemas.openxmlformats.org/officeDocument/2006/relationships/slide" Target="/ppt/slides/slide16.xml" Id="Rb6bc9bbe880f4c19" /><Relationship Type="http://schemas.openxmlformats.org/officeDocument/2006/relationships/slide" Target="/ppt/slides/slide17.xml" Id="R625c56ace82e416f" /><Relationship Type="http://schemas.openxmlformats.org/officeDocument/2006/relationships/slide" Target="/ppt/slides/slide18.xml" Id="R243402a0fc534168" /><Relationship Type="http://schemas.openxmlformats.org/officeDocument/2006/relationships/slide" Target="/ppt/slides/slide19.xml" Id="R81bcd5dd23b74cef" /><Relationship Type="http://schemas.openxmlformats.org/officeDocument/2006/relationships/slide" Target="/ppt/slides/slide20.xml" Id="R8c6f21626d1c4323" /><Relationship Type="http://schemas.openxmlformats.org/officeDocument/2006/relationships/slide" Target="/ppt/slides/slide21.xml" Id="R0d34cf5372aa4333" /><Relationship Type="http://schemas.openxmlformats.org/officeDocument/2006/relationships/slide" Target="/ppt/slides/slide22.xml" Id="Rff365d0321754d8f" /><Relationship Type="http://schemas.openxmlformats.org/officeDocument/2006/relationships/slide" Target="/ppt/slides/slide23.xml" Id="Rf6bc1622eb5c4603" /><Relationship Type="http://schemas.openxmlformats.org/officeDocument/2006/relationships/slide" Target="/ppt/slides/slide24.xml" Id="Rf8821e7522124dcf" /><Relationship Type="http://schemas.openxmlformats.org/officeDocument/2006/relationships/slide" Target="/ppt/slides/slide25.xml" Id="Rca5bc361dbde41fc" /><Relationship Type="http://schemas.openxmlformats.org/officeDocument/2006/relationships/slide" Target="/ppt/slides/slide26.xml" Id="R6e55396a6b71418f" /><Relationship Type="http://schemas.openxmlformats.org/officeDocument/2006/relationships/slide" Target="/ppt/slides/slide27.xml" Id="Re290775c26e14220" /><Relationship Type="http://schemas.openxmlformats.org/officeDocument/2006/relationships/slide" Target="/ppt/slides/slide28.xml" Id="Rae694cf2092b4431" /><Relationship Type="http://schemas.openxmlformats.org/officeDocument/2006/relationships/slide" Target="/ppt/slides/slide29.xml" Id="R08bc540a1fc143f6" /><Relationship Type="http://schemas.openxmlformats.org/officeDocument/2006/relationships/slide" Target="/ppt/slides/slide30.xml" Id="R64991331340148cb" /><Relationship Type="http://schemas.openxmlformats.org/officeDocument/2006/relationships/slide" Target="/ppt/slides/slide31.xml" Id="R846f3302ca334462" /><Relationship Type="http://schemas.openxmlformats.org/officeDocument/2006/relationships/slide" Target="/ppt/slides/slide32.xml" Id="R2aa7b48c101b4f9e" /><Relationship Type="http://schemas.openxmlformats.org/officeDocument/2006/relationships/slide" Target="/ppt/slides/slide33.xml" Id="Re2264a65322f41ee" /><Relationship Type="http://schemas.openxmlformats.org/officeDocument/2006/relationships/slide" Target="/ppt/slides/slide34.xml" Id="Rae017b06943e45c8" /><Relationship Type="http://schemas.openxmlformats.org/officeDocument/2006/relationships/slide" Target="/ppt/slides/slide35.xml" Id="Rb3c51bb695e74607" /><Relationship Type="http://schemas.openxmlformats.org/officeDocument/2006/relationships/slide" Target="/ppt/slides/slide36.xml" Id="Rfb9c8b423ca74a86" /><Relationship Type="http://schemas.openxmlformats.org/officeDocument/2006/relationships/slide" Target="/ppt/slides/slide37.xml" Id="Ra7eafe7c86c94fe3" /><Relationship Type="http://schemas.openxmlformats.org/officeDocument/2006/relationships/slide" Target="/ppt/slides/slide38.xml" Id="Rf9f33137b1c3469d" /><Relationship Type="http://schemas.openxmlformats.org/officeDocument/2006/relationships/slide" Target="/ppt/slides/slide39.xml" Id="R78a357d80aa14d87" /><Relationship Type="http://schemas.openxmlformats.org/officeDocument/2006/relationships/slide" Target="/ppt/slides/slide40.xml" Id="R36ed633b36744b25" /><Relationship Type="http://schemas.openxmlformats.org/officeDocument/2006/relationships/slide" Target="/ppt/slides/slide41.xml" Id="R00a70911fbf04a1a" /><Relationship Type="http://schemas.openxmlformats.org/officeDocument/2006/relationships/slide" Target="/ppt/slides/slide42.xml" Id="Rbfa097ac69d34732" /><Relationship Type="http://schemas.openxmlformats.org/officeDocument/2006/relationships/slide" Target="/ppt/slides/slide43.xml" Id="R3798fe3c44084d85" /><Relationship Type="http://schemas.openxmlformats.org/officeDocument/2006/relationships/slide" Target="/ppt/slides/slide44.xml" Id="R0a6ae2a6c82f4128" /><Relationship Type="http://schemas.openxmlformats.org/officeDocument/2006/relationships/slide" Target="/ppt/slides/slide45.xml" Id="Rfa6bc17a9a5f4570" /><Relationship Type="http://schemas.openxmlformats.org/officeDocument/2006/relationships/slide" Target="/ppt/slides/slide46.xml" Id="Rdcad488a047e4824" /><Relationship Type="http://schemas.openxmlformats.org/officeDocument/2006/relationships/slide" Target="/ppt/slides/slide47.xml" Id="Rdbad68528a374ce9" /><Relationship Type="http://schemas.openxmlformats.org/officeDocument/2006/relationships/slide" Target="/ppt/slides/slide48.xml" Id="Rb958ca7caa764c26" /><Relationship Type="http://schemas.openxmlformats.org/officeDocument/2006/relationships/slide" Target="/ppt/slides/slide49.xml" Id="R0f60c81d65d1455a" /><Relationship Type="http://schemas.openxmlformats.org/officeDocument/2006/relationships/slide" Target="/ppt/slides/slide50.xml" Id="Rd8c29abd74c44a79" /><Relationship Type="http://schemas.openxmlformats.org/officeDocument/2006/relationships/slide" Target="/ppt/slides/slide51.xml" Id="Rebacf3312da54bbc" /><Relationship Type="http://schemas.openxmlformats.org/officeDocument/2006/relationships/slide" Target="/ppt/slides/slide52.xml" Id="Rd5813b690cd446f3" /><Relationship Type="http://schemas.openxmlformats.org/officeDocument/2006/relationships/slide" Target="/ppt/slides/slide53.xml" Id="R72657ab092b24b66" /><Relationship Type="http://schemas.openxmlformats.org/officeDocument/2006/relationships/slide" Target="/ppt/slides/slide54.xml" Id="R334afaf601454592" /><Relationship Type="http://schemas.openxmlformats.org/officeDocument/2006/relationships/slide" Target="/ppt/slides/slide55.xml" Id="R073b76883fed4d99" /><Relationship Type="http://schemas.openxmlformats.org/officeDocument/2006/relationships/slide" Target="/ppt/slides/slide56.xml" Id="R3fb1be0125b14f24" /><Relationship Type="http://schemas.openxmlformats.org/officeDocument/2006/relationships/slide" Target="/ppt/slides/slide57.xml" Id="R3ba49172cca445fa" /><Relationship Type="http://schemas.openxmlformats.org/officeDocument/2006/relationships/slide" Target="/ppt/slides/slide58.xml" Id="R9d2229777aa64ba6" /><Relationship Type="http://schemas.openxmlformats.org/officeDocument/2006/relationships/slide" Target="/ppt/slides/slide59.xml" Id="R630b45adb7fd4ee0" /><Relationship Type="http://schemas.openxmlformats.org/officeDocument/2006/relationships/slide" Target="/ppt/slides/slide60.xml" Id="R9c7a9f5abdbd47a3" /><Relationship Type="http://schemas.openxmlformats.org/officeDocument/2006/relationships/slide" Target="/ppt/slides/slide61.xml" Id="Rc73c7203c2c741f0" /><Relationship Type="http://schemas.openxmlformats.org/officeDocument/2006/relationships/slide" Target="/ppt/slides/slide62.xml" Id="Ra1c48a47cbd140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ebe29f9b2164b1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d12875cc354e3a" /><Relationship Type="http://schemas.openxmlformats.org/officeDocument/2006/relationships/notesMaster" Target="/ppt/notesMasters/notesMaster1.xml" Id="Ra37c7b4cd87f4b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aa000571504d25" /><Relationship Type="http://schemas.openxmlformats.org/officeDocument/2006/relationships/notesMaster" Target="/ppt/notesMasters/notesMaster1.xml" Id="R04864afe43f040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b1dd932be44023" /><Relationship Type="http://schemas.openxmlformats.org/officeDocument/2006/relationships/notesMaster" Target="/ppt/notesMasters/notesMaster1.xml" Id="Re4149c5f92b645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03454d5978411a" /><Relationship Type="http://schemas.openxmlformats.org/officeDocument/2006/relationships/notesMaster" Target="/ppt/notesMasters/notesMaster1.xml" Id="Rb012771842384d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49a973b60148b5" /><Relationship Type="http://schemas.openxmlformats.org/officeDocument/2006/relationships/notesMaster" Target="/ppt/notesMasters/notesMaster1.xml" Id="R392291c48b0644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5002f644244f50" /><Relationship Type="http://schemas.openxmlformats.org/officeDocument/2006/relationships/notesMaster" Target="/ppt/notesMasters/notesMaster1.xml" Id="R8355f537e5eb45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396b28f05424633" /><Relationship Type="http://schemas.openxmlformats.org/officeDocument/2006/relationships/notesMaster" Target="/ppt/notesMasters/notesMaster1.xml" Id="R768099c0f6ab4c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7c63c3b83c4888" /><Relationship Type="http://schemas.openxmlformats.org/officeDocument/2006/relationships/notesMaster" Target="/ppt/notesMasters/notesMaster1.xml" Id="Rfccfc61b0c4c46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bf6555204ef64714" /><Relationship Type="http://schemas.openxmlformats.org/officeDocument/2006/relationships/notesMaster" Target="/ppt/notesMasters/notesMaster1.xml" Id="R04874ab2f66448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a6cd96b6fc34081" /><Relationship Type="http://schemas.openxmlformats.org/officeDocument/2006/relationships/notesMaster" Target="/ppt/notesMasters/notesMaster1.xml" Id="R04d7c38e780f411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541ea558d0451d" /><Relationship Type="http://schemas.openxmlformats.org/officeDocument/2006/relationships/notesMaster" Target="/ppt/notesMasters/notesMaster1.xml" Id="R416b16b95af74e8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1ac1194cad4f5b" /><Relationship Type="http://schemas.openxmlformats.org/officeDocument/2006/relationships/notesMaster" Target="/ppt/notesMasters/notesMaster1.xml" Id="R585a9bda3a544e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e1c2c0e55d14d09" /><Relationship Type="http://schemas.openxmlformats.org/officeDocument/2006/relationships/notesMaster" Target="/ppt/notesMasters/notesMaster1.xml" Id="R6f4440b13cfe40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d70b6c97b774079" /><Relationship Type="http://schemas.openxmlformats.org/officeDocument/2006/relationships/notesMaster" Target="/ppt/notesMasters/notesMaster1.xml" Id="R57f0c66f6f1e46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812c789c79f40b4" /><Relationship Type="http://schemas.openxmlformats.org/officeDocument/2006/relationships/notesMaster" Target="/ppt/notesMasters/notesMaster1.xml" Id="Rdc67152cc4dc4e5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98bd90a6054b4c" /><Relationship Type="http://schemas.openxmlformats.org/officeDocument/2006/relationships/notesMaster" Target="/ppt/notesMasters/notesMaster1.xml" Id="R431b1fd3ca0346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19d0fd47c094b61" /><Relationship Type="http://schemas.openxmlformats.org/officeDocument/2006/relationships/notesMaster" Target="/ppt/notesMasters/notesMaster1.xml" Id="R4e1f25cc37754fb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de9bb5d35c74a07" /><Relationship Type="http://schemas.openxmlformats.org/officeDocument/2006/relationships/notesMaster" Target="/ppt/notesMasters/notesMaster1.xml" Id="Rf83079b10894448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07ec0e7a1e94308" /><Relationship Type="http://schemas.openxmlformats.org/officeDocument/2006/relationships/notesMaster" Target="/ppt/notesMasters/notesMaster1.xml" Id="Rd47a439dd1974fe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763a36ebb7b4847" /><Relationship Type="http://schemas.openxmlformats.org/officeDocument/2006/relationships/notesMaster" Target="/ppt/notesMasters/notesMaster1.xml" Id="Rdcb16163dca64f1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479bd14eb0e436b" /><Relationship Type="http://schemas.openxmlformats.org/officeDocument/2006/relationships/notesMaster" Target="/ppt/notesMasters/notesMaster1.xml" Id="Rcb9bd145d1334de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871c5d432744387" /><Relationship Type="http://schemas.openxmlformats.org/officeDocument/2006/relationships/notesMaster" Target="/ppt/notesMasters/notesMaster1.xml" Id="Ra3e6aba1ddde414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fd98797662461a" /><Relationship Type="http://schemas.openxmlformats.org/officeDocument/2006/relationships/notesMaster" Target="/ppt/notesMasters/notesMaster1.xml" Id="R2a2db03e7fe04a0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12d8d9932ff4132" /><Relationship Type="http://schemas.openxmlformats.org/officeDocument/2006/relationships/notesMaster" Target="/ppt/notesMasters/notesMaster1.xml" Id="Rb7db26080675423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9764c9f9c8d4a20" /><Relationship Type="http://schemas.openxmlformats.org/officeDocument/2006/relationships/notesMaster" Target="/ppt/notesMasters/notesMaster1.xml" Id="R1079802fa7444f4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24c77b4bdc74d4b" /><Relationship Type="http://schemas.openxmlformats.org/officeDocument/2006/relationships/notesMaster" Target="/ppt/notesMasters/notesMaster1.xml" Id="Rc045539ade6c47a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d98b0c11c17426a" /><Relationship Type="http://schemas.openxmlformats.org/officeDocument/2006/relationships/notesMaster" Target="/ppt/notesMasters/notesMaster1.xml" Id="R0ae44d60a6384c0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b9825a732234bbe" /><Relationship Type="http://schemas.openxmlformats.org/officeDocument/2006/relationships/notesMaster" Target="/ppt/notesMasters/notesMaster1.xml" Id="R3100eb466cea440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c59d29c01cf4f2c" /><Relationship Type="http://schemas.openxmlformats.org/officeDocument/2006/relationships/notesMaster" Target="/ppt/notesMasters/notesMaster1.xml" Id="Rf8c8c1f2a7534ed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4ea94e7458894e2e" /><Relationship Type="http://schemas.openxmlformats.org/officeDocument/2006/relationships/notesMaster" Target="/ppt/notesMasters/notesMaster1.xml" Id="Rd33f4adbf1b94e8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54100be3d0c4088" /><Relationship Type="http://schemas.openxmlformats.org/officeDocument/2006/relationships/notesMaster" Target="/ppt/notesMasters/notesMaster1.xml" Id="R1e4f31c2b081491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09130f1ebfb4664" /><Relationship Type="http://schemas.openxmlformats.org/officeDocument/2006/relationships/notesMaster" Target="/ppt/notesMasters/notesMaster1.xml" Id="R40d7a6b2f82e407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a118e36d13b49cf" /><Relationship Type="http://schemas.openxmlformats.org/officeDocument/2006/relationships/notesMaster" Target="/ppt/notesMasters/notesMaster1.xml" Id="R7181234a7e75480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70a2e4f0b014acc" /><Relationship Type="http://schemas.openxmlformats.org/officeDocument/2006/relationships/notesMaster" Target="/ppt/notesMasters/notesMaster1.xml" Id="Rbb6f228d5b8941d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e4dcd2d2a5d46a0" /><Relationship Type="http://schemas.openxmlformats.org/officeDocument/2006/relationships/notesMaster" Target="/ppt/notesMasters/notesMaster1.xml" Id="R8b4192748e6e440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e0ee73da7524bf3" /><Relationship Type="http://schemas.openxmlformats.org/officeDocument/2006/relationships/notesMaster" Target="/ppt/notesMasters/notesMaster1.xml" Id="R0df04f37f696438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edb19338f4548e9" /><Relationship Type="http://schemas.openxmlformats.org/officeDocument/2006/relationships/notesMaster" Target="/ppt/notesMasters/notesMaster1.xml" Id="Rfb552212ca9f483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79b5c2668d549dd" /><Relationship Type="http://schemas.openxmlformats.org/officeDocument/2006/relationships/notesMaster" Target="/ppt/notesMasters/notesMaster1.xml" Id="R96cf36ac1b1d4c0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1b0d9380108445d" /><Relationship Type="http://schemas.openxmlformats.org/officeDocument/2006/relationships/notesMaster" Target="/ppt/notesMasters/notesMaster1.xml" Id="R3f60f4e106d64f1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6919e57e3be44818" /><Relationship Type="http://schemas.openxmlformats.org/officeDocument/2006/relationships/notesMaster" Target="/ppt/notesMasters/notesMaster1.xml" Id="R9aa9917d8e6249a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4557f648ade84f3c" /><Relationship Type="http://schemas.openxmlformats.org/officeDocument/2006/relationships/notesMaster" Target="/ppt/notesMasters/notesMaster1.xml" Id="R990da0a276384de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6795fa8464a46fb" /><Relationship Type="http://schemas.openxmlformats.org/officeDocument/2006/relationships/notesMaster" Target="/ppt/notesMasters/notesMaster1.xml" Id="R1326295c7d80417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0830df58adf466f" /><Relationship Type="http://schemas.openxmlformats.org/officeDocument/2006/relationships/notesMaster" Target="/ppt/notesMasters/notesMaster1.xml" Id="Rcac89d6d790447e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3ac55b80f540434e" /><Relationship Type="http://schemas.openxmlformats.org/officeDocument/2006/relationships/notesMaster" Target="/ppt/notesMasters/notesMaster1.xml" Id="R91914532378846b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81aa3a189664166" /><Relationship Type="http://schemas.openxmlformats.org/officeDocument/2006/relationships/notesMaster" Target="/ppt/notesMasters/notesMaster1.xml" Id="R9fd2dfbb5f1f487a"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79dcc9a42a94671" /><Relationship Type="http://schemas.openxmlformats.org/officeDocument/2006/relationships/notesMaster" Target="/ppt/notesMasters/notesMaster1.xml" Id="R205acfed201944f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74cd918f1db4987" /><Relationship Type="http://schemas.openxmlformats.org/officeDocument/2006/relationships/notesMaster" Target="/ppt/notesMasters/notesMaster1.xml" Id="R2a4bab8104424ee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745cde995fa94466" /><Relationship Type="http://schemas.openxmlformats.org/officeDocument/2006/relationships/notesMaster" Target="/ppt/notesMasters/notesMaster1.xml" Id="R5cdac307d9de4d0d"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558b1fb5ab54986" /><Relationship Type="http://schemas.openxmlformats.org/officeDocument/2006/relationships/notesMaster" Target="/ppt/notesMasters/notesMaster1.xml" Id="R4ae05224445a4cc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84617bdb210243c7" /><Relationship Type="http://schemas.openxmlformats.org/officeDocument/2006/relationships/notesMaster" Target="/ppt/notesMasters/notesMaster1.xml" Id="Rca4927e6881e48d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13403df47f0441a" /><Relationship Type="http://schemas.openxmlformats.org/officeDocument/2006/relationships/notesMaster" Target="/ppt/notesMasters/notesMaster1.xml" Id="R04f5c203f32e4d0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a397b401a224cdc" /><Relationship Type="http://schemas.openxmlformats.org/officeDocument/2006/relationships/notesMaster" Target="/ppt/notesMasters/notesMaster1.xml" Id="R32760bbb39b94bc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216a7e2d3284072" /><Relationship Type="http://schemas.openxmlformats.org/officeDocument/2006/relationships/notesMaster" Target="/ppt/notesMasters/notesMaster1.xml" Id="R8308ce7012094a8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a2010dff4e5c4544" /><Relationship Type="http://schemas.openxmlformats.org/officeDocument/2006/relationships/notesMaster" Target="/ppt/notesMasters/notesMaster1.xml" Id="Rc2f5635d4ee844d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db337ba9e424a3b" /><Relationship Type="http://schemas.openxmlformats.org/officeDocument/2006/relationships/notesMaster" Target="/ppt/notesMasters/notesMaster1.xml" Id="R6b4b74a3857b4b3f"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6f4f52b7843b4bd3" /><Relationship Type="http://schemas.openxmlformats.org/officeDocument/2006/relationships/notesMaster" Target="/ppt/notesMasters/notesMaster1.xml" Id="R6062e9c550024e7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8ae155e177c4ce6" /><Relationship Type="http://schemas.openxmlformats.org/officeDocument/2006/relationships/notesMaster" Target="/ppt/notesMasters/notesMaster1.xml" Id="R72c26da527bd46e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601778e30c194767" /><Relationship Type="http://schemas.openxmlformats.org/officeDocument/2006/relationships/notesMaster" Target="/ppt/notesMasters/notesMaster1.xml" Id="Re393b11a174a4e68"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85769fc04e148e5" /><Relationship Type="http://schemas.openxmlformats.org/officeDocument/2006/relationships/notesMaster" Target="/ppt/notesMasters/notesMaster1.xml" Id="R24a32de577bd4cf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7fe063ed5bf4b83" /><Relationship Type="http://schemas.openxmlformats.org/officeDocument/2006/relationships/notesMaster" Target="/ppt/notesMasters/notesMaster1.xml" Id="R50a7a0146cdb4e6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b3d2dfdf8864476" /><Relationship Type="http://schemas.openxmlformats.org/officeDocument/2006/relationships/notesMaster" Target="/ppt/notesMasters/notesMaster1.xml" Id="R6d9c7e2b50464a32"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a3857afe6a849e6" /><Relationship Type="http://schemas.openxmlformats.org/officeDocument/2006/relationships/notesMaster" Target="/ppt/notesMasters/notesMaster1.xml" Id="Rb5972aecfd554a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Owner means the engineer or team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two minutes. Six areas, twenty-three minutes: models, context and knowledge, tools, orchestration, verification and evals, and operating it. The transition, five minutes. Then fifteen minutes for your questions.</a:t>
            </a:r>
          </a:p>
          <a:p xmlns:a="http://schemas.openxmlformats.org/drawingml/2006/main">
            <a:r>
              <a:t/>
            </a:r>
          </a:p>
          <a:p xmlns:a="http://schemas.openxmlformats.org/drawingml/2006/main">
            <a:r>
              <a:rPr b="1"/>
              <a:t>For each area: When you are the user, including what someone engineered, then When you are the owner.</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Here is the whole discipline on one slide. We will walk it from the inside out.</a:t>
            </a:r>
          </a:p>
          <a:p xmlns:a="http://schemas.openxmlformats.org/drawingml/2006/main">
            <a:r>
              <a:t/>
            </a:r>
          </a:p>
          <a:p xmlns:a="http://schemas.openxmlformats.org/drawingml/2006/main">
            <a:r>
              <a:rPr b="1"/>
              <a:t>BUILD 1: THE MODEL</a:t>
            </a:r>
          </a:p>
          <a:p xmlns:a="http://schemas.openxmlformats.org/drawingml/2006/main">
            <a:r>
              <a:t/>
            </a:r>
          </a:p>
          <a:p xmlns:a="http://schemas.openxmlformats.org/drawingml/2006/main">
            <a:r>
              <a:rPr b="0"/>
              <a:t>An agent is a model plus a harness. </a:t>
            </a:r>
            <a:r>
              <a:rPr b="1"/>
              <a:t>“If you're not the model, you're the harness.”</a:t>
            </a:r>
          </a:p>
          <a:p xmlns:a="http://schemas.openxmlformats.org/drawingml/2006/main">
            <a:r>
              <a:t/>
            </a:r>
          </a:p>
          <a:p xmlns:a="http://schemas.openxmlformats.org/drawingml/2006/main">
            <a:r>
              <a:rPr b="1"/>
              <a:t>BUILD 2: THE HARNESS</a:t>
            </a:r>
          </a:p>
          <a:p xmlns:a="http://schemas.openxmlformats.org/drawingml/2006/main">
            <a:r>
              <a:t/>
            </a:r>
          </a:p>
          <a:p xmlns:a="http://schemas.openxmlformats.org/drawingml/2006/main">
            <a:r>
              <a:rPr b="0"/>
              <a:t>A harness is the execution system around the model. It maintains context, calls tools, handles failures, enforces controls, and returns a useful result. That paraphrases OpenAI's August definition.</a:t>
            </a:r>
          </a:p>
          <a:p xmlns:a="http://schemas.openxmlformats.org/drawingml/2006/main">
            <a:r>
              <a:t/>
            </a:r>
          </a:p>
          <a:p xmlns:a="http://schemas.openxmlformats.org/drawingml/2006/main">
            <a:r>
              <a:rPr b="1"/>
              <a:t>Four layers.</a:t>
            </a:r>
            <a:r>
              <a:rPr b="0"/>
              <a:t> The model. The harness around it: instructions, context and memory, tools, orchestration, guardrails, verification.</a:t>
            </a:r>
          </a:p>
          <a:p xmlns:a="http://schemas.openxmlformats.org/drawingml/2006/main">
            <a:r>
              <a:t/>
            </a:r>
          </a:p>
          <a:p xmlns:a="http://schemas.openxmlformats.org/drawingml/2006/main">
            <a:r>
              <a:rPr b="1"/>
              <a:t>BUILD 3: PER-RUN SERVICES</a:t>
            </a:r>
          </a:p>
          <a:p xmlns:a="http://schemas.openxmlformats.org/drawingml/2006/main">
            <a:r>
              <a:t/>
            </a:r>
          </a:p>
          <a:p xmlns:a="http://schemas.openxmlformats.org/drawingml/2006/main">
            <a:r>
              <a:rPr b="0"/>
              <a:t>Every run draws on identity, security, data and knowledge.</a:t>
            </a:r>
          </a:p>
          <a:p xmlns:a="http://schemas.openxmlformats.org/drawingml/2006/main">
            <a:r>
              <a:t/>
            </a:r>
          </a:p>
          <a:p xmlns:a="http://schemas.openxmlformats.org/drawingml/2006/main">
            <a:r>
              <a:rPr b="1"/>
              <a:t>BUILD 4: ACROSS RUNS</a:t>
            </a:r>
          </a:p>
          <a:p xmlns:a="http://schemas.openxmlformats.org/drawingml/2006/main">
            <a:r>
              <a:t/>
            </a:r>
          </a:p>
          <a:p xmlns:a="http://schemas.openxmlformats.org/drawingml/2006/main">
            <a:r>
              <a:rPr b="0"/>
              <a:t>Observability, evaluations, and governance let you learn from and control many runs.</a:t>
            </a:r>
          </a:p>
          <a:p xmlns:a="http://schemas.openxmlformats.org/drawingml/2006/main">
            <a:r>
              <a:t/>
            </a:r>
          </a:p>
          <a:p xmlns:a="http://schemas.openxmlformats.org/drawingml/2006/main">
            <a:r>
              <a:rPr b="0"/>
              <a:t>Full brightness. Every box exists inside the coding agent you use. Someone built each one. For each area: When you are the user, what someone engineered, then When you are the owner.</a:t>
            </a:r>
          </a:p>
          <a:p xmlns:a="http://schemas.openxmlformats.org/drawingml/2006/main">
            <a:r>
              <a:t/>
            </a:r>
          </a:p>
          <a:p xmlns:a="http://schemas.openxmlformats.org/drawingml/2006/main">
            <a:r>
              <a:rPr b="1"/>
              <a:t>Agent equals model plus harness. Everything that is not the model is what you engineer.</a:t>
            </a:r>
          </a:p>
          <a:p xmlns:a="http://schemas.openxmlformats.org/drawingml/2006/main">
            <a:r>
              <a:t/>
            </a:r>
          </a:p>
          <a:p xmlns:a="http://schemas.openxmlformats.org/drawingml/2006/main">
            <a:r>
              <a:rPr b="1"/>
              <a:t>We'll carry one example through these areas: a system that helps engineers research Failure Review Boards, understand their decisions, and compare recurring issues.</a:t>
            </a:r>
            <a:r>
              <a:rPr b="0"/>
              <a:t> It is illustrative research and drafting support. </a:t>
            </a:r>
            <a:r>
              <a:rPr b="1"/>
              <a:t>People own official causes, decisions, and board records.</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the model picker in Devin Desktop. The first choice is which model handles your coding task.</a:t>
            </a:r>
          </a:p>
          <a:p xmlns:a="http://schemas.openxmlformats.org/drawingml/2006/main">
            <a:r>
              <a:t/>
            </a:r>
          </a:p>
          <a:p xmlns:a="http://schemas.openxmlformats.org/drawingml/2006/main">
            <a:r>
              <a:rPr b="0"/>
              <a:t>The reasoning-effort slider adjusts the effort used to work through that task. </a:t>
            </a:r>
            <a:r>
              <a:rPr b="1"/>
              <a:t>One picker exposes both the model and its reasoning setting.</a:t>
            </a:r>
            <a:r>
              <a:rPr b="0"/>
              <a:t> Those familiar controls are our starting point.</a:t>
            </a:r>
          </a:p>
          <a:p xmlns:a="http://schemas.openxmlformats.org/drawingml/2006/main">
            <a:r>
              <a:t/>
            </a:r>
          </a:p>
          <a:p xmlns:a="http://schemas.openxmlformats.org/drawingml/2006/main">
            <a:r>
              <a:rPr b="0"/>
              <a:t>Advance to the Models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“A decent model with a great harness beats a great model with a bad harness.”</a:t>
            </a:r>
            <a:r>
              <a:rPr b="0"/>
              <a:t> Addy Osmani is describing his experience. </a:t>
            </a:r>
            <a:r>
              <a:rPr b="1"/>
              <a:t>Evaluate the model inside the system you are building.</a:t>
            </a:r>
            <a:r>
              <a:rPr b="0"/>
              <a:t> Context, tools, and control flow shape the result too.</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Three decisions. First, which model and reasoning settings fit the task? </a:t>
            </a:r>
            <a:r>
              <a:rPr b="1"/>
              <a:t>Compare candidates on representative tasks.</a:t>
            </a:r>
            <a:r>
              <a:rPr b="0"/>
              <a:t> Read quality, cost, and latency together. Deployment constraints include context limits, tool reliability, and data residency.</a:t>
            </a:r>
          </a:p>
          <a:p xmlns:a="http://schemas.openxmlformats.org/drawingml/2006/main">
            <a:r>
              <a:t/>
            </a:r>
          </a:p>
          <a:p xmlns:a="http://schemas.openxmlformats.org/drawingml/2006/main">
            <a:r>
              <a:rPr b="0"/>
              <a:t>Second, one model or different models for different work? </a:t>
            </a:r>
            <a:r>
              <a:rPr b="1"/>
              <a:t>Start with one configuration unless measurements justify routing.</a:t>
            </a:r>
            <a:r>
              <a:rPr b="0"/>
              <a:t> Routing gives you more choices, but also more configurations to evaluate and maintain. Orchestration, later, determines how the work is divided and coordinated.</a:t>
            </a:r>
          </a:p>
          <a:p xmlns:a="http://schemas.openxmlformats.org/drawingml/2006/main">
            <a:r>
              <a:t/>
            </a:r>
          </a:p>
          <a:p xmlns:a="http://schemas.openxmlformats.org/drawingml/2006/main">
            <a:r>
              <a:rPr b="0"/>
              <a:t>Third, how will changes be controlled? </a:t>
            </a:r>
            <a:r>
              <a:rPr b="1"/>
              <a:t>Pinned versions need planned migration. Moving aliases need regression monitoring.</a:t>
            </a:r>
            <a:r>
              <a:rPr b="0"/>
              <a:t> Define how you will evaluate and replace a model before the choice becomes a dependency.</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Tasks change. Refresh your evaluation cases as intended use changes. Routes change. Cover each route and measure the whole workflow, including retries and verification. Model versions retire and aliases update. Monitor those changes and prepare a replacement.</a:t>
            </a:r>
          </a:p>
          <a:p xmlns:a="http://schemas.openxmlformats.org/drawingml/2006/main">
            <a:r>
              <a:t/>
            </a:r>
          </a:p>
          <a:p xmlns:a="http://schemas.openxmlformats.org/drawingml/2006/main">
            <a:r>
              <a:rPr b="1"/>
              <a:t>A snapshot does not freeze the whole system.</a:t>
            </a:r>
            <a:r>
              <a:rPr b="0"/>
              <a:t> Prompts, retrieval, tools, and the environment can still change. </a:t>
            </a:r>
            <a:r>
              <a:rPr b="1"/>
              <a:t>Choosing and changing models without testing them on your task</a:t>
            </a:r>
            <a:r>
              <a:rPr b="0"/>
              <a:t> is the recurring pitfall. Skipping that evidence leaves a gap in every one of these decisions.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Now apply those choices to the FRB brief. This is a proposed starting design, with no measured model results. Compare candidates on faithful summaries and supported findings. </a:t>
            </a:r>
            <a:r>
              <a:rPr b="1"/>
              <a:t>A possible cause must remain a possible cause.</a:t>
            </a:r>
            <a:r>
              <a:rPr b="0"/>
              <a:t> The later minutes still leave FRB-042's cause unresolved.</a:t>
            </a:r>
          </a:p>
          <a:p xmlns:a="http://schemas.openxmlformats.org/drawingml/2006/main">
            <a:r>
              <a:t/>
            </a:r>
          </a:p>
          <a:p xmlns:a="http://schemas.openxmlformats.org/drawingml/2006/main">
            <a:r>
              <a:rPr b="0"/>
              <a:t>Begin with one model configuration. Use a pinned version where available, with a migration plan. </a:t>
            </a:r>
            <a:r>
              <a:rPr b="1"/>
              <a:t>Revisit the design when measured quality, cost, latency, or lifecycle requirements justify a change.</a:t>
            </a:r>
            <a:r>
              <a:rPr b="0"/>
              <a:t> The example shows the reasoning behind a starting point, not a winning model.</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This is AGENTS.md. You give a coding agent the repository's conventions and the checks it should use to validate its work.</a:t>
            </a:r>
          </a:p>
          <a:p xmlns:a="http://schemas.openxmlformats.org/drawingml/2006/main">
            <a:r>
              <a:t/>
            </a:r>
          </a:p>
          <a:p xmlns:a="http://schemas.openxmlformats.org/drawingml/2006/main">
            <a:r>
              <a:rPr b="1"/>
              <a:t>You are supplying context for the task.</a:t>
            </a:r>
            <a:r>
              <a:rPr b="0"/>
              <a:t> The file can explain how work fits this project and how to verify a change before handing it back. It is one familiar part of the information the agent uses.</a:t>
            </a:r>
          </a:p>
          <a:p xmlns:a="http://schemas.openxmlformats.org/drawingml/2006/main">
            <a:r>
              <a:t/>
            </a:r>
          </a:p>
          <a:p xmlns:a="http://schemas.openxmlformats.org/drawingml/2006/main">
            <a:r>
              <a:rPr b="0"/>
              <a:t>Advance to the Context quote.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 QUOTE</a:t>
            </a:r>
          </a:p>
          <a:p xmlns:a="http://schemas.openxmlformats.org/drawingml/2006/main">
            <a:r>
              <a:t/>
            </a:r>
          </a:p>
          <a:p xmlns:a="http://schemas.openxmlformats.org/drawingml/2006/main">
            <a:r>
              <a:rPr b="1"/>
              <a:t>“Context, therefore, must be treated as a finite resource with diminishing marginal returns.”</a:t>
            </a:r>
            <a:r>
              <a:rPr b="0"/>
              <a:t> That is Anthropic's framing. </a:t>
            </a:r>
            <a:r>
              <a:rPr b="1"/>
              <a:t>The owner chooses what the model sees at each step.</a:t>
            </a:r>
            <a:r>
              <a:rPr b="0"/>
              <a:t> A larger window does not make every piece of information useful.</a:t>
            </a:r>
          </a:p>
          <a:p xmlns:a="http://schemas.openxmlformats.org/drawingml/2006/main">
            <a:r>
              <a:t/>
            </a:r>
          </a:p>
          <a:p xmlns:a="http://schemas.openxmlformats.org/drawingml/2006/main">
            <a:r>
              <a:rPr b="1"/>
              <a:t>BUILD 2: DECISIONS</a:t>
            </a:r>
          </a:p>
          <a:p xmlns:a="http://schemas.openxmlformats.org/drawingml/2006/main">
            <a:r>
              <a:t/>
            </a:r>
          </a:p>
          <a:p xmlns:a="http://schemas.openxmlformats.org/drawingml/2006/main">
            <a:r>
              <a:rPr b="0"/>
              <a:t>First, what belongs in the next step? Instructions, task state, and relevant knowledge. </a:t>
            </a:r>
            <a:r>
              <a:rPr b="1"/>
              <a:t>RAG retrieves relevant external information and supplies it to the model.</a:t>
            </a:r>
            <a:r>
              <a:rPr b="0"/>
              <a:t> File reads, keyword search, embeddings, and hybrid retrieval are methods chosen for the data and task.</a:t>
            </a:r>
          </a:p>
          <a:p xmlns:a="http://schemas.openxmlformats.org/drawingml/2006/main">
            <a:r>
              <a:t/>
            </a:r>
          </a:p>
          <a:p xmlns:a="http://schemas.openxmlformats.org/drawingml/2006/main">
            <a:r>
              <a:rPr b="0"/>
              <a:t>Second, what should persist or be refreshed? Keep facts and constraints that still matter. Compaction summarizes a conversation. Persistent memory can carry information across sessions. Decide what to retain, what to discard, and when to refresh sources.</a:t>
            </a:r>
          </a:p>
          <a:p xmlns:a="http://schemas.openxmlformats.org/drawingml/2006/main">
            <a:r>
              <a:t/>
            </a:r>
          </a:p>
          <a:p xmlns:a="http://schemas.openxmlformats.org/drawingml/2006/main">
            <a:r>
              <a:rPr b="0"/>
              <a:t>Third, which sources and access scope? </a:t>
            </a:r>
            <a:r>
              <a:rPr b="1"/>
              <a:t>Keep source locations and revisions. Enforce the user's authorized scope outside the model.</a:t>
            </a:r>
            <a:r>
              <a:rPr b="0"/>
              <a:t> Retrieval should supply evidence that the system is allowed to use and that the engineer can trace back to its source.</a:t>
            </a:r>
          </a:p>
          <a:p xmlns:a="http://schemas.openxmlformats.org/drawingml/2006/main">
            <a:r>
              <a:t/>
            </a:r>
          </a:p>
          <a:p xmlns:a="http://schemas.openxmlformats.org/drawingml/2006/main">
            <a:r>
              <a:rPr b="1"/>
              <a:t>BUILD 3: MAINTENANCE</a:t>
            </a:r>
          </a:p>
          <a:p xmlns:a="http://schemas.openxmlformats.org/drawingml/2006/main">
            <a:r>
              <a:t/>
            </a:r>
          </a:p>
          <a:p xmlns:a="http://schemas.openxmlformats.org/drawingml/2006/main">
            <a:r>
              <a:rPr b="0"/>
              <a:t>Records change, so retrieved passages can become stale. Sessions grow, and a summary can lose a constraint. Memory can expose information across an access boundary. Refresh retrieval, test what compaction preserves, and keep the provenance. Recheck representative cases when sources or policies change.</a:t>
            </a:r>
          </a:p>
          <a:p xmlns:a="http://schemas.openxmlformats.org/drawingml/2006/main">
            <a:r>
              <a:t/>
            </a:r>
          </a:p>
          <a:p xmlns:a="http://schemas.openxmlformats.org/drawingml/2006/main">
            <a:r>
              <a:rPr b="0"/>
              <a:t>Stable prompt prefixes can help caching. </a:t>
            </a:r>
            <a:r>
              <a:rPr b="1"/>
              <a:t>Correctness and access take priority over cache savings.</a:t>
            </a:r>
            <a:r>
              <a:rPr b="0"/>
              <a:t> The common pitfall is </a:t>
            </a:r>
            <a:r>
              <a:rPr b="1"/>
              <a:t>adding instead of curating</a:t>
            </a:r>
            <a:r>
              <a:rPr b="0"/>
              <a:t>: more instructions, more retrieved text, and more history without deciding what still belongs.</a:t>
            </a:r>
          </a:p>
          <a:p xmlns:a="http://schemas.openxmlformats.org/drawingml/2006/main">
            <a:r>
              <a:t/>
            </a:r>
          </a:p>
          <a:p xmlns:a="http://schemas.openxmlformats.org/drawingml/2006/main">
            <a:r>
              <a:rPr b="1"/>
              <a:t>BUILD 4: APPLICATION</a:t>
            </a:r>
          </a:p>
          <a:p xmlns:a="http://schemas.openxmlformats.org/drawingml/2006/main">
            <a:r>
              <a:t/>
            </a:r>
          </a:p>
          <a:p xmlns:a="http://schemas.openxmlformats.org/drawingml/2006/main">
            <a:r>
              <a:rPr b="0"/>
              <a:t>Here is a proposed starting context for the FRB brief. Retrieve both relevant passages with their identities and locations. </a:t>
            </a:r>
            <a:r>
              <a:rPr b="1"/>
              <a:t>The briefing names a possible cause. The later minutes leave it unresolved and require inspection.</a:t>
            </a:r>
          </a:p>
          <a:p xmlns:a="http://schemas.openxmlformats.org/drawingml/2006/main">
            <a:r>
              <a:t/>
            </a:r>
          </a:p>
          <a:p xmlns:a="http://schemas.openxmlformats.org/drawingml/2006/main">
            <a:r>
              <a:rPr b="0"/>
              <a:t>Retain that unresolved status and inspection requirement in the working context and any summary. Refresh source versions and recheck access before finalizing the brief. Access checks stay outside the model. Missing or inaccessible evidence remains an explicit limitation.</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MCP configuration connects tools. The permission prompt exposes a policy choice. Codex and Devin provide sandbox and approval settings. A model can recommend approving a command, but </a:t>
            </a:r>
            <a:r>
              <a:rPr b="1"/>
              <a:t>that recommendation does not establish permission</a:t>
            </a:r>
            <a:r>
              <a:rPr b="0"/>
              <a: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tool is a contract between code and a model caller.</a:t>
            </a:r>
            <a:r>
              <a:rPr b="0"/>
              <a:t> Evaluate granularity for the task. A scheduling tool can consolidate several operations, but consolidation is an option to test. Namespace related tools. </a:t>
            </a:r>
            <a:r>
              <a:rPr b="1"/>
              <a:t>Return meaningful names alongside stable IDs needed to act.</a:t>
            </a:r>
            <a:r>
              <a:rPr b="0"/>
              <a:t> Two customers may share a name. Offer concise and detailed payloads where useful.</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Anthropic reported improvements from tool-description refinements. In its particular five-server example, definitions consumed about 55,000 tokens before the conversation. Tool search reduced definition overhead by 85%. The cost depends on the definitions, not just the server count.</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The protocol floor includes no token passthrough, scope minimization, consent before local commands, and sandboxed execution. Next, the owner must enforce access for scoped reads, recovery for reversible changes, and authorization or approval for consequential actions.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write the contract and build the gate.</a:t>
            </a:r>
            <a:r>
              <a:rPr b="0"/>
              <a:t> In our illustration, background services parse and index PDF reports, Word minutes, and PowerPoint briefings. These are separate from the tools the agent calls.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Search by ID, date, or category. Retrieve exact source passages. Export selected records, or export the checked brief. Each tool needs a clear input and result contract.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Results retain IDs, revisions, and source locations.</a:t>
            </a:r>
            <a:r>
              <a:rPr b="0"/>
              <a:t> Parsing failures and incomplete results are explicit. Exports match the selected records or checked draft, with citations and uncertainty intact. </a:t>
            </a:r>
            <a:r>
              <a:rPr b="1"/>
              <a:t>Enforce authorization outside the model for reads and exports, including the destination.</a:t>
            </a:r>
            <a:r>
              <a:rPr b="0"/>
              <a:t> A model recommendation does not establish permission.</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Copying the API surface without evaluating task fit.</a:t>
            </a:r>
          </a:p>
          <a:p xmlns:a="http://schemas.openxmlformats.org/drawingml/2006/main">
            <a:r>
              <a:t/>
            </a:r>
          </a:p>
          <a:p xmlns:a="http://schemas.openxmlformats.org/drawingml/2006/main">
            <a:r>
              <a:rPr b="1"/>
              <a:t>Design tools for a caller that reads the description every time and can still get it wrong.</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Plan mode. Subagents. Hooks. Compaction. Resume and fork. Both tools have every one of them. </a:t>
            </a:r>
            <a:r>
              <a:rPr b="1"/>
              <a:t>Underneath all of it is one loop: gather context, take action, verify, repeat.</a:t>
            </a:r>
            <a:r>
              <a:rPr b="0"/>
              <a:t> Hooks are the deterministic escape hatch: a PostToolUse hook runs the formatter or the tests whether or not the model believes it did. Codex ships hooks turned off. You turn them 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What someone engineered is the loop's decisions. When to stop. What carries between turns. When to compact. When to spawn a subagent, and what to hand it. Where a hook fires. The other harness boxes on the map get their own areas in this talk. This is the one that runs them.</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Addy Osmani's line applies most sharply here: </a:t>
            </a:r>
            <a:r>
              <a:rPr b="1"/>
              <a:t>"A decent model with a great harness beats a great model with a bad harness."</a:t>
            </a:r>
            <a:r>
              <a:rPr b="0"/>
              <a:t> Evidence from OpenAI in August 2026, and it is loop-level evidence: retained reasoning across turns plus a compaction trigger took one model's score on a reasoning benchmark from 13% to 38%, with six times fewer output tokens. Same model.</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Anthropic found two failure modes in long-running agents. </a:t>
            </a:r>
            <a:r>
              <a:rPr b="1"/>
              <a:t>Over-ambition: try to one-shot the whole app. Premature completion: a later instance sees progress and declares the job done.</a:t>
            </a:r>
            <a:r>
              <a:rPr b="0"/>
              <a:t> The fix was engineering, not prompting. An initializer writes a feature list and a progress file. Each session does one feature with a fixed startup routine. </a:t>
            </a:r>
            <a:r>
              <a:rPr b="1"/>
              <a:t>Protect the acceptance criteria.</a:t>
            </a:r>
            <a:r>
              <a:rPr b="0"/>
              <a:t> Do not weaken tests merely to get a pass. Faulty or obsolete tests may change through review.</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Multi-agent, honestly. </a:t>
            </a:r>
            <a:r>
              <a:rPr b="1"/>
              <a:t>Anthropic reported a 90.2% improvement against its single-agent research system on an internal eval. Separately, it reported about 15 times chat token use for multi-agent systems.</a:t>
            </a:r>
            <a:r>
              <a:rPr b="0"/>
              <a:t> And it is a poor fit for work where agents need shared context or have dependencies. Anthropic names coding as the example.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Retrieve the target packet, inspect evidence, compare cases, reconcile findings, verify, export. Start with that bounded workflow.</a:t>
            </a:r>
            <a:r>
              <a:rPr b="0"/>
              <a:t> The process can use predefined paths before adding model-selected actions.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After measuring that workflow, optional workers can compare FRB-017 and FRB-031 independently. </a:t>
            </a:r>
            <a:r>
              <a:rPr b="1"/>
              <a:t>They return evidence and uncertainty to the main analyst, using only authorized internal FRB records and attachments.</a:t>
            </a:r>
            <a:r>
              <a:rPr b="0"/>
              <a:t> Save completed steps and exact revisions for resume. Recheck freshness and access. Bound retries and check the prior export receipt before repeating an export.</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Conflicting findings trigger source inspection or an unresolved result.</a:t>
            </a:r>
            <a:r>
              <a:rPr b="0"/>
              <a:t> Similar symptoms and duplicate documents cannot establish a common cause. Incomplete indexing must be visible. Set action, token, and end-to-end latency limits. At a limit, return an explicit limitation or hand off to a person. </a:t>
            </a:r>
            <a:r>
              <a:rPr b="1"/>
              <a:t>An unbounded loop is an outage.</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Multi-agent before a workflow was tried.</a:t>
            </a:r>
            <a:r>
              <a:rPr b="0"/>
              <a:t> More workers have to earn their cost and complexity.</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The coding agent can run the repository's checks: write, run, read the failure, retry. Fowler observed models claiming all tests were green when they were not. </a:t>
            </a:r>
            <a:r>
              <a:rPr b="1"/>
              <a:t>Run the check before accepting the claim.</a:t>
            </a:r>
            <a:r>
              <a:rPr b="0"/>
              <a:t> A hook can enforce that check. A model reporting success cannot substitute for it.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Checking an action and measuring behavior across cases are complementary uses of checks.</a:t>
            </a:r>
            <a:r>
              <a:rPr b="0"/>
              <a:t> This talk places verification inside the loop and evaluation across runs outside it. Evals are tests of an AI system. Code, models, and people can all grade. Subjective graders need expert calibration.</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Check the result. Inspect the trace.</a:t>
            </a:r>
            <a:r>
              <a:rPr b="0"/>
              <a:t> Our illustrative briefing says bearing wear is possible. Later minutes leave the cause unresolved and call for inspection. The answer says the board confirmed bearing wear. </a:t>
            </a:r>
            <a:r>
              <a:rPr b="1"/>
              <a:t>Fail: a hypothesis became an established finding.</a:t>
            </a:r>
            <a:r>
              <a:rPr b="0"/>
              <a:t> The expected answer separates the unresolved cause from the inspection decision. A citation can exist without supporting that sentence. Inspect the retrieved revisions, worker findings, synthesis, and required access constraints.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0"/>
              <a:t>pass@k is the probability of at least one success in k trials. pass^k is the probability all k succeed. They match at k equals one, but answer different questions as k grows. </a:t>
            </a:r>
            <a:r>
              <a:rPr b="1"/>
              <a:t>Consistency matters for repeated customer use.</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1"/>
              <a:t>Start with 20 to 50 tasks drawn from real failures.</a:t>
            </a:r>
            <a:r>
              <a:rPr b="0"/>
              <a:t> Read failures, refine criteria, and review grader disagreements. Watching outputs can expose missing requirements, the criteria-drift idea from the introduction.</a:t>
            </a:r>
          </a:p>
          <a:p xmlns:a="http://schemas.openxmlformats.org/drawingml/2006/main">
            <a:r>
              <a:t/>
            </a:r>
          </a:p>
          <a:p xmlns:a="http://schemas.openxmlformats.org/drawingml/2006/main">
            <a:r>
              <a:rPr b="1"/>
              <a:t>[your story #2]</a:t>
            </a:r>
            <a:r>
              <a:rPr b="0"/>
              <a:t> A failure your tests passed and evals or production caught. It must show three things: the suite was green, the behavior was wrong, and a population-level check or a real user found it. Sixty seconds. This remains the presenter's personal story, separate from the illustrative FRB failure.</a:t>
            </a:r>
          </a:p>
          <a:p xmlns:a="http://schemas.openxmlformats.org/drawingml/2006/main">
            <a:r>
              <a:t/>
            </a:r>
          </a:p>
          <a:p xmlns:a="http://schemas.openxmlformats.org/drawingml/2006/main">
            <a:r>
              <a:rPr b="0"/>
              <a:t>Hold. 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You must define the checks your domain needs.</a:t>
            </a:r>
            <a:r>
              <a:rPr b="0"/>
              <a:t> FRB IDs, revisions, permissions, source locations, and exported content can be checked directly. Experts judge faithfulness, useful synthesis, and warranted uncertainty. </a:t>
            </a:r>
            <a:r>
              <a:rPr b="1"/>
              <a:t>Citation existence and semantic support are different checks.</a:t>
            </a:r>
            <a:r>
              <a:rPr b="0"/>
              <a:t> Calibrate model graders to experts.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Inspect the false confirmation and its trace. Did parsing lose the qualification, retrieval miss later minutes, compaction drop a constraint, a worker overstate evidence, or synthesis ignore it? </a:t>
            </a:r>
            <a:r>
              <a:rPr b="1"/>
              <a:t>Identify the responsible component before changing it.</a:t>
            </a:r>
            <a:r>
              <a:rPr b="0"/>
              <a:t> Rerun representative cases with repeated trials. Monitor production samples and add new failures to regression cases.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Your eval suite gives evidence for a migration decision.</a:t>
            </a:r>
            <a:r>
              <a:rPr b="0"/>
              <a:t> It also checks prompt, retrieval, and tool changes.</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A generic judge instead of error analysis. Trusting the success claim without checking the result.</a:t>
            </a:r>
          </a:p>
          <a:p xmlns:a="http://schemas.openxmlformats.org/drawingml/2006/main">
            <a:r>
              <a:t/>
            </a:r>
          </a:p>
          <a:p xmlns:a="http://schemas.openxmlformats.org/drawingml/2006/main">
            <a:r>
              <a:rPr b="1"/>
              <a:t>Check the action. Measure across cases. Keep both checks running as the system changes.</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/usage, the OpenTelemetry exporter, sandbox controls, and the OAuth login are surfaces of operating work. The provider also has a trust and safety function.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Model calls, tool calls, and agent steps need traces. OpenTelemetry's GenAI conventions remain Development. Measure </a:t>
            </a:r>
            <a:r>
              <a:rPr b="1"/>
              <a:t>cost per completed task</a:t>
            </a:r>
            <a:r>
              <a:rPr b="0"/>
              <a:t>, tail tokens, cache hits, loop iterations, and tool failures.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Guardrails include provenance, sandboxing, validation, circuit breakers, approval gates, and least privilege. Classification can contribute to defense in depth.</a:t>
            </a:r>
          </a:p>
          <a:p xmlns:a="http://schemas.openxmlformats.org/drawingml/2006/main">
            <a:r>
              <a:t/>
            </a:r>
          </a:p>
          <a:p xmlns:a="http://schemas.openxmlformats.org/drawingml/2006/main">
            <a:r>
              <a:rPr b="1"/>
              <a:t>BUILD 4</a:t>
            </a:r>
          </a:p>
          <a:p xmlns:a="http://schemas.openxmlformats.org/drawingml/2006/main">
            <a:r>
              <a:t/>
            </a:r>
          </a:p>
          <a:p xmlns:a="http://schemas.openxmlformats.org/drawingml/2006/main">
            <a:r>
              <a:rPr b="1"/>
              <a:t>Private data, untrusted content, and external communication together create an exfiltration risk. Break or constrain the path.</a:t>
            </a:r>
            <a:r>
              <a:rPr b="0"/>
              <a:t> A web fetch can communicate externally. One integration can supply more than one capability. Removing a corner addresses this path; it does not establish safety from other threats. </a:t>
            </a:r>
            <a:r>
              <a:rPr b="1"/>
              <a:t>A probabilistic filter is insufficient as the sole security boundary.</a:t>
            </a:r>
          </a:p>
          <a:p xmlns:a="http://schemas.openxmlformats.org/drawingml/2006/main">
            <a:r>
              <a:t/>
            </a:r>
          </a:p>
          <a:p xmlns:a="http://schemas.openxmlformats.org/drawingml/2006/main">
            <a:r>
              <a:rPr b="1"/>
              <a:t>BUILD 5</a:t>
            </a:r>
          </a:p>
          <a:p xmlns:a="http://schemas.openxmlformats.org/drawingml/2006/main">
            <a:r>
              <a:t/>
            </a:r>
          </a:p>
          <a:p xmlns:a="http://schemas.openxmlformats.org/drawingml/2006/main">
            <a:r>
              <a:rPr b="0"/>
              <a:t>A separate workload identity with short-lived delegated authority is a </a:t>
            </a:r>
            <a:r>
              <a:rPr b="1"/>
              <a:t>design pattern</a:t>
            </a:r>
            <a:r>
              <a:rPr b="0"/>
              <a:t>. Keep it separate from supported requirements: enforce authorization outside the model, no token passthrough, minimal scopes.</a:t>
            </a:r>
          </a:p>
          <a:p xmlns:a="http://schemas.openxmlformats.org/drawingml/2006/main">
            <a:r>
              <a:t/>
            </a:r>
          </a:p>
          <a:p xmlns:a="http://schemas.openxmlformats.org/drawingml/2006/main">
            <a:r>
              <a:rPr b="1"/>
              <a:t>BUILD 6</a:t>
            </a:r>
          </a:p>
          <a:p xmlns:a="http://schemas.openxmlformats.org/drawingml/2006/main">
            <a:r>
              <a:t/>
            </a:r>
          </a:p>
          <a:p xmlns:a="http://schemas.openxmlformats.org/drawingml/2006/main">
            <a:r>
              <a:rPr b="1"/>
              <a:t>EU AI Act Article 50: disclosure duties for covered direct AI interactions.</a:t>
            </a:r>
            <a:r>
              <a:rPr b="0"/>
              <a:t> Role and scope matter.</a:t>
            </a:r>
          </a:p>
          <a:p xmlns:a="http://schemas.openxmlformats.org/drawingml/2006/main">
            <a:r>
              <a:t/>
            </a:r>
          </a:p>
          <a:p xmlns:a="http://schemas.openxmlformats.org/drawingml/2006/main">
            <a:r>
              <a:rPr b="1"/>
              <a:t>BUILD 7</a:t>
            </a:r>
          </a:p>
          <a:p xmlns:a="http://schemas.openxmlformats.org/drawingml/2006/main">
            <a:r>
              <a:t/>
            </a:r>
          </a:p>
          <a:p xmlns:a="http://schemas.openxmlformats.org/drawingml/2006/main">
            <a:r>
              <a:rPr b="0"/>
              <a:t>EchoLeak was a researcher-demonstrated vulnerability in Microsoft 365 Copilot. The research reports Microsoft's statement that there was no evidence of exploitation. Replit's July 2025 production database deletion was reported by Fortune and recorded in the AI Incident Database. Legal commentary on Moffatt v. Air Canada reports responsibility for misleading chatbot information. </a:t>
            </a:r>
            <a:r>
              <a:rPr b="1"/>
              <a:t>You retain responsibility for the system's answers.</a:t>
            </a:r>
            <a:r>
              <a:rPr b="0"/>
              <a:t> The underlying tribunal decision has not been independently checked here.</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 own the approval process.</a:t>
            </a:r>
            <a:r>
              <a:rPr b="0"/>
              <a:t> Enforce FRB access and permitted export destinations outside the model. </a:t>
            </a:r>
            <a:r>
              <a:rPr b="1"/>
              <a:t>People own official causes, decisions, and board records.</a:t>
            </a:r>
          </a:p>
          <a:p xmlns:a="http://schemas.openxmlformats.org/drawingml/2006/main">
            <a:r>
              <a:t/>
            </a:r>
          </a:p>
          <a:p xmlns:a="http://schemas.openxmlformats.org/drawingml/2006/main">
            <a:r>
              <a:rPr b="0"/>
              <a:t>Trace the request through retrieved revisions, worker evidence, synthesis, verification, and export. Restrict trace access. Monitor freshness, parsing/tool failures, quality failures, cost per completed brief, and latency.</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The lethal trifecta, assembled one integration at a time.</a:t>
            </a:r>
            <a:r>
              <a:rPr b="0"/>
              <a:t> Internal attachments can contain untrusted instructions. An export provides communication. Count capabilities and constrain the path.</a:t>
            </a:r>
          </a:p>
          <a:p xmlns:a="http://schemas.openxmlformats.org/drawingml/2006/main">
            <a:r>
              <a:t/>
            </a:r>
          </a:p>
          <a:p xmlns:a="http://schemas.openxmlformats.org/drawingml/2006/main">
            <a:r>
              <a:rPr b="1"/>
              <a:t>When you are the owner, its answer is your answer.</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1"/>
              <a:t>That is the map. Every box on it is something you can engineer, because most of it is engineering you already know how to do.</a:t>
            </a:r>
          </a:p>
          <a:p xmlns:a="http://schemas.openxmlformats.org/drawingml/2006/main">
            <a:r>
              <a:t/>
            </a:r>
          </a:p>
          <a:p xmlns:a="http://schemas.openxmlformats.org/drawingml/2006/main">
            <a:r>
              <a:rPr b="0"/>
              <a:t>Advance to slide 20, the Section 3 divider.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last twenty-five minutes was engineering. </a:t>
            </a:r>
            <a:r>
              <a:rPr b="1"/>
              <a:t>Most of it is engineering you already do.</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20.</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25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We have fifteen minutes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5e3ebe1bb1646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db6a70fc52f14a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6ad52872c1d742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87EA202E-338F-478A-969D-73DE1587F58E}"/>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55670ea61b4731" /><Relationship Type="http://schemas.openxmlformats.org/officeDocument/2006/relationships/slideLayout" Target="/ppt/slideLayouts/slideLayout1.xml" Id="Re75c7c2e44d24762"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80776fc0d3314219" /><Relationship Type="http://schemas.openxmlformats.org/officeDocument/2006/relationships/slideLayout" Target="/ppt/slideLayouts/slideLayout2.xml" Id="R1e7d252d79294d8d" /><Relationship Type="http://schemas.openxmlformats.org/officeDocument/2006/relationships/slideLayout" Target="/ppt/slideLayouts/slideLayout3.xml" Id="Ra678c3dff00641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5c7c2e44d24762"/>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1e7d252d79294d8d"/>
    <p:sldLayoutId xmlns:r="http://schemas.openxmlformats.org/officeDocument/2006/relationships" id="2147483652" r:id="Ra678c3dff0064170"/>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c9522c554b04aa6" /><Relationship Type="http://schemas.openxmlformats.org/officeDocument/2006/relationships/notesSlide" Target="/ppt/notesSlides/notesSlide1.xml" Id="Rc5f899f93d514cf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c8512d47c2a4b1d" /><Relationship Type="http://schemas.openxmlformats.org/officeDocument/2006/relationships/notesSlide" Target="/ppt/notesSlides/notesSlide2.xml" Id="Rc265b86aeb514b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4065055b8f44f0d" /><Relationship Type="http://schemas.openxmlformats.org/officeDocument/2006/relationships/image" Target="/ppt/media/image.png" Id="Rd512ef4a853c4409" /><Relationship Type="http://schemas.openxmlformats.org/officeDocument/2006/relationships/notesSlide" Target="/ppt/notesSlides/notesSlide3.xml" Id="R2e34ee808ad34a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aeb6fe3fd164441" /><Relationship Type="http://schemas.openxmlformats.org/officeDocument/2006/relationships/notesSlide" Target="/ppt/notesSlides/notesSlide4.xml" Id="R6f9e1880c2d44b9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9e42f8e24b1948bc" /><Relationship Type="http://schemas.openxmlformats.org/officeDocument/2006/relationships/notesSlide" Target="/ppt/notesSlides/notesSlide5.xml" Id="R896e680b30b448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d10a1ab3ffa434a" /><Relationship Type="http://schemas.openxmlformats.org/officeDocument/2006/relationships/notesSlide" Target="/ppt/notesSlides/notesSlide6.xml" Id="R374a6ffe33d241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7cc0273ea6574c61" /><Relationship Type="http://schemas.openxmlformats.org/officeDocument/2006/relationships/notesSlide" Target="/ppt/notesSlides/notesSlide7.xml" Id="R5b01a3a09d5942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352f861b76c14374" /><Relationship Type="http://schemas.openxmlformats.org/officeDocument/2006/relationships/notesSlide" Target="/ppt/notesSlides/notesSlide8.xml" Id="R3012f0b49c1f47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0d6c9a3e10849e9" /><Relationship Type="http://schemas.openxmlformats.org/officeDocument/2006/relationships/image" Target="/ppt/media/image2.png" Id="R2c9a9749697648ed" /><Relationship Type="http://schemas.openxmlformats.org/officeDocument/2006/relationships/notesSlide" Target="/ppt/notesSlides/notesSlide9.xml" Id="R04ff6c1290174f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01c9ef3b089f408f" /><Relationship Type="http://schemas.openxmlformats.org/officeDocument/2006/relationships/image" Target="/ppt/media/image3.png" Id="Rb0f4e8f2a5cb4eef" /><Relationship Type="http://schemas.openxmlformats.org/officeDocument/2006/relationships/notesSlide" Target="/ppt/notesSlides/notesSlide10.xml" Id="R910e6f9e3ef543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6795ec93146422b" /><Relationship Type="http://schemas.openxmlformats.org/officeDocument/2006/relationships/image" Target="/ppt/media/image4.png" Id="R6c4fbaa07dce4fc8" /><Relationship Type="http://schemas.openxmlformats.org/officeDocument/2006/relationships/notesSlide" Target="/ppt/notesSlides/notesSlide11.xml" Id="Rb41d064ae0a744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b11d092b00b54ad0" /><Relationship Type="http://schemas.openxmlformats.org/officeDocument/2006/relationships/image" Target="/ppt/media/image5.png" Id="R3457b756830a499b" /><Relationship Type="http://schemas.openxmlformats.org/officeDocument/2006/relationships/notesSlide" Target="/ppt/notesSlides/notesSlide12.xml" Id="R2adaaf3fba12454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adfe6e11f4d4e72" /><Relationship Type="http://schemas.openxmlformats.org/officeDocument/2006/relationships/image" Target="/ppt/media/image6.png" Id="R011e7ecb9e324e7e" /><Relationship Type="http://schemas.openxmlformats.org/officeDocument/2006/relationships/notesSlide" Target="/ppt/notesSlides/notesSlide13.xml" Id="R761261aa36d5454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5ed5816f1374c29" /><Relationship Type="http://schemas.openxmlformats.org/officeDocument/2006/relationships/image" Target="/ppt/media/image7.png" Id="R85ed4765f74147e2" /><Relationship Type="http://schemas.openxmlformats.org/officeDocument/2006/relationships/notesSlide" Target="/ppt/notesSlides/notesSlide14.xml" Id="Rbce1bea7e01148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95e0a5245c5f4576" /><Relationship Type="http://schemas.openxmlformats.org/officeDocument/2006/relationships/notesSlide" Target="/ppt/notesSlides/notesSlide15.xml" Id="Rfcc314fa4236426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ed7a57bd2c5412b" /><Relationship Type="http://schemas.openxmlformats.org/officeDocument/2006/relationships/image" Target="/ppt/media/image8.png" Id="R17c5c5d5a14a4480" /><Relationship Type="http://schemas.openxmlformats.org/officeDocument/2006/relationships/image" Target="/ppt/media/image9.png" Id="R6edb42cef5c04718" /><Relationship Type="http://schemas.openxmlformats.org/officeDocument/2006/relationships/notesSlide" Target="/ppt/notesSlides/notesSlide16.xml" Id="Rf66d823bfc0a46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aca6daa59c654641" /><Relationship Type="http://schemas.openxmlformats.org/officeDocument/2006/relationships/image" Target="/ppt/media/image8.png" Id="R0fb5b064e1a4440a" /><Relationship Type="http://schemas.openxmlformats.org/officeDocument/2006/relationships/notesSlide" Target="/ppt/notesSlides/notesSlide17.xml" Id="R452972e8793f49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7e671a1769174003" /><Relationship Type="http://schemas.openxmlformats.org/officeDocument/2006/relationships/image" Target="/ppt/media/image8.png" Id="R3e53624da77d4042" /><Relationship Type="http://schemas.openxmlformats.org/officeDocument/2006/relationships/notesSlide" Target="/ppt/notesSlides/notesSlide18.xml" Id="R056e6ec43bb44b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8da7a61744764e2d" /><Relationship Type="http://schemas.openxmlformats.org/officeDocument/2006/relationships/image" Target="/ppt/media/image8.png" Id="Rf8c2eb0ba86d4403" /><Relationship Type="http://schemas.openxmlformats.org/officeDocument/2006/relationships/notesSlide" Target="/ppt/notesSlides/notesSlide19.xml" Id="Rebe74825ec7347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eac45ed4c72e42b3" /><Relationship Type="http://schemas.openxmlformats.org/officeDocument/2006/relationships/notesSlide" Target="/ppt/notesSlides/notesSlide20.xml" Id="Rd0d8ab25656f44a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f761fa9e97264d72" /><Relationship Type="http://schemas.openxmlformats.org/officeDocument/2006/relationships/image" Target="/ppt/media/image10.png" Id="Rda9a76daf32e4ec0" /><Relationship Type="http://schemas.openxmlformats.org/officeDocument/2006/relationships/image" Target="/ppt/media/image11.png" Id="R5363bafd14894d1f" /><Relationship Type="http://schemas.openxmlformats.org/officeDocument/2006/relationships/notesSlide" Target="/ppt/notesSlides/notesSlide21.xml" Id="Rf1a1a87daa76476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af66eea10ebb4171" /><Relationship Type="http://schemas.openxmlformats.org/officeDocument/2006/relationships/image" Target="/ppt/media/image10.png" Id="R8c9402a474964373" /><Relationship Type="http://schemas.openxmlformats.org/officeDocument/2006/relationships/notesSlide" Target="/ppt/notesSlides/notesSlide22.xml" Id="R437101059e00407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26492924f89d4f60" /><Relationship Type="http://schemas.openxmlformats.org/officeDocument/2006/relationships/image" Target="/ppt/media/image10.png" Id="R94376ccde8f547f9" /><Relationship Type="http://schemas.openxmlformats.org/officeDocument/2006/relationships/notesSlide" Target="/ppt/notesSlides/notesSlide23.xml" Id="R8d7e30697fe64a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18244cf7227242d5" /><Relationship Type="http://schemas.openxmlformats.org/officeDocument/2006/relationships/image" Target="/ppt/media/image10.png" Id="Ree7954bb85df42a0" /><Relationship Type="http://schemas.openxmlformats.org/officeDocument/2006/relationships/notesSlide" Target="/ppt/notesSlides/notesSlide24.xml" Id="R0df2a801df8c48e1"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cf708e732c5b420a" /><Relationship Type="http://schemas.openxmlformats.org/officeDocument/2006/relationships/notesSlide" Target="/ppt/notesSlides/notesSlide25.xml" Id="Rd27dc52e9a2144a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5fdf8e599f1a463b" /><Relationship Type="http://schemas.openxmlformats.org/officeDocument/2006/relationships/image" Target="/ppt/media/image12.png" Id="Refe5d984211c4fef" /><Relationship Type="http://schemas.openxmlformats.org/officeDocument/2006/relationships/notesSlide" Target="/ppt/notesSlides/notesSlide26.xml" Id="R231e0bfecea24a8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5ca44eb856e14603" /><Relationship Type="http://schemas.openxmlformats.org/officeDocument/2006/relationships/image" Target="/ppt/media/image12.png" Id="R5fa939fb50234c46" /><Relationship Type="http://schemas.openxmlformats.org/officeDocument/2006/relationships/notesSlide" Target="/ppt/notesSlides/notesSlide27.xml" Id="Rd11cf503325a4f9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47dc2b3b7c5149c3" /><Relationship Type="http://schemas.openxmlformats.org/officeDocument/2006/relationships/image" Target="/ppt/media/image13.png" Id="R8cd2638d48eb46c5" /><Relationship Type="http://schemas.openxmlformats.org/officeDocument/2006/relationships/notesSlide" Target="/ppt/notesSlides/notesSlide28.xml" Id="R1099f61dd295435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9c619390adfe48f9" /><Relationship Type="http://schemas.openxmlformats.org/officeDocument/2006/relationships/image" Target="/ppt/media/image13.png" Id="Rb05d5ea8111e4460" /><Relationship Type="http://schemas.openxmlformats.org/officeDocument/2006/relationships/notesSlide" Target="/ppt/notesSlides/notesSlide29.xml" Id="R710ae3f7d8d74d3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9a73c2bac4c149cc" /><Relationship Type="http://schemas.openxmlformats.org/officeDocument/2006/relationships/notesSlide" Target="/ppt/notesSlides/notesSlide30.xml" Id="Rcb4b3da479174ec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c4e748da6764861" /><Relationship Type="http://schemas.openxmlformats.org/officeDocument/2006/relationships/image" Target="/ppt/media/image14.png" Id="R9ab733166a5c41f3" /><Relationship Type="http://schemas.openxmlformats.org/officeDocument/2006/relationships/notesSlide" Target="/ppt/notesSlides/notesSlide31.xml" Id="R8e1d23348e8942f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c12ac070c76c4cc7" /><Relationship Type="http://schemas.openxmlformats.org/officeDocument/2006/relationships/image" Target="/ppt/media/image14.png" Id="R3630d03a26cf483d" /><Relationship Type="http://schemas.openxmlformats.org/officeDocument/2006/relationships/notesSlide" Target="/ppt/notesSlides/notesSlide32.xml" Id="Ra5fd984a5fbf43f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d148d394595444fb" /><Relationship Type="http://schemas.openxmlformats.org/officeDocument/2006/relationships/image" Target="/ppt/media/image14.png" Id="R9d88b80697b34924" /><Relationship Type="http://schemas.openxmlformats.org/officeDocument/2006/relationships/notesSlide" Target="/ppt/notesSlides/notesSlide33.xml" Id="R45cb96c7fb87488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9638b144d1c444d" /><Relationship Type="http://schemas.openxmlformats.org/officeDocument/2006/relationships/image" Target="/ppt/media/image14.png" Id="R0c4c5a0782794f98" /><Relationship Type="http://schemas.openxmlformats.org/officeDocument/2006/relationships/notesSlide" Target="/ppt/notesSlides/notesSlide34.xml" Id="R359ca1838d7e4d7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79d1138c2f604a67" /><Relationship Type="http://schemas.openxmlformats.org/officeDocument/2006/relationships/image" Target="/ppt/media/image15.png" Id="R044f4e0b9b654adc" /><Relationship Type="http://schemas.openxmlformats.org/officeDocument/2006/relationships/notesSlide" Target="/ppt/notesSlides/notesSlide35.xml" Id="Rff2da5e7ee3d4c3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37403b1c082d4d6d" /><Relationship Type="http://schemas.openxmlformats.org/officeDocument/2006/relationships/image" Target="/ppt/media/image15.png" Id="Rc200cb7bc102429e" /><Relationship Type="http://schemas.openxmlformats.org/officeDocument/2006/relationships/notesSlide" Target="/ppt/notesSlides/notesSlide36.xml" Id="R0a77997809bd495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286af3cd61e64b98" /><Relationship Type="http://schemas.openxmlformats.org/officeDocument/2006/relationships/image" Target="/ppt/media/image15.png" Id="Rd5f516062dcf4267" /><Relationship Type="http://schemas.openxmlformats.org/officeDocument/2006/relationships/notesSlide" Target="/ppt/notesSlides/notesSlide37.xml" Id="R760c809a1cd042f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8d5cb13817bf4889" /><Relationship Type="http://schemas.openxmlformats.org/officeDocument/2006/relationships/notesSlide" Target="/ppt/notesSlides/notesSlide38.xml" Id="Reeb17730418b4e1c"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72ab3d85a95d4c70" /><Relationship Type="http://schemas.openxmlformats.org/officeDocument/2006/relationships/image" Target="/ppt/media/image16.png" Id="R130978d7d01345d2" /><Relationship Type="http://schemas.openxmlformats.org/officeDocument/2006/relationships/notesSlide" Target="/ppt/notesSlides/notesSlide39.xml" Id="R1ddd1225801145e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0b868f53a994421c" /><Relationship Type="http://schemas.openxmlformats.org/officeDocument/2006/relationships/image" Target="/ppt/media/image16.png" Id="R5673e58b81d84803" /><Relationship Type="http://schemas.openxmlformats.org/officeDocument/2006/relationships/notesSlide" Target="/ppt/notesSlides/notesSlide40.xml" Id="R057f9decb57f42a5"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02468a1a108e4440" /><Relationship Type="http://schemas.openxmlformats.org/officeDocument/2006/relationships/image" Target="/ppt/media/image16.png" Id="R04bbf909f318445d" /><Relationship Type="http://schemas.openxmlformats.org/officeDocument/2006/relationships/notesSlide" Target="/ppt/notesSlides/notesSlide41.xml" Id="R0cf0f47e0bed409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79b539d6a8fe4f08" /><Relationship Type="http://schemas.openxmlformats.org/officeDocument/2006/relationships/image" Target="/ppt/media/image16.png" Id="Ra348cbde90f14f9b" /><Relationship Type="http://schemas.openxmlformats.org/officeDocument/2006/relationships/notesSlide" Target="/ppt/notesSlides/notesSlide42.xml" Id="Red58d0e7b6ac43e0"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e44e4575be3f4dc0" /><Relationship Type="http://schemas.openxmlformats.org/officeDocument/2006/relationships/image" Target="/ppt/media/image17.png" Id="Rac38e4a5199441c0" /><Relationship Type="http://schemas.openxmlformats.org/officeDocument/2006/relationships/notesSlide" Target="/ppt/notesSlides/notesSlide43.xml" Id="Rac5977da2d044d0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0ddbf8a828f440b4" /><Relationship Type="http://schemas.openxmlformats.org/officeDocument/2006/relationships/image" Target="/ppt/media/image17.png" Id="Rd6f41c81173d419e" /><Relationship Type="http://schemas.openxmlformats.org/officeDocument/2006/relationships/notesSlide" Target="/ppt/notesSlides/notesSlide44.xml" Id="R5a6245328a234b60"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44fd94dfc8e2430e" /><Relationship Type="http://schemas.openxmlformats.org/officeDocument/2006/relationships/notesSlide" Target="/ppt/notesSlides/notesSlide45.xml" Id="Re8bb490b9de543f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e701c6bf46114363" /><Relationship Type="http://schemas.openxmlformats.org/officeDocument/2006/relationships/image" Target="/ppt/media/image18.png" Id="R7a30c103b0064042" /><Relationship Type="http://schemas.openxmlformats.org/officeDocument/2006/relationships/notesSlide" Target="/ppt/notesSlides/notesSlide46.xml" Id="R6521095ce8484526"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0a9c16478cd04c34" /><Relationship Type="http://schemas.openxmlformats.org/officeDocument/2006/relationships/image" Target="/ppt/media/image18.png" Id="Rcbe1886267284757" /><Relationship Type="http://schemas.openxmlformats.org/officeDocument/2006/relationships/notesSlide" Target="/ppt/notesSlides/notesSlide47.xml" Id="R67e4622fa01a4164"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16b96bc18fe74077" /><Relationship Type="http://schemas.openxmlformats.org/officeDocument/2006/relationships/image" Target="/ppt/media/image18.png" Id="R13d084f3647c4621" /><Relationship Type="http://schemas.openxmlformats.org/officeDocument/2006/relationships/notesSlide" Target="/ppt/notesSlides/notesSlide48.xml" Id="R1ca8f92fb1d84e2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28f4710d63294f52" /><Relationship Type="http://schemas.openxmlformats.org/officeDocument/2006/relationships/image" Target="/ppt/media/image18.png" Id="R88843ea6ab52406d" /><Relationship Type="http://schemas.openxmlformats.org/officeDocument/2006/relationships/notesSlide" Target="/ppt/notesSlides/notesSlide49.xml" Id="R1e1f84b32f02422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9a90128a67f54dc6" /><Relationship Type="http://schemas.openxmlformats.org/officeDocument/2006/relationships/image" Target="/ppt/media/image19.png" Id="Rfa344d66a25d4a19" /><Relationship Type="http://schemas.openxmlformats.org/officeDocument/2006/relationships/notesSlide" Target="/ppt/notesSlides/notesSlide50.xml" Id="R72110b8c6827455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01e5986e07d24af7" /><Relationship Type="http://schemas.openxmlformats.org/officeDocument/2006/relationships/image" Target="/ppt/media/image20.png" Id="R6af96160358c48e6" /><Relationship Type="http://schemas.openxmlformats.org/officeDocument/2006/relationships/notesSlide" Target="/ppt/notesSlides/notesSlide51.xml" Id="R898a26da24ea4e97"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ed51e2cb32074c43" /><Relationship Type="http://schemas.openxmlformats.org/officeDocument/2006/relationships/notesSlide" Target="/ppt/notesSlides/notesSlide52.xml" Id="R5d2e69f2b3414b9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9a1f749e66b942a2" /><Relationship Type="http://schemas.openxmlformats.org/officeDocument/2006/relationships/image" Target="/ppt/media/image21.png" Id="R7980397202de46b2" /><Relationship Type="http://schemas.openxmlformats.org/officeDocument/2006/relationships/notesSlide" Target="/ppt/notesSlides/notesSlide53.xml" Id="Rf3ca3deb41a3459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8dd8b468e2954bfb" /><Relationship Type="http://schemas.openxmlformats.org/officeDocument/2006/relationships/image" Target="/ppt/media/image21.png" Id="Rc15de6ab43e34bb5" /><Relationship Type="http://schemas.openxmlformats.org/officeDocument/2006/relationships/notesSlide" Target="/ppt/notesSlides/notesSlide54.xml" Id="R6caf55dbbeb6416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0b159bcfce48481b" /><Relationship Type="http://schemas.openxmlformats.org/officeDocument/2006/relationships/image" Target="/ppt/media/image22.png" Id="R8e4eeefeb5774039" /><Relationship Type="http://schemas.openxmlformats.org/officeDocument/2006/relationships/notesSlide" Target="/ppt/notesSlides/notesSlide55.xml" Id="R2be0b8597f55483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ba5c2a65e90e4a65" /><Relationship Type="http://schemas.openxmlformats.org/officeDocument/2006/relationships/image" Target="/ppt/media/image23.png" Id="R3ec4e3ea6b024f32" /><Relationship Type="http://schemas.openxmlformats.org/officeDocument/2006/relationships/notesSlide" Target="/ppt/notesSlides/notesSlide56.xml" Id="R8d815c4482bd4cb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6ef246bb68634354" /><Relationship Type="http://schemas.openxmlformats.org/officeDocument/2006/relationships/image" Target="/ppt/media/image23.png" Id="R581cb44242584974" /><Relationship Type="http://schemas.openxmlformats.org/officeDocument/2006/relationships/notesSlide" Target="/ppt/notesSlides/notesSlide57.xml" Id="R09a302d85955478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2.xml" Id="R881f0c93964d4319" /><Relationship Type="http://schemas.openxmlformats.org/officeDocument/2006/relationships/notesSlide" Target="/ppt/notesSlides/notesSlide58.xml" Id="R66cb1ebeb9c842a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2.xml" Id="R5c2940d535b5406c" /><Relationship Type="http://schemas.openxmlformats.org/officeDocument/2006/relationships/image" Target="/ppt/media/image24.png" Id="R01597085bd104143" /><Relationship Type="http://schemas.openxmlformats.org/officeDocument/2006/relationships/notesSlide" Target="/ppt/notesSlides/notesSlide59.xml" Id="R96db4b95cf1f4f6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2.xml" Id="R81034ac3f963488e" /><Relationship Type="http://schemas.openxmlformats.org/officeDocument/2006/relationships/image" Target="/ppt/media/image24.png" Id="R963c396ec3e741ee" /><Relationship Type="http://schemas.openxmlformats.org/officeDocument/2006/relationships/notesSlide" Target="/ppt/notesSlides/notesSlide60.xml" Id="R89f434a3552445e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2.xml" Id="R79799f1752a94077" /><Relationship Type="http://schemas.openxmlformats.org/officeDocument/2006/relationships/notesSlide" Target="/ppt/notesSlides/notesSlide61.xml" Id="R7516900ecc13402e" /></Relationships>
</file>

<file path=ppt/slides/_rels/slide62.xml.rels>&#65279;<?xml version="1.0" encoding="utf-8"?><Relationships xmlns="http://schemas.openxmlformats.org/package/2006/relationships"><Relationship Type="http://schemas.openxmlformats.org/officeDocument/2006/relationships/slideLayout" Target="/ppt/slideLayouts/slideLayout2.xml" Id="R2fcd654dfce445d1" /><Relationship Type="http://schemas.openxmlformats.org/officeDocument/2006/relationships/notesSlide" Target="/ppt/notesSlides/notesSlide62.xml" Id="R5dd48cc035e24e22"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423CD17A-99AA-43AF-BF05-FE6276752B3D}"/>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40B877CA-1C63-43C6-B0D3-51903243E561}"/>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F403ED2B-067E-48BC-8645-95FFB609481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99E00544-8D1E-4EE6-B4E5-E9C316862EE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245245561"/>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3E7F7BBD-4A66-4552-AA6A-73A15A24AC42}"/>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2A1A15B5-F286-4216-BF0B-4FF2428FB674}"/>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D3CB92B6-2533-4C26-90E9-1510F056F8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670754747"/>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d512ef4a853c4409"/>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CD5BD496-24A0-4924-A02C-7979BDB11B1B}"/>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3E6C10AC-1323-420E-BE4E-39871AE45E0D}"/>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84B0495D-8C24-408B-925B-A1073F90CDF6}"/>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D81C4681-788C-43A6-AAD2-D4159AF1A00C}"/>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39557677-0051-4F74-A303-AF50AB93F952}"/>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3A551C9C-54AB-4AB9-A9E5-5707AF73E96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526968828"/>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A96D648B-CE8C-4302-8634-8346A1A40EB8}"/>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730369C7-36B0-4CB6-B0A6-C2808A57D781}"/>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15F34A9F-17BD-4BA8-988F-BE2219856CF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1861111262"/>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9333677D-3202-42E3-9C55-9675E14457E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80648760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B765D7D4-6D67-4BEE-9E06-0699526559CA}"/>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B0FFB76D-ABFC-42A7-8EEA-60F890F372E5}"/>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E9B2B359-1BC6-438C-8747-8D30C8F72557}"/>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F7F10683-2F0F-4B0F-9D1D-CCA1E6D39C09}"/>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4D50726E-2767-4D5C-B484-C022574B8A12}"/>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6AB2A013-7E30-49D4-8000-B6E1036192D1}"/>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0A07123C-BB5B-4E06-8D40-A60D4D378266}"/>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CCEC9214-46C7-480A-A842-FBC889B7AA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4192602845"/>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B63F9B88-00EF-42A6-B68E-A9E4E7FEC7EA}"/>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DEF7328B-2557-4FC8-ADE3-3E24C90D0043}"/>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C0C1E3EB-F09D-4A02-A29B-50F5B2279BB5}"/>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F9CC60EE-EA03-4A3F-A05A-2FCD32B0A531}"/>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782A1525-E139-49EC-BBE2-96743538C760}"/>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0D013B30-A9DB-404A-9ED3-222765C5F25F}"/>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677E569C-6CC0-45EF-A3CD-7DB8B468A57A}"/>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A8201704-C622-4CC0-B097-45CD6A03B00F}"/>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231DBF2A-5251-4DE2-BBD8-287A0918F342}"/>
              </a:ext>
            </a:extLst>
          </p:cNvPr>
          <p:cNvSpPr>
            <a:spLocks xmlns:a="http://schemas.openxmlformats.org/drawingml/2006/main"/>
          </p:cNvSpPr>
          <p:nvPr/>
        </p:nvSpPr>
        <p:spPr>
          <a:xfrm xmlns:a="http://schemas.openxmlformats.org/drawingml/2006/main">
            <a:off x="6248400" y="1739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a:t>
            </a:r>
          </a:p>
        </p:txBody>
      </p:sp>
      <p:sp>
        <p:nvSpPr>
          <p:cNvPr id="37" name="05-text-10">
            <a:extLst xmlns:a="http://schemas.openxmlformats.org/drawingml/2006/main">
              <a:ext uri="{FF2B5EF4-FFF2-40B4-BE49-F238E27FC236}">
                <a16:creationId xmlns:a16="http://schemas.microsoft.com/office/drawing/2014/main" id="{661A8938-F0E5-4260-A89A-B2AF80DC63EB}"/>
              </a:ext>
            </a:extLst>
          </p:cNvPr>
          <p:cNvSpPr>
            <a:spLocks xmlns:a="http://schemas.openxmlformats.org/drawingml/2006/main"/>
          </p:cNvSpPr>
          <p:nvPr/>
        </p:nvSpPr>
        <p:spPr>
          <a:xfrm xmlns:a="http://schemas.openxmlformats.org/drawingml/2006/main">
            <a:off x="10185400" y="1739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 min</a:t>
            </a:r>
          </a:p>
        </p:txBody>
      </p:sp>
      <p:sp>
        <p:nvSpPr>
          <p:cNvPr id="38" name="05-text-11">
            <a:extLst xmlns:a="http://schemas.openxmlformats.org/drawingml/2006/main">
              <a:ext uri="{FF2B5EF4-FFF2-40B4-BE49-F238E27FC236}">
                <a16:creationId xmlns:a16="http://schemas.microsoft.com/office/drawing/2014/main" id="{98546B7C-256D-4723-A91B-3CE0BCD7EF54}"/>
              </a:ext>
            </a:extLst>
          </p:cNvPr>
          <p:cNvSpPr>
            <a:spLocks xmlns:a="http://schemas.openxmlformats.org/drawingml/2006/main"/>
          </p:cNvSpPr>
          <p:nvPr/>
        </p:nvSpPr>
        <p:spPr>
          <a:xfrm xmlns:a="http://schemas.openxmlformats.org/drawingml/2006/main">
            <a:off x="6248400" y="26289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Six areas.</a:t>
            </a:r>
          </a:p>
        </p:txBody>
      </p:sp>
      <p:sp>
        <p:nvSpPr>
          <p:cNvPr id="39" name="05-text-12">
            <a:extLst xmlns:a="http://schemas.openxmlformats.org/drawingml/2006/main">
              <a:ext uri="{FF2B5EF4-FFF2-40B4-BE49-F238E27FC236}">
                <a16:creationId xmlns:a16="http://schemas.microsoft.com/office/drawing/2014/main" id="{4002FD46-7837-4D4D-9A19-FB5E2B31B2F6}"/>
              </a:ext>
            </a:extLst>
          </p:cNvPr>
          <p:cNvSpPr>
            <a:spLocks xmlns:a="http://schemas.openxmlformats.org/drawingml/2006/main"/>
          </p:cNvSpPr>
          <p:nvPr/>
        </p:nvSpPr>
        <p:spPr>
          <a:xfrm xmlns:a="http://schemas.openxmlformats.org/drawingml/2006/main">
            <a:off x="10185400" y="26289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23 min</a:t>
            </a:r>
          </a:p>
        </p:txBody>
      </p:sp>
      <p:sp>
        <p:nvSpPr>
          <p:cNvPr id="40" name="05-text-13">
            <a:extLst xmlns:a="http://schemas.openxmlformats.org/drawingml/2006/main">
              <a:ext uri="{FF2B5EF4-FFF2-40B4-BE49-F238E27FC236}">
                <a16:creationId xmlns:a16="http://schemas.microsoft.com/office/drawing/2014/main" id="{5DC7FFE8-9498-4E9A-8A2F-6C0F8B045456}"/>
              </a:ext>
            </a:extLst>
          </p:cNvPr>
          <p:cNvSpPr>
            <a:spLocks xmlns:a="http://schemas.openxmlformats.org/drawingml/2006/main"/>
          </p:cNvSpPr>
          <p:nvPr/>
        </p:nvSpPr>
        <p:spPr>
          <a:xfrm xmlns:a="http://schemas.openxmlformats.org/drawingml/2006/main">
            <a:off x="6248400" y="4343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41" name="05-text-14">
            <a:extLst xmlns:a="http://schemas.openxmlformats.org/drawingml/2006/main">
              <a:ext uri="{FF2B5EF4-FFF2-40B4-BE49-F238E27FC236}">
                <a16:creationId xmlns:a16="http://schemas.microsoft.com/office/drawing/2014/main" id="{A3A8CE25-0109-4D27-9282-41BE91DD2989}"/>
              </a:ext>
            </a:extLst>
          </p:cNvPr>
          <p:cNvSpPr>
            <a:spLocks xmlns:a="http://schemas.openxmlformats.org/drawingml/2006/main"/>
          </p:cNvSpPr>
          <p:nvPr/>
        </p:nvSpPr>
        <p:spPr>
          <a:xfrm xmlns:a="http://schemas.openxmlformats.org/drawingml/2006/main">
            <a:off x="10185400" y="4343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5 min</a:t>
            </a:r>
          </a:p>
        </p:txBody>
      </p:sp>
      <p:sp>
        <p:nvSpPr>
          <p:cNvPr id="42" name="05-text-15">
            <a:extLst xmlns:a="http://schemas.openxmlformats.org/drawingml/2006/main">
              <a:ext uri="{FF2B5EF4-FFF2-40B4-BE49-F238E27FC236}">
                <a16:creationId xmlns:a16="http://schemas.microsoft.com/office/drawing/2014/main" id="{784E88D6-E304-4B8F-BB33-5D860653C7B4}"/>
              </a:ext>
            </a:extLst>
          </p:cNvPr>
          <p:cNvSpPr>
            <a:spLocks xmlns:a="http://schemas.openxmlformats.org/drawingml/2006/main"/>
          </p:cNvSpPr>
          <p:nvPr/>
        </p:nvSpPr>
        <p:spPr>
          <a:xfrm xmlns:a="http://schemas.openxmlformats.org/drawingml/2006/main">
            <a:off x="6248400" y="5232400"/>
            <a:ext cx="3683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3" name="05-text-16">
            <a:extLst xmlns:a="http://schemas.openxmlformats.org/drawingml/2006/main">
              <a:ext uri="{FF2B5EF4-FFF2-40B4-BE49-F238E27FC236}">
                <a16:creationId xmlns:a16="http://schemas.microsoft.com/office/drawing/2014/main" id="{2D10A486-AC9B-43FF-B415-068195ADDD26}"/>
              </a:ext>
            </a:extLst>
          </p:cNvPr>
          <p:cNvSpPr>
            <a:spLocks xmlns:a="http://schemas.openxmlformats.org/drawingml/2006/main"/>
          </p:cNvSpPr>
          <p:nvPr/>
        </p:nvSpPr>
        <p:spPr>
          <a:xfrm xmlns:a="http://schemas.openxmlformats.org/drawingml/2006/main">
            <a:off x="10185400" y="5232400"/>
            <a:ext cx="1397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15 min</a:t>
            </a:r>
          </a:p>
        </p:txBody>
      </p:sp>
      <p:sp>
        <p:nvSpPr>
          <p:cNvPr id="44" name="05-text-17">
            <a:extLst xmlns:a="http://schemas.openxmlformats.org/drawingml/2006/main">
              <a:ext uri="{FF2B5EF4-FFF2-40B4-BE49-F238E27FC236}">
                <a16:creationId xmlns:a16="http://schemas.microsoft.com/office/drawing/2014/main" id="{A32AEBBE-849C-4A93-9B97-029206B4CF88}"/>
              </a:ext>
            </a:extLst>
          </p:cNvPr>
          <p:cNvSpPr>
            <a:spLocks xmlns:a="http://schemas.openxmlformats.org/drawingml/2006/main"/>
          </p:cNvSpPr>
          <p:nvPr/>
        </p:nvSpPr>
        <p:spPr>
          <a:xfrm xmlns:a="http://schemas.openxmlformats.org/drawingml/2006/main">
            <a:off x="6502400" y="3149600"/>
            <a:ext cx="50800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r>
              <a:rPr b="0">
                <a:solidFill>
                  <a:srgbClr val="ADACA9"/>
                </a:solidFill>
                <a:latin typeface="Helvetica"/>
                <a:ea typeface="Helvetica"/>
                <a:cs typeface="Helvetica"/>
              </a:rPr>
              <a:t> · </a:t>
            </a:r>
            <a:r>
              <a:rPr b="0">
                <a:solidFill>
                  <a:srgbClr val="F948BE"/>
                </a:solidFill>
                <a:latin typeface="Helvetica"/>
                <a:ea typeface="Helvetica"/>
                <a:cs typeface="Helvetica"/>
              </a:rPr>
              <a:t>Tools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Orchestration</a:t>
            </a:r>
            <a:r>
              <a:rPr b="0">
                <a:solidFill>
                  <a:srgbClr val="ADACA9"/>
                </a:solidFill>
                <a:latin typeface="Helvetica"/>
                <a:ea typeface="Helvetica"/>
                <a:cs typeface="Helvetica"/>
              </a:rPr>
              <a:t> · </a:t>
            </a: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Operating it</a:t>
            </a:r>
          </a:p>
        </p:txBody>
      </p:sp>
      <p:sp>
        <p:nvSpPr>
          <p:cNvPr id="45" name="05-text-18">
            <a:extLst xmlns:a="http://schemas.openxmlformats.org/drawingml/2006/main">
              <a:ext uri="{FF2B5EF4-FFF2-40B4-BE49-F238E27FC236}">
                <a16:creationId xmlns:a16="http://schemas.microsoft.com/office/drawing/2014/main" id="{A8C0D27A-AEDA-4D0C-B5F1-4F3B1C1A98EC}"/>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When you are the user · What someone engineered · When you are the owner</a:t>
            </a:r>
          </a:p>
        </p:txBody>
      </p:sp>
      <p:sp>
        <p:nvSpPr>
          <p:cNvPr id="46" name="narrative-number">
            <a:extLst xmlns:a="http://schemas.openxmlformats.org/drawingml/2006/main">
              <a:ext uri="{FF2B5EF4-FFF2-40B4-BE49-F238E27FC236}">
                <a16:creationId xmlns:a16="http://schemas.microsoft.com/office/drawing/2014/main" id="{55C4464F-DD5B-46AB-A18C-9D497F8FAE0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029982678"/>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 name="section-label">
            <a:extLst xmlns:a="http://schemas.openxmlformats.org/drawingml/2006/main">
              <a:ext uri="{FF2B5EF4-FFF2-40B4-BE49-F238E27FC236}">
                <a16:creationId xmlns:a16="http://schemas.microsoft.com/office/drawing/2014/main" id="{CE10DFEC-AB13-4F19-83A2-03B8BDDC2E8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8" name="section-rule">
            <a:extLst xmlns:a="http://schemas.openxmlformats.org/drawingml/2006/main">
              <a:ext uri="{FF2B5EF4-FFF2-40B4-BE49-F238E27FC236}">
                <a16:creationId xmlns:a16="http://schemas.microsoft.com/office/drawing/2014/main" id="{814C4C82-E7F0-4D4A-B6CF-3741D4A34AF6}"/>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 name="section-title">
            <a:extLst xmlns:a="http://schemas.openxmlformats.org/drawingml/2006/main">
              <a:ext uri="{FF2B5EF4-FFF2-40B4-BE49-F238E27FC236}">
                <a16:creationId xmlns:a16="http://schemas.microsoft.com/office/drawing/2014/main" id="{4158BEE7-66F6-4B95-AC2C-91346F3F0C94}"/>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0" name="narrative-number">
            <a:extLst xmlns:a="http://schemas.openxmlformats.org/drawingml/2006/main">
              <a:ext uri="{FF2B5EF4-FFF2-40B4-BE49-F238E27FC236}">
                <a16:creationId xmlns:a16="http://schemas.microsoft.com/office/drawing/2014/main" id="{32B23F3A-CF0A-44F7-A8BA-A1857AD124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4077366059"/>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1"/>
          <p:cNvPicPr>
            <a:picLocks xmlns:a="http://schemas.openxmlformats.org/drawingml/2006/main" noChangeAspect="1"/>
          </p:cNvPicPr>
          <p:nvPr/>
        </p:nvPicPr>
        <p:blipFill>
          <a:blip xmlns:r="http://schemas.openxmlformats.org/officeDocument/2006/relationships" xmlns:a="http://schemas.openxmlformats.org/drawingml/2006/main" r:embed="R2c9a9749697648e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B5F410BF-FED9-4747-A207-AD90290A515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295354121"/>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2"/>
          <p:cNvPicPr>
            <a:picLocks xmlns:a="http://schemas.openxmlformats.org/drawingml/2006/main" noChangeAspect="1"/>
          </p:cNvPicPr>
          <p:nvPr/>
        </p:nvPicPr>
        <p:blipFill>
          <a:blip xmlns:r="http://schemas.openxmlformats.org/officeDocument/2006/relationships" xmlns:a="http://schemas.openxmlformats.org/drawingml/2006/main" r:embed="Rb0f4e8f2a5cb4ee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9F1A8763-7F6A-4117-BF14-7E515C1C253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625355584"/>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3"/>
          <p:cNvPicPr>
            <a:picLocks xmlns:a="http://schemas.openxmlformats.org/drawingml/2006/main" noChangeAspect="1"/>
          </p:cNvPicPr>
          <p:nvPr/>
        </p:nvPicPr>
        <p:blipFill>
          <a:blip xmlns:r="http://schemas.openxmlformats.org/officeDocument/2006/relationships" xmlns:a="http://schemas.openxmlformats.org/drawingml/2006/main" r:embed="R6c4fbaa07dce4fc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22DCCEA0-0EC6-4CD5-B669-7569201515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25491104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4"/>
          <p:cNvPicPr>
            <a:picLocks xmlns:a="http://schemas.openxmlformats.org/drawingml/2006/main" noChangeAspect="1"/>
          </p:cNvPicPr>
          <p:nvPr/>
        </p:nvPicPr>
        <p:blipFill>
          <a:blip xmlns:r="http://schemas.openxmlformats.org/officeDocument/2006/relationships" xmlns:a="http://schemas.openxmlformats.org/drawingml/2006/main" r:embed="R3457b756830a499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0728D6A9-012D-4A8F-9A79-79A28DCF7C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74522994"/>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7-image-5"/>
          <p:cNvPicPr>
            <a:picLocks xmlns:a="http://schemas.openxmlformats.org/drawingml/2006/main" noChangeAspect="1"/>
          </p:cNvPicPr>
          <p:nvPr/>
        </p:nvPicPr>
        <p:blipFill>
          <a:blip xmlns:r="http://schemas.openxmlformats.org/officeDocument/2006/relationships" xmlns:a="http://schemas.openxmlformats.org/drawingml/2006/main" r:embed="R011e7ecb9e324e7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22961A63-6397-45C9-B3C1-4A36D0FA06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229714448"/>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7-image-6"/>
          <p:cNvPicPr>
            <a:picLocks xmlns:a="http://schemas.openxmlformats.org/drawingml/2006/main" noChangeAspect="1"/>
          </p:cNvPicPr>
          <p:nvPr/>
        </p:nvPicPr>
        <p:blipFill>
          <a:blip xmlns:r="http://schemas.openxmlformats.org/officeDocument/2006/relationships" xmlns:a="http://schemas.openxmlformats.org/drawingml/2006/main" r:embed="R85ed4765f74147e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B66642A7-68DE-40CC-A2DD-EC850AA8988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1324650277"/>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3" name="!!area-header">
            <a:extLst xmlns:a="http://schemas.openxmlformats.org/drawingml/2006/main">
              <a:ext uri="{FF2B5EF4-FFF2-40B4-BE49-F238E27FC236}">
                <a16:creationId xmlns:a16="http://schemas.microsoft.com/office/drawing/2014/main" id="{86994CD2-56FB-4366-9D73-AF1CD8A2D1D8}"/>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64" name="!!area-name">
            <a:extLst xmlns:a="http://schemas.openxmlformats.org/drawingml/2006/main">
              <a:ext uri="{FF2B5EF4-FFF2-40B4-BE49-F238E27FC236}">
                <a16:creationId xmlns:a16="http://schemas.microsoft.com/office/drawing/2014/main" id="{D9D9670B-AE1D-4D17-B5F3-1DE49C97BA06}"/>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65" name="!!area-beat">
            <a:extLst xmlns:a="http://schemas.openxmlformats.org/drawingml/2006/main">
              <a:ext uri="{FF2B5EF4-FFF2-40B4-BE49-F238E27FC236}">
                <a16:creationId xmlns:a16="http://schemas.microsoft.com/office/drawing/2014/main" id="{158D96D9-9217-4F68-8B50-E4310B048A3A}"/>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When you are the user</a:t>
            </a:r>
          </a:p>
        </p:txBody>
      </p:sp>
      <p:sp>
        <p:nvSpPr>
          <p:cNvPr id="66" name="header-divider">
            <a:extLst xmlns:a="http://schemas.openxmlformats.org/drawingml/2006/main">
              <a:ext uri="{FF2B5EF4-FFF2-40B4-BE49-F238E27FC236}">
                <a16:creationId xmlns:a16="http://schemas.microsoft.com/office/drawing/2014/main" id="{5902FC89-5246-4C99-9D9D-7FDC64021886}"/>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7" name="!!screenshot-Devin Desktop">
            <a:extLst xmlns:a="http://schemas.openxmlformats.org/drawingml/2006/main">
              <a:ext uri="{FF2B5EF4-FFF2-40B4-BE49-F238E27FC236}">
                <a16:creationId xmlns:a16="http://schemas.microsoft.com/office/drawing/2014/main" id="{C98F862F-2A06-4456-8BD4-5D20F25BFBB3}"/>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68" name="08-text-1">
            <a:extLst xmlns:a="http://schemas.openxmlformats.org/drawingml/2006/main">
              <a:ext uri="{FF2B5EF4-FFF2-40B4-BE49-F238E27FC236}">
                <a16:creationId xmlns:a16="http://schemas.microsoft.com/office/drawing/2014/main" id="{CA0C3403-5D6B-44F1-B1E4-B26C7C1B7D16}"/>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69" name="08-text-2">
            <a:extLst xmlns:a="http://schemas.openxmlformats.org/drawingml/2006/main">
              <a:ext uri="{FF2B5EF4-FFF2-40B4-BE49-F238E27FC236}">
                <a16:creationId xmlns:a16="http://schemas.microsoft.com/office/drawing/2014/main" id="{5E268D06-0E04-4025-BE3D-9EFE99B7FBC5}"/>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Devin Desktop model picker</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Reasoning-effort slider visible</a:t>
            </a:r>
          </a:p>
        </p:txBody>
      </p:sp>
      <p:sp>
        <p:nvSpPr>
          <p:cNvPr id="70" name="08-text-3">
            <a:extLst xmlns:a="http://schemas.openxmlformats.org/drawingml/2006/main">
              <a:ext uri="{FF2B5EF4-FFF2-40B4-BE49-F238E27FC236}">
                <a16:creationId xmlns:a16="http://schemas.microsoft.com/office/drawing/2014/main" id="{50869BDB-FC30-4EE6-B5CE-46240DE01D64}"/>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Model</a:t>
            </a:r>
          </a:p>
        </p:txBody>
      </p:sp>
      <p:sp>
        <p:nvSpPr>
          <p:cNvPr id="71" name="08-text-4">
            <a:extLst xmlns:a="http://schemas.openxmlformats.org/drawingml/2006/main">
              <a:ext uri="{FF2B5EF4-FFF2-40B4-BE49-F238E27FC236}">
                <a16:creationId xmlns:a16="http://schemas.microsoft.com/office/drawing/2014/main" id="{AD796ECE-F05F-47C1-A7C9-29FE197DED63}"/>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which model handles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coding task.</a:t>
            </a:r>
          </a:p>
        </p:txBody>
      </p:sp>
      <p:sp>
        <p:nvSpPr>
          <p:cNvPr id="72" name="08-text-5">
            <a:extLst xmlns:a="http://schemas.openxmlformats.org/drawingml/2006/main">
              <a:ext uri="{FF2B5EF4-FFF2-40B4-BE49-F238E27FC236}">
                <a16:creationId xmlns:a16="http://schemas.microsoft.com/office/drawing/2014/main" id="{A82DAE97-A1E7-42DE-819F-2B2839BEEC24}"/>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effort</a:t>
            </a:r>
          </a:p>
        </p:txBody>
      </p:sp>
      <p:sp>
        <p:nvSpPr>
          <p:cNvPr id="73" name="08-text-6">
            <a:extLst xmlns:a="http://schemas.openxmlformats.org/drawingml/2006/main">
              <a:ext uri="{FF2B5EF4-FFF2-40B4-BE49-F238E27FC236}">
                <a16:creationId xmlns:a16="http://schemas.microsoft.com/office/drawing/2014/main" id="{5BD2B56D-5181-4778-93FC-0519262876AB}"/>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Adjust the effort used to</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work through the task.</a:t>
            </a:r>
          </a:p>
        </p:txBody>
      </p:sp>
      <p:sp>
        <p:nvSpPr>
          <p:cNvPr id="74" name="narrative-number">
            <a:extLst xmlns:a="http://schemas.openxmlformats.org/drawingml/2006/main">
              <a:ext uri="{FF2B5EF4-FFF2-40B4-BE49-F238E27FC236}">
                <a16:creationId xmlns:a16="http://schemas.microsoft.com/office/drawing/2014/main" id="{9E5DCF03-AF0F-433F-B0CB-4D67FDBB284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621583223"/>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5" name="!!area-name">
            <a:extLst xmlns:a="http://schemas.openxmlformats.org/drawingml/2006/main">
              <a:ext uri="{FF2B5EF4-FFF2-40B4-BE49-F238E27FC236}">
                <a16:creationId xmlns:a16="http://schemas.microsoft.com/office/drawing/2014/main" id="{4D52278A-FF23-4BCD-9159-FE416E4546F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84" name="mini-map"/>
          <p:cNvPicPr>
            <a:picLocks xmlns:a="http://schemas.openxmlformats.org/drawingml/2006/main" noChangeAspect="1"/>
          </p:cNvPicPr>
          <p:nvPr/>
        </p:nvPicPr>
        <p:blipFill>
          <a:blip xmlns:r="http://schemas.openxmlformats.org/officeDocument/2006/relationships" xmlns:a="http://schemas.openxmlformats.org/drawingml/2006/main" r:embed="R17c5c5d5a14a44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7" name="header-divider">
            <a:extLst xmlns:a="http://schemas.openxmlformats.org/drawingml/2006/main">
              <a:ext uri="{FF2B5EF4-FFF2-40B4-BE49-F238E27FC236}">
                <a16:creationId xmlns:a16="http://schemas.microsoft.com/office/drawing/2014/main" id="{0C756E33-6D01-4621-983E-1F4669B8F30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8" name="09-text-1">
            <a:extLst xmlns:a="http://schemas.openxmlformats.org/drawingml/2006/main">
              <a:ext uri="{FF2B5EF4-FFF2-40B4-BE49-F238E27FC236}">
                <a16:creationId xmlns:a16="http://schemas.microsoft.com/office/drawing/2014/main" id="{498D3C69-EAC3-4B30-9E59-4582AC4F4410}"/>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9" name="09-text-2">
            <a:extLst xmlns:a="http://schemas.openxmlformats.org/drawingml/2006/main">
              <a:ext uri="{FF2B5EF4-FFF2-40B4-BE49-F238E27FC236}">
                <a16:creationId xmlns:a16="http://schemas.microsoft.com/office/drawing/2014/main" id="{2C1E18DE-7B7C-448C-BAAA-653572FD6FC6}"/>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80" name="09-text-3">
            <a:extLst xmlns:a="http://schemas.openxmlformats.org/drawingml/2006/main">
              <a:ext uri="{FF2B5EF4-FFF2-40B4-BE49-F238E27FC236}">
                <a16:creationId xmlns:a16="http://schemas.microsoft.com/office/drawing/2014/main" id="{ACF9E512-759E-4B95-AFD2-09D7DDA83A1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9" name="09-image-4"/>
          <p:cNvPicPr>
            <a:picLocks xmlns:a="http://schemas.openxmlformats.org/drawingml/2006/main" noChangeAspect="1"/>
          </p:cNvPicPr>
          <p:nvPr/>
        </p:nvPicPr>
        <p:blipFill>
          <a:blip xmlns:r="http://schemas.openxmlformats.org/officeDocument/2006/relationships" xmlns:a="http://schemas.openxmlformats.org/drawingml/2006/main" r:embed="R6edb42cef5c0471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82" name="narrative-number">
            <a:extLst xmlns:a="http://schemas.openxmlformats.org/drawingml/2006/main">
              <a:ext uri="{FF2B5EF4-FFF2-40B4-BE49-F238E27FC236}">
                <a16:creationId xmlns:a16="http://schemas.microsoft.com/office/drawing/2014/main" id="{023B76F8-0B22-4392-8F36-3F9A627E7B9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96563377"/>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3" name="!!area-name">
            <a:extLst xmlns:a="http://schemas.openxmlformats.org/drawingml/2006/main">
              <a:ext uri="{FF2B5EF4-FFF2-40B4-BE49-F238E27FC236}">
                <a16:creationId xmlns:a16="http://schemas.microsoft.com/office/drawing/2014/main" id="{23E64FF4-78F1-4310-B1EC-E4C4EF5E20D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95" name="mini-map"/>
          <p:cNvPicPr>
            <a:picLocks xmlns:a="http://schemas.openxmlformats.org/drawingml/2006/main" noChangeAspect="1"/>
          </p:cNvPicPr>
          <p:nvPr/>
        </p:nvPicPr>
        <p:blipFill>
          <a:blip xmlns:r="http://schemas.openxmlformats.org/officeDocument/2006/relationships" xmlns:a="http://schemas.openxmlformats.org/drawingml/2006/main" r:embed="R0fb5b064e1a4440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5" name="header-divider">
            <a:extLst xmlns:a="http://schemas.openxmlformats.org/drawingml/2006/main">
              <a:ext uri="{FF2B5EF4-FFF2-40B4-BE49-F238E27FC236}">
                <a16:creationId xmlns:a16="http://schemas.microsoft.com/office/drawing/2014/main" id="{C2377045-17F7-4724-9C16-238A4401AC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6" name="models-decisions-title">
            <a:extLst xmlns:a="http://schemas.openxmlformats.org/drawingml/2006/main">
              <a:ext uri="{FF2B5EF4-FFF2-40B4-BE49-F238E27FC236}">
                <a16:creationId xmlns:a16="http://schemas.microsoft.com/office/drawing/2014/main" id="{AAA9F53E-D882-48E5-8960-C9A65A97D0A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decisions you own</a:t>
            </a:r>
          </a:p>
        </p:txBody>
      </p:sp>
      <p:sp>
        <p:nvSpPr>
          <p:cNvPr id="87" name="09-text-5">
            <a:extLst xmlns:a="http://schemas.openxmlformats.org/drawingml/2006/main">
              <a:ext uri="{FF2B5EF4-FFF2-40B4-BE49-F238E27FC236}">
                <a16:creationId xmlns:a16="http://schemas.microsoft.com/office/drawing/2014/main" id="{95532369-7570-4258-8674-F2539AE9B2B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model and</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reasoning settings?</a:t>
            </a:r>
          </a:p>
        </p:txBody>
      </p:sp>
      <p:sp>
        <p:nvSpPr>
          <p:cNvPr id="88" name="09-text-6">
            <a:extLst xmlns:a="http://schemas.openxmlformats.org/drawingml/2006/main">
              <a:ext uri="{FF2B5EF4-FFF2-40B4-BE49-F238E27FC236}">
                <a16:creationId xmlns:a16="http://schemas.microsoft.com/office/drawing/2014/main" id="{DDCDA3B7-7DCD-4138-9582-6424F4D3B777}"/>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Balance task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deployment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representative task comparisons.</a:t>
            </a:r>
          </a:p>
        </p:txBody>
      </p:sp>
      <p:sp>
        <p:nvSpPr>
          <p:cNvPr id="89" name="09-text-7">
            <a:extLst xmlns:a="http://schemas.openxmlformats.org/drawingml/2006/main">
              <a:ext uri="{FF2B5EF4-FFF2-40B4-BE49-F238E27FC236}">
                <a16:creationId xmlns:a16="http://schemas.microsoft.com/office/drawing/2014/main" id="{4D49A6A2-F0E9-44C6-B5D2-CB51C7559C7F}"/>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One model or</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different models?</a:t>
            </a:r>
          </a:p>
        </p:txBody>
      </p:sp>
      <p:sp>
        <p:nvSpPr>
          <p:cNvPr id="90" name="09-text-8">
            <a:extLst xmlns:a="http://schemas.openxmlformats.org/drawingml/2006/main">
              <a:ext uri="{FF2B5EF4-FFF2-40B4-BE49-F238E27FC236}">
                <a16:creationId xmlns:a16="http://schemas.microsoft.com/office/drawing/2014/main" id="{F116CB69-B955-486D-BCF2-4E8DB3B3950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Routing adds task-specific choices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more configurations to maintain.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one until evidence supports routing.</a:t>
            </a:r>
          </a:p>
        </p:txBody>
      </p:sp>
      <p:sp>
        <p:nvSpPr>
          <p:cNvPr id="91" name="09-text-9">
            <a:extLst xmlns:a="http://schemas.openxmlformats.org/drawingml/2006/main">
              <a:ext uri="{FF2B5EF4-FFF2-40B4-BE49-F238E27FC236}">
                <a16:creationId xmlns:a16="http://schemas.microsoft.com/office/drawing/2014/main" id="{BA51FD98-568C-4691-9D91-EF3C6721966E}"/>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will model</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changes be controlled?</a:t>
            </a:r>
          </a:p>
        </p:txBody>
      </p:sp>
      <p:sp>
        <p:nvSpPr>
          <p:cNvPr id="92" name="09-text-10">
            <a:extLst xmlns:a="http://schemas.openxmlformats.org/drawingml/2006/main">
              <a:ext uri="{FF2B5EF4-FFF2-40B4-BE49-F238E27FC236}">
                <a16:creationId xmlns:a16="http://schemas.microsoft.com/office/drawing/2014/main" id="{8111FE4D-751F-45FB-A1BC-D74E53FFA852}"/>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versions need planned migration.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Moving aliases need regression monitoring.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Define evaluation and replacement practices.</a:t>
            </a:r>
          </a:p>
        </p:txBody>
      </p:sp>
      <p:sp>
        <p:nvSpPr>
          <p:cNvPr id="93" name="narrative-number">
            <a:extLst xmlns:a="http://schemas.openxmlformats.org/drawingml/2006/main">
              <a:ext uri="{FF2B5EF4-FFF2-40B4-BE49-F238E27FC236}">
                <a16:creationId xmlns:a16="http://schemas.microsoft.com/office/drawing/2014/main" id="{CE21B8F0-5645-47AE-A228-D76D931FC8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2655307"/>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4" name="!!area-name">
            <a:extLst xmlns:a="http://schemas.openxmlformats.org/drawingml/2006/main">
              <a:ext uri="{FF2B5EF4-FFF2-40B4-BE49-F238E27FC236}">
                <a16:creationId xmlns:a16="http://schemas.microsoft.com/office/drawing/2014/main" id="{F80BCA06-2D2D-433D-88F9-E701C939EAA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09" name="mini-map"/>
          <p:cNvPicPr>
            <a:picLocks xmlns:a="http://schemas.openxmlformats.org/drawingml/2006/main" noChangeAspect="1"/>
          </p:cNvPicPr>
          <p:nvPr/>
        </p:nvPicPr>
        <p:blipFill>
          <a:blip xmlns:r="http://schemas.openxmlformats.org/officeDocument/2006/relationships" xmlns:a="http://schemas.openxmlformats.org/drawingml/2006/main" r:embed="R3e53624da77d404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6" name="header-divider">
            <a:extLst xmlns:a="http://schemas.openxmlformats.org/drawingml/2006/main">
              <a:ext uri="{FF2B5EF4-FFF2-40B4-BE49-F238E27FC236}">
                <a16:creationId xmlns:a16="http://schemas.microsoft.com/office/drawing/2014/main" id="{5E729C8F-2E08-4708-B5EE-A07686E1156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7" name="models-maintenance-title">
            <a:extLst xmlns:a="http://schemas.openxmlformats.org/drawingml/2006/main">
              <a:ext uri="{FF2B5EF4-FFF2-40B4-BE49-F238E27FC236}">
                <a16:creationId xmlns:a16="http://schemas.microsoft.com/office/drawing/2014/main" id="{4096691D-BECD-4D63-BFB2-29C541ED016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model choices</a:t>
            </a:r>
          </a:p>
        </p:txBody>
      </p:sp>
      <p:sp>
        <p:nvSpPr>
          <p:cNvPr id="98" name="09-text-11">
            <a:extLst xmlns:a="http://schemas.openxmlformats.org/drawingml/2006/main">
              <a:ext uri="{FF2B5EF4-FFF2-40B4-BE49-F238E27FC236}">
                <a16:creationId xmlns:a16="http://schemas.microsoft.com/office/drawing/2014/main" id="{68EC2FE1-80F9-4D8F-9150-10EFBB174C8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Task changes</a:t>
            </a:r>
          </a:p>
        </p:txBody>
      </p:sp>
      <p:sp>
        <p:nvSpPr>
          <p:cNvPr id="99" name="09-text-12">
            <a:extLst xmlns:a="http://schemas.openxmlformats.org/drawingml/2006/main">
              <a:ext uri="{FF2B5EF4-FFF2-40B4-BE49-F238E27FC236}">
                <a16:creationId xmlns:a16="http://schemas.microsoft.com/office/drawing/2014/main" id="{B9E2CA7D-E748-48D0-AC66-7F19F4101B4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tasks can expose gaps in the original evaluation.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the cases as intended use changes.</a:t>
            </a:r>
          </a:p>
        </p:txBody>
      </p:sp>
      <p:sp>
        <p:nvSpPr>
          <p:cNvPr id="100" name="09-text-13">
            <a:extLst xmlns:a="http://schemas.openxmlformats.org/drawingml/2006/main">
              <a:ext uri="{FF2B5EF4-FFF2-40B4-BE49-F238E27FC236}">
                <a16:creationId xmlns:a16="http://schemas.microsoft.com/office/drawing/2014/main" id="{D73AF1CC-983B-4D58-BA75-216900AB8E8A}"/>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Routing</a:t>
            </a:r>
          </a:p>
        </p:txBody>
      </p:sp>
      <p:sp>
        <p:nvSpPr>
          <p:cNvPr id="101" name="09-text-14">
            <a:extLst xmlns:a="http://schemas.openxmlformats.org/drawingml/2006/main">
              <a:ext uri="{FF2B5EF4-FFF2-40B4-BE49-F238E27FC236}">
                <a16:creationId xmlns:a16="http://schemas.microsoft.com/office/drawing/2014/main" id="{C43D82CE-EE82-45B6-852A-EB4BE0D296EA}"/>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Each route needs evaluation coverage.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Measure the whole workflow as routes change.</a:t>
            </a:r>
          </a:p>
        </p:txBody>
      </p:sp>
      <p:sp>
        <p:nvSpPr>
          <p:cNvPr id="102" name="09-text-15">
            <a:extLst xmlns:a="http://schemas.openxmlformats.org/drawingml/2006/main">
              <a:ext uri="{FF2B5EF4-FFF2-40B4-BE49-F238E27FC236}">
                <a16:creationId xmlns:a16="http://schemas.microsoft.com/office/drawing/2014/main" id="{F6E864F0-CAF4-4696-90FE-F7EACC43715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Model lifecycle</a:t>
            </a:r>
          </a:p>
        </p:txBody>
      </p:sp>
      <p:sp>
        <p:nvSpPr>
          <p:cNvPr id="103" name="09-text-16">
            <a:extLst xmlns:a="http://schemas.openxmlformats.org/drawingml/2006/main">
              <a:ext uri="{FF2B5EF4-FFF2-40B4-BE49-F238E27FC236}">
                <a16:creationId xmlns:a16="http://schemas.microsoft.com/office/drawing/2014/main" id="{1B75CCED-C2C8-4085-A368-34CF2C72A6C9}"/>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retire. Aliases update.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changes and prepare a replacement.</a:t>
            </a:r>
          </a:p>
        </p:txBody>
      </p:sp>
      <p:sp>
        <p:nvSpPr>
          <p:cNvPr id="104" name="09-text-17">
            <a:extLst xmlns:a="http://schemas.openxmlformats.org/drawingml/2006/main">
              <a:ext uri="{FF2B5EF4-FFF2-40B4-BE49-F238E27FC236}">
                <a16:creationId xmlns:a16="http://schemas.microsoft.com/office/drawing/2014/main" id="{D8BEC059-D5D0-415F-8BAF-C53EE5F47A29}"/>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snapshot does not freeze the whole system.</a:t>
            </a:r>
          </a:p>
        </p:txBody>
      </p:sp>
      <p:sp>
        <p:nvSpPr>
          <p:cNvPr id="105" name="09-text-18">
            <a:extLst xmlns:a="http://schemas.openxmlformats.org/drawingml/2006/main">
              <a:ext uri="{FF2B5EF4-FFF2-40B4-BE49-F238E27FC236}">
                <a16:creationId xmlns:a16="http://schemas.microsoft.com/office/drawing/2014/main" id="{B501A599-A9DA-47BA-8F60-B4C6B0A845C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6" name="09-text-19">
            <a:extLst xmlns:a="http://schemas.openxmlformats.org/drawingml/2006/main">
              <a:ext uri="{FF2B5EF4-FFF2-40B4-BE49-F238E27FC236}">
                <a16:creationId xmlns:a16="http://schemas.microsoft.com/office/drawing/2014/main" id="{6FA183BC-876F-4E64-B72C-59A24F61FA2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07" name="narrative-number">
            <a:extLst xmlns:a="http://schemas.openxmlformats.org/drawingml/2006/main">
              <a:ext uri="{FF2B5EF4-FFF2-40B4-BE49-F238E27FC236}">
                <a16:creationId xmlns:a16="http://schemas.microsoft.com/office/drawing/2014/main" id="{182BA07E-6403-4F29-9C72-18CD5830AE8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008788777"/>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8" name="!!area-name">
            <a:extLst xmlns:a="http://schemas.openxmlformats.org/drawingml/2006/main">
              <a:ext uri="{FF2B5EF4-FFF2-40B4-BE49-F238E27FC236}">
                <a16:creationId xmlns:a16="http://schemas.microsoft.com/office/drawing/2014/main" id="{7987C736-B6BD-4990-A3A0-7E4CC97F662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When you are the owner</a:t>
            </a:r>
          </a:p>
        </p:txBody>
      </p:sp>
      <p:pic>
        <p:nvPicPr>
          <p:cNvPr id="117" name="mini-map"/>
          <p:cNvPicPr>
            <a:picLocks xmlns:a="http://schemas.openxmlformats.org/drawingml/2006/main" noChangeAspect="1"/>
          </p:cNvPicPr>
          <p:nvPr/>
        </p:nvPicPr>
        <p:blipFill>
          <a:blip xmlns:r="http://schemas.openxmlformats.org/officeDocument/2006/relationships" xmlns:a="http://schemas.openxmlformats.org/drawingml/2006/main" r:embed="Rf8c2eb0ba86d440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0" name="header-divider">
            <a:extLst xmlns:a="http://schemas.openxmlformats.org/drawingml/2006/main">
              <a:ext uri="{FF2B5EF4-FFF2-40B4-BE49-F238E27FC236}">
                <a16:creationId xmlns:a16="http://schemas.microsoft.com/office/drawing/2014/main" id="{A1D8F530-C37D-4E00-9606-6A7FDD664A8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1" name="models-application-title">
            <a:extLst xmlns:a="http://schemas.openxmlformats.org/drawingml/2006/main">
              <a:ext uri="{FF2B5EF4-FFF2-40B4-BE49-F238E27FC236}">
                <a16:creationId xmlns:a16="http://schemas.microsoft.com/office/drawing/2014/main" id="{910B8A4B-B5CC-44F3-BD3D-914E43658F0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design for the FRB brief</a:t>
            </a:r>
          </a:p>
        </p:txBody>
      </p:sp>
      <p:sp>
        <p:nvSpPr>
          <p:cNvPr id="112" name="09-text-20">
            <a:extLst xmlns:a="http://schemas.openxmlformats.org/drawingml/2006/main">
              <a:ext uri="{FF2B5EF4-FFF2-40B4-BE49-F238E27FC236}">
                <a16:creationId xmlns:a16="http://schemas.microsoft.com/office/drawing/2014/main" id="{25DABFCD-A548-459D-BB84-FCFA85812F5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1" name="09-table-21"/>
          <p:cNvGraphicFramePr/>
          <p:nvPr/>
        </p:nvGraphicFramePr>
        <p:xfrm>
          <a:off xmlns:a="http://schemas.openxmlformats.org/drawingml/2006/main" x="609600" y="2895600"/>
          <a:ext xmlns:a="http://schemas.openxmlformats.org/drawingml/2006/main" cx="10972800" cy="2590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 and rationale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Compare models on faithful summaries</a:t>
                      </a:r>
                    </a:p>
                    <a:p>
                      <a:pPr>
                        <a:lnSpc>
                          <a:spcPct val="125000"/>
                        </a:lnSpc>
                        <a:buNone/>
                      </a:pPr>
                      <a:r>
                        <a:rPr sz="2000" b="0">
                          <a:solidFill>
                            <a:srgbClr val="FFFCF5"/>
                          </a:solidFill>
                          <a:latin typeface="Helvetica"/>
                          <a:ea typeface="Helvetica"/>
                          <a:cs typeface="Helvetica"/>
                        </a:rPr>
                        <a:t>and supported findings.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Allocation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One model configuration for the brief.</a:t>
                      </a:r>
                    </a:p>
                    <a:p>
                      <a:pPr>
                        <a:lnSpc>
                          <a:spcPct val="125000"/>
                        </a:lnSpc>
                        <a:buNone/>
                      </a:pPr>
                      <a:r>
                        <a:rPr sz="2000" b="0">
                          <a:solidFill>
                            <a:srgbClr val="FFFCF5"/>
                          </a:solidFill>
                          <a:latin typeface="Helvetica"/>
                          <a:ea typeface="Helvetica"/>
                          <a:cs typeface="Helvetica"/>
                        </a:rPr>
                        <a:t>Add routing only when measurements justify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Changes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Pinned version where available,</a:t>
                      </a:r>
                    </a:p>
                    <a:p>
                      <a:pPr>
                        <a:lnSpc>
                          <a:spcPct val="125000"/>
                        </a:lnSpc>
                        <a:buNone/>
                      </a:pPr>
                      <a:r>
                        <a:rPr sz="2000" b="0">
                          <a:solidFill>
                            <a:srgbClr val="FFFCF5"/>
                          </a:solidFill>
                          <a:latin typeface="Helvetica"/>
                          <a:ea typeface="Helvetica"/>
                          <a:cs typeface="Helvetica"/>
                        </a:rPr>
                        <a:t>with a migration plan.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14" name="09-text-22">
            <a:extLst xmlns:a="http://schemas.openxmlformats.org/drawingml/2006/main">
              <a:ext uri="{FF2B5EF4-FFF2-40B4-BE49-F238E27FC236}">
                <a16:creationId xmlns:a16="http://schemas.microsoft.com/office/drawing/2014/main" id="{040EDCB1-A653-4526-8B7C-80477C58C9E8}"/>
              </a:ext>
            </a:extLst>
          </p:cNvPr>
          <p:cNvSpPr>
            <a:spLocks xmlns:a="http://schemas.openxmlformats.org/drawingml/2006/main"/>
          </p:cNvSpPr>
          <p:nvPr/>
        </p:nvSpPr>
        <p:spPr>
          <a:xfrm xmlns:a="http://schemas.openxmlformats.org/drawingml/2006/main">
            <a:off x="609600" y="5588000"/>
            <a:ext cx="109728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Revisit when measured quality, cost, latency,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 lifecycle requirements justify a change.</a:t>
            </a:r>
          </a:p>
        </p:txBody>
      </p:sp>
      <p:sp>
        <p:nvSpPr>
          <p:cNvPr id="115" name="narrative-number">
            <a:extLst xmlns:a="http://schemas.openxmlformats.org/drawingml/2006/main">
              <a:ext uri="{FF2B5EF4-FFF2-40B4-BE49-F238E27FC236}">
                <a16:creationId xmlns:a16="http://schemas.microsoft.com/office/drawing/2014/main" id="{EAD1FF0D-57B0-426B-A76D-1B38F83FCC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63747168"/>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6" name="!!area-header">
            <a:extLst xmlns:a="http://schemas.openxmlformats.org/drawingml/2006/main">
              <a:ext uri="{FF2B5EF4-FFF2-40B4-BE49-F238E27FC236}">
                <a16:creationId xmlns:a16="http://schemas.microsoft.com/office/drawing/2014/main" id="{503670CA-61D0-45FC-919A-DC9175DBC688}"/>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17" name="!!area-name">
            <a:extLst xmlns:a="http://schemas.openxmlformats.org/drawingml/2006/main">
              <a:ext uri="{FF2B5EF4-FFF2-40B4-BE49-F238E27FC236}">
                <a16:creationId xmlns:a16="http://schemas.microsoft.com/office/drawing/2014/main" id="{BDDC6B53-D12F-46BD-9004-CE90C1B538B7}"/>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Context and knowledge</a:t>
            </a:r>
          </a:p>
        </p:txBody>
      </p:sp>
      <p:sp>
        <p:nvSpPr>
          <p:cNvPr id="118" name="!!area-beat">
            <a:extLst xmlns:a="http://schemas.openxmlformats.org/drawingml/2006/main">
              <a:ext uri="{FF2B5EF4-FFF2-40B4-BE49-F238E27FC236}">
                <a16:creationId xmlns:a16="http://schemas.microsoft.com/office/drawing/2014/main" id="{6D07B0AC-6663-4D44-A42A-8D18B483E5A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19" name="header-divider">
            <a:extLst xmlns:a="http://schemas.openxmlformats.org/drawingml/2006/main">
              <a:ext uri="{FF2B5EF4-FFF2-40B4-BE49-F238E27FC236}">
                <a16:creationId xmlns:a16="http://schemas.microsoft.com/office/drawing/2014/main" id="{FAA4E4E0-A7B0-4C2B-ACE4-7250E1C836AE}"/>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0" name="!!screenshot-AGENTS.md">
            <a:extLst xmlns:a="http://schemas.openxmlformats.org/drawingml/2006/main">
              <a:ext uri="{FF2B5EF4-FFF2-40B4-BE49-F238E27FC236}">
                <a16:creationId xmlns:a16="http://schemas.microsoft.com/office/drawing/2014/main" id="{FC9F905E-1624-4608-8169-0EEA280288EF}"/>
              </a:ext>
            </a:extLst>
          </p:cNvPr>
          <p:cNvSpPr>
            <a:spLocks xmlns:a="http://schemas.openxmlformats.org/drawingml/2006/main"/>
          </p:cNvSpPr>
          <p:nvPr/>
        </p:nvSpPr>
        <p:spPr>
          <a:xfrm xmlns:a="http://schemas.openxmlformats.org/drawingml/2006/main">
            <a:off x="609600" y="2336800"/>
            <a:ext cx="5334000" cy="3302000"/>
          </a:xfrm>
          <a:prstGeom xmlns:a="http://schemas.openxmlformats.org/drawingml/2006/main" prst="roundRect">
            <a:avLst>
              <a:gd name="adj" fmla="val 1538"/>
            </a:avLst>
          </a:prstGeom>
          <a:solidFill xmlns:a="http://schemas.openxmlformats.org/drawingml/2006/main">
            <a:srgbClr val="303236"/>
          </a:solidFill>
          <a:ln xmlns:a="http://schemas.openxmlformats.org/drawingml/2006/main" w="12700">
            <a:solidFill>
              <a:srgbClr val="4C4D50"/>
            </a:solidFill>
          </a:ln>
        </p:spPr>
      </p:sp>
      <p:sp>
        <p:nvSpPr>
          <p:cNvPr id="121" name="10-text-1">
            <a:extLst xmlns:a="http://schemas.openxmlformats.org/drawingml/2006/main">
              <a:ext uri="{FF2B5EF4-FFF2-40B4-BE49-F238E27FC236}">
                <a16:creationId xmlns:a16="http://schemas.microsoft.com/office/drawing/2014/main" id="{1349C7E3-4FCA-4EB0-86EC-86173A94965E}"/>
              </a:ext>
            </a:extLst>
          </p:cNvPr>
          <p:cNvSpPr>
            <a:spLocks xmlns:a="http://schemas.openxmlformats.org/drawingml/2006/main"/>
          </p:cNvSpPr>
          <p:nvPr/>
        </p:nvSpPr>
        <p:spPr>
          <a:xfrm xmlns:a="http://schemas.openxmlformats.org/drawingml/2006/main">
            <a:off x="812800" y="3035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22" name="10-text-2">
            <a:extLst xmlns:a="http://schemas.openxmlformats.org/drawingml/2006/main">
              <a:ext uri="{FF2B5EF4-FFF2-40B4-BE49-F238E27FC236}">
                <a16:creationId xmlns:a16="http://schemas.microsoft.com/office/drawing/2014/main" id="{56F96E0D-477C-40D1-BCA1-56C4195F0477}"/>
              </a:ext>
            </a:extLst>
          </p:cNvPr>
          <p:cNvSpPr>
            <a:spLocks xmlns:a="http://schemas.openxmlformats.org/drawingml/2006/main"/>
          </p:cNvSpPr>
          <p:nvPr/>
        </p:nvSpPr>
        <p:spPr>
          <a:xfrm xmlns:a="http://schemas.openxmlformats.org/drawingml/2006/main">
            <a:off x="812800" y="3556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AGENTS.md project instructions</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Conventions and checks</a:t>
            </a:r>
          </a:p>
        </p:txBody>
      </p:sp>
      <p:sp>
        <p:nvSpPr>
          <p:cNvPr id="123" name="10-text-3">
            <a:extLst xmlns:a="http://schemas.openxmlformats.org/drawingml/2006/main">
              <a:ext uri="{FF2B5EF4-FFF2-40B4-BE49-F238E27FC236}">
                <a16:creationId xmlns:a16="http://schemas.microsoft.com/office/drawing/2014/main" id="{4E26B7BF-CE3B-4BB9-AF72-3FFADBEFC987}"/>
              </a:ext>
            </a:extLst>
          </p:cNvPr>
          <p:cNvSpPr>
            <a:spLocks xmlns:a="http://schemas.openxmlformats.org/drawingml/2006/main"/>
          </p:cNvSpPr>
          <p:nvPr/>
        </p:nvSpPr>
        <p:spPr>
          <a:xfrm xmlns:a="http://schemas.openxmlformats.org/drawingml/2006/main">
            <a:off x="6248400" y="24384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Project conventions</a:t>
            </a:r>
          </a:p>
        </p:txBody>
      </p:sp>
      <p:sp>
        <p:nvSpPr>
          <p:cNvPr id="124" name="10-text-4">
            <a:extLst xmlns:a="http://schemas.openxmlformats.org/drawingml/2006/main">
              <a:ext uri="{FF2B5EF4-FFF2-40B4-BE49-F238E27FC236}">
                <a16:creationId xmlns:a16="http://schemas.microsoft.com/office/drawing/2014/main" id="{D86FB1B0-9462-4D5A-931A-3FEC6280CD55}"/>
              </a:ext>
            </a:extLst>
          </p:cNvPr>
          <p:cNvSpPr>
            <a:spLocks xmlns:a="http://schemas.openxmlformats.org/drawingml/2006/main"/>
          </p:cNvSpPr>
          <p:nvPr/>
        </p:nvSpPr>
        <p:spPr>
          <a:xfrm xmlns:a="http://schemas.openxmlformats.org/drawingml/2006/main">
            <a:off x="6248400" y="2997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the agent how work should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fit this repository.</a:t>
            </a:r>
          </a:p>
        </p:txBody>
      </p:sp>
      <p:sp>
        <p:nvSpPr>
          <p:cNvPr id="125" name="10-text-5">
            <a:extLst xmlns:a="http://schemas.openxmlformats.org/drawingml/2006/main">
              <a:ext uri="{FF2B5EF4-FFF2-40B4-BE49-F238E27FC236}">
                <a16:creationId xmlns:a16="http://schemas.microsoft.com/office/drawing/2014/main" id="{D65980EE-92B0-4702-9BB7-0D73BE2B29B5}"/>
              </a:ext>
            </a:extLst>
          </p:cNvPr>
          <p:cNvSpPr>
            <a:spLocks xmlns:a="http://schemas.openxmlformats.org/drawingml/2006/main"/>
          </p:cNvSpPr>
          <p:nvPr/>
        </p:nvSpPr>
        <p:spPr>
          <a:xfrm xmlns:a="http://schemas.openxmlformats.org/drawingml/2006/main">
            <a:off x="6248400" y="4140200"/>
            <a:ext cx="533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Checks</a:t>
            </a:r>
          </a:p>
        </p:txBody>
      </p:sp>
      <p:sp>
        <p:nvSpPr>
          <p:cNvPr id="126" name="10-text-6">
            <a:extLst xmlns:a="http://schemas.openxmlformats.org/drawingml/2006/main">
              <a:ext uri="{FF2B5EF4-FFF2-40B4-BE49-F238E27FC236}">
                <a16:creationId xmlns:a16="http://schemas.microsoft.com/office/drawing/2014/main" id="{64B76E13-65A2-496F-AC6D-A864F84AFA55}"/>
              </a:ext>
            </a:extLst>
          </p:cNvPr>
          <p:cNvSpPr>
            <a:spLocks xmlns:a="http://schemas.openxmlformats.org/drawingml/2006/main"/>
          </p:cNvSpPr>
          <p:nvPr/>
        </p:nvSpPr>
        <p:spPr>
          <a:xfrm xmlns:a="http://schemas.openxmlformats.org/drawingml/2006/main">
            <a:off x="6248400" y="4699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Tell it how to validate changes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handing work back.</a:t>
            </a:r>
          </a:p>
        </p:txBody>
      </p:sp>
      <p:sp>
        <p:nvSpPr>
          <p:cNvPr id="127" name="narrative-number">
            <a:extLst xmlns:a="http://schemas.openxmlformats.org/drawingml/2006/main">
              <a:ext uri="{FF2B5EF4-FFF2-40B4-BE49-F238E27FC236}">
                <a16:creationId xmlns:a16="http://schemas.microsoft.com/office/drawing/2014/main" id="{5E7915A2-0F0D-49AE-9338-DA147C27D42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8435975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8" name="!!area-name">
            <a:extLst xmlns:a="http://schemas.openxmlformats.org/drawingml/2006/main">
              <a:ext uri="{FF2B5EF4-FFF2-40B4-BE49-F238E27FC236}">
                <a16:creationId xmlns:a16="http://schemas.microsoft.com/office/drawing/2014/main" id="{EBF27840-958E-44CB-8126-A6919281E5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da9a76daf32e4ec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0" name="header-divider">
            <a:extLst xmlns:a="http://schemas.openxmlformats.org/drawingml/2006/main">
              <a:ext uri="{FF2B5EF4-FFF2-40B4-BE49-F238E27FC236}">
                <a16:creationId xmlns:a16="http://schemas.microsoft.com/office/drawing/2014/main" id="{163E33F1-FFA0-4F64-AEB2-7C966255E92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1" name="11-text-1">
            <a:extLst xmlns:a="http://schemas.openxmlformats.org/drawingml/2006/main">
              <a:ext uri="{FF2B5EF4-FFF2-40B4-BE49-F238E27FC236}">
                <a16:creationId xmlns:a16="http://schemas.microsoft.com/office/drawing/2014/main" id="{21FB63F2-6893-4044-BDD9-1BB0A1C7FEE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 treated as a finite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resource with diminishing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marginal returns.”</a:t>
            </a:r>
          </a:p>
        </p:txBody>
      </p:sp>
      <p:sp>
        <p:nvSpPr>
          <p:cNvPr id="132" name="11-text-2">
            <a:extLst xmlns:a="http://schemas.openxmlformats.org/drawingml/2006/main">
              <a:ext uri="{FF2B5EF4-FFF2-40B4-BE49-F238E27FC236}">
                <a16:creationId xmlns:a16="http://schemas.microsoft.com/office/drawing/2014/main" id="{DCFC192C-D176-4B05-ABE0-D14A97FD300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33" name="11-text-3">
            <a:extLst xmlns:a="http://schemas.openxmlformats.org/drawingml/2006/main">
              <a:ext uri="{FF2B5EF4-FFF2-40B4-BE49-F238E27FC236}">
                <a16:creationId xmlns:a16="http://schemas.microsoft.com/office/drawing/2014/main" id="{4CE280F8-847A-4F84-99E6-11D87EE52B74}"/>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42" name="11-image-4"/>
          <p:cNvPicPr>
            <a:picLocks xmlns:a="http://schemas.openxmlformats.org/drawingml/2006/main" noChangeAspect="1"/>
          </p:cNvPicPr>
          <p:nvPr/>
        </p:nvPicPr>
        <p:blipFill>
          <a:blip xmlns:r="http://schemas.openxmlformats.org/officeDocument/2006/relationships" xmlns:a="http://schemas.openxmlformats.org/drawingml/2006/main" r:embed="R5363bafd14894d1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35" name="narrative-number">
            <a:extLst xmlns:a="http://schemas.openxmlformats.org/drawingml/2006/main">
              <a:ext uri="{FF2B5EF4-FFF2-40B4-BE49-F238E27FC236}">
                <a16:creationId xmlns:a16="http://schemas.microsoft.com/office/drawing/2014/main" id="{E866152D-1ED4-4DDA-BA87-0921A8166D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520020557"/>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B452E984-671A-4861-882D-B5FCDA16B42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48" name="mini-map"/>
          <p:cNvPicPr>
            <a:picLocks xmlns:a="http://schemas.openxmlformats.org/drawingml/2006/main" noChangeAspect="1"/>
          </p:cNvPicPr>
          <p:nvPr/>
        </p:nvPicPr>
        <p:blipFill>
          <a:blip xmlns:r="http://schemas.openxmlformats.org/officeDocument/2006/relationships" xmlns:a="http://schemas.openxmlformats.org/drawingml/2006/main" r:embed="R8c9402a47496437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E5E91CA0-719A-4D75-93C3-30198E7E891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context-decisions-title">
            <a:extLst xmlns:a="http://schemas.openxmlformats.org/drawingml/2006/main">
              <a:ext uri="{FF2B5EF4-FFF2-40B4-BE49-F238E27FC236}">
                <a16:creationId xmlns:a16="http://schemas.microsoft.com/office/drawing/2014/main" id="{2473238A-58F3-44DC-904B-AEB0F31A8C5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context decisions you own</a:t>
            </a:r>
          </a:p>
        </p:txBody>
      </p:sp>
      <p:sp>
        <p:nvSpPr>
          <p:cNvPr id="140" name="11-text-5">
            <a:extLst xmlns:a="http://schemas.openxmlformats.org/drawingml/2006/main">
              <a:ext uri="{FF2B5EF4-FFF2-40B4-BE49-F238E27FC236}">
                <a16:creationId xmlns:a16="http://schemas.microsoft.com/office/drawing/2014/main" id="{CD500435-D670-48AD-BF0C-4754AF50B706}"/>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belongs in</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next step?</a:t>
            </a:r>
          </a:p>
        </p:txBody>
      </p:sp>
      <p:sp>
        <p:nvSpPr>
          <p:cNvPr id="141" name="11-text-6">
            <a:extLst xmlns:a="http://schemas.openxmlformats.org/drawingml/2006/main">
              <a:ext uri="{FF2B5EF4-FFF2-40B4-BE49-F238E27FC236}">
                <a16:creationId xmlns:a16="http://schemas.microsoft.com/office/drawing/2014/main" id="{87EC2FF4-322F-418B-AF1C-6D170958650A}"/>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task state, retrieved knowledge.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retrieval for the data and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Start with what the next step needs.</a:t>
            </a:r>
          </a:p>
        </p:txBody>
      </p:sp>
      <p:sp>
        <p:nvSpPr>
          <p:cNvPr id="142" name="11-text-7">
            <a:extLst xmlns:a="http://schemas.openxmlformats.org/drawingml/2006/main">
              <a:ext uri="{FF2B5EF4-FFF2-40B4-BE49-F238E27FC236}">
                <a16:creationId xmlns:a16="http://schemas.microsoft.com/office/drawing/2014/main" id="{60FB03AA-844C-438C-ABFA-B8D71C95168D}"/>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should persist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be refreshed?</a:t>
            </a:r>
          </a:p>
        </p:txBody>
      </p:sp>
      <p:sp>
        <p:nvSpPr>
          <p:cNvPr id="143" name="11-text-8">
            <a:extLst xmlns:a="http://schemas.openxmlformats.org/drawingml/2006/main">
              <a:ext uri="{FF2B5EF4-FFF2-40B4-BE49-F238E27FC236}">
                <a16:creationId xmlns:a16="http://schemas.microsoft.com/office/drawing/2014/main" id="{3A63AB1B-3C0C-4F9B-A07C-D957FFF31583}"/>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durable facts and constraints.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Summarize or discard what is no longer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information as its sources change.</a:t>
            </a:r>
          </a:p>
        </p:txBody>
      </p:sp>
      <p:sp>
        <p:nvSpPr>
          <p:cNvPr id="144" name="11-text-9">
            <a:extLst xmlns:a="http://schemas.openxmlformats.org/drawingml/2006/main">
              <a:ext uri="{FF2B5EF4-FFF2-40B4-BE49-F238E27FC236}">
                <a16:creationId xmlns:a16="http://schemas.microsoft.com/office/drawing/2014/main" id="{6BB73915-3BA1-4374-A4F7-7B935D9CFB33}"/>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access scope?</a:t>
            </a:r>
          </a:p>
        </p:txBody>
      </p:sp>
      <p:sp>
        <p:nvSpPr>
          <p:cNvPr id="145" name="11-text-10">
            <a:extLst xmlns:a="http://schemas.openxmlformats.org/drawingml/2006/main">
              <a:ext uri="{FF2B5EF4-FFF2-40B4-BE49-F238E27FC236}">
                <a16:creationId xmlns:a16="http://schemas.microsoft.com/office/drawing/2014/main" id="{EAEE4117-2472-4AA0-A960-55845B19FD0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source locations and revisions.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Limit retrieval to the user's authorized scope.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outside the model.</a:t>
            </a:r>
          </a:p>
        </p:txBody>
      </p:sp>
      <p:sp>
        <p:nvSpPr>
          <p:cNvPr id="146" name="narrative-number">
            <a:extLst xmlns:a="http://schemas.openxmlformats.org/drawingml/2006/main">
              <a:ext uri="{FF2B5EF4-FFF2-40B4-BE49-F238E27FC236}">
                <a16:creationId xmlns:a16="http://schemas.microsoft.com/office/drawing/2014/main" id="{929895A5-CC31-4EF3-8C8E-E0EF9D0D4F9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555818248"/>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7" name="!!area-name">
            <a:extLst xmlns:a="http://schemas.openxmlformats.org/drawingml/2006/main">
              <a:ext uri="{FF2B5EF4-FFF2-40B4-BE49-F238E27FC236}">
                <a16:creationId xmlns:a16="http://schemas.microsoft.com/office/drawing/2014/main" id="{98F9E616-FE97-4DF6-9814-EB9C62A08F2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62" name="mini-map"/>
          <p:cNvPicPr>
            <a:picLocks xmlns:a="http://schemas.openxmlformats.org/drawingml/2006/main" noChangeAspect="1"/>
          </p:cNvPicPr>
          <p:nvPr/>
        </p:nvPicPr>
        <p:blipFill>
          <a:blip xmlns:r="http://schemas.openxmlformats.org/officeDocument/2006/relationships" xmlns:a="http://schemas.openxmlformats.org/drawingml/2006/main" r:embed="R94376ccde8f547f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9" name="header-divider">
            <a:extLst xmlns:a="http://schemas.openxmlformats.org/drawingml/2006/main">
              <a:ext uri="{FF2B5EF4-FFF2-40B4-BE49-F238E27FC236}">
                <a16:creationId xmlns:a16="http://schemas.microsoft.com/office/drawing/2014/main" id="{2BB0AE70-D55B-49B6-8498-3B5E6151FFA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0" name="context-maintenance-title">
            <a:extLst xmlns:a="http://schemas.openxmlformats.org/drawingml/2006/main">
              <a:ext uri="{FF2B5EF4-FFF2-40B4-BE49-F238E27FC236}">
                <a16:creationId xmlns:a16="http://schemas.microsoft.com/office/drawing/2014/main" id="{CA2D539D-F3C7-4095-AA4A-90DF1E37F83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Living with context choices</a:t>
            </a:r>
          </a:p>
        </p:txBody>
      </p:sp>
      <p:sp>
        <p:nvSpPr>
          <p:cNvPr id="151" name="11-text-11">
            <a:extLst xmlns:a="http://schemas.openxmlformats.org/drawingml/2006/main">
              <a:ext uri="{FF2B5EF4-FFF2-40B4-BE49-F238E27FC236}">
                <a16:creationId xmlns:a16="http://schemas.microsoft.com/office/drawing/2014/main" id="{90E53622-A695-4A9D-92E3-67C790C1A94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Freshness</a:t>
            </a:r>
          </a:p>
        </p:txBody>
      </p:sp>
      <p:sp>
        <p:nvSpPr>
          <p:cNvPr id="152" name="11-text-12">
            <a:extLst xmlns:a="http://schemas.openxmlformats.org/drawingml/2006/main">
              <a:ext uri="{FF2B5EF4-FFF2-40B4-BE49-F238E27FC236}">
                <a16:creationId xmlns:a16="http://schemas.microsoft.com/office/drawing/2014/main" id="{5686DE8F-0058-4FB0-8C41-4172043E62A7}"/>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New records can make retrieved passages stale.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Refresh retrieval when source versions change.</a:t>
            </a:r>
          </a:p>
        </p:txBody>
      </p:sp>
      <p:sp>
        <p:nvSpPr>
          <p:cNvPr id="153" name="11-text-13">
            <a:extLst xmlns:a="http://schemas.openxmlformats.org/drawingml/2006/main">
              <a:ext uri="{FF2B5EF4-FFF2-40B4-BE49-F238E27FC236}">
                <a16:creationId xmlns:a16="http://schemas.microsoft.com/office/drawing/2014/main" id="{4F6F33FE-0E0D-4693-8AE0-87BE2C4DDEC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Context growth</a:t>
            </a:r>
          </a:p>
        </p:txBody>
      </p:sp>
      <p:sp>
        <p:nvSpPr>
          <p:cNvPr id="154" name="11-text-14">
            <a:extLst xmlns:a="http://schemas.openxmlformats.org/drawingml/2006/main">
              <a:ext uri="{FF2B5EF4-FFF2-40B4-BE49-F238E27FC236}">
                <a16:creationId xmlns:a16="http://schemas.microsoft.com/office/drawing/2014/main" id="{F523142A-D1C3-451D-B3F5-29A7640405BF}"/>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Summaries can lose constraints as sessions grow.</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decisions and unresolved questions.</a:t>
            </a:r>
          </a:p>
        </p:txBody>
      </p:sp>
      <p:sp>
        <p:nvSpPr>
          <p:cNvPr id="155" name="11-text-15">
            <a:extLst xmlns:a="http://schemas.openxmlformats.org/drawingml/2006/main">
              <a:ext uri="{FF2B5EF4-FFF2-40B4-BE49-F238E27FC236}">
                <a16:creationId xmlns:a16="http://schemas.microsoft.com/office/drawing/2014/main" id="{1726E761-D857-419F-8AC5-3AFBD39D748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Boundaries</a:t>
            </a:r>
          </a:p>
        </p:txBody>
      </p:sp>
      <p:sp>
        <p:nvSpPr>
          <p:cNvPr id="156" name="11-text-16">
            <a:extLst xmlns:a="http://schemas.openxmlformats.org/drawingml/2006/main">
              <a:ext uri="{FF2B5EF4-FFF2-40B4-BE49-F238E27FC236}">
                <a16:creationId xmlns:a16="http://schemas.microsoft.com/office/drawing/2014/main" id="{F6B3988E-C805-4425-B6FC-CD5D7B871B0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Memory or retrieval can cross access boundaries.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access and preserve provenance.</a:t>
            </a:r>
          </a:p>
        </p:txBody>
      </p:sp>
      <p:sp>
        <p:nvSpPr>
          <p:cNvPr id="157" name="11-text-17">
            <a:extLst xmlns:a="http://schemas.openxmlformats.org/drawingml/2006/main">
              <a:ext uri="{FF2B5EF4-FFF2-40B4-BE49-F238E27FC236}">
                <a16:creationId xmlns:a16="http://schemas.microsoft.com/office/drawing/2014/main" id="{D4397074-B32B-4209-BE0B-92FB56C225FB}"/>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prefixes can help caching. Correctness and access take priority.</a:t>
            </a:r>
          </a:p>
        </p:txBody>
      </p:sp>
      <p:sp>
        <p:nvSpPr>
          <p:cNvPr id="158" name="11-text-18">
            <a:extLst xmlns:a="http://schemas.openxmlformats.org/drawingml/2006/main">
              <a:ext uri="{FF2B5EF4-FFF2-40B4-BE49-F238E27FC236}">
                <a16:creationId xmlns:a16="http://schemas.microsoft.com/office/drawing/2014/main" id="{16523F30-B31F-4308-AA4E-97722A363E3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59" name="11-text-19">
            <a:extLst xmlns:a="http://schemas.openxmlformats.org/drawingml/2006/main">
              <a:ext uri="{FF2B5EF4-FFF2-40B4-BE49-F238E27FC236}">
                <a16:creationId xmlns:a16="http://schemas.microsoft.com/office/drawing/2014/main" id="{4B31AB69-289B-4493-81F1-02E5B96A20C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60" name="narrative-number">
            <a:extLst xmlns:a="http://schemas.openxmlformats.org/drawingml/2006/main">
              <a:ext uri="{FF2B5EF4-FFF2-40B4-BE49-F238E27FC236}">
                <a16:creationId xmlns:a16="http://schemas.microsoft.com/office/drawing/2014/main" id="{7467E856-581E-4275-8D06-391805F8FA6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3700783537"/>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1" name="!!area-name">
            <a:extLst xmlns:a="http://schemas.openxmlformats.org/drawingml/2006/main">
              <a:ext uri="{FF2B5EF4-FFF2-40B4-BE49-F238E27FC236}">
                <a16:creationId xmlns:a16="http://schemas.microsoft.com/office/drawing/2014/main" id="{BF4293F6-A962-4C82-A8AC-841FA0881F6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When you are the owner</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ee7954bb85df42a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3" name="header-divider">
            <a:extLst xmlns:a="http://schemas.openxmlformats.org/drawingml/2006/main">
              <a:ext uri="{FF2B5EF4-FFF2-40B4-BE49-F238E27FC236}">
                <a16:creationId xmlns:a16="http://schemas.microsoft.com/office/drawing/2014/main" id="{65BA9428-284D-45DE-89C1-76298B7F732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4" name="context-application-title">
            <a:extLst xmlns:a="http://schemas.openxmlformats.org/drawingml/2006/main">
              <a:ext uri="{FF2B5EF4-FFF2-40B4-BE49-F238E27FC236}">
                <a16:creationId xmlns:a16="http://schemas.microsoft.com/office/drawing/2014/main" id="{80120D7C-986E-4247-B024-3F710A64C6C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 starting context for the FRB brief</a:t>
            </a:r>
          </a:p>
        </p:txBody>
      </p:sp>
      <p:sp>
        <p:nvSpPr>
          <p:cNvPr id="165" name="11-text-20">
            <a:extLst xmlns:a="http://schemas.openxmlformats.org/drawingml/2006/main">
              <a:ext uri="{FF2B5EF4-FFF2-40B4-BE49-F238E27FC236}">
                <a16:creationId xmlns:a16="http://schemas.microsoft.com/office/drawing/2014/main" id="{6DD3170A-B805-4140-AA2A-312BC9CD8254}"/>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context.</a:t>
            </a:r>
          </a:p>
        </p:txBody>
      </p:sp>
      <p:sp>
        <p:nvSpPr>
          <p:cNvPr id="166" name="11-text-21">
            <a:extLst xmlns:a="http://schemas.openxmlformats.org/drawingml/2006/main">
              <a:ext uri="{FF2B5EF4-FFF2-40B4-BE49-F238E27FC236}">
                <a16:creationId xmlns:a16="http://schemas.microsoft.com/office/drawing/2014/main" id="{2D46DA2E-7274-494D-821E-65509815771D}"/>
              </a:ext>
            </a:extLst>
          </p:cNvPr>
          <p:cNvSpPr>
            <a:spLocks xmlns:a="http://schemas.openxmlformats.org/drawingml/2006/main"/>
          </p:cNvSpPr>
          <p:nvPr/>
        </p:nvSpPr>
        <p:spPr>
          <a:xfrm xmlns:a="http://schemas.openxmlformats.org/drawingml/2006/main">
            <a:off x="609600" y="28448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 · preliminary</a:t>
            </a:r>
          </a:p>
        </p:txBody>
      </p:sp>
      <p:sp>
        <p:nvSpPr>
          <p:cNvPr id="167" name="11-text-22">
            <a:extLst xmlns:a="http://schemas.openxmlformats.org/drawingml/2006/main">
              <a:ext uri="{FF2B5EF4-FFF2-40B4-BE49-F238E27FC236}">
                <a16:creationId xmlns:a16="http://schemas.microsoft.com/office/drawing/2014/main" id="{79461323-D488-435F-A8E9-0572FAD642EB}"/>
              </a:ext>
            </a:extLst>
          </p:cNvPr>
          <p:cNvSpPr>
            <a:spLocks xmlns:a="http://schemas.openxmlformats.org/drawingml/2006/main"/>
          </p:cNvSpPr>
          <p:nvPr/>
        </p:nvSpPr>
        <p:spPr>
          <a:xfrm xmlns:a="http://schemas.openxmlformats.org/drawingml/2006/main">
            <a:off x="6096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68" name="11-text-23">
            <a:extLst xmlns:a="http://schemas.openxmlformats.org/drawingml/2006/main">
              <a:ext uri="{FF2B5EF4-FFF2-40B4-BE49-F238E27FC236}">
                <a16:creationId xmlns:a16="http://schemas.microsoft.com/office/drawing/2014/main" id="{14963EC1-80CB-4E08-9AD7-98B5A8014C6F}"/>
              </a:ext>
            </a:extLst>
          </p:cNvPr>
          <p:cNvSpPr>
            <a:spLocks xmlns:a="http://schemas.openxmlformats.org/drawingml/2006/main"/>
          </p:cNvSpPr>
          <p:nvPr/>
        </p:nvSpPr>
        <p:spPr>
          <a:xfrm xmlns:a="http://schemas.openxmlformats.org/drawingml/2006/main">
            <a:off x="609600" y="41910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Later minutes</a:t>
            </a:r>
          </a:p>
        </p:txBody>
      </p:sp>
      <p:sp>
        <p:nvSpPr>
          <p:cNvPr id="169" name="11-text-24">
            <a:extLst xmlns:a="http://schemas.openxmlformats.org/drawingml/2006/main">
              <a:ext uri="{FF2B5EF4-FFF2-40B4-BE49-F238E27FC236}">
                <a16:creationId xmlns:a16="http://schemas.microsoft.com/office/drawing/2014/main" id="{105F7A46-DE72-47DB-86F9-2CE6B3E021BE}"/>
              </a:ext>
            </a:extLst>
          </p:cNvPr>
          <p:cNvSpPr>
            <a:spLocks xmlns:a="http://schemas.openxmlformats.org/drawingml/2006/main"/>
          </p:cNvSpPr>
          <p:nvPr/>
        </p:nvSpPr>
        <p:spPr>
          <a:xfrm xmlns:a="http://schemas.openxmlformats.org/drawingml/2006/main">
            <a:off x="609600" y="4826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0" name="11-text-25">
            <a:extLst xmlns:a="http://schemas.openxmlformats.org/drawingml/2006/main">
              <a:ext uri="{FF2B5EF4-FFF2-40B4-BE49-F238E27FC236}">
                <a16:creationId xmlns:a16="http://schemas.microsoft.com/office/drawing/2014/main" id="{7ADBF845-66AC-44F0-A593-844F0BD33C1D}"/>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1" name="11-text-26">
            <a:extLst xmlns:a="http://schemas.openxmlformats.org/drawingml/2006/main">
              <a:ext uri="{FF2B5EF4-FFF2-40B4-BE49-F238E27FC236}">
                <a16:creationId xmlns:a16="http://schemas.microsoft.com/office/drawing/2014/main" id="{B3207165-0FAF-411C-89B9-AF0AA60D66A1}"/>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revisions and source locations.</a:t>
            </a:r>
          </a:p>
        </p:txBody>
      </p:sp>
      <p:sp>
        <p:nvSpPr>
          <p:cNvPr id="172" name="11-text-27">
            <a:extLst xmlns:a="http://schemas.openxmlformats.org/drawingml/2006/main">
              <a:ext uri="{FF2B5EF4-FFF2-40B4-BE49-F238E27FC236}">
                <a16:creationId xmlns:a16="http://schemas.microsoft.com/office/drawing/2014/main" id="{68A58ED6-4CD9-459C-99BA-876F64E38C33}"/>
              </a:ext>
            </a:extLst>
          </p:cNvPr>
          <p:cNvSpPr>
            <a:spLocks xmlns:a="http://schemas.openxmlformats.org/drawingml/2006/main"/>
          </p:cNvSpPr>
          <p:nvPr/>
        </p:nvSpPr>
        <p:spPr>
          <a:xfrm xmlns:a="http://schemas.openxmlformats.org/drawingml/2006/main">
            <a:off x="6248400" y="4013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3" name="11-text-28">
            <a:extLst xmlns:a="http://schemas.openxmlformats.org/drawingml/2006/main">
              <a:ext uri="{FF2B5EF4-FFF2-40B4-BE49-F238E27FC236}">
                <a16:creationId xmlns:a16="http://schemas.microsoft.com/office/drawing/2014/main" id="{2EE8FC51-78EA-4DF0-A584-15604EBAFAB7}"/>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4" name="11-text-29">
            <a:extLst xmlns:a="http://schemas.openxmlformats.org/drawingml/2006/main">
              <a:ext uri="{FF2B5EF4-FFF2-40B4-BE49-F238E27FC236}">
                <a16:creationId xmlns:a16="http://schemas.microsoft.com/office/drawing/2014/main" id="{D7B10DCB-9928-482E-B698-629FEC86B469}"/>
              </a:ext>
            </a:extLst>
          </p:cNvPr>
          <p:cNvSpPr>
            <a:spLocks xmlns:a="http://schemas.openxmlformats.org/drawingml/2006/main"/>
          </p:cNvSpPr>
          <p:nvPr/>
        </p:nvSpPr>
        <p:spPr>
          <a:xfrm xmlns:a="http://schemas.openxmlformats.org/drawingml/2006/main">
            <a:off x="62484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5" name="11-text-30">
            <a:extLst xmlns:a="http://schemas.openxmlformats.org/drawingml/2006/main">
              <a:ext uri="{FF2B5EF4-FFF2-40B4-BE49-F238E27FC236}">
                <a16:creationId xmlns:a16="http://schemas.microsoft.com/office/drawing/2014/main" id="{3324E989-1640-4C96-84FD-D20BE11F3BDD}"/>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 sources and recheck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 the brief.</a:t>
            </a:r>
          </a:p>
        </p:txBody>
      </p:sp>
      <p:sp>
        <p:nvSpPr>
          <p:cNvPr id="176" name="narrative-number">
            <a:extLst xmlns:a="http://schemas.openxmlformats.org/drawingml/2006/main">
              <a:ext uri="{FF2B5EF4-FFF2-40B4-BE49-F238E27FC236}">
                <a16:creationId xmlns:a16="http://schemas.microsoft.com/office/drawing/2014/main" id="{AE136855-13B9-4513-ACDC-72168281752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506844346"/>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header">
            <a:extLst xmlns:a="http://schemas.openxmlformats.org/drawingml/2006/main">
              <a:ext uri="{FF2B5EF4-FFF2-40B4-BE49-F238E27FC236}">
                <a16:creationId xmlns:a16="http://schemas.microsoft.com/office/drawing/2014/main" id="{637148B7-39F4-4B36-B0B9-3B75FA10C215}"/>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178" name="!!area-name">
            <a:extLst xmlns:a="http://schemas.openxmlformats.org/drawingml/2006/main">
              <a:ext uri="{FF2B5EF4-FFF2-40B4-BE49-F238E27FC236}">
                <a16:creationId xmlns:a16="http://schemas.microsoft.com/office/drawing/2014/main" id="{B1E55E78-F7CB-4B38-92F5-E32508F3ACB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Tools and extensibility</a:t>
            </a:r>
          </a:p>
        </p:txBody>
      </p:sp>
      <p:sp>
        <p:nvSpPr>
          <p:cNvPr id="179" name="!!area-beat">
            <a:extLst xmlns:a="http://schemas.openxmlformats.org/drawingml/2006/main">
              <a:ext uri="{FF2B5EF4-FFF2-40B4-BE49-F238E27FC236}">
                <a16:creationId xmlns:a16="http://schemas.microsoft.com/office/drawing/2014/main" id="{B0DE5850-7D31-4397-86D5-E15BB4329680}"/>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180" name="header-divider">
            <a:extLst xmlns:a="http://schemas.openxmlformats.org/drawingml/2006/main">
              <a:ext uri="{FF2B5EF4-FFF2-40B4-BE49-F238E27FC236}">
                <a16:creationId xmlns:a16="http://schemas.microsoft.com/office/drawing/2014/main" id="{AD58718A-2D0D-4DF4-A348-00D271FB6760}"/>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screenshot-MCP configuration">
            <a:extLst xmlns:a="http://schemas.openxmlformats.org/drawingml/2006/main">
              <a:ext uri="{FF2B5EF4-FFF2-40B4-BE49-F238E27FC236}">
                <a16:creationId xmlns:a16="http://schemas.microsoft.com/office/drawing/2014/main" id="{91E1950A-F156-4A43-872C-DE700ABBAFA8}"/>
              </a:ext>
            </a:extLst>
          </p:cNvPr>
          <p:cNvSpPr>
            <a:spLocks xmlns:a="http://schemas.openxmlformats.org/drawingml/2006/main"/>
          </p:cNvSpPr>
          <p:nvPr/>
        </p:nvSpPr>
        <p:spPr>
          <a:xfrm xmlns:a="http://schemas.openxmlformats.org/drawingml/2006/main">
            <a:off x="6096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182" name="12-text-1">
            <a:extLst xmlns:a="http://schemas.openxmlformats.org/drawingml/2006/main">
              <a:ext uri="{FF2B5EF4-FFF2-40B4-BE49-F238E27FC236}">
                <a16:creationId xmlns:a16="http://schemas.microsoft.com/office/drawing/2014/main" id="{C882D75D-3AF1-4769-AE17-1783A6D46E85}"/>
              </a:ext>
            </a:extLst>
          </p:cNvPr>
          <p:cNvSpPr>
            <a:spLocks xmlns:a="http://schemas.openxmlformats.org/drawingml/2006/main"/>
          </p:cNvSpPr>
          <p:nvPr/>
        </p:nvSpPr>
        <p:spPr>
          <a:xfrm xmlns:a="http://schemas.openxmlformats.org/drawingml/2006/main">
            <a:off x="8128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3" name="12-text-2">
            <a:extLst xmlns:a="http://schemas.openxmlformats.org/drawingml/2006/main">
              <a:ext uri="{FF2B5EF4-FFF2-40B4-BE49-F238E27FC236}">
                <a16:creationId xmlns:a16="http://schemas.microsoft.com/office/drawing/2014/main" id="{1441B57E-E22E-4A5F-81A1-AB2616E5F062}"/>
              </a:ext>
            </a:extLst>
          </p:cNvPr>
          <p:cNvSpPr>
            <a:spLocks xmlns:a="http://schemas.openxmlformats.org/drawingml/2006/main"/>
          </p:cNvSpPr>
          <p:nvPr/>
        </p:nvSpPr>
        <p:spPr>
          <a:xfrm xmlns:a="http://schemas.openxmlformats.org/drawingml/2006/main">
            <a:off x="8128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MCP server configuration</a:t>
            </a:r>
          </a:p>
        </p:txBody>
      </p:sp>
      <p:sp>
        <p:nvSpPr>
          <p:cNvPr id="184" name="!!screenshot-The permission prompt">
            <a:extLst xmlns:a="http://schemas.openxmlformats.org/drawingml/2006/main">
              <a:ext uri="{FF2B5EF4-FFF2-40B4-BE49-F238E27FC236}">
                <a16:creationId xmlns:a16="http://schemas.microsoft.com/office/drawing/2014/main" id="{F14C6C96-1779-41C6-A96D-34BD59E0302C}"/>
              </a:ext>
            </a:extLst>
          </p:cNvPr>
          <p:cNvSpPr>
            <a:spLocks xmlns:a="http://schemas.openxmlformats.org/drawingml/2006/main"/>
          </p:cNvSpPr>
          <p:nvPr/>
        </p:nvSpPr>
        <p:spPr>
          <a:xfrm xmlns:a="http://schemas.openxmlformats.org/drawingml/2006/main">
            <a:off x="6248400" y="2082800"/>
            <a:ext cx="5334000" cy="2870200"/>
          </a:xfrm>
          <a:prstGeom xmlns:a="http://schemas.openxmlformats.org/drawingml/2006/main" prst="roundRect">
            <a:avLst>
              <a:gd name="adj" fmla="val 1770"/>
            </a:avLst>
          </a:prstGeom>
          <a:solidFill xmlns:a="http://schemas.openxmlformats.org/drawingml/2006/main">
            <a:srgbClr val="303236"/>
          </a:solidFill>
          <a:ln xmlns:a="http://schemas.openxmlformats.org/drawingml/2006/main" w="12700">
            <a:solidFill>
              <a:srgbClr val="4C4D50"/>
            </a:solidFill>
          </a:ln>
        </p:spPr>
      </p:sp>
      <p:sp>
        <p:nvSpPr>
          <p:cNvPr id="185" name="12-text-3">
            <a:extLst xmlns:a="http://schemas.openxmlformats.org/drawingml/2006/main">
              <a:ext uri="{FF2B5EF4-FFF2-40B4-BE49-F238E27FC236}">
                <a16:creationId xmlns:a16="http://schemas.microsoft.com/office/drawing/2014/main" id="{F909BDF8-C152-4096-AA54-C625555F198A}"/>
              </a:ext>
            </a:extLst>
          </p:cNvPr>
          <p:cNvSpPr>
            <a:spLocks xmlns:a="http://schemas.openxmlformats.org/drawingml/2006/main"/>
          </p:cNvSpPr>
          <p:nvPr/>
        </p:nvSpPr>
        <p:spPr>
          <a:xfrm xmlns:a="http://schemas.openxmlformats.org/drawingml/2006/main">
            <a:off x="6451600" y="2781300"/>
            <a:ext cx="49276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SCREENSHOT</a:t>
            </a:r>
          </a:p>
        </p:txBody>
      </p:sp>
      <p:sp>
        <p:nvSpPr>
          <p:cNvPr id="186" name="12-text-4">
            <a:extLst xmlns:a="http://schemas.openxmlformats.org/drawingml/2006/main">
              <a:ext uri="{FF2B5EF4-FFF2-40B4-BE49-F238E27FC236}">
                <a16:creationId xmlns:a16="http://schemas.microsoft.com/office/drawing/2014/main" id="{B6759BDD-CF66-49F8-ACA0-A1C5C0EB3635}"/>
              </a:ext>
            </a:extLst>
          </p:cNvPr>
          <p:cNvSpPr>
            <a:spLocks xmlns:a="http://schemas.openxmlformats.org/drawingml/2006/main"/>
          </p:cNvSpPr>
          <p:nvPr/>
        </p:nvSpPr>
        <p:spPr>
          <a:xfrm xmlns:a="http://schemas.openxmlformats.org/drawingml/2006/main">
            <a:off x="6451600" y="3302000"/>
            <a:ext cx="49276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Live shell-command approval prompt</a:t>
            </a:r>
          </a:p>
        </p:txBody>
      </p:sp>
      <p:sp>
        <p:nvSpPr>
          <p:cNvPr id="187" name="12-text-5">
            <a:extLst xmlns:a="http://schemas.openxmlformats.org/drawingml/2006/main">
              <a:ext uri="{FF2B5EF4-FFF2-40B4-BE49-F238E27FC236}">
                <a16:creationId xmlns:a16="http://schemas.microsoft.com/office/drawing/2014/main" id="{F163BD50-C0EF-4A49-8471-49E13C57D740}"/>
              </a:ext>
            </a:extLst>
          </p:cNvPr>
          <p:cNvSpPr>
            <a:spLocks xmlns:a="http://schemas.openxmlformats.org/drawingml/2006/main"/>
          </p:cNvSpPr>
          <p:nvPr/>
        </p:nvSpPr>
        <p:spPr>
          <a:xfrm xmlns:a="http://schemas.openxmlformats.org/drawingml/2006/main">
            <a:off x="6096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a:t>
            </a:r>
            <a:r>
              <a:rPr b="0">
                <a:solidFill>
                  <a:srgbClr val="FFFCF5"/>
                </a:solidFill>
                <a:latin typeface="Consolas"/>
                <a:ea typeface="Consolas"/>
                <a:cs typeface="Consolas"/>
              </a:rPr>
              <a:t>config.toml</a:t>
            </a:r>
          </a:p>
        </p:txBody>
      </p:sp>
      <p:sp>
        <p:nvSpPr>
          <p:cNvPr id="188" name="12-text-6">
            <a:extLst xmlns:a="http://schemas.openxmlformats.org/drawingml/2006/main">
              <a:ext uri="{FF2B5EF4-FFF2-40B4-BE49-F238E27FC236}">
                <a16:creationId xmlns:a16="http://schemas.microsoft.com/office/drawing/2014/main" id="{853D9185-6F24-487F-90B5-C84FFFCC5FB5}"/>
              </a:ext>
            </a:extLst>
          </p:cNvPr>
          <p:cNvSpPr>
            <a:spLocks xmlns:a="http://schemas.openxmlformats.org/drawingml/2006/main"/>
          </p:cNvSpPr>
          <p:nvPr/>
        </p:nvSpPr>
        <p:spPr>
          <a:xfrm xmlns:a="http://schemas.openxmlformats.org/drawingml/2006/main">
            <a:off x="6248400" y="5054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Shell command approval</a:t>
            </a:r>
          </a:p>
        </p:txBody>
      </p:sp>
      <p:sp>
        <p:nvSpPr>
          <p:cNvPr id="189" name="12-text-7">
            <a:extLst xmlns:a="http://schemas.openxmlformats.org/drawingml/2006/main">
              <a:ext uri="{FF2B5EF4-FFF2-40B4-BE49-F238E27FC236}">
                <a16:creationId xmlns:a16="http://schemas.microsoft.com/office/drawing/2014/main" id="{8961AE9F-64D2-4A92-9185-9B88FBC2DBA9}"/>
              </a:ext>
            </a:extLst>
          </p:cNvPr>
          <p:cNvSpPr>
            <a:spLocks xmlns:a="http://schemas.openxmlformats.org/drawingml/2006/main"/>
          </p:cNvSpPr>
          <p:nvPr/>
        </p:nvSpPr>
        <p:spPr>
          <a:xfrm xmlns:a="http://schemas.openxmlformats.org/drawingml/2006/main">
            <a:off x="609600" y="5511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Codex sandbox: read-only · workspace-write · full access</a:t>
            </a:r>
          </a:p>
        </p:txBody>
      </p:sp>
      <p:sp>
        <p:nvSpPr>
          <p:cNvPr id="190" name="12-text-8">
            <a:extLst xmlns:a="http://schemas.openxmlformats.org/drawingml/2006/main">
              <a:ext uri="{FF2B5EF4-FFF2-40B4-BE49-F238E27FC236}">
                <a16:creationId xmlns:a16="http://schemas.microsoft.com/office/drawing/2014/main" id="{B68ECE97-6689-4192-8B35-AA28CB420375}"/>
              </a:ext>
            </a:extLst>
          </p:cNvPr>
          <p:cNvSpPr>
            <a:spLocks xmlns:a="http://schemas.openxmlformats.org/drawingml/2006/main"/>
          </p:cNvSpPr>
          <p:nvPr/>
        </p:nvSpPr>
        <p:spPr>
          <a:xfrm xmlns:a="http://schemas.openxmlformats.org/drawingml/2006/main">
            <a:off x="609600" y="5918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Devin CLI modes: Normal · Accept Edits · Smart · Bypass · Autonomous</a:t>
            </a:r>
          </a:p>
        </p:txBody>
      </p:sp>
      <p:sp>
        <p:nvSpPr>
          <p:cNvPr id="191" name="narrative-number">
            <a:extLst xmlns:a="http://schemas.openxmlformats.org/drawingml/2006/main">
              <a:ext uri="{FF2B5EF4-FFF2-40B4-BE49-F238E27FC236}">
                <a16:creationId xmlns:a16="http://schemas.microsoft.com/office/drawing/2014/main" id="{3976AB5C-FBFD-47B5-B03D-EFFE6425B28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345739568"/>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2" name="!!area-name">
            <a:extLst xmlns:a="http://schemas.openxmlformats.org/drawingml/2006/main">
              <a:ext uri="{FF2B5EF4-FFF2-40B4-BE49-F238E27FC236}">
                <a16:creationId xmlns:a16="http://schemas.microsoft.com/office/drawing/2014/main" id="{ABCD2E0A-F516-46DF-A7BE-0AD68172D3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08" name="mini-map"/>
          <p:cNvPicPr>
            <a:picLocks xmlns:a="http://schemas.openxmlformats.org/drawingml/2006/main" noChangeAspect="1"/>
          </p:cNvPicPr>
          <p:nvPr/>
        </p:nvPicPr>
        <p:blipFill>
          <a:blip xmlns:r="http://schemas.openxmlformats.org/officeDocument/2006/relationships" xmlns:a="http://schemas.openxmlformats.org/drawingml/2006/main" r:embed="Refe5d984211c4fe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4" name="header-divider">
            <a:extLst xmlns:a="http://schemas.openxmlformats.org/drawingml/2006/main">
              <a:ext uri="{FF2B5EF4-FFF2-40B4-BE49-F238E27FC236}">
                <a16:creationId xmlns:a16="http://schemas.microsoft.com/office/drawing/2014/main" id="{A50F1619-48B9-4779-B3E0-5879DD67010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5" name="!!screenshot-MCP configuration">
            <a:extLst xmlns:a="http://schemas.openxmlformats.org/drawingml/2006/main">
              <a:ext uri="{FF2B5EF4-FFF2-40B4-BE49-F238E27FC236}">
                <a16:creationId xmlns:a16="http://schemas.microsoft.com/office/drawing/2014/main" id="{DFBCF489-A449-4625-AFF3-E86AB65C1CC6}"/>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96" name="12b-text-1">
            <a:extLst xmlns:a="http://schemas.openxmlformats.org/drawingml/2006/main">
              <a:ext uri="{FF2B5EF4-FFF2-40B4-BE49-F238E27FC236}">
                <a16:creationId xmlns:a16="http://schemas.microsoft.com/office/drawing/2014/main" id="{8F4E49F0-068F-49B5-8F6F-E3FD9A4B333B}"/>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197" name="12b-text-2">
            <a:extLst xmlns:a="http://schemas.openxmlformats.org/drawingml/2006/main">
              <a:ext uri="{FF2B5EF4-FFF2-40B4-BE49-F238E27FC236}">
                <a16:creationId xmlns:a16="http://schemas.microsoft.com/office/drawing/2014/main" id="{0FF6C793-749B-4D56-9744-C2BE42C740F5}"/>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198" name="!!screenshot-The permission prompt">
            <a:extLst xmlns:a="http://schemas.openxmlformats.org/drawingml/2006/main">
              <a:ext uri="{FF2B5EF4-FFF2-40B4-BE49-F238E27FC236}">
                <a16:creationId xmlns:a16="http://schemas.microsoft.com/office/drawing/2014/main" id="{E83E1828-C217-4D78-B4D8-F1E14131F721}"/>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199" name="12b-text-3">
            <a:extLst xmlns:a="http://schemas.openxmlformats.org/drawingml/2006/main">
              <a:ext uri="{FF2B5EF4-FFF2-40B4-BE49-F238E27FC236}">
                <a16:creationId xmlns:a16="http://schemas.microsoft.com/office/drawing/2014/main" id="{858CEA8A-7DDB-400D-A788-BC19E8EE785F}"/>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00" name="12b-text-4">
            <a:extLst xmlns:a="http://schemas.openxmlformats.org/drawingml/2006/main">
              <a:ext uri="{FF2B5EF4-FFF2-40B4-BE49-F238E27FC236}">
                <a16:creationId xmlns:a16="http://schemas.microsoft.com/office/drawing/2014/main" id="{39DE1E91-F146-40C6-8B5D-F600C1D03EBC}"/>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01" name="12b-text-5">
            <a:extLst xmlns:a="http://schemas.openxmlformats.org/drawingml/2006/main">
              <a:ext uri="{FF2B5EF4-FFF2-40B4-BE49-F238E27FC236}">
                <a16:creationId xmlns:a16="http://schemas.microsoft.com/office/drawing/2014/main" id="{270D9A4A-49E7-4250-93C2-0C70D9AE310D}"/>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Design the tool for the caller:</a:t>
            </a:r>
          </a:p>
        </p:txBody>
      </p:sp>
      <p:sp>
        <p:nvSpPr>
          <p:cNvPr id="202" name="12b-text-6">
            <a:extLst xmlns:a="http://schemas.openxmlformats.org/drawingml/2006/main">
              <a:ext uri="{FF2B5EF4-FFF2-40B4-BE49-F238E27FC236}">
                <a16:creationId xmlns:a16="http://schemas.microsoft.com/office/drawing/2014/main" id="{64D1CE00-2DEC-4471-9DE3-B5922296F81F}"/>
              </a:ext>
            </a:extLst>
          </p:cNvPr>
          <p:cNvSpPr>
            <a:spLocks xmlns:a="http://schemas.openxmlformats.org/drawingml/2006/main"/>
          </p:cNvSpPr>
          <p:nvPr/>
        </p:nvSpPr>
        <p:spPr>
          <a:xfrm xmlns:a="http://schemas.openxmlformats.org/drawingml/2006/main">
            <a:off x="609600" y="29972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Consider consolidation for the task. One </a:t>
            </a:r>
            <a:r>
              <a:rPr b="0">
                <a:solidFill>
                  <a:srgbClr val="1064F8"/>
                </a:solidFill>
                <a:latin typeface="Consolas"/>
                <a:ea typeface="Consolas"/>
                <a:cs typeface="Consolas"/>
              </a:rPr>
              <a:t>schedule_event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can combine several API operations.</a:t>
            </a:r>
          </a:p>
        </p:txBody>
      </p:sp>
      <p:sp>
        <p:nvSpPr>
          <p:cNvPr id="203" name="12b-text-7">
            <a:extLst xmlns:a="http://schemas.openxmlformats.org/drawingml/2006/main">
              <a:ext uri="{FF2B5EF4-FFF2-40B4-BE49-F238E27FC236}">
                <a16:creationId xmlns:a16="http://schemas.microsoft.com/office/drawing/2014/main" id="{5DBB46CA-05D6-4989-847A-A1E1662D7C64}"/>
              </a:ext>
            </a:extLst>
          </p:cNvPr>
          <p:cNvSpPr>
            <a:spLocks xmlns:a="http://schemas.openxmlformats.org/drawingml/2006/main"/>
          </p:cNvSpPr>
          <p:nvPr/>
        </p:nvSpPr>
        <p:spPr>
          <a:xfrm xmlns:a="http://schemas.openxmlformats.org/drawingml/2006/main">
            <a:off x="609600" y="39370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Namespace. Prefix versus suffix moved the evals.</a:t>
            </a:r>
          </a:p>
        </p:txBody>
      </p:sp>
      <p:sp>
        <p:nvSpPr>
          <p:cNvPr id="204" name="12b-text-8">
            <a:extLst xmlns:a="http://schemas.openxmlformats.org/drawingml/2006/main">
              <a:ext uri="{FF2B5EF4-FFF2-40B4-BE49-F238E27FC236}">
                <a16:creationId xmlns:a16="http://schemas.microsoft.com/office/drawing/2014/main" id="{5840057D-A8C7-4908-A484-3CFA7E8F435C}"/>
              </a:ext>
            </a:extLst>
          </p:cNvPr>
          <p:cNvSpPr>
            <a:spLocks xmlns:a="http://schemas.openxmlformats.org/drawingml/2006/main"/>
          </p:cNvSpPr>
          <p:nvPr/>
        </p:nvSpPr>
        <p:spPr>
          <a:xfrm xmlns:a="http://schemas.openxmlformats.org/drawingml/2006/main">
            <a:off x="609600" y="44958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Return meaningful names alongside stable IDs needed to act.</a:t>
            </a:r>
          </a:p>
        </p:txBody>
      </p:sp>
      <p:sp>
        <p:nvSpPr>
          <p:cNvPr id="205" name="12b-text-9">
            <a:extLst xmlns:a="http://schemas.openxmlformats.org/drawingml/2006/main">
              <a:ext uri="{FF2B5EF4-FFF2-40B4-BE49-F238E27FC236}">
                <a16:creationId xmlns:a16="http://schemas.microsoft.com/office/drawing/2014/main" id="{BF88F619-91D3-4EDD-9A1B-6459D8D81663}"/>
              </a:ext>
            </a:extLst>
          </p:cNvPr>
          <p:cNvSpPr>
            <a:spLocks xmlns:a="http://schemas.openxmlformats.org/drawingml/2006/main"/>
          </p:cNvSpPr>
          <p:nvPr/>
        </p:nvSpPr>
        <p:spPr>
          <a:xfrm xmlns:a="http://schemas.openxmlformats.org/drawingml/2006/main">
            <a:off x="609600" y="50546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Offer concise or detailed results: 72 tokens versus 206</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 Anthropic's example.</a:t>
            </a:r>
          </a:p>
        </p:txBody>
      </p:sp>
      <p:sp>
        <p:nvSpPr>
          <p:cNvPr id="206" name="narrative-number">
            <a:extLst xmlns:a="http://schemas.openxmlformats.org/drawingml/2006/main">
              <a:ext uri="{FF2B5EF4-FFF2-40B4-BE49-F238E27FC236}">
                <a16:creationId xmlns:a16="http://schemas.microsoft.com/office/drawing/2014/main" id="{36A99299-2927-45E0-846D-40659BA6A50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022116873"/>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7" name="!!area-name">
            <a:extLst xmlns:a="http://schemas.openxmlformats.org/drawingml/2006/main">
              <a:ext uri="{FF2B5EF4-FFF2-40B4-BE49-F238E27FC236}">
                <a16:creationId xmlns:a16="http://schemas.microsoft.com/office/drawing/2014/main" id="{EFF764BC-0898-4B9F-9971-7B2741D617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user</a:t>
            </a:r>
          </a:p>
        </p:txBody>
      </p:sp>
      <p:pic>
        <p:nvPicPr>
          <p:cNvPr id="221" name="mini-map"/>
          <p:cNvPicPr>
            <a:picLocks xmlns:a="http://schemas.openxmlformats.org/drawingml/2006/main" noChangeAspect="1"/>
          </p:cNvPicPr>
          <p:nvPr/>
        </p:nvPicPr>
        <p:blipFill>
          <a:blip xmlns:r="http://schemas.openxmlformats.org/officeDocument/2006/relationships" xmlns:a="http://schemas.openxmlformats.org/drawingml/2006/main" r:embed="R5fa939fb50234c4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9" name="header-divider">
            <a:extLst xmlns:a="http://schemas.openxmlformats.org/drawingml/2006/main">
              <a:ext uri="{FF2B5EF4-FFF2-40B4-BE49-F238E27FC236}">
                <a16:creationId xmlns:a16="http://schemas.microsoft.com/office/drawing/2014/main" id="{29E1E3F7-EB18-4278-ACEE-BA8A54D4A98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0" name="!!screenshot-MCP configuration">
            <a:extLst xmlns:a="http://schemas.openxmlformats.org/drawingml/2006/main">
              <a:ext uri="{FF2B5EF4-FFF2-40B4-BE49-F238E27FC236}">
                <a16:creationId xmlns:a16="http://schemas.microsoft.com/office/drawing/2014/main" id="{329AE8C4-D922-4853-8820-0828556D5E0D}"/>
              </a:ext>
            </a:extLst>
          </p:cNvPr>
          <p:cNvSpPr>
            <a:spLocks xmlns:a="http://schemas.openxmlformats.org/drawingml/2006/main"/>
          </p:cNvSpPr>
          <p:nvPr/>
        </p:nvSpPr>
        <p:spPr>
          <a:xfrm xmlns:a="http://schemas.openxmlformats.org/drawingml/2006/main">
            <a:off x="6096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1" name="12b-text-1">
            <a:extLst xmlns:a="http://schemas.openxmlformats.org/drawingml/2006/main">
              <a:ext uri="{FF2B5EF4-FFF2-40B4-BE49-F238E27FC236}">
                <a16:creationId xmlns:a16="http://schemas.microsoft.com/office/drawing/2014/main" id="{46AE52BD-9845-49E1-9A29-AF48AD0ABC9D}"/>
              </a:ext>
            </a:extLst>
          </p:cNvPr>
          <p:cNvSpPr>
            <a:spLocks xmlns:a="http://schemas.openxmlformats.org/drawingml/2006/main"/>
          </p:cNvSpPr>
          <p:nvPr/>
        </p:nvSpPr>
        <p:spPr>
          <a:xfrm xmlns:a="http://schemas.openxmlformats.org/drawingml/2006/main">
            <a:off x="8128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2" name="12b-text-2">
            <a:extLst xmlns:a="http://schemas.openxmlformats.org/drawingml/2006/main">
              <a:ext uri="{FF2B5EF4-FFF2-40B4-BE49-F238E27FC236}">
                <a16:creationId xmlns:a16="http://schemas.microsoft.com/office/drawing/2014/main" id="{8F585E5D-2475-44A1-B770-DBCF540973C2}"/>
              </a:ext>
            </a:extLst>
          </p:cNvPr>
          <p:cNvSpPr>
            <a:spLocks xmlns:a="http://schemas.openxmlformats.org/drawingml/2006/main"/>
          </p:cNvSpPr>
          <p:nvPr/>
        </p:nvSpPr>
        <p:spPr>
          <a:xfrm xmlns:a="http://schemas.openxmlformats.org/drawingml/2006/main">
            <a:off x="8128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MCP config</a:t>
            </a:r>
          </a:p>
        </p:txBody>
      </p:sp>
      <p:sp>
        <p:nvSpPr>
          <p:cNvPr id="213" name="!!screenshot-The permission prompt">
            <a:extLst xmlns:a="http://schemas.openxmlformats.org/drawingml/2006/main">
              <a:ext uri="{FF2B5EF4-FFF2-40B4-BE49-F238E27FC236}">
                <a16:creationId xmlns:a16="http://schemas.microsoft.com/office/drawing/2014/main" id="{671CD568-4574-4C2D-A403-A03D7A46828C}"/>
              </a:ext>
            </a:extLst>
          </p:cNvPr>
          <p:cNvSpPr>
            <a:spLocks xmlns:a="http://schemas.openxmlformats.org/drawingml/2006/main"/>
          </p:cNvSpPr>
          <p:nvPr/>
        </p:nvSpPr>
        <p:spPr>
          <a:xfrm xmlns:a="http://schemas.openxmlformats.org/drawingml/2006/main">
            <a:off x="2565400" y="863600"/>
            <a:ext cx="1752600" cy="1117600"/>
          </a:xfrm>
          <a:prstGeom xmlns:a="http://schemas.openxmlformats.org/drawingml/2006/main" prst="roundRect">
            <a:avLst>
              <a:gd name="adj" fmla="val 4545"/>
            </a:avLst>
          </a:prstGeom>
          <a:solidFill xmlns:a="http://schemas.openxmlformats.org/drawingml/2006/main">
            <a:srgbClr val="303236"/>
          </a:solidFill>
          <a:ln xmlns:a="http://schemas.openxmlformats.org/drawingml/2006/main" w="12700">
            <a:solidFill>
              <a:srgbClr val="4C4D50"/>
            </a:solidFill>
          </a:ln>
        </p:spPr>
      </p:sp>
      <p:sp>
        <p:nvSpPr>
          <p:cNvPr id="214" name="12b-text-3">
            <a:extLst xmlns:a="http://schemas.openxmlformats.org/drawingml/2006/main">
              <a:ext uri="{FF2B5EF4-FFF2-40B4-BE49-F238E27FC236}">
                <a16:creationId xmlns:a16="http://schemas.microsoft.com/office/drawing/2014/main" id="{76D0A2E4-2D79-4A73-8D96-6E69AA6F8DEB}"/>
              </a:ext>
            </a:extLst>
          </p:cNvPr>
          <p:cNvSpPr>
            <a:spLocks xmlns:a="http://schemas.openxmlformats.org/drawingml/2006/main"/>
          </p:cNvSpPr>
          <p:nvPr/>
        </p:nvSpPr>
        <p:spPr>
          <a:xfrm xmlns:a="http://schemas.openxmlformats.org/drawingml/2006/main">
            <a:off x="2768600" y="990600"/>
            <a:ext cx="1346200" cy="279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Image</a:t>
            </a:r>
          </a:p>
        </p:txBody>
      </p:sp>
      <p:sp>
        <p:nvSpPr>
          <p:cNvPr id="215" name="12b-text-4">
            <a:extLst xmlns:a="http://schemas.openxmlformats.org/drawingml/2006/main">
              <a:ext uri="{FF2B5EF4-FFF2-40B4-BE49-F238E27FC236}">
                <a16:creationId xmlns:a16="http://schemas.microsoft.com/office/drawing/2014/main" id="{B1F078C9-06BE-4D1F-A0E5-323E025742EF}"/>
              </a:ext>
            </a:extLst>
          </p:cNvPr>
          <p:cNvSpPr>
            <a:spLocks xmlns:a="http://schemas.openxmlformats.org/drawingml/2006/main"/>
          </p:cNvSpPr>
          <p:nvPr/>
        </p:nvSpPr>
        <p:spPr>
          <a:xfrm xmlns:a="http://schemas.openxmlformats.org/drawingml/2006/main">
            <a:off x="2768600" y="1320800"/>
            <a:ext cx="1346200" cy="546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Approval</a:t>
            </a:r>
          </a:p>
        </p:txBody>
      </p:sp>
      <p:sp>
        <p:nvSpPr>
          <p:cNvPr id="216" name="12b-text-10">
            <a:extLst xmlns:a="http://schemas.openxmlformats.org/drawingml/2006/main">
              <a:ext uri="{FF2B5EF4-FFF2-40B4-BE49-F238E27FC236}">
                <a16:creationId xmlns:a16="http://schemas.microsoft.com/office/drawing/2014/main" id="{9E33D05A-5D86-4DF4-B10B-CD243471EBFE}"/>
              </a:ext>
            </a:extLst>
          </p:cNvPr>
          <p:cNvSpPr>
            <a:spLocks xmlns:a="http://schemas.openxmlformats.org/drawingml/2006/main"/>
          </p:cNvSpPr>
          <p:nvPr/>
        </p:nvSpPr>
        <p:spPr>
          <a:xfrm xmlns:a="http://schemas.openxmlformats.org/drawingml/2006/main">
            <a:off x="609600" y="24384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Tool-description refinements improved</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Claude Sonnet 3.5 on SWE-bench Verified.</a:t>
            </a:r>
          </a:p>
        </p:txBody>
      </p:sp>
      <p:sp>
        <p:nvSpPr>
          <p:cNvPr id="217" name="12b-text-11">
            <a:extLst xmlns:a="http://schemas.openxmlformats.org/drawingml/2006/main">
              <a:ext uri="{FF2B5EF4-FFF2-40B4-BE49-F238E27FC236}">
                <a16:creationId xmlns:a16="http://schemas.microsoft.com/office/drawing/2014/main" id="{6B61D111-2F6D-4F34-847F-BE129ADA9F64}"/>
              </a:ext>
            </a:extLst>
          </p:cNvPr>
          <p:cNvSpPr>
            <a:spLocks xmlns:a="http://schemas.openxmlformats.org/drawingml/2006/main"/>
          </p:cNvSpPr>
          <p:nvPr/>
        </p:nvSpPr>
        <p:spPr>
          <a:xfrm xmlns:a="http://schemas.openxmlformats.org/drawingml/2006/main">
            <a:off x="609600" y="3860800"/>
            <a:ext cx="109728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Anthropic's five-server example: about 55,000 tokens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before the first message. Tool search reduced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definition overhead by 85%.</a:t>
            </a:r>
          </a:p>
        </p:txBody>
      </p:sp>
      <p:sp>
        <p:nvSpPr>
          <p:cNvPr id="218" name="12b-text-12">
            <a:extLst xmlns:a="http://schemas.openxmlformats.org/drawingml/2006/main">
              <a:ext uri="{FF2B5EF4-FFF2-40B4-BE49-F238E27FC236}">
                <a16:creationId xmlns:a16="http://schemas.microsoft.com/office/drawing/2014/main" id="{C03F1601-2C3B-43A1-8F26-B6AC8D683F53}"/>
              </a:ext>
            </a:extLst>
          </p:cNvPr>
          <p:cNvSpPr>
            <a:spLocks xmlns:a="http://schemas.openxmlformats.org/drawingml/2006/main"/>
          </p:cNvSpPr>
          <p:nvPr/>
        </p:nvSpPr>
        <p:spPr>
          <a:xfrm xmlns:a="http://schemas.openxmlformats.org/drawingml/2006/main">
            <a:off x="609600" y="56896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The protocol's floor: no token passthrough · minimal scopes · consent before local commands</a:t>
            </a:r>
          </a:p>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 sandboxed execution</a:t>
            </a:r>
          </a:p>
        </p:txBody>
      </p:sp>
      <p:sp>
        <p:nvSpPr>
          <p:cNvPr id="219" name="narrative-number">
            <a:extLst xmlns:a="http://schemas.openxmlformats.org/drawingml/2006/main">
              <a:ext uri="{FF2B5EF4-FFF2-40B4-BE49-F238E27FC236}">
                <a16:creationId xmlns:a16="http://schemas.microsoft.com/office/drawing/2014/main" id="{7FEA57FD-964E-44BF-96E4-747006BAE8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22395591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0" name="!!area-name">
            <a:extLst xmlns:a="http://schemas.openxmlformats.org/drawingml/2006/main">
              <a:ext uri="{FF2B5EF4-FFF2-40B4-BE49-F238E27FC236}">
                <a16:creationId xmlns:a16="http://schemas.microsoft.com/office/drawing/2014/main" id="{69D12EEB-5EE1-43AA-9C52-9E98075E14C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8cd2638d48eb46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2" name="slide-title">
            <a:extLst xmlns:a="http://schemas.openxmlformats.org/drawingml/2006/main">
              <a:ext uri="{FF2B5EF4-FFF2-40B4-BE49-F238E27FC236}">
                <a16:creationId xmlns:a16="http://schemas.microsoft.com/office/drawing/2014/main" id="{386EAC6B-C173-42C7-B3CD-2149007C857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23" name="header-divider">
            <a:extLst xmlns:a="http://schemas.openxmlformats.org/drawingml/2006/main">
              <a:ext uri="{FF2B5EF4-FFF2-40B4-BE49-F238E27FC236}">
                <a16:creationId xmlns:a16="http://schemas.microsoft.com/office/drawing/2014/main" id="{1079D02B-780B-4C5A-AD5B-36A8E15A62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4" name="13-text-1">
            <a:extLst xmlns:a="http://schemas.openxmlformats.org/drawingml/2006/main">
              <a:ext uri="{FF2B5EF4-FFF2-40B4-BE49-F238E27FC236}">
                <a16:creationId xmlns:a16="http://schemas.microsoft.com/office/drawing/2014/main" id="{1A05CAD6-CEF4-4959-8B72-3055B0356AD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tool contract</a:t>
            </a:r>
          </a:p>
        </p:txBody>
      </p:sp>
      <p:sp>
        <p:nvSpPr>
          <p:cNvPr id="225" name="13-text-2">
            <a:extLst xmlns:a="http://schemas.openxmlformats.org/drawingml/2006/main">
              <a:ext uri="{FF2B5EF4-FFF2-40B4-BE49-F238E27FC236}">
                <a16:creationId xmlns:a16="http://schemas.microsoft.com/office/drawing/2014/main" id="{558BBF5F-14A3-41B5-9EFB-15FA8F9D1625}"/>
              </a:ext>
            </a:extLst>
          </p:cNvPr>
          <p:cNvSpPr>
            <a:spLocks xmlns:a="http://schemas.openxmlformats.org/drawingml/2006/main"/>
          </p:cNvSpPr>
          <p:nvPr/>
        </p:nvSpPr>
        <p:spPr>
          <a:xfrm xmlns:a="http://schemas.openxmlformats.org/drawingml/2006/main">
            <a:off x="609600" y="2794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Background: parse and index PDF reports, Word minutes,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PowerPoint briefings.</a:t>
            </a:r>
          </a:p>
        </p:txBody>
      </p:sp>
      <p:graphicFrame>
        <p:nvGraphicFramePr>
          <p:cNvPr id="234" name="13-table-3"/>
          <p:cNvGraphicFramePr/>
          <p:nvPr/>
        </p:nvGraphicFramePr>
        <p:xfrm>
          <a:off xmlns:a="http://schemas.openxmlformats.org/drawingml/2006/main" x="609600" y="36068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2743200"/>
                <a:gridCol w="3606800"/>
                <a:gridCol w="4622800"/>
              </a:tblGrid>
              <a:tr h="406400">
                <a:tc>
                  <a:txBody>
                    <a:bodyPr>
                      <a:noAutofit/>
                    </a:bodyPr>
                    <a:lstStyle/>
                    <a:p>
                      <a:pPr>
                        <a:lnSpc>
                          <a:spcPct val="125000"/>
                        </a:lnSpc>
                        <a:buNone/>
                      </a:pPr>
                      <a:r>
                        <a:rPr sz="2000" b="1">
                          <a:solidFill>
                            <a:srgbClr val="F948BE"/>
                          </a:solidFill>
                          <a:latin typeface="Helvetica"/>
                          <a:ea typeface="Helvetica"/>
                          <a:cs typeface="Helvetica"/>
                        </a:rPr>
                        <a:t>Agent tool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Returns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Search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date, category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Authorized record IDs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Retrieve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ID, revision, location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source passages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Export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Selected IDs + revisions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 manifest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85800">
                <a:tc>
                  <a:txBody>
                    <a:bodyPr>
                      <a:noAutofit/>
                    </a:bodyPr>
                    <a:lstStyle/>
                    <a:p>
                      <a:pPr>
                        <a:lnSpc>
                          <a:spcPct val="125000"/>
                        </a:lnSpc>
                        <a:buNone/>
                      </a:pPr>
                      <a:r>
                        <a:rPr sz="2000" b="0">
                          <a:solidFill>
                            <a:srgbClr val="FFFCF5"/>
                          </a:solidFill>
                          <a:latin typeface="Helvetica"/>
                          <a:ea typeface="Helvetica"/>
                          <a:cs typeface="Helvetica"/>
                        </a:rPr>
                        <a:t>Export cited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 citations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Brief + 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5D289B49-5E58-427C-B8AB-EE20190F78C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119798932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6ABC78BF-69FC-43B7-BD60-2A3674394D4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When you are the owner</a:t>
            </a:r>
          </a:p>
        </p:txBody>
      </p:sp>
      <p:pic>
        <p:nvPicPr>
          <p:cNvPr id="245" name="mini-map"/>
          <p:cNvPicPr>
            <a:picLocks xmlns:a="http://schemas.openxmlformats.org/drawingml/2006/main" noChangeAspect="1"/>
          </p:cNvPicPr>
          <p:nvPr/>
        </p:nvPicPr>
        <p:blipFill>
          <a:blip xmlns:r="http://schemas.openxmlformats.org/officeDocument/2006/relationships" xmlns:a="http://schemas.openxmlformats.org/drawingml/2006/main" r:embed="Rb05d5ea8111e446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slide-title">
            <a:extLst xmlns:a="http://schemas.openxmlformats.org/drawingml/2006/main">
              <a:ext uri="{FF2B5EF4-FFF2-40B4-BE49-F238E27FC236}">
                <a16:creationId xmlns:a16="http://schemas.microsoft.com/office/drawing/2014/main" id="{DA82A495-6499-4416-B3D7-D133BF3F9E1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write the contract.</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build the gate.</a:t>
            </a:r>
          </a:p>
        </p:txBody>
      </p:sp>
      <p:sp>
        <p:nvSpPr>
          <p:cNvPr id="231" name="header-divider">
            <a:extLst xmlns:a="http://schemas.openxmlformats.org/drawingml/2006/main">
              <a:ext uri="{FF2B5EF4-FFF2-40B4-BE49-F238E27FC236}">
                <a16:creationId xmlns:a16="http://schemas.microsoft.com/office/drawing/2014/main" id="{55650781-4C7C-4E99-ADAA-538F8858B2D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2" name="13-text-4">
            <a:extLst xmlns:a="http://schemas.openxmlformats.org/drawingml/2006/main">
              <a:ext uri="{FF2B5EF4-FFF2-40B4-BE49-F238E27FC236}">
                <a16:creationId xmlns:a16="http://schemas.microsoft.com/office/drawing/2014/main" id="{E134F1FD-B43D-4181-8F41-D66675C83FB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result contract</a:t>
            </a:r>
          </a:p>
        </p:txBody>
      </p:sp>
      <p:sp>
        <p:nvSpPr>
          <p:cNvPr id="233" name="13-text-5">
            <a:extLst xmlns:a="http://schemas.openxmlformats.org/drawingml/2006/main">
              <a:ext uri="{FF2B5EF4-FFF2-40B4-BE49-F238E27FC236}">
                <a16:creationId xmlns:a16="http://schemas.microsoft.com/office/drawing/2014/main" id="{13BC6062-331E-4C85-ACD0-268053C3FA33}"/>
              </a:ext>
            </a:extLst>
          </p:cNvPr>
          <p:cNvSpPr>
            <a:spLocks xmlns:a="http://schemas.openxmlformats.org/drawingml/2006/main"/>
          </p:cNvSpPr>
          <p:nvPr/>
        </p:nvSpPr>
        <p:spPr>
          <a:xfrm xmlns:a="http://schemas.openxmlformats.org/drawingml/2006/main">
            <a:off x="609600" y="28956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p:txBody>
      </p:sp>
      <p:sp>
        <p:nvSpPr>
          <p:cNvPr id="234" name="13-text-6">
            <a:extLst xmlns:a="http://schemas.openxmlformats.org/drawingml/2006/main">
              <a:ext uri="{FF2B5EF4-FFF2-40B4-BE49-F238E27FC236}">
                <a16:creationId xmlns:a16="http://schemas.microsoft.com/office/drawing/2014/main" id="{3EEE5CC6-64C9-4148-A6F6-82D48806BBA0}"/>
              </a:ext>
            </a:extLst>
          </p:cNvPr>
          <p:cNvSpPr>
            <a:spLocks xmlns:a="http://schemas.openxmlformats.org/drawingml/2006/main"/>
          </p:cNvSpPr>
          <p:nvPr/>
        </p:nvSpPr>
        <p:spPr>
          <a:xfrm xmlns:a="http://schemas.openxmlformats.org/drawingml/2006/main">
            <a:off x="2489200" y="28956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Stable IDs, revisions, source locations.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Parsing failures and incomplete results are explicit.</a:t>
            </a:r>
          </a:p>
        </p:txBody>
      </p:sp>
      <p:sp>
        <p:nvSpPr>
          <p:cNvPr id="235" name="13-text-7">
            <a:extLst xmlns:a="http://schemas.openxmlformats.org/drawingml/2006/main">
              <a:ext uri="{FF2B5EF4-FFF2-40B4-BE49-F238E27FC236}">
                <a16:creationId xmlns:a16="http://schemas.microsoft.com/office/drawing/2014/main" id="{BE664636-1DFE-45DF-9BAC-CEBE71E136B0}"/>
              </a:ext>
            </a:extLst>
          </p:cNvPr>
          <p:cNvSpPr>
            <a:spLocks xmlns:a="http://schemas.openxmlformats.org/drawingml/2006/main"/>
          </p:cNvSpPr>
          <p:nvPr/>
        </p:nvSpPr>
        <p:spPr>
          <a:xfrm xmlns:a="http://schemas.openxmlformats.org/drawingml/2006/main">
            <a:off x="609600" y="38608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a:t>
            </a:r>
          </a:p>
        </p:txBody>
      </p:sp>
      <p:sp>
        <p:nvSpPr>
          <p:cNvPr id="236" name="13-text-8">
            <a:extLst xmlns:a="http://schemas.openxmlformats.org/drawingml/2006/main">
              <a:ext uri="{FF2B5EF4-FFF2-40B4-BE49-F238E27FC236}">
                <a16:creationId xmlns:a16="http://schemas.microsoft.com/office/drawing/2014/main" id="{EF42E8C6-3D48-44E3-834B-22B67B9DF27E}"/>
              </a:ext>
            </a:extLst>
          </p:cNvPr>
          <p:cNvSpPr>
            <a:spLocks xmlns:a="http://schemas.openxmlformats.org/drawingml/2006/main"/>
          </p:cNvSpPr>
          <p:nvPr/>
        </p:nvSpPr>
        <p:spPr>
          <a:xfrm xmlns:a="http://schemas.openxmlformats.org/drawingml/2006/main">
            <a:off x="2489200" y="38608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records or the checked brief,</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citations and uncertainty intact.</a:t>
            </a:r>
          </a:p>
        </p:txBody>
      </p:sp>
      <p:sp>
        <p:nvSpPr>
          <p:cNvPr id="237" name="13-text-9">
            <a:extLst xmlns:a="http://schemas.openxmlformats.org/drawingml/2006/main">
              <a:ext uri="{FF2B5EF4-FFF2-40B4-BE49-F238E27FC236}">
                <a16:creationId xmlns:a16="http://schemas.microsoft.com/office/drawing/2014/main" id="{E30EB112-9FBE-4B18-9194-E51EA5890465}"/>
              </a:ext>
            </a:extLst>
          </p:cNvPr>
          <p:cNvSpPr>
            <a:spLocks xmlns:a="http://schemas.openxmlformats.org/drawingml/2006/main"/>
          </p:cNvSpPr>
          <p:nvPr/>
        </p:nvSpPr>
        <p:spPr>
          <a:xfrm xmlns:a="http://schemas.openxmlformats.org/drawingml/2006/main">
            <a:off x="609600" y="48260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a:t>
            </a:r>
          </a:p>
        </p:txBody>
      </p:sp>
      <p:sp>
        <p:nvSpPr>
          <p:cNvPr id="238" name="13-text-10">
            <a:extLst xmlns:a="http://schemas.openxmlformats.org/drawingml/2006/main">
              <a:ext uri="{FF2B5EF4-FFF2-40B4-BE49-F238E27FC236}">
                <a16:creationId xmlns:a16="http://schemas.microsoft.com/office/drawing/2014/main" id="{5BEAEBA2-5D09-437E-A97B-5BC5C6D6F64F}"/>
              </a:ext>
            </a:extLst>
          </p:cNvPr>
          <p:cNvSpPr>
            <a:spLocks xmlns:a="http://schemas.openxmlformats.org/drawingml/2006/main"/>
          </p:cNvSpPr>
          <p:nvPr/>
        </p:nvSpPr>
        <p:spPr>
          <a:xfrm xmlns:a="http://schemas.openxmlformats.org/drawingml/2006/main">
            <a:off x="2489200" y="4826000"/>
            <a:ext cx="9093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access and allowed destinations outside the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reads and exports.</a:t>
            </a:r>
          </a:p>
        </p:txBody>
      </p:sp>
      <p:sp>
        <p:nvSpPr>
          <p:cNvPr id="239" name="13-shape-11">
            <a:extLst xmlns:a="http://schemas.openxmlformats.org/drawingml/2006/main">
              <a:ext uri="{FF2B5EF4-FFF2-40B4-BE49-F238E27FC236}">
                <a16:creationId xmlns:a16="http://schemas.microsoft.com/office/drawing/2014/main" id="{D0472C80-0C88-42B8-A1E0-C2DCDC29DA71}"/>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240" name="13-shape-12">
            <a:extLst xmlns:a="http://schemas.openxmlformats.org/drawingml/2006/main">
              <a:ext uri="{FF2B5EF4-FFF2-40B4-BE49-F238E27FC236}">
                <a16:creationId xmlns:a16="http://schemas.microsoft.com/office/drawing/2014/main" id="{DB03DEF1-FF02-49AA-93E1-FF6DFEF52893}"/>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41" name="13-text-13">
            <a:extLst xmlns:a="http://schemas.openxmlformats.org/drawingml/2006/main">
              <a:ext uri="{FF2B5EF4-FFF2-40B4-BE49-F238E27FC236}">
                <a16:creationId xmlns:a16="http://schemas.microsoft.com/office/drawing/2014/main" id="{1B3DABBB-584A-4ADF-B521-5232E000B492}"/>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242" name="13-text-14">
            <a:extLst xmlns:a="http://schemas.openxmlformats.org/drawingml/2006/main">
              <a:ext uri="{FF2B5EF4-FFF2-40B4-BE49-F238E27FC236}">
                <a16:creationId xmlns:a16="http://schemas.microsoft.com/office/drawing/2014/main" id="{FCD2FF14-B333-4DDD-B668-6C493DB7DFFE}"/>
              </a:ext>
            </a:extLst>
          </p:cNvPr>
          <p:cNvSpPr>
            <a:spLocks xmlns:a="http://schemas.openxmlformats.org/drawingml/2006/main"/>
          </p:cNvSpPr>
          <p:nvPr/>
        </p:nvSpPr>
        <p:spPr>
          <a:xfrm xmlns:a="http://schemas.openxmlformats.org/drawingml/2006/main">
            <a:off x="2489200" y="6146800"/>
            <a:ext cx="9093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243" name="narrative-number">
            <a:extLst xmlns:a="http://schemas.openxmlformats.org/drawingml/2006/main">
              <a:ext uri="{FF2B5EF4-FFF2-40B4-BE49-F238E27FC236}">
                <a16:creationId xmlns:a16="http://schemas.microsoft.com/office/drawing/2014/main" id="{692402BF-8797-4727-B44D-8BEE6DE737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32621967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300" fill="hold"/>
                                        <p:tgtEl>
                                          <p:spTgt spid="239"/>
                                        </p:tgtEl>
                                      </p:cBhvr>
                                    </p:animEffect>
                                  </p:childTnLst>
                                </p:cTn>
                              </p:par>
                              <p:par>
                                <p:cTn id="8" presetID="10" presetClass="entr" presetSubtype="0" fill="hold" nodeType="withEffect">
                                  <p:stCondLst>
                                    <p:cond delay="0"/>
                                  </p:stCondLst>
                                  <p:childTnLst>
                                    <p:set>
                                      <p:cBhvr>
                                        <p:cTn id="9" dur="1" fill="hold">
                                          <p:stCondLst>
                                            <p:cond delay="0"/>
                                          </p:stCondLst>
                                        </p:cTn>
                                        <p:tgtEl>
                                          <p:spTgt spid="240"/>
                                        </p:tgtEl>
                                        <p:attrNameLst>
                                          <p:attrName>style.visibility</p:attrName>
                                        </p:attrNameLst>
                                      </p:cBhvr>
                                      <p:to>
                                        <p:strVal val="visible"/>
                                      </p:to>
                                    </p:set>
                                    <p:animEffect transition="in" filter="fade">
                                      <p:cBhvr>
                                        <p:cTn id="10" dur="300" fill="hold"/>
                                        <p:tgtEl>
                                          <p:spTgt spid="240"/>
                                        </p:tgtEl>
                                      </p:cBhvr>
                                    </p:animEffect>
                                  </p:childTnLst>
                                </p:cTn>
                              </p:par>
                              <p:par>
                                <p:cTn id="11" presetID="10" presetClass="entr" presetSubtype="0" fill="hold" nodeType="withEffect">
                                  <p:stCondLst>
                                    <p:cond delay="0"/>
                                  </p:stCondLst>
                                  <p:childTnLst>
                                    <p:set>
                                      <p:cBhvr>
                                        <p:cTn id="12" dur="1" fill="hold">
                                          <p:stCondLst>
                                            <p:cond delay="0"/>
                                          </p:stCondLst>
                                        </p:cTn>
                                        <p:tgtEl>
                                          <p:spTgt spid="241"/>
                                        </p:tgtEl>
                                        <p:attrNameLst>
                                          <p:attrName>style.visibility</p:attrName>
                                        </p:attrNameLst>
                                      </p:cBhvr>
                                      <p:to>
                                        <p:strVal val="visible"/>
                                      </p:to>
                                    </p:set>
                                    <p:animEffect transition="in" filter="fade">
                                      <p:cBhvr>
                                        <p:cTn id="13" dur="300" fill="hold"/>
                                        <p:tgtEl>
                                          <p:spTgt spid="241"/>
                                        </p:tgtEl>
                                      </p:cBhvr>
                                    </p:animEffect>
                                  </p:childTnLst>
                                </p:cTn>
                              </p:par>
                              <p:par>
                                <p:cTn id="14" presetID="10" presetClass="entr" presetSubtype="0" fill="hold" nodeType="withEffect">
                                  <p:stCondLst>
                                    <p:cond delay="0"/>
                                  </p:stCondLst>
                                  <p:childTnLst>
                                    <p:set>
                                      <p:cBhvr>
                                        <p:cTn id="15" dur="1" fill="hold">
                                          <p:stCondLst>
                                            <p:cond delay="0"/>
                                          </p:stCondLst>
                                        </p:cTn>
                                        <p:tgtEl>
                                          <p:spTgt spid="242"/>
                                        </p:tgtEl>
                                        <p:attrNameLst>
                                          <p:attrName>style.visibility</p:attrName>
                                        </p:attrNameLst>
                                      </p:cBhvr>
                                      <p:to>
                                        <p:strVal val="visible"/>
                                      </p:to>
                                    </p:set>
                                    <p:animEffect transition="in" filter="fade">
                                      <p:cBhvr>
                                        <p:cTn id="16" dur="300" fill="hold"/>
                                        <p:tgtEl>
                                          <p:spTgt spid="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4" name="!!area-header">
            <a:extLst xmlns:a="http://schemas.openxmlformats.org/drawingml/2006/main">
              <a:ext uri="{FF2B5EF4-FFF2-40B4-BE49-F238E27FC236}">
                <a16:creationId xmlns:a16="http://schemas.microsoft.com/office/drawing/2014/main" id="{D738264C-DF63-462D-B68F-A8E800B1F767}"/>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245" name="!!area-name">
            <a:extLst xmlns:a="http://schemas.openxmlformats.org/drawingml/2006/main">
              <a:ext uri="{FF2B5EF4-FFF2-40B4-BE49-F238E27FC236}">
                <a16:creationId xmlns:a16="http://schemas.microsoft.com/office/drawing/2014/main" id="{7D05CCF1-6FAC-4B21-BFA4-726747B3917E}"/>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246" name="!!area-beat">
            <a:extLst xmlns:a="http://schemas.openxmlformats.org/drawingml/2006/main">
              <a:ext uri="{FF2B5EF4-FFF2-40B4-BE49-F238E27FC236}">
                <a16:creationId xmlns:a16="http://schemas.microsoft.com/office/drawing/2014/main" id="{D5091BEB-3247-470E-9CEC-64496975FDAC}"/>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247" name="header-divider">
            <a:extLst xmlns:a="http://schemas.openxmlformats.org/drawingml/2006/main">
              <a:ext uri="{FF2B5EF4-FFF2-40B4-BE49-F238E27FC236}">
                <a16:creationId xmlns:a16="http://schemas.microsoft.com/office/drawing/2014/main" id="{9CEE97D8-BF33-48A6-BC8A-8E590EE8A001}"/>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8" name="14-shape-1">
            <a:extLst xmlns:a="http://schemas.openxmlformats.org/drawingml/2006/main">
              <a:ext uri="{FF2B5EF4-FFF2-40B4-BE49-F238E27FC236}">
                <a16:creationId xmlns:a16="http://schemas.microsoft.com/office/drawing/2014/main" id="{B8C03EAF-3C56-4D66-9D29-296F7ED0D22A}"/>
              </a:ext>
            </a:extLst>
          </p:cNvPr>
          <p:cNvSpPr>
            <a:spLocks xmlns:a="http://schemas.openxmlformats.org/drawingml/2006/main"/>
          </p:cNvSpPr>
          <p:nvPr/>
        </p:nvSpPr>
        <p:spPr>
          <a:xfrm xmlns:a="http://schemas.openxmlformats.org/drawingml/2006/main">
            <a:off x="6096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49" name="14-text-2">
            <a:extLst xmlns:a="http://schemas.openxmlformats.org/drawingml/2006/main">
              <a:ext uri="{FF2B5EF4-FFF2-40B4-BE49-F238E27FC236}">
                <a16:creationId xmlns:a16="http://schemas.microsoft.com/office/drawing/2014/main" id="{1A37ED9F-606D-435C-BA02-053F59345262}"/>
              </a:ext>
            </a:extLst>
          </p:cNvPr>
          <p:cNvSpPr>
            <a:spLocks xmlns:a="http://schemas.openxmlformats.org/drawingml/2006/main"/>
          </p:cNvSpPr>
          <p:nvPr/>
        </p:nvSpPr>
        <p:spPr>
          <a:xfrm xmlns:a="http://schemas.openxmlformats.org/drawingml/2006/main">
            <a:off x="7620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/plan</a:t>
            </a:r>
          </a:p>
        </p:txBody>
      </p:sp>
      <p:sp>
        <p:nvSpPr>
          <p:cNvPr id="250" name="14-shape-3">
            <a:extLst xmlns:a="http://schemas.openxmlformats.org/drawingml/2006/main">
              <a:ext uri="{FF2B5EF4-FFF2-40B4-BE49-F238E27FC236}">
                <a16:creationId xmlns:a16="http://schemas.microsoft.com/office/drawing/2014/main" id="{4326A573-4DDF-497C-9CA1-82289051A040}"/>
              </a:ext>
            </a:extLst>
          </p:cNvPr>
          <p:cNvSpPr>
            <a:spLocks xmlns:a="http://schemas.openxmlformats.org/drawingml/2006/main"/>
          </p:cNvSpPr>
          <p:nvPr/>
        </p:nvSpPr>
        <p:spPr>
          <a:xfrm xmlns:a="http://schemas.openxmlformats.org/drawingml/2006/main">
            <a:off x="1714500" y="2082800"/>
            <a:ext cx="14859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51" name="14-text-4">
            <a:extLst xmlns:a="http://schemas.openxmlformats.org/drawingml/2006/main">
              <a:ext uri="{FF2B5EF4-FFF2-40B4-BE49-F238E27FC236}">
                <a16:creationId xmlns:a16="http://schemas.microsoft.com/office/drawing/2014/main" id="{D1DDC1CB-D150-4D5C-83E0-B566790CC9B3}"/>
              </a:ext>
            </a:extLst>
          </p:cNvPr>
          <p:cNvSpPr>
            <a:spLocks xmlns:a="http://schemas.openxmlformats.org/drawingml/2006/main"/>
          </p:cNvSpPr>
          <p:nvPr/>
        </p:nvSpPr>
        <p:spPr>
          <a:xfrm xmlns:a="http://schemas.openxmlformats.org/drawingml/2006/main">
            <a:off x="1866900" y="2120900"/>
            <a:ext cx="11811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subagents</a:t>
            </a:r>
          </a:p>
        </p:txBody>
      </p:sp>
      <p:sp>
        <p:nvSpPr>
          <p:cNvPr id="252" name="14-shape-5">
            <a:extLst xmlns:a="http://schemas.openxmlformats.org/drawingml/2006/main">
              <a:ext uri="{FF2B5EF4-FFF2-40B4-BE49-F238E27FC236}">
                <a16:creationId xmlns:a16="http://schemas.microsoft.com/office/drawing/2014/main" id="{EBBF3FCD-A2BD-46C7-832D-96134DFF9DD3}"/>
              </a:ext>
            </a:extLst>
          </p:cNvPr>
          <p:cNvSpPr>
            <a:spLocks xmlns:a="http://schemas.openxmlformats.org/drawingml/2006/main"/>
          </p:cNvSpPr>
          <p:nvPr/>
        </p:nvSpPr>
        <p:spPr>
          <a:xfrm xmlns:a="http://schemas.openxmlformats.org/drawingml/2006/main">
            <a:off x="3302000" y="2082800"/>
            <a:ext cx="9906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253" name="14-text-6">
            <a:extLst xmlns:a="http://schemas.openxmlformats.org/drawingml/2006/main">
              <a:ext uri="{FF2B5EF4-FFF2-40B4-BE49-F238E27FC236}">
                <a16:creationId xmlns:a16="http://schemas.microsoft.com/office/drawing/2014/main" id="{A2008A4C-AF0B-4590-AEBA-BF2411AF07F9}"/>
              </a:ext>
            </a:extLst>
          </p:cNvPr>
          <p:cNvSpPr>
            <a:spLocks xmlns:a="http://schemas.openxmlformats.org/drawingml/2006/main"/>
          </p:cNvSpPr>
          <p:nvPr/>
        </p:nvSpPr>
        <p:spPr>
          <a:xfrm xmlns:a="http://schemas.openxmlformats.org/drawingml/2006/main">
            <a:off x="3454400" y="2120900"/>
            <a:ext cx="685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hooks</a:t>
            </a:r>
          </a:p>
        </p:txBody>
      </p:sp>
      <p:sp>
        <p:nvSpPr>
          <p:cNvPr id="254" name="14-shape-7">
            <a:extLst xmlns:a="http://schemas.openxmlformats.org/drawingml/2006/main">
              <a:ext uri="{FF2B5EF4-FFF2-40B4-BE49-F238E27FC236}">
                <a16:creationId xmlns:a16="http://schemas.microsoft.com/office/drawing/2014/main" id="{B43ADFDF-EC20-44A1-BC25-A2D168276EA5}"/>
              </a:ext>
            </a:extLst>
          </p:cNvPr>
          <p:cNvSpPr>
            <a:spLocks xmlns:a="http://schemas.openxmlformats.org/drawingml/2006/main"/>
          </p:cNvSpPr>
          <p:nvPr/>
        </p:nvSpPr>
        <p:spPr>
          <a:xfrm xmlns:a="http://schemas.openxmlformats.org/drawingml/2006/main">
            <a:off x="4394200" y="2082800"/>
            <a:ext cx="14224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55" name="14-text-8">
            <a:extLst xmlns:a="http://schemas.openxmlformats.org/drawingml/2006/main">
              <a:ext uri="{FF2B5EF4-FFF2-40B4-BE49-F238E27FC236}">
                <a16:creationId xmlns:a16="http://schemas.microsoft.com/office/drawing/2014/main" id="{37CF3200-BAA3-4322-B0D3-2F3C0F81288B}"/>
              </a:ext>
            </a:extLst>
          </p:cNvPr>
          <p:cNvSpPr>
            <a:spLocks xmlns:a="http://schemas.openxmlformats.org/drawingml/2006/main"/>
          </p:cNvSpPr>
          <p:nvPr/>
        </p:nvSpPr>
        <p:spPr>
          <a:xfrm xmlns:a="http://schemas.openxmlformats.org/drawingml/2006/main">
            <a:off x="4546600" y="2120900"/>
            <a:ext cx="1117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/compact</a:t>
            </a:r>
          </a:p>
        </p:txBody>
      </p:sp>
      <p:sp>
        <p:nvSpPr>
          <p:cNvPr id="256" name="14-shape-9">
            <a:extLst xmlns:a="http://schemas.openxmlformats.org/drawingml/2006/main">
              <a:ext uri="{FF2B5EF4-FFF2-40B4-BE49-F238E27FC236}">
                <a16:creationId xmlns:a16="http://schemas.microsoft.com/office/drawing/2014/main" id="{3E6816B7-381F-40A9-97BF-8EB5ED9C0437}"/>
              </a:ext>
            </a:extLst>
          </p:cNvPr>
          <p:cNvSpPr>
            <a:spLocks xmlns:a="http://schemas.openxmlformats.org/drawingml/2006/main"/>
          </p:cNvSpPr>
          <p:nvPr/>
        </p:nvSpPr>
        <p:spPr>
          <a:xfrm xmlns:a="http://schemas.openxmlformats.org/drawingml/2006/main">
            <a:off x="5918200" y="2082800"/>
            <a:ext cx="12827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57" name="14-text-10">
            <a:extLst xmlns:a="http://schemas.openxmlformats.org/drawingml/2006/main">
              <a:ext uri="{FF2B5EF4-FFF2-40B4-BE49-F238E27FC236}">
                <a16:creationId xmlns:a16="http://schemas.microsoft.com/office/drawing/2014/main" id="{B82AFBA0-594F-4CA7-98D0-DB71914CC772}"/>
              </a:ext>
            </a:extLst>
          </p:cNvPr>
          <p:cNvSpPr>
            <a:spLocks xmlns:a="http://schemas.openxmlformats.org/drawingml/2006/main"/>
          </p:cNvSpPr>
          <p:nvPr/>
        </p:nvSpPr>
        <p:spPr>
          <a:xfrm xmlns:a="http://schemas.openxmlformats.org/drawingml/2006/main">
            <a:off x="6070600" y="2120900"/>
            <a:ext cx="97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/resume</a:t>
            </a:r>
          </a:p>
        </p:txBody>
      </p:sp>
      <p:sp>
        <p:nvSpPr>
          <p:cNvPr id="258" name="14-shape-11">
            <a:extLst xmlns:a="http://schemas.openxmlformats.org/drawingml/2006/main">
              <a:ext uri="{FF2B5EF4-FFF2-40B4-BE49-F238E27FC236}">
                <a16:creationId xmlns:a16="http://schemas.microsoft.com/office/drawing/2014/main" id="{9CE09653-6931-4638-BAE4-4F2161791485}"/>
              </a:ext>
            </a:extLst>
          </p:cNvPr>
          <p:cNvSpPr>
            <a:spLocks xmlns:a="http://schemas.openxmlformats.org/drawingml/2006/main"/>
          </p:cNvSpPr>
          <p:nvPr/>
        </p:nvSpPr>
        <p:spPr>
          <a:xfrm xmlns:a="http://schemas.openxmlformats.org/drawingml/2006/main">
            <a:off x="7302500" y="2082800"/>
            <a:ext cx="10033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259" name="14-text-12">
            <a:extLst xmlns:a="http://schemas.openxmlformats.org/drawingml/2006/main">
              <a:ext uri="{FF2B5EF4-FFF2-40B4-BE49-F238E27FC236}">
                <a16:creationId xmlns:a16="http://schemas.microsoft.com/office/drawing/2014/main" id="{1F1FE07B-3BAC-49BA-95A2-CD7782594568}"/>
              </a:ext>
            </a:extLst>
          </p:cNvPr>
          <p:cNvSpPr>
            <a:spLocks xmlns:a="http://schemas.openxmlformats.org/drawingml/2006/main"/>
          </p:cNvSpPr>
          <p:nvPr/>
        </p:nvSpPr>
        <p:spPr>
          <a:xfrm xmlns:a="http://schemas.openxmlformats.org/drawingml/2006/main">
            <a:off x="7454900" y="2120900"/>
            <a:ext cx="69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/fork</a:t>
            </a:r>
          </a:p>
        </p:txBody>
      </p:sp>
      <p:sp>
        <p:nvSpPr>
          <p:cNvPr id="260" name="14-text-13">
            <a:extLst xmlns:a="http://schemas.openxmlformats.org/drawingml/2006/main">
              <a:ext uri="{FF2B5EF4-FFF2-40B4-BE49-F238E27FC236}">
                <a16:creationId xmlns:a16="http://schemas.microsoft.com/office/drawing/2014/main" id="{8A0EF75A-4D88-43E0-9097-B9A2790C582D}"/>
              </a:ext>
            </a:extLst>
          </p:cNvPr>
          <p:cNvSpPr>
            <a:spLocks xmlns:a="http://schemas.openxmlformats.org/drawingml/2006/main"/>
          </p:cNvSpPr>
          <p:nvPr/>
        </p:nvSpPr>
        <p:spPr>
          <a:xfrm xmlns:a="http://schemas.openxmlformats.org/drawingml/2006/main">
            <a:off x="3810000" y="3022600"/>
            <a:ext cx="4572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gather context</a:t>
            </a:r>
          </a:p>
        </p:txBody>
      </p:sp>
      <p:sp>
        <p:nvSpPr>
          <p:cNvPr id="261" name="14-text-14">
            <a:extLst xmlns:a="http://schemas.openxmlformats.org/drawingml/2006/main">
              <a:ext uri="{FF2B5EF4-FFF2-40B4-BE49-F238E27FC236}">
                <a16:creationId xmlns:a16="http://schemas.microsoft.com/office/drawing/2014/main" id="{3EAF4543-D087-4BE5-98F1-41AC44138A02}"/>
              </a:ext>
            </a:extLst>
          </p:cNvPr>
          <p:cNvSpPr>
            <a:spLocks xmlns:a="http://schemas.openxmlformats.org/drawingml/2006/main"/>
          </p:cNvSpPr>
          <p:nvPr/>
        </p:nvSpPr>
        <p:spPr>
          <a:xfrm xmlns:a="http://schemas.openxmlformats.org/drawingml/2006/main">
            <a:off x="7289800" y="48133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take action</a:t>
            </a:r>
          </a:p>
        </p:txBody>
      </p:sp>
      <p:sp>
        <p:nvSpPr>
          <p:cNvPr id="262" name="14-text-15">
            <a:extLst xmlns:a="http://schemas.openxmlformats.org/drawingml/2006/main">
              <a:ext uri="{FF2B5EF4-FFF2-40B4-BE49-F238E27FC236}">
                <a16:creationId xmlns:a16="http://schemas.microsoft.com/office/drawing/2014/main" id="{DB69354C-418E-475C-A8F1-0E28EB7A4946}"/>
              </a:ext>
            </a:extLst>
          </p:cNvPr>
          <p:cNvSpPr>
            <a:spLocks xmlns:a="http://schemas.openxmlformats.org/drawingml/2006/main"/>
          </p:cNvSpPr>
          <p:nvPr/>
        </p:nvSpPr>
        <p:spPr>
          <a:xfrm xmlns:a="http://schemas.openxmlformats.org/drawingml/2006/main">
            <a:off x="2260600" y="4813300"/>
            <a:ext cx="2286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verify</a:t>
            </a:r>
          </a:p>
        </p:txBody>
      </p:sp>
      <p:sp>
        <p:nvSpPr>
          <p:cNvPr id="263" name="14-line-17">
            <a:extLst xmlns:a="http://schemas.openxmlformats.org/drawingml/2006/main">
              <a:ext uri="{FF2B5EF4-FFF2-40B4-BE49-F238E27FC236}">
                <a16:creationId xmlns:a16="http://schemas.microsoft.com/office/drawing/2014/main" id="{39309087-C3ED-4CC0-88FA-C1072CCBFBF9}"/>
              </a:ext>
            </a:extLst>
          </p:cNvPr>
          <p:cNvSpPr>
            <a:spLocks xmlns:a="http://schemas.openxmlformats.org/drawingml/2006/main"/>
          </p:cNvSpPr>
          <p:nvPr/>
        </p:nvSpPr>
        <p:spPr>
          <a:xfrm xmlns:a="http://schemas.openxmlformats.org/drawingml/2006/main" flipH="0" flipV="0">
            <a:off x="7035800" y="3556000"/>
            <a:ext cx="1028700" cy="8509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4" name="14-line-19">
            <a:extLst xmlns:a="http://schemas.openxmlformats.org/drawingml/2006/main">
              <a:ext uri="{FF2B5EF4-FFF2-40B4-BE49-F238E27FC236}">
                <a16:creationId xmlns:a16="http://schemas.microsoft.com/office/drawing/2014/main" id="{DC5C3E9A-D822-4400-B60B-93F6C056FB27}"/>
              </a:ext>
            </a:extLst>
          </p:cNvPr>
          <p:cNvSpPr>
            <a:spLocks xmlns:a="http://schemas.openxmlformats.org/drawingml/2006/main"/>
          </p:cNvSpPr>
          <p:nvPr/>
        </p:nvSpPr>
        <p:spPr>
          <a:xfrm xmlns:a="http://schemas.openxmlformats.org/drawingml/2006/main" flipH="1" flipV="0">
            <a:off x="4597400" y="5092700"/>
            <a:ext cx="2565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5" name="14-line-21">
            <a:extLst xmlns:a="http://schemas.openxmlformats.org/drawingml/2006/main">
              <a:ext uri="{FF2B5EF4-FFF2-40B4-BE49-F238E27FC236}">
                <a16:creationId xmlns:a16="http://schemas.microsoft.com/office/drawing/2014/main" id="{CBC4B81C-08BD-4CE3-8F9A-39169D15693B}"/>
              </a:ext>
            </a:extLst>
          </p:cNvPr>
          <p:cNvSpPr>
            <a:spLocks xmlns:a="http://schemas.openxmlformats.org/drawingml/2006/main"/>
          </p:cNvSpPr>
          <p:nvPr/>
        </p:nvSpPr>
        <p:spPr>
          <a:xfrm xmlns:a="http://schemas.openxmlformats.org/drawingml/2006/main" flipH="0" flipV="1">
            <a:off x="3644900" y="3556000"/>
            <a:ext cx="1270000" cy="88900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66" name="narrative-number">
            <a:extLst xmlns:a="http://schemas.openxmlformats.org/drawingml/2006/main">
              <a:ext uri="{FF2B5EF4-FFF2-40B4-BE49-F238E27FC236}">
                <a16:creationId xmlns:a16="http://schemas.microsoft.com/office/drawing/2014/main" id="{A9C2C074-D326-468F-88F3-4C97861278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227596790"/>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7" name="!!area-name">
            <a:extLst xmlns:a="http://schemas.openxmlformats.org/drawingml/2006/main">
              <a:ext uri="{FF2B5EF4-FFF2-40B4-BE49-F238E27FC236}">
                <a16:creationId xmlns:a16="http://schemas.microsoft.com/office/drawing/2014/main" id="{10C295CC-C37E-4501-8C95-3020712E9D1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79" name="mini-map"/>
          <p:cNvPicPr>
            <a:picLocks xmlns:a="http://schemas.openxmlformats.org/drawingml/2006/main" noChangeAspect="1"/>
          </p:cNvPicPr>
          <p:nvPr/>
        </p:nvPicPr>
        <p:blipFill>
          <a:blip xmlns:r="http://schemas.openxmlformats.org/officeDocument/2006/relationships" xmlns:a="http://schemas.openxmlformats.org/drawingml/2006/main" r:embed="R9ab733166a5c41f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9" name="header-divider">
            <a:extLst xmlns:a="http://schemas.openxmlformats.org/drawingml/2006/main">
              <a:ext uri="{FF2B5EF4-FFF2-40B4-BE49-F238E27FC236}">
                <a16:creationId xmlns:a16="http://schemas.microsoft.com/office/drawing/2014/main" id="{C5F94961-57AF-487A-A606-F1C5A5360D3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14b-text-1">
            <a:extLst xmlns:a="http://schemas.openxmlformats.org/drawingml/2006/main">
              <a:ext uri="{FF2B5EF4-FFF2-40B4-BE49-F238E27FC236}">
                <a16:creationId xmlns:a16="http://schemas.microsoft.com/office/drawing/2014/main" id="{BDF3C7F9-A8A8-44C2-AE0F-91584EEF4917}"/>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71" name="14b-text-2">
            <a:extLst xmlns:a="http://schemas.openxmlformats.org/drawingml/2006/main">
              <a:ext uri="{FF2B5EF4-FFF2-40B4-BE49-F238E27FC236}">
                <a16:creationId xmlns:a16="http://schemas.microsoft.com/office/drawing/2014/main" id="{F1C06FE6-F658-43FF-BAD2-519289D9353F}"/>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loop's decisions:</a:t>
            </a:r>
          </a:p>
        </p:txBody>
      </p:sp>
      <p:sp>
        <p:nvSpPr>
          <p:cNvPr id="272" name="14b-text-3">
            <a:extLst xmlns:a="http://schemas.openxmlformats.org/drawingml/2006/main">
              <a:ext uri="{FF2B5EF4-FFF2-40B4-BE49-F238E27FC236}">
                <a16:creationId xmlns:a16="http://schemas.microsoft.com/office/drawing/2014/main" id="{087510B4-E5D7-4EC5-BCBA-5FE45EC1B065}"/>
              </a:ext>
            </a:extLst>
          </p:cNvPr>
          <p:cNvSpPr>
            <a:spLocks xmlns:a="http://schemas.openxmlformats.org/drawingml/2006/main"/>
          </p:cNvSpPr>
          <p:nvPr/>
        </p:nvSpPr>
        <p:spPr>
          <a:xfrm xmlns:a="http://schemas.openxmlformats.org/drawingml/2006/main">
            <a:off x="609600" y="29718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stop.</a:t>
            </a:r>
          </a:p>
        </p:txBody>
      </p:sp>
      <p:sp>
        <p:nvSpPr>
          <p:cNvPr id="273" name="14b-text-4">
            <a:extLst xmlns:a="http://schemas.openxmlformats.org/drawingml/2006/main">
              <a:ext uri="{FF2B5EF4-FFF2-40B4-BE49-F238E27FC236}">
                <a16:creationId xmlns:a16="http://schemas.microsoft.com/office/drawing/2014/main" id="{29078F2B-7A30-4D2F-86B5-CDEC40BA22AD}"/>
              </a:ext>
            </a:extLst>
          </p:cNvPr>
          <p:cNvSpPr>
            <a:spLocks xmlns:a="http://schemas.openxmlformats.org/drawingml/2006/main"/>
          </p:cNvSpPr>
          <p:nvPr/>
        </p:nvSpPr>
        <p:spPr>
          <a:xfrm xmlns:a="http://schemas.openxmlformats.org/drawingml/2006/main">
            <a:off x="609600" y="3581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carries between turns.</a:t>
            </a:r>
          </a:p>
        </p:txBody>
      </p:sp>
      <p:sp>
        <p:nvSpPr>
          <p:cNvPr id="274" name="14b-text-5">
            <a:extLst xmlns:a="http://schemas.openxmlformats.org/drawingml/2006/main">
              <a:ext uri="{FF2B5EF4-FFF2-40B4-BE49-F238E27FC236}">
                <a16:creationId xmlns:a16="http://schemas.microsoft.com/office/drawing/2014/main" id="{517D9FFC-A0A2-4FB6-9989-F9118BA87D8C}"/>
              </a:ext>
            </a:extLst>
          </p:cNvPr>
          <p:cNvSpPr>
            <a:spLocks xmlns:a="http://schemas.openxmlformats.org/drawingml/2006/main"/>
          </p:cNvSpPr>
          <p:nvPr/>
        </p:nvSpPr>
        <p:spPr>
          <a:xfrm xmlns:a="http://schemas.openxmlformats.org/drawingml/2006/main">
            <a:off x="609600" y="41910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compact.</a:t>
            </a:r>
          </a:p>
        </p:txBody>
      </p:sp>
      <p:sp>
        <p:nvSpPr>
          <p:cNvPr id="275" name="14b-text-6">
            <a:extLst xmlns:a="http://schemas.openxmlformats.org/drawingml/2006/main">
              <a:ext uri="{FF2B5EF4-FFF2-40B4-BE49-F238E27FC236}">
                <a16:creationId xmlns:a16="http://schemas.microsoft.com/office/drawing/2014/main" id="{66781CF5-C610-4362-A2F6-E65EFAEE7CE8}"/>
              </a:ext>
            </a:extLst>
          </p:cNvPr>
          <p:cNvSpPr>
            <a:spLocks xmlns:a="http://schemas.openxmlformats.org/drawingml/2006/main"/>
          </p:cNvSpPr>
          <p:nvPr/>
        </p:nvSpPr>
        <p:spPr>
          <a:xfrm xmlns:a="http://schemas.openxmlformats.org/drawingml/2006/main">
            <a:off x="609600" y="4800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When to spawn a subagent, and what to hand it.</a:t>
            </a:r>
          </a:p>
        </p:txBody>
      </p:sp>
      <p:sp>
        <p:nvSpPr>
          <p:cNvPr id="276" name="14b-text-7">
            <a:extLst xmlns:a="http://schemas.openxmlformats.org/drawingml/2006/main">
              <a:ext uri="{FF2B5EF4-FFF2-40B4-BE49-F238E27FC236}">
                <a16:creationId xmlns:a16="http://schemas.microsoft.com/office/drawing/2014/main" id="{1D48026C-9C74-4449-93AD-30BB54E99DCC}"/>
              </a:ext>
            </a:extLst>
          </p:cNvPr>
          <p:cNvSpPr>
            <a:spLocks xmlns:a="http://schemas.openxmlformats.org/drawingml/2006/main"/>
          </p:cNvSpPr>
          <p:nvPr/>
        </p:nvSpPr>
        <p:spPr>
          <a:xfrm xmlns:a="http://schemas.openxmlformats.org/drawingml/2006/main">
            <a:off x="609600" y="54102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Where a hook fires.</a:t>
            </a:r>
          </a:p>
        </p:txBody>
      </p:sp>
      <p:sp>
        <p:nvSpPr>
          <p:cNvPr id="277" name="narrative-number">
            <a:extLst xmlns:a="http://schemas.openxmlformats.org/drawingml/2006/main">
              <a:ext uri="{FF2B5EF4-FFF2-40B4-BE49-F238E27FC236}">
                <a16:creationId xmlns:a16="http://schemas.microsoft.com/office/drawing/2014/main" id="{8BF77049-B180-4A18-AADB-1F9AC6C8A72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771622717"/>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8" name="!!area-name">
            <a:extLst xmlns:a="http://schemas.openxmlformats.org/drawingml/2006/main">
              <a:ext uri="{FF2B5EF4-FFF2-40B4-BE49-F238E27FC236}">
                <a16:creationId xmlns:a16="http://schemas.microsoft.com/office/drawing/2014/main" id="{854E59EE-142B-44E9-9F49-8E04E2D0C0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87" name="mini-map"/>
          <p:cNvPicPr>
            <a:picLocks xmlns:a="http://schemas.openxmlformats.org/drawingml/2006/main" noChangeAspect="1"/>
          </p:cNvPicPr>
          <p:nvPr/>
        </p:nvPicPr>
        <p:blipFill>
          <a:blip xmlns:r="http://schemas.openxmlformats.org/officeDocument/2006/relationships" xmlns:a="http://schemas.openxmlformats.org/drawingml/2006/main" r:embed="R3630d03a26cf483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0" name="header-divider">
            <a:extLst xmlns:a="http://schemas.openxmlformats.org/drawingml/2006/main">
              <a:ext uri="{FF2B5EF4-FFF2-40B4-BE49-F238E27FC236}">
                <a16:creationId xmlns:a16="http://schemas.microsoft.com/office/drawing/2014/main" id="{D8B3AE82-3913-4051-A395-507AFCCBDE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1" name="14b-text-1">
            <a:extLst xmlns:a="http://schemas.openxmlformats.org/drawingml/2006/main">
              <a:ext uri="{FF2B5EF4-FFF2-40B4-BE49-F238E27FC236}">
                <a16:creationId xmlns:a16="http://schemas.microsoft.com/office/drawing/2014/main" id="{80DFF485-539C-4E68-90C1-BDE187ED977D}"/>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82" name="14b-text-8">
            <a:extLst xmlns:a="http://schemas.openxmlformats.org/drawingml/2006/main">
              <a:ext uri="{FF2B5EF4-FFF2-40B4-BE49-F238E27FC236}">
                <a16:creationId xmlns:a16="http://schemas.microsoft.com/office/drawing/2014/main" id="{93B2B718-3BB4-4D6E-8BCD-88EFCDA45F9B}"/>
              </a:ext>
            </a:extLst>
          </p:cNvPr>
          <p:cNvSpPr>
            <a:spLocks xmlns:a="http://schemas.openxmlformats.org/drawingml/2006/main"/>
          </p:cNvSpPr>
          <p:nvPr/>
        </p:nvSpPr>
        <p:spPr>
          <a:xfrm xmlns:a="http://schemas.openxmlformats.org/drawingml/2006/main">
            <a:off x="609600" y="2438400"/>
            <a:ext cx="10972800" cy="210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 great harness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beats a great model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a bad harness."</a:t>
            </a:r>
          </a:p>
        </p:txBody>
      </p:sp>
      <p:sp>
        <p:nvSpPr>
          <p:cNvPr id="283" name="14b-text-9">
            <a:extLst xmlns:a="http://schemas.openxmlformats.org/drawingml/2006/main">
              <a:ext uri="{FF2B5EF4-FFF2-40B4-BE49-F238E27FC236}">
                <a16:creationId xmlns:a16="http://schemas.microsoft.com/office/drawing/2014/main" id="{4174A0C3-1A8A-408A-9D03-92520FA0DCFC}"/>
              </a:ext>
            </a:extLst>
          </p:cNvPr>
          <p:cNvSpPr>
            <a:spLocks xmlns:a="http://schemas.openxmlformats.org/drawingml/2006/main"/>
          </p:cNvSpPr>
          <p:nvPr/>
        </p:nvSpPr>
        <p:spPr>
          <a:xfrm xmlns:a="http://schemas.openxmlformats.org/drawingml/2006/main">
            <a:off x="609600" y="4572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Addy Osmani, April 2026</a:t>
            </a:r>
          </a:p>
        </p:txBody>
      </p:sp>
      <p:sp>
        <p:nvSpPr>
          <p:cNvPr id="284" name="14b-text-10">
            <a:extLst xmlns:a="http://schemas.openxmlformats.org/drawingml/2006/main">
              <a:ext uri="{FF2B5EF4-FFF2-40B4-BE49-F238E27FC236}">
                <a16:creationId xmlns:a16="http://schemas.microsoft.com/office/drawing/2014/main" id="{406B8D16-6D7D-4B79-BB27-CDF7F8A9E1F5}"/>
              </a:ext>
            </a:extLst>
          </p:cNvPr>
          <p:cNvSpPr>
            <a:spLocks xmlns:a="http://schemas.openxmlformats.org/drawingml/2006/main"/>
          </p:cNvSpPr>
          <p:nvPr/>
        </p:nvSpPr>
        <p:spPr>
          <a:xfrm xmlns:a="http://schemas.openxmlformats.org/drawingml/2006/main">
            <a:off x="609600" y="51054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Same model, better loop: 13% to 38% on ARC-AGI-3,</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 six times fewer output tokens.</a:t>
            </a:r>
          </a:p>
        </p:txBody>
      </p:sp>
      <p:sp>
        <p:nvSpPr>
          <p:cNvPr id="285" name="narrative-number">
            <a:extLst xmlns:a="http://schemas.openxmlformats.org/drawingml/2006/main">
              <a:ext uri="{FF2B5EF4-FFF2-40B4-BE49-F238E27FC236}">
                <a16:creationId xmlns:a16="http://schemas.microsoft.com/office/drawing/2014/main" id="{7B56A4A9-9A67-4989-B592-618890980A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13644378"/>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6" name="!!area-name">
            <a:extLst xmlns:a="http://schemas.openxmlformats.org/drawingml/2006/main">
              <a:ext uri="{FF2B5EF4-FFF2-40B4-BE49-F238E27FC236}">
                <a16:creationId xmlns:a16="http://schemas.microsoft.com/office/drawing/2014/main" id="{6C1E5ACA-4D36-4D8D-B537-D83D7BFD394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294" name="mini-map"/>
          <p:cNvPicPr>
            <a:picLocks xmlns:a="http://schemas.openxmlformats.org/drawingml/2006/main" noChangeAspect="1"/>
          </p:cNvPicPr>
          <p:nvPr/>
        </p:nvPicPr>
        <p:blipFill>
          <a:blip xmlns:r="http://schemas.openxmlformats.org/officeDocument/2006/relationships" xmlns:a="http://schemas.openxmlformats.org/drawingml/2006/main" r:embed="R9d88b80697b3492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8" name="header-divider">
            <a:extLst xmlns:a="http://schemas.openxmlformats.org/drawingml/2006/main">
              <a:ext uri="{FF2B5EF4-FFF2-40B4-BE49-F238E27FC236}">
                <a16:creationId xmlns:a16="http://schemas.microsoft.com/office/drawing/2014/main" id="{B9F73CA6-2C09-42AB-B424-2DAC8ECF3DF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9" name="14b-text-1">
            <a:extLst xmlns:a="http://schemas.openxmlformats.org/drawingml/2006/main">
              <a:ext uri="{FF2B5EF4-FFF2-40B4-BE49-F238E27FC236}">
                <a16:creationId xmlns:a16="http://schemas.microsoft.com/office/drawing/2014/main" id="{B8070EBC-15AD-4183-B372-EF4EC28FD29E}"/>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90" name="14b-text-11">
            <a:extLst xmlns:a="http://schemas.openxmlformats.org/drawingml/2006/main">
              <a:ext uri="{FF2B5EF4-FFF2-40B4-BE49-F238E27FC236}">
                <a16:creationId xmlns:a16="http://schemas.microsoft.com/office/drawing/2014/main" id="{6EE226DF-7C30-45D4-BAAE-88E64502CCD2}"/>
              </a:ext>
            </a:extLst>
          </p:cNvPr>
          <p:cNvSpPr>
            <a:spLocks xmlns:a="http://schemas.openxmlformats.org/drawingml/2006/main"/>
          </p:cNvSpPr>
          <p:nvPr/>
        </p:nvSpPr>
        <p:spPr>
          <a:xfrm xmlns:a="http://schemas.openxmlformats.org/drawingml/2006/main">
            <a:off x="609600" y="2438400"/>
            <a:ext cx="10972800" cy="195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Over-ambition:</a:t>
            </a:r>
            <a:r>
              <a:rPr b="0">
                <a:solidFill>
                  <a:srgbClr val="FFFCF5"/>
                </a:solidFill>
                <a:latin typeface="Helvetica"/>
                <a:ea typeface="Helvetica"/>
                <a:cs typeface="Helvetica"/>
              </a:rPr>
              <a:t> try to one-shot the whole app.</a:t>
            </a:r>
          </a:p>
          <a:p xmlns:a="http://schemas.openxmlformats.org/drawingml/2006/main">
            <a:pPr algn="l">
              <a:lnSpc>
                <a:spcPct val="125000"/>
              </a:lnSpc>
              <a:defRPr sz="2400" b="0">
                <a:solidFill>
                  <a:srgbClr val="FFFCF5"/>
                </a:solidFill>
                <a:latin typeface="Helvetica"/>
                <a:ea typeface="Helvetica"/>
                <a:cs typeface="Helvetica"/>
              </a:defRPr>
            </a:pPr>
          </a:p>
          <a:p xmlns:a="http://schemas.openxmlformats.org/drawingml/2006/main">
            <a:pPr algn="l">
              <a:lnSpc>
                <a:spcPct val="125000"/>
              </a:lnSpc>
              <a:defRPr sz="2400" b="0">
                <a:solidFill>
                  <a:srgbClr val="FFFCF5"/>
                </a:solidFill>
                <a:latin typeface="Helvetica"/>
                <a:ea typeface="Helvetica"/>
                <a:cs typeface="Helvetica"/>
              </a:defRPr>
            </a:pPr>
            <a:r>
              <a:rPr b="1">
                <a:solidFill>
                  <a:srgbClr val="FFFCF5"/>
                </a:solidFill>
                <a:latin typeface="Helvetica"/>
                <a:ea typeface="Helvetica"/>
                <a:cs typeface="Helvetica"/>
              </a:rPr>
              <a:t>Premature completion:</a:t>
            </a:r>
            <a:r>
              <a:rPr b="0">
                <a:solidFill>
                  <a:srgbClr val="FFFCF5"/>
                </a:solidFill>
                <a:latin typeface="Helvetica"/>
                <a:ea typeface="Helvetica"/>
                <a:cs typeface="Helvetica"/>
              </a:rPr>
              <a:t> see progress, declare the job done.</a:t>
            </a:r>
          </a:p>
        </p:txBody>
      </p:sp>
      <p:sp>
        <p:nvSpPr>
          <p:cNvPr id="291" name="14b-text-12">
            <a:extLst xmlns:a="http://schemas.openxmlformats.org/drawingml/2006/main">
              <a:ext uri="{FF2B5EF4-FFF2-40B4-BE49-F238E27FC236}">
                <a16:creationId xmlns:a16="http://schemas.microsoft.com/office/drawing/2014/main" id="{850FB475-A440-4A2E-BB68-E7A1DC2E0F70}"/>
              </a:ext>
            </a:extLst>
          </p:cNvPr>
          <p:cNvSpPr>
            <a:spLocks xmlns:a="http://schemas.openxmlformats.org/drawingml/2006/main"/>
          </p:cNvSpPr>
          <p:nvPr/>
        </p:nvSpPr>
        <p:spPr>
          <a:xfrm xmlns:a="http://schemas.openxmlformats.org/drawingml/2006/main">
            <a:off x="609600" y="457200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fix: an initializer, a feature list, a progress file,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feature per session, and protected acceptance criteria.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Faulty or obsolete tests may change through review.</a:t>
            </a:r>
          </a:p>
        </p:txBody>
      </p:sp>
      <p:sp>
        <p:nvSpPr>
          <p:cNvPr id="292" name="narrative-number">
            <a:extLst xmlns:a="http://schemas.openxmlformats.org/drawingml/2006/main">
              <a:ext uri="{FF2B5EF4-FFF2-40B4-BE49-F238E27FC236}">
                <a16:creationId xmlns:a16="http://schemas.microsoft.com/office/drawing/2014/main" id="{94033F33-375B-4787-88C7-05BECA12D47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035275784"/>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3" name="!!area-name">
            <a:extLst xmlns:a="http://schemas.openxmlformats.org/drawingml/2006/main">
              <a:ext uri="{FF2B5EF4-FFF2-40B4-BE49-F238E27FC236}">
                <a16:creationId xmlns:a16="http://schemas.microsoft.com/office/drawing/2014/main" id="{D468919F-4188-4C8E-A59B-9B58D5EE5C9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user</a:t>
            </a:r>
          </a:p>
        </p:txBody>
      </p:sp>
      <p:pic>
        <p:nvPicPr>
          <p:cNvPr id="303" name="mini-map"/>
          <p:cNvPicPr>
            <a:picLocks xmlns:a="http://schemas.openxmlformats.org/drawingml/2006/main" noChangeAspect="1"/>
          </p:cNvPicPr>
          <p:nvPr/>
        </p:nvPicPr>
        <p:blipFill>
          <a:blip xmlns:r="http://schemas.openxmlformats.org/officeDocument/2006/relationships" xmlns:a="http://schemas.openxmlformats.org/drawingml/2006/main" r:embed="R0c4c5a0782794f9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5" name="header-divider">
            <a:extLst xmlns:a="http://schemas.openxmlformats.org/drawingml/2006/main">
              <a:ext uri="{FF2B5EF4-FFF2-40B4-BE49-F238E27FC236}">
                <a16:creationId xmlns:a16="http://schemas.microsoft.com/office/drawing/2014/main" id="{09C50F35-85BA-45B8-8B00-1674C05F733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6" name="14b-text-1">
            <a:extLst xmlns:a="http://schemas.openxmlformats.org/drawingml/2006/main">
              <a:ext uri="{FF2B5EF4-FFF2-40B4-BE49-F238E27FC236}">
                <a16:creationId xmlns:a16="http://schemas.microsoft.com/office/drawing/2014/main" id="{835F8B8C-C4B1-4E7D-A3BE-1CAAC043843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/plan</a:t>
            </a:r>
            <a:r>
              <a:rPr b="0">
                <a:solidFill>
                  <a:srgbClr val="ADACA9"/>
                </a:solidFill>
                <a:latin typeface="Helvetica"/>
                <a:ea typeface="Helvetica"/>
                <a:cs typeface="Helvetica"/>
              </a:rPr>
              <a:t> · subagents · hooks · </a:t>
            </a:r>
            <a:r>
              <a:rPr b="0">
                <a:solidFill>
                  <a:srgbClr val="FFFCF5"/>
                </a:solidFill>
                <a:latin typeface="Consolas"/>
                <a:ea typeface="Consolas"/>
                <a:cs typeface="Consolas"/>
              </a:rPr>
              <a:t>/compact</a:t>
            </a:r>
            <a:r>
              <a:rPr b="0">
                <a:solidFill>
                  <a:srgbClr val="ADACA9"/>
                </a:solidFill>
                <a:latin typeface="Helvetica"/>
                <a:ea typeface="Helvetica"/>
                <a:cs typeface="Helvetica"/>
              </a:rPr>
              <a:t> · </a:t>
            </a:r>
            <a:r>
              <a:rPr b="0">
                <a:solidFill>
                  <a:srgbClr val="FFFCF5"/>
                </a:solidFill>
                <a:latin typeface="Consolas"/>
                <a:ea typeface="Consolas"/>
                <a:cs typeface="Consolas"/>
              </a:rPr>
              <a:t>/resume</a:t>
            </a:r>
            <a:r>
              <a:rPr b="0">
                <a:solidFill>
                  <a:srgbClr val="ADACA9"/>
                </a:solidFill>
                <a:latin typeface="Helvetica"/>
                <a:ea typeface="Helvetica"/>
                <a:cs typeface="Helvetica"/>
              </a:rPr>
              <a:t> · </a:t>
            </a:r>
            <a:r>
              <a:rPr b="0">
                <a:solidFill>
                  <a:srgbClr val="FFFCF5"/>
                </a:solidFill>
                <a:latin typeface="Consolas"/>
                <a:ea typeface="Consolas"/>
                <a:cs typeface="Consolas"/>
              </a:rPr>
              <a:t>/fork</a:t>
            </a:r>
          </a:p>
        </p:txBody>
      </p:sp>
      <p:sp>
        <p:nvSpPr>
          <p:cNvPr id="297" name="14b-text-13">
            <a:extLst xmlns:a="http://schemas.openxmlformats.org/drawingml/2006/main">
              <a:ext uri="{FF2B5EF4-FFF2-40B4-BE49-F238E27FC236}">
                <a16:creationId xmlns:a16="http://schemas.microsoft.com/office/drawing/2014/main" id="{22187F5E-9C73-4374-A568-59A3BDD8A477}"/>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Internal research eval: </a:t>
            </a:r>
            <a:r>
              <a:rPr b="1">
                <a:solidFill>
                  <a:srgbClr val="FFFCF5"/>
                </a:solidFill>
                <a:latin typeface="Helvetica"/>
                <a:ea typeface="Helvetica"/>
                <a:cs typeface="Helvetica"/>
              </a:rPr>
              <a:t>90.2% improvement</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over the single-agent research system.</a:t>
            </a:r>
          </a:p>
        </p:txBody>
      </p:sp>
      <p:sp>
        <p:nvSpPr>
          <p:cNvPr id="298" name="14b-text-14">
            <a:extLst xmlns:a="http://schemas.openxmlformats.org/drawingml/2006/main">
              <a:ext uri="{FF2B5EF4-FFF2-40B4-BE49-F238E27FC236}">
                <a16:creationId xmlns:a16="http://schemas.microsoft.com/office/drawing/2014/main" id="{36C7543A-2DA3-405D-9874-5E9BC217FF74}"/>
              </a:ext>
            </a:extLst>
          </p:cNvPr>
          <p:cNvSpPr>
            <a:spLocks xmlns:a="http://schemas.openxmlformats.org/drawingml/2006/main"/>
          </p:cNvSpPr>
          <p:nvPr/>
        </p:nvSpPr>
        <p:spPr>
          <a:xfrm xmlns:a="http://schemas.openxmlformats.org/drawingml/2006/main">
            <a:off x="609600" y="37338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Separate token comparison:</a:t>
            </a:r>
          </a:p>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multi-agent systems used about </a:t>
            </a:r>
            <a:r>
              <a:rPr b="1">
                <a:solidFill>
                  <a:srgbClr val="FFFCF5"/>
                </a:solidFill>
                <a:latin typeface="Helvetica"/>
                <a:ea typeface="Helvetica"/>
                <a:cs typeface="Helvetica"/>
              </a:rPr>
              <a:t>15x chat tokens</a:t>
            </a:r>
            <a:r>
              <a:rPr b="0">
                <a:solidFill>
                  <a:srgbClr val="FFFCF5"/>
                </a:solidFill>
                <a:latin typeface="Helvetica"/>
                <a:ea typeface="Helvetica"/>
                <a:cs typeface="Helvetica"/>
              </a:rPr>
              <a:t>.</a:t>
            </a:r>
          </a:p>
        </p:txBody>
      </p:sp>
      <p:sp>
        <p:nvSpPr>
          <p:cNvPr id="299" name="14b-text-15">
            <a:extLst xmlns:a="http://schemas.openxmlformats.org/drawingml/2006/main">
              <a:ext uri="{FF2B5EF4-FFF2-40B4-BE49-F238E27FC236}">
                <a16:creationId xmlns:a16="http://schemas.microsoft.com/office/drawing/2014/main" id="{8C33A17B-918B-43F7-BCDB-4EA50E91E070}"/>
              </a:ext>
            </a:extLst>
          </p:cNvPr>
          <p:cNvSpPr>
            <a:spLocks xmlns:a="http://schemas.openxmlformats.org/drawingml/2006/main"/>
          </p:cNvSpPr>
          <p:nvPr/>
        </p:nvSpPr>
        <p:spPr>
          <a:xfrm xmlns:a="http://schemas.openxmlformats.org/drawingml/2006/main">
            <a:off x="609600" y="52070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Poor fit when agents need shared context.</a:t>
            </a:r>
          </a:p>
        </p:txBody>
      </p:sp>
      <p:sp>
        <p:nvSpPr>
          <p:cNvPr id="300" name="14b-text-16">
            <a:extLst xmlns:a="http://schemas.openxmlformats.org/drawingml/2006/main">
              <a:ext uri="{FF2B5EF4-FFF2-40B4-BE49-F238E27FC236}">
                <a16:creationId xmlns:a16="http://schemas.microsoft.com/office/drawing/2014/main" id="{9C8581D7-A8DC-44EF-8AE7-E49419BB18EE}"/>
              </a:ext>
            </a:extLst>
          </p:cNvPr>
          <p:cNvSpPr>
            <a:spLocks xmlns:a="http://schemas.openxmlformats.org/drawingml/2006/main"/>
          </p:cNvSpPr>
          <p:nvPr/>
        </p:nvSpPr>
        <p:spPr>
          <a:xfrm xmlns:a="http://schemas.openxmlformats.org/drawingml/2006/main">
            <a:off x="609600" y="5816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Anthropic, June 13, 2025</a:t>
            </a:r>
          </a:p>
        </p:txBody>
      </p:sp>
      <p:sp>
        <p:nvSpPr>
          <p:cNvPr id="301" name="narrative-number">
            <a:extLst xmlns:a="http://schemas.openxmlformats.org/drawingml/2006/main">
              <a:ext uri="{FF2B5EF4-FFF2-40B4-BE49-F238E27FC236}">
                <a16:creationId xmlns:a16="http://schemas.microsoft.com/office/drawing/2014/main" id="{1A644B85-8A6D-4E4A-9CF5-8454C7DCF1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822008641"/>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2" name="!!area-name">
            <a:extLst xmlns:a="http://schemas.openxmlformats.org/drawingml/2006/main">
              <a:ext uri="{FF2B5EF4-FFF2-40B4-BE49-F238E27FC236}">
                <a16:creationId xmlns:a16="http://schemas.microsoft.com/office/drawing/2014/main" id="{7BDA984F-04B5-4EB3-B905-13AA390C665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21" name="mini-map"/>
          <p:cNvPicPr>
            <a:picLocks xmlns:a="http://schemas.openxmlformats.org/drawingml/2006/main" noChangeAspect="1"/>
          </p:cNvPicPr>
          <p:nvPr/>
        </p:nvPicPr>
        <p:blipFill>
          <a:blip xmlns:r="http://schemas.openxmlformats.org/officeDocument/2006/relationships" xmlns:a="http://schemas.openxmlformats.org/drawingml/2006/main" r:embed="R044f4e0b9b654ad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4" name="slide-title">
            <a:extLst xmlns:a="http://schemas.openxmlformats.org/drawingml/2006/main">
              <a:ext uri="{FF2B5EF4-FFF2-40B4-BE49-F238E27FC236}">
                <a16:creationId xmlns:a16="http://schemas.microsoft.com/office/drawing/2014/main" id="{7974A308-A8C1-46B2-928C-996AF9CD0B5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05" name="header-divider">
            <a:extLst xmlns:a="http://schemas.openxmlformats.org/drawingml/2006/main">
              <a:ext uri="{FF2B5EF4-FFF2-40B4-BE49-F238E27FC236}">
                <a16:creationId xmlns:a16="http://schemas.microsoft.com/office/drawing/2014/main" id="{2A34C671-47C9-41ED-9E1B-D34647825EB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6" name="15-text-1">
            <a:extLst xmlns:a="http://schemas.openxmlformats.org/drawingml/2006/main">
              <a:ext uri="{FF2B5EF4-FFF2-40B4-BE49-F238E27FC236}">
                <a16:creationId xmlns:a16="http://schemas.microsoft.com/office/drawing/2014/main" id="{FFACCFBC-D176-4894-99FE-3BCB81C0D6F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307" name="15-text-2">
            <a:extLst xmlns:a="http://schemas.openxmlformats.org/drawingml/2006/main">
              <a:ext uri="{FF2B5EF4-FFF2-40B4-BE49-F238E27FC236}">
                <a16:creationId xmlns:a16="http://schemas.microsoft.com/office/drawing/2014/main" id="{EA8F1D46-2688-40D2-9868-65741004AD23}"/>
              </a:ext>
            </a:extLst>
          </p:cNvPr>
          <p:cNvSpPr>
            <a:spLocks xmlns:a="http://schemas.openxmlformats.org/drawingml/2006/main"/>
          </p:cNvSpPr>
          <p:nvPr/>
        </p:nvSpPr>
        <p:spPr>
          <a:xfrm xmlns:a="http://schemas.openxmlformats.org/drawingml/2006/main">
            <a:off x="6096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08" name="15-text-3">
            <a:extLst xmlns:a="http://schemas.openxmlformats.org/drawingml/2006/main">
              <a:ext uri="{FF2B5EF4-FFF2-40B4-BE49-F238E27FC236}">
                <a16:creationId xmlns:a16="http://schemas.microsoft.com/office/drawing/2014/main" id="{1801FF91-E743-4A17-8517-4D75577BFD82}"/>
              </a:ext>
            </a:extLst>
          </p:cNvPr>
          <p:cNvSpPr>
            <a:spLocks xmlns:a="http://schemas.openxmlformats.org/drawingml/2006/main"/>
          </p:cNvSpPr>
          <p:nvPr/>
        </p:nvSpPr>
        <p:spPr>
          <a:xfrm xmlns:a="http://schemas.openxmlformats.org/drawingml/2006/main">
            <a:off x="12192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target packet.</a:t>
            </a:r>
          </a:p>
        </p:txBody>
      </p:sp>
      <p:sp>
        <p:nvSpPr>
          <p:cNvPr id="309" name="15-text-4">
            <a:extLst xmlns:a="http://schemas.openxmlformats.org/drawingml/2006/main">
              <a:ext uri="{FF2B5EF4-FFF2-40B4-BE49-F238E27FC236}">
                <a16:creationId xmlns:a16="http://schemas.microsoft.com/office/drawing/2014/main" id="{A1A706BC-71E2-4D66-B603-80C05424904C}"/>
              </a:ext>
            </a:extLst>
          </p:cNvPr>
          <p:cNvSpPr>
            <a:spLocks xmlns:a="http://schemas.openxmlformats.org/drawingml/2006/main"/>
          </p:cNvSpPr>
          <p:nvPr/>
        </p:nvSpPr>
        <p:spPr>
          <a:xfrm xmlns:a="http://schemas.openxmlformats.org/drawingml/2006/main">
            <a:off x="6096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10" name="15-text-5">
            <a:extLst xmlns:a="http://schemas.openxmlformats.org/drawingml/2006/main">
              <a:ext uri="{FF2B5EF4-FFF2-40B4-BE49-F238E27FC236}">
                <a16:creationId xmlns:a16="http://schemas.microsoft.com/office/drawing/2014/main" id="{FECD9154-F7BA-4158-A039-7C4A9C7510BB}"/>
              </a:ext>
            </a:extLst>
          </p:cNvPr>
          <p:cNvSpPr>
            <a:spLocks xmlns:a="http://schemas.openxmlformats.org/drawingml/2006/main"/>
          </p:cNvSpPr>
          <p:nvPr/>
        </p:nvSpPr>
        <p:spPr>
          <a:xfrm xmlns:a="http://schemas.openxmlformats.org/drawingml/2006/main">
            <a:off x="12192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311" name="15-text-6">
            <a:extLst xmlns:a="http://schemas.openxmlformats.org/drawingml/2006/main">
              <a:ext uri="{FF2B5EF4-FFF2-40B4-BE49-F238E27FC236}">
                <a16:creationId xmlns:a16="http://schemas.microsoft.com/office/drawing/2014/main" id="{C4C30295-4771-415F-A53B-CFD8AFF3632E}"/>
              </a:ext>
            </a:extLst>
          </p:cNvPr>
          <p:cNvSpPr>
            <a:spLocks xmlns:a="http://schemas.openxmlformats.org/drawingml/2006/main"/>
          </p:cNvSpPr>
          <p:nvPr/>
        </p:nvSpPr>
        <p:spPr>
          <a:xfrm xmlns:a="http://schemas.openxmlformats.org/drawingml/2006/main">
            <a:off x="6096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12" name="15-text-7">
            <a:extLst xmlns:a="http://schemas.openxmlformats.org/drawingml/2006/main">
              <a:ext uri="{FF2B5EF4-FFF2-40B4-BE49-F238E27FC236}">
                <a16:creationId xmlns:a16="http://schemas.microsoft.com/office/drawing/2014/main" id="{6DAA0CFA-F450-4117-B68C-5B63D1B9CA8A}"/>
              </a:ext>
            </a:extLst>
          </p:cNvPr>
          <p:cNvSpPr>
            <a:spLocks xmlns:a="http://schemas.openxmlformats.org/drawingml/2006/main"/>
          </p:cNvSpPr>
          <p:nvPr/>
        </p:nvSpPr>
        <p:spPr>
          <a:xfrm xmlns:a="http://schemas.openxmlformats.org/drawingml/2006/main">
            <a:off x="12192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313" name="15-text-8">
            <a:extLst xmlns:a="http://schemas.openxmlformats.org/drawingml/2006/main">
              <a:ext uri="{FF2B5EF4-FFF2-40B4-BE49-F238E27FC236}">
                <a16:creationId xmlns:a16="http://schemas.microsoft.com/office/drawing/2014/main" id="{BCD6E235-81CE-4F20-BC9A-BC6B726349C1}"/>
              </a:ext>
            </a:extLst>
          </p:cNvPr>
          <p:cNvSpPr>
            <a:spLocks xmlns:a="http://schemas.openxmlformats.org/drawingml/2006/main"/>
          </p:cNvSpPr>
          <p:nvPr/>
        </p:nvSpPr>
        <p:spPr>
          <a:xfrm xmlns:a="http://schemas.openxmlformats.org/drawingml/2006/main">
            <a:off x="6248400" y="28956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314" name="15-text-9">
            <a:extLst xmlns:a="http://schemas.openxmlformats.org/drawingml/2006/main">
              <a:ext uri="{FF2B5EF4-FFF2-40B4-BE49-F238E27FC236}">
                <a16:creationId xmlns:a16="http://schemas.microsoft.com/office/drawing/2014/main" id="{DBFB2E62-078B-4A47-A4F3-309AF542204E}"/>
              </a:ext>
            </a:extLst>
          </p:cNvPr>
          <p:cNvSpPr>
            <a:spLocks xmlns:a="http://schemas.openxmlformats.org/drawingml/2006/main"/>
          </p:cNvSpPr>
          <p:nvPr/>
        </p:nvSpPr>
        <p:spPr>
          <a:xfrm xmlns:a="http://schemas.openxmlformats.org/drawingml/2006/main">
            <a:off x="6858000" y="28956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315" name="15-text-10">
            <a:extLst xmlns:a="http://schemas.openxmlformats.org/drawingml/2006/main">
              <a:ext uri="{FF2B5EF4-FFF2-40B4-BE49-F238E27FC236}">
                <a16:creationId xmlns:a16="http://schemas.microsoft.com/office/drawing/2014/main" id="{0EE282E5-6CE2-4773-B861-5E0760E25E06}"/>
              </a:ext>
            </a:extLst>
          </p:cNvPr>
          <p:cNvSpPr>
            <a:spLocks xmlns:a="http://schemas.openxmlformats.org/drawingml/2006/main"/>
          </p:cNvSpPr>
          <p:nvPr/>
        </p:nvSpPr>
        <p:spPr>
          <a:xfrm xmlns:a="http://schemas.openxmlformats.org/drawingml/2006/main">
            <a:off x="6248400" y="38100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316" name="15-text-11">
            <a:extLst xmlns:a="http://schemas.openxmlformats.org/drawingml/2006/main">
              <a:ext uri="{FF2B5EF4-FFF2-40B4-BE49-F238E27FC236}">
                <a16:creationId xmlns:a16="http://schemas.microsoft.com/office/drawing/2014/main" id="{00D849B2-8B16-4FEA-9F21-BF4013B7F7D4}"/>
              </a:ext>
            </a:extLst>
          </p:cNvPr>
          <p:cNvSpPr>
            <a:spLocks xmlns:a="http://schemas.openxmlformats.org/drawingml/2006/main"/>
          </p:cNvSpPr>
          <p:nvPr/>
        </p:nvSpPr>
        <p:spPr>
          <a:xfrm xmlns:a="http://schemas.openxmlformats.org/drawingml/2006/main">
            <a:off x="6858000" y="38100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317" name="15-text-12">
            <a:extLst xmlns:a="http://schemas.openxmlformats.org/drawingml/2006/main">
              <a:ext uri="{FF2B5EF4-FFF2-40B4-BE49-F238E27FC236}">
                <a16:creationId xmlns:a16="http://schemas.microsoft.com/office/drawing/2014/main" id="{8948D251-6252-4415-9D85-CCDA18A39A83}"/>
              </a:ext>
            </a:extLst>
          </p:cNvPr>
          <p:cNvSpPr>
            <a:spLocks xmlns:a="http://schemas.openxmlformats.org/drawingml/2006/main"/>
          </p:cNvSpPr>
          <p:nvPr/>
        </p:nvSpPr>
        <p:spPr>
          <a:xfrm xmlns:a="http://schemas.openxmlformats.org/drawingml/2006/main">
            <a:off x="6248400" y="4724400"/>
            <a:ext cx="406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318" name="15-text-13">
            <a:extLst xmlns:a="http://schemas.openxmlformats.org/drawingml/2006/main">
              <a:ext uri="{FF2B5EF4-FFF2-40B4-BE49-F238E27FC236}">
                <a16:creationId xmlns:a16="http://schemas.microsoft.com/office/drawing/2014/main" id="{B2800C5E-1DD1-47B9-9E26-7AED1B219ADB}"/>
              </a:ext>
            </a:extLst>
          </p:cNvPr>
          <p:cNvSpPr>
            <a:spLocks xmlns:a="http://schemas.openxmlformats.org/drawingml/2006/main"/>
          </p:cNvSpPr>
          <p:nvPr/>
        </p:nvSpPr>
        <p:spPr>
          <a:xfrm xmlns:a="http://schemas.openxmlformats.org/drawingml/2006/main">
            <a:off x="6858000" y="4724400"/>
            <a:ext cx="472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319" name="narrative-number">
            <a:extLst xmlns:a="http://schemas.openxmlformats.org/drawingml/2006/main">
              <a:ext uri="{FF2B5EF4-FFF2-40B4-BE49-F238E27FC236}">
                <a16:creationId xmlns:a16="http://schemas.microsoft.com/office/drawing/2014/main" id="{F9613634-C686-45EE-8C04-F32ADD116C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90284388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1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0" name="!!area-name">
            <a:extLst xmlns:a="http://schemas.openxmlformats.org/drawingml/2006/main">
              <a:ext uri="{FF2B5EF4-FFF2-40B4-BE49-F238E27FC236}">
                <a16:creationId xmlns:a16="http://schemas.microsoft.com/office/drawing/2014/main" id="{EE6F50DD-4E0C-49E9-9AF3-14AC39EEA7D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30" name="mini-map"/>
          <p:cNvPicPr>
            <a:picLocks xmlns:a="http://schemas.openxmlformats.org/drawingml/2006/main" noChangeAspect="1"/>
          </p:cNvPicPr>
          <p:nvPr/>
        </p:nvPicPr>
        <p:blipFill>
          <a:blip xmlns:r="http://schemas.openxmlformats.org/officeDocument/2006/relationships" xmlns:a="http://schemas.openxmlformats.org/drawingml/2006/main" r:embed="Rc200cb7bc10242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2" name="slide-title">
            <a:extLst xmlns:a="http://schemas.openxmlformats.org/drawingml/2006/main">
              <a:ext uri="{FF2B5EF4-FFF2-40B4-BE49-F238E27FC236}">
                <a16:creationId xmlns:a16="http://schemas.microsoft.com/office/drawing/2014/main" id="{A444A9FC-BABC-4300-81BC-2F6253738E7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23" name="header-divider">
            <a:extLst xmlns:a="http://schemas.openxmlformats.org/drawingml/2006/main">
              <a:ext uri="{FF2B5EF4-FFF2-40B4-BE49-F238E27FC236}">
                <a16:creationId xmlns:a16="http://schemas.microsoft.com/office/drawing/2014/main" id="{C925AAB9-FB2A-4B9A-B08F-0810DF1B20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4" name="15-text-14">
            <a:extLst xmlns:a="http://schemas.openxmlformats.org/drawingml/2006/main">
              <a:ext uri="{FF2B5EF4-FFF2-40B4-BE49-F238E27FC236}">
                <a16:creationId xmlns:a16="http://schemas.microsoft.com/office/drawing/2014/main" id="{702B8599-3198-4718-8A71-4721B2F6B94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extension after measuring the workflow</a:t>
            </a:r>
          </a:p>
        </p:txBody>
      </p:sp>
      <p:sp>
        <p:nvSpPr>
          <p:cNvPr id="325" name="15-text-15">
            <a:extLst xmlns:a="http://schemas.openxmlformats.org/drawingml/2006/main">
              <a:ext uri="{FF2B5EF4-FFF2-40B4-BE49-F238E27FC236}">
                <a16:creationId xmlns:a16="http://schemas.microsoft.com/office/drawing/2014/main" id="{806BE18C-9266-4430-9423-D45EB314220B}"/>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Optional workers: compare FRB-017 and FRB-031 independently.</a:t>
            </a:r>
          </a:p>
        </p:txBody>
      </p:sp>
      <p:sp>
        <p:nvSpPr>
          <p:cNvPr id="326" name="15-text-16">
            <a:extLst xmlns:a="http://schemas.openxmlformats.org/drawingml/2006/main">
              <a:ext uri="{FF2B5EF4-FFF2-40B4-BE49-F238E27FC236}">
                <a16:creationId xmlns:a16="http://schemas.microsoft.com/office/drawing/2014/main" id="{B73F58D7-8BA5-4D6E-8471-A49DB75EB41D}"/>
              </a:ext>
            </a:extLst>
          </p:cNvPr>
          <p:cNvSpPr>
            <a:spLocks xmlns:a="http://schemas.openxmlformats.org/drawingml/2006/main"/>
          </p:cNvSpPr>
          <p:nvPr/>
        </p:nvSpPr>
        <p:spPr>
          <a:xfrm xmlns:a="http://schemas.openxmlformats.org/drawingml/2006/main">
            <a:off x="609600" y="35814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Return evidence and uncertainty to the main analyst.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Authorized internal FRB corpus and attachments only.</a:t>
            </a:r>
          </a:p>
        </p:txBody>
      </p:sp>
      <p:sp>
        <p:nvSpPr>
          <p:cNvPr id="327" name="15-text-17">
            <a:extLst xmlns:a="http://schemas.openxmlformats.org/drawingml/2006/main">
              <a:ext uri="{FF2B5EF4-FFF2-40B4-BE49-F238E27FC236}">
                <a16:creationId xmlns:a16="http://schemas.microsoft.com/office/drawing/2014/main" id="{D2C07BBA-B0AF-4C31-BC64-C09F92A8DAEB}"/>
              </a:ext>
            </a:extLst>
          </p:cNvPr>
          <p:cNvSpPr>
            <a:spLocks xmlns:a="http://schemas.openxmlformats.org/drawingml/2006/main"/>
          </p:cNvSpPr>
          <p:nvPr/>
        </p:nvSpPr>
        <p:spPr>
          <a:xfrm xmlns:a="http://schemas.openxmlformats.org/drawingml/2006/main">
            <a:off x="609600" y="46990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retries. Save steps and revisions for resume.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Recheck freshness, access, and export receipts.</a:t>
            </a:r>
          </a:p>
        </p:txBody>
      </p:sp>
      <p:sp>
        <p:nvSpPr>
          <p:cNvPr id="328" name="narrative-number">
            <a:extLst xmlns:a="http://schemas.openxmlformats.org/drawingml/2006/main">
              <a:ext uri="{FF2B5EF4-FFF2-40B4-BE49-F238E27FC236}">
                <a16:creationId xmlns:a16="http://schemas.microsoft.com/office/drawing/2014/main" id="{F8587826-7B2E-4C59-802B-F325A4D064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3282777230"/>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9" name="!!area-name">
            <a:extLst xmlns:a="http://schemas.openxmlformats.org/drawingml/2006/main">
              <a:ext uri="{FF2B5EF4-FFF2-40B4-BE49-F238E27FC236}">
                <a16:creationId xmlns:a16="http://schemas.microsoft.com/office/drawing/2014/main" id="{9D2CBF6A-8A96-4147-AF37-CB88A5B37F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When you are the owner</a:t>
            </a:r>
          </a:p>
        </p:txBody>
      </p:sp>
      <p:pic>
        <p:nvPicPr>
          <p:cNvPr id="344" name="mini-map"/>
          <p:cNvPicPr>
            <a:picLocks xmlns:a="http://schemas.openxmlformats.org/drawingml/2006/main" noChangeAspect="1"/>
          </p:cNvPicPr>
          <p:nvPr/>
        </p:nvPicPr>
        <p:blipFill>
          <a:blip xmlns:r="http://schemas.openxmlformats.org/officeDocument/2006/relationships" xmlns:a="http://schemas.openxmlformats.org/drawingml/2006/main" r:embed="Rd5f516062dcf426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1" name="slide-title">
            <a:extLst xmlns:a="http://schemas.openxmlformats.org/drawingml/2006/main">
              <a:ext uri="{FF2B5EF4-FFF2-40B4-BE49-F238E27FC236}">
                <a16:creationId xmlns:a16="http://schemas.microsoft.com/office/drawing/2014/main" id="{80918022-B415-447F-8E3B-C83EEC515F5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the workflow. Own the loop.</a:t>
            </a:r>
          </a:p>
        </p:txBody>
      </p:sp>
      <p:sp>
        <p:nvSpPr>
          <p:cNvPr id="332" name="header-divider">
            <a:extLst xmlns:a="http://schemas.openxmlformats.org/drawingml/2006/main">
              <a:ext uri="{FF2B5EF4-FFF2-40B4-BE49-F238E27FC236}">
                <a16:creationId xmlns:a16="http://schemas.microsoft.com/office/drawing/2014/main" id="{BE576172-C76B-4CF6-AF1E-F4D74754437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3" name="15-text-18">
            <a:extLst xmlns:a="http://schemas.openxmlformats.org/drawingml/2006/main">
              <a:ext uri="{FF2B5EF4-FFF2-40B4-BE49-F238E27FC236}">
                <a16:creationId xmlns:a16="http://schemas.microsoft.com/office/drawing/2014/main" id="{7CDF2924-6343-407D-B65D-1585BF4B435F}"/>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operating limits</a:t>
            </a:r>
          </a:p>
        </p:txBody>
      </p:sp>
      <p:sp>
        <p:nvSpPr>
          <p:cNvPr id="334" name="15-text-19">
            <a:extLst xmlns:a="http://schemas.openxmlformats.org/drawingml/2006/main">
              <a:ext uri="{FF2B5EF4-FFF2-40B4-BE49-F238E27FC236}">
                <a16:creationId xmlns:a16="http://schemas.microsoft.com/office/drawing/2014/main" id="{C2F776A0-FDAB-4B22-AC62-9FAE6036700F}"/>
              </a:ext>
            </a:extLst>
          </p:cNvPr>
          <p:cNvSpPr>
            <a:spLocks xmlns:a="http://schemas.openxmlformats.org/drawingml/2006/main"/>
          </p:cNvSpPr>
          <p:nvPr/>
        </p:nvSpPr>
        <p:spPr>
          <a:xfrm xmlns:a="http://schemas.openxmlformats.org/drawingml/2006/main">
            <a:off x="609600" y="2844800"/>
            <a:ext cx="109728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Conflicting findings: inspect sources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or leave the result unresolved.</a:t>
            </a:r>
          </a:p>
        </p:txBody>
      </p:sp>
      <p:sp>
        <p:nvSpPr>
          <p:cNvPr id="335" name="15-text-20">
            <a:extLst xmlns:a="http://schemas.openxmlformats.org/drawingml/2006/main">
              <a:ext uri="{FF2B5EF4-FFF2-40B4-BE49-F238E27FC236}">
                <a16:creationId xmlns:a16="http://schemas.microsoft.com/office/drawing/2014/main" id="{D4EAB61A-E599-478A-8C2F-30EC2D0DE876}"/>
              </a:ext>
            </a:extLst>
          </p:cNvPr>
          <p:cNvSpPr>
            <a:spLocks xmlns:a="http://schemas.openxmlformats.org/drawingml/2006/main"/>
          </p:cNvSpPr>
          <p:nvPr/>
        </p:nvSpPr>
        <p:spPr>
          <a:xfrm xmlns:a="http://schemas.openxmlformats.org/drawingml/2006/main">
            <a:off x="609600" y="3860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Incomplete indexing must be explicit.</a:t>
            </a:r>
          </a:p>
        </p:txBody>
      </p:sp>
      <p:sp>
        <p:nvSpPr>
          <p:cNvPr id="336" name="15-text-21">
            <a:extLst xmlns:a="http://schemas.openxmlformats.org/drawingml/2006/main">
              <a:ext uri="{FF2B5EF4-FFF2-40B4-BE49-F238E27FC236}">
                <a16:creationId xmlns:a16="http://schemas.microsoft.com/office/drawing/2014/main" id="{8646204C-6015-4425-9F5E-86CF8FDAAC68}"/>
              </a:ext>
            </a:extLst>
          </p:cNvPr>
          <p:cNvSpPr>
            <a:spLocks xmlns:a="http://schemas.openxmlformats.org/drawingml/2006/main"/>
          </p:cNvSpPr>
          <p:nvPr/>
        </p:nvSpPr>
        <p:spPr>
          <a:xfrm xmlns:a="http://schemas.openxmlformats.org/drawingml/2006/main">
            <a:off x="609600" y="4749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Bound actions, tokens, and end-to-end latency.</a:t>
            </a:r>
          </a:p>
        </p:txBody>
      </p:sp>
      <p:sp>
        <p:nvSpPr>
          <p:cNvPr id="337" name="15-shape-22">
            <a:extLst xmlns:a="http://schemas.openxmlformats.org/drawingml/2006/main">
              <a:ext uri="{FF2B5EF4-FFF2-40B4-BE49-F238E27FC236}">
                <a16:creationId xmlns:a16="http://schemas.microsoft.com/office/drawing/2014/main" id="{8B209A08-4F45-4578-955E-CA1749FE2763}"/>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338" name="15-shape-23">
            <a:extLst xmlns:a="http://schemas.openxmlformats.org/drawingml/2006/main">
              <a:ext uri="{FF2B5EF4-FFF2-40B4-BE49-F238E27FC236}">
                <a16:creationId xmlns:a16="http://schemas.microsoft.com/office/drawing/2014/main" id="{3CDD13E0-0FBD-4BF3-B58B-3F7D5BF2F32C}"/>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339" name="15-text-24">
            <a:extLst xmlns:a="http://schemas.openxmlformats.org/drawingml/2006/main">
              <a:ext uri="{FF2B5EF4-FFF2-40B4-BE49-F238E27FC236}">
                <a16:creationId xmlns:a16="http://schemas.microsoft.com/office/drawing/2014/main" id="{FEC2EBA5-B9C1-48D7-AED0-5B5842579CC1}"/>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340" name="15-text-25">
            <a:extLst xmlns:a="http://schemas.openxmlformats.org/drawingml/2006/main">
              <a:ext uri="{FF2B5EF4-FFF2-40B4-BE49-F238E27FC236}">
                <a16:creationId xmlns:a16="http://schemas.microsoft.com/office/drawing/2014/main" id="{972AB463-48CE-4AE8-9921-4A7F341A7546}"/>
              </a:ext>
            </a:extLst>
          </p:cNvPr>
          <p:cNvSpPr>
            <a:spLocks xmlns:a="http://schemas.openxmlformats.org/drawingml/2006/main"/>
          </p:cNvSpPr>
          <p:nvPr/>
        </p:nvSpPr>
        <p:spPr>
          <a:xfrm xmlns:a="http://schemas.openxmlformats.org/drawingml/2006/main">
            <a:off x="2489200" y="5740400"/>
            <a:ext cx="909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341" name="15-text-26">
            <a:extLst xmlns:a="http://schemas.openxmlformats.org/drawingml/2006/main">
              <a:ext uri="{FF2B5EF4-FFF2-40B4-BE49-F238E27FC236}">
                <a16:creationId xmlns:a16="http://schemas.microsoft.com/office/drawing/2014/main" id="{9B19A5A1-8EE8-424B-A431-0161713C103F}"/>
              </a:ext>
            </a:extLst>
          </p:cNvPr>
          <p:cNvSpPr>
            <a:spLocks xmlns:a="http://schemas.openxmlformats.org/drawingml/2006/main"/>
          </p:cNvSpPr>
          <p:nvPr/>
        </p:nvSpPr>
        <p:spPr>
          <a:xfrm xmlns:a="http://schemas.openxmlformats.org/drawingml/2006/main">
            <a:off x="2489200" y="6172200"/>
            <a:ext cx="9093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 bounded result can be an explicit limitation or a human handoff.</a:t>
            </a:r>
          </a:p>
        </p:txBody>
      </p:sp>
      <p:sp>
        <p:nvSpPr>
          <p:cNvPr id="342" name="narrative-number">
            <a:extLst xmlns:a="http://schemas.openxmlformats.org/drawingml/2006/main">
              <a:ext uri="{FF2B5EF4-FFF2-40B4-BE49-F238E27FC236}">
                <a16:creationId xmlns:a16="http://schemas.microsoft.com/office/drawing/2014/main" id="{4DFECFA4-8935-4F4C-B1C0-DC85083400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622080093"/>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7"/>
                                        </p:tgtEl>
                                        <p:attrNameLst>
                                          <p:attrName>style.visibility</p:attrName>
                                        </p:attrNameLst>
                                      </p:cBhvr>
                                      <p:to>
                                        <p:strVal val="visible"/>
                                      </p:to>
                                    </p:set>
                                    <p:animEffect transition="in" filter="fade">
                                      <p:cBhvr>
                                        <p:cTn id="7" dur="300" fill="hold"/>
                                        <p:tgtEl>
                                          <p:spTgt spid="337"/>
                                        </p:tgtEl>
                                      </p:cBhvr>
                                    </p:animEffect>
                                  </p:childTnLst>
                                </p:cTn>
                              </p:par>
                              <p:par>
                                <p:cTn id="8" presetID="10" presetClass="entr" presetSubtype="0" fill="hold" nodeType="withEffect">
                                  <p:stCondLst>
                                    <p:cond delay="0"/>
                                  </p:stCondLst>
                                  <p:childTnLst>
                                    <p:set>
                                      <p:cBhvr>
                                        <p:cTn id="9" dur="1" fill="hold">
                                          <p:stCondLst>
                                            <p:cond delay="0"/>
                                          </p:stCondLst>
                                        </p:cTn>
                                        <p:tgtEl>
                                          <p:spTgt spid="338"/>
                                        </p:tgtEl>
                                        <p:attrNameLst>
                                          <p:attrName>style.visibility</p:attrName>
                                        </p:attrNameLst>
                                      </p:cBhvr>
                                      <p:to>
                                        <p:strVal val="visible"/>
                                      </p:to>
                                    </p:set>
                                    <p:animEffect transition="in" filter="fade">
                                      <p:cBhvr>
                                        <p:cTn id="10" dur="300" fill="hold"/>
                                        <p:tgtEl>
                                          <p:spTgt spid="338"/>
                                        </p:tgtEl>
                                      </p:cBhvr>
                                    </p:animEffect>
                                  </p:childTnLst>
                                </p:cTn>
                              </p:par>
                              <p:par>
                                <p:cTn id="11" presetID="10" presetClass="entr" presetSubtype="0" fill="hold" nodeType="withEffect">
                                  <p:stCondLst>
                                    <p:cond delay="0"/>
                                  </p:stCondLst>
                                  <p:childTnLst>
                                    <p:set>
                                      <p:cBhvr>
                                        <p:cTn id="12" dur="1" fill="hold">
                                          <p:stCondLst>
                                            <p:cond delay="0"/>
                                          </p:stCondLst>
                                        </p:cTn>
                                        <p:tgtEl>
                                          <p:spTgt spid="339"/>
                                        </p:tgtEl>
                                        <p:attrNameLst>
                                          <p:attrName>style.visibility</p:attrName>
                                        </p:attrNameLst>
                                      </p:cBhvr>
                                      <p:to>
                                        <p:strVal val="visible"/>
                                      </p:to>
                                    </p:set>
                                    <p:animEffect transition="in" filter="fade">
                                      <p:cBhvr>
                                        <p:cTn id="13" dur="300" fill="hold"/>
                                        <p:tgtEl>
                                          <p:spTgt spid="339"/>
                                        </p:tgtEl>
                                      </p:cBhvr>
                                    </p:animEffect>
                                  </p:childTnLst>
                                </p:cTn>
                              </p:par>
                              <p:par>
                                <p:cTn id="14" presetID="10" presetClass="entr" presetSubtype="0" fill="hold" nodeType="withEffect">
                                  <p:stCondLst>
                                    <p:cond delay="0"/>
                                  </p:stCondLst>
                                  <p:childTnLst>
                                    <p:set>
                                      <p:cBhvr>
                                        <p:cTn id="15" dur="1" fill="hold">
                                          <p:stCondLst>
                                            <p:cond delay="0"/>
                                          </p:stCondLst>
                                        </p:cTn>
                                        <p:tgtEl>
                                          <p:spTgt spid="340"/>
                                        </p:tgtEl>
                                        <p:attrNameLst>
                                          <p:attrName>style.visibility</p:attrName>
                                        </p:attrNameLst>
                                      </p:cBhvr>
                                      <p:to>
                                        <p:strVal val="visible"/>
                                      </p:to>
                                    </p:set>
                                    <p:animEffect transition="in" filter="fade">
                                      <p:cBhvr>
                                        <p:cTn id="16" dur="300" fill="hold"/>
                                        <p:tgtEl>
                                          <p:spTgt spid="340"/>
                                        </p:tgtEl>
                                      </p:cBhvr>
                                    </p:animEffect>
                                  </p:childTnLst>
                                </p:cTn>
                              </p:par>
                              <p:par>
                                <p:cTn id="17" presetID="1" presetClass="entr" presetSubtype="0" fill="hold" nodeType="withEffect">
                                  <p:stCondLst>
                                    <p:cond delay="0"/>
                                  </p:stCondLst>
                                  <p:childTnLst>
                                    <p:set>
                                      <p:cBhvr>
                                        <p:cTn id="18" dur="1" fill="hold">
                                          <p:stCondLst>
                                            <p:cond delay="0"/>
                                          </p:stCondLst>
                                        </p:cTn>
                                        <p:tgtEl>
                                          <p:spTgt spid="3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3" name="!!area-header">
            <a:extLst xmlns:a="http://schemas.openxmlformats.org/drawingml/2006/main">
              <a:ext uri="{FF2B5EF4-FFF2-40B4-BE49-F238E27FC236}">
                <a16:creationId xmlns:a16="http://schemas.microsoft.com/office/drawing/2014/main" id="{3D462375-9B61-4496-98E6-96AD122ED458}"/>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344" name="!!area-name">
            <a:extLst xmlns:a="http://schemas.openxmlformats.org/drawingml/2006/main">
              <a:ext uri="{FF2B5EF4-FFF2-40B4-BE49-F238E27FC236}">
                <a16:creationId xmlns:a16="http://schemas.microsoft.com/office/drawing/2014/main" id="{5FDF85F6-2905-4CDE-833B-AD35FCFC39F3}"/>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Verification and evals</a:t>
            </a:r>
          </a:p>
        </p:txBody>
      </p:sp>
      <p:sp>
        <p:nvSpPr>
          <p:cNvPr id="345" name="!!area-beat">
            <a:extLst xmlns:a="http://schemas.openxmlformats.org/drawingml/2006/main">
              <a:ext uri="{FF2B5EF4-FFF2-40B4-BE49-F238E27FC236}">
                <a16:creationId xmlns:a16="http://schemas.microsoft.com/office/drawing/2014/main" id="{37AF220C-DE40-4D6C-B33A-C7295EA4E576}"/>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346" name="header-divider">
            <a:extLst xmlns:a="http://schemas.openxmlformats.org/drawingml/2006/main">
              <a:ext uri="{FF2B5EF4-FFF2-40B4-BE49-F238E27FC236}">
                <a16:creationId xmlns:a16="http://schemas.microsoft.com/office/drawing/2014/main" id="{9FF29395-6911-46C6-AA68-62897CFFD4FA}"/>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7" name="16-text-1">
            <a:extLst xmlns:a="http://schemas.openxmlformats.org/drawingml/2006/main">
              <a:ext uri="{FF2B5EF4-FFF2-40B4-BE49-F238E27FC236}">
                <a16:creationId xmlns:a16="http://schemas.microsoft.com/office/drawing/2014/main" id="{2227369F-6191-4E06-A177-0E22EFBDCC47}"/>
              </a:ext>
            </a:extLst>
          </p:cNvPr>
          <p:cNvSpPr>
            <a:spLocks xmlns:a="http://schemas.openxmlformats.org/drawingml/2006/main"/>
          </p:cNvSpPr>
          <p:nvPr/>
        </p:nvSpPr>
        <p:spPr>
          <a:xfrm xmlns:a="http://schemas.openxmlformats.org/drawingml/2006/main">
            <a:off x="6096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write</a:t>
            </a:r>
          </a:p>
        </p:txBody>
      </p:sp>
      <p:sp>
        <p:nvSpPr>
          <p:cNvPr id="348" name="16-text-2">
            <a:extLst xmlns:a="http://schemas.openxmlformats.org/drawingml/2006/main">
              <a:ext uri="{FF2B5EF4-FFF2-40B4-BE49-F238E27FC236}">
                <a16:creationId xmlns:a16="http://schemas.microsoft.com/office/drawing/2014/main" id="{5A9317C1-67E4-41E1-A34D-1E0B4A52DF8B}"/>
              </a:ext>
            </a:extLst>
          </p:cNvPr>
          <p:cNvSpPr>
            <a:spLocks xmlns:a="http://schemas.openxmlformats.org/drawingml/2006/main"/>
          </p:cNvSpPr>
          <p:nvPr/>
        </p:nvSpPr>
        <p:spPr>
          <a:xfrm xmlns:a="http://schemas.openxmlformats.org/drawingml/2006/main">
            <a:off x="34290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a:t>
            </a:r>
          </a:p>
        </p:txBody>
      </p:sp>
      <p:sp>
        <p:nvSpPr>
          <p:cNvPr id="349" name="16-text-3">
            <a:extLst xmlns:a="http://schemas.openxmlformats.org/drawingml/2006/main">
              <a:ext uri="{FF2B5EF4-FFF2-40B4-BE49-F238E27FC236}">
                <a16:creationId xmlns:a16="http://schemas.microsoft.com/office/drawing/2014/main" id="{2B0D9753-0436-4968-A48D-1B11CC9B40F8}"/>
              </a:ext>
            </a:extLst>
          </p:cNvPr>
          <p:cNvSpPr>
            <a:spLocks xmlns:a="http://schemas.openxmlformats.org/drawingml/2006/main"/>
          </p:cNvSpPr>
          <p:nvPr/>
        </p:nvSpPr>
        <p:spPr>
          <a:xfrm xmlns:a="http://schemas.openxmlformats.org/drawingml/2006/main">
            <a:off x="62484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read the failure</a:t>
            </a:r>
          </a:p>
        </p:txBody>
      </p:sp>
      <p:sp>
        <p:nvSpPr>
          <p:cNvPr id="350" name="16-text-4">
            <a:extLst xmlns:a="http://schemas.openxmlformats.org/drawingml/2006/main">
              <a:ext uri="{FF2B5EF4-FFF2-40B4-BE49-F238E27FC236}">
                <a16:creationId xmlns:a16="http://schemas.microsoft.com/office/drawing/2014/main" id="{782BFB6E-3355-4F40-9E2C-FF5BDF371B30}"/>
              </a:ext>
            </a:extLst>
          </p:cNvPr>
          <p:cNvSpPr>
            <a:spLocks xmlns:a="http://schemas.openxmlformats.org/drawingml/2006/main"/>
          </p:cNvSpPr>
          <p:nvPr/>
        </p:nvSpPr>
        <p:spPr>
          <a:xfrm xmlns:a="http://schemas.openxmlformats.org/drawingml/2006/main">
            <a:off x="9067800" y="2349500"/>
            <a:ext cx="2514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retry</a:t>
            </a:r>
          </a:p>
        </p:txBody>
      </p:sp>
      <p:sp>
        <p:nvSpPr>
          <p:cNvPr id="351" name="16-line-6">
            <a:extLst xmlns:a="http://schemas.openxmlformats.org/drawingml/2006/main">
              <a:ext uri="{FF2B5EF4-FFF2-40B4-BE49-F238E27FC236}">
                <a16:creationId xmlns:a16="http://schemas.microsoft.com/office/drawing/2014/main" id="{850C9845-5034-4AB7-A6A3-70DF931B7CE9}"/>
              </a:ext>
            </a:extLst>
          </p:cNvPr>
          <p:cNvSpPr>
            <a:spLocks xmlns:a="http://schemas.openxmlformats.org/drawingml/2006/main"/>
          </p:cNvSpPr>
          <p:nvPr/>
        </p:nvSpPr>
        <p:spPr>
          <a:xfrm xmlns:a="http://schemas.openxmlformats.org/drawingml/2006/main" flipH="0" flipV="0">
            <a:off x="27305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2" name="16-line-8">
            <a:extLst xmlns:a="http://schemas.openxmlformats.org/drawingml/2006/main">
              <a:ext uri="{FF2B5EF4-FFF2-40B4-BE49-F238E27FC236}">
                <a16:creationId xmlns:a16="http://schemas.microsoft.com/office/drawing/2014/main" id="{940B318E-13FB-4444-A747-01E74A173077}"/>
              </a:ext>
            </a:extLst>
          </p:cNvPr>
          <p:cNvSpPr>
            <a:spLocks xmlns:a="http://schemas.openxmlformats.org/drawingml/2006/main"/>
          </p:cNvSpPr>
          <p:nvPr/>
        </p:nvSpPr>
        <p:spPr>
          <a:xfrm xmlns:a="http://schemas.openxmlformats.org/drawingml/2006/main" flipH="0" flipV="0">
            <a:off x="55499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3" name="16-line-10">
            <a:extLst xmlns:a="http://schemas.openxmlformats.org/drawingml/2006/main">
              <a:ext uri="{FF2B5EF4-FFF2-40B4-BE49-F238E27FC236}">
                <a16:creationId xmlns:a16="http://schemas.microsoft.com/office/drawing/2014/main" id="{90FA8B6D-4B14-4BCF-A93B-9F04F7EB2BEA}"/>
              </a:ext>
            </a:extLst>
          </p:cNvPr>
          <p:cNvSpPr>
            <a:spLocks xmlns:a="http://schemas.openxmlformats.org/drawingml/2006/main"/>
          </p:cNvSpPr>
          <p:nvPr/>
        </p:nvSpPr>
        <p:spPr>
          <a:xfrm xmlns:a="http://schemas.openxmlformats.org/drawingml/2006/main" flipH="0" flipV="0">
            <a:off x="8369300" y="2908300"/>
            <a:ext cx="7747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4" name="16-text-11">
            <a:extLst xmlns:a="http://schemas.openxmlformats.org/drawingml/2006/main">
              <a:ext uri="{FF2B5EF4-FFF2-40B4-BE49-F238E27FC236}">
                <a16:creationId xmlns:a16="http://schemas.microsoft.com/office/drawing/2014/main" id="{B5E5193E-B397-46B1-9086-562777105ED0}"/>
              </a:ext>
            </a:extLst>
          </p:cNvPr>
          <p:cNvSpPr>
            <a:spLocks xmlns:a="http://schemas.openxmlformats.org/drawingml/2006/main"/>
          </p:cNvSpPr>
          <p:nvPr/>
        </p:nvSpPr>
        <p:spPr>
          <a:xfrm xmlns:a="http://schemas.openxmlformats.org/drawingml/2006/main">
            <a:off x="609600" y="3581400"/>
            <a:ext cx="10972800" cy="203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"LLMs are quite happy to say</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'all tests green', yet when I run them,</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there are failures."</a:t>
            </a:r>
          </a:p>
        </p:txBody>
      </p:sp>
      <p:sp>
        <p:nvSpPr>
          <p:cNvPr id="355" name="16-text-12">
            <a:extLst xmlns:a="http://schemas.openxmlformats.org/drawingml/2006/main">
              <a:ext uri="{FF2B5EF4-FFF2-40B4-BE49-F238E27FC236}">
                <a16:creationId xmlns:a16="http://schemas.microsoft.com/office/drawing/2014/main" id="{E49CE542-3DB9-4B41-805E-D5214B6F9C2B}"/>
              </a:ext>
            </a:extLst>
          </p:cNvPr>
          <p:cNvSpPr>
            <a:spLocks xmlns:a="http://schemas.openxmlformats.org/drawingml/2006/main"/>
          </p:cNvSpPr>
          <p:nvPr/>
        </p:nvSpPr>
        <p:spPr>
          <a:xfrm xmlns:a="http://schemas.openxmlformats.org/drawingml/2006/main">
            <a:off x="609600" y="5765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Martin Fowler, August 2025</a:t>
            </a:r>
          </a:p>
        </p:txBody>
      </p:sp>
      <p:sp>
        <p:nvSpPr>
          <p:cNvPr id="356" name="narrative-number">
            <a:extLst xmlns:a="http://schemas.openxmlformats.org/drawingml/2006/main">
              <a:ext uri="{FF2B5EF4-FFF2-40B4-BE49-F238E27FC236}">
                <a16:creationId xmlns:a16="http://schemas.microsoft.com/office/drawing/2014/main" id="{F5DCAA6C-8747-4824-A1D7-E3B115F5AD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353911058"/>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7" name="!!area-name">
            <a:extLst xmlns:a="http://schemas.openxmlformats.org/drawingml/2006/main">
              <a:ext uri="{FF2B5EF4-FFF2-40B4-BE49-F238E27FC236}">
                <a16:creationId xmlns:a16="http://schemas.microsoft.com/office/drawing/2014/main" id="{0A8E1A51-E5DA-4A86-A7D9-411C56EDCB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66" name="mini-map"/>
          <p:cNvPicPr>
            <a:picLocks xmlns:a="http://schemas.openxmlformats.org/drawingml/2006/main" noChangeAspect="1"/>
          </p:cNvPicPr>
          <p:nvPr/>
        </p:nvPicPr>
        <p:blipFill>
          <a:blip xmlns:r="http://schemas.openxmlformats.org/officeDocument/2006/relationships" xmlns:a="http://schemas.openxmlformats.org/drawingml/2006/main" r:embed="R130978d7d01345d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9" name="header-divider">
            <a:extLst xmlns:a="http://schemas.openxmlformats.org/drawingml/2006/main">
              <a:ext uri="{FF2B5EF4-FFF2-40B4-BE49-F238E27FC236}">
                <a16:creationId xmlns:a16="http://schemas.microsoft.com/office/drawing/2014/main" id="{15736984-2164-4833-9D72-8AEC7B07AD8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0" name="16b-text-1">
            <a:extLst xmlns:a="http://schemas.openxmlformats.org/drawingml/2006/main">
              <a:ext uri="{FF2B5EF4-FFF2-40B4-BE49-F238E27FC236}">
                <a16:creationId xmlns:a16="http://schemas.microsoft.com/office/drawing/2014/main" id="{90F5CD90-D629-416A-A3BA-845190932D2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61" name="16b-text-2">
            <a:extLst xmlns:a="http://schemas.openxmlformats.org/drawingml/2006/main">
              <a:ext uri="{FF2B5EF4-FFF2-40B4-BE49-F238E27FC236}">
                <a16:creationId xmlns:a16="http://schemas.microsoft.com/office/drawing/2014/main" id="{61B61652-E3FD-4DB9-9784-D7D0A6235E39}"/>
              </a:ext>
            </a:extLst>
          </p:cNvPr>
          <p:cNvSpPr>
            <a:spLocks xmlns:a="http://schemas.openxmlformats.org/drawingml/2006/main"/>
          </p:cNvSpPr>
          <p:nvPr/>
        </p:nvSpPr>
        <p:spPr>
          <a:xfrm xmlns:a="http://schemas.openxmlformats.org/drawingml/2006/main">
            <a:off x="609600" y="243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Two complementary uses of checks. This talk's organizing model:</a:t>
            </a:r>
          </a:p>
        </p:txBody>
      </p:sp>
      <p:graphicFrame>
        <p:nvGraphicFramePr>
          <p:cNvPr id="370" name="16b-table-3"/>
          <p:cNvGraphicFramePr/>
          <p:nvPr/>
        </p:nvGraphicFramePr>
        <p:xfrm>
          <a:off xmlns:a="http://schemas.openxmlformats.org/drawingml/2006/main" x="609600" y="2921000"/>
          <a:ext xmlns:a="http://schemas.openxmlformats.org/drawingml/2006/main" cx="10972800" cy="2463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Verification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Evaluation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25500">
                <a:tc>
                  <a:txBody>
                    <a:bodyPr>
                      <a:noAutofit/>
                    </a:bodyPr>
                    <a:lstStyle/>
                    <a:p>
                      <a:pPr>
                        <a:lnSpc>
                          <a:spcPct val="125000"/>
                        </a:lnSpc>
                        <a:buNone/>
                      </a:pPr>
                      <a:r>
                        <a:rPr sz="2000" b="0">
                          <a:solidFill>
                            <a:srgbClr val="FFFCF5"/>
                          </a:solidFill>
                          <a:latin typeface="Helvetica"/>
                          <a:ea typeface="Helvetica"/>
                          <a:cs typeface="Helvetica"/>
                        </a:rPr>
                        <a:t>Check an action before accepting 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Measure behavior across</a:t>
                      </a:r>
                    </a:p>
                    <a:p>
                      <a:pPr>
                        <a:lnSpc>
                          <a:spcPct val="125000"/>
                        </a:lnSpc>
                        <a:buNone/>
                      </a:pPr>
                      <a:r>
                        <a:rPr sz="2000" b="0">
                          <a:solidFill>
                            <a:srgbClr val="FFFCF5"/>
                          </a:solidFill>
                          <a:latin typeface="Helvetica"/>
                          <a:ea typeface="Helvetica"/>
                          <a:cs typeface="Helvetica"/>
                        </a:rPr>
                        <a:t>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82600">
                <a:tc>
                  <a:txBody>
                    <a:bodyPr>
                      <a:noAutofit/>
                    </a:bodyPr>
                    <a:lstStyle/>
                    <a:p>
                      <a:pPr>
                        <a:lnSpc>
                          <a:spcPct val="125000"/>
                        </a:lnSpc>
                        <a:buNone/>
                      </a:pPr>
                      <a:r>
                        <a:rPr sz="2000" b="0">
                          <a:solidFill>
                            <a:srgbClr val="FFFCF5"/>
                          </a:solidFill>
                          <a:latin typeface="Helvetica"/>
                          <a:ea typeface="Helvetica"/>
                          <a:cs typeface="Helvetica"/>
                        </a:rPr>
                        <a:t>Inside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Outside the loop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98500">
                <a:tc>
                  <a:txBody>
                    <a:bodyPr>
                      <a:noAutofit/>
                    </a:bodyPr>
                    <a:lstStyle/>
                    <a:p>
                      <a:pPr>
                        <a:lnSpc>
                          <a:spcPct val="125000"/>
                        </a:lnSpc>
                        <a:buNone/>
                      </a:pPr>
                      <a:r>
                        <a:rPr sz="2000" b="0">
                          <a:solidFill>
                            <a:srgbClr val="FFFCF5"/>
                          </a:solidFill>
                          <a:latin typeface="Helvetica"/>
                          <a:ea typeface="Helvetica"/>
                          <a:cs typeface="Helvetica"/>
                        </a:rPr>
                        <a:t>Rules, state checks, visual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Tasks, trials, graders, suites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63" name="16b-text-4">
            <a:extLst xmlns:a="http://schemas.openxmlformats.org/drawingml/2006/main">
              <a:ext uri="{FF2B5EF4-FFF2-40B4-BE49-F238E27FC236}">
                <a16:creationId xmlns:a16="http://schemas.microsoft.com/office/drawing/2014/main" id="{980433BA-85A9-479D-B073-E1C026262BC6}"/>
              </a:ext>
            </a:extLst>
          </p:cNvPr>
          <p:cNvSpPr>
            <a:spLocks xmlns:a="http://schemas.openxmlformats.org/drawingml/2006/main"/>
          </p:cNvSpPr>
          <p:nvPr/>
        </p:nvSpPr>
        <p:spPr>
          <a:xfrm xmlns:a="http://schemas.openxmlformats.org/drawingml/2006/main">
            <a:off x="609600" y="56134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Graders: code · model, with expert calibration · human</a:t>
            </a:r>
          </a:p>
        </p:txBody>
      </p:sp>
      <p:sp>
        <p:nvSpPr>
          <p:cNvPr id="364" name="narrative-number">
            <a:extLst xmlns:a="http://schemas.openxmlformats.org/drawingml/2006/main">
              <a:ext uri="{FF2B5EF4-FFF2-40B4-BE49-F238E27FC236}">
                <a16:creationId xmlns:a16="http://schemas.microsoft.com/office/drawing/2014/main" id="{FB90B752-7A50-4527-BEE0-8D108993D15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3988689970"/>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5" name="!!area-name">
            <a:extLst xmlns:a="http://schemas.openxmlformats.org/drawingml/2006/main">
              <a:ext uri="{FF2B5EF4-FFF2-40B4-BE49-F238E27FC236}">
                <a16:creationId xmlns:a16="http://schemas.microsoft.com/office/drawing/2014/main" id="{F6CABCBD-89E5-4528-93D8-2A697957619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81" name="mini-map"/>
          <p:cNvPicPr>
            <a:picLocks xmlns:a="http://schemas.openxmlformats.org/drawingml/2006/main" noChangeAspect="1"/>
          </p:cNvPicPr>
          <p:nvPr/>
        </p:nvPicPr>
        <p:blipFill>
          <a:blip xmlns:r="http://schemas.openxmlformats.org/officeDocument/2006/relationships" xmlns:a="http://schemas.openxmlformats.org/drawingml/2006/main" r:embed="R5673e58b81d8480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7" name="header-divider">
            <a:extLst xmlns:a="http://schemas.openxmlformats.org/drawingml/2006/main">
              <a:ext uri="{FF2B5EF4-FFF2-40B4-BE49-F238E27FC236}">
                <a16:creationId xmlns:a16="http://schemas.microsoft.com/office/drawing/2014/main" id="{27E730A1-BEF6-4871-9D28-AF2B292BDB2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8" name="16b-text-1">
            <a:extLst xmlns:a="http://schemas.openxmlformats.org/drawingml/2006/main">
              <a:ext uri="{FF2B5EF4-FFF2-40B4-BE49-F238E27FC236}">
                <a16:creationId xmlns:a16="http://schemas.microsoft.com/office/drawing/2014/main" id="{F978C8A0-9A2B-41B8-9623-A980D420A4D0}"/>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69" name="16b-text-5">
            <a:extLst xmlns:a="http://schemas.openxmlformats.org/drawingml/2006/main">
              <a:ext uri="{FF2B5EF4-FFF2-40B4-BE49-F238E27FC236}">
                <a16:creationId xmlns:a16="http://schemas.microsoft.com/office/drawing/2014/main" id="{59FD0E01-1EDF-4C0B-989B-E2A3D0C58967}"/>
              </a:ext>
            </a:extLst>
          </p:cNvPr>
          <p:cNvSpPr>
            <a:spLocks xmlns:a="http://schemas.openxmlformats.org/drawingml/2006/main"/>
          </p:cNvSpPr>
          <p:nvPr/>
        </p:nvSpPr>
        <p:spPr>
          <a:xfrm xmlns:a="http://schemas.openxmlformats.org/drawingml/2006/main">
            <a:off x="609600" y="2438400"/>
            <a:ext cx="10972800" cy="55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Check the result. Inspect the trace.</a:t>
            </a:r>
          </a:p>
        </p:txBody>
      </p:sp>
      <p:sp>
        <p:nvSpPr>
          <p:cNvPr id="370" name="16b-text-6">
            <a:extLst xmlns:a="http://schemas.openxmlformats.org/drawingml/2006/main">
              <a:ext uri="{FF2B5EF4-FFF2-40B4-BE49-F238E27FC236}">
                <a16:creationId xmlns:a16="http://schemas.microsoft.com/office/drawing/2014/main" id="{7E77EA3D-473D-449C-834C-748F7195347E}"/>
              </a:ext>
            </a:extLst>
          </p:cNvPr>
          <p:cNvSpPr>
            <a:spLocks xmlns:a="http://schemas.openxmlformats.org/drawingml/2006/main"/>
          </p:cNvSpPr>
          <p:nvPr/>
        </p:nvSpPr>
        <p:spPr>
          <a:xfrm xmlns:a="http://schemas.openxmlformats.org/drawingml/2006/main">
            <a:off x="609600" y="30988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FRB-042 grader</a:t>
            </a:r>
          </a:p>
        </p:txBody>
      </p:sp>
      <p:sp>
        <p:nvSpPr>
          <p:cNvPr id="371" name="16b-text-7">
            <a:extLst xmlns:a="http://schemas.openxmlformats.org/drawingml/2006/main">
              <a:ext uri="{FF2B5EF4-FFF2-40B4-BE49-F238E27FC236}">
                <a16:creationId xmlns:a16="http://schemas.microsoft.com/office/drawing/2014/main" id="{F42E3BF6-A398-4285-AE55-2548C00004D4}"/>
              </a:ext>
            </a:extLst>
          </p:cNvPr>
          <p:cNvSpPr>
            <a:spLocks xmlns:a="http://schemas.openxmlformats.org/drawingml/2006/main"/>
          </p:cNvSpPr>
          <p:nvPr/>
        </p:nvSpPr>
        <p:spPr>
          <a:xfrm xmlns:a="http://schemas.openxmlformats.org/drawingml/2006/main">
            <a:off x="609600" y="3530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slide 6</a:t>
            </a:r>
          </a:p>
        </p:txBody>
      </p:sp>
      <p:sp>
        <p:nvSpPr>
          <p:cNvPr id="372" name="16b-text-8">
            <a:extLst xmlns:a="http://schemas.openxmlformats.org/drawingml/2006/main">
              <a:ext uri="{FF2B5EF4-FFF2-40B4-BE49-F238E27FC236}">
                <a16:creationId xmlns:a16="http://schemas.microsoft.com/office/drawing/2014/main" id="{B96F6A8F-7AE4-44C2-9A43-D1449FCE6F61}"/>
              </a:ext>
            </a:extLst>
          </p:cNvPr>
          <p:cNvSpPr>
            <a:spLocks xmlns:a="http://schemas.openxmlformats.org/drawingml/2006/main"/>
          </p:cNvSpPr>
          <p:nvPr/>
        </p:nvSpPr>
        <p:spPr>
          <a:xfrm xmlns:a="http://schemas.openxmlformats.org/drawingml/2006/main">
            <a:off x="609600" y="3886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“Bearing wear is a possible cause.”</a:t>
            </a:r>
          </a:p>
        </p:txBody>
      </p:sp>
      <p:sp>
        <p:nvSpPr>
          <p:cNvPr id="373" name="16b-text-9">
            <a:extLst xmlns:a="http://schemas.openxmlformats.org/drawingml/2006/main">
              <a:ext uri="{FF2B5EF4-FFF2-40B4-BE49-F238E27FC236}">
                <a16:creationId xmlns:a16="http://schemas.microsoft.com/office/drawing/2014/main" id="{B5A7D378-9ECD-430C-80C2-1FE8A1941709}"/>
              </a:ext>
            </a:extLst>
          </p:cNvPr>
          <p:cNvSpPr>
            <a:spLocks xmlns:a="http://schemas.openxmlformats.org/drawingml/2006/main"/>
          </p:cNvSpPr>
          <p:nvPr/>
        </p:nvSpPr>
        <p:spPr>
          <a:xfrm xmlns:a="http://schemas.openxmlformats.org/drawingml/2006/main">
            <a:off x="609600" y="46736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74" name="16b-text-10">
            <a:extLst xmlns:a="http://schemas.openxmlformats.org/drawingml/2006/main">
              <a:ext uri="{FF2B5EF4-FFF2-40B4-BE49-F238E27FC236}">
                <a16:creationId xmlns:a16="http://schemas.microsoft.com/office/drawing/2014/main" id="{461C5F32-551B-41F0-B865-D5619129943E}"/>
              </a:ext>
            </a:extLst>
          </p:cNvPr>
          <p:cNvSpPr>
            <a:spLocks xmlns:a="http://schemas.openxmlformats.org/drawingml/2006/main"/>
          </p:cNvSpPr>
          <p:nvPr/>
        </p:nvSpPr>
        <p:spPr>
          <a:xfrm xmlns:a="http://schemas.openxmlformats.org/drawingml/2006/main">
            <a:off x="609600" y="50292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75" name="16b-text-11">
            <a:extLst xmlns:a="http://schemas.openxmlformats.org/drawingml/2006/main">
              <a:ext uri="{FF2B5EF4-FFF2-40B4-BE49-F238E27FC236}">
                <a16:creationId xmlns:a16="http://schemas.microsoft.com/office/drawing/2014/main" id="{7288EEAF-A8C1-4DD0-AD81-E44D26EBDEFF}"/>
              </a:ext>
            </a:extLst>
          </p:cNvPr>
          <p:cNvSpPr>
            <a:spLocks xmlns:a="http://schemas.openxmlformats.org/drawingml/2006/main"/>
          </p:cNvSpPr>
          <p:nvPr/>
        </p:nvSpPr>
        <p:spPr>
          <a:xfrm xmlns:a="http://schemas.openxmlformats.org/drawingml/2006/main">
            <a:off x="6248400" y="3530600"/>
            <a:ext cx="5334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Observed answer</a:t>
            </a:r>
          </a:p>
        </p:txBody>
      </p:sp>
      <p:sp>
        <p:nvSpPr>
          <p:cNvPr id="376" name="16b-text-12">
            <a:extLst xmlns:a="http://schemas.openxmlformats.org/drawingml/2006/main">
              <a:ext uri="{FF2B5EF4-FFF2-40B4-BE49-F238E27FC236}">
                <a16:creationId xmlns:a16="http://schemas.microsoft.com/office/drawing/2014/main" id="{24160CE6-E58A-46B1-B047-675804D010A4}"/>
              </a:ext>
            </a:extLst>
          </p:cNvPr>
          <p:cNvSpPr>
            <a:spLocks xmlns:a="http://schemas.openxmlformats.org/drawingml/2006/main"/>
          </p:cNvSpPr>
          <p:nvPr/>
        </p:nvSpPr>
        <p:spPr>
          <a:xfrm xmlns:a="http://schemas.openxmlformats.org/drawingml/2006/main">
            <a:off x="6248400" y="39370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77" name="16b-text-13">
            <a:extLst xmlns:a="http://schemas.openxmlformats.org/drawingml/2006/main">
              <a:ext uri="{FF2B5EF4-FFF2-40B4-BE49-F238E27FC236}">
                <a16:creationId xmlns:a16="http://schemas.microsoft.com/office/drawing/2014/main" id="{F62871D2-4668-42C3-90C1-D3FAA4F9DF54}"/>
              </a:ext>
            </a:extLst>
          </p:cNvPr>
          <p:cNvSpPr>
            <a:spLocks xmlns:a="http://schemas.openxmlformats.org/drawingml/2006/main"/>
          </p:cNvSpPr>
          <p:nvPr/>
        </p:nvSpPr>
        <p:spPr>
          <a:xfrm xmlns:a="http://schemas.openxmlformats.org/drawingml/2006/main">
            <a:off x="6248400" y="48768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FAIL: hypothesis reported</a:t>
            </a:r>
          </a:p>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as a finding.</a:t>
            </a:r>
          </a:p>
        </p:txBody>
      </p:sp>
      <p:sp>
        <p:nvSpPr>
          <p:cNvPr id="378" name="16b-text-14">
            <a:extLst xmlns:a="http://schemas.openxmlformats.org/drawingml/2006/main">
              <a:ext uri="{FF2B5EF4-FFF2-40B4-BE49-F238E27FC236}">
                <a16:creationId xmlns:a16="http://schemas.microsoft.com/office/drawing/2014/main" id="{14CEA0BD-36C6-40C4-8609-22A915928041}"/>
              </a:ext>
            </a:extLst>
          </p:cNvPr>
          <p:cNvSpPr>
            <a:spLocks xmlns:a="http://schemas.openxmlformats.org/drawingml/2006/main"/>
          </p:cNvSpPr>
          <p:nvPr/>
        </p:nvSpPr>
        <p:spPr>
          <a:xfrm xmlns:a="http://schemas.openxmlformats.org/drawingml/2006/main">
            <a:off x="62484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Expected: 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before assigning a cause.</a:t>
            </a:r>
          </a:p>
        </p:txBody>
      </p:sp>
      <p:sp>
        <p:nvSpPr>
          <p:cNvPr id="379" name="narrative-number">
            <a:extLst xmlns:a="http://schemas.openxmlformats.org/drawingml/2006/main">
              <a:ext uri="{FF2B5EF4-FFF2-40B4-BE49-F238E27FC236}">
                <a16:creationId xmlns:a16="http://schemas.microsoft.com/office/drawing/2014/main" id="{6AA4600C-85E3-4080-A387-A11B7D775A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063827385"/>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0" name="!!area-name">
            <a:extLst xmlns:a="http://schemas.openxmlformats.org/drawingml/2006/main">
              <a:ext uri="{FF2B5EF4-FFF2-40B4-BE49-F238E27FC236}">
                <a16:creationId xmlns:a16="http://schemas.microsoft.com/office/drawing/2014/main" id="{6C62631F-0F64-4938-9E78-977C438986C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04bbf909f318445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2" name="header-divider">
            <a:extLst xmlns:a="http://schemas.openxmlformats.org/drawingml/2006/main">
              <a:ext uri="{FF2B5EF4-FFF2-40B4-BE49-F238E27FC236}">
                <a16:creationId xmlns:a16="http://schemas.microsoft.com/office/drawing/2014/main" id="{5919088B-5BD3-4206-840D-85BCE6383FB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3" name="16b-text-1">
            <a:extLst xmlns:a="http://schemas.openxmlformats.org/drawingml/2006/main">
              <a:ext uri="{FF2B5EF4-FFF2-40B4-BE49-F238E27FC236}">
                <a16:creationId xmlns:a16="http://schemas.microsoft.com/office/drawing/2014/main" id="{36B3F372-A94F-4813-A2C5-1F3BC44C6FBA}"/>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84" name="16b-text-15">
            <a:extLst xmlns:a="http://schemas.openxmlformats.org/drawingml/2006/main">
              <a:ext uri="{FF2B5EF4-FFF2-40B4-BE49-F238E27FC236}">
                <a16:creationId xmlns:a16="http://schemas.microsoft.com/office/drawing/2014/main" id="{E0657B69-6AAB-4F22-BCD6-FAB4AE4DD9E2}"/>
              </a:ext>
            </a:extLst>
          </p:cNvPr>
          <p:cNvSpPr>
            <a:spLocks xmlns:a="http://schemas.openxmlformats.org/drawingml/2006/main"/>
          </p:cNvSpPr>
          <p:nvPr/>
        </p:nvSpPr>
        <p:spPr>
          <a:xfrm xmlns:a="http://schemas.openxmlformats.org/drawingml/2006/main">
            <a:off x="609600" y="2438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85" name="16b-text-16">
            <a:extLst xmlns:a="http://schemas.openxmlformats.org/drawingml/2006/main">
              <a:ext uri="{FF2B5EF4-FFF2-40B4-BE49-F238E27FC236}">
                <a16:creationId xmlns:a16="http://schemas.microsoft.com/office/drawing/2014/main" id="{5B463D63-9A35-4D37-A8DD-C53AE37BC095}"/>
              </a:ext>
            </a:extLst>
          </p:cNvPr>
          <p:cNvSpPr>
            <a:spLocks xmlns:a="http://schemas.openxmlformats.org/drawingml/2006/main"/>
          </p:cNvSpPr>
          <p:nvPr/>
        </p:nvSpPr>
        <p:spPr>
          <a:xfrm xmlns:a="http://schemas.openxmlformats.org/drawingml/2006/main">
            <a:off x="4064000" y="2565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at least one of k trials succeeds.</a:t>
            </a:r>
          </a:p>
        </p:txBody>
      </p:sp>
      <p:sp>
        <p:nvSpPr>
          <p:cNvPr id="386" name="16b-text-17">
            <a:extLst xmlns:a="http://schemas.openxmlformats.org/drawingml/2006/main">
              <a:ext uri="{FF2B5EF4-FFF2-40B4-BE49-F238E27FC236}">
                <a16:creationId xmlns:a16="http://schemas.microsoft.com/office/drawing/2014/main" id="{6641E2B4-BBB4-4248-83EE-36C10671AD4C}"/>
              </a:ext>
            </a:extLst>
          </p:cNvPr>
          <p:cNvSpPr>
            <a:spLocks xmlns:a="http://schemas.openxmlformats.org/drawingml/2006/main"/>
          </p:cNvSpPr>
          <p:nvPr/>
        </p:nvSpPr>
        <p:spPr>
          <a:xfrm xmlns:a="http://schemas.openxmlformats.org/drawingml/2006/main">
            <a:off x="609600" y="3835400"/>
            <a:ext cx="30480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1064F8"/>
                </a:solidFill>
                <a:latin typeface="Consolas"/>
                <a:ea typeface="Consolas"/>
                <a:cs typeface="Consolas"/>
              </a:defRPr>
            </a:pPr>
            <a:r>
              <a:rPr b="0">
                <a:solidFill>
                  <a:srgbClr val="1064F8"/>
                </a:solidFill>
                <a:latin typeface="Consolas"/>
                <a:ea typeface="Consolas"/>
                <a:cs typeface="Consolas"/>
              </a:rPr>
              <a:t>pass^k</a:t>
            </a:r>
          </a:p>
        </p:txBody>
      </p:sp>
      <p:sp>
        <p:nvSpPr>
          <p:cNvPr id="387" name="16b-text-18">
            <a:extLst xmlns:a="http://schemas.openxmlformats.org/drawingml/2006/main">
              <a:ext uri="{FF2B5EF4-FFF2-40B4-BE49-F238E27FC236}">
                <a16:creationId xmlns:a16="http://schemas.microsoft.com/office/drawing/2014/main" id="{4261FCAF-5F69-46B5-9D4A-FB96CA2C0491}"/>
              </a:ext>
            </a:extLst>
          </p:cNvPr>
          <p:cNvSpPr>
            <a:spLocks xmlns:a="http://schemas.openxmlformats.org/drawingml/2006/main"/>
          </p:cNvSpPr>
          <p:nvPr/>
        </p:nvSpPr>
        <p:spPr>
          <a:xfrm xmlns:a="http://schemas.openxmlformats.org/drawingml/2006/main">
            <a:off x="4064000" y="3962400"/>
            <a:ext cx="7518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all k trials succeed.</a:t>
            </a:r>
          </a:p>
        </p:txBody>
      </p:sp>
      <p:sp>
        <p:nvSpPr>
          <p:cNvPr id="388" name="16b-text-19">
            <a:extLst xmlns:a="http://schemas.openxmlformats.org/drawingml/2006/main">
              <a:ext uri="{FF2B5EF4-FFF2-40B4-BE49-F238E27FC236}">
                <a16:creationId xmlns:a16="http://schemas.microsoft.com/office/drawing/2014/main" id="{96067747-B140-4D15-8F47-0AD3E6F751C2}"/>
              </a:ext>
            </a:extLst>
          </p:cNvPr>
          <p:cNvSpPr>
            <a:spLocks xmlns:a="http://schemas.openxmlformats.org/drawingml/2006/main"/>
          </p:cNvSpPr>
          <p:nvPr/>
        </p:nvSpPr>
        <p:spPr>
          <a:xfrm xmlns:a="http://schemas.openxmlformats.org/drawingml/2006/main">
            <a:off x="609600" y="5168900"/>
            <a:ext cx="10972800" cy="44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Identical at k = 1. Opposite stories at k = 10.</a:t>
            </a:r>
          </a:p>
        </p:txBody>
      </p:sp>
      <p:sp>
        <p:nvSpPr>
          <p:cNvPr id="389" name="narrative-number">
            <a:extLst xmlns:a="http://schemas.openxmlformats.org/drawingml/2006/main">
              <a:ext uri="{FF2B5EF4-FFF2-40B4-BE49-F238E27FC236}">
                <a16:creationId xmlns:a16="http://schemas.microsoft.com/office/drawing/2014/main" id="{0418FAC6-32C8-44D1-88B0-62BA361D55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30425729"/>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945022A0-79A2-40A0-92E5-1831472418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user</a:t>
            </a:r>
          </a:p>
        </p:txBody>
      </p:sp>
      <p:pic>
        <p:nvPicPr>
          <p:cNvPr id="399" name="mini-map"/>
          <p:cNvPicPr>
            <a:picLocks xmlns:a="http://schemas.openxmlformats.org/drawingml/2006/main" noChangeAspect="1"/>
          </p:cNvPicPr>
          <p:nvPr/>
        </p:nvPicPr>
        <p:blipFill>
          <a:blip xmlns:r="http://schemas.openxmlformats.org/officeDocument/2006/relationships" xmlns:a="http://schemas.openxmlformats.org/drawingml/2006/main" r:embed="Ra348cbde90f14f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header-divider">
            <a:extLst xmlns:a="http://schemas.openxmlformats.org/drawingml/2006/main">
              <a:ext uri="{FF2B5EF4-FFF2-40B4-BE49-F238E27FC236}">
                <a16:creationId xmlns:a16="http://schemas.microsoft.com/office/drawing/2014/main" id="{FD6D7402-3C43-4DCB-9524-4109331E5A7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3" name="16b-text-1">
            <a:extLst xmlns:a="http://schemas.openxmlformats.org/drawingml/2006/main">
              <a:ext uri="{FF2B5EF4-FFF2-40B4-BE49-F238E27FC236}">
                <a16:creationId xmlns:a16="http://schemas.microsoft.com/office/drawing/2014/main" id="{983433BB-BC99-4FD8-9554-EF6BF9EF023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write → run → read the failure → retry</a:t>
            </a:r>
          </a:p>
        </p:txBody>
      </p:sp>
      <p:sp>
        <p:nvSpPr>
          <p:cNvPr id="394" name="16b-text-20">
            <a:extLst xmlns:a="http://schemas.openxmlformats.org/drawingml/2006/main">
              <a:ext uri="{FF2B5EF4-FFF2-40B4-BE49-F238E27FC236}">
                <a16:creationId xmlns:a16="http://schemas.microsoft.com/office/drawing/2014/main" id="{418D398E-3990-4C4F-B7A2-98E9E5F1C199}"/>
              </a:ext>
            </a:extLst>
          </p:cNvPr>
          <p:cNvSpPr>
            <a:spLocks xmlns:a="http://schemas.openxmlformats.org/drawingml/2006/main"/>
          </p:cNvSpPr>
          <p:nvPr/>
        </p:nvSpPr>
        <p:spPr>
          <a:xfrm xmlns:a="http://schemas.openxmlformats.org/drawingml/2006/main">
            <a:off x="609600" y="24384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Start with </a:t>
            </a:r>
            <a:r>
              <a:rPr b="1">
                <a:solidFill>
                  <a:srgbClr val="FFFCF5"/>
                </a:solidFill>
                <a:latin typeface="Helvetica"/>
                <a:ea typeface="Helvetica"/>
                <a:cs typeface="Helvetica"/>
              </a:rPr>
              <a:t>20 to 50 tasks</a:t>
            </a:r>
            <a:r>
              <a:rPr b="0">
                <a:solidFill>
                  <a:srgbClr val="FFFCF5"/>
                </a:solidFill>
                <a:latin typeface="Helvetica"/>
                <a:ea typeface="Helvetica"/>
                <a:cs typeface="Helvetica"/>
              </a:rPr>
              <a:t> drawn from real failures.</a:t>
            </a:r>
          </a:p>
        </p:txBody>
      </p:sp>
      <p:sp>
        <p:nvSpPr>
          <p:cNvPr id="395" name="16b-text-21">
            <a:extLst xmlns:a="http://schemas.openxmlformats.org/drawingml/2006/main">
              <a:ext uri="{FF2B5EF4-FFF2-40B4-BE49-F238E27FC236}">
                <a16:creationId xmlns:a16="http://schemas.microsoft.com/office/drawing/2014/main" id="{9BC33E87-5154-4582-A6A9-E46348B7EF53}"/>
              </a:ext>
            </a:extLst>
          </p:cNvPr>
          <p:cNvSpPr>
            <a:spLocks xmlns:a="http://schemas.openxmlformats.org/drawingml/2006/main"/>
          </p:cNvSpPr>
          <p:nvPr/>
        </p:nvSpPr>
        <p:spPr>
          <a:xfrm xmlns:a="http://schemas.openxmlformats.org/drawingml/2006/main">
            <a:off x="609600" y="36830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Read failures and refine the criteria.</a:t>
            </a:r>
          </a:p>
        </p:txBody>
      </p:sp>
      <p:sp>
        <p:nvSpPr>
          <p:cNvPr id="396" name="16b-text-22">
            <a:extLst xmlns:a="http://schemas.openxmlformats.org/drawingml/2006/main">
              <a:ext uri="{FF2B5EF4-FFF2-40B4-BE49-F238E27FC236}">
                <a16:creationId xmlns:a16="http://schemas.microsoft.com/office/drawing/2014/main" id="{458492EE-C52B-4563-93E8-593EFC714CB2}"/>
              </a:ext>
            </a:extLst>
          </p:cNvPr>
          <p:cNvSpPr>
            <a:spLocks xmlns:a="http://schemas.openxmlformats.org/drawingml/2006/main"/>
          </p:cNvSpPr>
          <p:nvPr/>
        </p:nvSpPr>
        <p:spPr>
          <a:xfrm xmlns:a="http://schemas.openxmlformats.org/drawingml/2006/main">
            <a:off x="609600" y="4927600"/>
            <a:ext cx="10972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Review grader disagreements.</a:t>
            </a:r>
          </a:p>
        </p:txBody>
      </p:sp>
      <p:sp>
        <p:nvSpPr>
          <p:cNvPr id="397" name="narrative-number">
            <a:extLst xmlns:a="http://schemas.openxmlformats.org/drawingml/2006/main">
              <a:ext uri="{FF2B5EF4-FFF2-40B4-BE49-F238E27FC236}">
                <a16:creationId xmlns:a16="http://schemas.microsoft.com/office/drawing/2014/main" id="{E4AEF9D2-CC8A-445D-8BEC-B443D4F8EE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677531958"/>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8" name="!!area-name">
            <a:extLst xmlns:a="http://schemas.openxmlformats.org/drawingml/2006/main">
              <a:ext uri="{FF2B5EF4-FFF2-40B4-BE49-F238E27FC236}">
                <a16:creationId xmlns:a16="http://schemas.microsoft.com/office/drawing/2014/main" id="{CD795008-BF68-47BA-B792-FCF7C381DDD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06" name="mini-map"/>
          <p:cNvPicPr>
            <a:picLocks xmlns:a="http://schemas.openxmlformats.org/drawingml/2006/main" noChangeAspect="1"/>
          </p:cNvPicPr>
          <p:nvPr/>
        </p:nvPicPr>
        <p:blipFill>
          <a:blip xmlns:r="http://schemas.openxmlformats.org/officeDocument/2006/relationships" xmlns:a="http://schemas.openxmlformats.org/drawingml/2006/main" r:embed="Rac38e4a5199441c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0" name="slide-title">
            <a:extLst xmlns:a="http://schemas.openxmlformats.org/drawingml/2006/main">
              <a:ext uri="{FF2B5EF4-FFF2-40B4-BE49-F238E27FC236}">
                <a16:creationId xmlns:a16="http://schemas.microsoft.com/office/drawing/2014/main" id="{037CE9EA-B74A-4894-8C1B-CA32C9E8E2F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01" name="header-divider">
            <a:extLst xmlns:a="http://schemas.openxmlformats.org/drawingml/2006/main">
              <a:ext uri="{FF2B5EF4-FFF2-40B4-BE49-F238E27FC236}">
                <a16:creationId xmlns:a16="http://schemas.microsoft.com/office/drawing/2014/main" id="{105671FD-FEA8-4789-9508-C062F12C87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2" name="17-text-1">
            <a:extLst xmlns:a="http://schemas.openxmlformats.org/drawingml/2006/main">
              <a:ext uri="{FF2B5EF4-FFF2-40B4-BE49-F238E27FC236}">
                <a16:creationId xmlns:a16="http://schemas.microsoft.com/office/drawing/2014/main" id="{59086E81-126C-4AD7-8CE9-2C46A51F794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checks</a:t>
            </a:r>
          </a:p>
        </p:txBody>
      </p:sp>
      <p:graphicFrame>
        <p:nvGraphicFramePr>
          <p:cNvPr id="410" name="17-table-2"/>
          <p:cNvGraphicFramePr/>
          <p:nvPr/>
        </p:nvGraphicFramePr>
        <p:xfrm>
          <a:off xmlns:a="http://schemas.openxmlformats.org/drawingml/2006/main" x="609600" y="29210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Direct 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Expert judgment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IDs and revisions match</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Faithfulness to the evidence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Permissions and locations valid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Useful synthesis across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Exports match selected content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Warranted uncertainty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Citation exists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Citation supports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4" name="narrative-number">
            <a:extLst xmlns:a="http://schemas.openxmlformats.org/drawingml/2006/main">
              <a:ext uri="{FF2B5EF4-FFF2-40B4-BE49-F238E27FC236}">
                <a16:creationId xmlns:a16="http://schemas.microsoft.com/office/drawing/2014/main" id="{D50B95EC-EB52-4AF8-9898-F4C2B095B3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3089383239"/>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5" name="!!area-name">
            <a:extLst xmlns:a="http://schemas.openxmlformats.org/drawingml/2006/main">
              <a:ext uri="{FF2B5EF4-FFF2-40B4-BE49-F238E27FC236}">
                <a16:creationId xmlns:a16="http://schemas.microsoft.com/office/drawing/2014/main" id="{1989107F-2712-4A51-840E-AA36DC6810E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When you are the owner</a:t>
            </a:r>
          </a:p>
        </p:txBody>
      </p:sp>
      <p:pic>
        <p:nvPicPr>
          <p:cNvPr id="426" name="mini-map"/>
          <p:cNvPicPr>
            <a:picLocks xmlns:a="http://schemas.openxmlformats.org/drawingml/2006/main" noChangeAspect="1"/>
          </p:cNvPicPr>
          <p:nvPr/>
        </p:nvPicPr>
        <p:blipFill>
          <a:blip xmlns:r="http://schemas.openxmlformats.org/officeDocument/2006/relationships" xmlns:a="http://schemas.openxmlformats.org/drawingml/2006/main" r:embed="Rd6f41c81173d41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7" name="slide-title">
            <a:extLst xmlns:a="http://schemas.openxmlformats.org/drawingml/2006/main">
              <a:ext uri="{FF2B5EF4-FFF2-40B4-BE49-F238E27FC236}">
                <a16:creationId xmlns:a16="http://schemas.microsoft.com/office/drawing/2014/main" id="{9AEB6B5D-37CB-43B9-A92A-3D042599D0E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Verify one. Evaluate many.</a:t>
            </a:r>
          </a:p>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Keep evaluating.</a:t>
            </a:r>
          </a:p>
        </p:txBody>
      </p:sp>
      <p:sp>
        <p:nvSpPr>
          <p:cNvPr id="408" name="header-divider">
            <a:extLst xmlns:a="http://schemas.openxmlformats.org/drawingml/2006/main">
              <a:ext uri="{FF2B5EF4-FFF2-40B4-BE49-F238E27FC236}">
                <a16:creationId xmlns:a16="http://schemas.microsoft.com/office/drawing/2014/main" id="{C24DF1B6-00DA-4DCF-B222-C7F4677499E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9" name="17-text-3">
            <a:extLst xmlns:a="http://schemas.openxmlformats.org/drawingml/2006/main">
              <a:ext uri="{FF2B5EF4-FFF2-40B4-BE49-F238E27FC236}">
                <a16:creationId xmlns:a16="http://schemas.microsoft.com/office/drawing/2014/main" id="{411FE90E-BED6-4758-98B2-FC696EE0153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failure</a:t>
            </a:r>
          </a:p>
        </p:txBody>
      </p:sp>
      <p:sp>
        <p:nvSpPr>
          <p:cNvPr id="410" name="17-text-4">
            <a:extLst xmlns:a="http://schemas.openxmlformats.org/drawingml/2006/main">
              <a:ext uri="{FF2B5EF4-FFF2-40B4-BE49-F238E27FC236}">
                <a16:creationId xmlns:a16="http://schemas.microsoft.com/office/drawing/2014/main" id="{30FEAC02-1511-4DFA-9A9F-A261242281E9}"/>
              </a:ext>
            </a:extLst>
          </p:cNvPr>
          <p:cNvSpPr>
            <a:spLocks xmlns:a="http://schemas.openxmlformats.org/drawingml/2006/main"/>
          </p:cNvSpPr>
          <p:nvPr/>
        </p:nvSpPr>
        <p:spPr>
          <a:xfrm xmlns:a="http://schemas.openxmlformats.org/drawingml/2006/main">
            <a:off x="609600" y="28448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11" name="17-text-5">
            <a:extLst xmlns:a="http://schemas.openxmlformats.org/drawingml/2006/main">
              <a:ext uri="{FF2B5EF4-FFF2-40B4-BE49-F238E27FC236}">
                <a16:creationId xmlns:a16="http://schemas.microsoft.com/office/drawing/2014/main" id="{D47C07AC-9A79-495B-A6F6-F6BC6DDDD7FC}"/>
              </a:ext>
            </a:extLst>
          </p:cNvPr>
          <p:cNvSpPr>
            <a:spLocks xmlns:a="http://schemas.openxmlformats.org/drawingml/2006/main"/>
          </p:cNvSpPr>
          <p:nvPr/>
        </p:nvSpPr>
        <p:spPr>
          <a:xfrm xmlns:a="http://schemas.openxmlformats.org/drawingml/2006/main">
            <a:off x="1219200" y="28448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Inspect the failure and trace.</a:t>
            </a:r>
          </a:p>
        </p:txBody>
      </p:sp>
      <p:sp>
        <p:nvSpPr>
          <p:cNvPr id="412" name="17-text-6">
            <a:extLst xmlns:a="http://schemas.openxmlformats.org/drawingml/2006/main">
              <a:ext uri="{FF2B5EF4-FFF2-40B4-BE49-F238E27FC236}">
                <a16:creationId xmlns:a16="http://schemas.microsoft.com/office/drawing/2014/main" id="{39FA40B3-12DA-4523-8D21-7F2888093BF1}"/>
              </a:ext>
            </a:extLst>
          </p:cNvPr>
          <p:cNvSpPr>
            <a:spLocks xmlns:a="http://schemas.openxmlformats.org/drawingml/2006/main"/>
          </p:cNvSpPr>
          <p:nvPr/>
        </p:nvSpPr>
        <p:spPr>
          <a:xfrm xmlns:a="http://schemas.openxmlformats.org/drawingml/2006/main">
            <a:off x="1219200" y="32258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Find the responsible component.</a:t>
            </a:r>
          </a:p>
        </p:txBody>
      </p:sp>
      <p:sp>
        <p:nvSpPr>
          <p:cNvPr id="413" name="17-text-7">
            <a:extLst xmlns:a="http://schemas.openxmlformats.org/drawingml/2006/main">
              <a:ext uri="{FF2B5EF4-FFF2-40B4-BE49-F238E27FC236}">
                <a16:creationId xmlns:a16="http://schemas.microsoft.com/office/drawing/2014/main" id="{08A21B8C-C25C-4F4D-BBD3-17FA67641CE5}"/>
              </a:ext>
            </a:extLst>
          </p:cNvPr>
          <p:cNvSpPr>
            <a:spLocks xmlns:a="http://schemas.openxmlformats.org/drawingml/2006/main"/>
          </p:cNvSpPr>
          <p:nvPr/>
        </p:nvSpPr>
        <p:spPr>
          <a:xfrm xmlns:a="http://schemas.openxmlformats.org/drawingml/2006/main">
            <a:off x="609600" y="38100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14" name="17-text-8">
            <a:extLst xmlns:a="http://schemas.openxmlformats.org/drawingml/2006/main">
              <a:ext uri="{FF2B5EF4-FFF2-40B4-BE49-F238E27FC236}">
                <a16:creationId xmlns:a16="http://schemas.microsoft.com/office/drawing/2014/main" id="{EE8AE1CE-C06F-44BA-A51E-39102A3A9861}"/>
              </a:ext>
            </a:extLst>
          </p:cNvPr>
          <p:cNvSpPr>
            <a:spLocks xmlns:a="http://schemas.openxmlformats.org/drawingml/2006/main"/>
          </p:cNvSpPr>
          <p:nvPr/>
        </p:nvSpPr>
        <p:spPr>
          <a:xfrm xmlns:a="http://schemas.openxmlformats.org/drawingml/2006/main">
            <a:off x="1219200" y="38100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Change that component.</a:t>
            </a:r>
          </a:p>
        </p:txBody>
      </p:sp>
      <p:sp>
        <p:nvSpPr>
          <p:cNvPr id="415" name="17-text-9">
            <a:extLst xmlns:a="http://schemas.openxmlformats.org/drawingml/2006/main">
              <a:ext uri="{FF2B5EF4-FFF2-40B4-BE49-F238E27FC236}">
                <a16:creationId xmlns:a16="http://schemas.microsoft.com/office/drawing/2014/main" id="{7FD7DAEC-9016-4332-B665-F185DA4B30B0}"/>
              </a:ext>
            </a:extLst>
          </p:cNvPr>
          <p:cNvSpPr>
            <a:spLocks xmlns:a="http://schemas.openxmlformats.org/drawingml/2006/main"/>
          </p:cNvSpPr>
          <p:nvPr/>
        </p:nvSpPr>
        <p:spPr>
          <a:xfrm xmlns:a="http://schemas.openxmlformats.org/drawingml/2006/main">
            <a:off x="1219200" y="41910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Rerun the suite with repeated trials.</a:t>
            </a:r>
          </a:p>
        </p:txBody>
      </p:sp>
      <p:sp>
        <p:nvSpPr>
          <p:cNvPr id="416" name="17-text-10">
            <a:extLst xmlns:a="http://schemas.openxmlformats.org/drawingml/2006/main">
              <a:ext uri="{FF2B5EF4-FFF2-40B4-BE49-F238E27FC236}">
                <a16:creationId xmlns:a16="http://schemas.microsoft.com/office/drawing/2014/main" id="{13DC758B-D5EA-4466-9432-DA8936CB1F27}"/>
              </a:ext>
            </a:extLst>
          </p:cNvPr>
          <p:cNvSpPr>
            <a:spLocks xmlns:a="http://schemas.openxmlformats.org/drawingml/2006/main"/>
          </p:cNvSpPr>
          <p:nvPr/>
        </p:nvSpPr>
        <p:spPr>
          <a:xfrm xmlns:a="http://schemas.openxmlformats.org/drawingml/2006/main">
            <a:off x="609600" y="47752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17" name="17-text-11">
            <a:extLst xmlns:a="http://schemas.openxmlformats.org/drawingml/2006/main">
              <a:ext uri="{FF2B5EF4-FFF2-40B4-BE49-F238E27FC236}">
                <a16:creationId xmlns:a16="http://schemas.microsoft.com/office/drawing/2014/main" id="{3E54F336-4C46-401C-A262-065415FA7FE7}"/>
              </a:ext>
            </a:extLst>
          </p:cNvPr>
          <p:cNvSpPr>
            <a:spLocks xmlns:a="http://schemas.openxmlformats.org/drawingml/2006/main"/>
          </p:cNvSpPr>
          <p:nvPr/>
        </p:nvSpPr>
        <p:spPr>
          <a:xfrm xmlns:a="http://schemas.openxmlformats.org/drawingml/2006/main">
            <a:off x="1219200" y="4775200"/>
            <a:ext cx="1036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Monitor production samples.</a:t>
            </a:r>
          </a:p>
        </p:txBody>
      </p:sp>
      <p:sp>
        <p:nvSpPr>
          <p:cNvPr id="418" name="17-text-12">
            <a:extLst xmlns:a="http://schemas.openxmlformats.org/drawingml/2006/main">
              <a:ext uri="{FF2B5EF4-FFF2-40B4-BE49-F238E27FC236}">
                <a16:creationId xmlns:a16="http://schemas.microsoft.com/office/drawing/2014/main" id="{C182EC4F-72C1-4231-9509-EA98AFA35064}"/>
              </a:ext>
            </a:extLst>
          </p:cNvPr>
          <p:cNvSpPr>
            <a:spLocks xmlns:a="http://schemas.openxmlformats.org/drawingml/2006/main"/>
          </p:cNvSpPr>
          <p:nvPr/>
        </p:nvSpPr>
        <p:spPr>
          <a:xfrm xmlns:a="http://schemas.openxmlformats.org/drawingml/2006/main">
            <a:off x="1219200" y="5156200"/>
            <a:ext cx="103632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new failures to regression cases.</a:t>
            </a:r>
          </a:p>
        </p:txBody>
      </p:sp>
      <p:sp>
        <p:nvSpPr>
          <p:cNvPr id="419" name="17-text-13">
            <a:extLst xmlns:a="http://schemas.openxmlformats.org/drawingml/2006/main">
              <a:ext uri="{FF2B5EF4-FFF2-40B4-BE49-F238E27FC236}">
                <a16:creationId xmlns:a16="http://schemas.microsoft.com/office/drawing/2014/main" id="{1127F1AF-BC16-4407-B1FD-47A2E28617FD}"/>
              </a:ext>
            </a:extLst>
          </p:cNvPr>
          <p:cNvSpPr>
            <a:spLocks xmlns:a="http://schemas.openxmlformats.org/drawingml/2006/main"/>
          </p:cNvSpPr>
          <p:nvPr/>
        </p:nvSpPr>
        <p:spPr>
          <a:xfrm xmlns:a="http://schemas.openxmlformats.org/drawingml/2006/main">
            <a:off x="609600" y="5613400"/>
            <a:ext cx="109728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eval suite gives evidence for a migration decision.</a:t>
            </a:r>
          </a:p>
        </p:txBody>
      </p:sp>
      <p:sp>
        <p:nvSpPr>
          <p:cNvPr id="420" name="17-shape-14">
            <a:extLst xmlns:a="http://schemas.openxmlformats.org/drawingml/2006/main">
              <a:ext uri="{FF2B5EF4-FFF2-40B4-BE49-F238E27FC236}">
                <a16:creationId xmlns:a16="http://schemas.microsoft.com/office/drawing/2014/main" id="{B889D685-7836-47C3-90C5-58ACAA6D39BC}"/>
              </a:ext>
            </a:extLst>
          </p:cNvPr>
          <p:cNvSpPr>
            <a:spLocks xmlns:a="http://schemas.openxmlformats.org/drawingml/2006/main"/>
          </p:cNvSpPr>
          <p:nvPr/>
        </p:nvSpPr>
        <p:spPr>
          <a:xfrm xmlns:a="http://schemas.openxmlformats.org/drawingml/2006/main">
            <a:off x="0" y="6045200"/>
            <a:ext cx="12192000" cy="8128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1" name="17-shape-15">
            <a:extLst xmlns:a="http://schemas.openxmlformats.org/drawingml/2006/main">
              <a:ext uri="{FF2B5EF4-FFF2-40B4-BE49-F238E27FC236}">
                <a16:creationId xmlns:a16="http://schemas.microsoft.com/office/drawing/2014/main" id="{F5026752-E23B-44FE-9308-0C7603D770E1}"/>
              </a:ext>
            </a:extLst>
          </p:cNvPr>
          <p:cNvSpPr>
            <a:spLocks xmlns:a="http://schemas.openxmlformats.org/drawingml/2006/main"/>
          </p:cNvSpPr>
          <p:nvPr/>
        </p:nvSpPr>
        <p:spPr>
          <a:xfrm xmlns:a="http://schemas.openxmlformats.org/drawingml/2006/main">
            <a:off x="0" y="6045200"/>
            <a:ext cx="2184400" cy="8128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22" name="17-text-16">
            <a:extLst xmlns:a="http://schemas.openxmlformats.org/drawingml/2006/main">
              <a:ext uri="{FF2B5EF4-FFF2-40B4-BE49-F238E27FC236}">
                <a16:creationId xmlns:a16="http://schemas.microsoft.com/office/drawing/2014/main" id="{B9B76C4E-241E-4184-AC36-BC3374385638}"/>
              </a:ext>
            </a:extLst>
          </p:cNvPr>
          <p:cNvSpPr>
            <a:spLocks xmlns:a="http://schemas.openxmlformats.org/drawingml/2006/main"/>
          </p:cNvSpPr>
          <p:nvPr/>
        </p:nvSpPr>
        <p:spPr>
          <a:xfrm xmlns:a="http://schemas.openxmlformats.org/drawingml/2006/main">
            <a:off x="609600" y="62928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23" name="17-text-17">
            <a:extLst xmlns:a="http://schemas.openxmlformats.org/drawingml/2006/main">
              <a:ext uri="{FF2B5EF4-FFF2-40B4-BE49-F238E27FC236}">
                <a16:creationId xmlns:a16="http://schemas.microsoft.com/office/drawing/2014/main" id="{ADA6E031-847E-4D73-85B4-30B687FE8702}"/>
              </a:ext>
            </a:extLst>
          </p:cNvPr>
          <p:cNvSpPr>
            <a:spLocks xmlns:a="http://schemas.openxmlformats.org/drawingml/2006/main"/>
          </p:cNvSpPr>
          <p:nvPr/>
        </p:nvSpPr>
        <p:spPr>
          <a:xfrm xmlns:a="http://schemas.openxmlformats.org/drawingml/2006/main">
            <a:off x="2489200" y="6096000"/>
            <a:ext cx="9093200" cy="66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24" name="narrative-number">
            <a:extLst xmlns:a="http://schemas.openxmlformats.org/drawingml/2006/main">
              <a:ext uri="{FF2B5EF4-FFF2-40B4-BE49-F238E27FC236}">
                <a16:creationId xmlns:a16="http://schemas.microsoft.com/office/drawing/2014/main" id="{231BE8B3-7810-409E-8171-1A31D2ABE53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909460694"/>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20"/>
                                        </p:tgtEl>
                                        <p:attrNameLst>
                                          <p:attrName>style.visibility</p:attrName>
                                        </p:attrNameLst>
                                      </p:cBhvr>
                                      <p:to>
                                        <p:strVal val="visible"/>
                                      </p:to>
                                    </p:set>
                                    <p:animEffect transition="in" filter="fade">
                                      <p:cBhvr>
                                        <p:cTn id="11" dur="300" fill="hold"/>
                                        <p:tgtEl>
                                          <p:spTgt spid="420"/>
                                        </p:tgtEl>
                                      </p:cBhvr>
                                    </p:animEffect>
                                  </p:childTnLst>
                                </p:cTn>
                              </p:par>
                              <p:par>
                                <p:cTn id="12" presetID="10" presetClass="entr" presetSubtype="0" fill="hold" nodeType="withEffect">
                                  <p:stCondLst>
                                    <p:cond delay="0"/>
                                  </p:stCondLst>
                                  <p:childTnLst>
                                    <p:set>
                                      <p:cBhvr>
                                        <p:cTn id="13" dur="1" fill="hold">
                                          <p:stCondLst>
                                            <p:cond delay="0"/>
                                          </p:stCondLst>
                                        </p:cTn>
                                        <p:tgtEl>
                                          <p:spTgt spid="421"/>
                                        </p:tgtEl>
                                        <p:attrNameLst>
                                          <p:attrName>style.visibility</p:attrName>
                                        </p:attrNameLst>
                                      </p:cBhvr>
                                      <p:to>
                                        <p:strVal val="visible"/>
                                      </p:to>
                                    </p:set>
                                    <p:animEffect transition="in" filter="fade">
                                      <p:cBhvr>
                                        <p:cTn id="14" dur="300" fill="hold"/>
                                        <p:tgtEl>
                                          <p:spTgt spid="421"/>
                                        </p:tgtEl>
                                      </p:cBhvr>
                                    </p:animEffect>
                                  </p:childTnLst>
                                </p:cTn>
                              </p:par>
                              <p:par>
                                <p:cTn id="15" presetID="10" presetClass="entr" presetSubtype="0" fill="hold" nodeType="withEffect">
                                  <p:stCondLst>
                                    <p:cond delay="0"/>
                                  </p:stCondLst>
                                  <p:childTnLst>
                                    <p:set>
                                      <p:cBhvr>
                                        <p:cTn id="16" dur="1" fill="hold">
                                          <p:stCondLst>
                                            <p:cond delay="0"/>
                                          </p:stCondLst>
                                        </p:cTn>
                                        <p:tgtEl>
                                          <p:spTgt spid="422"/>
                                        </p:tgtEl>
                                        <p:attrNameLst>
                                          <p:attrName>style.visibility</p:attrName>
                                        </p:attrNameLst>
                                      </p:cBhvr>
                                      <p:to>
                                        <p:strVal val="visible"/>
                                      </p:to>
                                    </p:set>
                                    <p:animEffect transition="in" filter="fade">
                                      <p:cBhvr>
                                        <p:cTn id="17" dur="300" fill="hold"/>
                                        <p:tgtEl>
                                          <p:spTgt spid="422"/>
                                        </p:tgtEl>
                                      </p:cBhvr>
                                    </p:animEffect>
                                  </p:childTnLst>
                                </p:cTn>
                              </p:par>
                              <p:par>
                                <p:cTn id="18" presetID="10" presetClass="entr" presetSubtype="0" fill="hold" nodeType="withEffect">
                                  <p:stCondLst>
                                    <p:cond delay="0"/>
                                  </p:stCondLst>
                                  <p:childTnLst>
                                    <p:set>
                                      <p:cBhvr>
                                        <p:cTn id="19" dur="1" fill="hold">
                                          <p:stCondLst>
                                            <p:cond delay="0"/>
                                          </p:stCondLst>
                                        </p:cTn>
                                        <p:tgtEl>
                                          <p:spTgt spid="423"/>
                                        </p:tgtEl>
                                        <p:attrNameLst>
                                          <p:attrName>style.visibility</p:attrName>
                                        </p:attrNameLst>
                                      </p:cBhvr>
                                      <p:to>
                                        <p:strVal val="visible"/>
                                      </p:to>
                                    </p:set>
                                    <p:animEffect transition="in" filter="fade">
                                      <p:cBhvr>
                                        <p:cTn id="20" dur="300" fill="hold"/>
                                        <p:tgtEl>
                                          <p:spTgt spid="4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5" name="!!area-header">
            <a:extLst xmlns:a="http://schemas.openxmlformats.org/drawingml/2006/main">
              <a:ext uri="{FF2B5EF4-FFF2-40B4-BE49-F238E27FC236}">
                <a16:creationId xmlns:a16="http://schemas.microsoft.com/office/drawing/2014/main" id="{E7B2C680-0B55-458D-97B9-52A60010F4CF}"/>
              </a:ext>
            </a:extLst>
          </p:cNvPr>
          <p:cNvSpPr>
            <a:spLocks xmlns:a="http://schemas.openxmlformats.org/drawingml/2006/main"/>
          </p:cNvSpPr>
          <p:nvPr/>
        </p:nvSpPr>
        <p:spPr>
          <a:xfrm xmlns:a="http://schemas.openxmlformats.org/drawingml/2006/main">
            <a:off x="0" y="0"/>
            <a:ext cx="12192000" cy="16256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26" name="!!area-name">
            <a:extLst xmlns:a="http://schemas.openxmlformats.org/drawingml/2006/main">
              <a:ext uri="{FF2B5EF4-FFF2-40B4-BE49-F238E27FC236}">
                <a16:creationId xmlns:a16="http://schemas.microsoft.com/office/drawing/2014/main" id="{31EFE46F-BC9E-48D4-BC51-FA4473338E31}"/>
              </a:ext>
            </a:extLst>
          </p:cNvPr>
          <p:cNvSpPr>
            <a:spLocks xmlns:a="http://schemas.openxmlformats.org/drawingml/2006/main"/>
          </p:cNvSpPr>
          <p:nvPr/>
        </p:nvSpPr>
        <p:spPr>
          <a:xfrm xmlns:a="http://schemas.openxmlformats.org/drawingml/2006/main">
            <a:off x="609600" y="279400"/>
            <a:ext cx="109728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14161C"/>
                </a:solidFill>
                <a:latin typeface="Helvetica"/>
                <a:ea typeface="Helvetica"/>
                <a:cs typeface="Helvetica"/>
              </a:defRPr>
            </a:pPr>
            <a:r>
              <a:rPr b="1">
                <a:solidFill>
                  <a:srgbClr val="14161C"/>
                </a:solidFill>
                <a:latin typeface="Helvetica"/>
                <a:ea typeface="Helvetica"/>
                <a:cs typeface="Helvetica"/>
              </a:rPr>
              <a:t>Operating it</a:t>
            </a:r>
          </a:p>
        </p:txBody>
      </p:sp>
      <p:sp>
        <p:nvSpPr>
          <p:cNvPr id="427" name="!!area-beat">
            <a:extLst xmlns:a="http://schemas.openxmlformats.org/drawingml/2006/main">
              <a:ext uri="{FF2B5EF4-FFF2-40B4-BE49-F238E27FC236}">
                <a16:creationId xmlns:a16="http://schemas.microsoft.com/office/drawing/2014/main" id="{CE309BF6-4A15-48F5-BC38-AEB07437B76A}"/>
              </a:ext>
            </a:extLst>
          </p:cNvPr>
          <p:cNvSpPr>
            <a:spLocks xmlns:a="http://schemas.openxmlformats.org/drawingml/2006/main"/>
          </p:cNvSpPr>
          <p:nvPr/>
        </p:nvSpPr>
        <p:spPr>
          <a:xfrm xmlns:a="http://schemas.openxmlformats.org/drawingml/2006/main">
            <a:off x="609600" y="11684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4161C"/>
                </a:solidFill>
                <a:latin typeface="Helvetica"/>
                <a:ea typeface="Helvetica"/>
                <a:cs typeface="Helvetica"/>
              </a:defRPr>
            </a:pPr>
            <a:r>
              <a:rPr b="0">
                <a:solidFill>
                  <a:srgbClr val="14161C"/>
                </a:solidFill>
                <a:latin typeface="Helvetica"/>
                <a:ea typeface="Helvetica"/>
                <a:cs typeface="Helvetica"/>
              </a:rPr>
              <a:t>When you are the user</a:t>
            </a:r>
          </a:p>
        </p:txBody>
      </p:sp>
      <p:sp>
        <p:nvSpPr>
          <p:cNvPr id="428" name="header-divider">
            <a:extLst xmlns:a="http://schemas.openxmlformats.org/drawingml/2006/main">
              <a:ext uri="{FF2B5EF4-FFF2-40B4-BE49-F238E27FC236}">
                <a16:creationId xmlns:a16="http://schemas.microsoft.com/office/drawing/2014/main" id="{54FEECB6-8C6B-4F9F-AFE2-B25FC643A5B4}"/>
              </a:ext>
            </a:extLst>
          </p:cNvPr>
          <p:cNvSpPr>
            <a:spLocks xmlns:a="http://schemas.openxmlformats.org/drawingml/2006/main"/>
          </p:cNvSpPr>
          <p:nvPr/>
        </p:nvSpPr>
        <p:spPr>
          <a:xfrm xmlns:a="http://schemas.openxmlformats.org/drawingml/2006/main">
            <a:off x="609600" y="17780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9" name="18-shape-1">
            <a:extLst xmlns:a="http://schemas.openxmlformats.org/drawingml/2006/main">
              <a:ext uri="{FF2B5EF4-FFF2-40B4-BE49-F238E27FC236}">
                <a16:creationId xmlns:a16="http://schemas.microsoft.com/office/drawing/2014/main" id="{D1A2904D-4E09-4FA5-8F99-1AA91339F0E3}"/>
              </a:ext>
            </a:extLst>
          </p:cNvPr>
          <p:cNvSpPr>
            <a:spLocks xmlns:a="http://schemas.openxmlformats.org/drawingml/2006/main"/>
          </p:cNvSpPr>
          <p:nvPr/>
        </p:nvSpPr>
        <p:spPr>
          <a:xfrm xmlns:a="http://schemas.openxmlformats.org/drawingml/2006/main">
            <a:off x="609600" y="2489200"/>
            <a:ext cx="1143000" cy="419100"/>
          </a:xfrm>
          <a:prstGeom xmlns:a="http://schemas.openxmlformats.org/drawingml/2006/main" prst="roundRect">
            <a:avLst>
              <a:gd name="adj" fmla="val 50000"/>
            </a:avLst>
          </a:prstGeom>
          <a:noFill xmlns:a="http://schemas.openxmlformats.org/drawingml/2006/main"/>
          <a:ln xmlns:a="http://schemas.openxmlformats.org/drawingml/2006/main" w="19050">
            <a:solidFill>
              <a:srgbClr val="1064F8"/>
            </a:solidFill>
          </a:ln>
        </p:spPr>
      </p:sp>
      <p:sp>
        <p:nvSpPr>
          <p:cNvPr id="430" name="18-text-2">
            <a:extLst xmlns:a="http://schemas.openxmlformats.org/drawingml/2006/main">
              <a:ext uri="{FF2B5EF4-FFF2-40B4-BE49-F238E27FC236}">
                <a16:creationId xmlns:a16="http://schemas.microsoft.com/office/drawing/2014/main" id="{6491D381-51F5-41D4-B739-B790A5ABAE92}"/>
              </a:ext>
            </a:extLst>
          </p:cNvPr>
          <p:cNvSpPr>
            <a:spLocks xmlns:a="http://schemas.openxmlformats.org/drawingml/2006/main"/>
          </p:cNvSpPr>
          <p:nvPr/>
        </p:nvSpPr>
        <p:spPr>
          <a:xfrm xmlns:a="http://schemas.openxmlformats.org/drawingml/2006/main">
            <a:off x="762000" y="2527300"/>
            <a:ext cx="83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1064F8"/>
                </a:solidFill>
                <a:latin typeface="Consolas"/>
                <a:ea typeface="Consolas"/>
                <a:cs typeface="Consolas"/>
              </a:rPr>
              <a:t>/usage</a:t>
            </a:r>
          </a:p>
        </p:txBody>
      </p:sp>
      <p:sp>
        <p:nvSpPr>
          <p:cNvPr id="431" name="18-shape-3">
            <a:extLst xmlns:a="http://schemas.openxmlformats.org/drawingml/2006/main">
              <a:ext uri="{FF2B5EF4-FFF2-40B4-BE49-F238E27FC236}">
                <a16:creationId xmlns:a16="http://schemas.microsoft.com/office/drawing/2014/main" id="{336DB189-F196-4719-B19E-E9DEE45CBBDE}"/>
              </a:ext>
            </a:extLst>
          </p:cNvPr>
          <p:cNvSpPr>
            <a:spLocks xmlns:a="http://schemas.openxmlformats.org/drawingml/2006/main"/>
          </p:cNvSpPr>
          <p:nvPr/>
        </p:nvSpPr>
        <p:spPr>
          <a:xfrm xmlns:a="http://schemas.openxmlformats.org/drawingml/2006/main">
            <a:off x="1854200" y="2489200"/>
            <a:ext cx="3454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32" name="18-text-4">
            <a:extLst xmlns:a="http://schemas.openxmlformats.org/drawingml/2006/main">
              <a:ext uri="{FF2B5EF4-FFF2-40B4-BE49-F238E27FC236}">
                <a16:creationId xmlns:a16="http://schemas.microsoft.com/office/drawing/2014/main" id="{5D80243A-6E31-4619-A156-9E651A914FF8}"/>
              </a:ext>
            </a:extLst>
          </p:cNvPr>
          <p:cNvSpPr>
            <a:spLocks xmlns:a="http://schemas.openxmlformats.org/drawingml/2006/main"/>
          </p:cNvSpPr>
          <p:nvPr/>
        </p:nvSpPr>
        <p:spPr>
          <a:xfrm xmlns:a="http://schemas.openxmlformats.org/drawingml/2006/main">
            <a:off x="2006600" y="2527300"/>
            <a:ext cx="3149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OpenTelemetry exporter</a:t>
            </a:r>
          </a:p>
        </p:txBody>
      </p:sp>
      <p:sp>
        <p:nvSpPr>
          <p:cNvPr id="433" name="18-shape-5">
            <a:extLst xmlns:a="http://schemas.openxmlformats.org/drawingml/2006/main">
              <a:ext uri="{FF2B5EF4-FFF2-40B4-BE49-F238E27FC236}">
                <a16:creationId xmlns:a16="http://schemas.microsoft.com/office/drawing/2014/main" id="{2711727A-8022-40DB-A825-4D2A3E051B2B}"/>
              </a:ext>
            </a:extLst>
          </p:cNvPr>
          <p:cNvSpPr>
            <a:spLocks xmlns:a="http://schemas.openxmlformats.org/drawingml/2006/main"/>
          </p:cNvSpPr>
          <p:nvPr/>
        </p:nvSpPr>
        <p:spPr>
          <a:xfrm xmlns:a="http://schemas.openxmlformats.org/drawingml/2006/main">
            <a:off x="5410200" y="2489200"/>
            <a:ext cx="16891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34" name="18-text-6">
            <a:extLst xmlns:a="http://schemas.openxmlformats.org/drawingml/2006/main">
              <a:ext uri="{FF2B5EF4-FFF2-40B4-BE49-F238E27FC236}">
                <a16:creationId xmlns:a16="http://schemas.microsoft.com/office/drawing/2014/main" id="{2F5F71CD-70B3-4A18-AB90-B54FBFFEB41B}"/>
              </a:ext>
            </a:extLst>
          </p:cNvPr>
          <p:cNvSpPr>
            <a:spLocks xmlns:a="http://schemas.openxmlformats.org/drawingml/2006/main"/>
          </p:cNvSpPr>
          <p:nvPr/>
        </p:nvSpPr>
        <p:spPr>
          <a:xfrm xmlns:a="http://schemas.openxmlformats.org/drawingml/2006/main">
            <a:off x="5562600" y="2527300"/>
            <a:ext cx="1384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sandbox</a:t>
            </a:r>
          </a:p>
        </p:txBody>
      </p:sp>
      <p:sp>
        <p:nvSpPr>
          <p:cNvPr id="435" name="18-shape-7">
            <a:extLst xmlns:a="http://schemas.openxmlformats.org/drawingml/2006/main">
              <a:ext uri="{FF2B5EF4-FFF2-40B4-BE49-F238E27FC236}">
                <a16:creationId xmlns:a16="http://schemas.microsoft.com/office/drawing/2014/main" id="{EF2C93B2-1FAD-4180-80FE-2E0C1F2655B8}"/>
              </a:ext>
            </a:extLst>
          </p:cNvPr>
          <p:cNvSpPr>
            <a:spLocks xmlns:a="http://schemas.openxmlformats.org/drawingml/2006/main"/>
          </p:cNvSpPr>
          <p:nvPr/>
        </p:nvSpPr>
        <p:spPr>
          <a:xfrm xmlns:a="http://schemas.openxmlformats.org/drawingml/2006/main">
            <a:off x="7200900" y="2489200"/>
            <a:ext cx="2057400" cy="419100"/>
          </a:xfrm>
          <a:prstGeom xmlns:a="http://schemas.openxmlformats.org/drawingml/2006/main" prst="roundRect">
            <a:avLst>
              <a:gd name="adj" fmla="val 50000"/>
            </a:avLst>
          </a:prstGeom>
          <a:noFill xmlns:a="http://schemas.openxmlformats.org/drawingml/2006/main"/>
          <a:ln xmlns:a="http://schemas.openxmlformats.org/drawingml/2006/main" w="12700">
            <a:solidFill>
              <a:srgbClr val="4C4D50"/>
            </a:solidFill>
          </a:ln>
        </p:spPr>
      </p:sp>
      <p:sp>
        <p:nvSpPr>
          <p:cNvPr id="436" name="18-text-8">
            <a:extLst xmlns:a="http://schemas.openxmlformats.org/drawingml/2006/main">
              <a:ext uri="{FF2B5EF4-FFF2-40B4-BE49-F238E27FC236}">
                <a16:creationId xmlns:a16="http://schemas.microsoft.com/office/drawing/2014/main" id="{483935EF-081B-4E58-A67B-229AAAF1D00A}"/>
              </a:ext>
            </a:extLst>
          </p:cNvPr>
          <p:cNvSpPr>
            <a:spLocks xmlns:a="http://schemas.openxmlformats.org/drawingml/2006/main"/>
          </p:cNvSpPr>
          <p:nvPr/>
        </p:nvSpPr>
        <p:spPr>
          <a:xfrm xmlns:a="http://schemas.openxmlformats.org/drawingml/2006/main">
            <a:off x="7353300" y="2527300"/>
            <a:ext cx="1752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OAuth login</a:t>
            </a:r>
          </a:p>
        </p:txBody>
      </p:sp>
      <p:sp>
        <p:nvSpPr>
          <p:cNvPr id="437" name="18-text-9">
            <a:extLst xmlns:a="http://schemas.openxmlformats.org/drawingml/2006/main">
              <a:ext uri="{FF2B5EF4-FFF2-40B4-BE49-F238E27FC236}">
                <a16:creationId xmlns:a16="http://schemas.microsoft.com/office/drawing/2014/main" id="{A55AE66C-A5E8-4C2A-B59C-446166D979E2}"/>
              </a:ext>
            </a:extLst>
          </p:cNvPr>
          <p:cNvSpPr>
            <a:spLocks xmlns:a="http://schemas.openxmlformats.org/drawingml/2006/main"/>
          </p:cNvSpPr>
          <p:nvPr/>
        </p:nvSpPr>
        <p:spPr>
          <a:xfrm xmlns:a="http://schemas.openxmlformats.org/drawingml/2006/main">
            <a:off x="609600" y="3835400"/>
            <a:ext cx="109728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And a trust and safety team you have never met.</a:t>
            </a:r>
          </a:p>
        </p:txBody>
      </p:sp>
      <p:sp>
        <p:nvSpPr>
          <p:cNvPr id="438" name="narrative-number">
            <a:extLst xmlns:a="http://schemas.openxmlformats.org/drawingml/2006/main">
              <a:ext uri="{FF2B5EF4-FFF2-40B4-BE49-F238E27FC236}">
                <a16:creationId xmlns:a16="http://schemas.microsoft.com/office/drawing/2014/main" id="{30F5BFF1-9F85-4616-B5FE-3C13894947E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762233733"/>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9" name="!!area-name">
            <a:extLst xmlns:a="http://schemas.openxmlformats.org/drawingml/2006/main">
              <a:ext uri="{FF2B5EF4-FFF2-40B4-BE49-F238E27FC236}">
                <a16:creationId xmlns:a16="http://schemas.microsoft.com/office/drawing/2014/main" id="{CE5ED192-682B-4DA1-9C89-4F55B3EF66D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49" name="mini-map"/>
          <p:cNvPicPr>
            <a:picLocks xmlns:a="http://schemas.openxmlformats.org/drawingml/2006/main" noChangeAspect="1"/>
          </p:cNvPicPr>
          <p:nvPr/>
        </p:nvPicPr>
        <p:blipFill>
          <a:blip xmlns:r="http://schemas.openxmlformats.org/officeDocument/2006/relationships" xmlns:a="http://schemas.openxmlformats.org/drawingml/2006/main" r:embed="R7a30c103b006404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1" name="header-divider">
            <a:extLst xmlns:a="http://schemas.openxmlformats.org/drawingml/2006/main">
              <a:ext uri="{FF2B5EF4-FFF2-40B4-BE49-F238E27FC236}">
                <a16:creationId xmlns:a16="http://schemas.microsoft.com/office/drawing/2014/main" id="{C942F876-3AF6-44E5-830C-56733B8362A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2" name="18b-text-1">
            <a:extLst xmlns:a="http://schemas.openxmlformats.org/drawingml/2006/main">
              <a:ext uri="{FF2B5EF4-FFF2-40B4-BE49-F238E27FC236}">
                <a16:creationId xmlns:a16="http://schemas.microsoft.com/office/drawing/2014/main" id="{5A910F24-393A-405B-85BD-78BE80D62B3B}"/>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43" name="18b-text-2">
            <a:extLst xmlns:a="http://schemas.openxmlformats.org/drawingml/2006/main">
              <a:ext uri="{FF2B5EF4-FFF2-40B4-BE49-F238E27FC236}">
                <a16:creationId xmlns:a16="http://schemas.microsoft.com/office/drawing/2014/main" id="{14AA7151-2971-4998-9FC3-43722C1B24AA}"/>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Observability</a:t>
            </a:r>
          </a:p>
        </p:txBody>
      </p:sp>
      <p:sp>
        <p:nvSpPr>
          <p:cNvPr id="444" name="18b-text-3">
            <a:extLst xmlns:a="http://schemas.openxmlformats.org/drawingml/2006/main">
              <a:ext uri="{FF2B5EF4-FFF2-40B4-BE49-F238E27FC236}">
                <a16:creationId xmlns:a16="http://schemas.microsoft.com/office/drawing/2014/main" id="{DA43C036-51E6-44E6-83F9-6672117DFBC2}"/>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task · p95 and p99 tokens · cache hit rate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loop iterations · tool failures</a:t>
            </a:r>
          </a:p>
        </p:txBody>
      </p:sp>
      <p:sp>
        <p:nvSpPr>
          <p:cNvPr id="445" name="18b-text-4">
            <a:extLst xmlns:a="http://schemas.openxmlformats.org/drawingml/2006/main">
              <a:ext uri="{FF2B5EF4-FFF2-40B4-BE49-F238E27FC236}">
                <a16:creationId xmlns:a16="http://schemas.microsoft.com/office/drawing/2014/main" id="{73C2D112-1B6A-449D-9086-E6FC288513CC}"/>
              </a:ext>
            </a:extLst>
          </p:cNvPr>
          <p:cNvSpPr>
            <a:spLocks xmlns:a="http://schemas.openxmlformats.org/drawingml/2006/main"/>
          </p:cNvSpPr>
          <p:nvPr/>
        </p:nvSpPr>
        <p:spPr>
          <a:xfrm xmlns:a="http://schemas.openxmlformats.org/drawingml/2006/main">
            <a:off x="609600" y="3733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Guardrails</a:t>
            </a:r>
          </a:p>
        </p:txBody>
      </p:sp>
      <p:sp>
        <p:nvSpPr>
          <p:cNvPr id="446" name="18b-text-5">
            <a:extLst xmlns:a="http://schemas.openxmlformats.org/drawingml/2006/main">
              <a:ext uri="{FF2B5EF4-FFF2-40B4-BE49-F238E27FC236}">
                <a16:creationId xmlns:a16="http://schemas.microsoft.com/office/drawing/2014/main" id="{9BCAD343-15CE-43BB-BCAC-6C15FB1D1E26}"/>
              </a:ext>
            </a:extLst>
          </p:cNvPr>
          <p:cNvSpPr>
            <a:spLocks xmlns:a="http://schemas.openxmlformats.org/drawingml/2006/main"/>
          </p:cNvSpPr>
          <p:nvPr/>
        </p:nvSpPr>
        <p:spPr>
          <a:xfrm xmlns:a="http://schemas.openxmlformats.org/drawingml/2006/main">
            <a:off x="2489200" y="3683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classification · provenance · sandboxing · validation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circuit breakers · approvals · least privilege</a:t>
            </a:r>
          </a:p>
        </p:txBody>
      </p:sp>
      <p:sp>
        <p:nvSpPr>
          <p:cNvPr id="447" name="narrative-number">
            <a:extLst xmlns:a="http://schemas.openxmlformats.org/drawingml/2006/main">
              <a:ext uri="{FF2B5EF4-FFF2-40B4-BE49-F238E27FC236}">
                <a16:creationId xmlns:a16="http://schemas.microsoft.com/office/drawing/2014/main" id="{F4CC8266-EC89-451C-8047-9F7930A896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480178926"/>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8" name="!!area-name">
            <a:extLst xmlns:a="http://schemas.openxmlformats.org/drawingml/2006/main">
              <a:ext uri="{FF2B5EF4-FFF2-40B4-BE49-F238E27FC236}">
                <a16:creationId xmlns:a16="http://schemas.microsoft.com/office/drawing/2014/main" id="{E20ABDF5-CC91-4291-8218-93E5890B831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63" name="mini-map"/>
          <p:cNvPicPr>
            <a:picLocks xmlns:a="http://schemas.openxmlformats.org/drawingml/2006/main" noChangeAspect="1"/>
          </p:cNvPicPr>
          <p:nvPr/>
        </p:nvPicPr>
        <p:blipFill>
          <a:blip xmlns:r="http://schemas.openxmlformats.org/officeDocument/2006/relationships" xmlns:a="http://schemas.openxmlformats.org/drawingml/2006/main" r:embed="Rcbe188626728475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50" name="header-divider">
            <a:extLst xmlns:a="http://schemas.openxmlformats.org/drawingml/2006/main">
              <a:ext uri="{FF2B5EF4-FFF2-40B4-BE49-F238E27FC236}">
                <a16:creationId xmlns:a16="http://schemas.microsoft.com/office/drawing/2014/main" id="{2A308772-0205-4FBD-A600-7EC56D05A0A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1" name="18b-text-1">
            <a:extLst xmlns:a="http://schemas.openxmlformats.org/drawingml/2006/main">
              <a:ext uri="{FF2B5EF4-FFF2-40B4-BE49-F238E27FC236}">
                <a16:creationId xmlns:a16="http://schemas.microsoft.com/office/drawing/2014/main" id="{DED5C4AB-C771-433E-B25C-F50457B68674}"/>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52" name="18b-text-10">
            <a:extLst xmlns:a="http://schemas.openxmlformats.org/drawingml/2006/main">
              <a:ext uri="{FF2B5EF4-FFF2-40B4-BE49-F238E27FC236}">
                <a16:creationId xmlns:a16="http://schemas.microsoft.com/office/drawing/2014/main" id="{CEDE4635-33A8-4CE9-B872-FA5B0900F94D}"/>
              </a:ext>
            </a:extLst>
          </p:cNvPr>
          <p:cNvSpPr>
            <a:spLocks xmlns:a="http://schemas.openxmlformats.org/drawingml/2006/main"/>
          </p:cNvSpPr>
          <p:nvPr/>
        </p:nvSpPr>
        <p:spPr>
          <a:xfrm xmlns:a="http://schemas.openxmlformats.org/drawingml/2006/main">
            <a:off x="609600" y="24384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Security</a:t>
            </a:r>
          </a:p>
        </p:txBody>
      </p:sp>
      <p:sp>
        <p:nvSpPr>
          <p:cNvPr id="453" name="18b-line-12">
            <a:extLst xmlns:a="http://schemas.openxmlformats.org/drawingml/2006/main">
              <a:ext uri="{FF2B5EF4-FFF2-40B4-BE49-F238E27FC236}">
                <a16:creationId xmlns:a16="http://schemas.microsoft.com/office/drawing/2014/main" id="{1631081C-E6A7-417B-A4DA-977245FD71AF}"/>
              </a:ext>
            </a:extLst>
          </p:cNvPr>
          <p:cNvSpPr>
            <a:spLocks xmlns:a="http://schemas.openxmlformats.org/drawingml/2006/main"/>
          </p:cNvSpPr>
          <p:nvPr/>
        </p:nvSpPr>
        <p:spPr>
          <a:xfrm xmlns:a="http://schemas.openxmlformats.org/drawingml/2006/main" flipH="0" flipV="0">
            <a:off x="33782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4" name="18b-line-14">
            <a:extLst xmlns:a="http://schemas.openxmlformats.org/drawingml/2006/main">
              <a:ext uri="{FF2B5EF4-FFF2-40B4-BE49-F238E27FC236}">
                <a16:creationId xmlns:a16="http://schemas.microsoft.com/office/drawing/2014/main" id="{C05FF881-99B2-43F9-BD1C-4FA510AC36B4}"/>
              </a:ext>
            </a:extLst>
          </p:cNvPr>
          <p:cNvSpPr>
            <a:spLocks xmlns:a="http://schemas.openxmlformats.org/drawingml/2006/main"/>
          </p:cNvSpPr>
          <p:nvPr/>
        </p:nvSpPr>
        <p:spPr>
          <a:xfrm xmlns:a="http://schemas.openxmlformats.org/drawingml/2006/main" flipH="1" flipV="0">
            <a:off x="1574800" y="4953000"/>
            <a:ext cx="3606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5" name="18b-line-16">
            <a:extLst xmlns:a="http://schemas.openxmlformats.org/drawingml/2006/main">
              <a:ext uri="{FF2B5EF4-FFF2-40B4-BE49-F238E27FC236}">
                <a16:creationId xmlns:a16="http://schemas.microsoft.com/office/drawing/2014/main" id="{FE06A5BC-4B3E-4187-9D9D-AC34ABDC1F43}"/>
              </a:ext>
            </a:extLst>
          </p:cNvPr>
          <p:cNvSpPr>
            <a:spLocks xmlns:a="http://schemas.openxmlformats.org/drawingml/2006/main"/>
          </p:cNvSpPr>
          <p:nvPr/>
        </p:nvSpPr>
        <p:spPr>
          <a:xfrm xmlns:a="http://schemas.openxmlformats.org/drawingml/2006/main" flipH="0" flipV="1">
            <a:off x="1574800" y="3429000"/>
            <a:ext cx="1803400" cy="1524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56" name="18b-text-17">
            <a:extLst xmlns:a="http://schemas.openxmlformats.org/drawingml/2006/main">
              <a:ext uri="{FF2B5EF4-FFF2-40B4-BE49-F238E27FC236}">
                <a16:creationId xmlns:a16="http://schemas.microsoft.com/office/drawing/2014/main" id="{77DD06A5-D5E2-4649-B04E-86C44A591406}"/>
              </a:ext>
            </a:extLst>
          </p:cNvPr>
          <p:cNvSpPr>
            <a:spLocks xmlns:a="http://schemas.openxmlformats.org/drawingml/2006/main"/>
          </p:cNvSpPr>
          <p:nvPr/>
        </p:nvSpPr>
        <p:spPr>
          <a:xfrm xmlns:a="http://schemas.openxmlformats.org/drawingml/2006/main">
            <a:off x="2667000" y="3022600"/>
            <a:ext cx="1676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57" name="18b-text-18">
            <a:extLst xmlns:a="http://schemas.openxmlformats.org/drawingml/2006/main">
              <a:ext uri="{FF2B5EF4-FFF2-40B4-BE49-F238E27FC236}">
                <a16:creationId xmlns:a16="http://schemas.microsoft.com/office/drawing/2014/main" id="{5464FE7A-E135-4312-85EF-F535D0D0C15B}"/>
              </a:ext>
            </a:extLst>
          </p:cNvPr>
          <p:cNvSpPr>
            <a:spLocks xmlns:a="http://schemas.openxmlformats.org/drawingml/2006/main"/>
          </p:cNvSpPr>
          <p:nvPr/>
        </p:nvSpPr>
        <p:spPr>
          <a:xfrm xmlns:a="http://schemas.openxmlformats.org/drawingml/2006/main">
            <a:off x="609600" y="5207000"/>
            <a:ext cx="264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58" name="18b-text-19">
            <a:extLst xmlns:a="http://schemas.openxmlformats.org/drawingml/2006/main">
              <a:ext uri="{FF2B5EF4-FFF2-40B4-BE49-F238E27FC236}">
                <a16:creationId xmlns:a16="http://schemas.microsoft.com/office/drawing/2014/main" id="{E27E6E13-20B3-4901-B22C-30BB58CA5CAE}"/>
              </a:ext>
            </a:extLst>
          </p:cNvPr>
          <p:cNvSpPr>
            <a:spLocks xmlns:a="http://schemas.openxmlformats.org/drawingml/2006/main"/>
          </p:cNvSpPr>
          <p:nvPr/>
        </p:nvSpPr>
        <p:spPr>
          <a:xfrm xmlns:a="http://schemas.openxmlformats.org/drawingml/2006/main">
            <a:off x="3657600" y="5207000"/>
            <a:ext cx="2590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59" name="18b-text-20">
            <a:extLst xmlns:a="http://schemas.openxmlformats.org/drawingml/2006/main">
              <a:ext uri="{FF2B5EF4-FFF2-40B4-BE49-F238E27FC236}">
                <a16:creationId xmlns:a16="http://schemas.microsoft.com/office/drawing/2014/main" id="{B70A1EF5-87D6-4315-B78C-B5AD57CFA75D}"/>
              </a:ext>
            </a:extLst>
          </p:cNvPr>
          <p:cNvSpPr>
            <a:spLocks xmlns:a="http://schemas.openxmlformats.org/drawingml/2006/main"/>
          </p:cNvSpPr>
          <p:nvPr/>
        </p:nvSpPr>
        <p:spPr>
          <a:xfrm xmlns:a="http://schemas.openxmlformats.org/drawingml/2006/main">
            <a:off x="6248400" y="3683000"/>
            <a:ext cx="5334000" cy="101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Together: exfiltration risk.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Break or constrain the path.</a:t>
            </a:r>
          </a:p>
        </p:txBody>
      </p:sp>
      <p:sp>
        <p:nvSpPr>
          <p:cNvPr id="460" name="18b-text-21">
            <a:extLst xmlns:a="http://schemas.openxmlformats.org/drawingml/2006/main">
              <a:ext uri="{FF2B5EF4-FFF2-40B4-BE49-F238E27FC236}">
                <a16:creationId xmlns:a16="http://schemas.microsoft.com/office/drawing/2014/main" id="{96BF4D70-F7BC-47BC-BBC8-8C7913AC072C}"/>
              </a:ext>
            </a:extLst>
          </p:cNvPr>
          <p:cNvSpPr>
            <a:spLocks xmlns:a="http://schemas.openxmlformats.org/drawingml/2006/main"/>
          </p:cNvSpPr>
          <p:nvPr/>
        </p:nvSpPr>
        <p:spPr>
          <a:xfrm xmlns:a="http://schemas.openxmlformats.org/drawingml/2006/main">
            <a:off x="6248400" y="4953000"/>
            <a:ext cx="5334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Simon Willison, June 2025</a:t>
            </a:r>
          </a:p>
        </p:txBody>
      </p:sp>
      <p:sp>
        <p:nvSpPr>
          <p:cNvPr id="461" name="narrative-number">
            <a:extLst xmlns:a="http://schemas.openxmlformats.org/drawingml/2006/main">
              <a:ext uri="{FF2B5EF4-FFF2-40B4-BE49-F238E27FC236}">
                <a16:creationId xmlns:a16="http://schemas.microsoft.com/office/drawing/2014/main" id="{8DEB22B3-BA57-4B2D-AE1C-2092F0D3B2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06495650"/>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2" name="!!area-name">
            <a:extLst xmlns:a="http://schemas.openxmlformats.org/drawingml/2006/main">
              <a:ext uri="{FF2B5EF4-FFF2-40B4-BE49-F238E27FC236}">
                <a16:creationId xmlns:a16="http://schemas.microsoft.com/office/drawing/2014/main" id="{639450D4-69EB-4A49-BB63-8ED164C0E6C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72" name="mini-map"/>
          <p:cNvPicPr>
            <a:picLocks xmlns:a="http://schemas.openxmlformats.org/drawingml/2006/main" noChangeAspect="1"/>
          </p:cNvPicPr>
          <p:nvPr/>
        </p:nvPicPr>
        <p:blipFill>
          <a:blip xmlns:r="http://schemas.openxmlformats.org/officeDocument/2006/relationships" xmlns:a="http://schemas.openxmlformats.org/drawingml/2006/main" r:embed="R13d084f3647c46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4" name="header-divider">
            <a:extLst xmlns:a="http://schemas.openxmlformats.org/drawingml/2006/main">
              <a:ext uri="{FF2B5EF4-FFF2-40B4-BE49-F238E27FC236}">
                <a16:creationId xmlns:a16="http://schemas.microsoft.com/office/drawing/2014/main" id="{D09D1DDA-7F11-4359-BC9B-A11A813E664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18b-text-1">
            <a:extLst xmlns:a="http://schemas.openxmlformats.org/drawingml/2006/main">
              <a:ext uri="{FF2B5EF4-FFF2-40B4-BE49-F238E27FC236}">
                <a16:creationId xmlns:a16="http://schemas.microsoft.com/office/drawing/2014/main" id="{3FD922AC-7CDF-445A-BEF9-8D0D0BEBB3C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66" name="18b-text-6">
            <a:extLst xmlns:a="http://schemas.openxmlformats.org/drawingml/2006/main">
              <a:ext uri="{FF2B5EF4-FFF2-40B4-BE49-F238E27FC236}">
                <a16:creationId xmlns:a16="http://schemas.microsoft.com/office/drawing/2014/main" id="{776C255C-4C34-422B-83CD-2A8869BF916E}"/>
              </a:ext>
            </a:extLst>
          </p:cNvPr>
          <p:cNvSpPr>
            <a:spLocks xmlns:a="http://schemas.openxmlformats.org/drawingml/2006/main"/>
          </p:cNvSpPr>
          <p:nvPr/>
        </p:nvSpPr>
        <p:spPr>
          <a:xfrm xmlns:a="http://schemas.openxmlformats.org/drawingml/2006/main">
            <a:off x="609600" y="24892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Identity</a:t>
            </a:r>
          </a:p>
        </p:txBody>
      </p:sp>
      <p:sp>
        <p:nvSpPr>
          <p:cNvPr id="467" name="18b-text-7">
            <a:extLst xmlns:a="http://schemas.openxmlformats.org/drawingml/2006/main">
              <a:ext uri="{FF2B5EF4-FFF2-40B4-BE49-F238E27FC236}">
                <a16:creationId xmlns:a16="http://schemas.microsoft.com/office/drawing/2014/main" id="{CC508CFE-7BEE-498A-988D-1730A3439075}"/>
              </a:ext>
            </a:extLst>
          </p:cNvPr>
          <p:cNvSpPr>
            <a:spLocks xmlns:a="http://schemas.openxmlformats.org/drawingml/2006/main"/>
          </p:cNvSpPr>
          <p:nvPr/>
        </p:nvSpPr>
        <p:spPr>
          <a:xfrm xmlns:a="http://schemas.openxmlformats.org/drawingml/2006/main">
            <a:off x="2489200" y="24384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Design pattern: workload identity with short-lived delegation.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Requirements: no token passthrough; minimal scopes.</a:t>
            </a:r>
          </a:p>
        </p:txBody>
      </p:sp>
      <p:sp>
        <p:nvSpPr>
          <p:cNvPr id="468" name="18b-text-8">
            <a:extLst xmlns:a="http://schemas.openxmlformats.org/drawingml/2006/main">
              <a:ext uri="{FF2B5EF4-FFF2-40B4-BE49-F238E27FC236}">
                <a16:creationId xmlns:a16="http://schemas.microsoft.com/office/drawing/2014/main" id="{3F3B8D92-CF4D-487C-A554-67A6F2A8783F}"/>
              </a:ext>
            </a:extLst>
          </p:cNvPr>
          <p:cNvSpPr>
            <a:spLocks xmlns:a="http://schemas.openxmlformats.org/drawingml/2006/main"/>
          </p:cNvSpPr>
          <p:nvPr/>
        </p:nvSpPr>
        <p:spPr>
          <a:xfrm xmlns:a="http://schemas.openxmlformats.org/drawingml/2006/main">
            <a:off x="609600" y="3860800"/>
            <a:ext cx="17780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Governance</a:t>
            </a:r>
          </a:p>
        </p:txBody>
      </p:sp>
      <p:sp>
        <p:nvSpPr>
          <p:cNvPr id="469" name="18b-text-9">
            <a:extLst xmlns:a="http://schemas.openxmlformats.org/drawingml/2006/main">
              <a:ext uri="{FF2B5EF4-FFF2-40B4-BE49-F238E27FC236}">
                <a16:creationId xmlns:a16="http://schemas.microsoft.com/office/drawing/2014/main" id="{C421A7BF-9FD5-48E7-9486-B8BE96DE1AE2}"/>
              </a:ext>
            </a:extLst>
          </p:cNvPr>
          <p:cNvSpPr>
            <a:spLocks xmlns:a="http://schemas.openxmlformats.org/drawingml/2006/main"/>
          </p:cNvSpPr>
          <p:nvPr/>
        </p:nvSpPr>
        <p:spPr>
          <a:xfrm xmlns:a="http://schemas.openxmlformats.org/drawingml/2006/main">
            <a:off x="2489200" y="3810000"/>
            <a:ext cx="9093200" cy="711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EU AI Act Article 50: disclosure duties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covered direct AI interactions.</a:t>
            </a:r>
          </a:p>
        </p:txBody>
      </p:sp>
      <p:sp>
        <p:nvSpPr>
          <p:cNvPr id="470" name="narrative-number">
            <a:extLst xmlns:a="http://schemas.openxmlformats.org/drawingml/2006/main">
              <a:ext uri="{FF2B5EF4-FFF2-40B4-BE49-F238E27FC236}">
                <a16:creationId xmlns:a16="http://schemas.microsoft.com/office/drawing/2014/main" id="{804F3463-19FA-4989-A4EC-7080A703A00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96141310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1" name="!!area-name">
            <a:extLst xmlns:a="http://schemas.openxmlformats.org/drawingml/2006/main">
              <a:ext uri="{FF2B5EF4-FFF2-40B4-BE49-F238E27FC236}">
                <a16:creationId xmlns:a16="http://schemas.microsoft.com/office/drawing/2014/main" id="{135AC0DA-91AC-47E0-8830-58EBA2E6B4E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user</a:t>
            </a:r>
          </a:p>
        </p:txBody>
      </p:sp>
      <p:pic>
        <p:nvPicPr>
          <p:cNvPr id="480" name="mini-map"/>
          <p:cNvPicPr>
            <a:picLocks xmlns:a="http://schemas.openxmlformats.org/drawingml/2006/main" noChangeAspect="1"/>
          </p:cNvPicPr>
          <p:nvPr/>
        </p:nvPicPr>
        <p:blipFill>
          <a:blip xmlns:r="http://schemas.openxmlformats.org/officeDocument/2006/relationships" xmlns:a="http://schemas.openxmlformats.org/drawingml/2006/main" r:embed="R88843ea6ab5240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3" name="header-divider">
            <a:extLst xmlns:a="http://schemas.openxmlformats.org/drawingml/2006/main">
              <a:ext uri="{FF2B5EF4-FFF2-40B4-BE49-F238E27FC236}">
                <a16:creationId xmlns:a16="http://schemas.microsoft.com/office/drawing/2014/main" id="{C25D9480-8423-40A9-87AF-539F8DE3B3C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4" name="18b-text-1">
            <a:extLst xmlns:a="http://schemas.openxmlformats.org/drawingml/2006/main">
              <a:ext uri="{FF2B5EF4-FFF2-40B4-BE49-F238E27FC236}">
                <a16:creationId xmlns:a16="http://schemas.microsoft.com/office/drawing/2014/main" id="{3D0F2FF2-77D0-495E-8972-7B9A717524DF}"/>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FFFCF5"/>
                </a:solidFill>
                <a:latin typeface="Consolas"/>
                <a:ea typeface="Consolas"/>
                <a:cs typeface="Consolas"/>
              </a:rPr>
              <a:t>/usage</a:t>
            </a:r>
            <a:r>
              <a:rPr b="0">
                <a:solidFill>
                  <a:srgbClr val="ADACA9"/>
                </a:solidFill>
                <a:latin typeface="Helvetica"/>
                <a:ea typeface="Helvetica"/>
                <a:cs typeface="Helvetica"/>
              </a:rPr>
              <a:t> · the OpenTelemetry exporter · the sandbox · the OAuth login</a:t>
            </a:r>
          </a:p>
        </p:txBody>
      </p:sp>
      <p:sp>
        <p:nvSpPr>
          <p:cNvPr id="475" name="18b-text-22">
            <a:extLst xmlns:a="http://schemas.openxmlformats.org/drawingml/2006/main">
              <a:ext uri="{FF2B5EF4-FFF2-40B4-BE49-F238E27FC236}">
                <a16:creationId xmlns:a16="http://schemas.microsoft.com/office/drawing/2014/main" id="{FE0382C1-000F-489F-9299-EA4C1043521C}"/>
              </a:ext>
            </a:extLst>
          </p:cNvPr>
          <p:cNvSpPr>
            <a:spLocks xmlns:a="http://schemas.openxmlformats.org/drawingml/2006/main"/>
          </p:cNvSpPr>
          <p:nvPr/>
        </p:nvSpPr>
        <p:spPr>
          <a:xfrm xmlns:a="http://schemas.openxmlformats.org/drawingml/2006/main">
            <a:off x="609600" y="2438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EchoLeak, June 2025.</a:t>
            </a:r>
            <a:r>
              <a:rPr b="0">
                <a:solidFill>
                  <a:srgbClr val="FFFCF5"/>
                </a:solidFill>
                <a:latin typeface="Helvetica"/>
                <a:ea typeface="Helvetica"/>
                <a:cs typeface="Helvetica"/>
              </a:rPr>
              <a:t> Researcher-demonstrated vulnerability.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evidence of exploitation reported.</a:t>
            </a:r>
          </a:p>
        </p:txBody>
      </p:sp>
      <p:sp>
        <p:nvSpPr>
          <p:cNvPr id="476" name="18b-text-23">
            <a:extLst xmlns:a="http://schemas.openxmlformats.org/drawingml/2006/main">
              <a:ext uri="{FF2B5EF4-FFF2-40B4-BE49-F238E27FC236}">
                <a16:creationId xmlns:a16="http://schemas.microsoft.com/office/drawing/2014/main" id="{C5A8D1FA-FF62-411F-A7F9-B4AC851E8673}"/>
              </a:ext>
            </a:extLst>
          </p:cNvPr>
          <p:cNvSpPr>
            <a:spLocks xmlns:a="http://schemas.openxmlformats.org/drawingml/2006/main"/>
          </p:cNvSpPr>
          <p:nvPr/>
        </p:nvSpPr>
        <p:spPr>
          <a:xfrm xmlns:a="http://schemas.openxmlformats.org/drawingml/2006/main">
            <a:off x="609600" y="3581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Replit, July 2025.</a:t>
            </a:r>
            <a:r>
              <a:rPr b="0">
                <a:solidFill>
                  <a:srgbClr val="FFFCF5"/>
                </a:solidFill>
                <a:latin typeface="Helvetica"/>
                <a:ea typeface="Helvetica"/>
                <a:cs typeface="Helvetica"/>
              </a:rPr>
              <a:t> Reported production database deletion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during a code freeze. Fortune / AI Incident Database.</a:t>
            </a:r>
          </a:p>
        </p:txBody>
      </p:sp>
      <p:sp>
        <p:nvSpPr>
          <p:cNvPr id="477" name="18b-text-24">
            <a:extLst xmlns:a="http://schemas.openxmlformats.org/drawingml/2006/main">
              <a:ext uri="{FF2B5EF4-FFF2-40B4-BE49-F238E27FC236}">
                <a16:creationId xmlns:a16="http://schemas.microsoft.com/office/drawing/2014/main" id="{7A730319-D69A-4951-B2C2-B69624D1CC00}"/>
              </a:ext>
            </a:extLst>
          </p:cNvPr>
          <p:cNvSpPr>
            <a:spLocks xmlns:a="http://schemas.openxmlformats.org/drawingml/2006/main"/>
          </p:cNvSpPr>
          <p:nvPr/>
        </p:nvSpPr>
        <p:spPr>
          <a:xfrm xmlns:a="http://schemas.openxmlformats.org/drawingml/2006/main">
            <a:off x="609600" y="4724400"/>
            <a:ext cx="109728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FFCF5"/>
                </a:solidFill>
                <a:latin typeface="Helvetica"/>
                <a:ea typeface="Helvetica"/>
                <a:cs typeface="Helvetica"/>
              </a:rPr>
              <a:t>Moffatt v. Air Canada, February 2024.</a:t>
            </a:r>
            <a:r>
              <a:rPr b="0">
                <a:solidFill>
                  <a:srgbClr val="FFFCF5"/>
                </a:solidFill>
                <a:latin typeface="Helvetica"/>
                <a:ea typeface="Helvetica"/>
                <a:cs typeface="Helvetica"/>
              </a:rPr>
              <a:t> Reported liability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misleading chatbot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McCarthy Tétrault, secondary commentary.</a:t>
            </a:r>
          </a:p>
        </p:txBody>
      </p:sp>
      <p:sp>
        <p:nvSpPr>
          <p:cNvPr id="478" name="narrative-number">
            <a:extLst xmlns:a="http://schemas.openxmlformats.org/drawingml/2006/main">
              <a:ext uri="{FF2B5EF4-FFF2-40B4-BE49-F238E27FC236}">
                <a16:creationId xmlns:a16="http://schemas.microsoft.com/office/drawing/2014/main" id="{691B8DE4-1802-412D-90E2-15265AE798C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708544185"/>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9" name="!!area-name">
            <a:extLst xmlns:a="http://schemas.openxmlformats.org/drawingml/2006/main">
              <a:ext uri="{FF2B5EF4-FFF2-40B4-BE49-F238E27FC236}">
                <a16:creationId xmlns:a16="http://schemas.microsoft.com/office/drawing/2014/main" id="{7D4A125B-C811-45B3-B079-0616335BCB6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Operating it</a:t>
            </a:r>
            <a:r>
              <a:rPr b="0">
                <a:solidFill>
                  <a:srgbClr val="ADACA9"/>
                </a:solidFill>
                <a:latin typeface="Helvetica"/>
                <a:ea typeface="Helvetica"/>
                <a:cs typeface="Helvetica"/>
              </a:rPr>
              <a:t> · When you are the owner</a:t>
            </a:r>
          </a:p>
        </p:txBody>
      </p:sp>
      <p:pic>
        <p:nvPicPr>
          <p:cNvPr id="498" name="mini-map"/>
          <p:cNvPicPr>
            <a:picLocks xmlns:a="http://schemas.openxmlformats.org/drawingml/2006/main" noChangeAspect="1"/>
          </p:cNvPicPr>
          <p:nvPr/>
        </p:nvPicPr>
        <p:blipFill>
          <a:blip xmlns:r="http://schemas.openxmlformats.org/officeDocument/2006/relationships" xmlns:a="http://schemas.openxmlformats.org/drawingml/2006/main" r:embed="Rfa344d66a25d4a1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1" name="slide-title">
            <a:extLst xmlns:a="http://schemas.openxmlformats.org/drawingml/2006/main">
              <a:ext uri="{FF2B5EF4-FFF2-40B4-BE49-F238E27FC236}">
                <a16:creationId xmlns:a16="http://schemas.microsoft.com/office/drawing/2014/main" id="{F4B576CA-6ED7-447B-8E37-089358CE456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You own the approval process.</a:t>
            </a:r>
          </a:p>
        </p:txBody>
      </p:sp>
      <p:sp>
        <p:nvSpPr>
          <p:cNvPr id="482" name="header-divider">
            <a:extLst xmlns:a="http://schemas.openxmlformats.org/drawingml/2006/main">
              <a:ext uri="{FF2B5EF4-FFF2-40B4-BE49-F238E27FC236}">
                <a16:creationId xmlns:a16="http://schemas.microsoft.com/office/drawing/2014/main" id="{C5DAF538-816D-45B1-AE17-5A55E51362D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01" name="19-table-1"/>
          <p:cNvGraphicFramePr/>
          <p:nvPr/>
        </p:nvGraphicFramePr>
        <p:xfrm>
          <a:off xmlns:a="http://schemas.openxmlformats.org/drawingml/2006/main" x="609600" y="2438400"/>
          <a:ext xmlns:a="http://schemas.openxmlformats.org/drawingml/2006/main" cx="10972800" cy="18288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FDAD00"/>
                          </a:solidFill>
                          <a:latin typeface="Helvetica"/>
                          <a:ea typeface="Helvetica"/>
                          <a:cs typeface="Helvetica"/>
                        </a:rPr>
                        <a:t>Coding-agent control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DAD00"/>
                          </a:solidFill>
                          <a:latin typeface="Helvetica"/>
                          <a:ea typeface="Helvetica"/>
                          <a:cs typeface="Helvetica"/>
                        </a:rPr>
                        <a:t>Illustrative FRB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Sandbox and login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 FRB access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06400">
                <a:tc>
                  <a:txBody>
                    <a:bodyPr>
                      <a:noAutofit/>
                    </a:bodyPr>
                    <a:lstStyle/>
                    <a:p>
                      <a:pPr>
                        <a:lnSpc>
                          <a:spcPct val="125000"/>
                        </a:lnSpc>
                        <a:buNone/>
                      </a:pPr>
                      <a:r>
                        <a:rPr sz="2000" b="0">
                          <a:solidFill>
                            <a:srgbClr val="FFFCF5"/>
                          </a:solidFill>
                          <a:latin typeface="Helvetica"/>
                          <a:ea typeface="Helvetica"/>
                          <a:cs typeface="Helvetica"/>
                        </a:rPr>
                        <a:t>Approval prompt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Allowed exports. Human conclusions.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Audit log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An accountable FRB trace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4" name="19-text-2">
            <a:extLst xmlns:a="http://schemas.openxmlformats.org/drawingml/2006/main">
              <a:ext uri="{FF2B5EF4-FFF2-40B4-BE49-F238E27FC236}">
                <a16:creationId xmlns:a16="http://schemas.microsoft.com/office/drawing/2014/main" id="{BD5A1D69-3E22-4035-8320-A99951BD811C}"/>
              </a:ext>
            </a:extLst>
          </p:cNvPr>
          <p:cNvSpPr>
            <a:spLocks xmlns:a="http://schemas.openxmlformats.org/drawingml/2006/main"/>
          </p:cNvSpPr>
          <p:nvPr/>
        </p:nvSpPr>
        <p:spPr>
          <a:xfrm xmlns:a="http://schemas.openxmlformats.org/drawingml/2006/main">
            <a:off x="609600" y="4343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Trace: request · FRB-042-MIN r2 · workers · synthesis · export</a:t>
            </a:r>
          </a:p>
        </p:txBody>
      </p:sp>
      <p:sp>
        <p:nvSpPr>
          <p:cNvPr id="485" name="19-text-3">
            <a:extLst xmlns:a="http://schemas.openxmlformats.org/drawingml/2006/main">
              <a:ext uri="{FF2B5EF4-FFF2-40B4-BE49-F238E27FC236}">
                <a16:creationId xmlns:a16="http://schemas.microsoft.com/office/drawing/2014/main" id="{866E6266-A172-4638-8885-5A9A10AFB003}"/>
              </a:ext>
            </a:extLst>
          </p:cNvPr>
          <p:cNvSpPr>
            <a:spLocks xmlns:a="http://schemas.openxmlformats.org/drawingml/2006/main"/>
          </p:cNvSpPr>
          <p:nvPr/>
        </p:nvSpPr>
        <p:spPr>
          <a:xfrm xmlns:a="http://schemas.openxmlformats.org/drawingml/2006/main">
            <a:off x="609600" y="48260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Monitor freshness, parsing/tool and quality failures.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per completed brief. End-to-end latency.</a:t>
            </a:r>
          </a:p>
        </p:txBody>
      </p:sp>
      <p:sp>
        <p:nvSpPr>
          <p:cNvPr id="486" name="19-shape-4">
            <a:extLst xmlns:a="http://schemas.openxmlformats.org/drawingml/2006/main">
              <a:ext uri="{FF2B5EF4-FFF2-40B4-BE49-F238E27FC236}">
                <a16:creationId xmlns:a16="http://schemas.microsoft.com/office/drawing/2014/main" id="{30184A82-DFFB-45FD-A303-260B96B16DBE}"/>
              </a:ext>
            </a:extLst>
          </p:cNvPr>
          <p:cNvSpPr>
            <a:spLocks xmlns:a="http://schemas.openxmlformats.org/drawingml/2006/main"/>
          </p:cNvSpPr>
          <p:nvPr/>
        </p:nvSpPr>
        <p:spPr>
          <a:xfrm xmlns:a="http://schemas.openxmlformats.org/drawingml/2006/main">
            <a:off x="0" y="5638800"/>
            <a:ext cx="12192000" cy="1219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7" name="19-shape-5">
            <a:extLst xmlns:a="http://schemas.openxmlformats.org/drawingml/2006/main">
              <a:ext uri="{FF2B5EF4-FFF2-40B4-BE49-F238E27FC236}">
                <a16:creationId xmlns:a16="http://schemas.microsoft.com/office/drawing/2014/main" id="{98B343DD-4AC0-4737-AF16-A53E1AB122AC}"/>
              </a:ext>
            </a:extLst>
          </p:cNvPr>
          <p:cNvSpPr>
            <a:spLocks xmlns:a="http://schemas.openxmlformats.org/drawingml/2006/main"/>
          </p:cNvSpPr>
          <p:nvPr/>
        </p:nvSpPr>
        <p:spPr>
          <a:xfrm xmlns:a="http://schemas.openxmlformats.org/drawingml/2006/main">
            <a:off x="0" y="5638800"/>
            <a:ext cx="2184400" cy="1219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88" name="19-text-6">
            <a:extLst xmlns:a="http://schemas.openxmlformats.org/drawingml/2006/main">
              <a:ext uri="{FF2B5EF4-FFF2-40B4-BE49-F238E27FC236}">
                <a16:creationId xmlns:a16="http://schemas.microsoft.com/office/drawing/2014/main" id="{E259647B-9B04-4EB7-9717-783F9DB2C9BF}"/>
              </a:ext>
            </a:extLst>
          </p:cNvPr>
          <p:cNvSpPr>
            <a:spLocks xmlns:a="http://schemas.openxmlformats.org/drawingml/2006/main"/>
          </p:cNvSpPr>
          <p:nvPr/>
        </p:nvSpPr>
        <p:spPr>
          <a:xfrm xmlns:a="http://schemas.openxmlformats.org/drawingml/2006/main">
            <a:off x="609600" y="6089650"/>
            <a:ext cx="1447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Pitfall</a:t>
            </a:r>
          </a:p>
        </p:txBody>
      </p:sp>
      <p:sp>
        <p:nvSpPr>
          <p:cNvPr id="489" name="19-text-7">
            <a:extLst xmlns:a="http://schemas.openxmlformats.org/drawingml/2006/main">
              <a:ext uri="{FF2B5EF4-FFF2-40B4-BE49-F238E27FC236}">
                <a16:creationId xmlns:a16="http://schemas.microsoft.com/office/drawing/2014/main" id="{AA68DA10-2428-4A90-A21F-97154C2A0E48}"/>
              </a:ext>
            </a:extLst>
          </p:cNvPr>
          <p:cNvSpPr>
            <a:spLocks xmlns:a="http://schemas.openxmlformats.org/drawingml/2006/main"/>
          </p:cNvSpPr>
          <p:nvPr/>
        </p:nvSpPr>
        <p:spPr>
          <a:xfrm xmlns:a="http://schemas.openxmlformats.org/drawingml/2006/main">
            <a:off x="2489200" y="5803900"/>
            <a:ext cx="49530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90" name="19-line-9">
            <a:extLst xmlns:a="http://schemas.openxmlformats.org/drawingml/2006/main">
              <a:ext uri="{FF2B5EF4-FFF2-40B4-BE49-F238E27FC236}">
                <a16:creationId xmlns:a16="http://schemas.microsoft.com/office/drawing/2014/main" id="{EC49C66A-C26B-4A87-A91C-9537D22B6E66}"/>
              </a:ext>
            </a:extLst>
          </p:cNvPr>
          <p:cNvSpPr>
            <a:spLocks xmlns:a="http://schemas.openxmlformats.org/drawingml/2006/main"/>
          </p:cNvSpPr>
          <p:nvPr/>
        </p:nvSpPr>
        <p:spPr>
          <a:xfrm xmlns:a="http://schemas.openxmlformats.org/drawingml/2006/main" flipH="0" flipV="0">
            <a:off x="9042400" y="5918200"/>
            <a:ext cx="10160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1" name="19-line-11">
            <a:extLst xmlns:a="http://schemas.openxmlformats.org/drawingml/2006/main">
              <a:ext uri="{FF2B5EF4-FFF2-40B4-BE49-F238E27FC236}">
                <a16:creationId xmlns:a16="http://schemas.microsoft.com/office/drawing/2014/main" id="{82D3CD13-2E82-4CC4-B5A4-4EDA73416594}"/>
              </a:ext>
            </a:extLst>
          </p:cNvPr>
          <p:cNvSpPr>
            <a:spLocks xmlns:a="http://schemas.openxmlformats.org/drawingml/2006/main"/>
          </p:cNvSpPr>
          <p:nvPr/>
        </p:nvSpPr>
        <p:spPr>
          <a:xfrm xmlns:a="http://schemas.openxmlformats.org/drawingml/2006/main" flipH="1" flipV="0">
            <a:off x="8077200" y="6223000"/>
            <a:ext cx="19812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2" name="19-line-13">
            <a:extLst xmlns:a="http://schemas.openxmlformats.org/drawingml/2006/main">
              <a:ext uri="{FF2B5EF4-FFF2-40B4-BE49-F238E27FC236}">
                <a16:creationId xmlns:a16="http://schemas.microsoft.com/office/drawing/2014/main" id="{CF6EB382-C2F3-49EF-934D-74053AA98163}"/>
              </a:ext>
            </a:extLst>
          </p:cNvPr>
          <p:cNvSpPr>
            <a:spLocks xmlns:a="http://schemas.openxmlformats.org/drawingml/2006/main"/>
          </p:cNvSpPr>
          <p:nvPr/>
        </p:nvSpPr>
        <p:spPr>
          <a:xfrm xmlns:a="http://schemas.openxmlformats.org/drawingml/2006/main" flipH="0" flipV="1">
            <a:off x="8077200" y="5918200"/>
            <a:ext cx="965200" cy="3048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93" name="19-text-14">
            <a:extLst xmlns:a="http://schemas.openxmlformats.org/drawingml/2006/main">
              <a:ext uri="{FF2B5EF4-FFF2-40B4-BE49-F238E27FC236}">
                <a16:creationId xmlns:a16="http://schemas.microsoft.com/office/drawing/2014/main" id="{4E285012-14DA-4094-B7B6-234C7DE4AD4D}"/>
              </a:ext>
            </a:extLst>
          </p:cNvPr>
          <p:cNvSpPr>
            <a:spLocks xmlns:a="http://schemas.openxmlformats.org/drawingml/2006/main"/>
          </p:cNvSpPr>
          <p:nvPr/>
        </p:nvSpPr>
        <p:spPr>
          <a:xfrm xmlns:a="http://schemas.openxmlformats.org/drawingml/2006/main">
            <a:off x="8432800" y="5638800"/>
            <a:ext cx="18415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Private data</a:t>
            </a:r>
          </a:p>
        </p:txBody>
      </p:sp>
      <p:sp>
        <p:nvSpPr>
          <p:cNvPr id="494" name="19-text-15">
            <a:extLst xmlns:a="http://schemas.openxmlformats.org/drawingml/2006/main">
              <a:ext uri="{FF2B5EF4-FFF2-40B4-BE49-F238E27FC236}">
                <a16:creationId xmlns:a16="http://schemas.microsoft.com/office/drawing/2014/main" id="{6053F440-23B6-4CF8-B2D1-18DB375D011F}"/>
              </a:ext>
            </a:extLst>
          </p:cNvPr>
          <p:cNvSpPr>
            <a:spLocks xmlns:a="http://schemas.openxmlformats.org/drawingml/2006/main"/>
          </p:cNvSpPr>
          <p:nvPr/>
        </p:nvSpPr>
        <p:spPr>
          <a:xfrm xmlns:a="http://schemas.openxmlformats.org/drawingml/2006/main">
            <a:off x="7061200" y="6426200"/>
            <a:ext cx="1981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Untrusted content</a:t>
            </a:r>
          </a:p>
        </p:txBody>
      </p:sp>
      <p:sp>
        <p:nvSpPr>
          <p:cNvPr id="495" name="19-text-16">
            <a:extLst xmlns:a="http://schemas.openxmlformats.org/drawingml/2006/main">
              <a:ext uri="{FF2B5EF4-FFF2-40B4-BE49-F238E27FC236}">
                <a16:creationId xmlns:a16="http://schemas.microsoft.com/office/drawing/2014/main" id="{F21A4C36-F2B1-4C0E-9555-B14591FF501F}"/>
              </a:ext>
            </a:extLst>
          </p:cNvPr>
          <p:cNvSpPr>
            <a:spLocks xmlns:a="http://schemas.openxmlformats.org/drawingml/2006/main"/>
          </p:cNvSpPr>
          <p:nvPr/>
        </p:nvSpPr>
        <p:spPr>
          <a:xfrm xmlns:a="http://schemas.openxmlformats.org/drawingml/2006/main">
            <a:off x="9093200" y="6426200"/>
            <a:ext cx="24892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FFFCF5"/>
                </a:solidFill>
                <a:latin typeface="Helvetica"/>
                <a:ea typeface="Helvetica"/>
                <a:cs typeface="Helvetica"/>
              </a:rPr>
              <a:t>External communication</a:t>
            </a:r>
          </a:p>
        </p:txBody>
      </p:sp>
      <p:sp>
        <p:nvSpPr>
          <p:cNvPr id="496" name="narrative-number">
            <a:extLst xmlns:a="http://schemas.openxmlformats.org/drawingml/2006/main">
              <a:ext uri="{FF2B5EF4-FFF2-40B4-BE49-F238E27FC236}">
                <a16:creationId xmlns:a16="http://schemas.microsoft.com/office/drawing/2014/main" id="{25AA3ADD-5684-4D3B-9257-49762ABACBD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286579035"/>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6"/>
                                        </p:tgtEl>
                                        <p:attrNameLst>
                                          <p:attrName>style.visibility</p:attrName>
                                        </p:attrNameLst>
                                      </p:cBhvr>
                                      <p:to>
                                        <p:strVal val="visible"/>
                                      </p:to>
                                    </p:set>
                                    <p:animEffect transition="in" filter="fade">
                                      <p:cBhvr>
                                        <p:cTn id="7" dur="300" fill="hold"/>
                                        <p:tgtEl>
                                          <p:spTgt spid="486"/>
                                        </p:tgtEl>
                                      </p:cBhvr>
                                    </p:animEffect>
                                  </p:childTnLst>
                                </p:cTn>
                              </p:par>
                              <p:par>
                                <p:cTn id="8" presetID="10" presetClass="entr" presetSubtype="0" fill="hold" nodeType="withEffect">
                                  <p:stCondLst>
                                    <p:cond delay="0"/>
                                  </p:stCondLst>
                                  <p:childTnLst>
                                    <p:set>
                                      <p:cBhvr>
                                        <p:cTn id="9" dur="1" fill="hold">
                                          <p:stCondLst>
                                            <p:cond delay="0"/>
                                          </p:stCondLst>
                                        </p:cTn>
                                        <p:tgtEl>
                                          <p:spTgt spid="487"/>
                                        </p:tgtEl>
                                        <p:attrNameLst>
                                          <p:attrName>style.visibility</p:attrName>
                                        </p:attrNameLst>
                                      </p:cBhvr>
                                      <p:to>
                                        <p:strVal val="visible"/>
                                      </p:to>
                                    </p:set>
                                    <p:animEffect transition="in" filter="fade">
                                      <p:cBhvr>
                                        <p:cTn id="10" dur="300" fill="hold"/>
                                        <p:tgtEl>
                                          <p:spTgt spid="487"/>
                                        </p:tgtEl>
                                      </p:cBhvr>
                                    </p:animEffect>
                                  </p:childTnLst>
                                </p:cTn>
                              </p:par>
                              <p:par>
                                <p:cTn id="11" presetID="10" presetClass="entr" presetSubtype="0" fill="hold" nodeType="withEffect">
                                  <p:stCondLst>
                                    <p:cond delay="0"/>
                                  </p:stCondLst>
                                  <p:childTnLst>
                                    <p:set>
                                      <p:cBhvr>
                                        <p:cTn id="12" dur="1" fill="hold">
                                          <p:stCondLst>
                                            <p:cond delay="0"/>
                                          </p:stCondLst>
                                        </p:cTn>
                                        <p:tgtEl>
                                          <p:spTgt spid="488"/>
                                        </p:tgtEl>
                                        <p:attrNameLst>
                                          <p:attrName>style.visibility</p:attrName>
                                        </p:attrNameLst>
                                      </p:cBhvr>
                                      <p:to>
                                        <p:strVal val="visible"/>
                                      </p:to>
                                    </p:set>
                                    <p:animEffect transition="in" filter="fade">
                                      <p:cBhvr>
                                        <p:cTn id="13" dur="300" fill="hold"/>
                                        <p:tgtEl>
                                          <p:spTgt spid="488"/>
                                        </p:tgtEl>
                                      </p:cBhvr>
                                    </p:animEffect>
                                  </p:childTnLst>
                                </p:cTn>
                              </p:par>
                              <p:par>
                                <p:cTn id="14" presetID="10" presetClass="entr" presetSubtype="0" fill="hold" nodeType="withEffect">
                                  <p:stCondLst>
                                    <p:cond delay="0"/>
                                  </p:stCondLst>
                                  <p:childTnLst>
                                    <p:set>
                                      <p:cBhvr>
                                        <p:cTn id="15" dur="1" fill="hold">
                                          <p:stCondLst>
                                            <p:cond delay="0"/>
                                          </p:stCondLst>
                                        </p:cTn>
                                        <p:tgtEl>
                                          <p:spTgt spid="489"/>
                                        </p:tgtEl>
                                        <p:attrNameLst>
                                          <p:attrName>style.visibility</p:attrName>
                                        </p:attrNameLst>
                                      </p:cBhvr>
                                      <p:to>
                                        <p:strVal val="visible"/>
                                      </p:to>
                                    </p:set>
                                    <p:animEffect transition="in" filter="fade">
                                      <p:cBhvr>
                                        <p:cTn id="16" dur="300" fill="hold"/>
                                        <p:tgtEl>
                                          <p:spTgt spid="489"/>
                                        </p:tgtEl>
                                      </p:cBhvr>
                                    </p:animEffect>
                                  </p:childTnLst>
                                </p:cTn>
                              </p:par>
                              <p:par>
                                <p:cTn id="17" presetID="1" presetClass="entr" presetSubtype="0" fill="hold" nodeType="withEffect">
                                  <p:stCondLst>
                                    <p:cond delay="0"/>
                                  </p:stCondLst>
                                  <p:childTnLst>
                                    <p:set>
                                      <p:cBhvr>
                                        <p:cTn id="18" dur="1" fill="hold">
                                          <p:stCondLst>
                                            <p:cond delay="0"/>
                                          </p:stCondLst>
                                        </p:cTn>
                                        <p:tgtEl>
                                          <p:spTgt spid="49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9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9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9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9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99" name="19b-image-1"/>
          <p:cNvPicPr>
            <a:picLocks xmlns:a="http://schemas.openxmlformats.org/drawingml/2006/main" noChangeAspect="1"/>
          </p:cNvPicPr>
          <p:nvPr/>
        </p:nvPicPr>
        <p:blipFill>
          <a:blip xmlns:r="http://schemas.openxmlformats.org/officeDocument/2006/relationships" xmlns:a="http://schemas.openxmlformats.org/drawingml/2006/main" r:embed="R6af96160358c48e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98" name="narrative-number">
            <a:extLst xmlns:a="http://schemas.openxmlformats.org/drawingml/2006/main">
              <a:ext uri="{FF2B5EF4-FFF2-40B4-BE49-F238E27FC236}">
                <a16:creationId xmlns:a16="http://schemas.microsoft.com/office/drawing/2014/main" id="{BC177285-1870-423B-B270-0D63CCB7B7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3934544825"/>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9" name="section-label">
            <a:extLst xmlns:a="http://schemas.openxmlformats.org/drawingml/2006/main">
              <a:ext uri="{FF2B5EF4-FFF2-40B4-BE49-F238E27FC236}">
                <a16:creationId xmlns:a16="http://schemas.microsoft.com/office/drawing/2014/main" id="{FA233879-2FC4-4F17-B660-8A67175486B9}"/>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500" name="section-rule">
            <a:extLst xmlns:a="http://schemas.openxmlformats.org/drawingml/2006/main">
              <a:ext uri="{FF2B5EF4-FFF2-40B4-BE49-F238E27FC236}">
                <a16:creationId xmlns:a16="http://schemas.microsoft.com/office/drawing/2014/main" id="{9932127D-F955-4434-AEFA-272FA42DE444}"/>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01" name="section-title">
            <a:extLst xmlns:a="http://schemas.openxmlformats.org/drawingml/2006/main">
              <a:ext uri="{FF2B5EF4-FFF2-40B4-BE49-F238E27FC236}">
                <a16:creationId xmlns:a16="http://schemas.microsoft.com/office/drawing/2014/main" id="{9D66CAA8-49D9-41FD-B11E-D0BD8DEF1182}"/>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502" name="narrative-number">
            <a:extLst xmlns:a="http://schemas.openxmlformats.org/drawingml/2006/main">
              <a:ext uri="{FF2B5EF4-FFF2-40B4-BE49-F238E27FC236}">
                <a16:creationId xmlns:a16="http://schemas.microsoft.com/office/drawing/2014/main" id="{52642200-321E-49B0-934A-4C707CCE223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3170990524"/>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3" name="!!area-name">
            <a:extLst xmlns:a="http://schemas.openxmlformats.org/drawingml/2006/main">
              <a:ext uri="{FF2B5EF4-FFF2-40B4-BE49-F238E27FC236}">
                <a16:creationId xmlns:a16="http://schemas.microsoft.com/office/drawing/2014/main" id="{15B8934B-CF37-40E7-B340-0E6D822E633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0" name="mini-map"/>
          <p:cNvPicPr>
            <a:picLocks xmlns:a="http://schemas.openxmlformats.org/drawingml/2006/main" noChangeAspect="1"/>
          </p:cNvPicPr>
          <p:nvPr/>
        </p:nvPicPr>
        <p:blipFill>
          <a:blip xmlns:r="http://schemas.openxmlformats.org/officeDocument/2006/relationships" xmlns:a="http://schemas.openxmlformats.org/drawingml/2006/main" r:embed="R7980397202de46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05" name="slide-title">
            <a:extLst xmlns:a="http://schemas.openxmlformats.org/drawingml/2006/main">
              <a:ext uri="{FF2B5EF4-FFF2-40B4-BE49-F238E27FC236}">
                <a16:creationId xmlns:a16="http://schemas.microsoft.com/office/drawing/2014/main" id="{EA638553-E392-466E-9C1F-315CEB342C3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06" name="header-divider">
            <a:extLst xmlns:a="http://schemas.openxmlformats.org/drawingml/2006/main">
              <a:ext uri="{FF2B5EF4-FFF2-40B4-BE49-F238E27FC236}">
                <a16:creationId xmlns:a16="http://schemas.microsoft.com/office/drawing/2014/main" id="{7AA15162-C323-43F8-BC24-BED6017CB23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513" name="21-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08" name="narrative-number">
            <a:extLst xmlns:a="http://schemas.openxmlformats.org/drawingml/2006/main">
              <a:ext uri="{FF2B5EF4-FFF2-40B4-BE49-F238E27FC236}">
                <a16:creationId xmlns:a16="http://schemas.microsoft.com/office/drawing/2014/main" id="{6C09C6F3-11EF-495D-A57E-916C8F8EE65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080534659"/>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9" name="!!area-name">
            <a:extLst xmlns:a="http://schemas.openxmlformats.org/drawingml/2006/main">
              <a:ext uri="{FF2B5EF4-FFF2-40B4-BE49-F238E27FC236}">
                <a16:creationId xmlns:a16="http://schemas.microsoft.com/office/drawing/2014/main" id="{2FE76E38-3687-4D37-8F4B-8F60D37CDA2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518" name="mini-map"/>
          <p:cNvPicPr>
            <a:picLocks xmlns:a="http://schemas.openxmlformats.org/drawingml/2006/main" noChangeAspect="1"/>
          </p:cNvPicPr>
          <p:nvPr/>
        </p:nvPicPr>
        <p:blipFill>
          <a:blip xmlns:r="http://schemas.openxmlformats.org/officeDocument/2006/relationships" xmlns:a="http://schemas.openxmlformats.org/drawingml/2006/main" r:embed="Rc15de6ab43e34bb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1" name="slide-title">
            <a:extLst xmlns:a="http://schemas.openxmlformats.org/drawingml/2006/main">
              <a:ext uri="{FF2B5EF4-FFF2-40B4-BE49-F238E27FC236}">
                <a16:creationId xmlns:a16="http://schemas.microsoft.com/office/drawing/2014/main" id="{924B1D60-E98A-4759-9897-4D4FC3713CD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512" name="header-divider">
            <a:extLst xmlns:a="http://schemas.openxmlformats.org/drawingml/2006/main">
              <a:ext uri="{FF2B5EF4-FFF2-40B4-BE49-F238E27FC236}">
                <a16:creationId xmlns:a16="http://schemas.microsoft.com/office/drawing/2014/main" id="{A5807F68-99F9-4078-9A2E-B92E3032E71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3" name="21-text-2">
            <a:extLst xmlns:a="http://schemas.openxmlformats.org/drawingml/2006/main">
              <a:ext uri="{FF2B5EF4-FFF2-40B4-BE49-F238E27FC236}">
                <a16:creationId xmlns:a16="http://schemas.microsoft.com/office/drawing/2014/main" id="{B475B5CF-DDD3-4978-ACCD-F2C85585C85F}"/>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514" name="21-text-3">
            <a:extLst xmlns:a="http://schemas.openxmlformats.org/drawingml/2006/main">
              <a:ext uri="{FF2B5EF4-FFF2-40B4-BE49-F238E27FC236}">
                <a16:creationId xmlns:a16="http://schemas.microsoft.com/office/drawing/2014/main" id="{C8A48D37-6F9D-4F2E-81A6-B632E2209765}"/>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515" name="21-text-4">
            <a:extLst xmlns:a="http://schemas.openxmlformats.org/drawingml/2006/main">
              <a:ext uri="{FF2B5EF4-FFF2-40B4-BE49-F238E27FC236}">
                <a16:creationId xmlns:a16="http://schemas.microsoft.com/office/drawing/2014/main" id="{7B13E2B9-A060-4113-8820-170A932D22CF}"/>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516" name="narrative-number">
            <a:extLst xmlns:a="http://schemas.openxmlformats.org/drawingml/2006/main">
              <a:ext uri="{FF2B5EF4-FFF2-40B4-BE49-F238E27FC236}">
                <a16:creationId xmlns:a16="http://schemas.microsoft.com/office/drawing/2014/main" id="{2743F6C2-1D01-47E6-A7D7-58CF36BF9DB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921061809"/>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7" name="!!area-name">
            <a:extLst xmlns:a="http://schemas.openxmlformats.org/drawingml/2006/main">
              <a:ext uri="{FF2B5EF4-FFF2-40B4-BE49-F238E27FC236}">
                <a16:creationId xmlns:a16="http://schemas.microsoft.com/office/drawing/2014/main" id="{5D0649A6-67CB-46BC-9897-44391BDAC77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33" name="mini-map"/>
          <p:cNvPicPr>
            <a:picLocks xmlns:a="http://schemas.openxmlformats.org/drawingml/2006/main" noChangeAspect="1"/>
          </p:cNvPicPr>
          <p:nvPr/>
        </p:nvPicPr>
        <p:blipFill>
          <a:blip xmlns:r="http://schemas.openxmlformats.org/officeDocument/2006/relationships" xmlns:a="http://schemas.openxmlformats.org/drawingml/2006/main" r:embed="R8e4eeefeb577403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9" name="slide-title">
            <a:extLst xmlns:a="http://schemas.openxmlformats.org/drawingml/2006/main">
              <a:ext uri="{FF2B5EF4-FFF2-40B4-BE49-F238E27FC236}">
                <a16:creationId xmlns:a16="http://schemas.microsoft.com/office/drawing/2014/main" id="{6353BA94-3FA9-4047-A8B2-CBAA65A20C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520" name="header-divider">
            <a:extLst xmlns:a="http://schemas.openxmlformats.org/drawingml/2006/main">
              <a:ext uri="{FF2B5EF4-FFF2-40B4-BE49-F238E27FC236}">
                <a16:creationId xmlns:a16="http://schemas.microsoft.com/office/drawing/2014/main" id="{0DE02F54-7148-4A72-B5BE-C5CC431F61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21" name="22-text-1">
            <a:extLst xmlns:a="http://schemas.openxmlformats.org/drawingml/2006/main">
              <a:ext uri="{FF2B5EF4-FFF2-40B4-BE49-F238E27FC236}">
                <a16:creationId xmlns:a16="http://schemas.microsoft.com/office/drawing/2014/main" id="{F59B4F7E-D25C-416D-8BF8-FC7CF8792FA6}"/>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522" name="22-line-3">
            <a:extLst xmlns:a="http://schemas.openxmlformats.org/drawingml/2006/main">
              <a:ext uri="{FF2B5EF4-FFF2-40B4-BE49-F238E27FC236}">
                <a16:creationId xmlns:a16="http://schemas.microsoft.com/office/drawing/2014/main" id="{3CB72245-0885-49A5-93F3-0CF4844DF2CB}"/>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3" name="22-text-4">
            <a:extLst xmlns:a="http://schemas.openxmlformats.org/drawingml/2006/main">
              <a:ext uri="{FF2B5EF4-FFF2-40B4-BE49-F238E27FC236}">
                <a16:creationId xmlns:a16="http://schemas.microsoft.com/office/drawing/2014/main" id="{43553884-231E-43D6-8DE4-4ACEFDA0E491}"/>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524" name="22-text-5">
            <a:extLst xmlns:a="http://schemas.openxmlformats.org/drawingml/2006/main">
              <a:ext uri="{FF2B5EF4-FFF2-40B4-BE49-F238E27FC236}">
                <a16:creationId xmlns:a16="http://schemas.microsoft.com/office/drawing/2014/main" id="{47C83C65-E5EF-42D9-B9EA-0EF6ED2E6EB0}"/>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25" name="22-line-7">
            <a:extLst xmlns:a="http://schemas.openxmlformats.org/drawingml/2006/main">
              <a:ext uri="{FF2B5EF4-FFF2-40B4-BE49-F238E27FC236}">
                <a16:creationId xmlns:a16="http://schemas.microsoft.com/office/drawing/2014/main" id="{20FB79C8-D808-4A00-9207-74C4B1D1FE53}"/>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6" name="22-text-8">
            <a:extLst xmlns:a="http://schemas.openxmlformats.org/drawingml/2006/main">
              <a:ext uri="{FF2B5EF4-FFF2-40B4-BE49-F238E27FC236}">
                <a16:creationId xmlns:a16="http://schemas.microsoft.com/office/drawing/2014/main" id="{91681386-9483-468C-B571-2A470DAA3ED5}"/>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527" name="22-text-9">
            <a:extLst xmlns:a="http://schemas.openxmlformats.org/drawingml/2006/main">
              <a:ext uri="{FF2B5EF4-FFF2-40B4-BE49-F238E27FC236}">
                <a16:creationId xmlns:a16="http://schemas.microsoft.com/office/drawing/2014/main" id="{D36AC8D6-F69B-4739-9920-30C0443B52FC}"/>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528" name="22-line-11">
            <a:extLst xmlns:a="http://schemas.openxmlformats.org/drawingml/2006/main">
              <a:ext uri="{FF2B5EF4-FFF2-40B4-BE49-F238E27FC236}">
                <a16:creationId xmlns:a16="http://schemas.microsoft.com/office/drawing/2014/main" id="{6B7FEF5A-8E4F-43BA-BEC3-FCC6CC4E53A4}"/>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529" name="22-text-12">
            <a:extLst xmlns:a="http://schemas.openxmlformats.org/drawingml/2006/main">
              <a:ext uri="{FF2B5EF4-FFF2-40B4-BE49-F238E27FC236}">
                <a16:creationId xmlns:a16="http://schemas.microsoft.com/office/drawing/2014/main" id="{FD675771-B0BC-412F-91D8-19E61E4E1FE3}"/>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530" name="22-text-13">
            <a:extLst xmlns:a="http://schemas.openxmlformats.org/drawingml/2006/main">
              <a:ext uri="{FF2B5EF4-FFF2-40B4-BE49-F238E27FC236}">
                <a16:creationId xmlns:a16="http://schemas.microsoft.com/office/drawing/2014/main" id="{4A35B1F8-318A-4A5E-81FE-A8EB584482F0}"/>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531" name="narrative-number">
            <a:extLst xmlns:a="http://schemas.openxmlformats.org/drawingml/2006/main">
              <a:ext uri="{FF2B5EF4-FFF2-40B4-BE49-F238E27FC236}">
                <a16:creationId xmlns:a16="http://schemas.microsoft.com/office/drawing/2014/main" id="{9EE6AA1C-F931-40CA-821F-449AB2BCB5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534099804"/>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2" name="!!area-name">
            <a:extLst xmlns:a="http://schemas.openxmlformats.org/drawingml/2006/main">
              <a:ext uri="{FF2B5EF4-FFF2-40B4-BE49-F238E27FC236}">
                <a16:creationId xmlns:a16="http://schemas.microsoft.com/office/drawing/2014/main" id="{1755C279-5AFE-4BC5-8692-769516EBA9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45" name="mini-map"/>
          <p:cNvPicPr>
            <a:picLocks xmlns:a="http://schemas.openxmlformats.org/drawingml/2006/main" noChangeAspect="1"/>
          </p:cNvPicPr>
          <p:nvPr/>
        </p:nvPicPr>
        <p:blipFill>
          <a:blip xmlns:r="http://schemas.openxmlformats.org/officeDocument/2006/relationships" xmlns:a="http://schemas.openxmlformats.org/drawingml/2006/main" r:embed="R3ec4e3ea6b024f3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4" name="header-divider">
            <a:extLst xmlns:a="http://schemas.openxmlformats.org/drawingml/2006/main">
              <a:ext uri="{FF2B5EF4-FFF2-40B4-BE49-F238E27FC236}">
                <a16:creationId xmlns:a16="http://schemas.microsoft.com/office/drawing/2014/main" id="{48F766FE-ED90-4058-A8C7-679D4046E5D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5" name="22b-text-1">
            <a:extLst xmlns:a="http://schemas.openxmlformats.org/drawingml/2006/main">
              <a:ext uri="{FF2B5EF4-FFF2-40B4-BE49-F238E27FC236}">
                <a16:creationId xmlns:a16="http://schemas.microsoft.com/office/drawing/2014/main" id="{C0EF83EE-8681-467D-8E66-6C5B6C0921A6}"/>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36" name="22b-text-2">
            <a:extLst xmlns:a="http://schemas.openxmlformats.org/drawingml/2006/main">
              <a:ext uri="{FF2B5EF4-FFF2-40B4-BE49-F238E27FC236}">
                <a16:creationId xmlns:a16="http://schemas.microsoft.com/office/drawing/2014/main" id="{31AD4739-38BD-452C-9372-7DA954F07AE4}"/>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537" name="22b-text-3">
            <a:extLst xmlns:a="http://schemas.openxmlformats.org/drawingml/2006/main">
              <a:ext uri="{FF2B5EF4-FFF2-40B4-BE49-F238E27FC236}">
                <a16:creationId xmlns:a16="http://schemas.microsoft.com/office/drawing/2014/main" id="{F0AB24AC-DDDA-4037-B204-0096850A8716}"/>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538" name="22b-text-4">
            <a:extLst xmlns:a="http://schemas.openxmlformats.org/drawingml/2006/main">
              <a:ext uri="{FF2B5EF4-FFF2-40B4-BE49-F238E27FC236}">
                <a16:creationId xmlns:a16="http://schemas.microsoft.com/office/drawing/2014/main" id="{D8CA85A9-D45E-4221-85DC-BF0DE31A8611}"/>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539" name="22b-text-5">
            <a:extLst xmlns:a="http://schemas.openxmlformats.org/drawingml/2006/main">
              <a:ext uri="{FF2B5EF4-FFF2-40B4-BE49-F238E27FC236}">
                <a16:creationId xmlns:a16="http://schemas.microsoft.com/office/drawing/2014/main" id="{3C5B84B0-05FE-46BD-B065-BC7CEDEFFEAD}"/>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540" name="22b-text-6">
            <a:extLst xmlns:a="http://schemas.openxmlformats.org/drawingml/2006/main">
              <a:ext uri="{FF2B5EF4-FFF2-40B4-BE49-F238E27FC236}">
                <a16:creationId xmlns:a16="http://schemas.microsoft.com/office/drawing/2014/main" id="{CC6D2718-7275-4915-9160-B044AF2B67C0}"/>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541" name="22b-text-7">
            <a:extLst xmlns:a="http://schemas.openxmlformats.org/drawingml/2006/main">
              <a:ext uri="{FF2B5EF4-FFF2-40B4-BE49-F238E27FC236}">
                <a16:creationId xmlns:a16="http://schemas.microsoft.com/office/drawing/2014/main" id="{5853C4D5-C7E4-40B7-B726-EFDAA2851CBB}"/>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542" name="22b-text-8">
            <a:extLst xmlns:a="http://schemas.openxmlformats.org/drawingml/2006/main">
              <a:ext uri="{FF2B5EF4-FFF2-40B4-BE49-F238E27FC236}">
                <a16:creationId xmlns:a16="http://schemas.microsoft.com/office/drawing/2014/main" id="{7F6BCC33-923D-403B-864E-BFBE67A9DF26}"/>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543" name="narrative-number">
            <a:extLst xmlns:a="http://schemas.openxmlformats.org/drawingml/2006/main">
              <a:ext uri="{FF2B5EF4-FFF2-40B4-BE49-F238E27FC236}">
                <a16:creationId xmlns:a16="http://schemas.microsoft.com/office/drawing/2014/main" id="{825CE9A0-F8BF-4FBD-915A-581BA0982A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565069233"/>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44" name="!!area-name">
            <a:extLst xmlns:a="http://schemas.openxmlformats.org/drawingml/2006/main">
              <a:ext uri="{FF2B5EF4-FFF2-40B4-BE49-F238E27FC236}">
                <a16:creationId xmlns:a16="http://schemas.microsoft.com/office/drawing/2014/main" id="{D7CAB719-B9AC-44D4-ACE4-08A8A3775CC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552" name="mini-map"/>
          <p:cNvPicPr>
            <a:picLocks xmlns:a="http://schemas.openxmlformats.org/drawingml/2006/main" noChangeAspect="1"/>
          </p:cNvPicPr>
          <p:nvPr/>
        </p:nvPicPr>
        <p:blipFill>
          <a:blip xmlns:r="http://schemas.openxmlformats.org/officeDocument/2006/relationships" xmlns:a="http://schemas.openxmlformats.org/drawingml/2006/main" r:embed="R581cb442425849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46" name="header-divider">
            <a:extLst xmlns:a="http://schemas.openxmlformats.org/drawingml/2006/main">
              <a:ext uri="{FF2B5EF4-FFF2-40B4-BE49-F238E27FC236}">
                <a16:creationId xmlns:a16="http://schemas.microsoft.com/office/drawing/2014/main" id="{42355E36-9568-4FB7-867E-E099D53B17C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7" name="22b-text-1">
            <a:extLst xmlns:a="http://schemas.openxmlformats.org/drawingml/2006/main">
              <a:ext uri="{FF2B5EF4-FFF2-40B4-BE49-F238E27FC236}">
                <a16:creationId xmlns:a16="http://schemas.microsoft.com/office/drawing/2014/main" id="{BC53AD0D-7CA0-4641-B58D-A77E13C5C531}"/>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548" name="22b-text-9">
            <a:extLst xmlns:a="http://schemas.openxmlformats.org/drawingml/2006/main">
              <a:ext uri="{FF2B5EF4-FFF2-40B4-BE49-F238E27FC236}">
                <a16:creationId xmlns:a16="http://schemas.microsoft.com/office/drawing/2014/main" id="{BABF3293-0D14-4C93-9847-A1DB0DDEC629}"/>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549" name="22b-text-10">
            <a:extLst xmlns:a="http://schemas.openxmlformats.org/drawingml/2006/main">
              <a:ext uri="{FF2B5EF4-FFF2-40B4-BE49-F238E27FC236}">
                <a16:creationId xmlns:a16="http://schemas.microsoft.com/office/drawing/2014/main" id="{B986A97B-E5FF-4501-A064-C6F9761C211E}"/>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550" name="narrative-number">
            <a:extLst xmlns:a="http://schemas.openxmlformats.org/drawingml/2006/main">
              <a:ext uri="{FF2B5EF4-FFF2-40B4-BE49-F238E27FC236}">
                <a16:creationId xmlns:a16="http://schemas.microsoft.com/office/drawing/2014/main" id="{D648D5D7-1307-4111-893B-3643126EF36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358542269"/>
      </p:ext>
    </p:extLst>
  </p:cSld>
</p:sld>
</file>

<file path=ppt/slides/slide5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1" name="!!area-name">
            <a:extLst xmlns:a="http://schemas.openxmlformats.org/drawingml/2006/main">
              <a:ext uri="{FF2B5EF4-FFF2-40B4-BE49-F238E27FC236}">
                <a16:creationId xmlns:a16="http://schemas.microsoft.com/office/drawing/2014/main" id="{A66F9FBB-5445-456C-9E98-D6FBF35920B7}"/>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552" name="header-divider">
            <a:extLst xmlns:a="http://schemas.openxmlformats.org/drawingml/2006/main">
              <a:ext uri="{FF2B5EF4-FFF2-40B4-BE49-F238E27FC236}">
                <a16:creationId xmlns:a16="http://schemas.microsoft.com/office/drawing/2014/main" id="{A2DAEBAF-D04D-4C29-86B2-5A2ECC415F88}"/>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53" name="23-shape-1">
            <a:extLst xmlns:a="http://schemas.openxmlformats.org/drawingml/2006/main">
              <a:ext uri="{FF2B5EF4-FFF2-40B4-BE49-F238E27FC236}">
                <a16:creationId xmlns:a16="http://schemas.microsoft.com/office/drawing/2014/main" id="{EC0B1F08-1C2E-4222-9C93-E66ADF8FAFCC}"/>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4" name="23-shape-2">
            <a:extLst xmlns:a="http://schemas.openxmlformats.org/drawingml/2006/main">
              <a:ext uri="{FF2B5EF4-FFF2-40B4-BE49-F238E27FC236}">
                <a16:creationId xmlns:a16="http://schemas.microsoft.com/office/drawing/2014/main" id="{E2631B46-8B7F-4CB1-A53D-682AE18CE199}"/>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555" name="23-text-3">
            <a:extLst xmlns:a="http://schemas.openxmlformats.org/drawingml/2006/main">
              <a:ext uri="{FF2B5EF4-FFF2-40B4-BE49-F238E27FC236}">
                <a16:creationId xmlns:a16="http://schemas.microsoft.com/office/drawing/2014/main" id="{2A1D200D-7975-47AA-A998-55EB3680BE77}"/>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556" name="23-text-4">
            <a:extLst xmlns:a="http://schemas.openxmlformats.org/drawingml/2006/main">
              <a:ext uri="{FF2B5EF4-FFF2-40B4-BE49-F238E27FC236}">
                <a16:creationId xmlns:a16="http://schemas.microsoft.com/office/drawing/2014/main" id="{FAC41D53-1E98-43CB-AA49-B6683C7912F1}"/>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557" name="23-shape-5">
            <a:extLst xmlns:a="http://schemas.openxmlformats.org/drawingml/2006/main">
              <a:ext uri="{FF2B5EF4-FFF2-40B4-BE49-F238E27FC236}">
                <a16:creationId xmlns:a16="http://schemas.microsoft.com/office/drawing/2014/main" id="{89359DDC-3AC1-40E4-982E-2FE441F160A0}"/>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58" name="23-shape-6">
            <a:extLst xmlns:a="http://schemas.openxmlformats.org/drawingml/2006/main">
              <a:ext uri="{FF2B5EF4-FFF2-40B4-BE49-F238E27FC236}">
                <a16:creationId xmlns:a16="http://schemas.microsoft.com/office/drawing/2014/main" id="{53CFF49F-3D7D-4F38-80A2-8429A012DF7F}"/>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59" name="23-text-7">
            <a:extLst xmlns:a="http://schemas.openxmlformats.org/drawingml/2006/main">
              <a:ext uri="{FF2B5EF4-FFF2-40B4-BE49-F238E27FC236}">
                <a16:creationId xmlns:a16="http://schemas.microsoft.com/office/drawing/2014/main" id="{1D8EC361-2522-4D14-BEA1-2DD53F6891FB}"/>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560" name="23-text-8">
            <a:extLst xmlns:a="http://schemas.openxmlformats.org/drawingml/2006/main">
              <a:ext uri="{FF2B5EF4-FFF2-40B4-BE49-F238E27FC236}">
                <a16:creationId xmlns:a16="http://schemas.microsoft.com/office/drawing/2014/main" id="{7BD86BDA-55D6-4D92-AB91-A9B9AC34B2A5}"/>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561" name="23-shape-9">
            <a:extLst xmlns:a="http://schemas.openxmlformats.org/drawingml/2006/main">
              <a:ext uri="{FF2B5EF4-FFF2-40B4-BE49-F238E27FC236}">
                <a16:creationId xmlns:a16="http://schemas.microsoft.com/office/drawing/2014/main" id="{211545C7-0ED2-46FC-90C7-DEF463ED7716}"/>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2" name="23-shape-10">
            <a:extLst xmlns:a="http://schemas.openxmlformats.org/drawingml/2006/main">
              <a:ext uri="{FF2B5EF4-FFF2-40B4-BE49-F238E27FC236}">
                <a16:creationId xmlns:a16="http://schemas.microsoft.com/office/drawing/2014/main" id="{638E01C7-136C-40C6-8510-794A2B5CF092}"/>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63" name="23-text-11">
            <a:extLst xmlns:a="http://schemas.openxmlformats.org/drawingml/2006/main">
              <a:ext uri="{FF2B5EF4-FFF2-40B4-BE49-F238E27FC236}">
                <a16:creationId xmlns:a16="http://schemas.microsoft.com/office/drawing/2014/main" id="{36C17A2F-2263-4F27-B8D4-6CDB4CD7A81B}"/>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564" name="23-text-12">
            <a:extLst xmlns:a="http://schemas.openxmlformats.org/drawingml/2006/main">
              <a:ext uri="{FF2B5EF4-FFF2-40B4-BE49-F238E27FC236}">
                <a16:creationId xmlns:a16="http://schemas.microsoft.com/office/drawing/2014/main" id="{C770C7C8-5E21-4F30-8C7B-D64336456175}"/>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565" name="23-shape-13">
            <a:extLst xmlns:a="http://schemas.openxmlformats.org/drawingml/2006/main">
              <a:ext uri="{FF2B5EF4-FFF2-40B4-BE49-F238E27FC236}">
                <a16:creationId xmlns:a16="http://schemas.microsoft.com/office/drawing/2014/main" id="{066590C4-2518-4D89-9706-6EFBF7E58EEB}"/>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66" name="23-shape-14">
            <a:extLst xmlns:a="http://schemas.openxmlformats.org/drawingml/2006/main">
              <a:ext uri="{FF2B5EF4-FFF2-40B4-BE49-F238E27FC236}">
                <a16:creationId xmlns:a16="http://schemas.microsoft.com/office/drawing/2014/main" id="{24BF8ABD-7804-408A-94C4-840F16C5BB50}"/>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67" name="23-text-15">
            <a:extLst xmlns:a="http://schemas.openxmlformats.org/drawingml/2006/main">
              <a:ext uri="{FF2B5EF4-FFF2-40B4-BE49-F238E27FC236}">
                <a16:creationId xmlns:a16="http://schemas.microsoft.com/office/drawing/2014/main" id="{5B6AB6F1-228C-4A8D-A16D-97E297ACE967}"/>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68" name="23-text-16">
            <a:extLst xmlns:a="http://schemas.openxmlformats.org/drawingml/2006/main">
              <a:ext uri="{FF2B5EF4-FFF2-40B4-BE49-F238E27FC236}">
                <a16:creationId xmlns:a16="http://schemas.microsoft.com/office/drawing/2014/main" id="{74D0FD58-815B-4C2F-887A-1DDEF500D5A6}"/>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569" name="23-shape-17">
            <a:extLst xmlns:a="http://schemas.openxmlformats.org/drawingml/2006/main">
              <a:ext uri="{FF2B5EF4-FFF2-40B4-BE49-F238E27FC236}">
                <a16:creationId xmlns:a16="http://schemas.microsoft.com/office/drawing/2014/main" id="{FB434E3F-E348-4A84-9B37-F75B645BD809}"/>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0" name="23-shape-18">
            <a:extLst xmlns:a="http://schemas.openxmlformats.org/drawingml/2006/main">
              <a:ext uri="{FF2B5EF4-FFF2-40B4-BE49-F238E27FC236}">
                <a16:creationId xmlns:a16="http://schemas.microsoft.com/office/drawing/2014/main" id="{DB58A367-D0B2-475F-A367-0B3596956DC2}"/>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71" name="23-text-19">
            <a:extLst xmlns:a="http://schemas.openxmlformats.org/drawingml/2006/main">
              <a:ext uri="{FF2B5EF4-FFF2-40B4-BE49-F238E27FC236}">
                <a16:creationId xmlns:a16="http://schemas.microsoft.com/office/drawing/2014/main" id="{592D37CA-72BB-485C-B122-4652485C2D8F}"/>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572" name="23-text-20">
            <a:extLst xmlns:a="http://schemas.openxmlformats.org/drawingml/2006/main">
              <a:ext uri="{FF2B5EF4-FFF2-40B4-BE49-F238E27FC236}">
                <a16:creationId xmlns:a16="http://schemas.microsoft.com/office/drawing/2014/main" id="{3B9E6DEF-8CD4-4C08-A836-CE8E55BFE542}"/>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573" name="23-shape-21">
            <a:extLst xmlns:a="http://schemas.openxmlformats.org/drawingml/2006/main">
              <a:ext uri="{FF2B5EF4-FFF2-40B4-BE49-F238E27FC236}">
                <a16:creationId xmlns:a16="http://schemas.microsoft.com/office/drawing/2014/main" id="{4F0E618A-A6BD-4F0E-AB85-BE60F89C4893}"/>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74" name="23-shape-22">
            <a:extLst xmlns:a="http://schemas.openxmlformats.org/drawingml/2006/main">
              <a:ext uri="{FF2B5EF4-FFF2-40B4-BE49-F238E27FC236}">
                <a16:creationId xmlns:a16="http://schemas.microsoft.com/office/drawing/2014/main" id="{A1F2D87D-C77A-4C97-A5E5-34EB5C4A8BD5}"/>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75" name="23-text-23">
            <a:extLst xmlns:a="http://schemas.openxmlformats.org/drawingml/2006/main">
              <a:ext uri="{FF2B5EF4-FFF2-40B4-BE49-F238E27FC236}">
                <a16:creationId xmlns:a16="http://schemas.microsoft.com/office/drawing/2014/main" id="{DB890160-F64B-4A7A-8226-E358086F9591}"/>
              </a:ext>
            </a:extLst>
          </p:cNvPr>
          <p:cNvSpPr>
            <a:spLocks xmlns:a="http://schemas.openxmlformats.org/drawingml/2006/main"/>
          </p:cNvSpPr>
          <p:nvPr/>
        </p:nvSpPr>
        <p:spPr>
          <a:xfrm xmlns:a="http://schemas.openxmlformats.org/drawingml/2006/main">
            <a:off x="609600" y="56769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Operating</a:t>
            </a:r>
          </a:p>
        </p:txBody>
      </p:sp>
      <p:sp>
        <p:nvSpPr>
          <p:cNvPr id="576" name="23-text-24">
            <a:extLst xmlns:a="http://schemas.openxmlformats.org/drawingml/2006/main">
              <a:ext uri="{FF2B5EF4-FFF2-40B4-BE49-F238E27FC236}">
                <a16:creationId xmlns:a16="http://schemas.microsoft.com/office/drawing/2014/main" id="{E1F24216-FE66-4085-B457-2960DB86E848}"/>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577" name="narrative-number">
            <a:extLst xmlns:a="http://schemas.openxmlformats.org/drawingml/2006/main">
              <a:ext uri="{FF2B5EF4-FFF2-40B4-BE49-F238E27FC236}">
                <a16:creationId xmlns:a16="http://schemas.microsoft.com/office/drawing/2014/main" id="{6DBAB336-ABE3-42FE-A260-0FF2ED0FEE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1613053095"/>
      </p:ext>
    </p:extLst>
  </p:cSld>
</p:sld>
</file>

<file path=ppt/slides/slide5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78" name="!!area-name">
            <a:extLst xmlns:a="http://schemas.openxmlformats.org/drawingml/2006/main">
              <a:ext uri="{FF2B5EF4-FFF2-40B4-BE49-F238E27FC236}">
                <a16:creationId xmlns:a16="http://schemas.microsoft.com/office/drawing/2014/main" id="{4D0EAF46-57E6-40F7-B554-4FEE2B3EE8F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96" name="mini-map"/>
          <p:cNvPicPr>
            <a:picLocks xmlns:a="http://schemas.openxmlformats.org/drawingml/2006/main" noChangeAspect="1"/>
          </p:cNvPicPr>
          <p:nvPr/>
        </p:nvPicPr>
        <p:blipFill>
          <a:blip xmlns:r="http://schemas.openxmlformats.org/officeDocument/2006/relationships" xmlns:a="http://schemas.openxmlformats.org/drawingml/2006/main" r:embed="R01597085bd1041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80" name="slide-title">
            <a:extLst xmlns:a="http://schemas.openxmlformats.org/drawingml/2006/main">
              <a:ext uri="{FF2B5EF4-FFF2-40B4-BE49-F238E27FC236}">
                <a16:creationId xmlns:a16="http://schemas.microsoft.com/office/drawing/2014/main" id="{5EE766E8-CDD2-4FAB-AF43-5F139B0C2AE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81" name="header-divider">
            <a:extLst xmlns:a="http://schemas.openxmlformats.org/drawingml/2006/main">
              <a:ext uri="{FF2B5EF4-FFF2-40B4-BE49-F238E27FC236}">
                <a16:creationId xmlns:a16="http://schemas.microsoft.com/office/drawing/2014/main" id="{ACB31D84-9A96-4A06-8A62-8322891261E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82" name="24-shape-1">
            <a:extLst xmlns:a="http://schemas.openxmlformats.org/drawingml/2006/main">
              <a:ext uri="{FF2B5EF4-FFF2-40B4-BE49-F238E27FC236}">
                <a16:creationId xmlns:a16="http://schemas.microsoft.com/office/drawing/2014/main" id="{0D85B877-4B29-4853-A8C0-FF468C323254}"/>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3" name="24-text-2">
            <a:extLst xmlns:a="http://schemas.openxmlformats.org/drawingml/2006/main">
              <a:ext uri="{FF2B5EF4-FFF2-40B4-BE49-F238E27FC236}">
                <a16:creationId xmlns:a16="http://schemas.microsoft.com/office/drawing/2014/main" id="{F1C96106-8387-4FEA-9392-6FBA0029C0D3}"/>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84" name="24-text-3">
            <a:extLst xmlns:a="http://schemas.openxmlformats.org/drawingml/2006/main">
              <a:ext uri="{FF2B5EF4-FFF2-40B4-BE49-F238E27FC236}">
                <a16:creationId xmlns:a16="http://schemas.microsoft.com/office/drawing/2014/main" id="{CFD4D391-89EB-41A0-AD9E-F78893851D3C}"/>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585" name="24-shape-4">
            <a:extLst xmlns:a="http://schemas.openxmlformats.org/drawingml/2006/main">
              <a:ext uri="{FF2B5EF4-FFF2-40B4-BE49-F238E27FC236}">
                <a16:creationId xmlns:a16="http://schemas.microsoft.com/office/drawing/2014/main" id="{6991BE40-CC34-47C2-83C9-DC29A26C861D}"/>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6" name="24-text-5">
            <a:extLst xmlns:a="http://schemas.openxmlformats.org/drawingml/2006/main">
              <a:ext uri="{FF2B5EF4-FFF2-40B4-BE49-F238E27FC236}">
                <a16:creationId xmlns:a16="http://schemas.microsoft.com/office/drawing/2014/main" id="{8207738D-3A38-4CAE-B97A-A6066E7764ED}"/>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87" name="24-text-6">
            <a:extLst xmlns:a="http://schemas.openxmlformats.org/drawingml/2006/main">
              <a:ext uri="{FF2B5EF4-FFF2-40B4-BE49-F238E27FC236}">
                <a16:creationId xmlns:a16="http://schemas.microsoft.com/office/drawing/2014/main" id="{58564BEE-1A1D-408E-9C22-F33AD38C672E}"/>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588" name="24-shape-7">
            <a:extLst xmlns:a="http://schemas.openxmlformats.org/drawingml/2006/main">
              <a:ext uri="{FF2B5EF4-FFF2-40B4-BE49-F238E27FC236}">
                <a16:creationId xmlns:a16="http://schemas.microsoft.com/office/drawing/2014/main" id="{FA58E8A3-31DC-4AAF-9D82-FE8109F3075E}"/>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89" name="24-text-8">
            <a:extLst xmlns:a="http://schemas.openxmlformats.org/drawingml/2006/main">
              <a:ext uri="{FF2B5EF4-FFF2-40B4-BE49-F238E27FC236}">
                <a16:creationId xmlns:a16="http://schemas.microsoft.com/office/drawing/2014/main" id="{964BF67E-3EC4-4CD9-9257-7FDF6E88034B}"/>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90" name="24-text-9">
            <a:extLst xmlns:a="http://schemas.openxmlformats.org/drawingml/2006/main">
              <a:ext uri="{FF2B5EF4-FFF2-40B4-BE49-F238E27FC236}">
                <a16:creationId xmlns:a16="http://schemas.microsoft.com/office/drawing/2014/main" id="{FA582811-7ECA-4DB7-B70E-C87A6A68425F}"/>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591" name="24-shape-10">
            <a:extLst xmlns:a="http://schemas.openxmlformats.org/drawingml/2006/main">
              <a:ext uri="{FF2B5EF4-FFF2-40B4-BE49-F238E27FC236}">
                <a16:creationId xmlns:a16="http://schemas.microsoft.com/office/drawing/2014/main" id="{B73AE81D-D0B7-4398-8EF6-4197E875C5E6}"/>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92" name="24-text-11">
            <a:extLst xmlns:a="http://schemas.openxmlformats.org/drawingml/2006/main">
              <a:ext uri="{FF2B5EF4-FFF2-40B4-BE49-F238E27FC236}">
                <a16:creationId xmlns:a16="http://schemas.microsoft.com/office/drawing/2014/main" id="{B8AAD980-11F9-49A1-AC1F-6D9F521C28F0}"/>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93" name="24-text-12">
            <a:extLst xmlns:a="http://schemas.openxmlformats.org/drawingml/2006/main">
              <a:ext uri="{FF2B5EF4-FFF2-40B4-BE49-F238E27FC236}">
                <a16:creationId xmlns:a16="http://schemas.microsoft.com/office/drawing/2014/main" id="{FEB4D025-A0E2-436F-9876-25D181984FE4}"/>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594" name="narrative-number">
            <a:extLst xmlns:a="http://schemas.openxmlformats.org/drawingml/2006/main">
              <a:ext uri="{FF2B5EF4-FFF2-40B4-BE49-F238E27FC236}">
                <a16:creationId xmlns:a16="http://schemas.microsoft.com/office/drawing/2014/main" id="{ECCD419A-D53A-461D-BA49-3006A461DC3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419657718"/>
      </p:ext>
    </p:extLst>
  </p:cSld>
</p:sld>
</file>

<file path=ppt/slides/slide6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5" name="!!area-name">
            <a:extLst xmlns:a="http://schemas.openxmlformats.org/drawingml/2006/main">
              <a:ext uri="{FF2B5EF4-FFF2-40B4-BE49-F238E27FC236}">
                <a16:creationId xmlns:a16="http://schemas.microsoft.com/office/drawing/2014/main" id="{5C00B14E-3E09-4D37-8FBF-396B135713A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605" name="mini-map"/>
          <p:cNvPicPr>
            <a:picLocks xmlns:a="http://schemas.openxmlformats.org/drawingml/2006/main" noChangeAspect="1"/>
          </p:cNvPicPr>
          <p:nvPr/>
        </p:nvPicPr>
        <p:blipFill>
          <a:blip xmlns:r="http://schemas.openxmlformats.org/officeDocument/2006/relationships" xmlns:a="http://schemas.openxmlformats.org/drawingml/2006/main" r:embed="R963c396ec3e741e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97" name="slide-title">
            <a:extLst xmlns:a="http://schemas.openxmlformats.org/drawingml/2006/main">
              <a:ext uri="{FF2B5EF4-FFF2-40B4-BE49-F238E27FC236}">
                <a16:creationId xmlns:a16="http://schemas.microsoft.com/office/drawing/2014/main" id="{EEB82A01-38D0-4B88-8532-12CF9ABB533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98" name="header-divider">
            <a:extLst xmlns:a="http://schemas.openxmlformats.org/drawingml/2006/main">
              <a:ext uri="{FF2B5EF4-FFF2-40B4-BE49-F238E27FC236}">
                <a16:creationId xmlns:a16="http://schemas.microsoft.com/office/drawing/2014/main" id="{7C987F29-1EB8-4932-ACD0-83B80D5159E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99" name="24-text-13">
            <a:extLst xmlns:a="http://schemas.openxmlformats.org/drawingml/2006/main">
              <a:ext uri="{FF2B5EF4-FFF2-40B4-BE49-F238E27FC236}">
                <a16:creationId xmlns:a16="http://schemas.microsoft.com/office/drawing/2014/main" id="{6F540107-F8CE-47EE-8E85-08ED939078B7}"/>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600" name="24-text-14">
            <a:extLst xmlns:a="http://schemas.openxmlformats.org/drawingml/2006/main">
              <a:ext uri="{FF2B5EF4-FFF2-40B4-BE49-F238E27FC236}">
                <a16:creationId xmlns:a16="http://schemas.microsoft.com/office/drawing/2014/main" id="{0E74AE44-863B-4E0A-AE1C-DE731CCF8026}"/>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601" name="24-text-15">
            <a:extLst xmlns:a="http://schemas.openxmlformats.org/drawingml/2006/main">
              <a:ext uri="{FF2B5EF4-FFF2-40B4-BE49-F238E27FC236}">
                <a16:creationId xmlns:a16="http://schemas.microsoft.com/office/drawing/2014/main" id="{5C435260-FD03-427D-BAC5-B0AEF1F355CB}"/>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611" name="24-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603" name="narrative-number">
            <a:extLst xmlns:a="http://schemas.openxmlformats.org/drawingml/2006/main">
              <a:ext uri="{FF2B5EF4-FFF2-40B4-BE49-F238E27FC236}">
                <a16:creationId xmlns:a16="http://schemas.microsoft.com/office/drawing/2014/main" id="{3ECF2365-E15F-420E-B79F-02A6D4740A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3448099044"/>
      </p:ext>
    </p:extLst>
  </p:cSld>
</p:sld>
</file>

<file path=ppt/slides/slide6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04" name="slide-title">
            <a:extLst xmlns:a="http://schemas.openxmlformats.org/drawingml/2006/main">
              <a:ext uri="{FF2B5EF4-FFF2-40B4-BE49-F238E27FC236}">
                <a16:creationId xmlns:a16="http://schemas.microsoft.com/office/drawing/2014/main" id="{F143E9EF-B35B-4823-A8C1-92D8EB306C02}"/>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605" name="header-divider">
            <a:extLst xmlns:a="http://schemas.openxmlformats.org/drawingml/2006/main">
              <a:ext uri="{FF2B5EF4-FFF2-40B4-BE49-F238E27FC236}">
                <a16:creationId xmlns:a16="http://schemas.microsoft.com/office/drawing/2014/main" id="{1B18A5FF-A5C2-466D-8ED5-66EE611B8826}"/>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06" name="25-text-1">
            <a:extLst xmlns:a="http://schemas.openxmlformats.org/drawingml/2006/main">
              <a:ext uri="{FF2B5EF4-FFF2-40B4-BE49-F238E27FC236}">
                <a16:creationId xmlns:a16="http://schemas.microsoft.com/office/drawing/2014/main" id="{1F34B42F-C5D3-44C9-A85B-C182ABE60EAF}"/>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607" name="25-text-2">
            <a:extLst xmlns:a="http://schemas.openxmlformats.org/drawingml/2006/main">
              <a:ext uri="{FF2B5EF4-FFF2-40B4-BE49-F238E27FC236}">
                <a16:creationId xmlns:a16="http://schemas.microsoft.com/office/drawing/2014/main" id="{6F6FE1E8-B3F7-47BA-95F4-D761FCF76A75}"/>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608" name="25-text-3">
            <a:extLst xmlns:a="http://schemas.openxmlformats.org/drawingml/2006/main">
              <a:ext uri="{FF2B5EF4-FFF2-40B4-BE49-F238E27FC236}">
                <a16:creationId xmlns:a16="http://schemas.microsoft.com/office/drawing/2014/main" id="{326C3EC3-F4C6-4600-9561-04DD8C86B6A0}"/>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609" name="25-text-4">
            <a:extLst xmlns:a="http://schemas.openxmlformats.org/drawingml/2006/main">
              <a:ext uri="{FF2B5EF4-FFF2-40B4-BE49-F238E27FC236}">
                <a16:creationId xmlns:a16="http://schemas.microsoft.com/office/drawing/2014/main" id="{C94F8F1B-79D4-448D-BE00-EB3A1C1C7002}"/>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610" name="25-text-5">
            <a:extLst xmlns:a="http://schemas.openxmlformats.org/drawingml/2006/main">
              <a:ext uri="{FF2B5EF4-FFF2-40B4-BE49-F238E27FC236}">
                <a16:creationId xmlns:a16="http://schemas.microsoft.com/office/drawing/2014/main" id="{E2898D23-6DE4-44C2-9650-D91BAF185870}"/>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611" name="25-text-6">
            <a:extLst xmlns:a="http://schemas.openxmlformats.org/drawingml/2006/main">
              <a:ext uri="{FF2B5EF4-FFF2-40B4-BE49-F238E27FC236}">
                <a16:creationId xmlns:a16="http://schemas.microsoft.com/office/drawing/2014/main" id="{021862DE-D911-4CA2-8153-B8423F653BF0}"/>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612" name="25-text-7">
            <a:extLst xmlns:a="http://schemas.openxmlformats.org/drawingml/2006/main">
              <a:ext uri="{FF2B5EF4-FFF2-40B4-BE49-F238E27FC236}">
                <a16:creationId xmlns:a16="http://schemas.microsoft.com/office/drawing/2014/main" id="{C2D2BB03-77DD-4898-BE16-96ADBF61D949}"/>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613" name="25-text-8">
            <a:extLst xmlns:a="http://schemas.openxmlformats.org/drawingml/2006/main">
              <a:ext uri="{FF2B5EF4-FFF2-40B4-BE49-F238E27FC236}">
                <a16:creationId xmlns:a16="http://schemas.microsoft.com/office/drawing/2014/main" id="{FFA7AC7E-D5D3-49EF-99F2-9835F91A7BD1}"/>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614" name="25-text-9">
            <a:extLst xmlns:a="http://schemas.openxmlformats.org/drawingml/2006/main">
              <a:ext uri="{FF2B5EF4-FFF2-40B4-BE49-F238E27FC236}">
                <a16:creationId xmlns:a16="http://schemas.microsoft.com/office/drawing/2014/main" id="{93B65CBC-D6A5-45E0-9093-7FD1825364FD}"/>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615" name="25-text-10">
            <a:extLst xmlns:a="http://schemas.openxmlformats.org/drawingml/2006/main">
              <a:ext uri="{FF2B5EF4-FFF2-40B4-BE49-F238E27FC236}">
                <a16:creationId xmlns:a16="http://schemas.microsoft.com/office/drawing/2014/main" id="{46B60221-E7B7-4E07-8EA7-44F7D58B3EC3}"/>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616" name="25-text-11">
            <a:extLst xmlns:a="http://schemas.openxmlformats.org/drawingml/2006/main">
              <a:ext uri="{FF2B5EF4-FFF2-40B4-BE49-F238E27FC236}">
                <a16:creationId xmlns:a16="http://schemas.microsoft.com/office/drawing/2014/main" id="{19D6C100-5395-4A6D-95F0-A2E9FDF43CC9}"/>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617" name="25-text-12">
            <a:extLst xmlns:a="http://schemas.openxmlformats.org/drawingml/2006/main">
              <a:ext uri="{FF2B5EF4-FFF2-40B4-BE49-F238E27FC236}">
                <a16:creationId xmlns:a16="http://schemas.microsoft.com/office/drawing/2014/main" id="{0BC35D1C-EC68-4A17-B96C-0D24C303AF29}"/>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618" name="narrative-number">
            <a:extLst xmlns:a="http://schemas.openxmlformats.org/drawingml/2006/main">
              <a:ext uri="{FF2B5EF4-FFF2-40B4-BE49-F238E27FC236}">
                <a16:creationId xmlns:a16="http://schemas.microsoft.com/office/drawing/2014/main" id="{9B4001B7-62DB-4A30-831B-384E222754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977169218"/>
      </p:ext>
    </p:extLst>
  </p:cSld>
</p:sld>
</file>

<file path=ppt/slides/slide6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19" name="26-text-1">
            <a:extLst xmlns:a="http://schemas.openxmlformats.org/drawingml/2006/main">
              <a:ext uri="{FF2B5EF4-FFF2-40B4-BE49-F238E27FC236}">
                <a16:creationId xmlns:a16="http://schemas.microsoft.com/office/drawing/2014/main" id="{CE0DDEE7-4F24-4930-A049-43D1564C56D5}"/>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620" name="26-text-2">
            <a:extLst xmlns:a="http://schemas.openxmlformats.org/drawingml/2006/main">
              <a:ext uri="{FF2B5EF4-FFF2-40B4-BE49-F238E27FC236}">
                <a16:creationId xmlns:a16="http://schemas.microsoft.com/office/drawing/2014/main" id="{57A06401-A2EA-4312-89E4-D5CA538F2EDC}"/>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621" name="26-text-3">
            <a:extLst xmlns:a="http://schemas.openxmlformats.org/drawingml/2006/main">
              <a:ext uri="{FF2B5EF4-FFF2-40B4-BE49-F238E27FC236}">
                <a16:creationId xmlns:a16="http://schemas.microsoft.com/office/drawing/2014/main" id="{C1463AAA-06A8-4748-AB21-8157525EE24D}"/>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622" name="narrative-number">
            <a:extLst xmlns:a="http://schemas.openxmlformats.org/drawingml/2006/main">
              <a:ext uri="{FF2B5EF4-FFF2-40B4-BE49-F238E27FC236}">
                <a16:creationId xmlns:a16="http://schemas.microsoft.com/office/drawing/2014/main" id="{5F58ED37-487B-49B3-A624-D437A67020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3632531490"/>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2026-09-16T01:06:53.4550000Z</dcterms:created>
  <dcterms:modified xsi:type="dcterms:W3CDTF">2026-09-16T01:06:53.4550000Z</dcterms:modified>
</coreProperties>
</file>