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86ac0c2373e4eb2" /><Relationship Type="http://schemas.openxmlformats.org/officeDocument/2006/relationships/extended-properties" Target="/docProps/app.xml" Id="Rd0b07e59ef494695" /><Relationship Type="http://schemas.openxmlformats.org/officeDocument/2006/relationships/officeDocument" Target="/ppt/presentation.xml" Id="R20d2ecf3706b4d8b"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d792493b5e874bcb"/>
    <p:sldMasterId xmlns:r="http://schemas.openxmlformats.org/officeDocument/2006/relationships" id="2147483650" r:id="R71cec5b21cba49d1"/>
  </p:sldMasterIdLst>
  <p:notesMasterIdLst>
    <p:notesMasterId xmlns:r="http://schemas.openxmlformats.org/officeDocument/2006/relationships" r:id="R5c5b357255bb4805"/>
  </p:notesMasterIdLst>
  <p:sldIdLst>
    <p:sldId xmlns:r="http://schemas.openxmlformats.org/officeDocument/2006/relationships" id="256" r:id="Raf36883eb64c45d8"/>
    <p:sldId xmlns:r="http://schemas.openxmlformats.org/officeDocument/2006/relationships" id="257" r:id="Ree101d080e784607"/>
    <p:sldId xmlns:r="http://schemas.openxmlformats.org/officeDocument/2006/relationships" id="258" r:id="R23a0a38f10a34e61"/>
    <p:sldId xmlns:r="http://schemas.openxmlformats.org/officeDocument/2006/relationships" id="259" r:id="R9a68de2dab414a10"/>
    <p:sldId xmlns:r="http://schemas.openxmlformats.org/officeDocument/2006/relationships" id="260" r:id="R9d59096fe42f456e"/>
    <p:sldId xmlns:r="http://schemas.openxmlformats.org/officeDocument/2006/relationships" id="261" r:id="Rfbe0a71934644aa9"/>
    <p:sldId xmlns:r="http://schemas.openxmlformats.org/officeDocument/2006/relationships" id="262" r:id="Rb0514ab4edfa4f37"/>
    <p:sldId xmlns:r="http://schemas.openxmlformats.org/officeDocument/2006/relationships" id="263" r:id="Re163cd3cb2be49c7"/>
    <p:sldId xmlns:r="http://schemas.openxmlformats.org/officeDocument/2006/relationships" id="264" r:id="R309b0ef38bd64ebc"/>
    <p:sldId xmlns:r="http://schemas.openxmlformats.org/officeDocument/2006/relationships" id="265" r:id="Rc21fdaba87d24d0c"/>
    <p:sldId xmlns:r="http://schemas.openxmlformats.org/officeDocument/2006/relationships" id="266" r:id="R9522cdbff14a4978"/>
    <p:sldId xmlns:r="http://schemas.openxmlformats.org/officeDocument/2006/relationships" id="267" r:id="R6a9e9944d8c14106"/>
    <p:sldId xmlns:r="http://schemas.openxmlformats.org/officeDocument/2006/relationships" id="268" r:id="R342c3367f6e64e09"/>
    <p:sldId xmlns:r="http://schemas.openxmlformats.org/officeDocument/2006/relationships" id="269" r:id="R53c7a005cd14458f"/>
    <p:sldId xmlns:r="http://schemas.openxmlformats.org/officeDocument/2006/relationships" id="270" r:id="R51b6c29625c94c3f"/>
    <p:sldId xmlns:r="http://schemas.openxmlformats.org/officeDocument/2006/relationships" id="271" r:id="Rd1138b01e9b94828"/>
    <p:sldId xmlns:r="http://schemas.openxmlformats.org/officeDocument/2006/relationships" id="272" r:id="Rf5ba1933d19d4bc2"/>
    <p:sldId xmlns:r="http://schemas.openxmlformats.org/officeDocument/2006/relationships" id="273" r:id="Ree3b06e8b6734f38"/>
    <p:sldId xmlns:r="http://schemas.openxmlformats.org/officeDocument/2006/relationships" id="274" r:id="R124b5347aa2a4841"/>
    <p:sldId xmlns:r="http://schemas.openxmlformats.org/officeDocument/2006/relationships" id="275" r:id="R06740f71e2f246bf"/>
    <p:sldId xmlns:r="http://schemas.openxmlformats.org/officeDocument/2006/relationships" id="276" r:id="R0f4fd4725cb34446"/>
    <p:sldId xmlns:r="http://schemas.openxmlformats.org/officeDocument/2006/relationships" id="277" r:id="R9fd29b1eeb95421a"/>
    <p:sldId xmlns:r="http://schemas.openxmlformats.org/officeDocument/2006/relationships" id="278" r:id="R905f96d1b8f141f1"/>
    <p:sldId xmlns:r="http://schemas.openxmlformats.org/officeDocument/2006/relationships" id="279" r:id="Rcdf7036f11014a00"/>
    <p:sldId xmlns:r="http://schemas.openxmlformats.org/officeDocument/2006/relationships" id="280" r:id="R788b603e586f4530"/>
    <p:sldId xmlns:r="http://schemas.openxmlformats.org/officeDocument/2006/relationships" id="281" r:id="R9004578d035a4dd6"/>
    <p:sldId xmlns:r="http://schemas.openxmlformats.org/officeDocument/2006/relationships" id="282" r:id="Rea48982217be4e98"/>
    <p:sldId xmlns:r="http://schemas.openxmlformats.org/officeDocument/2006/relationships" id="283" r:id="Rd4524d1af694403f"/>
    <p:sldId xmlns:r="http://schemas.openxmlformats.org/officeDocument/2006/relationships" id="284" r:id="R4255ecc4e66b44e4"/>
    <p:sldId xmlns:r="http://schemas.openxmlformats.org/officeDocument/2006/relationships" id="285" r:id="R7ed62599e8814364"/>
    <p:sldId xmlns:r="http://schemas.openxmlformats.org/officeDocument/2006/relationships" id="286" r:id="Ra349442cdf674c6a"/>
    <p:sldId xmlns:r="http://schemas.openxmlformats.org/officeDocument/2006/relationships" id="287" r:id="R27fbb5435f38478f"/>
    <p:sldId xmlns:r="http://schemas.openxmlformats.org/officeDocument/2006/relationships" id="288" r:id="Rc137cad0c02d4ba7"/>
    <p:sldId xmlns:r="http://schemas.openxmlformats.org/officeDocument/2006/relationships" id="289" r:id="Re0d86920a61343bd"/>
    <p:sldId xmlns:r="http://schemas.openxmlformats.org/officeDocument/2006/relationships" id="290" r:id="R6fbe9bc3b7df4b61"/>
    <p:sldId xmlns:r="http://schemas.openxmlformats.org/officeDocument/2006/relationships" id="291" r:id="R4c250551eb27420d"/>
    <p:sldId xmlns:r="http://schemas.openxmlformats.org/officeDocument/2006/relationships" id="292" r:id="Rf5c1aa812d6742a7"/>
    <p:sldId xmlns:r="http://schemas.openxmlformats.org/officeDocument/2006/relationships" id="293" r:id="Ra9f29e719fc245e8"/>
    <p:sldId xmlns:r="http://schemas.openxmlformats.org/officeDocument/2006/relationships" id="294" r:id="R52b0aa137b864c7a"/>
    <p:sldId xmlns:r="http://schemas.openxmlformats.org/officeDocument/2006/relationships" id="295" r:id="Rede69c391b444f08"/>
    <p:sldId xmlns:r="http://schemas.openxmlformats.org/officeDocument/2006/relationships" id="296" r:id="R541cd42362354f08"/>
    <p:sldId xmlns:r="http://schemas.openxmlformats.org/officeDocument/2006/relationships" id="297" r:id="R4853d8c6e6db46ac"/>
    <p:sldId xmlns:r="http://schemas.openxmlformats.org/officeDocument/2006/relationships" id="298" r:id="R4c5894802fc842c9"/>
    <p:sldId xmlns:r="http://schemas.openxmlformats.org/officeDocument/2006/relationships" id="299" r:id="Rd21e7813ffe84d3e"/>
    <p:sldId xmlns:r="http://schemas.openxmlformats.org/officeDocument/2006/relationships" id="300" r:id="R1af12b53bb7143a9"/>
    <p:sldId xmlns:r="http://schemas.openxmlformats.org/officeDocument/2006/relationships" id="301" r:id="R239db1be20bf41ff"/>
    <p:sldId xmlns:r="http://schemas.openxmlformats.org/officeDocument/2006/relationships" id="302" r:id="R16b582e4e4c7485c"/>
    <p:sldId xmlns:r="http://schemas.openxmlformats.org/officeDocument/2006/relationships" id="303" r:id="R379da1b233134172"/>
    <p:sldId xmlns:r="http://schemas.openxmlformats.org/officeDocument/2006/relationships" id="304" r:id="Rb3ac35965a9f4488"/>
    <p:sldId xmlns:r="http://schemas.openxmlformats.org/officeDocument/2006/relationships" id="305" r:id="R39126485e4e64821"/>
    <p:sldId xmlns:r="http://schemas.openxmlformats.org/officeDocument/2006/relationships" id="306" r:id="R2269723d8e744ab1"/>
    <p:sldId xmlns:r="http://schemas.openxmlformats.org/officeDocument/2006/relationships" id="307" r:id="R48158df671b84b4e"/>
    <p:sldId xmlns:r="http://schemas.openxmlformats.org/officeDocument/2006/relationships" id="308" r:id="R19f86f65f3444654"/>
    <p:sldId xmlns:r="http://schemas.openxmlformats.org/officeDocument/2006/relationships" id="309" r:id="R712e2ae6c40540dc"/>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e4c526d2e5e4b7b" /><Relationship Type="http://schemas.openxmlformats.org/officeDocument/2006/relationships/slideMaster" Target="/ppt/slideMasters/slideMaster1.xml" Id="Rd792493b5e874bcb" /><Relationship Type="http://schemas.openxmlformats.org/officeDocument/2006/relationships/slideMaster" Target="/ppt/slideMasters/slideMaster2.xml" Id="R71cec5b21cba49d1" /><Relationship Type="http://schemas.openxmlformats.org/officeDocument/2006/relationships/notesMaster" Target="/ppt/notesMasters/notesMaster1.xml" Id="R5c5b357255bb4805" /><Relationship Type="http://schemas.openxmlformats.org/officeDocument/2006/relationships/presProps" Target="/ppt/presProps.xml" Id="Re0c481454a85474a" /><Relationship Type="http://schemas.openxmlformats.org/officeDocument/2006/relationships/tableStyles" Target="/ppt/tableStyles.xml" Id="Re4bd03cacdce45cb" /><Relationship Type="http://schemas.openxmlformats.org/officeDocument/2006/relationships/slide" Target="/ppt/slides/slide1.xml" Id="Raf36883eb64c45d8" /><Relationship Type="http://schemas.openxmlformats.org/officeDocument/2006/relationships/slide" Target="/ppt/slides/slide2.xml" Id="Ree101d080e784607" /><Relationship Type="http://schemas.openxmlformats.org/officeDocument/2006/relationships/slide" Target="/ppt/slides/slide3.xml" Id="R23a0a38f10a34e61" /><Relationship Type="http://schemas.openxmlformats.org/officeDocument/2006/relationships/slide" Target="/ppt/slides/slide4.xml" Id="R9a68de2dab414a10" /><Relationship Type="http://schemas.openxmlformats.org/officeDocument/2006/relationships/slide" Target="/ppt/slides/slide5.xml" Id="R9d59096fe42f456e" /><Relationship Type="http://schemas.openxmlformats.org/officeDocument/2006/relationships/slide" Target="/ppt/slides/slide6.xml" Id="Rfbe0a71934644aa9" /><Relationship Type="http://schemas.openxmlformats.org/officeDocument/2006/relationships/slide" Target="/ppt/slides/slide7.xml" Id="Rb0514ab4edfa4f37" /><Relationship Type="http://schemas.openxmlformats.org/officeDocument/2006/relationships/slide" Target="/ppt/slides/slide8.xml" Id="Re163cd3cb2be49c7" /><Relationship Type="http://schemas.openxmlformats.org/officeDocument/2006/relationships/slide" Target="/ppt/slides/slide9.xml" Id="R309b0ef38bd64ebc" /><Relationship Type="http://schemas.openxmlformats.org/officeDocument/2006/relationships/slide" Target="/ppt/slides/slide10.xml" Id="Rc21fdaba87d24d0c" /><Relationship Type="http://schemas.openxmlformats.org/officeDocument/2006/relationships/slide" Target="/ppt/slides/slide11.xml" Id="R9522cdbff14a4978" /><Relationship Type="http://schemas.openxmlformats.org/officeDocument/2006/relationships/slide" Target="/ppt/slides/slide12.xml" Id="R6a9e9944d8c14106" /><Relationship Type="http://schemas.openxmlformats.org/officeDocument/2006/relationships/slide" Target="/ppt/slides/slide13.xml" Id="R342c3367f6e64e09" /><Relationship Type="http://schemas.openxmlformats.org/officeDocument/2006/relationships/slide" Target="/ppt/slides/slide14.xml" Id="R53c7a005cd14458f" /><Relationship Type="http://schemas.openxmlformats.org/officeDocument/2006/relationships/slide" Target="/ppt/slides/slide15.xml" Id="R51b6c29625c94c3f" /><Relationship Type="http://schemas.openxmlformats.org/officeDocument/2006/relationships/slide" Target="/ppt/slides/slide16.xml" Id="Rd1138b01e9b94828" /><Relationship Type="http://schemas.openxmlformats.org/officeDocument/2006/relationships/slide" Target="/ppt/slides/slide17.xml" Id="Rf5ba1933d19d4bc2" /><Relationship Type="http://schemas.openxmlformats.org/officeDocument/2006/relationships/slide" Target="/ppt/slides/slide18.xml" Id="Ree3b06e8b6734f38" /><Relationship Type="http://schemas.openxmlformats.org/officeDocument/2006/relationships/slide" Target="/ppt/slides/slide19.xml" Id="R124b5347aa2a4841" /><Relationship Type="http://schemas.openxmlformats.org/officeDocument/2006/relationships/slide" Target="/ppt/slides/slide20.xml" Id="R06740f71e2f246bf" /><Relationship Type="http://schemas.openxmlformats.org/officeDocument/2006/relationships/slide" Target="/ppt/slides/slide21.xml" Id="R0f4fd4725cb34446" /><Relationship Type="http://schemas.openxmlformats.org/officeDocument/2006/relationships/slide" Target="/ppt/slides/slide22.xml" Id="R9fd29b1eeb95421a" /><Relationship Type="http://schemas.openxmlformats.org/officeDocument/2006/relationships/slide" Target="/ppt/slides/slide23.xml" Id="R905f96d1b8f141f1" /><Relationship Type="http://schemas.openxmlformats.org/officeDocument/2006/relationships/slide" Target="/ppt/slides/slide24.xml" Id="Rcdf7036f11014a00" /><Relationship Type="http://schemas.openxmlformats.org/officeDocument/2006/relationships/slide" Target="/ppt/slides/slide25.xml" Id="R788b603e586f4530" /><Relationship Type="http://schemas.openxmlformats.org/officeDocument/2006/relationships/slide" Target="/ppt/slides/slide26.xml" Id="R9004578d035a4dd6" /><Relationship Type="http://schemas.openxmlformats.org/officeDocument/2006/relationships/slide" Target="/ppt/slides/slide27.xml" Id="Rea48982217be4e98" /><Relationship Type="http://schemas.openxmlformats.org/officeDocument/2006/relationships/slide" Target="/ppt/slides/slide28.xml" Id="Rd4524d1af694403f" /><Relationship Type="http://schemas.openxmlformats.org/officeDocument/2006/relationships/slide" Target="/ppt/slides/slide29.xml" Id="R4255ecc4e66b44e4" /><Relationship Type="http://schemas.openxmlformats.org/officeDocument/2006/relationships/slide" Target="/ppt/slides/slide30.xml" Id="R7ed62599e8814364" /><Relationship Type="http://schemas.openxmlformats.org/officeDocument/2006/relationships/slide" Target="/ppt/slides/slide31.xml" Id="Ra349442cdf674c6a" /><Relationship Type="http://schemas.openxmlformats.org/officeDocument/2006/relationships/slide" Target="/ppt/slides/slide32.xml" Id="R27fbb5435f38478f" /><Relationship Type="http://schemas.openxmlformats.org/officeDocument/2006/relationships/slide" Target="/ppt/slides/slide33.xml" Id="Rc137cad0c02d4ba7" /><Relationship Type="http://schemas.openxmlformats.org/officeDocument/2006/relationships/slide" Target="/ppt/slides/slide34.xml" Id="Re0d86920a61343bd" /><Relationship Type="http://schemas.openxmlformats.org/officeDocument/2006/relationships/slide" Target="/ppt/slides/slide35.xml" Id="R6fbe9bc3b7df4b61" /><Relationship Type="http://schemas.openxmlformats.org/officeDocument/2006/relationships/slide" Target="/ppt/slides/slide36.xml" Id="R4c250551eb27420d" /><Relationship Type="http://schemas.openxmlformats.org/officeDocument/2006/relationships/slide" Target="/ppt/slides/slide37.xml" Id="Rf5c1aa812d6742a7" /><Relationship Type="http://schemas.openxmlformats.org/officeDocument/2006/relationships/slide" Target="/ppt/slides/slide38.xml" Id="Ra9f29e719fc245e8" /><Relationship Type="http://schemas.openxmlformats.org/officeDocument/2006/relationships/slide" Target="/ppt/slides/slide39.xml" Id="R52b0aa137b864c7a" /><Relationship Type="http://schemas.openxmlformats.org/officeDocument/2006/relationships/slide" Target="/ppt/slides/slide40.xml" Id="Rede69c391b444f08" /><Relationship Type="http://schemas.openxmlformats.org/officeDocument/2006/relationships/slide" Target="/ppt/slides/slide41.xml" Id="R541cd42362354f08" /><Relationship Type="http://schemas.openxmlformats.org/officeDocument/2006/relationships/slide" Target="/ppt/slides/slide42.xml" Id="R4853d8c6e6db46ac" /><Relationship Type="http://schemas.openxmlformats.org/officeDocument/2006/relationships/slide" Target="/ppt/slides/slide43.xml" Id="R4c5894802fc842c9" /><Relationship Type="http://schemas.openxmlformats.org/officeDocument/2006/relationships/slide" Target="/ppt/slides/slide44.xml" Id="Rd21e7813ffe84d3e" /><Relationship Type="http://schemas.openxmlformats.org/officeDocument/2006/relationships/slide" Target="/ppt/slides/slide45.xml" Id="R1af12b53bb7143a9" /><Relationship Type="http://schemas.openxmlformats.org/officeDocument/2006/relationships/slide" Target="/ppt/slides/slide46.xml" Id="R239db1be20bf41ff" /><Relationship Type="http://schemas.openxmlformats.org/officeDocument/2006/relationships/slide" Target="/ppt/slides/slide47.xml" Id="R16b582e4e4c7485c" /><Relationship Type="http://schemas.openxmlformats.org/officeDocument/2006/relationships/slide" Target="/ppt/slides/slide48.xml" Id="R379da1b233134172" /><Relationship Type="http://schemas.openxmlformats.org/officeDocument/2006/relationships/slide" Target="/ppt/slides/slide49.xml" Id="Rb3ac35965a9f4488" /><Relationship Type="http://schemas.openxmlformats.org/officeDocument/2006/relationships/slide" Target="/ppt/slides/slide50.xml" Id="R39126485e4e64821" /><Relationship Type="http://schemas.openxmlformats.org/officeDocument/2006/relationships/slide" Target="/ppt/slides/slide51.xml" Id="R2269723d8e744ab1" /><Relationship Type="http://schemas.openxmlformats.org/officeDocument/2006/relationships/slide" Target="/ppt/slides/slide52.xml" Id="R48158df671b84b4e" /><Relationship Type="http://schemas.openxmlformats.org/officeDocument/2006/relationships/slide" Target="/ppt/slides/slide53.xml" Id="R19f86f65f3444654" /><Relationship Type="http://schemas.openxmlformats.org/officeDocument/2006/relationships/slide" Target="/ppt/slides/slide54.xml" Id="R712e2ae6c40540d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3de5c89eb62f429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249ecaff76b47dd" /><Relationship Type="http://schemas.openxmlformats.org/officeDocument/2006/relationships/notesMaster" Target="/ppt/notesMasters/notesMaster1.xml" Id="R4fce6579c21d47c6" /></Relationships>
</file>

<file path=ppt/notesSlides/_rels/notesSlide2.xml.rels>&#65279;<?xml version="1.0" encoding="utf-8"?><Relationships xmlns="http://schemas.openxmlformats.org/package/2006/relationships"><Relationship Type="http://schemas.openxmlformats.org/officeDocument/2006/relationships/slide" Target="/ppt/slides/slide2.xml" Id="Re68e9a2128b544e1" /><Relationship Type="http://schemas.openxmlformats.org/officeDocument/2006/relationships/notesMaster" Target="/ppt/notesMasters/notesMaster1.xml" Id="Rdfb48de930d84835" /></Relationships>
</file>

<file path=ppt/notesSlides/_rels/notesSlide3.xml.rels>&#65279;<?xml version="1.0" encoding="utf-8"?><Relationships xmlns="http://schemas.openxmlformats.org/package/2006/relationships"><Relationship Type="http://schemas.openxmlformats.org/officeDocument/2006/relationships/slide" Target="/ppt/slides/slide3.xml" Id="R9b0e2b52cc26460e" /><Relationship Type="http://schemas.openxmlformats.org/officeDocument/2006/relationships/notesMaster" Target="/ppt/notesMasters/notesMaster1.xml" Id="R1288e57b8e594434" /></Relationships>
</file>

<file path=ppt/notesSlides/_rels/notesSlide4.xml.rels>&#65279;<?xml version="1.0" encoding="utf-8"?><Relationships xmlns="http://schemas.openxmlformats.org/package/2006/relationships"><Relationship Type="http://schemas.openxmlformats.org/officeDocument/2006/relationships/slide" Target="/ppt/slides/slide4.xml" Id="R9e39c0d57dbf4a96" /><Relationship Type="http://schemas.openxmlformats.org/officeDocument/2006/relationships/notesMaster" Target="/ppt/notesMasters/notesMaster1.xml" Id="Rdd8121ba52904506" /></Relationships>
</file>

<file path=ppt/notesSlides/_rels/notesSlide5.xml.rels>&#65279;<?xml version="1.0" encoding="utf-8"?><Relationships xmlns="http://schemas.openxmlformats.org/package/2006/relationships"><Relationship Type="http://schemas.openxmlformats.org/officeDocument/2006/relationships/slide" Target="/ppt/slides/slide5.xml" Id="Rd65b0d4294764cbb" /><Relationship Type="http://schemas.openxmlformats.org/officeDocument/2006/relationships/notesMaster" Target="/ppt/notesMasters/notesMaster1.xml" Id="Rff518320512f4cea" /></Relationships>
</file>

<file path=ppt/notesSlides/_rels/notesSlide6.xml.rels>&#65279;<?xml version="1.0" encoding="utf-8"?><Relationships xmlns="http://schemas.openxmlformats.org/package/2006/relationships"><Relationship Type="http://schemas.openxmlformats.org/officeDocument/2006/relationships/slide" Target="/ppt/slides/slide6.xml" Id="R037b5f43dc0f487c" /><Relationship Type="http://schemas.openxmlformats.org/officeDocument/2006/relationships/notesMaster" Target="/ppt/notesMasters/notesMaster1.xml" Id="R2506d77cfbef4a31" /></Relationships>
</file>

<file path=ppt/notesSlides/_rels/notesSlide7.xml.rels>&#65279;<?xml version="1.0" encoding="utf-8"?><Relationships xmlns="http://schemas.openxmlformats.org/package/2006/relationships"><Relationship Type="http://schemas.openxmlformats.org/officeDocument/2006/relationships/slide" Target="/ppt/slides/slide7.xml" Id="Rc2cea356feba46b2" /><Relationship Type="http://schemas.openxmlformats.org/officeDocument/2006/relationships/notesMaster" Target="/ppt/notesMasters/notesMaster1.xml" Id="R6257e02c76f84d90" /></Relationships>
</file>

<file path=ppt/notesSlides/_rels/notesSlide8.xml.rels>&#65279;<?xml version="1.0" encoding="utf-8"?><Relationships xmlns="http://schemas.openxmlformats.org/package/2006/relationships"><Relationship Type="http://schemas.openxmlformats.org/officeDocument/2006/relationships/slide" Target="/ppt/slides/slide8.xml" Id="R68d8d28a2b5e4734" /><Relationship Type="http://schemas.openxmlformats.org/officeDocument/2006/relationships/notesMaster" Target="/ppt/notesMasters/notesMaster1.xml" Id="R9401c86bce70401a" /></Relationships>
</file>

<file path=ppt/notesSlides/_rels/notesSlide9.xml.rels>&#65279;<?xml version="1.0" encoding="utf-8"?><Relationships xmlns="http://schemas.openxmlformats.org/package/2006/relationships"><Relationship Type="http://schemas.openxmlformats.org/officeDocument/2006/relationships/slide" Target="/ppt/slides/slide9.xml" Id="R427a8f20f5294d33" /><Relationship Type="http://schemas.openxmlformats.org/officeDocument/2006/relationships/notesMaster" Target="/ppt/notesMasters/notesMaster1.xml" Id="R1af3ff6cdff4460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a6736b108024464" /><Relationship Type="http://schemas.openxmlformats.org/officeDocument/2006/relationships/notesMaster" Target="/ppt/notesMasters/notesMaster1.xml" Id="Rf4e1f8be40ce49f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63c508730894873" /><Relationship Type="http://schemas.openxmlformats.org/officeDocument/2006/relationships/notesMaster" Target="/ppt/notesMasters/notesMaster1.xml" Id="R661d7117b93a43f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ba5ea9e1c304bbc" /><Relationship Type="http://schemas.openxmlformats.org/officeDocument/2006/relationships/notesMaster" Target="/ppt/notesMasters/notesMaster1.xml" Id="Rb6dc4211e92b451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4481b30a1bc471b" /><Relationship Type="http://schemas.openxmlformats.org/officeDocument/2006/relationships/notesMaster" Target="/ppt/notesMasters/notesMaster1.xml" Id="Rc298a67ba79747d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d459629a40b4e9d" /><Relationship Type="http://schemas.openxmlformats.org/officeDocument/2006/relationships/notesMaster" Target="/ppt/notesMasters/notesMaster1.xml" Id="Rb74857d7ef69412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694e5ff26814ddd" /><Relationship Type="http://schemas.openxmlformats.org/officeDocument/2006/relationships/notesMaster" Target="/ppt/notesMasters/notesMaster1.xml" Id="Rfb7d8cd7576240a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f7f917ed84b42f6" /><Relationship Type="http://schemas.openxmlformats.org/officeDocument/2006/relationships/notesMaster" Target="/ppt/notesMasters/notesMaster1.xml" Id="Rf34c11f42aad4a1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8db022d9cf7460e" /><Relationship Type="http://schemas.openxmlformats.org/officeDocument/2006/relationships/notesMaster" Target="/ppt/notesMasters/notesMaster1.xml" Id="R0ac5f9a8bceb401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f0bbb6fd2074675" /><Relationship Type="http://schemas.openxmlformats.org/officeDocument/2006/relationships/notesMaster" Target="/ppt/notesMasters/notesMaster1.xml" Id="Rc7f3552c224a4c1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665c568f9cf4af7" /><Relationship Type="http://schemas.openxmlformats.org/officeDocument/2006/relationships/notesMaster" Target="/ppt/notesMasters/notesMaster1.xml" Id="Rf4abc14dd03a42c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9b00ade008f4bf4" /><Relationship Type="http://schemas.openxmlformats.org/officeDocument/2006/relationships/notesMaster" Target="/ppt/notesMasters/notesMaster1.xml" Id="Rb66e4b0a7d034fd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fad6e00966d4d91" /><Relationship Type="http://schemas.openxmlformats.org/officeDocument/2006/relationships/notesMaster" Target="/ppt/notesMasters/notesMaster1.xml" Id="R06abede8143048b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287cfbfc1fa445f" /><Relationship Type="http://schemas.openxmlformats.org/officeDocument/2006/relationships/notesMaster" Target="/ppt/notesMasters/notesMaster1.xml" Id="R33ff191cb7be422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7f83e0069c64d89" /><Relationship Type="http://schemas.openxmlformats.org/officeDocument/2006/relationships/notesMaster" Target="/ppt/notesMasters/notesMaster1.xml" Id="Rea03d28abafd4b6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ee6ff6d017c4c0f" /><Relationship Type="http://schemas.openxmlformats.org/officeDocument/2006/relationships/notesMaster" Target="/ppt/notesMasters/notesMaster1.xml" Id="R9bc8effcf5474e4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f186a5f4474432f" /><Relationship Type="http://schemas.openxmlformats.org/officeDocument/2006/relationships/notesMaster" Target="/ppt/notesMasters/notesMaster1.xml" Id="R40d548798c034f4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097ed4b9068484a" /><Relationship Type="http://schemas.openxmlformats.org/officeDocument/2006/relationships/notesMaster" Target="/ppt/notesMasters/notesMaster1.xml" Id="R48b28e3a975549d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32d196981ae4fb1" /><Relationship Type="http://schemas.openxmlformats.org/officeDocument/2006/relationships/notesMaster" Target="/ppt/notesMasters/notesMaster1.xml" Id="R21531650a92a4f6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ba927ac92e74bdd" /><Relationship Type="http://schemas.openxmlformats.org/officeDocument/2006/relationships/notesMaster" Target="/ppt/notesMasters/notesMaster1.xml" Id="Rbf4b8fab27d144e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5f765fb7ee24d80" /><Relationship Type="http://schemas.openxmlformats.org/officeDocument/2006/relationships/notesMaster" Target="/ppt/notesMasters/notesMaster1.xml" Id="R9a78b489613f475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26582dfc351493b" /><Relationship Type="http://schemas.openxmlformats.org/officeDocument/2006/relationships/notesMaster" Target="/ppt/notesMasters/notesMaster1.xml" Id="Rfa3bdf129bff4f9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2db700174ac445c" /><Relationship Type="http://schemas.openxmlformats.org/officeDocument/2006/relationships/notesMaster" Target="/ppt/notesMasters/notesMaster1.xml" Id="R631b4622bdaa47a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a9d40145cce4fcf" /><Relationship Type="http://schemas.openxmlformats.org/officeDocument/2006/relationships/notesMaster" Target="/ppt/notesMasters/notesMaster1.xml" Id="R5c20fa2e6d7e4a4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060d87d02a544da" /><Relationship Type="http://schemas.openxmlformats.org/officeDocument/2006/relationships/notesMaster" Target="/ppt/notesMasters/notesMaster1.xml" Id="R83338c24706e4afd"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c4fe06d8f4154fe5" /><Relationship Type="http://schemas.openxmlformats.org/officeDocument/2006/relationships/notesMaster" Target="/ppt/notesMasters/notesMaster1.xml" Id="Rf0eb9ac252274da7"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5808ac8838d4b33" /><Relationship Type="http://schemas.openxmlformats.org/officeDocument/2006/relationships/notesMaster" Target="/ppt/notesMasters/notesMaster1.xml" Id="R4e7ac96368e9462f"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5401d8247e9e4a4b" /><Relationship Type="http://schemas.openxmlformats.org/officeDocument/2006/relationships/notesMaster" Target="/ppt/notesMasters/notesMaster1.xml" Id="Ra5c50a7af7514d0e"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3fd480db9ef484e" /><Relationship Type="http://schemas.openxmlformats.org/officeDocument/2006/relationships/notesMaster" Target="/ppt/notesMasters/notesMaster1.xml" Id="R2cd33467c415475c"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3be8810dbd2c48cd" /><Relationship Type="http://schemas.openxmlformats.org/officeDocument/2006/relationships/notesMaster" Target="/ppt/notesMasters/notesMaster1.xml" Id="Rfd3a0c1118c7477a"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a0a7857c8d0445ba" /><Relationship Type="http://schemas.openxmlformats.org/officeDocument/2006/relationships/notesMaster" Target="/ppt/notesMasters/notesMaster1.xml" Id="Rd34ba7a3664a4a96"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3276415f00bc4b17" /><Relationship Type="http://schemas.openxmlformats.org/officeDocument/2006/relationships/notesMaster" Target="/ppt/notesMasters/notesMaster1.xml" Id="R5cd5cce74f8e4e73"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01c6c249fa1e41a5" /><Relationship Type="http://schemas.openxmlformats.org/officeDocument/2006/relationships/notesMaster" Target="/ppt/notesMasters/notesMaster1.xml" Id="Ra5f08cd0410a41a3"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bf4ebec3316d4f31" /><Relationship Type="http://schemas.openxmlformats.org/officeDocument/2006/relationships/notesMaster" Target="/ppt/notesMasters/notesMaster1.xml" Id="Rd5e2bd3389d5485b"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22b5a9ac56df41b9" /><Relationship Type="http://schemas.openxmlformats.org/officeDocument/2006/relationships/notesMaster" Target="/ppt/notesMasters/notesMaster1.xml" Id="Rb73113761780411a"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31a96c6610c94d4e" /><Relationship Type="http://schemas.openxmlformats.org/officeDocument/2006/relationships/notesMaster" Target="/ppt/notesMasters/notesMaster1.xml" Id="Rbfbc9ac153a34007"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e1bf92364a2047b2" /><Relationship Type="http://schemas.openxmlformats.org/officeDocument/2006/relationships/notesMaster" Target="/ppt/notesMasters/notesMaster1.xml" Id="R693e2dfdd4094959"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73afdedcbb124ec0" /><Relationship Type="http://schemas.openxmlformats.org/officeDocument/2006/relationships/notesMaster" Target="/ppt/notesMasters/notesMaster1.xml" Id="R36f23aae7c214999"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a34a293e1325430a" /><Relationship Type="http://schemas.openxmlformats.org/officeDocument/2006/relationships/notesMaster" Target="/ppt/notesMasters/notesMaster1.xml" Id="R9eb50396d62946e7"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5c46a12e31714e21" /><Relationship Type="http://schemas.openxmlformats.org/officeDocument/2006/relationships/notesMaster" Target="/ppt/notesMasters/notesMaster1.xml" Id="R80e4b7bd5321498a"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a8e99a40754d4e5f" /><Relationship Type="http://schemas.openxmlformats.org/officeDocument/2006/relationships/notesMaster" Target="/ppt/notesMasters/notesMaster1.xml" Id="R9a503571ae614459"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36974dfcf01d4619" /><Relationship Type="http://schemas.openxmlformats.org/officeDocument/2006/relationships/notesMaster" Target="/ppt/notesMasters/notesMaster1.xml" Id="Raa8f6c576c1243a6"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3ff2a8f2416c4a5d" /><Relationship Type="http://schemas.openxmlformats.org/officeDocument/2006/relationships/notesMaster" Target="/ppt/notesMasters/notesMaster1.xml" Id="R63c3fb0337d74e32"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2468b2d13bbd4585" /><Relationship Type="http://schemas.openxmlformats.org/officeDocument/2006/relationships/notesMaster" Target="/ppt/notesMasters/notesMaster1.xml" Id="Rc21cfa3580364a19"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2680d5fcb6364ba2" /><Relationship Type="http://schemas.openxmlformats.org/officeDocument/2006/relationships/notesMaster" Target="/ppt/notesMasters/notesMaster1.xml" Id="R749f0bd268054ea7"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c927c54abe08448d" /><Relationship Type="http://schemas.openxmlformats.org/officeDocument/2006/relationships/notesMaster" Target="/ppt/notesMasters/notesMaster1.xml" Id="Re658a2aefe69427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Welcome. A brief greeting while the title is visible.</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First, what changes when AI becomes part of the product. Then the six engineering areas. Finally, making the transition and your questions.</a:t>
            </a:r>
          </a:p>
          <a:p xmlns:a="http://schemas.openxmlformats.org/drawingml/2006/main">
            <a:r>
              <a:t/>
            </a:r>
          </a:p>
          <a:p xmlns:a="http://schemas.openxmlformats.org/drawingml/2006/main">
            <a:r>
              <a:rPr b="1"/>
              <a:t>You'll leave with a map of the engineering responsibilities, an understanding of what production readiness requires, and a starting point for your own transition.</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Pause before the opening metaphor, without repeating the agenda.</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You've probably seen a coding agent do something impressive.</a:t>
            </a:r>
            <a:r>
              <a:rPr b="0"/>
              <a:t> Andrej Karpathy captures the gap between that moment and a product with these two lines.</a:t>
            </a:r>
          </a:p>
          <a:p xmlns:a="http://schemas.openxmlformats.org/drawingml/2006/main">
            <a:r>
              <a:t/>
            </a:r>
          </a:p>
          <a:p xmlns:a="http://schemas.openxmlformats.org/drawingml/2006/main">
            <a:r>
              <a:rPr b="1"/>
              <a:t>A demo shows that a useful path exists. A product needs reliable behavior across its intended use, including a safe response when it can't complete the task.</a:t>
            </a:r>
          </a:p>
          <a:p xmlns:a="http://schemas.openxmlformats.org/drawingml/2006/main">
            <a:r>
              <a:t/>
            </a:r>
          </a:p>
          <a:p xmlns:a="http://schemas.openxmlformats.org/drawingml/2006/main">
            <a:r>
              <a:rPr b="1"/>
              <a:t>When AI becomes part of the product, engineering that behavior becomes your responsibility.</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This talk focuses on products built around foundation models. Your software engineering skills are the foundation.</a:t>
            </a:r>
          </a:p>
          <a:p xmlns:a="http://schemas.openxmlformats.org/drawingml/2006/main">
            <a:r>
              <a:t/>
            </a:r>
          </a:p>
          <a:p xmlns:a="http://schemas.openxmlformats.org/drawingml/2006/main">
            <a:r>
              <a:rPr b="0"/>
              <a:t>ML engineers typically focus on models and the pipelines that produce them. AI engineers typically focus on products around those models. </a:t>
            </a:r>
            <a:r>
              <a:rPr b="1"/>
              <a:t>The roles overlap.</a:t>
            </a:r>
          </a:p>
          <a:p xmlns:a="http://schemas.openxmlformats.org/drawingml/2006/main">
            <a:r>
              <a:t/>
            </a:r>
          </a:p>
          <a:p xmlns:a="http://schemas.openxmlformats.org/drawingml/2006/main">
            <a:r>
              <a:rPr b="1"/>
              <a:t>The added responsibility is measuring and controlling the model's contribution to the product's behavior.</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The distinction is where the model-dependent behavior lives.</a:t>
            </a:r>
            <a:r>
              <a:rPr b="0"/>
              <a:t> During development, AI helps you build the software. In the delivered product, users depend on model output or actions during use.</a:t>
            </a:r>
          </a:p>
          <a:p xmlns:a="http://schemas.openxmlformats.org/drawingml/2006/main">
            <a:r>
              <a:t/>
            </a:r>
          </a:p>
          <a:p xmlns:a="http://schemas.openxmlformats.org/drawingml/2006/main">
            <a:r>
              <a:rPr b="1"/>
              <a:t>Human review can exist on either side.</a:t>
            </a:r>
            <a:r>
              <a:rPr b="0"/>
              <a:t> Your team owns the AI system's behavior and operating limits. You design its checks, permissions, approval steps, and failure handling.</a:t>
            </a:r>
          </a:p>
          <a:p xmlns:a="http://schemas.openxmlformats.org/drawingml/2006/main">
            <a:r>
              <a:t/>
            </a:r>
          </a:p>
          <a:p xmlns:a="http://schemas.openxmlformats.org/drawingml/2006/main">
            <a:r>
              <a:rPr b="1"/>
              <a:t>In a predefined workflow, code fixes the path. An agent can let the model select the next action. Your code still enforces permissions and limits.</a:t>
            </a:r>
            <a:r>
              <a:rPr b="0"/>
              <a:t> This added responsibility is why we will examine agentic systems and the system around the model.</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0"/>
              <a:t>These are the commitments behind the six areas we are about to examine. </a:t>
            </a:r>
            <a:r>
              <a:rPr b="1"/>
              <a:t>Using AI changes how you build. Engineering AI changes what you are responsible for.</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The distinction is where the model-dependent behavior lives.</a:t>
            </a:r>
            <a:r>
              <a:rPr b="0"/>
              <a:t> During development, AI helps you build the software. In the delivered product, users depend on model output or actions during use.</a:t>
            </a:r>
          </a:p>
          <a:p xmlns:a="http://schemas.openxmlformats.org/drawingml/2006/main">
            <a:r>
              <a:t/>
            </a:r>
          </a:p>
          <a:p xmlns:a="http://schemas.openxmlformats.org/drawingml/2006/main">
            <a:r>
              <a:rPr b="1"/>
              <a:t>Human review can exist on either side.</a:t>
            </a:r>
            <a:r>
              <a:rPr b="0"/>
              <a:t> Your team owns the AI system's behavior and operating limits. You design its checks, permissions, approval steps, and failure handling.</a:t>
            </a:r>
          </a:p>
          <a:p xmlns:a="http://schemas.openxmlformats.org/drawingml/2006/main">
            <a:r>
              <a:t/>
            </a:r>
          </a:p>
          <a:p xmlns:a="http://schemas.openxmlformats.org/drawingml/2006/main">
            <a:r>
              <a:rPr b="1"/>
              <a:t>In a predefined workflow, code fixes the path. An agent can let the model select the next action. Your code still enforces permissions and limits.</a:t>
            </a:r>
            <a:r>
              <a:rPr b="0"/>
              <a:t> This added responsibility is why we will examine agentic systems and the system around the model.</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0"/>
              <a:t>These are the commitments behind the six areas we are about to examine. </a:t>
            </a:r>
            <a:r>
              <a:rPr b="1"/>
              <a:t>Using AI changes how you build. Engineering AI changes what you are responsible for.</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Let's look at the system around the model, and the engineering each part requires.</a:t>
            </a:r>
          </a:p>
          <a:p xmlns:a="http://schemas.openxmlformats.org/drawingml/2006/main">
            <a:r>
              <a:t/>
            </a:r>
          </a:p>
          <a:p xmlns:a="http://schemas.openxmlformats.org/drawingml/2006/main">
            <a:r>
              <a:rPr b="0"/>
              <a:t>Advance to slide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 Context Engineering then explains how we assemble its input.</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 Context Engineering then explains how we assemble its input.</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 Context Engineering then explains how we assemble its input.</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 Context Engineering then explains how we assemble its input.</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 Context Engineering then explains how we assemble its input.</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 Context Engineering then explains how we assemble its input.</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 decent model with a great harness beats a great model with a bad harness.”</a:t>
            </a:r>
          </a:p>
          <a:p xmlns:a="http://schemas.openxmlformats.org/drawingml/2006/main">
            <a:r>
              <a:t/>
            </a:r>
          </a:p>
          <a:p xmlns:a="http://schemas.openxmlformats.org/drawingml/2006/main">
            <a:r>
              <a:rPr b="0"/>
              <a:t>Osmani is describing his engineering experience. Evaluate the model inside the system you are building, because the surrounding context, tools, and control flow shape the result. First, establish what happens in one model call.</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MODEL INVOCATION</a:t>
            </a:r>
          </a:p>
          <a:p xmlns:a="http://schemas.openxmlformats.org/drawingml/2006/main">
            <a:r>
              <a:t/>
            </a:r>
          </a:p>
          <a:p xmlns:a="http://schemas.openxmlformats.org/drawingml/2006/main">
            <a:r>
              <a:rPr b="0"/>
              <a:t>Your application supplies instructions, a request, relevant evidence, and available tools. </a:t>
            </a:r>
            <a:r>
              <a:rPr b="1"/>
              <a:t>Inference is running an already trained model on that input to obtain an output.</a:t>
            </a:r>
            <a:r>
              <a:rPr b="0"/>
              <a:t> That output can be a response or a proposed tool call. The application handles execution.</a:t>
            </a:r>
          </a:p>
          <a:p xmlns:a="http://schemas.openxmlformats.org/drawingml/2006/main">
            <a:r>
              <a:t/>
            </a:r>
          </a:p>
          <a:p xmlns:a="http://schemas.openxmlformats.org/drawingml/2006/main">
            <a:r>
              <a:rPr b="0"/>
              <a:t>Tokens are units the model processes and generates. For text, they can be pieces of words. They help us understand usage and capacity.</a:t>
            </a:r>
          </a:p>
          <a:p xmlns:a="http://schemas.openxmlformats.org/drawingml/2006/main">
            <a:r>
              <a:t/>
            </a:r>
          </a:p>
          <a:p xmlns:a="http://schemas.openxmlformats.org/drawingml/2006/main">
            <a:r>
              <a:rPr b="0"/>
              <a:t>The context window limits the tokens available for a call. Leave room for generated output and, where applicable, reasoning tokens. The precise limits depend on the model.</a:t>
            </a:r>
          </a:p>
          <a:p xmlns:a="http://schemas.openxmlformats.org/drawingml/2006/main">
            <a:r>
              <a:t/>
            </a:r>
          </a:p>
          <a:p xmlns:a="http://schemas.openxmlformats.org/drawingml/2006/main">
            <a:r>
              <a:rPr b="0"/>
              <a:t>Some models expose reasoning settings. </a:t>
            </a:r>
            <a:r>
              <a:rPr b="1"/>
              <a:t>Treat effort as part of the configuration you evaluate.</a:t>
            </a:r>
            <a:r>
              <a:rPr b="0"/>
              <a:t> Measure whether it improves the task enough to justify its cost and delay. Choosing a model and effort for a coding task is a familiar version of this decision.</a:t>
            </a:r>
          </a:p>
          <a:p xmlns:a="http://schemas.openxmlformats.org/drawingml/2006/main">
            <a:r>
              <a:t/>
            </a:r>
          </a:p>
          <a:p xmlns:a="http://schemas.openxmlformats.org/drawingml/2006/main">
            <a:r>
              <a:rPr b="0"/>
              <a:t>Our responsibility is to choose and maintain a configuration that fits the task and is approved for the data. Next, compare the eligible options.</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SELECTION DECISIONS</a:t>
            </a:r>
          </a:p>
          <a:p xmlns:a="http://schemas.openxmlformats.org/drawingml/2006/main">
            <a:r>
              <a:t/>
            </a:r>
          </a:p>
          <a:p xmlns:a="http://schemas.openxmlformats.org/drawingml/2006/main">
            <a:r>
              <a:rPr b="1"/>
              <a:t>First establish which configurations are eligible for the data and intended use.</a:t>
            </a:r>
            <a:r>
              <a:rPr b="0"/>
              <a:t> For this audience, CUI and export-controlled information make that a familiar constraint. Hard cost or response-time limits can also exclude options.</a:t>
            </a:r>
          </a:p>
          <a:p xmlns:a="http://schemas.openxmlformats.org/drawingml/2006/main">
            <a:r>
              <a:t/>
            </a:r>
          </a:p>
          <a:p xmlns:a="http://schemas.openxmlformats.org/drawingml/2006/main">
            <a:r>
              <a:rPr b="0"/>
              <a:t>Define an acceptable result and compare configurations on representative work. Keep the intended context, tools, and workflow in the comparison. Record the model version and reasoning settings.</a:t>
            </a:r>
          </a:p>
          <a:p xmlns:a="http://schemas.openxmlformats.org/drawingml/2006/main">
            <a:r>
              <a:t/>
            </a:r>
          </a:p>
          <a:p xmlns:a="http://schemas.openxmlformats.org/drawingml/2006/main">
            <a:r>
              <a:rPr b="0"/>
              <a:t>Among configurations that meet the requirements, compare time to a completed outcome and cost per successful task. Include retrieval, tool calls, retries, verification, and human review. Account for failed attempts too.</a:t>
            </a:r>
          </a:p>
          <a:p xmlns:a="http://schemas.openxmlformats.org/drawingml/2006/main">
            <a:r>
              <a:t/>
            </a:r>
          </a:p>
          <a:p xmlns:a="http://schemas.openxmlformats.org/drawingml/2006/main">
            <a:r>
              <a:rPr b="0"/>
              <a:t>Start with one configuration. Add routing when measurements justify it. </a:t>
            </a:r>
            <a:r>
              <a:rPr b="1"/>
              <a:t>Pinned versions need a migration plan. Moving aliases need regression monitoring.</a:t>
            </a:r>
            <a:r>
              <a:rPr b="0"/>
              <a:t> Both choices need ongoing task checks.</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Capacity, effort, and token price each tell us only part of the story. </a:t>
            </a:r>
            <a:r>
              <a:rPr b="1"/>
              <a:t>Selecting or changing models without testing them on your task</a:t>
            </a:r>
            <a:r>
              <a:rPr b="0"/>
              <a:t> is the headline pitfall. A pinned model also leaves other dependencies free to change. Inspect the failure before choosing a replacement.</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Our invented FRB corpus includes CUI and ECI. Assume the approved options are older and less capable for this synthesis. </a:t>
            </a:r>
            <a:r>
              <a:rPr b="1"/>
              <a:t>Evaluate useful work within that approved set.</a:t>
            </a:r>
          </a:p>
          <a:p xmlns:a="http://schemas.openxmlformats.org/drawingml/2006/main">
            <a:r>
              <a:t/>
            </a:r>
          </a:p>
          <a:p xmlns:a="http://schemas.openxmlformats.org/drawingml/2006/main">
            <a:r>
              <a:rPr b="0"/>
              <a:t>Start with one eligible configuration. Test single-case summaries and cross-case synthesis separately. The preliminary briefing calls bearing wear a possible cause. The later minutes leave the cause unresolved and require inspection. A candidate that reports a confirmed cause has failed this case.</a:t>
            </a:r>
          </a:p>
          <a:p xmlns:a="http://schemas.openxmlformats.org/drawingml/2006/main">
            <a:r>
              <a:t/>
            </a:r>
          </a:p>
          <a:p xmlns:a="http://schemas.openxmlformats.org/drawingml/2006/main">
            <a:r>
              <a:rPr b="0"/>
              <a:t>That answer alone does not identify the faulty component. Check which evidence reached the model and how the workflow handled it.</a:t>
            </a:r>
          </a:p>
          <a:p xmlns:a="http://schemas.openxmlformats.org/drawingml/2006/main">
            <a:r>
              <a:t/>
            </a:r>
          </a:p>
          <a:p xmlns:a="http://schemas.openxmlformats.org/drawingml/2006/main">
            <a:r>
              <a:rPr b="0"/>
              <a:t>The scorecard records supported findings and preserved uncertainty, completion time, and total cost, including failed attempts and review. It contains evidence to collect. No winning model or measured result is supplied.</a:t>
            </a:r>
          </a:p>
          <a:p xmlns:a="http://schemas.openxmlformats.org/drawingml/2006/main">
            <a:r>
              <a:t/>
            </a:r>
          </a:p>
          <a:p xmlns:a="http://schemas.openxmlformats.org/drawingml/2006/main">
            <a:r>
              <a:rPr b="0"/>
              <a:t>If the full brief falls short, evaluate preparing cited findings for an engineer to reconcile. </a:t>
            </a:r>
            <a:r>
              <a:rPr b="1"/>
              <a:t>Keep the evidence requirement and the approved processing boundary.</a:t>
            </a:r>
            <a:r>
              <a:rPr b="0"/>
              <a:t> If the narrower task still fails, limit or defer it.</a:t>
            </a:r>
          </a:p>
          <a:p xmlns:a="http://schemas.openxmlformats.org/drawingml/2006/main">
            <a:r>
              <a:t/>
            </a:r>
          </a:p>
          <a:p xmlns:a="http://schemas.openxmlformats.org/drawingml/2006/main">
            <a:r>
              <a:rPr b="0"/>
              <a:t>Context Engineering develops the information we supply. </a:t>
            </a:r>
            <a:r>
              <a:rPr b="1"/>
              <a:t>The model is a versioned, expiring dependency. Treat it like one.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“Context, therefore, must be treated as a finite resource with diminishing marginal returns.”</a:t>
            </a:r>
          </a:p>
          <a:p xmlns:a="http://schemas.openxmlformats.org/drawingml/2006/main">
            <a:r>
              <a:t/>
            </a:r>
          </a:p>
          <a:p xmlns:a="http://schemas.openxmlformats.org/drawingml/2006/main">
            <a:r>
              <a:rPr b="0"/>
              <a:t>Model Selection established the available capacity. Context Engineering decides what information the next step needs and how to supply it. A larger context window does not establish that every available piece will help.</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WORKING CONTEXT</a:t>
            </a:r>
          </a:p>
          <a:p xmlns:a="http://schemas.openxmlformats.org/drawingml/2006/main">
            <a:r>
              <a:t/>
            </a:r>
          </a:p>
          <a:p xmlns:a="http://schemas.openxmlformats.org/drawingml/2006/main">
            <a:r>
              <a:rPr b="0"/>
              <a:t>Model Selection showed a model call. </a:t>
            </a:r>
            <a:r>
              <a:rPr b="1"/>
              <a:t>Context Engineering assembles the information for its next step.</a:t>
            </a:r>
            <a:r>
              <a:rPr b="0"/>
              <a:t> That includes instructions, the request, relevant evidence, tool information, and useful history. Prompt engineering addresses the instructions within that larger input.</a:t>
            </a:r>
          </a:p>
          <a:p xmlns:a="http://schemas.openxmlformats.org/drawingml/2006/main">
            <a:r>
              <a:t/>
            </a:r>
          </a:p>
          <a:p xmlns:a="http://schemas.openxmlformats.org/drawingml/2006/main">
            <a:r>
              <a:rPr b="0"/>
              <a:t>Memory is selected information retained for later use. The system still chooses what to bring into this call. Compaction condenses working history to make room for further work. Both need checks that important details survive.</a:t>
            </a:r>
          </a:p>
          <a:p xmlns:a="http://schemas.openxmlformats.org/drawingml/2006/main">
            <a:r>
              <a:t/>
            </a:r>
          </a:p>
          <a:p xmlns:a="http://schemas.openxmlformats.org/drawingml/2006/main">
            <a:r>
              <a:rPr b="0"/>
              <a:t>Keep source documents and application records distinct from a generated summary. For our FRB system, a remembered description of a finding must remain traceable to the board record. Access and confirmed actions come from application records.</a:t>
            </a:r>
          </a:p>
          <a:p xmlns:a="http://schemas.openxmlformats.org/drawingml/2006/main">
            <a:r>
              <a:t/>
            </a:r>
          </a:p>
          <a:p xmlns:a="http://schemas.openxmlformats.org/drawingml/2006/main">
            <a:r>
              <a:rPr b="0"/>
              <a:t>A coding agent similarly combines repository instructions, relevant files, and test output for its next decision.</a:t>
            </a:r>
          </a:p>
          <a:p xmlns:a="http://schemas.openxmlformats.org/drawingml/2006/main">
            <a:r>
              <a:t/>
            </a:r>
          </a:p>
          <a:p xmlns:a="http://schemas.openxmlformats.org/drawingml/2006/main">
            <a:r>
              <a:rPr b="1"/>
              <a:t>The responsibility is to supply relevant information while preserving its meaning and source.</a:t>
            </a:r>
            <a:r>
              <a:rPr b="0"/>
              <a:t> Next, follow the evidence into that input.</a:t>
            </a:r>
          </a:p>
          <a:p xmlns:a="http://schemas.openxmlformats.org/drawingml/2006/main">
            <a:r>
              <a:t/>
            </a:r>
          </a:p>
          <a:p xmlns:a="http://schemas.openxmlformats.org/drawingml/2006/main">
            <a:r>
              <a:rPr b="0"/>
              <a:t>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RETRIEVAL AND CONTEXT DECISIONS</a:t>
            </a:r>
          </a:p>
          <a:p xmlns:a="http://schemas.openxmlformats.org/drawingml/2006/main">
            <a:r>
              <a:t/>
            </a:r>
          </a:p>
          <a:p xmlns:a="http://schemas.openxmlformats.org/drawingml/2006/main">
            <a:r>
              <a:rPr b="1"/>
              <a:t>RAG means retrieval-augmented generation.</a:t>
            </a:r>
            <a:r>
              <a:rPr b="0"/>
              <a:t> Retrieve relevant information and supply it as evidence for the model's response. Authorized internal records can supply that information.</a:t>
            </a:r>
          </a:p>
          <a:p xmlns:a="http://schemas.openxmlformats.org/drawingml/2006/main">
            <a:r>
              <a:t/>
            </a:r>
          </a:p>
          <a:p xmlns:a="http://schemas.openxmlformats.org/drawingml/2006/main">
            <a:r>
              <a:rPr b="0"/>
              <a:t>Follow the path from sources, through retrieval and selection, into the actual model input. Keep document identity, revision, and location attached. Enforce access before restricted content reaches an unauthorized recipient or processing service.</a:t>
            </a:r>
          </a:p>
          <a:p xmlns:a="http://schemas.openxmlformats.org/drawingml/2006/main">
            <a:r>
              <a:t/>
            </a:r>
          </a:p>
          <a:p xmlns:a="http://schemas.openxmlformats.org/drawingml/2006/main">
            <a:r>
              <a:rPr b="0"/>
              <a:t>If we know the board ID, use direct lookup or exact search. Keyword search matches terms and identifiers. </a:t>
            </a:r>
            <a:r>
              <a:rPr b="1"/>
              <a:t>An embedding represents content numerically so a search system can compare similarity.</a:t>
            </a:r>
            <a:r>
              <a:rPr b="0"/>
              <a:t> Semantic search can help with differently worded descriptions of similar shutdowns. Hybrid retrieval combines both signals. Test which approach finds the evidence this task needs.</a:t>
            </a:r>
          </a:p>
          <a:p xmlns:a="http://schemas.openxmlformats.org/drawingml/2006/main">
            <a:r>
              <a:t/>
            </a:r>
          </a:p>
          <a:p xmlns:a="http://schemas.openxmlformats.org/drawingml/2006/main">
            <a:r>
              <a:rPr b="0"/>
              <a:t>Then decide what to preload and what to fetch when needed. Retain essential constraints and source references. Refresh retained information and access when the task resumes or records change.</a:t>
            </a:r>
          </a:p>
          <a:p xmlns:a="http://schemas.openxmlformats.org/drawingml/2006/main">
            <a:r>
              <a:t/>
            </a:r>
          </a:p>
          <a:p xmlns:a="http://schemas.openxmlformats.org/drawingml/2006/main">
            <a:r>
              <a:rPr b="0"/>
              <a:t>The question is whether the assembled input contains the right evidence with its meaning intact.</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context without curating it</a:t>
            </a:r>
            <a:r>
              <a:rPr b="0"/>
              <a:t> is the headline pitfall. Check for missing evidence, lost qualifications, and stale or misattributed sources. A retained summary still needs supporting records. Keep findings attached to their own cases when information is reused.</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preliminary briefing identifies bearing wear as a possible cause. The later minutes leave the cause unresolved and require inspection. These are different documents with distinct identities and source locations.</a:t>
            </a:r>
          </a:p>
          <a:p xmlns:a="http://schemas.openxmlformats.org/drawingml/2006/main">
            <a:r>
              <a:t/>
            </a:r>
          </a:p>
          <a:p xmlns:a="http://schemas.openxmlformats.org/drawingml/2006/main">
            <a:r>
              <a:rPr b="1"/>
              <a:t>Suppose retrieval returns the briefing but misses the minutes. The decisive passage never reaches the model.</a:t>
            </a:r>
            <a:r>
              <a:rPr b="0"/>
              <a:t> This is our hypothetical failure, not a measured result.</a:t>
            </a:r>
          </a:p>
          <a:p xmlns:a="http://schemas.openxmlformats.org/drawingml/2006/main">
            <a:r>
              <a:t/>
            </a:r>
          </a:p>
          <a:p xmlns:a="http://schemas.openxmlformats.org/drawingml/2006/main">
            <a:r>
              <a:rPr b="0"/>
              <a:t>Inspect the path. Were the minutes available and readable within the authorized scope? Did retrieval return the passage? Did context assembly retain it? Those checks locate where the information was lost.</a:t>
            </a:r>
          </a:p>
          <a:p xmlns:a="http://schemas.openxmlformats.org/drawingml/2006/main">
            <a:r>
              <a:t/>
            </a:r>
          </a:p>
          <a:p xmlns:a="http://schemas.openxmlformats.org/drawingml/2006/main">
            <a:r>
              <a:rPr b="0"/>
              <a:t>The expected input includes both passages and their references. A working summary preserves the unresolved cause and required inspection. Refresh revisions and access before finalizing. Missing or unreadable evidence remains an explicit limitation. Preparation services stay within the same approved processing boundary.</a:t>
            </a:r>
          </a:p>
          <a:p xmlns:a="http://schemas.openxmlformats.org/drawingml/2006/main">
            <a:r>
              <a:t/>
            </a:r>
          </a:p>
          <a:p xmlns:a="http://schemas.openxmlformats.org/drawingml/2006/main">
            <a:r>
              <a:rPr b="0"/>
              <a:t>Next, Tools &amp; Extensibility explains the operations that obtain information and act on it. </a:t>
            </a:r>
            <a:r>
              <a:rPr b="1"/>
              <a:t>Context is a budget, not a bucket.</a:t>
            </a:r>
          </a:p>
          <a:p xmlns:a="http://schemas.openxmlformats.org/drawingml/2006/main">
            <a:r>
              <a:t/>
            </a:r>
          </a:p>
          <a:p xmlns:a="http://schemas.openxmlformats.org/drawingml/2006/main">
            <a:r>
              <a:rPr b="0"/>
              <a:t>Advance to slide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“Agents are only as effective as the tools we give them.”</a:t>
            </a:r>
          </a:p>
          <a:p xmlns:a="http://schemas.openxmlformats.org/drawingml/2006/main">
            <a:r>
              <a:t/>
            </a:r>
          </a:p>
          <a:p xmlns:a="http://schemas.openxmlformats.org/drawingml/2006/main">
            <a:r>
              <a:rPr b="0"/>
              <a:t>A tool is a contract between the system and a model caller. Its name, description, inputs, results, and execution rules all contribute to that contract.</a:t>
            </a:r>
          </a:p>
          <a:p xmlns:a="http://schemas.openxmlformats.org/drawingml/2006/main">
            <a:r>
              <a:t/>
            </a:r>
          </a:p>
          <a:p xmlns:a="http://schemas.openxmlformats.org/drawingml/2006/main">
            <a:r>
              <a:rPr b="0"/>
              <a:t>Advance to slide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A tool exposes an operation the model can request. Software checks the request, executes a permitted operation, and returns a result. Reading a repository file or running tests through a coding agent are familiar examples.</a:t>
            </a:r>
          </a:p>
          <a:p xmlns:a="http://schemas.openxmlformats.org/drawingml/2006/main">
            <a:r>
              <a:t/>
            </a:r>
          </a:p>
          <a:p xmlns:a="http://schemas.openxmlformats.org/drawingml/2006/main">
            <a:r>
              <a:rPr b="0"/>
              <a:t>Extensibility adds capabilities through these interfaces. MCP provides a common way for an AI application to connect to external systems and discover and call their tools. It also supports resources and prompt templates. The useful operations and their enforced boundaries remain engineering work.</a:t>
            </a:r>
          </a:p>
          <a:p xmlns:a="http://schemas.openxmlformats.org/drawingml/2006/main">
            <a:r>
              <a:t/>
            </a:r>
          </a:p>
          <a:p xmlns:a="http://schemas.openxmlformats.org/drawingml/2006/main">
            <a:r>
              <a:rPr b="0"/>
              <a:t>Similar names can lead to the wrong selection. Unclear inputs can produce an unsuitable request. An incomplete result can leave the caller unable to tell what happened. When a tool accesses data or changes state, those mistakes have consequences beyond the response text.</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which capabilities and what granularity? Many small operations offer flexibility but require the caller to assemble more steps. A task-oriented operation can do more in code, while embedding more assumptions about the workflow. Begin with distinct capabilities and evaluate the boundary on real tasks.</a:t>
            </a:r>
          </a:p>
          <a:p xmlns:a="http://schemas.openxmlformats.org/drawingml/2006/main">
            <a:r>
              <a:t/>
            </a:r>
          </a:p>
          <a:p xmlns:a="http://schemas.openxmlformats.org/drawingml/2006/main">
            <a:r>
              <a:rPr b="0"/>
              <a:t>Second, the contract. Design descriptions, inputs, results, and errors together. Return useful context with stable identifiers. Sparse payloads can omit evidence, while excessive detail adds material the model must process. Evaluate actual selections and arguments, and keep the implementation aligned with the definition.</a:t>
            </a:r>
          </a:p>
          <a:p xmlns:a="http://schemas.openxmlformats.org/drawingml/2006/main">
            <a:r>
              <a:t/>
            </a:r>
          </a:p>
          <a:p xmlns:a="http://schemas.openxmlformats.org/drawingml/2006/main">
            <a:r>
              <a:rPr b="0"/>
              <a:t>Third, execution rules. </a:t>
            </a:r>
            <a:r>
              <a:rPr b="1"/>
              <a:t>Validate inputs and enforce authorization in code.</a:t>
            </a:r>
            <a:r>
              <a:rPr b="0"/>
              <a:t> This applies to reads as well as writes. A well-formed request, a successful connection, or a model's recommendation does not grant permission.</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Copying APIs without evaluating task fit.</a:t>
            </a:r>
            <a:r>
              <a:rPr b="0"/>
              <a:t> Prune overlapping capabilities, maintain contracts as behavior changes, and distinguish confirmed results, known failures, and unknown outcomes.</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Consider Export cited brief. Parsing and indexing are background services; the agent-facing export takes a checked draft, citations, and a permitted destination.</a:t>
            </a:r>
          </a:p>
          <a:p xmlns:a="http://schemas.openxmlformats.org/drawingml/2006/main">
            <a:r>
              <a:t/>
            </a:r>
          </a:p>
          <a:p xmlns:a="http://schemas.openxmlformats.org/drawingml/2006/main">
            <a:r>
              <a:rPr b="0"/>
              <a:t>The service must establish that the exact content being exported passed its checks. The caller saying it was checked is insufficient. Changed content requires renewed verification. Enforce access and the destination in code. Preserve citations, unresolved findings, and limitations rather than generating a fresh summary during export.</a:t>
            </a:r>
          </a:p>
          <a:p xmlns:a="http://schemas.openxmlformats.org/drawingml/2006/main">
            <a:r>
              <a:t/>
            </a:r>
          </a:p>
          <a:p xmlns:a="http://schemas.openxmlformats.org/drawingml/2006/main">
            <a:r>
              <a:rPr b="0"/>
              <a:t>Return a receipt when completion is confirmed. If the operation fails or its outcome is unknown, say so explicitly. An MCP connection could expose this tool, but the application service must implement those guarantees.</a:t>
            </a:r>
          </a:p>
          <a:p xmlns:a="http://schemas.openxmlformats.org/drawingml/2006/main">
            <a:r>
              <a:t/>
            </a:r>
          </a:p>
          <a:p xmlns:a="http://schemas.openxmlformats.org/drawingml/2006/main">
            <a:r>
              <a:rPr b="0"/>
              <a:t>The result now tells the execution controller what it can establish. Orchestration decides what happens next.</a:t>
            </a:r>
          </a:p>
          <a:p xmlns:a="http://schemas.openxmlformats.org/drawingml/2006/main">
            <a:r>
              <a:t/>
            </a:r>
          </a:p>
          <a:p xmlns:a="http://schemas.openxmlformats.org/drawingml/2006/main">
            <a:r>
              <a:rPr b="1"/>
              <a:t>A description guides the model. Code enforces the contract.</a:t>
            </a:r>
          </a:p>
          <a:p xmlns:a="http://schemas.openxmlformats.org/drawingml/2006/main">
            <a:r>
              <a:t/>
            </a:r>
          </a:p>
          <a:p xmlns:a="http://schemas.openxmlformats.org/drawingml/2006/main">
            <a:r>
              <a:rPr b="0"/>
              <a:t>Advance to slide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“we recommend finding the simplest solution possible, and only increasing complexity when needed.”</a:t>
            </a:r>
          </a:p>
          <a:p xmlns:a="http://schemas.openxmlformats.org/drawingml/2006/main">
            <a:r>
              <a:t/>
            </a:r>
          </a:p>
          <a:p xmlns:a="http://schemas.openxmlformats.org/drawingml/2006/main">
            <a:r>
              <a:rPr b="0"/>
              <a:t>Decide which steps code fixes and which decisions the model makes. Then establish the conditions under which that work may continue.</a:t>
            </a:r>
          </a:p>
          <a:p xmlns:a="http://schemas.openxmlformats.org/drawingml/2006/main">
            <a:r>
              <a:t/>
            </a:r>
          </a:p>
          <a:p xmlns:a="http://schemas.openxmlformats.org/drawingml/2006/main">
            <a:r>
              <a:rPr b="0"/>
              <a:t>Advance to slide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Orchestration determines the next step, carries execution state, coordinates work, and handles completion or interruption. A workflow controls a path through code. An agent loop lets the model choose actions from intermediate results. A bounded design can combine them. The coding agent's inspect, edit, check, and retry loop is a familiar example.</a:t>
            </a:r>
          </a:p>
          <a:p xmlns:a="http://schemas.openxmlformats.org/drawingml/2006/main">
            <a:r>
              <a:t/>
            </a:r>
          </a:p>
          <a:p xmlns:a="http://schemas.openxmlformats.org/drawingml/2006/main">
            <a:r>
              <a:rPr b="0"/>
              <a:t>A useful intermediate answer is only part of a completed task. The system still needs to reach its checks, perform permitted actions, and establish what actually happened. Repeated work also consumes resources, and a retry can repeat a side effect.</a:t>
            </a:r>
          </a:p>
          <a:p xmlns:a="http://schemas.openxmlformats.org/drawingml/2006/main">
            <a:r>
              <a:t/>
            </a:r>
          </a:p>
          <a:p xmlns:a="http://schemas.openxmlformats.org/drawingml/2006/main">
            <a:r>
              <a:rPr b="0"/>
              <a:t>Advance to slide 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who chooses the next step? Use code for known paths and required gates. Allow model judgment where adaptation helps. A proposed plan does not enforce permissions or prerequisites. Inspect the executed path and preserve acceptance criteria as branches change.</a:t>
            </a:r>
          </a:p>
          <a:p xmlns:a="http://schemas.openxmlformats.org/drawingml/2006/main">
            <a:r>
              <a:t/>
            </a:r>
          </a:p>
          <a:p xmlns:a="http://schemas.openxmlformats.org/drawingml/2006/main">
            <a:r>
              <a:rPr b="0"/>
              <a:t>Second, delegation. Start with a bounded workflow. Multiple agents can divide independent work, while adding handoffs, reconciliation, and resource use. Add workers when measured whole-task quality, cost, or latency justifies them. Keep assignments and expected results explicit. Model choice remains the earlier decision; this is about dividing the work.</a:t>
            </a:r>
          </a:p>
          <a:p xmlns:a="http://schemas.openxmlformats.org/drawingml/2006/main">
            <a:r>
              <a:t/>
            </a:r>
          </a:p>
          <a:p xmlns:a="http://schemas.openxmlformats.org/drawingml/2006/main">
            <a:r>
              <a:rPr b="0"/>
              <a:t>Third, stopping and recovery. Define completion checks and action, token, retry, and latency limits. Save the state needed to continue. Distinguish confirmed success, known failure, and an unknown outcome. Recheck source freshness and authorization on resume.</a:t>
            </a:r>
          </a:p>
          <a:p xmlns:a="http://schemas.openxmlformats.org/drawingml/2006/main">
            <a:r>
              <a:t/>
            </a:r>
          </a:p>
          <a:p xmlns:a="http://schemas.openxmlformats.org/drawingml/2006/main">
            <a:r>
              <a:rPr b="0"/>
              <a:t>Advance to slide 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Adding multiple agents before trying a workflow.</a:t>
            </a:r>
            <a:r>
              <a:rPr b="0"/>
              <a:t> Other failures include loops without progress, early completion claims, and handoffs that lose evidence. </a:t>
            </a:r>
            <a:r>
              <a:rPr b="1"/>
              <a:t>A timeout does not establish that an action failed.</a:t>
            </a:r>
            <a:r>
              <a:rPr b="0"/>
              <a:t> Inspect what happened before repeating it.</a:t>
            </a:r>
          </a:p>
          <a:p xmlns:a="http://schemas.openxmlformats.org/drawingml/2006/main">
            <a:r>
              <a:t/>
            </a:r>
          </a:p>
          <a:p xmlns:a="http://schemas.openxmlformats.org/drawingml/2006/main">
            <a:r>
              <a:rPr b="0"/>
              <a:t>Advance to slide 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Begin with six stages: retrieve the packet, inspect evidence, compare cases, reconcile findings, verify the brief, and export. Model judgment operates within stages. Code preserves the conditions for moving to export.</a:t>
            </a:r>
          </a:p>
          <a:p xmlns:a="http://schemas.openxmlformats.org/drawingml/2006/main">
            <a:r>
              <a:t/>
            </a:r>
          </a:p>
          <a:p xmlns:a="http://schemas.openxmlformats.org/drawingml/2006/main">
            <a:r>
              <a:rPr b="0"/>
              <a:t>Save the source revisions, working draft, completed stages, and check results. A changed draft needs verification again. Changed evidence on resume returns the affected work to inspection and reconciliation.</a:t>
            </a:r>
          </a:p>
          <a:p xmlns:a="http://schemas.openxmlformats.org/drawingml/2006/main">
            <a:r>
              <a:t/>
            </a:r>
          </a:p>
          <a:p xmlns:a="http://schemas.openxmlformats.org/drawingml/2006/main">
            <a:r>
              <a:rPr b="0"/>
              <a:t>If the matching export receipt confirms completion, return it. If a confirmed failure establishes that export did not complete, address the cause and retry only within policy and the remaining budget. If completion is unknown, inspect the export state. If it remains unknown, preserve that uncertainty and hand off.</a:t>
            </a:r>
          </a:p>
          <a:p xmlns:a="http://schemas.openxmlformats.org/drawingml/2006/main">
            <a:r>
              <a:t/>
            </a:r>
          </a:p>
          <a:p xmlns:a="http://schemas.openxmlformats.org/drawingml/2006/main">
            <a:r>
              <a:rPr b="0"/>
              <a:t>At a work limit, stop and state what is incomplete. A limited brief still needs its checks before export. Independent comparisons could become worker assignments later, but remain within the same approved scope and cannot export on their own.</a:t>
            </a:r>
          </a:p>
          <a:p xmlns:a="http://schemas.openxmlformats.org/drawingml/2006/main">
            <a:r>
              <a:t/>
            </a:r>
          </a:p>
          <a:p xmlns:a="http://schemas.openxmlformats.org/drawingml/2006/main">
            <a:r>
              <a:rPr b="0"/>
              <a:t>The workflow now has a verification stage. Next, we define what its checks should establish.</a:t>
            </a:r>
          </a:p>
          <a:p xmlns:a="http://schemas.openxmlformats.org/drawingml/2006/main">
            <a:r>
              <a:t/>
            </a:r>
          </a:p>
          <a:p xmlns:a="http://schemas.openxmlformats.org/drawingml/2006/main">
            <a:r>
              <a:rPr b="1"/>
              <a:t>The loop is where autonomy gets its limits. Start with the workflow.</a:t>
            </a:r>
          </a:p>
          <a:p xmlns:a="http://schemas.openxmlformats.org/drawingml/2006/main">
            <a:r>
              <a:t/>
            </a:r>
          </a:p>
          <a:p xmlns:a="http://schemas.openxmlformats.org/drawingml/2006/main">
            <a:r>
              <a:rPr b="0"/>
              <a:t>Advance to slide 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“Error analysis is the most important activity in evals.”</a:t>
            </a:r>
          </a:p>
          <a:p xmlns:a="http://schemas.openxmlformats.org/drawingml/2006/main">
            <a:r>
              <a:t/>
            </a:r>
          </a:p>
          <a:p xmlns:a="http://schemas.openxmlformats.org/drawingml/2006/main">
            <a:r>
              <a:rPr b="0"/>
              <a:t>Inspect the result and the trace before choosing a repair. A score becomes useful when the team understands the behavior behind it.</a:t>
            </a:r>
          </a:p>
          <a:p xmlns:a="http://schemas.openxmlformats.org/drawingml/2006/main">
            <a:r>
              <a:t/>
            </a:r>
          </a:p>
          <a:p xmlns:a="http://schemas.openxmlformats.org/drawingml/2006/main">
            <a:r>
              <a:rPr b="0"/>
              <a:t>Advance to slide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Verification informs acceptance of a particular result or action. Evaluation measures behavior across representative cases and repeated attempts. The same checks can serve both purposes. Evals are tests of an AI system. Ordinary software tests remain part of the work.</a:t>
            </a:r>
          </a:p>
          <a:p xmlns:a="http://schemas.openxmlformats.org/drawingml/2006/main">
            <a:r>
              <a:t/>
            </a:r>
          </a:p>
          <a:p xmlns:a="http://schemas.openxmlformats.org/drawingml/2006/main">
            <a:r>
              <a:rPr b="0"/>
              <a:t>A coding agent running repository checks gives you evidence to inspect. Its statement that everything passed still needs to agree with the actual result and the task's requirements.</a:t>
            </a:r>
          </a:p>
          <a:p xmlns:a="http://schemas.openxmlformats.org/drawingml/2006/main">
            <a:r>
              <a:t/>
            </a:r>
          </a:p>
          <a:p xmlns:a="http://schemas.openxmlformats.org/drawingml/2006/main">
            <a:r>
              <a:rPr b="0"/>
              <a:t>A successful demonstration shows a useful path. A product needs evidence about intended use and its important failure cases. </a:t>
            </a:r>
            <a:r>
              <a:rPr b="1"/>
              <a:t>An implementation can pass interface checks while producing an unsupported conclusion.</a:t>
            </a:r>
            <a:r>
              <a:rPr b="0"/>
              <a:t> Evaluate the outcome the user depends on, including required constraints.</a:t>
            </a:r>
          </a:p>
          <a:p xmlns:a="http://schemas.openxmlformats.org/drawingml/2006/main">
            <a:r>
              <a:t/>
            </a:r>
          </a:p>
          <a:p xmlns:a="http://schemas.openxmlformats.org/drawingml/2006/main">
            <a:r>
              <a:rPr b="0"/>
              <a:t>Advance to slide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success criteria. Define acceptable outcomes, serious failures, and useful limitations with domain experts. Broad criteria can be hard to apply consistently. Narrow checks can miss important behavior or reject valid variation. Reviewing outputs helps expose requirements you did not initially express.</a:t>
            </a:r>
          </a:p>
          <a:p xmlns:a="http://schemas.openxmlformats.org/drawingml/2006/main">
            <a:r>
              <a:t/>
            </a:r>
          </a:p>
          <a:p xmlns:a="http://schemas.openxmlformats.org/drawingml/2006/main">
            <a:r>
              <a:rPr b="0"/>
              <a:t>Second, which graders? Code checks are useful for conditions you can establish directly, such as a reference resolving or an expected state existing. Model graders can help judge varied outputs against criteria, but add cost and can disagree with experts. Expert review supplies domain judgment and uses limited expert time.</a:t>
            </a:r>
          </a:p>
          <a:p xmlns:a="http://schemas.openxmlformats.org/drawingml/2006/main">
            <a:r>
              <a:t/>
            </a:r>
          </a:p>
          <a:p xmlns:a="http://schemas.openxmlformats.org/drawingml/2006/main">
            <a:r>
              <a:rPr b="0"/>
              <a:t>Use direct checks where they fit. Compare model-grader decisions with expert decisions, inspect disagreements, and recheck as tasks or graders change. </a:t>
            </a:r>
            <a:r>
              <a:rPr b="1"/>
              <a:t>A grader also needs evaluation.</a:t>
            </a:r>
            <a:r>
              <a:rPr b="0"/>
              <a:t> In this example, a model that can receive the data is not automatically a suitable grader.</a:t>
            </a:r>
          </a:p>
          <a:p xmlns:a="http://schemas.openxmlformats.org/drawingml/2006/main">
            <a:r>
              <a:t/>
            </a:r>
          </a:p>
          <a:p xmlns:a="http://schemas.openxmlformats.org/drawingml/2006/main">
            <a:r>
              <a:rPr b="0"/>
              <a:t>Third, cases and trials. Begin with manageable cases from real work and failures, then expand coverage. Include conditions where a limitation or handoff is correct. Repeat trials where consistency matters. One successful attempt and reliable repeated use answer different questions. Preserve established cases for regression checks and add production failures.</a:t>
            </a:r>
          </a:p>
          <a:p xmlns:a="http://schemas.openxmlformats.org/drawingml/2006/main">
            <a:r>
              <a:t/>
            </a:r>
          </a:p>
          <a:p xmlns:a="http://schemas.openxmlformats.org/drawingml/2006/main">
            <a:r>
              <a:rPr b="0"/>
              <a:t>Advance to slide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Using a generic judge without error analysis or result checks.</a:t>
            </a:r>
            <a:r>
              <a:rPr b="0"/>
              <a:t> Inspect actual outcomes, representative coverage, and the grader itself before selecting a repair. Evaluation continues after deployment and after changes to the model or harness.</a:t>
            </a:r>
          </a:p>
          <a:p xmlns:a="http://schemas.openxmlformats.org/drawingml/2006/main">
            <a:r>
              <a:t/>
            </a:r>
          </a:p>
          <a:p xmlns:a="http://schemas.openxmlformats.org/drawingml/2006/main">
            <a:r>
              <a:rPr b="0"/>
              <a:t>Advance to slide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answer says, “The board confirmed bearing wear,” and cites FRB-042-MIN revision two, section three, paragraph two. That reference exists. The direct reference check passes.</a:t>
            </a:r>
          </a:p>
          <a:p xmlns:a="http://schemas.openxmlformats.org/drawingml/2006/main">
            <a:r>
              <a:t/>
            </a:r>
          </a:p>
          <a:p xmlns:a="http://schemas.openxmlformats.org/drawingml/2006/main">
            <a:r>
              <a:rPr b="0"/>
              <a:t>But the minutes leave the cause unresolved and require inspection before assigning one. The source-support check fails. </a:t>
            </a:r>
            <a:r>
              <a:rPr b="1"/>
              <a:t>Citation existence and semantic support are different checks.</a:t>
            </a:r>
            <a:r>
              <a:rPr b="0"/>
              <a:t> The expected answer preserves the unresolved cause and outstanding inspection.</a:t>
            </a:r>
          </a:p>
          <a:p xmlns:a="http://schemas.openxmlformats.org/drawingml/2006/main">
            <a:r>
              <a:t/>
            </a:r>
          </a:p>
          <a:p xmlns:a="http://schemas.openxmlformats.org/drawingml/2006/main">
            <a:r>
              <a:rPr b="0"/>
              <a:t>Use an authorized expert, or a suitable expert-calibrated model grader within the approved data scope, for that judgment. The failing draft cannot proceed to export. Corrected content must be checked again.</a:t>
            </a:r>
          </a:p>
          <a:p xmlns:a="http://schemas.openxmlformats.org/drawingml/2006/main">
            <a:r>
              <a:t/>
            </a:r>
          </a:p>
          <a:p xmlns:a="http://schemas.openxmlformats.org/drawingml/2006/main">
            <a:r>
              <a:rPr b="0"/>
              <a:t>Retain this as one regression case within the broader suite. Inspect the trace: did parsing, retrieval, compaction, or synthesis lose the qualification? Repair what the evidence identifies and rerun relevant cases. Passing this single check does not establish every other requirement.</a:t>
            </a:r>
          </a:p>
          <a:p xmlns:a="http://schemas.openxmlformats.org/drawingml/2006/main">
            <a:r>
              <a:t/>
            </a:r>
          </a:p>
          <a:p xmlns:a="http://schemas.openxmlformats.org/drawingml/2006/main">
            <a:r>
              <a:rPr b="0"/>
              <a:t>AgentOps connects that evidence to response during real use.</a:t>
            </a:r>
          </a:p>
          <a:p xmlns:a="http://schemas.openxmlformats.org/drawingml/2006/main">
            <a:r>
              <a:t/>
            </a:r>
          </a:p>
          <a:p xmlns:a="http://schemas.openxmlformats.org/drawingml/2006/main">
            <a:r>
              <a:rPr b="1"/>
              <a:t>Check the action before accepting it. Measure behavior across representative cases. Keep both checks running as the system changes.</a:t>
            </a:r>
          </a:p>
          <a:p xmlns:a="http://schemas.openxmlformats.org/drawingml/2006/main">
            <a:r>
              <a:t/>
            </a:r>
          </a:p>
          <a:p xmlns:a="http://schemas.openxmlformats.org/drawingml/2006/main">
            <a:r>
              <a:rPr b="0"/>
              <a:t>Advance to slide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“The next wave of agent failures won't be about what agents can't do. It'll be about what teams can't observe.”</a:t>
            </a:r>
          </a:p>
          <a:p xmlns:a="http://schemas.openxmlformats.org/drawingml/2006/main">
            <a:r>
              <a:t/>
            </a:r>
          </a:p>
          <a:p xmlns:a="http://schemas.openxmlformats.org/drawingml/2006/main">
            <a:r>
              <a:rPr b="0"/>
              <a:t>That is Guillermo Rauch's perspective, quoted in Datadog's report. The team needs evidence of actual behavior and responsibility for responding when the system departs from its intended use.</a:t>
            </a:r>
          </a:p>
          <a:p xmlns:a="http://schemas.openxmlformats.org/drawingml/2006/main">
            <a:r>
              <a:t/>
            </a:r>
          </a:p>
          <a:p xmlns:a="http://schemas.openxmlformats.org/drawingml/2006/main">
            <a:r>
              <a:rPr b="0"/>
              <a:t>Advance to slide 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AgentOps means operating agentic systems with observability, enforced controls, and accountable response. Observability connects actions and outcomes. Guardrails constrain behavior. Identity and security establish access and authority. Governance assigns responsibility for changes and incidents. Permissions, execution limits, and usage information are familiar from coding agents; a deployed product needs a responsible team behind them.</a:t>
            </a:r>
          </a:p>
          <a:p xmlns:a="http://schemas.openxmlformats.org/drawingml/2006/main">
            <a:r>
              <a:t/>
            </a:r>
          </a:p>
          <a:p xmlns:a="http://schemas.openxmlformats.org/drawingml/2006/main">
            <a:r>
              <a:rPr b="0"/>
              <a:t>Models, prompts, records, permissions, and services can change without a corresponding application-code change. Quality, cost, latency, and access may change with them. New integrations also create combinations of capabilities that deserve a fresh review.</a:t>
            </a:r>
          </a:p>
          <a:p xmlns:a="http://schemas.openxmlformats.org/drawingml/2006/main">
            <a:r>
              <a:t/>
            </a:r>
          </a:p>
          <a:p xmlns:a="http://schemas.openxmlformats.org/drawingml/2006/main">
            <a:r>
              <a:rPr b="0"/>
              <a:t>Advance to slide 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authority. Define whose scope an action uses, which records it permits, and where information may go. Start with least privilege and enforce boundaries outside the model. Broader access makes more tasks possible and expands what a wrong request can affect.</a:t>
            </a:r>
          </a:p>
          <a:p xmlns:a="http://schemas.openxmlformats.org/drawingml/2006/main">
            <a:r>
              <a:t/>
            </a:r>
          </a:p>
          <a:p xmlns:a="http://schemas.openxmlformats.org/drawingml/2006/main">
            <a:r>
              <a:rPr b="0"/>
              <a:t>Second, observation. Connect requests to source revisions, observable actions, checks, and outcomes. Track quality, cost per completed task, and end-to-end latency, including retries and verification. Choose evidence that supports investigation and protect access to it. More telemetry also creates more information to manage.</a:t>
            </a:r>
          </a:p>
          <a:p xmlns:a="http://schemas.openxmlformats.org/drawingml/2006/main">
            <a:r>
              <a:t/>
            </a:r>
          </a:p>
          <a:p xmlns:a="http://schemas.openxmlformats.org/drawingml/2006/main">
            <a:r>
              <a:rPr b="0"/>
              <a:t>Third, operating limits and handoff. Orchestration implements the run's rules. Here, assign the product policy and response: what happens when a check fails, evidence is unavailable, or a budget is exhausted? The person taking over needs the task, known state, relevant evidence, and unresolved questions.</a:t>
            </a:r>
          </a:p>
          <a:p xmlns:a="http://schemas.openxmlformats.org/drawingml/2006/main">
            <a:r>
              <a:t/>
            </a:r>
          </a:p>
          <a:p xmlns:a="http://schemas.openxmlformats.org/drawingml/2006/main">
            <a:r>
              <a:rPr b="0"/>
              <a:t>Fourth, accountability. Identify who approves changes and who investigates incidents. Keep a way to restrict a capability or revert a problematic configuration. Evaluate changes and monitor their effects. Reverting configuration does not automatically undo an action already completed.</a:t>
            </a:r>
          </a:p>
          <a:p xmlns:a="http://schemas.openxmlformats.org/drawingml/2006/main">
            <a:r>
              <a:t/>
            </a:r>
          </a:p>
          <a:p xmlns:a="http://schemas.openxmlformats.org/drawingml/2006/main">
            <a:r>
              <a:rPr b="0"/>
              <a:t>Advance to slide 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Combining private data, untrusted content, and outbound access without reviewing the risk.</a:t>
            </a:r>
            <a:r>
              <a:rPr b="0"/>
              <a:t> Willison describes private data, untrusted content, and external communication combining into a potential path for data theft. A document can contain instructions, and an outbound request can carry information. Review the combined path and break or constrain it.</a:t>
            </a:r>
          </a:p>
          <a:p xmlns:a="http://schemas.openxmlformats.org/drawingml/2006/main">
            <a:r>
              <a:t/>
            </a:r>
          </a:p>
          <a:p xmlns:a="http://schemas.openxmlformats.org/drawingml/2006/main">
            <a:r>
              <a:rPr b="0"/>
              <a:t>This is one threat model, not a complete safety test. A probabilistic filter can contribute to protection but is insufficient as the sole security boundary.</a:t>
            </a:r>
          </a:p>
          <a:p xmlns:a="http://schemas.openxmlformats.org/drawingml/2006/main">
            <a:r>
              <a:t/>
            </a:r>
          </a:p>
          <a:p xmlns:a="http://schemas.openxmlformats.org/drawingml/2006/main">
            <a:r>
              <a:rPr b="0"/>
              <a:t>Advance to slide 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operating agreement carries forward our approved processing scope and permitted export destinations. Apply those restrictions to derived context, traces, and evaluation artifacts too.</a:t>
            </a:r>
          </a:p>
          <a:p xmlns:a="http://schemas.openxmlformats.org/drawingml/2006/main">
            <a:r>
              <a:t/>
            </a:r>
          </a:p>
          <a:p xmlns:a="http://schemas.openxmlformats.org/drawingml/2006/main">
            <a:r>
              <a:rPr b="0"/>
              <a:t>Connect each brief to the source revisions, actions, checks, and export receipt or unknown state. Monitor supported findings, freshness, parsing and tool failures, cost per completed brief, and latency. Assign an authorized responder for failed checks, missing evidence, exhausted budgets, and unresolved export outcomes.</a:t>
            </a:r>
          </a:p>
          <a:p xmlns:a="http://schemas.openxmlformats.org/drawingml/2006/main">
            <a:r>
              <a:t/>
            </a:r>
          </a:p>
          <a:p xmlns:a="http://schemas.openxmlformats.org/drawingml/2006/main">
            <a:r>
              <a:rPr b="1"/>
              <a:t>People remain responsible for official causes, decisions, and board records.</a:t>
            </a:r>
            <a:r>
              <a:rPr b="0"/>
              <a:t> If failures increase, the team investigates the evidence, repairs the responsible component, reruns the relevant evals, and monitors after the change. Useful controls and signals need people accountable for acting on them.</a:t>
            </a:r>
          </a:p>
          <a:p xmlns:a="http://schemas.openxmlformats.org/drawingml/2006/main">
            <a:r>
              <a:t/>
            </a:r>
          </a:p>
          <a:p xmlns:a="http://schemas.openxmlformats.org/drawingml/2006/main">
            <a:r>
              <a:rPr b="1"/>
              <a:t>The system needs evidence of its behavior and people accountable for responding.</a:t>
            </a:r>
          </a:p>
          <a:p xmlns:a="http://schemas.openxmlformats.org/drawingml/2006/main">
            <a:r>
              <a:t/>
            </a:r>
          </a:p>
          <a:p xmlns:a="http://schemas.openxmlformats.org/drawingml/2006/main">
            <a:r>
              <a:rPr b="0"/>
              <a:t>Advance to slide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WRAP</a:t>
            </a:r>
          </a:p>
          <a:p xmlns:a="http://schemas.openxmlformats.org/drawingml/2006/main">
            <a:r>
              <a:t/>
            </a:r>
          </a:p>
          <a:p xmlns:a="http://schemas.openxmlformats.org/drawingml/2006/main">
            <a:r>
              <a:rPr b="0"/>
              <a:t>We have followed one system through six connected responsibilities: Model Selection, Context Engineering, Tools &amp; Extensibility, Orchestration, Verification &amp; Evals, and AgentOps. A change in one can affect the others.</a:t>
            </a:r>
          </a:p>
          <a:p xmlns:a="http://schemas.openxmlformats.org/drawingml/2006/main">
            <a:r>
              <a:t/>
            </a:r>
          </a:p>
          <a:p xmlns:a="http://schemas.openxmlformats.org/drawingml/2006/main">
            <a:r>
              <a:rPr b="0"/>
              <a:t>The diagram is now a map of engineering work you can identify, test, and improve. Much of it builds on software engineering skills you already have. The next section connects those foundations to the additional competencies you need.</a:t>
            </a:r>
          </a:p>
          <a:p xmlns:a="http://schemas.openxmlformats.org/drawingml/2006/main">
            <a:r>
              <a:t/>
            </a:r>
          </a:p>
          <a:p xmlns:a="http://schemas.openxmlformats.org/drawingml/2006/main">
            <a:r>
              <a:rPr b="1"/>
              <a:t>The responsibilities connect. Your existing engineering skills give you a foundation.</a:t>
            </a:r>
          </a:p>
          <a:p xmlns:a="http://schemas.openxmlformats.org/drawingml/2006/main">
            <a:r>
              <a:t/>
            </a:r>
          </a:p>
          <a:p xmlns:a="http://schemas.openxmlformats.org/drawingml/2006/main">
            <a:r>
              <a:rPr b="0"/>
              <a:t>Advance to slide 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Now let's focus on your transition: the skills you bring, the new competencies, and a practical place to start.</a:t>
            </a:r>
          </a:p>
          <a:p xmlns:a="http://schemas.openxmlformats.org/drawingml/2006/main">
            <a:r>
              <a:t/>
            </a:r>
          </a:p>
          <a:p xmlns:a="http://schemas.openxmlformats.org/drawingml/2006/main">
            <a:r>
              <a:rPr b="0"/>
              <a:t>Advance to slide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Your engineering habits give you a foundation.</a:t>
            </a:r>
            <a:r>
              <a:rPr b="0"/>
              <a:t> Decomposition helps you define a bounded workflow and the state it carries.</a:t>
            </a:r>
          </a:p>
          <a:p xmlns:a="http://schemas.openxmlformats.org/drawingml/2006/main">
            <a:r>
              <a:t/>
            </a:r>
          </a:p>
          <a:p xmlns:a="http://schemas.openxmlformats.org/drawingml/2006/main">
            <a:r>
              <a:rPr b="0"/>
              <a:t>Interface design helps you specify what a tool accepts, how it reports errors, and what confirms completion.</a:t>
            </a:r>
          </a:p>
          <a:p xmlns:a="http://schemas.openxmlformats.org/drawingml/2006/main">
            <a:r>
              <a:t/>
            </a:r>
          </a:p>
          <a:p xmlns:a="http://schemas.openxmlformats.org/drawingml/2006/main">
            <a:r>
              <a:rPr b="1"/>
              <a:t>Testing discipline extends to evals and regression cases.</a:t>
            </a:r>
            <a:r>
              <a:rPr b="0"/>
              <a:t> You still run ordinary software tests and check actual results.</a:t>
            </a:r>
          </a:p>
          <a:p xmlns:a="http://schemas.openxmlformats.org/drawingml/2006/main">
            <a:r>
              <a:t/>
            </a:r>
          </a:p>
          <a:p xmlns:a="http://schemas.openxmlformats.org/drawingml/2006/main">
            <a:r>
              <a:rPr b="0"/>
              <a:t>Debugging and observability help you follow model calls and tool actions to investigate where a failure began.</a:t>
            </a:r>
          </a:p>
          <a:p xmlns:a="http://schemas.openxmlformats.org/drawingml/2006/main">
            <a:r>
              <a:t/>
            </a:r>
          </a:p>
          <a:p xmlns:a="http://schemas.openxmlformats.org/drawingml/2006/main">
            <a:r>
              <a:rPr b="0"/>
              <a:t>Least privilege guides access and action limits. Code enforces those boundaries.</a:t>
            </a:r>
          </a:p>
          <a:p xmlns:a="http://schemas.openxmlformats.org/drawingml/2006/main">
            <a:r>
              <a:t/>
            </a:r>
          </a:p>
          <a:p xmlns:a="http://schemas.openxmlformats.org/drawingml/2006/main">
            <a:r>
              <a:rPr b="0"/>
              <a:t>Production operations brings monitoring, incident response, and recovery. You track quality alongside cost and latency.</a:t>
            </a:r>
          </a:p>
          <a:p xmlns:a="http://schemas.openxmlformats.org/drawingml/2006/main">
            <a:r>
              <a:t/>
            </a:r>
          </a:p>
          <a:p xmlns:a="http://schemas.openxmlformats.org/drawingml/2006/main">
            <a:r>
              <a:rPr b="1"/>
              <a:t>You are learning how to apply these skills to model-dependent behavior.</a:t>
            </a:r>
          </a:p>
          <a:p xmlns:a="http://schemas.openxmlformats.org/drawingml/2006/main">
            <a:r>
              <a:t/>
            </a:r>
          </a:p>
          <a:p xmlns:a="http://schemas.openxmlformats.org/drawingml/2006/main">
            <a:r>
              <a:rPr b="0"/>
              <a:t>Advance to slide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The added work is understanding and controlling model-dependent behavior.</a:t>
            </a:r>
            <a:r>
              <a:rPr b="0"/>
              <a:t> These are the competencies behind the six areas we just covered.</a:t>
            </a:r>
          </a:p>
          <a:p xmlns:a="http://schemas.openxmlformats.org/drawingml/2006/main">
            <a:r>
              <a:t/>
            </a:r>
          </a:p>
          <a:p xmlns:a="http://schemas.openxmlformats.org/drawingml/2006/main">
            <a:r>
              <a:rPr b="0"/>
              <a:t>For models, read failures and compare candidates on your task. Learn where their behavior varies and where it falls short.</a:t>
            </a:r>
          </a:p>
          <a:p xmlns:a="http://schemas.openxmlformats.org/drawingml/2006/main">
            <a:r>
              <a:t/>
            </a:r>
          </a:p>
          <a:p xmlns:a="http://schemas.openxmlformats.org/drawingml/2006/main">
            <a:r>
              <a:rPr b="0"/>
              <a:t>For context, select useful evidence and preserve its meaning. A qualification must survive retrieval and summarization.</a:t>
            </a:r>
          </a:p>
          <a:p xmlns:a="http://schemas.openxmlformats.org/drawingml/2006/main">
            <a:r>
              <a:t/>
            </a:r>
          </a:p>
          <a:p xmlns:a="http://schemas.openxmlformats.org/drawingml/2006/main">
            <a:r>
              <a:rPr b="0"/>
              <a:t>For tools, evaluate how the model chooses and uses them. Valid arguments alone do not establish a correct choice or a successful action.</a:t>
            </a:r>
          </a:p>
          <a:p xmlns:a="http://schemas.openxmlformats.org/drawingml/2006/main">
            <a:r>
              <a:t/>
            </a:r>
          </a:p>
          <a:p xmlns:a="http://schemas.openxmlformats.org/drawingml/2006/main">
            <a:r>
              <a:rPr b="0"/>
              <a:t>For orchestration, bound the actions the model can select. Define when to stop, how to recover, and when to hand off.</a:t>
            </a:r>
          </a:p>
          <a:p xmlns:a="http://schemas.openxmlformats.org/drawingml/2006/main">
            <a:r>
              <a:t/>
            </a:r>
          </a:p>
          <a:p xmlns:a="http://schemas.openxmlformats.org/drawingml/2006/main">
            <a:r>
              <a:rPr b="1"/>
              <a:t>For evals, define quality with domain experts and measure behavior across representative cases and repeated trials.</a:t>
            </a:r>
            <a:r>
              <a:rPr b="0"/>
              <a:t> Inspect failures before choosing a repair.</a:t>
            </a:r>
          </a:p>
          <a:p xmlns:a="http://schemas.openxmlformats.org/drawingml/2006/main">
            <a:r>
              <a:t/>
            </a:r>
          </a:p>
          <a:p xmlns:a="http://schemas.openxmlformats.org/drawingml/2006/main">
            <a:r>
              <a:rPr b="0"/>
              <a:t>In production, investigate quality changes. Address prompt injection, permissions, cost per completed task, and latency.</a:t>
            </a:r>
          </a:p>
          <a:p xmlns:a="http://schemas.openxmlformats.org/drawingml/2006/main">
            <a:r>
              <a:t/>
            </a:r>
          </a:p>
          <a:p xmlns:a="http://schemas.openxmlformats.org/drawingml/2006/main">
            <a:r>
              <a:rPr b="1"/>
              <a:t>Learn to measure and control that behavior.</a:t>
            </a:r>
          </a:p>
          <a:p xmlns:a="http://schemas.openxmlformats.org/drawingml/2006/main">
            <a:r>
              <a:t/>
            </a:r>
          </a:p>
          <a:p xmlns:a="http://schemas.openxmlformats.org/drawingml/2006/main">
            <a:r>
              <a:rPr b="0"/>
              <a:t>Advance to slide 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Pause for the audience to recognize the six pitfalls.</a:t>
            </a:r>
          </a:p>
          <a:p xmlns:a="http://schemas.openxmlformats.org/drawingml/2006/main">
            <a:r>
              <a:t/>
            </a:r>
          </a:p>
          <a:p xmlns:a="http://schemas.openxmlformats.org/drawingml/2006/main">
            <a:r>
              <a:rPr b="0"/>
              <a:t>You have seen each of these in the system we walked through. </a:t>
            </a:r>
            <a:r>
              <a:rPr b="1"/>
              <a:t>Use them to guide what you inspect in your own system.</a:t>
            </a:r>
          </a:p>
          <a:p xmlns:a="http://schemas.openxmlformats.org/drawingml/2006/main">
            <a:r>
              <a:t/>
            </a:r>
          </a:p>
          <a:p xmlns:a="http://schemas.openxmlformats.org/drawingml/2006/main">
            <a:r>
              <a:rPr b="0"/>
              <a:t>Model and tool choices need task evidence. Context needs curation. More autonomy needs checks and limits. Inspect failures and review the capabilities your integrations combine.</a:t>
            </a:r>
          </a:p>
          <a:p xmlns:a="http://schemas.openxmlformats.org/drawingml/2006/main">
            <a:r>
              <a:t/>
            </a:r>
          </a:p>
          <a:p xmlns:a="http://schemas.openxmlformats.org/drawingml/2006/main">
            <a:r>
              <a:rPr b="1"/>
              <a:t>Start by examining outputs, recording a failure, and defining a check.</a:t>
            </a:r>
            <a:r>
              <a:rPr b="0"/>
              <a:t> The roadmap makes that concrete.</a:t>
            </a:r>
          </a:p>
          <a:p xmlns:a="http://schemas.openxmlformats.org/drawingml/2006/main">
            <a:r>
              <a:t/>
            </a:r>
          </a:p>
          <a:p xmlns:a="http://schemas.openxmlformats.org/drawingml/2006/main">
            <a:r>
              <a:rPr b="0"/>
              <a:t>Advance to slide 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Choose one narrow task</a:t>
            </a:r>
            <a:r>
              <a:rPr b="0"/>
              <a:t>, such as summarizing a document with citations.</a:t>
            </a:r>
          </a:p>
          <a:p xmlns:a="http://schemas.openxmlformats.org/drawingml/2006/main">
            <a:r>
              <a:t/>
            </a:r>
          </a:p>
          <a:p xmlns:a="http://schemas.openxmlformats.org/drawingml/2006/main">
            <a:r>
              <a:rPr b="1"/>
              <a:t>Start with one model call</a:t>
            </a:r>
            <a:r>
              <a:rPr b="0"/>
              <a:t> and examples you can inspect. If you already have an AI feature, use its outputs for that task.</a:t>
            </a:r>
          </a:p>
          <a:p xmlns:a="http://schemas.openxmlformats.org/drawingml/2006/main">
            <a:r>
              <a:t/>
            </a:r>
          </a:p>
          <a:p xmlns:a="http://schemas.openxmlformats.org/drawingml/2006/main">
            <a:r>
              <a:rPr b="1"/>
              <a:t>Turn failures into checks.</a:t>
            </a:r>
            <a:r>
              <a:rPr b="0"/>
              <a:t> Inspect the result, repair the cause, and rerun your cases.</a:t>
            </a:r>
          </a:p>
          <a:p xmlns:a="http://schemas.openxmlformats.org/drawingml/2006/main">
            <a:r>
              <a:t/>
            </a:r>
          </a:p>
          <a:p xmlns:a="http://schemas.openxmlformats.org/drawingml/2006/main">
            <a:r>
              <a:rPr b="1"/>
              <a:t>Add autonomy when evals justify it.</a:t>
            </a:r>
            <a:r>
              <a:rPr b="0"/>
              <a:t> Keep actions bounded and verify the result.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Review twenty to fifty outputs for that task. Record the input, observed behavior, expected behavior, and check.</a:t>
            </a:r>
          </a:p>
          <a:p xmlns:a="http://schemas.openxmlformats.org/drawingml/2006/main">
            <a:r>
              <a:t/>
            </a:r>
          </a:p>
          <a:p xmlns:a="http://schemas.openxmlformats.org/drawingml/2006/main">
            <a:r>
              <a:rPr b="0"/>
              <a:t>For the FRB, check the false confirmation against the unresolved cause. Fix the cause, then rerun this case. </a:t>
            </a:r>
            <a:r>
              <a:rPr b="1"/>
              <a:t>Use the same record for your task.</a:t>
            </a:r>
          </a:p>
          <a:p xmlns:a="http://schemas.openxmlformats.org/drawingml/2006/main">
            <a:r>
              <a:t/>
            </a:r>
          </a:p>
          <a:p xmlns:a="http://schemas.openxmlformats.org/drawingml/2006/main">
            <a:r>
              <a:rPr b="1"/>
              <a:t>Autonomy is earned by evals, one step at a time.</a:t>
            </a:r>
          </a:p>
          <a:p xmlns:a="http://schemas.openxmlformats.org/drawingml/2006/main">
            <a:r>
              <a:t/>
            </a:r>
          </a:p>
          <a:p xmlns:a="http://schemas.openxmlformats.org/drawingml/2006/main">
            <a:r>
              <a:rPr b="0"/>
              <a:t>Advance to slide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Choose one narrow task</a:t>
            </a:r>
            <a:r>
              <a:rPr b="0"/>
              <a:t>, such as summarizing a document with citations.</a:t>
            </a:r>
          </a:p>
          <a:p xmlns:a="http://schemas.openxmlformats.org/drawingml/2006/main">
            <a:r>
              <a:t/>
            </a:r>
          </a:p>
          <a:p xmlns:a="http://schemas.openxmlformats.org/drawingml/2006/main">
            <a:r>
              <a:rPr b="1"/>
              <a:t>Start with one model call</a:t>
            </a:r>
            <a:r>
              <a:rPr b="0"/>
              <a:t> and examples you can inspect. If you already have an AI feature, use its outputs for that task.</a:t>
            </a:r>
          </a:p>
          <a:p xmlns:a="http://schemas.openxmlformats.org/drawingml/2006/main">
            <a:r>
              <a:t/>
            </a:r>
          </a:p>
          <a:p xmlns:a="http://schemas.openxmlformats.org/drawingml/2006/main">
            <a:r>
              <a:rPr b="1"/>
              <a:t>Turn failures into checks.</a:t>
            </a:r>
            <a:r>
              <a:rPr b="0"/>
              <a:t> Inspect the result, repair the cause, and rerun your cases.</a:t>
            </a:r>
          </a:p>
          <a:p xmlns:a="http://schemas.openxmlformats.org/drawingml/2006/main">
            <a:r>
              <a:t/>
            </a:r>
          </a:p>
          <a:p xmlns:a="http://schemas.openxmlformats.org/drawingml/2006/main">
            <a:r>
              <a:rPr b="1"/>
              <a:t>Add autonomy when evals justify it.</a:t>
            </a:r>
            <a:r>
              <a:rPr b="0"/>
              <a:t> Keep actions bounded and verify the result.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Review twenty to fifty outputs for that task. Record the input, observed behavior, expected behavior, and check.</a:t>
            </a:r>
          </a:p>
          <a:p xmlns:a="http://schemas.openxmlformats.org/drawingml/2006/main">
            <a:r>
              <a:t/>
            </a:r>
          </a:p>
          <a:p xmlns:a="http://schemas.openxmlformats.org/drawingml/2006/main">
            <a:r>
              <a:rPr b="0"/>
              <a:t>For the FRB, check the false confirmation against the unresolved cause. Fix the cause, then rerun this case. </a:t>
            </a:r>
            <a:r>
              <a:rPr b="1"/>
              <a:t>Use the same record for your task.</a:t>
            </a:r>
          </a:p>
          <a:p xmlns:a="http://schemas.openxmlformats.org/drawingml/2006/main">
            <a:r>
              <a:t/>
            </a:r>
          </a:p>
          <a:p xmlns:a="http://schemas.openxmlformats.org/drawingml/2006/main">
            <a:r>
              <a:rPr b="1"/>
              <a:t>Autonomy is earned by evals, one step at a time.</a:t>
            </a:r>
          </a:p>
          <a:p xmlns:a="http://schemas.openxmlformats.org/drawingml/2006/main">
            <a:r>
              <a:t/>
            </a:r>
          </a:p>
          <a:p xmlns:a="http://schemas.openxmlformats.org/drawingml/2006/main">
            <a:r>
              <a:rPr b="0"/>
              <a:t>Advance to slide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They will be in the deck, so take the photo now.</a:t>
            </a:r>
          </a:p>
          <a:p xmlns:a="http://schemas.openxmlformats.org/drawingml/2006/main">
            <a:r>
              <a:t/>
            </a:r>
          </a:p>
          <a:p xmlns:a="http://schemas.openxmlformats.org/drawingml/2006/main">
            <a:r>
              <a:rPr b="0"/>
              <a:t>Advance to slide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Let’s use the remaining time for your questions.</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1157e20c5f04fd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d955a9596e6341d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90c62d003a9346a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31AF524B-8E40-4C8B-B5F5-27CDD0EE9130}"/>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b199da970584988" /><Relationship Type="http://schemas.openxmlformats.org/officeDocument/2006/relationships/slideLayout" Target="/ppt/slideLayouts/slideLayout1.xml" Id="R82d73e9cdbf54438"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d3d69aea9321474e" /><Relationship Type="http://schemas.openxmlformats.org/officeDocument/2006/relationships/slideLayout" Target="/ppt/slideLayouts/slideLayout2.xml" Id="R615743fa1ee449a3" /><Relationship Type="http://schemas.openxmlformats.org/officeDocument/2006/relationships/slideLayout" Target="/ppt/slideLayouts/slideLayout3.xml" Id="R461dcaba7d584cd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2d73e9cdbf54438"/>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615743fa1ee449a3"/>
    <p:sldLayoutId xmlns:r="http://schemas.openxmlformats.org/officeDocument/2006/relationships" id="2147483652" r:id="R461dcaba7d584cdf"/>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73cd3eec3e1943da" /><Relationship Type="http://schemas.openxmlformats.org/officeDocument/2006/relationships/notesSlide" Target="/ppt/notesSlides/notesSlide1.xml" Id="Rad5bb8670f5a4874"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43cf9b7d3621401a" /><Relationship Type="http://schemas.openxmlformats.org/officeDocument/2006/relationships/image" Target="/ppt/media/image.png" Id="R848d91d9654447b4" /><Relationship Type="http://schemas.openxmlformats.org/officeDocument/2006/relationships/notesSlide" Target="/ppt/notesSlides/notesSlide2.xml" Id="R5268819dd89d411f"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5ce95321d2be42c4" /><Relationship Type="http://schemas.openxmlformats.org/officeDocument/2006/relationships/notesSlide" Target="/ppt/notesSlides/notesSlide3.xml" Id="R51ccbc4c10f24d6f"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80f20db50f414cdd" /><Relationship Type="http://schemas.openxmlformats.org/officeDocument/2006/relationships/notesSlide" Target="/ppt/notesSlides/notesSlide4.xml" Id="R27858bc23b6f4eeb"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72f84cf0c69e434c" /><Relationship Type="http://schemas.openxmlformats.org/officeDocument/2006/relationships/notesSlide" Target="/ppt/notesSlides/notesSlide5.xml" Id="Rdf51653f4a424107"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70d16c2b3bf946d1" /><Relationship Type="http://schemas.openxmlformats.org/officeDocument/2006/relationships/notesSlide" Target="/ppt/notesSlides/notesSlide6.xml" Id="R0e0fa9aabf2548b2"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38557a1da9834d2d" /><Relationship Type="http://schemas.openxmlformats.org/officeDocument/2006/relationships/notesSlide" Target="/ppt/notesSlides/notesSlide7.xml" Id="R5798b4ac16c443b9"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572eedb8886b4c65" /><Relationship Type="http://schemas.openxmlformats.org/officeDocument/2006/relationships/notesSlide" Target="/ppt/notesSlides/notesSlide8.xml" Id="R2efc6a163e3146b3"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fc64290f829b48ba" /><Relationship Type="http://schemas.openxmlformats.org/officeDocument/2006/relationships/notesSlide" Target="/ppt/notesSlides/notesSlide9.xml" Id="Rb4c1d9e6523b40d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a63ee26191d34256" /><Relationship Type="http://schemas.openxmlformats.org/officeDocument/2006/relationships/image" Target="/ppt/media/image2.png" Id="R20128a0824f046a0" /><Relationship Type="http://schemas.openxmlformats.org/officeDocument/2006/relationships/notesSlide" Target="/ppt/notesSlides/notesSlide10.xml" Id="R9f983543a19346e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923a93239bd34932" /><Relationship Type="http://schemas.openxmlformats.org/officeDocument/2006/relationships/image" Target="/ppt/media/image3.png" Id="Rc212ffb23cc74a0a" /><Relationship Type="http://schemas.openxmlformats.org/officeDocument/2006/relationships/notesSlide" Target="/ppt/notesSlides/notesSlide11.xml" Id="R47f7fa6b49c1438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cc59518f1c1a4ac8" /><Relationship Type="http://schemas.openxmlformats.org/officeDocument/2006/relationships/image" Target="/ppt/media/image4.png" Id="R17c5efe7af56405f" /><Relationship Type="http://schemas.openxmlformats.org/officeDocument/2006/relationships/notesSlide" Target="/ppt/notesSlides/notesSlide12.xml" Id="R8b5690808ecf4ce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7c46e57b9cb641e4" /><Relationship Type="http://schemas.openxmlformats.org/officeDocument/2006/relationships/image" Target="/ppt/media/image5.png" Id="R06dbcd09e2c14165" /><Relationship Type="http://schemas.openxmlformats.org/officeDocument/2006/relationships/notesSlide" Target="/ppt/notesSlides/notesSlide13.xml" Id="R9ff2b4ec027d440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0dec969007d74466" /><Relationship Type="http://schemas.openxmlformats.org/officeDocument/2006/relationships/image" Target="/ppt/media/image6.png" Id="R5a5074d2893f44e5" /><Relationship Type="http://schemas.openxmlformats.org/officeDocument/2006/relationships/notesSlide" Target="/ppt/notesSlides/notesSlide14.xml" Id="Rcafc208cb6b94a1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609ca1f1e5114796" /><Relationship Type="http://schemas.openxmlformats.org/officeDocument/2006/relationships/image" Target="/ppt/media/image7.png" Id="Rd6bb40f8285641ce" /><Relationship Type="http://schemas.openxmlformats.org/officeDocument/2006/relationships/notesSlide" Target="/ppt/notesSlides/notesSlide15.xml" Id="R24c104e4926e4d9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6cc1120399134fdf" /><Relationship Type="http://schemas.openxmlformats.org/officeDocument/2006/relationships/image" Target="/ppt/media/image8.png" Id="Ra9063ee4be5840cb" /><Relationship Type="http://schemas.openxmlformats.org/officeDocument/2006/relationships/image" Target="/ppt/media/image9.png" Id="Re5c372c2bc0b4c35" /><Relationship Type="http://schemas.openxmlformats.org/officeDocument/2006/relationships/notesSlide" Target="/ppt/notesSlides/notesSlide16.xml" Id="R02bf829a33294ca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982ed6820b2c4eff" /><Relationship Type="http://schemas.openxmlformats.org/officeDocument/2006/relationships/image" Target="/ppt/media/image10.png" Id="R9ab647c62cac4e13" /><Relationship Type="http://schemas.openxmlformats.org/officeDocument/2006/relationships/notesSlide" Target="/ppt/notesSlides/notesSlide17.xml" Id="R8557bbeadc0a4a2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cbec87fae1134c2d" /><Relationship Type="http://schemas.openxmlformats.org/officeDocument/2006/relationships/image" Target="/ppt/media/image11.png" Id="R0812d49e03db4820" /><Relationship Type="http://schemas.openxmlformats.org/officeDocument/2006/relationships/notesSlide" Target="/ppt/notesSlides/notesSlide18.xml" Id="R9ee0cb5a13804bb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3ccab30a59cb4617" /><Relationship Type="http://schemas.openxmlformats.org/officeDocument/2006/relationships/image" Target="/ppt/media/image12.png" Id="Rdd00f401b440495e" /><Relationship Type="http://schemas.openxmlformats.org/officeDocument/2006/relationships/notesSlide" Target="/ppt/notesSlides/notesSlide19.xml" Id="R85fab3dce3af4e2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d3663ccb80354fc7" /><Relationship Type="http://schemas.openxmlformats.org/officeDocument/2006/relationships/image" Target="/ppt/media/image13.png" Id="R6cefd9bbfca843a2" /><Relationship Type="http://schemas.openxmlformats.org/officeDocument/2006/relationships/notesSlide" Target="/ppt/notesSlides/notesSlide20.xml" Id="R8dfdef29d4f84fe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f282a1edcea845a3" /><Relationship Type="http://schemas.openxmlformats.org/officeDocument/2006/relationships/image" Target="/ppt/media/image14.png" Id="Ra5991f19857b46ad" /><Relationship Type="http://schemas.openxmlformats.org/officeDocument/2006/relationships/image" Target="/ppt/media/image15.png" Id="Re4709d1c9fa34b09" /><Relationship Type="http://schemas.openxmlformats.org/officeDocument/2006/relationships/notesSlide" Target="/ppt/notesSlides/notesSlide21.xml" Id="Rdbd6470c4e9840a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4618f2ea4d3341ac" /><Relationship Type="http://schemas.openxmlformats.org/officeDocument/2006/relationships/image" Target="/ppt/media/image16.png" Id="R8634a53ea8194294" /><Relationship Type="http://schemas.openxmlformats.org/officeDocument/2006/relationships/notesSlide" Target="/ppt/notesSlides/notesSlide22.xml" Id="R788d550041d7486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b23ba0d1efa54b3f" /><Relationship Type="http://schemas.openxmlformats.org/officeDocument/2006/relationships/image" Target="/ppt/media/image17.png" Id="Rd8076c0526d84f13" /><Relationship Type="http://schemas.openxmlformats.org/officeDocument/2006/relationships/notesSlide" Target="/ppt/notesSlides/notesSlide23.xml" Id="R254c138d899d449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af9ae11bcda740f2" /><Relationship Type="http://schemas.openxmlformats.org/officeDocument/2006/relationships/image" Target="/ppt/media/image18.png" Id="R3e0fb07139004548" /><Relationship Type="http://schemas.openxmlformats.org/officeDocument/2006/relationships/notesSlide" Target="/ppt/notesSlides/notesSlide24.xml" Id="R587441e23f784eb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58279d9d053c4007" /><Relationship Type="http://schemas.openxmlformats.org/officeDocument/2006/relationships/image" Target="/ppt/media/image19.png" Id="R47e35a6d019c4c9e" /><Relationship Type="http://schemas.openxmlformats.org/officeDocument/2006/relationships/notesSlide" Target="/ppt/notesSlides/notesSlide25.xml" Id="R927c872a670948e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e481378219b74aa2" /><Relationship Type="http://schemas.openxmlformats.org/officeDocument/2006/relationships/image" Target="/ppt/media/image20.png" Id="R74d6f2e23dee405c" /><Relationship Type="http://schemas.openxmlformats.org/officeDocument/2006/relationships/image" Target="/ppt/media/image21.png" Id="Reb9811f588ed446c" /><Relationship Type="http://schemas.openxmlformats.org/officeDocument/2006/relationships/notesSlide" Target="/ppt/notesSlides/notesSlide26.xml" Id="R1925d947712642a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51f66549a32744cc" /><Relationship Type="http://schemas.openxmlformats.org/officeDocument/2006/relationships/image" Target="/ppt/media/image22.png" Id="R0c439d4f0af14d16" /><Relationship Type="http://schemas.openxmlformats.org/officeDocument/2006/relationships/notesSlide" Target="/ppt/notesSlides/notesSlide27.xml" Id="Re57f823101414c4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772f46b3f5714fd0" /><Relationship Type="http://schemas.openxmlformats.org/officeDocument/2006/relationships/image" Target="/ppt/media/image23.png" Id="Rd200edbc050e4c51" /><Relationship Type="http://schemas.openxmlformats.org/officeDocument/2006/relationships/notesSlide" Target="/ppt/notesSlides/notesSlide28.xml" Id="Rec9be1fa85d544e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f88a1c22043247b5" /><Relationship Type="http://schemas.openxmlformats.org/officeDocument/2006/relationships/image" Target="/ppt/media/image24.png" Id="R6829e8a517304288" /><Relationship Type="http://schemas.openxmlformats.org/officeDocument/2006/relationships/notesSlide" Target="/ppt/notesSlides/notesSlide29.xml" Id="Rd9def8b42fc84e7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a67292164d924bbc" /><Relationship Type="http://schemas.openxmlformats.org/officeDocument/2006/relationships/image" Target="/ppt/media/image25.png" Id="R03d00e46d68b4f6e" /><Relationship Type="http://schemas.openxmlformats.org/officeDocument/2006/relationships/notesSlide" Target="/ppt/notesSlides/notesSlide30.xml" Id="R8d9e9e19df4b4fd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f6991d3e0c974d01" /><Relationship Type="http://schemas.openxmlformats.org/officeDocument/2006/relationships/image" Target="/ppt/media/image26.png" Id="Rb6970733a2cf454d" /><Relationship Type="http://schemas.openxmlformats.org/officeDocument/2006/relationships/image" Target="/ppt/media/image27.png" Id="R1f0ade9e190d446d" /><Relationship Type="http://schemas.openxmlformats.org/officeDocument/2006/relationships/notesSlide" Target="/ppt/notesSlides/notesSlide31.xml" Id="Rf85b9952484349b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d149d28f9b5043c4" /><Relationship Type="http://schemas.openxmlformats.org/officeDocument/2006/relationships/image" Target="/ppt/media/image28.png" Id="Re77842a5d58a4bfb" /><Relationship Type="http://schemas.openxmlformats.org/officeDocument/2006/relationships/notesSlide" Target="/ppt/notesSlides/notesSlide32.xml" Id="R17c976a59a5b4dc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eb601d26bac24d09" /><Relationship Type="http://schemas.openxmlformats.org/officeDocument/2006/relationships/image" Target="/ppt/media/image29.png" Id="Rf85fa1c182324bd5" /><Relationship Type="http://schemas.openxmlformats.org/officeDocument/2006/relationships/notesSlide" Target="/ppt/notesSlides/notesSlide33.xml" Id="Rd9ca797925ca4a7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0bb319425751472c" /><Relationship Type="http://schemas.openxmlformats.org/officeDocument/2006/relationships/image" Target="/ppt/media/image30.png" Id="R434970dad5a54bdb" /><Relationship Type="http://schemas.openxmlformats.org/officeDocument/2006/relationships/notesSlide" Target="/ppt/notesSlides/notesSlide34.xml" Id="R21f2f1da6f7b484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633695cc62aa4a9b" /><Relationship Type="http://schemas.openxmlformats.org/officeDocument/2006/relationships/image" Target="/ppt/media/image31.png" Id="Ref7fc52f45cc4ca0" /><Relationship Type="http://schemas.openxmlformats.org/officeDocument/2006/relationships/notesSlide" Target="/ppt/notesSlides/notesSlide35.xml" Id="R36bec347bf5a47c1"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868a241665a8473f" /><Relationship Type="http://schemas.openxmlformats.org/officeDocument/2006/relationships/image" Target="/ppt/media/image32.png" Id="Rb771de8df4034b22" /><Relationship Type="http://schemas.openxmlformats.org/officeDocument/2006/relationships/image" Target="/ppt/media/image33.png" Id="R5d413448a66e4a99" /><Relationship Type="http://schemas.openxmlformats.org/officeDocument/2006/relationships/notesSlide" Target="/ppt/notesSlides/notesSlide36.xml" Id="R7213d73ac5f74b0e"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71e37da569784f5b" /><Relationship Type="http://schemas.openxmlformats.org/officeDocument/2006/relationships/image" Target="/ppt/media/image34.png" Id="R8be87c9126e74e5d" /><Relationship Type="http://schemas.openxmlformats.org/officeDocument/2006/relationships/notesSlide" Target="/ppt/notesSlides/notesSlide37.xml" Id="R632e313c68584446"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5df57ce404924c84" /><Relationship Type="http://schemas.openxmlformats.org/officeDocument/2006/relationships/image" Target="/ppt/media/image35.png" Id="R8a2c451a1ba0458e" /><Relationship Type="http://schemas.openxmlformats.org/officeDocument/2006/relationships/notesSlide" Target="/ppt/notesSlides/notesSlide38.xml" Id="R12099c9ea5e44e16"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492c2f08fa1d4706" /><Relationship Type="http://schemas.openxmlformats.org/officeDocument/2006/relationships/image" Target="/ppt/media/image36.png" Id="R0dbb40fb98b941a8" /><Relationship Type="http://schemas.openxmlformats.org/officeDocument/2006/relationships/notesSlide" Target="/ppt/notesSlides/notesSlide39.xml" Id="Racd2b29e6ffc46b7"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4b4a7f53b84e4c4f" /><Relationship Type="http://schemas.openxmlformats.org/officeDocument/2006/relationships/image" Target="/ppt/media/image37.png" Id="R7a0b388870c94efd" /><Relationship Type="http://schemas.openxmlformats.org/officeDocument/2006/relationships/notesSlide" Target="/ppt/notesSlides/notesSlide40.xml" Id="Rab026c94918e4f23"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edc1f204d3274b4b" /><Relationship Type="http://schemas.openxmlformats.org/officeDocument/2006/relationships/image" Target="/ppt/media/image38.png" Id="Rec105cb03f5b44f1" /><Relationship Type="http://schemas.openxmlformats.org/officeDocument/2006/relationships/image" Target="/ppt/media/image39.png" Id="Re18772da8f524346" /><Relationship Type="http://schemas.openxmlformats.org/officeDocument/2006/relationships/notesSlide" Target="/ppt/notesSlides/notesSlide41.xml" Id="R9a331eb13e894f75"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af25f28c5ae74308" /><Relationship Type="http://schemas.openxmlformats.org/officeDocument/2006/relationships/image" Target="/ppt/media/image40.png" Id="R809fb9dec6174c79" /><Relationship Type="http://schemas.openxmlformats.org/officeDocument/2006/relationships/notesSlide" Target="/ppt/notesSlides/notesSlide42.xml" Id="R539575d313694e72"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eb185d6758df4f4e" /><Relationship Type="http://schemas.openxmlformats.org/officeDocument/2006/relationships/image" Target="/ppt/media/image41.png" Id="Rb9d927b114394aef" /><Relationship Type="http://schemas.openxmlformats.org/officeDocument/2006/relationships/notesSlide" Target="/ppt/notesSlides/notesSlide43.xml" Id="R31bcda9a474a43ef"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b3bbf30b9b5346ae" /><Relationship Type="http://schemas.openxmlformats.org/officeDocument/2006/relationships/image" Target="/ppt/media/image42.png" Id="Rbd8efa1bdb9e47d7" /><Relationship Type="http://schemas.openxmlformats.org/officeDocument/2006/relationships/notesSlide" Target="/ppt/notesSlides/notesSlide44.xml" Id="R884af94edaac4d12"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bcffed7e4e9b4a2b" /><Relationship Type="http://schemas.openxmlformats.org/officeDocument/2006/relationships/image" Target="/ppt/media/image43.png" Id="R9b129d1462344577" /><Relationship Type="http://schemas.openxmlformats.org/officeDocument/2006/relationships/notesSlide" Target="/ppt/notesSlides/notesSlide45.xml" Id="R73d61a9d74a94002"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159c48e8e6aa498a" /><Relationship Type="http://schemas.openxmlformats.org/officeDocument/2006/relationships/image" Target="/ppt/media/image44.png" Id="R7575a939f8fd46d2" /><Relationship Type="http://schemas.openxmlformats.org/officeDocument/2006/relationships/notesSlide" Target="/ppt/notesSlides/notesSlide46.xml" Id="R8e238a912e9f4a87"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b84c1c453d694bcf" /><Relationship Type="http://schemas.openxmlformats.org/officeDocument/2006/relationships/notesSlide" Target="/ppt/notesSlides/notesSlide47.xml" Id="R7a45d821c2854368"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b0770a058aec48d8" /><Relationship Type="http://schemas.openxmlformats.org/officeDocument/2006/relationships/image" Target="/ppt/media/image45.png" Id="R4153fa6f982d410a" /><Relationship Type="http://schemas.openxmlformats.org/officeDocument/2006/relationships/notesSlide" Target="/ppt/notesSlides/notesSlide48.xml" Id="R30fb3a47884548c2"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4c309a44b3d448ab" /><Relationship Type="http://schemas.openxmlformats.org/officeDocument/2006/relationships/image" Target="/ppt/media/image46.png" Id="R1236a25393484d2b" /><Relationship Type="http://schemas.openxmlformats.org/officeDocument/2006/relationships/notesSlide" Target="/ppt/notesSlides/notesSlide49.xml" Id="R63ff2bab48504ca7"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ffd0952029334329" /><Relationship Type="http://schemas.openxmlformats.org/officeDocument/2006/relationships/notesSlide" Target="/ppt/notesSlides/notesSlide50.xml" Id="Rd0198cb16207463b"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bb88ce900c974e08" /><Relationship Type="http://schemas.openxmlformats.org/officeDocument/2006/relationships/image" Target="/ppt/media/image47.png" Id="R4c979155dd524ed6" /><Relationship Type="http://schemas.openxmlformats.org/officeDocument/2006/relationships/notesSlide" Target="/ppt/notesSlides/notesSlide51.xml" Id="Rfa58abe160be40a5"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9a0d5cc9117e4763" /><Relationship Type="http://schemas.openxmlformats.org/officeDocument/2006/relationships/image" Target="/ppt/media/image47.png" Id="R5c5707f7c5c44d82" /><Relationship Type="http://schemas.openxmlformats.org/officeDocument/2006/relationships/notesSlide" Target="/ppt/notesSlides/notesSlide52.xml" Id="Rbd39d739f7564584"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6a1b6ea5b2104223" /><Relationship Type="http://schemas.openxmlformats.org/officeDocument/2006/relationships/notesSlide" Target="/ppt/notesSlides/notesSlide53.xml" Id="R8738c8f0f9a74f5b" /></Relationships>
</file>

<file path=ppt/slides/_rels/slide54.xml.rels>&#65279;<?xml version="1.0" encoding="utf-8"?><Relationships xmlns="http://schemas.openxmlformats.org/package/2006/relationships"><Relationship Type="http://schemas.openxmlformats.org/officeDocument/2006/relationships/slideLayout" Target="/ppt/slideLayouts/slideLayout2.xml" Id="Rd402fa37558f4aff" /><Relationship Type="http://schemas.openxmlformats.org/officeDocument/2006/relationships/notesSlide" Target="/ppt/notesSlides/notesSlide54.xml" Id="Rdb1966b9ea5d4f7b"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A1AEACCC-4923-41C7-BA6F-75B538ED42F2}"/>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73649754-6F05-4AC6-B5FD-562196EF5581}"/>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734C798D-B876-494B-9BEB-F145BA429960}"/>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D6A872C5-D7D2-4BAD-B390-454402E86F0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2661241750"/>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2" name="02-image-1"/>
          <p:cNvPicPr>
            <a:picLocks xmlns:a="http://schemas.openxmlformats.org/drawingml/2006/main" noChangeAspect="1"/>
          </p:cNvPicPr>
          <p:nvPr/>
        </p:nvPicPr>
        <p:blipFill>
          <a:blip xmlns:r="http://schemas.openxmlformats.org/officeDocument/2006/relationships" xmlns:a="http://schemas.openxmlformats.org/drawingml/2006/main" r:embed="R848d91d9654447b4"/>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6" name="02-text-2">
            <a:extLst xmlns:a="http://schemas.openxmlformats.org/drawingml/2006/main">
              <a:ext uri="{FF2B5EF4-FFF2-40B4-BE49-F238E27FC236}">
                <a16:creationId xmlns:a16="http://schemas.microsoft.com/office/drawing/2014/main" id="{A30F5A90-9542-40FC-848F-7A71E57AF169}"/>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7" name="02-text-3">
            <a:extLst xmlns:a="http://schemas.openxmlformats.org/drawingml/2006/main">
              <a:ext uri="{FF2B5EF4-FFF2-40B4-BE49-F238E27FC236}">
                <a16:creationId xmlns:a16="http://schemas.microsoft.com/office/drawing/2014/main" id="{A808E214-46F2-420B-A274-33FB81656740}"/>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8" name="02-text-4">
            <a:extLst xmlns:a="http://schemas.openxmlformats.org/drawingml/2006/main">
              <a:ext uri="{FF2B5EF4-FFF2-40B4-BE49-F238E27FC236}">
                <a16:creationId xmlns:a16="http://schemas.microsoft.com/office/drawing/2014/main" id="{4B8D4BC1-8386-4BF9-826B-69CBC24E851F}"/>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9" name="02-text-5">
            <a:extLst xmlns:a="http://schemas.openxmlformats.org/drawingml/2006/main">
              <a:ext uri="{FF2B5EF4-FFF2-40B4-BE49-F238E27FC236}">
                <a16:creationId xmlns:a16="http://schemas.microsoft.com/office/drawing/2014/main" id="{01C84EE7-0333-40DE-9234-1BC710683034}"/>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0" name="02-text-6">
            <a:extLst xmlns:a="http://schemas.openxmlformats.org/drawingml/2006/main">
              <a:ext uri="{FF2B5EF4-FFF2-40B4-BE49-F238E27FC236}">
                <a16:creationId xmlns:a16="http://schemas.microsoft.com/office/drawing/2014/main" id="{C442E4BF-1755-45DE-B170-CDB94BB34F7E}"/>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1" name="narrative-number">
            <a:extLst xmlns:a="http://schemas.openxmlformats.org/drawingml/2006/main">
              <a:ext uri="{FF2B5EF4-FFF2-40B4-BE49-F238E27FC236}">
                <a16:creationId xmlns:a16="http://schemas.microsoft.com/office/drawing/2014/main" id="{C0034BAC-D807-46E1-8FC5-46DCBDAA9E7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1195933286"/>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 name="03-text-1">
            <a:extLst xmlns:a="http://schemas.openxmlformats.org/drawingml/2006/main">
              <a:ext uri="{FF2B5EF4-FFF2-40B4-BE49-F238E27FC236}">
                <a16:creationId xmlns:a16="http://schemas.microsoft.com/office/drawing/2014/main" id="{7B91F7E9-67DD-4F38-83BA-3459895A1D3F}"/>
              </a:ext>
            </a:extLst>
          </p:cNvPr>
          <p:cNvSpPr>
            <a:spLocks xmlns:a="http://schemas.openxmlformats.org/drawingml/2006/main"/>
          </p:cNvSpPr>
          <p:nvPr/>
        </p:nvSpPr>
        <p:spPr>
          <a:xfrm xmlns:a="http://schemas.openxmlformats.org/drawingml/2006/main">
            <a:off x="609600" y="4572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Agenda</a:t>
            </a:r>
          </a:p>
        </p:txBody>
      </p:sp>
      <p:sp>
        <p:nvSpPr>
          <p:cNvPr id="13" name="03-text-2">
            <a:extLst xmlns:a="http://schemas.openxmlformats.org/drawingml/2006/main">
              <a:ext uri="{FF2B5EF4-FFF2-40B4-BE49-F238E27FC236}">
                <a16:creationId xmlns:a16="http://schemas.microsoft.com/office/drawing/2014/main" id="{D7F999F3-B152-43B4-B2A3-7BD83BCCC2EA}"/>
              </a:ext>
            </a:extLst>
          </p:cNvPr>
          <p:cNvSpPr>
            <a:spLocks xmlns:a="http://schemas.openxmlformats.org/drawingml/2006/main"/>
          </p:cNvSpPr>
          <p:nvPr/>
        </p:nvSpPr>
        <p:spPr>
          <a:xfrm xmlns:a="http://schemas.openxmlformats.org/drawingml/2006/main">
            <a:off x="609600" y="12700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14" name="03-text-3">
            <a:extLst xmlns:a="http://schemas.openxmlformats.org/drawingml/2006/main">
              <a:ext uri="{FF2B5EF4-FFF2-40B4-BE49-F238E27FC236}">
                <a16:creationId xmlns:a16="http://schemas.microsoft.com/office/drawing/2014/main" id="{6A344C2B-788E-4A48-BF62-2D2D1841C07F}"/>
              </a:ext>
            </a:extLst>
          </p:cNvPr>
          <p:cNvSpPr>
            <a:spLocks xmlns:a="http://schemas.openxmlformats.org/drawingml/2006/main"/>
          </p:cNvSpPr>
          <p:nvPr/>
        </p:nvSpPr>
        <p:spPr>
          <a:xfrm xmlns:a="http://schemas.openxmlformats.org/drawingml/2006/main">
            <a:off x="1117600" y="12700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changes when AI becomes part of the product</a:t>
            </a:r>
          </a:p>
        </p:txBody>
      </p:sp>
      <p:sp>
        <p:nvSpPr>
          <p:cNvPr id="15" name="03-text-4">
            <a:extLst xmlns:a="http://schemas.openxmlformats.org/drawingml/2006/main">
              <a:ext uri="{FF2B5EF4-FFF2-40B4-BE49-F238E27FC236}">
                <a16:creationId xmlns:a16="http://schemas.microsoft.com/office/drawing/2014/main" id="{EE1CBA45-511E-4C78-B35C-EF0DF8D10DB6}"/>
              </a:ext>
            </a:extLst>
          </p:cNvPr>
          <p:cNvSpPr>
            <a:spLocks xmlns:a="http://schemas.openxmlformats.org/drawingml/2006/main"/>
          </p:cNvSpPr>
          <p:nvPr/>
        </p:nvSpPr>
        <p:spPr>
          <a:xfrm xmlns:a="http://schemas.openxmlformats.org/drawingml/2006/main">
            <a:off x="609600" y="18796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16" name="03-text-5">
            <a:extLst xmlns:a="http://schemas.openxmlformats.org/drawingml/2006/main">
              <a:ext uri="{FF2B5EF4-FFF2-40B4-BE49-F238E27FC236}">
                <a16:creationId xmlns:a16="http://schemas.microsoft.com/office/drawing/2014/main" id="{921C19C1-9378-4B42-AC29-B599D0DB5081}"/>
              </a:ext>
            </a:extLst>
          </p:cNvPr>
          <p:cNvSpPr>
            <a:spLocks xmlns:a="http://schemas.openxmlformats.org/drawingml/2006/main"/>
          </p:cNvSpPr>
          <p:nvPr/>
        </p:nvSpPr>
        <p:spPr>
          <a:xfrm xmlns:a="http://schemas.openxmlformats.org/drawingml/2006/main">
            <a:off x="1117600" y="18796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AI engineers actually engineer</a:t>
            </a:r>
          </a:p>
        </p:txBody>
      </p:sp>
      <p:sp>
        <p:nvSpPr>
          <p:cNvPr id="17" name="03-text-6">
            <a:extLst xmlns:a="http://schemas.openxmlformats.org/drawingml/2006/main">
              <a:ext uri="{FF2B5EF4-FFF2-40B4-BE49-F238E27FC236}">
                <a16:creationId xmlns:a16="http://schemas.microsoft.com/office/drawing/2014/main" id="{7E05D7D5-1742-4DFF-985A-E5F26D789655}"/>
              </a:ext>
            </a:extLst>
          </p:cNvPr>
          <p:cNvSpPr>
            <a:spLocks xmlns:a="http://schemas.openxmlformats.org/drawingml/2006/main"/>
          </p:cNvSpPr>
          <p:nvPr/>
        </p:nvSpPr>
        <p:spPr>
          <a:xfrm xmlns:a="http://schemas.openxmlformats.org/drawingml/2006/main">
            <a:off x="609600" y="33401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18" name="03-text-7">
            <a:extLst xmlns:a="http://schemas.openxmlformats.org/drawingml/2006/main">
              <a:ext uri="{FF2B5EF4-FFF2-40B4-BE49-F238E27FC236}">
                <a16:creationId xmlns:a16="http://schemas.microsoft.com/office/drawing/2014/main" id="{AC29562D-A909-4F4D-B69D-843B08399F81}"/>
              </a:ext>
            </a:extLst>
          </p:cNvPr>
          <p:cNvSpPr>
            <a:spLocks xmlns:a="http://schemas.openxmlformats.org/drawingml/2006/main"/>
          </p:cNvSpPr>
          <p:nvPr/>
        </p:nvSpPr>
        <p:spPr>
          <a:xfrm xmlns:a="http://schemas.openxmlformats.org/drawingml/2006/main">
            <a:off x="1117600" y="33401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Making the transition</a:t>
            </a:r>
          </a:p>
        </p:txBody>
      </p:sp>
      <p:sp>
        <p:nvSpPr>
          <p:cNvPr id="19" name="03-text-8">
            <a:extLst xmlns:a="http://schemas.openxmlformats.org/drawingml/2006/main">
              <a:ext uri="{FF2B5EF4-FFF2-40B4-BE49-F238E27FC236}">
                <a16:creationId xmlns:a16="http://schemas.microsoft.com/office/drawing/2014/main" id="{F814E3BB-0851-4319-858F-2A491F328D25}"/>
              </a:ext>
            </a:extLst>
          </p:cNvPr>
          <p:cNvSpPr>
            <a:spLocks xmlns:a="http://schemas.openxmlformats.org/drawingml/2006/main"/>
          </p:cNvSpPr>
          <p:nvPr/>
        </p:nvSpPr>
        <p:spPr>
          <a:xfrm xmlns:a="http://schemas.openxmlformats.org/drawingml/2006/main">
            <a:off x="609600" y="42799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0" name="03-text-9">
            <a:extLst xmlns:a="http://schemas.openxmlformats.org/drawingml/2006/main">
              <a:ext uri="{FF2B5EF4-FFF2-40B4-BE49-F238E27FC236}">
                <a16:creationId xmlns:a16="http://schemas.microsoft.com/office/drawing/2014/main" id="{89F0D66B-8068-4E46-AFAB-8A3E3FA0B4D8}"/>
              </a:ext>
            </a:extLst>
          </p:cNvPr>
          <p:cNvSpPr>
            <a:spLocks xmlns:a="http://schemas.openxmlformats.org/drawingml/2006/main"/>
          </p:cNvSpPr>
          <p:nvPr/>
        </p:nvSpPr>
        <p:spPr>
          <a:xfrm xmlns:a="http://schemas.openxmlformats.org/drawingml/2006/main">
            <a:off x="1117600" y="42799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Questions and discussion</a:t>
            </a:r>
          </a:p>
        </p:txBody>
      </p:sp>
      <p:sp>
        <p:nvSpPr>
          <p:cNvPr id="21" name="03-text-10">
            <a:extLst xmlns:a="http://schemas.openxmlformats.org/drawingml/2006/main">
              <a:ext uri="{FF2B5EF4-FFF2-40B4-BE49-F238E27FC236}">
                <a16:creationId xmlns:a16="http://schemas.microsoft.com/office/drawing/2014/main" id="{E99AE8F2-EC15-44E0-8DA5-605AF5D7CD9F}"/>
              </a:ext>
            </a:extLst>
          </p:cNvPr>
          <p:cNvSpPr>
            <a:spLocks xmlns:a="http://schemas.openxmlformats.org/drawingml/2006/main"/>
          </p:cNvSpPr>
          <p:nvPr/>
        </p:nvSpPr>
        <p:spPr>
          <a:xfrm xmlns:a="http://schemas.openxmlformats.org/drawingml/2006/main">
            <a:off x="1117600" y="2362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064F8"/>
                </a:solidFill>
                <a:latin typeface="Helvetica"/>
                <a:ea typeface="Helvetica"/>
                <a:cs typeface="Helvetica"/>
              </a:defRPr>
            </a:pPr>
            <a:r>
              <a:rPr b="0">
                <a:solidFill>
                  <a:srgbClr val="1064F8"/>
                </a:solidFill>
                <a:latin typeface="Helvetica"/>
                <a:ea typeface="Helvetica"/>
                <a:cs typeface="Helvetica"/>
              </a:rPr>
              <a:t>Model Selection</a:t>
            </a:r>
          </a:p>
        </p:txBody>
      </p:sp>
      <p:sp>
        <p:nvSpPr>
          <p:cNvPr id="22" name="03-text-11">
            <a:extLst xmlns:a="http://schemas.openxmlformats.org/drawingml/2006/main">
              <a:ext uri="{FF2B5EF4-FFF2-40B4-BE49-F238E27FC236}">
                <a16:creationId xmlns:a16="http://schemas.microsoft.com/office/drawing/2014/main" id="{DF679E15-F839-4C57-B042-BBCFCAACEEC8}"/>
              </a:ext>
            </a:extLst>
          </p:cNvPr>
          <p:cNvSpPr>
            <a:spLocks xmlns:a="http://schemas.openxmlformats.org/drawingml/2006/main"/>
          </p:cNvSpPr>
          <p:nvPr/>
        </p:nvSpPr>
        <p:spPr>
          <a:xfrm xmlns:a="http://schemas.openxmlformats.org/drawingml/2006/main">
            <a:off x="4597400" y="2362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Context Engineering</a:t>
            </a:r>
          </a:p>
        </p:txBody>
      </p:sp>
      <p:sp>
        <p:nvSpPr>
          <p:cNvPr id="23" name="03-text-12">
            <a:extLst xmlns:a="http://schemas.openxmlformats.org/drawingml/2006/main">
              <a:ext uri="{FF2B5EF4-FFF2-40B4-BE49-F238E27FC236}">
                <a16:creationId xmlns:a16="http://schemas.microsoft.com/office/drawing/2014/main" id="{F2E15661-9F03-42C0-ACF9-50F40421AD66}"/>
              </a:ext>
            </a:extLst>
          </p:cNvPr>
          <p:cNvSpPr>
            <a:spLocks xmlns:a="http://schemas.openxmlformats.org/drawingml/2006/main"/>
          </p:cNvSpPr>
          <p:nvPr/>
        </p:nvSpPr>
        <p:spPr>
          <a:xfrm xmlns:a="http://schemas.openxmlformats.org/drawingml/2006/main">
            <a:off x="8432800" y="2362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Tools &amp; Extensibility</a:t>
            </a:r>
          </a:p>
        </p:txBody>
      </p:sp>
      <p:sp>
        <p:nvSpPr>
          <p:cNvPr id="24" name="03-text-13">
            <a:extLst xmlns:a="http://schemas.openxmlformats.org/drawingml/2006/main">
              <a:ext uri="{FF2B5EF4-FFF2-40B4-BE49-F238E27FC236}">
                <a16:creationId xmlns:a16="http://schemas.microsoft.com/office/drawing/2014/main" id="{8C2CA96F-A53D-4F6F-9028-41B042899D98}"/>
              </a:ext>
            </a:extLst>
          </p:cNvPr>
          <p:cNvSpPr>
            <a:spLocks xmlns:a="http://schemas.openxmlformats.org/drawingml/2006/main"/>
          </p:cNvSpPr>
          <p:nvPr/>
        </p:nvSpPr>
        <p:spPr>
          <a:xfrm xmlns:a="http://schemas.openxmlformats.org/drawingml/2006/main">
            <a:off x="1117600" y="2743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Orchestration</a:t>
            </a:r>
          </a:p>
        </p:txBody>
      </p:sp>
      <p:sp>
        <p:nvSpPr>
          <p:cNvPr id="25" name="03-text-14">
            <a:extLst xmlns:a="http://schemas.openxmlformats.org/drawingml/2006/main">
              <a:ext uri="{FF2B5EF4-FFF2-40B4-BE49-F238E27FC236}">
                <a16:creationId xmlns:a16="http://schemas.microsoft.com/office/drawing/2014/main" id="{DA667C52-A9D8-4B9A-B8C2-47698FC78FA2}"/>
              </a:ext>
            </a:extLst>
          </p:cNvPr>
          <p:cNvSpPr>
            <a:spLocks xmlns:a="http://schemas.openxmlformats.org/drawingml/2006/main"/>
          </p:cNvSpPr>
          <p:nvPr/>
        </p:nvSpPr>
        <p:spPr>
          <a:xfrm xmlns:a="http://schemas.openxmlformats.org/drawingml/2006/main">
            <a:off x="4597400" y="2743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01B66D"/>
                </a:solidFill>
                <a:latin typeface="Helvetica"/>
                <a:ea typeface="Helvetica"/>
                <a:cs typeface="Helvetica"/>
              </a:defRPr>
            </a:pPr>
            <a:r>
              <a:rPr b="0">
                <a:solidFill>
                  <a:srgbClr val="01B66D"/>
                </a:solidFill>
                <a:latin typeface="Helvetica"/>
                <a:ea typeface="Helvetica"/>
                <a:cs typeface="Helvetica"/>
              </a:rPr>
              <a:t>Verification &amp; Evals</a:t>
            </a:r>
          </a:p>
        </p:txBody>
      </p:sp>
      <p:sp>
        <p:nvSpPr>
          <p:cNvPr id="26" name="03-text-15">
            <a:extLst xmlns:a="http://schemas.openxmlformats.org/drawingml/2006/main">
              <a:ext uri="{FF2B5EF4-FFF2-40B4-BE49-F238E27FC236}">
                <a16:creationId xmlns:a16="http://schemas.microsoft.com/office/drawing/2014/main" id="{158B2EA2-381B-47B7-9ECD-CD38F694AD8D}"/>
              </a:ext>
            </a:extLst>
          </p:cNvPr>
          <p:cNvSpPr>
            <a:spLocks xmlns:a="http://schemas.openxmlformats.org/drawingml/2006/main"/>
          </p:cNvSpPr>
          <p:nvPr/>
        </p:nvSpPr>
        <p:spPr>
          <a:xfrm xmlns:a="http://schemas.openxmlformats.org/drawingml/2006/main">
            <a:off x="8432800" y="2743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DAD00"/>
                </a:solidFill>
                <a:latin typeface="Helvetica"/>
                <a:ea typeface="Helvetica"/>
                <a:cs typeface="Helvetica"/>
              </a:defRPr>
            </a:pPr>
            <a:r>
              <a:rPr b="0">
                <a:solidFill>
                  <a:srgbClr val="FDAD00"/>
                </a:solidFill>
                <a:latin typeface="Helvetica"/>
                <a:ea typeface="Helvetica"/>
                <a:cs typeface="Helvetica"/>
              </a:rPr>
              <a:t>AgentOps</a:t>
            </a:r>
          </a:p>
        </p:txBody>
      </p:sp>
      <p:sp>
        <p:nvSpPr>
          <p:cNvPr id="27" name="03-text-16">
            <a:extLst xmlns:a="http://schemas.openxmlformats.org/drawingml/2006/main">
              <a:ext uri="{FF2B5EF4-FFF2-40B4-BE49-F238E27FC236}">
                <a16:creationId xmlns:a16="http://schemas.microsoft.com/office/drawing/2014/main" id="{49D4B014-2A26-451B-A34C-EC29DBCF1BDA}"/>
              </a:ext>
            </a:extLst>
          </p:cNvPr>
          <p:cNvSpPr>
            <a:spLocks xmlns:a="http://schemas.openxmlformats.org/drawingml/2006/main"/>
          </p:cNvSpPr>
          <p:nvPr/>
        </p:nvSpPr>
        <p:spPr>
          <a:xfrm xmlns:a="http://schemas.openxmlformats.org/drawingml/2006/main">
            <a:off x="1117600" y="3784600"/>
            <a:ext cx="10464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Skills that transfer, new competencies, and where to start</a:t>
            </a:r>
          </a:p>
        </p:txBody>
      </p:sp>
      <p:sp>
        <p:nvSpPr>
          <p:cNvPr id="28" name="03-shape-17">
            <a:extLst xmlns:a="http://schemas.openxmlformats.org/drawingml/2006/main">
              <a:ext uri="{FF2B5EF4-FFF2-40B4-BE49-F238E27FC236}">
                <a16:creationId xmlns:a16="http://schemas.microsoft.com/office/drawing/2014/main" id="{9EB9E268-6098-43CC-995B-A1262E452CEB}"/>
              </a:ext>
            </a:extLst>
          </p:cNvPr>
          <p:cNvSpPr>
            <a:spLocks xmlns:a="http://schemas.openxmlformats.org/drawingml/2006/main"/>
          </p:cNvSpPr>
          <p:nvPr/>
        </p:nvSpPr>
        <p:spPr>
          <a:xfrm xmlns:a="http://schemas.openxmlformats.org/drawingml/2006/main">
            <a:off x="609600" y="49403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 name="03-text-18">
            <a:extLst xmlns:a="http://schemas.openxmlformats.org/drawingml/2006/main">
              <a:ext uri="{FF2B5EF4-FFF2-40B4-BE49-F238E27FC236}">
                <a16:creationId xmlns:a16="http://schemas.microsoft.com/office/drawing/2014/main" id="{D12BC012-812F-4117-908E-930C99DBC5D0}"/>
              </a:ext>
            </a:extLst>
          </p:cNvPr>
          <p:cNvSpPr>
            <a:spLocks xmlns:a="http://schemas.openxmlformats.org/drawingml/2006/main"/>
          </p:cNvSpPr>
          <p:nvPr/>
        </p:nvSpPr>
        <p:spPr>
          <a:xfrm xmlns:a="http://schemas.openxmlformats.org/drawingml/2006/main">
            <a:off x="609600" y="5168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You'll leave with</a:t>
            </a:r>
          </a:p>
        </p:txBody>
      </p:sp>
      <p:sp>
        <p:nvSpPr>
          <p:cNvPr id="30" name="03-text-19">
            <a:extLst xmlns:a="http://schemas.openxmlformats.org/drawingml/2006/main">
              <a:ext uri="{FF2B5EF4-FFF2-40B4-BE49-F238E27FC236}">
                <a16:creationId xmlns:a16="http://schemas.microsoft.com/office/drawing/2014/main" id="{584BB055-128B-415C-9E14-478117C0CECF}"/>
              </a:ext>
            </a:extLst>
          </p:cNvPr>
          <p:cNvSpPr>
            <a:spLocks xmlns:a="http://schemas.openxmlformats.org/drawingml/2006/main"/>
          </p:cNvSpPr>
          <p:nvPr/>
        </p:nvSpPr>
        <p:spPr>
          <a:xfrm xmlns:a="http://schemas.openxmlformats.org/drawingml/2006/main">
            <a:off x="6096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map of the engineering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responsibilities</a:t>
            </a:r>
          </a:p>
        </p:txBody>
      </p:sp>
      <p:sp>
        <p:nvSpPr>
          <p:cNvPr id="31" name="03-text-20">
            <a:extLst xmlns:a="http://schemas.openxmlformats.org/drawingml/2006/main">
              <a:ext uri="{FF2B5EF4-FFF2-40B4-BE49-F238E27FC236}">
                <a16:creationId xmlns:a16="http://schemas.microsoft.com/office/drawing/2014/main" id="{28BD2206-447A-4498-ADB4-EDF9F2C130E7}"/>
              </a:ext>
            </a:extLst>
          </p:cNvPr>
          <p:cNvSpPr>
            <a:spLocks xmlns:a="http://schemas.openxmlformats.org/drawingml/2006/main"/>
          </p:cNvSpPr>
          <p:nvPr/>
        </p:nvSpPr>
        <p:spPr>
          <a:xfrm xmlns:a="http://schemas.openxmlformats.org/drawingml/2006/main">
            <a:off x="43688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understanding of what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production readiness requires</a:t>
            </a:r>
          </a:p>
        </p:txBody>
      </p:sp>
      <p:sp>
        <p:nvSpPr>
          <p:cNvPr id="32" name="03-text-21">
            <a:extLst xmlns:a="http://schemas.openxmlformats.org/drawingml/2006/main">
              <a:ext uri="{FF2B5EF4-FFF2-40B4-BE49-F238E27FC236}">
                <a16:creationId xmlns:a16="http://schemas.microsoft.com/office/drawing/2014/main" id="{2D553DDF-567E-4096-9744-85DB8D32FC20}"/>
              </a:ext>
            </a:extLst>
          </p:cNvPr>
          <p:cNvSpPr>
            <a:spLocks xmlns:a="http://schemas.openxmlformats.org/drawingml/2006/main"/>
          </p:cNvSpPr>
          <p:nvPr/>
        </p:nvSpPr>
        <p:spPr>
          <a:xfrm xmlns:a="http://schemas.openxmlformats.org/drawingml/2006/main">
            <a:off x="81280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starting point for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own transition</a:t>
            </a:r>
          </a:p>
        </p:txBody>
      </p:sp>
      <p:sp>
        <p:nvSpPr>
          <p:cNvPr id="33" name="narrative-number">
            <a:extLst xmlns:a="http://schemas.openxmlformats.org/drawingml/2006/main">
              <a:ext uri="{FF2B5EF4-FFF2-40B4-BE49-F238E27FC236}">
                <a16:creationId xmlns:a16="http://schemas.microsoft.com/office/drawing/2014/main" id="{FFDA9111-327B-46D1-AE79-D17C6663077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3790505182"/>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 name="section-label">
            <a:extLst xmlns:a="http://schemas.openxmlformats.org/drawingml/2006/main">
              <a:ext uri="{FF2B5EF4-FFF2-40B4-BE49-F238E27FC236}">
                <a16:creationId xmlns:a16="http://schemas.microsoft.com/office/drawing/2014/main" id="{4737CCD6-9919-4F03-BE13-D3E7610E6058}"/>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1</a:t>
            </a:r>
          </a:p>
        </p:txBody>
      </p:sp>
      <p:sp>
        <p:nvSpPr>
          <p:cNvPr id="35" name="section-rule">
            <a:extLst xmlns:a="http://schemas.openxmlformats.org/drawingml/2006/main">
              <a:ext uri="{FF2B5EF4-FFF2-40B4-BE49-F238E27FC236}">
                <a16:creationId xmlns:a16="http://schemas.microsoft.com/office/drawing/2014/main" id="{47EE5774-6E23-4D58-B7FB-4D6C27952534}"/>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 name="section-title">
            <a:extLst xmlns:a="http://schemas.openxmlformats.org/drawingml/2006/main">
              <a:ext uri="{FF2B5EF4-FFF2-40B4-BE49-F238E27FC236}">
                <a16:creationId xmlns:a16="http://schemas.microsoft.com/office/drawing/2014/main" id="{F710542D-E390-44CD-BEBA-321DFE8BD0EF}"/>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changes when AI</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becomes part of the product</a:t>
            </a:r>
          </a:p>
        </p:txBody>
      </p:sp>
      <p:sp>
        <p:nvSpPr>
          <p:cNvPr id="37" name="narrative-number">
            <a:extLst xmlns:a="http://schemas.openxmlformats.org/drawingml/2006/main">
              <a:ext uri="{FF2B5EF4-FFF2-40B4-BE49-F238E27FC236}">
                <a16:creationId xmlns:a16="http://schemas.microsoft.com/office/drawing/2014/main" id="{1D733F19-3A1D-4EA5-B377-82293107B35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1065869813"/>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 name="05-text-1">
            <a:extLst xmlns:a="http://schemas.openxmlformats.org/drawingml/2006/main">
              <a:ext uri="{FF2B5EF4-FFF2-40B4-BE49-F238E27FC236}">
                <a16:creationId xmlns:a16="http://schemas.microsoft.com/office/drawing/2014/main" id="{5E4CF6A7-69B8-494A-94C2-638EAC88033A}"/>
              </a:ext>
            </a:extLst>
          </p:cNvPr>
          <p:cNvSpPr>
            <a:spLocks xmlns:a="http://schemas.openxmlformats.org/drawingml/2006/main"/>
          </p:cNvSpPr>
          <p:nvPr/>
        </p:nvSpPr>
        <p:spPr>
          <a:xfrm xmlns:a="http://schemas.openxmlformats.org/drawingml/2006/main">
            <a:off x="609600" y="2260600"/>
            <a:ext cx="10972800" cy="233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demo    = </a:t>
            </a:r>
            <a:r>
              <a:rPr b="0">
                <a:solidFill>
                  <a:srgbClr val="FFFCF5"/>
                </a:solidFill>
                <a:latin typeface="Consolas"/>
                <a:ea typeface="Consolas"/>
                <a:cs typeface="Consolas"/>
              </a:rPr>
              <a:t>works</a:t>
            </a:r>
            <a:r>
              <a:rPr b="0">
                <a:solidFill>
                  <a:srgbClr val="FDAD00"/>
                </a:solidFill>
                <a:latin typeface="Consolas"/>
                <a:ea typeface="Consolas"/>
                <a:cs typeface="Consolas"/>
              </a:rPr>
              <a:t>.any()</a:t>
            </a:r>
          </a:p>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product =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39" name="05-text-2">
            <a:extLst xmlns:a="http://schemas.openxmlformats.org/drawingml/2006/main">
              <a:ext uri="{FF2B5EF4-FFF2-40B4-BE49-F238E27FC236}">
                <a16:creationId xmlns:a16="http://schemas.microsoft.com/office/drawing/2014/main" id="{6983554F-4213-4F1F-B642-5C54632D4F97}"/>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Andrej Karpathy, June 2025</a:t>
            </a:r>
          </a:p>
        </p:txBody>
      </p:sp>
      <p:sp>
        <p:nvSpPr>
          <p:cNvPr id="40" name="narrative-number">
            <a:extLst xmlns:a="http://schemas.openxmlformats.org/drawingml/2006/main">
              <a:ext uri="{FF2B5EF4-FFF2-40B4-BE49-F238E27FC236}">
                <a16:creationId xmlns:a16="http://schemas.microsoft.com/office/drawing/2014/main" id="{9D64063F-01F7-497F-A491-E1B43DC837C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1436091232"/>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 name="06-text-1">
            <a:extLst xmlns:a="http://schemas.openxmlformats.org/drawingml/2006/main">
              <a:ext uri="{FF2B5EF4-FFF2-40B4-BE49-F238E27FC236}">
                <a16:creationId xmlns:a16="http://schemas.microsoft.com/office/drawing/2014/main" id="{92704CE1-7F76-4023-A916-E7BCFF257EBD}"/>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42" name="06-text-2">
            <a:extLst xmlns:a="http://schemas.openxmlformats.org/drawingml/2006/main">
              <a:ext uri="{FF2B5EF4-FFF2-40B4-BE49-F238E27FC236}">
                <a16:creationId xmlns:a16="http://schemas.microsoft.com/office/drawing/2014/main" id="{0C8C6BCA-81C4-40C8-810C-0EFB6CC1AB3D}"/>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43" name="narrative-number">
            <a:extLst xmlns:a="http://schemas.openxmlformats.org/drawingml/2006/main">
              <a:ext uri="{FF2B5EF4-FFF2-40B4-BE49-F238E27FC236}">
                <a16:creationId xmlns:a16="http://schemas.microsoft.com/office/drawing/2014/main" id="{E13A2F00-97E1-4158-B21F-E056285E385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2540043108"/>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graphicFrame>
        <p:nvGraphicFramePr>
          <p:cNvPr id="46" name="07-table-1"/>
          <p:cNvGraphicFramePr/>
          <p:nvPr/>
        </p:nvGraphicFramePr>
        <p:xfrm>
          <a:off xmlns:a="http://schemas.openxmlformats.org/drawingml/2006/main" x="609600" y="863600"/>
          <a:ext xmlns:a="http://schemas.openxmlformats.org/drawingml/2006/main" cx="10972800" cy="4648200"/>
        </p:xfrm>
        <a:graphic xmlns:a="http://schemas.openxmlformats.org/drawingml/2006/main">
          <a:graphicData uri="http://schemas.openxmlformats.org/drawingml/2006/table">
            <a:tbl>
              <a:tblPr firstRow="0" firstCol="0" lastCol="0" bandRow="0" bandCol="0"/>
              <a:tblGrid>
                <a:gridCol w="5334000"/>
                <a:gridCol w="304800"/>
                <a:gridCol w="5334000"/>
              </a:tblGrid>
              <a:tr h="1143000">
                <a:tc>
                  <a:txBody>
                    <a:bodyPr>
                      <a:noAutofit/>
                    </a:bodyPr>
                    <a:lstStyle/>
                    <a:p>
                      <a:pPr>
                        <a:lnSpc>
                          <a:spcPct val="125000"/>
                        </a:lnSpc>
                        <a:buNone/>
                      </a:pPr>
                      <a:r>
                        <a:rPr sz="2400" b="1">
                          <a:solidFill>
                            <a:srgbClr val="F948BE"/>
                          </a:solidFill>
                          <a:latin typeface="Helvetica"/>
                          <a:ea typeface="Helvetica"/>
                          <a:cs typeface="Helvetica"/>
                        </a:rPr>
                        <a:t>AI during software</a:t>
                      </a:r>
                    </a:p>
                    <a:p>
                      <a:pPr>
                        <a:lnSpc>
                          <a:spcPct val="125000"/>
                        </a:lnSpc>
                        <a:buNone/>
                      </a:pPr>
                      <a:r>
                        <a:rPr sz="2400" b="1">
                          <a:solidFill>
                            <a:srgbClr val="F948BE"/>
                          </a:solidFill>
                          <a:latin typeface="Helvetica"/>
                          <a:ea typeface="Helvetica"/>
                          <a:cs typeface="Helvetica"/>
                        </a:rPr>
                        <a:t>development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AI in the product</a:t>
                      </a:r>
                    </a:p>
                    <a:p>
                      <a:pPr>
                        <a:lnSpc>
                          <a:spcPct val="125000"/>
                        </a:lnSpc>
                        <a:buNone/>
                      </a:pPr>
                      <a:r>
                        <a:rPr sz="2400" b="1">
                          <a:solidFill>
                            <a:srgbClr val="F948BE"/>
                          </a:solidFill>
                          <a:latin typeface="Helvetica"/>
                          <a:ea typeface="Helvetica"/>
                          <a:cs typeface="Helvetica"/>
                        </a:rPr>
                        <a:t>you deliver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193800">
                <a:tc>
                  <a:txBody>
                    <a:bodyPr>
                      <a:noAutofit/>
                    </a:bodyPr>
                    <a:lstStyle/>
                    <a:p>
                      <a:pPr>
                        <a:lnSpc>
                          <a:spcPct val="125000"/>
                        </a:lnSpc>
                        <a:buNone/>
                      </a:pPr>
                      <a:r>
                        <a:rPr sz="2000" b="0">
                          <a:solidFill>
                            <a:srgbClr val="FFFCF5"/>
                          </a:solidFill>
                          <a:latin typeface="Helvetica"/>
                          <a:ea typeface="Helvetica"/>
                          <a:cs typeface="Helvetica"/>
                        </a:rPr>
                        <a:t>AI helps you build the software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AI contributes to its behavior</a:t>
                      </a:r>
                    </a:p>
                    <a:p>
                      <a:pPr>
                        <a:lnSpc>
                          <a:spcPct val="125000"/>
                        </a:lnSpc>
                        <a:buNone/>
                      </a:pPr>
                      <a:r>
                        <a:rPr sz="2000" b="0">
                          <a:solidFill>
                            <a:srgbClr val="FFFCF5"/>
                          </a:solidFill>
                          <a:latin typeface="Helvetica"/>
                          <a:ea typeface="Helvetica"/>
                          <a:cs typeface="Helvetica"/>
                        </a:rPr>
                        <a:t>during use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041400">
                <a:tc>
                  <a:txBody>
                    <a:bodyPr>
                      <a:noAutofit/>
                    </a:bodyPr>
                    <a:lstStyle/>
                    <a:p>
                      <a:pPr>
                        <a:lnSpc>
                          <a:spcPct val="125000"/>
                        </a:lnSpc>
                        <a:buNone/>
                      </a:pPr>
                      <a:r>
                        <a:rPr sz="2000" b="0">
                          <a:solidFill>
                            <a:srgbClr val="FFFCF5"/>
                          </a:solidFill>
                          <a:latin typeface="Helvetica"/>
                          <a:ea typeface="Helvetica"/>
                          <a:cs typeface="Helvetica"/>
                        </a:rPr>
                        <a:t>You review and test what you ship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 also evaluate model behavior</a:t>
                      </a:r>
                    </a:p>
                    <a:p>
                      <a:pPr>
                        <a:lnSpc>
                          <a:spcPct val="125000"/>
                        </a:lnSpc>
                        <a:buNone/>
                      </a:pPr>
                      <a:r>
                        <a:rPr sz="2000" b="0">
                          <a:solidFill>
                            <a:srgbClr val="FFFCF5"/>
                          </a:solidFill>
                          <a:latin typeface="Helvetica"/>
                          <a:ea typeface="Helvetica"/>
                          <a:cs typeface="Helvetica"/>
                        </a:rPr>
                        <a:t>across representative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270000">
                <a:tc>
                  <a:txBody>
                    <a:bodyPr>
                      <a:noAutofit/>
                    </a:bodyPr>
                    <a:lstStyle/>
                    <a:p>
                      <a:pPr>
                        <a:lnSpc>
                          <a:spcPct val="125000"/>
                        </a:lnSpc>
                        <a:buNone/>
                      </a:pPr>
                      <a:r>
                        <a:rPr sz="2000" b="0">
                          <a:solidFill>
                            <a:srgbClr val="FFFCF5"/>
                          </a:solidFill>
                          <a:latin typeface="Helvetica"/>
                          <a:ea typeface="Helvetica"/>
                          <a:cs typeface="Helvetica"/>
                        </a:rPr>
                        <a:t>Your coding-tool provider operates</a:t>
                      </a:r>
                    </a:p>
                    <a:p>
                      <a:pPr>
                        <a:lnSpc>
                          <a:spcPct val="125000"/>
                        </a:lnSpc>
                        <a:buNone/>
                      </a:pPr>
                      <a:r>
                        <a:rPr sz="2000" b="0">
                          <a:solidFill>
                            <a:srgbClr val="FFFCF5"/>
                          </a:solidFill>
                          <a:latin typeface="Helvetica"/>
                          <a:ea typeface="Helvetica"/>
                          <a:cs typeface="Helvetica"/>
                        </a:rPr>
                        <a:t>the agent platform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Your team owns the AI system's</a:t>
                      </a:r>
                    </a:p>
                    <a:p>
                      <a:pPr>
                        <a:lnSpc>
                          <a:spcPct val="125000"/>
                        </a:lnSpc>
                        <a:buNone/>
                      </a:pPr>
                      <a:r>
                        <a:rPr sz="2000" b="0">
                          <a:solidFill>
                            <a:srgbClr val="FFFCF5"/>
                          </a:solidFill>
                          <a:latin typeface="Helvetica"/>
                          <a:ea typeface="Helvetica"/>
                          <a:cs typeface="Helvetica"/>
                        </a:rPr>
                        <a:t>behavior and operating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5" name="narrative-number">
            <a:extLst xmlns:a="http://schemas.openxmlformats.org/drawingml/2006/main">
              <a:ext uri="{FF2B5EF4-FFF2-40B4-BE49-F238E27FC236}">
                <a16:creationId xmlns:a16="http://schemas.microsoft.com/office/drawing/2014/main" id="{C6A18EF1-415A-4943-89F9-536EA4FD922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1175141883"/>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 name="07-text-2">
            <a:extLst xmlns:a="http://schemas.openxmlformats.org/drawingml/2006/main">
              <a:ext uri="{FF2B5EF4-FFF2-40B4-BE49-F238E27FC236}">
                <a16:creationId xmlns:a16="http://schemas.microsoft.com/office/drawing/2014/main" id="{16584CDE-BD4C-41D2-9562-F314B241DB31}"/>
              </a:ext>
            </a:extLst>
          </p:cNvPr>
          <p:cNvSpPr>
            <a:spLocks xmlns:a="http://schemas.openxmlformats.org/drawingml/2006/main"/>
          </p:cNvSpPr>
          <p:nvPr/>
        </p:nvSpPr>
        <p:spPr>
          <a:xfrm xmlns:a="http://schemas.openxmlformats.org/drawingml/2006/main">
            <a:off x="1397000" y="863600"/>
            <a:ext cx="94996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Production readiness</a:t>
            </a:r>
          </a:p>
        </p:txBody>
      </p:sp>
      <p:sp>
        <p:nvSpPr>
          <p:cNvPr id="47" name="07-text-3">
            <a:extLst xmlns:a="http://schemas.openxmlformats.org/drawingml/2006/main">
              <a:ext uri="{FF2B5EF4-FFF2-40B4-BE49-F238E27FC236}">
                <a16:creationId xmlns:a16="http://schemas.microsoft.com/office/drawing/2014/main" id="{F3686BD8-4708-44FD-AF48-252F8F276A19}"/>
              </a:ext>
            </a:extLst>
          </p:cNvPr>
          <p:cNvSpPr>
            <a:spLocks xmlns:a="http://schemas.openxmlformats.org/drawingml/2006/main"/>
          </p:cNvSpPr>
          <p:nvPr/>
        </p:nvSpPr>
        <p:spPr>
          <a:xfrm xmlns:a="http://schemas.openxmlformats.org/drawingml/2006/main">
            <a:off x="1397000" y="1676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48" name="07-text-4">
            <a:extLst xmlns:a="http://schemas.openxmlformats.org/drawingml/2006/main">
              <a:ext uri="{FF2B5EF4-FFF2-40B4-BE49-F238E27FC236}">
                <a16:creationId xmlns:a16="http://schemas.microsoft.com/office/drawing/2014/main" id="{3ED79D5C-B7F4-4A92-8B02-538D96133A9D}"/>
              </a:ext>
            </a:extLst>
          </p:cNvPr>
          <p:cNvSpPr>
            <a:spLocks xmlns:a="http://schemas.openxmlformats.org/drawingml/2006/main"/>
          </p:cNvSpPr>
          <p:nvPr/>
        </p:nvSpPr>
        <p:spPr>
          <a:xfrm xmlns:a="http://schemas.openxmlformats.org/drawingml/2006/main">
            <a:off x="1905000" y="1676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compelling prototype is not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 production readiness.</a:t>
            </a:r>
          </a:p>
        </p:txBody>
      </p:sp>
      <p:sp>
        <p:nvSpPr>
          <p:cNvPr id="49" name="07-text-5">
            <a:extLst xmlns:a="http://schemas.openxmlformats.org/drawingml/2006/main">
              <a:ext uri="{FF2B5EF4-FFF2-40B4-BE49-F238E27FC236}">
                <a16:creationId xmlns:a16="http://schemas.microsoft.com/office/drawing/2014/main" id="{883CE834-0B56-4529-B359-4B1148545CF4}"/>
              </a:ext>
            </a:extLst>
          </p:cNvPr>
          <p:cNvSpPr>
            <a:spLocks xmlns:a="http://schemas.openxmlformats.org/drawingml/2006/main"/>
          </p:cNvSpPr>
          <p:nvPr/>
        </p:nvSpPr>
        <p:spPr>
          <a:xfrm xmlns:a="http://schemas.openxmlformats.org/drawingml/2006/main">
            <a:off x="1397000" y="3200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0" name="07-text-6">
            <a:extLst xmlns:a="http://schemas.openxmlformats.org/drawingml/2006/main">
              <a:ext uri="{FF2B5EF4-FFF2-40B4-BE49-F238E27FC236}">
                <a16:creationId xmlns:a16="http://schemas.microsoft.com/office/drawing/2014/main" id="{4C210018-9D4C-4C27-AF09-30389F64480A}"/>
              </a:ext>
            </a:extLst>
          </p:cNvPr>
          <p:cNvSpPr>
            <a:spLocks xmlns:a="http://schemas.openxmlformats.org/drawingml/2006/main"/>
          </p:cNvSpPr>
          <p:nvPr/>
        </p:nvSpPr>
        <p:spPr>
          <a:xfrm xmlns:a="http://schemas.openxmlformats.org/drawingml/2006/main">
            <a:off x="1905000" y="3200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Traditional tests are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but no longer sufficient.</a:t>
            </a:r>
          </a:p>
        </p:txBody>
      </p:sp>
      <p:sp>
        <p:nvSpPr>
          <p:cNvPr id="51" name="07-text-7">
            <a:extLst xmlns:a="http://schemas.openxmlformats.org/drawingml/2006/main">
              <a:ext uri="{FF2B5EF4-FFF2-40B4-BE49-F238E27FC236}">
                <a16:creationId xmlns:a16="http://schemas.microsoft.com/office/drawing/2014/main" id="{AF5EC067-D41C-4779-AED7-34DB208ECCEC}"/>
              </a:ext>
            </a:extLst>
          </p:cNvPr>
          <p:cNvSpPr>
            <a:spLocks xmlns:a="http://schemas.openxmlformats.org/drawingml/2006/main"/>
          </p:cNvSpPr>
          <p:nvPr/>
        </p:nvSpPr>
        <p:spPr>
          <a:xfrm xmlns:a="http://schemas.openxmlformats.org/drawingml/2006/main">
            <a:off x="1397000" y="4724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2" name="07-text-8">
            <a:extLst xmlns:a="http://schemas.openxmlformats.org/drawingml/2006/main">
              <a:ext uri="{FF2B5EF4-FFF2-40B4-BE49-F238E27FC236}">
                <a16:creationId xmlns:a16="http://schemas.microsoft.com/office/drawing/2014/main" id="{11B1BD3F-34F9-4A93-994F-CBCAA6095820}"/>
              </a:ext>
            </a:extLst>
          </p:cNvPr>
          <p:cNvSpPr>
            <a:spLocks xmlns:a="http://schemas.openxmlformats.org/drawingml/2006/main"/>
          </p:cNvSpPr>
          <p:nvPr/>
        </p:nvSpPr>
        <p:spPr>
          <a:xfrm xmlns:a="http://schemas.openxmlformats.org/drawingml/2006/main">
            <a:off x="1905000" y="4724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does not stop at deployment.</a:t>
            </a:r>
          </a:p>
        </p:txBody>
      </p:sp>
      <p:sp>
        <p:nvSpPr>
          <p:cNvPr id="53" name="07-text-9">
            <a:extLst xmlns:a="http://schemas.openxmlformats.org/drawingml/2006/main">
              <a:ext uri="{FF2B5EF4-FFF2-40B4-BE49-F238E27FC236}">
                <a16:creationId xmlns:a16="http://schemas.microsoft.com/office/drawing/2014/main" id="{0498D4EF-BE83-4462-8470-5CF21A2C180B}"/>
              </a:ext>
            </a:extLst>
          </p:cNvPr>
          <p:cNvSpPr>
            <a:spLocks xmlns:a="http://schemas.openxmlformats.org/drawingml/2006/main"/>
          </p:cNvSpPr>
          <p:nvPr/>
        </p:nvSpPr>
        <p:spPr>
          <a:xfrm xmlns:a="http://schemas.openxmlformats.org/drawingml/2006/main">
            <a:off x="1905000" y="2603500"/>
            <a:ext cx="899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FFFCF5"/>
                </a:solidFill>
                <a:latin typeface="Consolas"/>
                <a:ea typeface="Consolas"/>
                <a:cs typeface="Consolas"/>
              </a:rPr>
              <a:t>works</a:t>
            </a:r>
            <a:r>
              <a:rPr b="0">
                <a:solidFill>
                  <a:srgbClr val="FDAD00"/>
                </a:solidFill>
                <a:latin typeface="Consolas"/>
                <a:ea typeface="Consolas"/>
                <a:cs typeface="Consolas"/>
              </a:rPr>
              <a:t>.any()</a:t>
            </a:r>
            <a:r>
              <a:rPr b="0">
                <a:solidFill>
                  <a:srgbClr val="ADACA9"/>
                </a:solidFill>
                <a:latin typeface="Helvetica"/>
                <a:ea typeface="Helvetica"/>
                <a:cs typeface="Helvetica"/>
              </a:rPr>
              <a:t> is not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54" name="narrative-number">
            <a:extLst xmlns:a="http://schemas.openxmlformats.org/drawingml/2006/main">
              <a:ext uri="{FF2B5EF4-FFF2-40B4-BE49-F238E27FC236}">
                <a16:creationId xmlns:a16="http://schemas.microsoft.com/office/drawing/2014/main" id="{C48081C8-2561-445E-80E3-66272E99299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2454757258"/>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5" name="section-label">
            <a:extLst xmlns:a="http://schemas.openxmlformats.org/drawingml/2006/main">
              <a:ext uri="{FF2B5EF4-FFF2-40B4-BE49-F238E27FC236}">
                <a16:creationId xmlns:a16="http://schemas.microsoft.com/office/drawing/2014/main" id="{5C81877D-9231-4087-8FDF-FC4E7EED8ED4}"/>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56" name="section-rule">
            <a:extLst xmlns:a="http://schemas.openxmlformats.org/drawingml/2006/main">
              <a:ext uri="{FF2B5EF4-FFF2-40B4-BE49-F238E27FC236}">
                <a16:creationId xmlns:a16="http://schemas.microsoft.com/office/drawing/2014/main" id="{184D0717-655E-4ADC-8955-CEAD62698731}"/>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7" name="section-title">
            <a:extLst xmlns:a="http://schemas.openxmlformats.org/drawingml/2006/main">
              <a:ext uri="{FF2B5EF4-FFF2-40B4-BE49-F238E27FC236}">
                <a16:creationId xmlns:a16="http://schemas.microsoft.com/office/drawing/2014/main" id="{27E48954-86AF-4AF7-AF23-9A07DBB156BB}"/>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58" name="narrative-number">
            <a:extLst xmlns:a="http://schemas.openxmlformats.org/drawingml/2006/main">
              <a:ext uri="{FF2B5EF4-FFF2-40B4-BE49-F238E27FC236}">
                <a16:creationId xmlns:a16="http://schemas.microsoft.com/office/drawing/2014/main" id="{092E83FF-5CD5-4067-9DD2-F513C7B068E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3320383772"/>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1" name="09-image-1"/>
          <p:cNvPicPr>
            <a:picLocks xmlns:a="http://schemas.openxmlformats.org/drawingml/2006/main" noChangeAspect="1"/>
          </p:cNvPicPr>
          <p:nvPr/>
        </p:nvPicPr>
        <p:blipFill>
          <a:blip xmlns:r="http://schemas.openxmlformats.org/officeDocument/2006/relationships" xmlns:a="http://schemas.openxmlformats.org/drawingml/2006/main" r:embed="R20128a0824f046a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0" name="narrative-number">
            <a:extLst xmlns:a="http://schemas.openxmlformats.org/drawingml/2006/main">
              <a:ext uri="{FF2B5EF4-FFF2-40B4-BE49-F238E27FC236}">
                <a16:creationId xmlns:a16="http://schemas.microsoft.com/office/drawing/2014/main" id="{274F5FA8-3BA4-4E7E-88E8-2AC024F6A8D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433912227"/>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3" name="09-image-2"/>
          <p:cNvPicPr>
            <a:picLocks xmlns:a="http://schemas.openxmlformats.org/drawingml/2006/main" noChangeAspect="1"/>
          </p:cNvPicPr>
          <p:nvPr/>
        </p:nvPicPr>
        <p:blipFill>
          <a:blip xmlns:r="http://schemas.openxmlformats.org/officeDocument/2006/relationships" xmlns:a="http://schemas.openxmlformats.org/drawingml/2006/main" r:embed="Rc212ffb23cc74a0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2" name="narrative-number">
            <a:extLst xmlns:a="http://schemas.openxmlformats.org/drawingml/2006/main">
              <a:ext uri="{FF2B5EF4-FFF2-40B4-BE49-F238E27FC236}">
                <a16:creationId xmlns:a16="http://schemas.microsoft.com/office/drawing/2014/main" id="{0EF97EF5-F6FA-4118-BB0E-406BEDC4359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822671767"/>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5" name="09-image-3"/>
          <p:cNvPicPr>
            <a:picLocks xmlns:a="http://schemas.openxmlformats.org/drawingml/2006/main" noChangeAspect="1"/>
          </p:cNvPicPr>
          <p:nvPr/>
        </p:nvPicPr>
        <p:blipFill>
          <a:blip xmlns:r="http://schemas.openxmlformats.org/officeDocument/2006/relationships" xmlns:a="http://schemas.openxmlformats.org/drawingml/2006/main" r:embed="R17c5efe7af56405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4" name="narrative-number">
            <a:extLst xmlns:a="http://schemas.openxmlformats.org/drawingml/2006/main">
              <a:ext uri="{FF2B5EF4-FFF2-40B4-BE49-F238E27FC236}">
                <a16:creationId xmlns:a16="http://schemas.microsoft.com/office/drawing/2014/main" id="{C7FE359A-2EA3-4557-BDCE-6A3F124F37D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4142857709"/>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7" name="09-image-4"/>
          <p:cNvPicPr>
            <a:picLocks xmlns:a="http://schemas.openxmlformats.org/drawingml/2006/main" noChangeAspect="1"/>
          </p:cNvPicPr>
          <p:nvPr/>
        </p:nvPicPr>
        <p:blipFill>
          <a:blip xmlns:r="http://schemas.openxmlformats.org/officeDocument/2006/relationships" xmlns:a="http://schemas.openxmlformats.org/drawingml/2006/main" r:embed="R06dbcd09e2c1416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6" name="narrative-number">
            <a:extLst xmlns:a="http://schemas.openxmlformats.org/drawingml/2006/main">
              <a:ext uri="{FF2B5EF4-FFF2-40B4-BE49-F238E27FC236}">
                <a16:creationId xmlns:a16="http://schemas.microsoft.com/office/drawing/2014/main" id="{48459529-2DEC-4597-A555-BDA09EB1951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197752076"/>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9" name="09-image-5"/>
          <p:cNvPicPr>
            <a:picLocks xmlns:a="http://schemas.openxmlformats.org/drawingml/2006/main" noChangeAspect="1"/>
          </p:cNvPicPr>
          <p:nvPr/>
        </p:nvPicPr>
        <p:blipFill>
          <a:blip xmlns:r="http://schemas.openxmlformats.org/officeDocument/2006/relationships" xmlns:a="http://schemas.openxmlformats.org/drawingml/2006/main" r:embed="R5a5074d2893f44e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8" name="narrative-number">
            <a:extLst xmlns:a="http://schemas.openxmlformats.org/drawingml/2006/main">
              <a:ext uri="{FF2B5EF4-FFF2-40B4-BE49-F238E27FC236}">
                <a16:creationId xmlns:a16="http://schemas.microsoft.com/office/drawing/2014/main" id="{1C18F492-074D-48FD-860B-40A82CFDF5B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764149052"/>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1" name="09-image-6"/>
          <p:cNvPicPr>
            <a:picLocks xmlns:a="http://schemas.openxmlformats.org/drawingml/2006/main" noChangeAspect="1"/>
          </p:cNvPicPr>
          <p:nvPr/>
        </p:nvPicPr>
        <p:blipFill>
          <a:blip xmlns:r="http://schemas.openxmlformats.org/officeDocument/2006/relationships" xmlns:a="http://schemas.openxmlformats.org/drawingml/2006/main" r:embed="Rd6bb40f8285641c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0" name="narrative-number">
            <a:extLst xmlns:a="http://schemas.openxmlformats.org/drawingml/2006/main">
              <a:ext uri="{FF2B5EF4-FFF2-40B4-BE49-F238E27FC236}">
                <a16:creationId xmlns:a16="http://schemas.microsoft.com/office/drawing/2014/main" id="{1ED92F2E-2CA0-40E3-A29D-1D45911E579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687805002"/>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1" name="!!area-name">
            <a:extLst xmlns:a="http://schemas.openxmlformats.org/drawingml/2006/main">
              <a:ext uri="{FF2B5EF4-FFF2-40B4-BE49-F238E27FC236}">
                <a16:creationId xmlns:a16="http://schemas.microsoft.com/office/drawing/2014/main" id="{AAD86C2C-3D26-4569-B81F-9D9CC6CAA9D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Perspective</a:t>
            </a:r>
          </a:p>
        </p:txBody>
      </p:sp>
      <p:pic>
        <p:nvPicPr>
          <p:cNvPr id="80" name="mini-map"/>
          <p:cNvPicPr>
            <a:picLocks xmlns:a="http://schemas.openxmlformats.org/drawingml/2006/main" noChangeAspect="1"/>
          </p:cNvPicPr>
          <p:nvPr/>
        </p:nvPicPr>
        <p:blipFill>
          <a:blip xmlns:r="http://schemas.openxmlformats.org/officeDocument/2006/relationships" xmlns:a="http://schemas.openxmlformats.org/drawingml/2006/main" r:embed="Ra9063ee4be5840c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3" name="header-divider">
            <a:extLst xmlns:a="http://schemas.openxmlformats.org/drawingml/2006/main">
              <a:ext uri="{FF2B5EF4-FFF2-40B4-BE49-F238E27FC236}">
                <a16:creationId xmlns:a16="http://schemas.microsoft.com/office/drawing/2014/main" id="{7A2F7065-938A-4E13-A5C0-2D37629AC09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74" name="10-text-1">
            <a:extLst xmlns:a="http://schemas.openxmlformats.org/drawingml/2006/main">
              <a:ext uri="{FF2B5EF4-FFF2-40B4-BE49-F238E27FC236}">
                <a16:creationId xmlns:a16="http://schemas.microsoft.com/office/drawing/2014/main" id="{0DF9103E-009D-4B29-BA17-41327168FC69}"/>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harness beats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bad harness.”</a:t>
            </a:r>
          </a:p>
        </p:txBody>
      </p:sp>
      <p:sp>
        <p:nvSpPr>
          <p:cNvPr id="75" name="10-text-2">
            <a:extLst xmlns:a="http://schemas.openxmlformats.org/drawingml/2006/main">
              <a:ext uri="{FF2B5EF4-FFF2-40B4-BE49-F238E27FC236}">
                <a16:creationId xmlns:a16="http://schemas.microsoft.com/office/drawing/2014/main" id="{043F169A-DDEE-415D-B359-06E2D467B1AC}"/>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Addy Osmani</a:t>
            </a:r>
          </a:p>
        </p:txBody>
      </p:sp>
      <p:sp>
        <p:nvSpPr>
          <p:cNvPr id="76" name="10-text-3">
            <a:extLst xmlns:a="http://schemas.openxmlformats.org/drawingml/2006/main">
              <a:ext uri="{FF2B5EF4-FFF2-40B4-BE49-F238E27FC236}">
                <a16:creationId xmlns:a16="http://schemas.microsoft.com/office/drawing/2014/main" id="{F402807A-10A4-4E4D-800D-79DC48C50504}"/>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Agent Harness Engineering, April 2026</a:t>
            </a:r>
          </a:p>
        </p:txBody>
      </p:sp>
      <p:pic>
        <p:nvPicPr>
          <p:cNvPr id="85" name="10-image-4"/>
          <p:cNvPicPr>
            <a:picLocks xmlns:a="http://schemas.openxmlformats.org/drawingml/2006/main" noChangeAspect="1"/>
          </p:cNvPicPr>
          <p:nvPr/>
        </p:nvPicPr>
        <p:blipFill>
          <a:blip xmlns:r="http://schemas.openxmlformats.org/officeDocument/2006/relationships" xmlns:a="http://schemas.openxmlformats.org/drawingml/2006/main" r:embed="Re5c372c2bc0b4c35"/>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78" name="narrative-number">
            <a:extLst xmlns:a="http://schemas.openxmlformats.org/drawingml/2006/main">
              <a:ext uri="{FF2B5EF4-FFF2-40B4-BE49-F238E27FC236}">
                <a16:creationId xmlns:a16="http://schemas.microsoft.com/office/drawing/2014/main" id="{F66EAB0F-A1C4-4EAF-A0FD-114E8BAD003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3105277179"/>
      </p:ext>
    </p:extLst>
  </p:cSld>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9" name="!!area-name">
            <a:extLst xmlns:a="http://schemas.openxmlformats.org/drawingml/2006/main">
              <a:ext uri="{FF2B5EF4-FFF2-40B4-BE49-F238E27FC236}">
                <a16:creationId xmlns:a16="http://schemas.microsoft.com/office/drawing/2014/main" id="{F682C279-9FB8-4654-9F11-A3EAF54CB0A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Foundations</a:t>
            </a:r>
          </a:p>
        </p:txBody>
      </p:sp>
      <p:pic>
        <p:nvPicPr>
          <p:cNvPr id="100" name="mini-map"/>
          <p:cNvPicPr>
            <a:picLocks xmlns:a="http://schemas.openxmlformats.org/drawingml/2006/main" noChangeAspect="1"/>
          </p:cNvPicPr>
          <p:nvPr/>
        </p:nvPicPr>
        <p:blipFill>
          <a:blip xmlns:r="http://schemas.openxmlformats.org/officeDocument/2006/relationships" xmlns:a="http://schemas.openxmlformats.org/drawingml/2006/main" r:embed="R9ab647c62cac4e1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81" name="slide-title">
            <a:extLst xmlns:a="http://schemas.openxmlformats.org/drawingml/2006/main">
              <a:ext uri="{FF2B5EF4-FFF2-40B4-BE49-F238E27FC236}">
                <a16:creationId xmlns:a16="http://schemas.microsoft.com/office/drawing/2014/main" id="{37562531-E77E-4ED5-8AF3-58FC487B7C5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invocation</a:t>
            </a:r>
          </a:p>
        </p:txBody>
      </p:sp>
      <p:sp>
        <p:nvSpPr>
          <p:cNvPr id="82" name="header-divider">
            <a:extLst xmlns:a="http://schemas.openxmlformats.org/drawingml/2006/main">
              <a:ext uri="{FF2B5EF4-FFF2-40B4-BE49-F238E27FC236}">
                <a16:creationId xmlns:a16="http://schemas.microsoft.com/office/drawing/2014/main" id="{1EC14783-5DFE-44F4-8919-D4FA1D682DD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83" name="11-text-1">
            <a:extLst xmlns:a="http://schemas.openxmlformats.org/drawingml/2006/main">
              <a:ext uri="{FF2B5EF4-FFF2-40B4-BE49-F238E27FC236}">
                <a16:creationId xmlns:a16="http://schemas.microsoft.com/office/drawing/2014/main" id="{03B836C3-9F28-440F-BEC6-85DE237C9E58}"/>
              </a:ext>
            </a:extLst>
          </p:cNvPr>
          <p:cNvSpPr>
            <a:spLocks xmlns:a="http://schemas.openxmlformats.org/drawingml/2006/main"/>
          </p:cNvSpPr>
          <p:nvPr/>
        </p:nvSpPr>
        <p:spPr>
          <a:xfrm xmlns:a="http://schemas.openxmlformats.org/drawingml/2006/main">
            <a:off x="6096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Supplied input</a:t>
            </a:r>
          </a:p>
        </p:txBody>
      </p:sp>
      <p:sp>
        <p:nvSpPr>
          <p:cNvPr id="84" name="11-text-2">
            <a:extLst xmlns:a="http://schemas.openxmlformats.org/drawingml/2006/main">
              <a:ext uri="{FF2B5EF4-FFF2-40B4-BE49-F238E27FC236}">
                <a16:creationId xmlns:a16="http://schemas.microsoft.com/office/drawing/2014/main" id="{49F9975D-BF01-459C-8985-3FAAEFE996D0}"/>
              </a:ext>
            </a:extLst>
          </p:cNvPr>
          <p:cNvSpPr>
            <a:spLocks xmlns:a="http://schemas.openxmlformats.org/drawingml/2006/main"/>
          </p:cNvSpPr>
          <p:nvPr/>
        </p:nvSpPr>
        <p:spPr>
          <a:xfrm xmlns:a="http://schemas.openxmlformats.org/drawingml/2006/main">
            <a:off x="6096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request,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evidence, tool definitions</a:t>
            </a:r>
          </a:p>
        </p:txBody>
      </p:sp>
      <p:sp>
        <p:nvSpPr>
          <p:cNvPr id="85" name="11-text-3">
            <a:extLst xmlns:a="http://schemas.openxmlformats.org/drawingml/2006/main">
              <a:ext uri="{FF2B5EF4-FFF2-40B4-BE49-F238E27FC236}">
                <a16:creationId xmlns:a16="http://schemas.microsoft.com/office/drawing/2014/main" id="{AE3BEE4F-652B-4461-8801-4CEF5AE36099}"/>
              </a:ext>
            </a:extLst>
          </p:cNvPr>
          <p:cNvSpPr>
            <a:spLocks xmlns:a="http://schemas.openxmlformats.org/drawingml/2006/main"/>
          </p:cNvSpPr>
          <p:nvPr/>
        </p:nvSpPr>
        <p:spPr>
          <a:xfrm xmlns:a="http://schemas.openxmlformats.org/drawingml/2006/main">
            <a:off x="45212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Inference</a:t>
            </a:r>
          </a:p>
        </p:txBody>
      </p:sp>
      <p:sp>
        <p:nvSpPr>
          <p:cNvPr id="86" name="11-text-4">
            <a:extLst xmlns:a="http://schemas.openxmlformats.org/drawingml/2006/main">
              <a:ext uri="{FF2B5EF4-FFF2-40B4-BE49-F238E27FC236}">
                <a16:creationId xmlns:a16="http://schemas.microsoft.com/office/drawing/2014/main" id="{A2FF4136-1957-40EE-B2EC-8554DC0BAF63}"/>
              </a:ext>
            </a:extLst>
          </p:cNvPr>
          <p:cNvSpPr>
            <a:spLocks xmlns:a="http://schemas.openxmlformats.org/drawingml/2006/main"/>
          </p:cNvSpPr>
          <p:nvPr/>
        </p:nvSpPr>
        <p:spPr>
          <a:xfrm xmlns:a="http://schemas.openxmlformats.org/drawingml/2006/main">
            <a:off x="45212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Run a trained model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selected settings</a:t>
            </a:r>
          </a:p>
        </p:txBody>
      </p:sp>
      <p:sp>
        <p:nvSpPr>
          <p:cNvPr id="87" name="11-text-5">
            <a:extLst xmlns:a="http://schemas.openxmlformats.org/drawingml/2006/main">
              <a:ext uri="{FF2B5EF4-FFF2-40B4-BE49-F238E27FC236}">
                <a16:creationId xmlns:a16="http://schemas.microsoft.com/office/drawing/2014/main" id="{25BA1030-52F4-47F4-A7FD-6B96CCF16C10}"/>
              </a:ext>
            </a:extLst>
          </p:cNvPr>
          <p:cNvSpPr>
            <a:spLocks xmlns:a="http://schemas.openxmlformats.org/drawingml/2006/main"/>
          </p:cNvSpPr>
          <p:nvPr/>
        </p:nvSpPr>
        <p:spPr>
          <a:xfrm xmlns:a="http://schemas.openxmlformats.org/drawingml/2006/main">
            <a:off x="84328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Generated output</a:t>
            </a:r>
          </a:p>
        </p:txBody>
      </p:sp>
      <p:sp>
        <p:nvSpPr>
          <p:cNvPr id="88" name="11-text-6">
            <a:extLst xmlns:a="http://schemas.openxmlformats.org/drawingml/2006/main">
              <a:ext uri="{FF2B5EF4-FFF2-40B4-BE49-F238E27FC236}">
                <a16:creationId xmlns:a16="http://schemas.microsoft.com/office/drawing/2014/main" id="{E2AAA8F9-62D2-4D7A-96F6-29E21339ECB2}"/>
              </a:ext>
            </a:extLst>
          </p:cNvPr>
          <p:cNvSpPr>
            <a:spLocks xmlns:a="http://schemas.openxmlformats.org/drawingml/2006/main"/>
          </p:cNvSpPr>
          <p:nvPr/>
        </p:nvSpPr>
        <p:spPr>
          <a:xfrm xmlns:a="http://schemas.openxmlformats.org/drawingml/2006/main">
            <a:off x="84328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Response 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proposed tool call</a:t>
            </a:r>
          </a:p>
        </p:txBody>
      </p:sp>
      <p:sp>
        <p:nvSpPr>
          <p:cNvPr id="89" name="11-line-8">
            <a:extLst xmlns:a="http://schemas.openxmlformats.org/drawingml/2006/main">
              <a:ext uri="{FF2B5EF4-FFF2-40B4-BE49-F238E27FC236}">
                <a16:creationId xmlns:a16="http://schemas.microsoft.com/office/drawing/2014/main" id="{F74E5A53-4646-4366-9801-AFD2786F0293}"/>
              </a:ext>
            </a:extLst>
          </p:cNvPr>
          <p:cNvSpPr>
            <a:spLocks xmlns:a="http://schemas.openxmlformats.org/drawingml/2006/main"/>
          </p:cNvSpPr>
          <p:nvPr/>
        </p:nvSpPr>
        <p:spPr>
          <a:xfrm xmlns:a="http://schemas.openxmlformats.org/drawingml/2006/main" flipH="0" flipV="0">
            <a:off x="39116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90" name="11-line-10">
            <a:extLst xmlns:a="http://schemas.openxmlformats.org/drawingml/2006/main">
              <a:ext uri="{FF2B5EF4-FFF2-40B4-BE49-F238E27FC236}">
                <a16:creationId xmlns:a16="http://schemas.microsoft.com/office/drawing/2014/main" id="{7C7FFA61-3C4F-4399-A454-E2805805B5AF}"/>
              </a:ext>
            </a:extLst>
          </p:cNvPr>
          <p:cNvSpPr>
            <a:spLocks xmlns:a="http://schemas.openxmlformats.org/drawingml/2006/main"/>
          </p:cNvSpPr>
          <p:nvPr/>
        </p:nvSpPr>
        <p:spPr>
          <a:xfrm xmlns:a="http://schemas.openxmlformats.org/drawingml/2006/main" flipH="0" flipV="0">
            <a:off x="78232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91" name="11-text-11">
            <a:extLst xmlns:a="http://schemas.openxmlformats.org/drawingml/2006/main">
              <a:ext uri="{FF2B5EF4-FFF2-40B4-BE49-F238E27FC236}">
                <a16:creationId xmlns:a16="http://schemas.microsoft.com/office/drawing/2014/main" id="{BA19C831-1D75-42EA-A278-D6189C7E60A2}"/>
              </a:ext>
            </a:extLst>
          </p:cNvPr>
          <p:cNvSpPr>
            <a:spLocks xmlns:a="http://schemas.openxmlformats.org/drawingml/2006/main"/>
          </p:cNvSpPr>
          <p:nvPr/>
        </p:nvSpPr>
        <p:spPr>
          <a:xfrm xmlns:a="http://schemas.openxmlformats.org/drawingml/2006/main">
            <a:off x="609600" y="4064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Tokens</a:t>
            </a:r>
          </a:p>
        </p:txBody>
      </p:sp>
      <p:sp>
        <p:nvSpPr>
          <p:cNvPr id="92" name="11-text-12">
            <a:extLst xmlns:a="http://schemas.openxmlformats.org/drawingml/2006/main">
              <a:ext uri="{FF2B5EF4-FFF2-40B4-BE49-F238E27FC236}">
                <a16:creationId xmlns:a16="http://schemas.microsoft.com/office/drawing/2014/main" id="{A6B25B9C-2D1E-4F4A-A1E6-4C122497B315}"/>
              </a:ext>
            </a:extLst>
          </p:cNvPr>
          <p:cNvSpPr>
            <a:spLocks xmlns:a="http://schemas.openxmlformats.org/drawingml/2006/main"/>
          </p:cNvSpPr>
          <p:nvPr/>
        </p:nvSpPr>
        <p:spPr>
          <a:xfrm xmlns:a="http://schemas.openxmlformats.org/drawingml/2006/main">
            <a:off x="3708400" y="4064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Units of content the model processes and generates.</a:t>
            </a:r>
          </a:p>
        </p:txBody>
      </p:sp>
      <p:sp>
        <p:nvSpPr>
          <p:cNvPr id="93" name="11-text-13">
            <a:extLst xmlns:a="http://schemas.openxmlformats.org/drawingml/2006/main">
              <a:ext uri="{FF2B5EF4-FFF2-40B4-BE49-F238E27FC236}">
                <a16:creationId xmlns:a16="http://schemas.microsoft.com/office/drawing/2014/main" id="{544355A4-3F4A-40D0-88BE-C9A8BA352747}"/>
              </a:ext>
            </a:extLst>
          </p:cNvPr>
          <p:cNvSpPr>
            <a:spLocks xmlns:a="http://schemas.openxmlformats.org/drawingml/2006/main"/>
          </p:cNvSpPr>
          <p:nvPr/>
        </p:nvSpPr>
        <p:spPr>
          <a:xfrm xmlns:a="http://schemas.openxmlformats.org/drawingml/2006/main">
            <a:off x="609600" y="4572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Context limit</a:t>
            </a:r>
          </a:p>
        </p:txBody>
      </p:sp>
      <p:sp>
        <p:nvSpPr>
          <p:cNvPr id="94" name="11-text-14">
            <a:extLst xmlns:a="http://schemas.openxmlformats.org/drawingml/2006/main">
              <a:ext uri="{FF2B5EF4-FFF2-40B4-BE49-F238E27FC236}">
                <a16:creationId xmlns:a16="http://schemas.microsoft.com/office/drawing/2014/main" id="{581E144A-A53E-40B8-B1DA-B4BDC7EEDF26}"/>
              </a:ext>
            </a:extLst>
          </p:cNvPr>
          <p:cNvSpPr>
            <a:spLocks xmlns:a="http://schemas.openxmlformats.org/drawingml/2006/main"/>
          </p:cNvSpPr>
          <p:nvPr/>
        </p:nvSpPr>
        <p:spPr>
          <a:xfrm xmlns:a="http://schemas.openxmlformats.org/drawingml/2006/main">
            <a:off x="3708400" y="4572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Capacity for input and generated tokens.</a:t>
            </a:r>
          </a:p>
        </p:txBody>
      </p:sp>
      <p:sp>
        <p:nvSpPr>
          <p:cNvPr id="95" name="11-text-15">
            <a:extLst xmlns:a="http://schemas.openxmlformats.org/drawingml/2006/main">
              <a:ext uri="{FF2B5EF4-FFF2-40B4-BE49-F238E27FC236}">
                <a16:creationId xmlns:a16="http://schemas.microsoft.com/office/drawing/2014/main" id="{CBE0A40A-B1A3-4128-9EE1-33F7CD9B0F54}"/>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Reasoning settings</a:t>
            </a:r>
          </a:p>
        </p:txBody>
      </p:sp>
      <p:sp>
        <p:nvSpPr>
          <p:cNvPr id="96" name="11-text-16">
            <a:extLst xmlns:a="http://schemas.openxmlformats.org/drawingml/2006/main">
              <a:ext uri="{FF2B5EF4-FFF2-40B4-BE49-F238E27FC236}">
                <a16:creationId xmlns:a16="http://schemas.microsoft.com/office/drawing/2014/main" id="{6A367B17-1392-4929-BC28-B26CD11637C9}"/>
              </a:ext>
            </a:extLst>
          </p:cNvPr>
          <p:cNvSpPr>
            <a:spLocks xmlns:a="http://schemas.openxmlformats.org/drawingml/2006/main"/>
          </p:cNvSpPr>
          <p:nvPr/>
        </p:nvSpPr>
        <p:spPr>
          <a:xfrm xmlns:a="http://schemas.openxmlformats.org/drawingml/2006/main">
            <a:off x="3708400" y="5080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Control reasoning effort where supported.</a:t>
            </a:r>
          </a:p>
        </p:txBody>
      </p:sp>
      <p:sp>
        <p:nvSpPr>
          <p:cNvPr id="97" name="11-text-17">
            <a:extLst xmlns:a="http://schemas.openxmlformats.org/drawingml/2006/main">
              <a:ext uri="{FF2B5EF4-FFF2-40B4-BE49-F238E27FC236}">
                <a16:creationId xmlns:a16="http://schemas.microsoft.com/office/drawing/2014/main" id="{D96480B8-E442-476F-85BC-BBB32A8594FD}"/>
              </a:ext>
            </a:extLst>
          </p:cNvPr>
          <p:cNvSpPr>
            <a:spLocks xmlns:a="http://schemas.openxmlformats.org/drawingml/2006/main"/>
          </p:cNvSpPr>
          <p:nvPr/>
        </p:nvSpPr>
        <p:spPr>
          <a:xfrm xmlns:a="http://schemas.openxmlformats.org/drawingml/2006/main">
            <a:off x="609600" y="5816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 a configuration suited to the task and approved for the data.</a:t>
            </a:r>
          </a:p>
        </p:txBody>
      </p:sp>
      <p:sp>
        <p:nvSpPr>
          <p:cNvPr id="98" name="narrative-number">
            <a:extLst xmlns:a="http://schemas.openxmlformats.org/drawingml/2006/main">
              <a:ext uri="{FF2B5EF4-FFF2-40B4-BE49-F238E27FC236}">
                <a16:creationId xmlns:a16="http://schemas.microsoft.com/office/drawing/2014/main" id="{AB4F92F9-0FB4-4920-8FEA-53711C9B662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2952798714"/>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99" name="!!area-name">
            <a:extLst xmlns:a="http://schemas.openxmlformats.org/drawingml/2006/main">
              <a:ext uri="{FF2B5EF4-FFF2-40B4-BE49-F238E27FC236}">
                <a16:creationId xmlns:a16="http://schemas.microsoft.com/office/drawing/2014/main" id="{9433681C-0AA6-4187-8098-44873933BDE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Decisions</a:t>
            </a:r>
          </a:p>
        </p:txBody>
      </p:sp>
      <p:pic>
        <p:nvPicPr>
          <p:cNvPr id="111" name="mini-map"/>
          <p:cNvPicPr>
            <a:picLocks xmlns:a="http://schemas.openxmlformats.org/drawingml/2006/main" noChangeAspect="1"/>
          </p:cNvPicPr>
          <p:nvPr/>
        </p:nvPicPr>
        <p:blipFill>
          <a:blip xmlns:r="http://schemas.openxmlformats.org/officeDocument/2006/relationships" xmlns:a="http://schemas.openxmlformats.org/drawingml/2006/main" r:embed="R0812d49e03db482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01" name="slide-title">
            <a:extLst xmlns:a="http://schemas.openxmlformats.org/drawingml/2006/main">
              <a:ext uri="{FF2B5EF4-FFF2-40B4-BE49-F238E27FC236}">
                <a16:creationId xmlns:a16="http://schemas.microsoft.com/office/drawing/2014/main" id="{B8CD3DCD-5608-4324-AE75-DD7E39AF53A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Selecting a model configuration</a:t>
            </a:r>
          </a:p>
        </p:txBody>
      </p:sp>
      <p:sp>
        <p:nvSpPr>
          <p:cNvPr id="102" name="header-divider">
            <a:extLst xmlns:a="http://schemas.openxmlformats.org/drawingml/2006/main">
              <a:ext uri="{FF2B5EF4-FFF2-40B4-BE49-F238E27FC236}">
                <a16:creationId xmlns:a16="http://schemas.microsoft.com/office/drawing/2014/main" id="{1B1A9CF1-0B1C-4E7B-AD8C-2B4E49656A6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03" name="12-text-1">
            <a:extLst xmlns:a="http://schemas.openxmlformats.org/drawingml/2006/main">
              <a:ext uri="{FF2B5EF4-FFF2-40B4-BE49-F238E27FC236}">
                <a16:creationId xmlns:a16="http://schemas.microsoft.com/office/drawing/2014/main" id="{180A34FC-64F7-4923-A4FE-97CC682F9D15}"/>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Eligible options</a:t>
            </a:r>
          </a:p>
        </p:txBody>
      </p:sp>
      <p:sp>
        <p:nvSpPr>
          <p:cNvPr id="104" name="12-text-2">
            <a:extLst xmlns:a="http://schemas.openxmlformats.org/drawingml/2006/main">
              <a:ext uri="{FF2B5EF4-FFF2-40B4-BE49-F238E27FC236}">
                <a16:creationId xmlns:a16="http://schemas.microsoft.com/office/drawing/2014/main" id="{CBBCE115-ECAD-48BB-96F9-A8E408C87A4F}"/>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Approved for the data, environment, and intended use.</a:t>
            </a:r>
          </a:p>
        </p:txBody>
      </p:sp>
      <p:sp>
        <p:nvSpPr>
          <p:cNvPr id="105" name="12-text-3">
            <a:extLst xmlns:a="http://schemas.openxmlformats.org/drawingml/2006/main">
              <a:ext uri="{FF2B5EF4-FFF2-40B4-BE49-F238E27FC236}">
                <a16:creationId xmlns:a16="http://schemas.microsoft.com/office/drawing/2014/main" id="{B505E5D8-1AEB-47A4-8425-BC9FBCF2EC15}"/>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Required quality</a:t>
            </a:r>
          </a:p>
        </p:txBody>
      </p:sp>
      <p:sp>
        <p:nvSpPr>
          <p:cNvPr id="106" name="12-text-4">
            <a:extLst xmlns:a="http://schemas.openxmlformats.org/drawingml/2006/main">
              <a:ext uri="{FF2B5EF4-FFF2-40B4-BE49-F238E27FC236}">
                <a16:creationId xmlns:a16="http://schemas.microsoft.com/office/drawing/2014/main" id="{5098E10D-154C-484D-8CE5-8C54B077A967}"/>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Representative tasks, with clear acceptance criteria.</a:t>
            </a:r>
          </a:p>
        </p:txBody>
      </p:sp>
      <p:sp>
        <p:nvSpPr>
          <p:cNvPr id="107" name="12-text-5">
            <a:extLst xmlns:a="http://schemas.openxmlformats.org/drawingml/2006/main">
              <a:ext uri="{FF2B5EF4-FFF2-40B4-BE49-F238E27FC236}">
                <a16:creationId xmlns:a16="http://schemas.microsoft.com/office/drawing/2014/main" id="{8C995083-5913-48D5-8E5F-A2B363C864DD}"/>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Task efficiency</a:t>
            </a:r>
          </a:p>
        </p:txBody>
      </p:sp>
      <p:sp>
        <p:nvSpPr>
          <p:cNvPr id="108" name="12-text-6">
            <a:extLst xmlns:a="http://schemas.openxmlformats.org/drawingml/2006/main">
              <a:ext uri="{FF2B5EF4-FFF2-40B4-BE49-F238E27FC236}">
                <a16:creationId xmlns:a16="http://schemas.microsoft.com/office/drawing/2014/main" id="{F73A4442-C5E5-4EEA-9DB9-192BB1D14860}"/>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time and cost per successful task,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including retries and review.</a:t>
            </a:r>
          </a:p>
        </p:txBody>
      </p:sp>
      <p:sp>
        <p:nvSpPr>
          <p:cNvPr id="109" name="narrative-number">
            <a:extLst xmlns:a="http://schemas.openxmlformats.org/drawingml/2006/main">
              <a:ext uri="{FF2B5EF4-FFF2-40B4-BE49-F238E27FC236}">
                <a16:creationId xmlns:a16="http://schemas.microsoft.com/office/drawing/2014/main" id="{50A90477-CEEB-4AEA-91D1-96E82530449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3304762195"/>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10" name="!!area-name">
            <a:extLst xmlns:a="http://schemas.openxmlformats.org/drawingml/2006/main">
              <a:ext uri="{FF2B5EF4-FFF2-40B4-BE49-F238E27FC236}">
                <a16:creationId xmlns:a16="http://schemas.microsoft.com/office/drawing/2014/main" id="{EC1E6B1D-321F-48CB-8D96-53FE6A162D4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Challenges and pitfalls</a:t>
            </a:r>
          </a:p>
        </p:txBody>
      </p:sp>
      <p:pic>
        <p:nvPicPr>
          <p:cNvPr id="124" name="mini-map"/>
          <p:cNvPicPr>
            <a:picLocks xmlns:a="http://schemas.openxmlformats.org/drawingml/2006/main" noChangeAspect="1"/>
          </p:cNvPicPr>
          <p:nvPr/>
        </p:nvPicPr>
        <p:blipFill>
          <a:blip xmlns:r="http://schemas.openxmlformats.org/officeDocument/2006/relationships" xmlns:a="http://schemas.openxmlformats.org/drawingml/2006/main" r:embed="Rdd00f401b440495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12" name="slide-title">
            <a:extLst xmlns:a="http://schemas.openxmlformats.org/drawingml/2006/main">
              <a:ext uri="{FF2B5EF4-FFF2-40B4-BE49-F238E27FC236}">
                <a16:creationId xmlns:a16="http://schemas.microsoft.com/office/drawing/2014/main" id="{3BAA9C95-ACF7-49F4-8F13-032000182E9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Model-selection pitfalls</a:t>
            </a:r>
          </a:p>
        </p:txBody>
      </p:sp>
      <p:sp>
        <p:nvSpPr>
          <p:cNvPr id="113" name="header-divider">
            <a:extLst xmlns:a="http://schemas.openxmlformats.org/drawingml/2006/main">
              <a:ext uri="{FF2B5EF4-FFF2-40B4-BE49-F238E27FC236}">
                <a16:creationId xmlns:a16="http://schemas.microsoft.com/office/drawing/2014/main" id="{4092EEE9-BC81-4F65-9181-D09DBDB0FF8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14" name="13-text-1">
            <a:extLst xmlns:a="http://schemas.openxmlformats.org/drawingml/2006/main">
              <a:ext uri="{FF2B5EF4-FFF2-40B4-BE49-F238E27FC236}">
                <a16:creationId xmlns:a16="http://schemas.microsoft.com/office/drawing/2014/main" id="{C4879D28-9AF9-4AA6-B6E8-6F440C015EDA}"/>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Capacity</a:t>
            </a:r>
          </a:p>
        </p:txBody>
      </p:sp>
      <p:sp>
        <p:nvSpPr>
          <p:cNvPr id="115" name="13-text-2">
            <a:extLst xmlns:a="http://schemas.openxmlformats.org/drawingml/2006/main">
              <a:ext uri="{FF2B5EF4-FFF2-40B4-BE49-F238E27FC236}">
                <a16:creationId xmlns:a16="http://schemas.microsoft.com/office/drawing/2014/main" id="{E572E597-C60C-4CBC-8D79-1318AD631FC1}"/>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Evidence fits, but the result still needs checking.</a:t>
            </a:r>
          </a:p>
        </p:txBody>
      </p:sp>
      <p:sp>
        <p:nvSpPr>
          <p:cNvPr id="116" name="13-text-3">
            <a:extLst xmlns:a="http://schemas.openxmlformats.org/drawingml/2006/main">
              <a:ext uri="{FF2B5EF4-FFF2-40B4-BE49-F238E27FC236}">
                <a16:creationId xmlns:a16="http://schemas.microsoft.com/office/drawing/2014/main" id="{C95186C7-2589-4EE2-9101-AD7DDB4117B7}"/>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Effort</a:t>
            </a:r>
          </a:p>
        </p:txBody>
      </p:sp>
      <p:sp>
        <p:nvSpPr>
          <p:cNvPr id="117" name="13-text-4">
            <a:extLst xmlns:a="http://schemas.openxmlformats.org/drawingml/2006/main">
              <a:ext uri="{FF2B5EF4-FFF2-40B4-BE49-F238E27FC236}">
                <a16:creationId xmlns:a16="http://schemas.microsoft.com/office/drawing/2014/main" id="{4A2A6238-1F4F-4BC6-8ECC-1BFCD6BE6528}"/>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higher setting still needs task evidence.</a:t>
            </a:r>
          </a:p>
        </p:txBody>
      </p:sp>
      <p:sp>
        <p:nvSpPr>
          <p:cNvPr id="118" name="13-text-5">
            <a:extLst xmlns:a="http://schemas.openxmlformats.org/drawingml/2006/main">
              <a:ext uri="{FF2B5EF4-FFF2-40B4-BE49-F238E27FC236}">
                <a16:creationId xmlns:a16="http://schemas.microsoft.com/office/drawing/2014/main" id="{C66E1CE9-B98A-4B67-BCA1-F620F2E2165A}"/>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Cost</a:t>
            </a:r>
          </a:p>
        </p:txBody>
      </p:sp>
      <p:sp>
        <p:nvSpPr>
          <p:cNvPr id="119" name="13-text-6">
            <a:extLst xmlns:a="http://schemas.openxmlformats.org/drawingml/2006/main">
              <a:ext uri="{FF2B5EF4-FFF2-40B4-BE49-F238E27FC236}">
                <a16:creationId xmlns:a16="http://schemas.microsoft.com/office/drawing/2014/main" id="{5394FF06-BDE2-430E-B1CF-C1A5B753302B}"/>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Token price omits retries and review.</a:t>
            </a:r>
          </a:p>
        </p:txBody>
      </p:sp>
      <p:sp>
        <p:nvSpPr>
          <p:cNvPr id="120" name="13-text-7">
            <a:extLst xmlns:a="http://schemas.openxmlformats.org/drawingml/2006/main">
              <a:ext uri="{FF2B5EF4-FFF2-40B4-BE49-F238E27FC236}">
                <a16:creationId xmlns:a16="http://schemas.microsoft.com/office/drawing/2014/main" id="{DF16C8E1-7B24-429A-9D46-F42650DF6737}"/>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Pitfall</a:t>
            </a:r>
          </a:p>
        </p:txBody>
      </p:sp>
      <p:sp>
        <p:nvSpPr>
          <p:cNvPr id="121" name="13-text-8">
            <a:extLst xmlns:a="http://schemas.openxmlformats.org/drawingml/2006/main">
              <a:ext uri="{FF2B5EF4-FFF2-40B4-BE49-F238E27FC236}">
                <a16:creationId xmlns:a16="http://schemas.microsoft.com/office/drawing/2014/main" id="{A9AB3821-74DF-40B6-B269-7AC2C1FCA988}"/>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Selecting or changing models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testing them on your task.</a:t>
            </a:r>
          </a:p>
        </p:txBody>
      </p:sp>
      <p:sp>
        <p:nvSpPr>
          <p:cNvPr id="122" name="narrative-number">
            <a:extLst xmlns:a="http://schemas.openxmlformats.org/drawingml/2006/main">
              <a:ext uri="{FF2B5EF4-FFF2-40B4-BE49-F238E27FC236}">
                <a16:creationId xmlns:a16="http://schemas.microsoft.com/office/drawing/2014/main" id="{7CCEB3FF-922B-42A7-924E-607BBC2A954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2781791413"/>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3" name="!!area-name">
            <a:extLst xmlns:a="http://schemas.openxmlformats.org/drawingml/2006/main">
              <a:ext uri="{FF2B5EF4-FFF2-40B4-BE49-F238E27FC236}">
                <a16:creationId xmlns:a16="http://schemas.microsoft.com/office/drawing/2014/main" id="{A2FDFB97-D8D8-470F-8323-1833083A5FE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FRB application</a:t>
            </a:r>
          </a:p>
        </p:txBody>
      </p:sp>
      <p:pic>
        <p:nvPicPr>
          <p:cNvPr id="137" name="mini-map"/>
          <p:cNvPicPr>
            <a:picLocks xmlns:a="http://schemas.openxmlformats.org/drawingml/2006/main" noChangeAspect="1"/>
          </p:cNvPicPr>
          <p:nvPr/>
        </p:nvPicPr>
        <p:blipFill>
          <a:blip xmlns:r="http://schemas.openxmlformats.org/officeDocument/2006/relationships" xmlns:a="http://schemas.openxmlformats.org/drawingml/2006/main" r:embed="R6cefd9bbfca843a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25" name="slide-title">
            <a:extLst xmlns:a="http://schemas.openxmlformats.org/drawingml/2006/main">
              <a:ext uri="{FF2B5EF4-FFF2-40B4-BE49-F238E27FC236}">
                <a16:creationId xmlns:a16="http://schemas.microsoft.com/office/drawing/2014/main" id="{4DCA2954-CBE6-47B7-A22F-8C279A3E93B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 for the FRB brief</a:t>
            </a:r>
          </a:p>
        </p:txBody>
      </p:sp>
      <p:sp>
        <p:nvSpPr>
          <p:cNvPr id="126" name="header-divider">
            <a:extLst xmlns:a="http://schemas.openxmlformats.org/drawingml/2006/main">
              <a:ext uri="{FF2B5EF4-FFF2-40B4-BE49-F238E27FC236}">
                <a16:creationId xmlns:a16="http://schemas.microsoft.com/office/drawing/2014/main" id="{87A40D9F-2162-4BEE-9866-7DCCFE1E5D3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27" name="14-text-1">
            <a:extLst xmlns:a="http://schemas.openxmlformats.org/drawingml/2006/main">
              <a:ext uri="{FF2B5EF4-FFF2-40B4-BE49-F238E27FC236}">
                <a16:creationId xmlns:a16="http://schemas.microsoft.com/office/drawing/2014/main" id="{3DE6D0C4-6342-4FCA-A515-A6137D094FCF}"/>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design. No model results claimed.</a:t>
            </a:r>
          </a:p>
        </p:txBody>
      </p:sp>
      <p:sp>
        <p:nvSpPr>
          <p:cNvPr id="128" name="14-text-2">
            <a:extLst xmlns:a="http://schemas.openxmlformats.org/drawingml/2006/main">
              <a:ext uri="{FF2B5EF4-FFF2-40B4-BE49-F238E27FC236}">
                <a16:creationId xmlns:a16="http://schemas.microsoft.com/office/drawing/2014/main" id="{DD20EE3D-6C18-4FF5-AA5C-370B429E23FD}"/>
              </a:ext>
            </a:extLst>
          </p:cNvPr>
          <p:cNvSpPr>
            <a:spLocks xmlns:a="http://schemas.openxmlformats.org/drawingml/2006/main"/>
          </p:cNvSpPr>
          <p:nvPr/>
        </p:nvSpPr>
        <p:spPr>
          <a:xfrm xmlns:a="http://schemas.openxmlformats.org/drawingml/2006/main">
            <a:off x="609600" y="2844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CUI/ECI corpus. Approved options assumed older and less capable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this synthesis.</a:t>
            </a:r>
          </a:p>
        </p:txBody>
      </p:sp>
      <p:sp>
        <p:nvSpPr>
          <p:cNvPr id="129" name="14-text-3">
            <a:extLst xmlns:a="http://schemas.openxmlformats.org/drawingml/2006/main">
              <a:ext uri="{FF2B5EF4-FFF2-40B4-BE49-F238E27FC236}">
                <a16:creationId xmlns:a16="http://schemas.microsoft.com/office/drawing/2014/main" id="{3526FA91-B0C2-4C17-A019-7C809761B887}"/>
              </a:ext>
            </a:extLst>
          </p:cNvPr>
          <p:cNvSpPr>
            <a:spLocks xmlns:a="http://schemas.openxmlformats.org/drawingml/2006/main"/>
          </p:cNvSpPr>
          <p:nvPr/>
        </p:nvSpPr>
        <p:spPr>
          <a:xfrm xmlns:a="http://schemas.openxmlformats.org/drawingml/2006/main">
            <a:off x="6096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Design</a:t>
            </a:r>
          </a:p>
        </p:txBody>
      </p:sp>
      <p:sp>
        <p:nvSpPr>
          <p:cNvPr id="130" name="14-text-4">
            <a:extLst xmlns:a="http://schemas.openxmlformats.org/drawingml/2006/main">
              <a:ext uri="{FF2B5EF4-FFF2-40B4-BE49-F238E27FC236}">
                <a16:creationId xmlns:a16="http://schemas.microsoft.com/office/drawing/2014/main" id="{DD09DFFE-2DBE-4877-9AB1-BBA0280CEE93}"/>
              </a:ext>
            </a:extLst>
          </p:cNvPr>
          <p:cNvSpPr>
            <a:spLocks xmlns:a="http://schemas.openxmlformats.org/drawingml/2006/main"/>
          </p:cNvSpPr>
          <p:nvPr/>
        </p:nvSpPr>
        <p:spPr>
          <a:xfrm xmlns:a="http://schemas.openxmlformats.org/drawingml/2006/main">
            <a:off x="609600" y="4140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one eligible configuration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summaries and cross-case synthesis.</a:t>
            </a:r>
          </a:p>
        </p:txBody>
      </p:sp>
      <p:sp>
        <p:nvSpPr>
          <p:cNvPr id="131" name="14-text-5">
            <a:extLst xmlns:a="http://schemas.openxmlformats.org/drawingml/2006/main">
              <a:ext uri="{FF2B5EF4-FFF2-40B4-BE49-F238E27FC236}">
                <a16:creationId xmlns:a16="http://schemas.microsoft.com/office/drawing/2014/main" id="{FEDFFFE9-4E27-4CB3-8B36-001B4FD109A1}"/>
              </a:ext>
            </a:extLst>
          </p:cNvPr>
          <p:cNvSpPr>
            <a:spLocks xmlns:a="http://schemas.openxmlformats.org/drawingml/2006/main"/>
          </p:cNvSpPr>
          <p:nvPr/>
        </p:nvSpPr>
        <p:spPr>
          <a:xfrm xmlns:a="http://schemas.openxmlformats.org/drawingml/2006/main">
            <a:off x="609600" y="51816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Failure to test</a:t>
            </a:r>
          </a:p>
        </p:txBody>
      </p:sp>
      <p:sp>
        <p:nvSpPr>
          <p:cNvPr id="132" name="14-text-6">
            <a:extLst xmlns:a="http://schemas.openxmlformats.org/drawingml/2006/main">
              <a:ext uri="{FF2B5EF4-FFF2-40B4-BE49-F238E27FC236}">
                <a16:creationId xmlns:a16="http://schemas.microsoft.com/office/drawing/2014/main" id="{2539C2E8-9849-443A-AACA-00E8C24562BA}"/>
              </a:ext>
            </a:extLst>
          </p:cNvPr>
          <p:cNvSpPr>
            <a:spLocks xmlns:a="http://schemas.openxmlformats.org/drawingml/2006/main"/>
          </p:cNvSpPr>
          <p:nvPr/>
        </p:nvSpPr>
        <p:spPr>
          <a:xfrm xmlns:a="http://schemas.openxmlformats.org/drawingml/2006/main">
            <a:off x="609600" y="56134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Possible bearing wear becomes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confirmed cause.</a:t>
            </a:r>
          </a:p>
        </p:txBody>
      </p:sp>
      <p:sp>
        <p:nvSpPr>
          <p:cNvPr id="133" name="14-text-7">
            <a:extLst xmlns:a="http://schemas.openxmlformats.org/drawingml/2006/main">
              <a:ext uri="{FF2B5EF4-FFF2-40B4-BE49-F238E27FC236}">
                <a16:creationId xmlns:a16="http://schemas.microsoft.com/office/drawing/2014/main" id="{043917B0-0120-47CA-B81B-EC07C53CFD07}"/>
              </a:ext>
            </a:extLst>
          </p:cNvPr>
          <p:cNvSpPr>
            <a:spLocks xmlns:a="http://schemas.openxmlformats.org/drawingml/2006/main"/>
          </p:cNvSpPr>
          <p:nvPr/>
        </p:nvSpPr>
        <p:spPr>
          <a:xfrm xmlns:a="http://schemas.openxmlformats.org/drawingml/2006/main">
            <a:off x="62484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Selection scorecard</a:t>
            </a:r>
          </a:p>
        </p:txBody>
      </p:sp>
      <p:graphicFrame>
        <p:nvGraphicFramePr>
          <p:cNvPr id="147" name="14-table-8"/>
          <p:cNvGraphicFramePr/>
          <p:nvPr/>
        </p:nvGraphicFramePr>
        <p:xfrm>
          <a:off xmlns:a="http://schemas.openxmlformats.org/drawingml/2006/main" x="6248400" y="4191000"/>
          <a:ext xmlns:a="http://schemas.openxmlformats.org/drawingml/2006/main" cx="5334000" cy="2032000"/>
        </p:xfrm>
        <a:graphic xmlns:a="http://schemas.openxmlformats.org/drawingml/2006/main">
          <a:graphicData uri="http://schemas.openxmlformats.org/drawingml/2006/table">
            <a:tbl>
              <a:tblPr firstRow="0" firstCol="0" lastCol="0" bandRow="0" bandCol="0"/>
              <a:tblGrid>
                <a:gridCol w="1270000"/>
                <a:gridCol w="4064000"/>
              </a:tblGrid>
              <a:tr h="381000">
                <a:tc>
                  <a:txBody>
                    <a:bodyPr>
                      <a:noAutofit/>
                    </a:bodyPr>
                    <a:lstStyle/>
                    <a:p>
                      <a:pPr>
                        <a:lnSpc>
                          <a:spcPct val="125000"/>
                        </a:lnSpc>
                        <a:buNone/>
                      </a:pPr>
                      <a:r>
                        <a:rPr sz="2000" b="1">
                          <a:solidFill>
                            <a:srgbClr val="1064F8"/>
                          </a:solidFill>
                          <a:latin typeface="Helvetica"/>
                          <a:ea typeface="Helvetica"/>
                          <a:cs typeface="Helvetica"/>
                        </a:rPr>
                        <a:t>Measure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Evidence to collect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Quality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Supported findings.</a:t>
                      </a:r>
                    </a:p>
                    <a:p>
                      <a:pPr>
                        <a:lnSpc>
                          <a:spcPct val="125000"/>
                        </a:lnSpc>
                        <a:buNone/>
                      </a:pPr>
                      <a:r>
                        <a:rPr sz="2000" b="0">
                          <a:solidFill>
                            <a:srgbClr val="FFFCF5"/>
                          </a:solidFill>
                          <a:latin typeface="Helvetica"/>
                          <a:ea typeface="Helvetica"/>
                          <a:cs typeface="Helvetica"/>
                        </a:rPr>
                        <a:t>Uncertainty preserved.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381000">
                <a:tc>
                  <a:txBody>
                    <a:bodyPr>
                      <a:noAutofit/>
                    </a:bodyPr>
                    <a:lstStyle/>
                    <a:p>
                      <a:pPr>
                        <a:lnSpc>
                          <a:spcPct val="125000"/>
                        </a:lnSpc>
                        <a:buNone/>
                      </a:pPr>
                      <a:r>
                        <a:rPr sz="2000" b="0">
                          <a:solidFill>
                            <a:srgbClr val="FFFCF5"/>
                          </a:solidFill>
                          <a:latin typeface="Helvetica"/>
                          <a:ea typeface="Helvetica"/>
                          <a:cs typeface="Helvetica"/>
                        </a:rPr>
                        <a:t>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Completion 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Cost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All attempts and review</a:t>
                      </a:r>
                    </a:p>
                    <a:p>
                      <a:pPr>
                        <a:lnSpc>
                          <a:spcPct val="125000"/>
                        </a:lnSpc>
                        <a:buNone/>
                      </a:pPr>
                      <a:r>
                        <a:rPr sz="2000" b="0">
                          <a:solidFill>
                            <a:srgbClr val="FFFCF5"/>
                          </a:solidFill>
                          <a:latin typeface="Helvetica"/>
                          <a:ea typeface="Helvetica"/>
                          <a:cs typeface="Helvetica"/>
                        </a:rPr>
                        <a:t>per successful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35" name="narrative-number">
            <a:extLst xmlns:a="http://schemas.openxmlformats.org/drawingml/2006/main">
              <a:ext uri="{FF2B5EF4-FFF2-40B4-BE49-F238E27FC236}">
                <a16:creationId xmlns:a16="http://schemas.microsoft.com/office/drawing/2014/main" id="{5E1A3DE0-A6BD-4B6A-B5D0-4721AE55A8E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2135344413"/>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6" name="!!area-name">
            <a:extLst xmlns:a="http://schemas.openxmlformats.org/drawingml/2006/main">
              <a:ext uri="{FF2B5EF4-FFF2-40B4-BE49-F238E27FC236}">
                <a16:creationId xmlns:a16="http://schemas.microsoft.com/office/drawing/2014/main" id="{FCBA8427-FE92-4F55-A5BA-7AFACEC9C67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Perspective</a:t>
            </a:r>
          </a:p>
        </p:txBody>
      </p:sp>
      <p:pic>
        <p:nvPicPr>
          <p:cNvPr id="145" name="mini-map"/>
          <p:cNvPicPr>
            <a:picLocks xmlns:a="http://schemas.openxmlformats.org/drawingml/2006/main" noChangeAspect="1"/>
          </p:cNvPicPr>
          <p:nvPr/>
        </p:nvPicPr>
        <p:blipFill>
          <a:blip xmlns:r="http://schemas.openxmlformats.org/officeDocument/2006/relationships" xmlns:a="http://schemas.openxmlformats.org/drawingml/2006/main" r:embed="Ra5991f19857b46a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8" name="header-divider">
            <a:extLst xmlns:a="http://schemas.openxmlformats.org/drawingml/2006/main">
              <a:ext uri="{FF2B5EF4-FFF2-40B4-BE49-F238E27FC236}">
                <a16:creationId xmlns:a16="http://schemas.microsoft.com/office/drawing/2014/main" id="{6E062E1D-27B6-4582-84DC-37C039ED593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9" name="15-text-1">
            <a:extLst xmlns:a="http://schemas.openxmlformats.org/drawingml/2006/main">
              <a:ext uri="{FF2B5EF4-FFF2-40B4-BE49-F238E27FC236}">
                <a16:creationId xmlns:a16="http://schemas.microsoft.com/office/drawing/2014/main" id="{71CF9764-D704-4AEF-BC22-CAF60E623834}"/>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“Context, therefore, must be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treated as a finite resource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diminishing marginal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returns.”</a:t>
            </a:r>
          </a:p>
        </p:txBody>
      </p:sp>
      <p:sp>
        <p:nvSpPr>
          <p:cNvPr id="140" name="15-text-2">
            <a:extLst xmlns:a="http://schemas.openxmlformats.org/drawingml/2006/main">
              <a:ext uri="{FF2B5EF4-FFF2-40B4-BE49-F238E27FC236}">
                <a16:creationId xmlns:a16="http://schemas.microsoft.com/office/drawing/2014/main" id="{3F3F3CF8-4F0F-4F6B-B0DF-DBD72D3D3550}"/>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41" name="15-text-3">
            <a:extLst xmlns:a="http://schemas.openxmlformats.org/drawingml/2006/main">
              <a:ext uri="{FF2B5EF4-FFF2-40B4-BE49-F238E27FC236}">
                <a16:creationId xmlns:a16="http://schemas.microsoft.com/office/drawing/2014/main" id="{FE6EC0E4-7A1D-4828-9760-715F6C1F7156}"/>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Effective context engineering for AI agents, September 2025</a:t>
            </a:r>
          </a:p>
        </p:txBody>
      </p:sp>
      <p:pic>
        <p:nvPicPr>
          <p:cNvPr id="150" name="15-image-4"/>
          <p:cNvPicPr>
            <a:picLocks xmlns:a="http://schemas.openxmlformats.org/drawingml/2006/main" noChangeAspect="1"/>
          </p:cNvPicPr>
          <p:nvPr/>
        </p:nvPicPr>
        <p:blipFill>
          <a:blip xmlns:r="http://schemas.openxmlformats.org/officeDocument/2006/relationships" xmlns:a="http://schemas.openxmlformats.org/drawingml/2006/main" r:embed="Re4709d1c9fa34b09"/>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43" name="narrative-number">
            <a:extLst xmlns:a="http://schemas.openxmlformats.org/drawingml/2006/main">
              <a:ext uri="{FF2B5EF4-FFF2-40B4-BE49-F238E27FC236}">
                <a16:creationId xmlns:a16="http://schemas.microsoft.com/office/drawing/2014/main" id="{91C08E60-3EB1-46D1-A315-CCCBA0A5565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3876618284"/>
      </p:ext>
    </p:extLst>
  </p:cSld>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4" name="!!area-name">
            <a:extLst xmlns:a="http://schemas.openxmlformats.org/drawingml/2006/main">
              <a:ext uri="{FF2B5EF4-FFF2-40B4-BE49-F238E27FC236}">
                <a16:creationId xmlns:a16="http://schemas.microsoft.com/office/drawing/2014/main" id="{4DE9ABD6-61A1-4C64-A14F-3B38EC0D52F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Foundations</a:t>
            </a:r>
          </a:p>
        </p:txBody>
      </p:sp>
      <p:pic>
        <p:nvPicPr>
          <p:cNvPr id="159" name="mini-map"/>
          <p:cNvPicPr>
            <a:picLocks xmlns:a="http://schemas.openxmlformats.org/drawingml/2006/main" noChangeAspect="1"/>
          </p:cNvPicPr>
          <p:nvPr/>
        </p:nvPicPr>
        <p:blipFill>
          <a:blip xmlns:r="http://schemas.openxmlformats.org/officeDocument/2006/relationships" xmlns:a="http://schemas.openxmlformats.org/drawingml/2006/main" r:embed="R8634a53ea819429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46" name="slide-title">
            <a:extLst xmlns:a="http://schemas.openxmlformats.org/drawingml/2006/main">
              <a:ext uri="{FF2B5EF4-FFF2-40B4-BE49-F238E27FC236}">
                <a16:creationId xmlns:a16="http://schemas.microsoft.com/office/drawing/2014/main" id="{BC9A3D1B-959A-4340-9353-844FDB326C0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for the next step</a:t>
            </a:r>
          </a:p>
        </p:txBody>
      </p:sp>
      <p:sp>
        <p:nvSpPr>
          <p:cNvPr id="147" name="header-divider">
            <a:extLst xmlns:a="http://schemas.openxmlformats.org/drawingml/2006/main">
              <a:ext uri="{FF2B5EF4-FFF2-40B4-BE49-F238E27FC236}">
                <a16:creationId xmlns:a16="http://schemas.microsoft.com/office/drawing/2014/main" id="{B4E44F93-D993-4998-AB44-7B6A82F2381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48" name="16-text-1">
            <a:extLst xmlns:a="http://schemas.openxmlformats.org/drawingml/2006/main">
              <a:ext uri="{FF2B5EF4-FFF2-40B4-BE49-F238E27FC236}">
                <a16:creationId xmlns:a16="http://schemas.microsoft.com/office/drawing/2014/main" id="{D257DBC5-38A0-4102-892A-21A9BAD0BD72}"/>
              </a:ext>
            </a:extLst>
          </p:cNvPr>
          <p:cNvSpPr>
            <a:spLocks xmlns:a="http://schemas.openxmlformats.org/drawingml/2006/main"/>
          </p:cNvSpPr>
          <p:nvPr/>
        </p:nvSpPr>
        <p:spPr>
          <a:xfrm xmlns:a="http://schemas.openxmlformats.org/drawingml/2006/main">
            <a:off x="609600" y="243840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Memory</a:t>
            </a:r>
          </a:p>
        </p:txBody>
      </p:sp>
      <p:sp>
        <p:nvSpPr>
          <p:cNvPr id="149" name="16-text-2">
            <a:extLst xmlns:a="http://schemas.openxmlformats.org/drawingml/2006/main">
              <a:ext uri="{FF2B5EF4-FFF2-40B4-BE49-F238E27FC236}">
                <a16:creationId xmlns:a16="http://schemas.microsoft.com/office/drawing/2014/main" id="{40EF5214-162F-49A4-B197-122FD804D84C}"/>
              </a:ext>
            </a:extLst>
          </p:cNvPr>
          <p:cNvSpPr>
            <a:spLocks xmlns:a="http://schemas.openxmlformats.org/drawingml/2006/main"/>
          </p:cNvSpPr>
          <p:nvPr/>
        </p:nvSpPr>
        <p:spPr>
          <a:xfrm xmlns:a="http://schemas.openxmlformats.org/drawingml/2006/main">
            <a:off x="609600" y="2921000"/>
            <a:ext cx="381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Selected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retained for later use.</a:t>
            </a:r>
          </a:p>
        </p:txBody>
      </p:sp>
      <p:sp>
        <p:nvSpPr>
          <p:cNvPr id="150" name="16-text-3">
            <a:extLst xmlns:a="http://schemas.openxmlformats.org/drawingml/2006/main">
              <a:ext uri="{FF2B5EF4-FFF2-40B4-BE49-F238E27FC236}">
                <a16:creationId xmlns:a16="http://schemas.microsoft.com/office/drawing/2014/main" id="{CD0D0097-20F1-4893-A0F9-F0684C38335E}"/>
              </a:ext>
            </a:extLst>
          </p:cNvPr>
          <p:cNvSpPr>
            <a:spLocks xmlns:a="http://schemas.openxmlformats.org/drawingml/2006/main"/>
          </p:cNvSpPr>
          <p:nvPr/>
        </p:nvSpPr>
        <p:spPr>
          <a:xfrm xmlns:a="http://schemas.openxmlformats.org/drawingml/2006/main">
            <a:off x="609600" y="447040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Authoritative records</a:t>
            </a:r>
          </a:p>
        </p:txBody>
      </p:sp>
      <p:sp>
        <p:nvSpPr>
          <p:cNvPr id="151" name="16-text-4">
            <a:extLst xmlns:a="http://schemas.openxmlformats.org/drawingml/2006/main">
              <a:ext uri="{FF2B5EF4-FFF2-40B4-BE49-F238E27FC236}">
                <a16:creationId xmlns:a16="http://schemas.microsoft.com/office/drawing/2014/main" id="{FB45E585-5441-45EE-96FD-D855E59F8296}"/>
              </a:ext>
            </a:extLst>
          </p:cNvPr>
          <p:cNvSpPr>
            <a:spLocks xmlns:a="http://schemas.openxmlformats.org/drawingml/2006/main"/>
          </p:cNvSpPr>
          <p:nvPr/>
        </p:nvSpPr>
        <p:spPr>
          <a:xfrm xmlns:a="http://schemas.openxmlformats.org/drawingml/2006/main">
            <a:off x="609600" y="4953000"/>
            <a:ext cx="381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Source documents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application state checked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this task.</a:t>
            </a:r>
          </a:p>
        </p:txBody>
      </p:sp>
      <p:sp>
        <p:nvSpPr>
          <p:cNvPr id="152" name="working-context-boundary">
            <a:extLst xmlns:a="http://schemas.openxmlformats.org/drawingml/2006/main">
              <a:ext uri="{FF2B5EF4-FFF2-40B4-BE49-F238E27FC236}">
                <a16:creationId xmlns:a16="http://schemas.microsoft.com/office/drawing/2014/main" id="{78D39B0B-E869-4CED-BD6A-1ED97411910D}"/>
              </a:ext>
            </a:extLst>
          </p:cNvPr>
          <p:cNvSpPr>
            <a:spLocks xmlns:a="http://schemas.openxmlformats.org/drawingml/2006/main"/>
          </p:cNvSpPr>
          <p:nvPr/>
        </p:nvSpPr>
        <p:spPr>
          <a:xfrm xmlns:a="http://schemas.openxmlformats.org/drawingml/2006/main">
            <a:off x="5943600" y="2438400"/>
            <a:ext cx="5638800" cy="37592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153" name="16-text-5">
            <a:extLst xmlns:a="http://schemas.openxmlformats.org/drawingml/2006/main">
              <a:ext uri="{FF2B5EF4-FFF2-40B4-BE49-F238E27FC236}">
                <a16:creationId xmlns:a16="http://schemas.microsoft.com/office/drawing/2014/main" id="{1BCD6400-6DF6-45B4-A8E7-DD0BE0440FA8}"/>
              </a:ext>
            </a:extLst>
          </p:cNvPr>
          <p:cNvSpPr>
            <a:spLocks xmlns:a="http://schemas.openxmlformats.org/drawingml/2006/main"/>
          </p:cNvSpPr>
          <p:nvPr/>
        </p:nvSpPr>
        <p:spPr>
          <a:xfrm xmlns:a="http://schemas.openxmlformats.org/drawingml/2006/main">
            <a:off x="6248400" y="2743200"/>
            <a:ext cx="50292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Working context</a:t>
            </a:r>
          </a:p>
        </p:txBody>
      </p:sp>
      <p:sp>
        <p:nvSpPr>
          <p:cNvPr id="154" name="16-text-6">
            <a:extLst xmlns:a="http://schemas.openxmlformats.org/drawingml/2006/main">
              <a:ext uri="{FF2B5EF4-FFF2-40B4-BE49-F238E27FC236}">
                <a16:creationId xmlns:a16="http://schemas.microsoft.com/office/drawing/2014/main" id="{9D3D6F06-6D98-4515-9A0C-0724A9EDD95F}"/>
              </a:ext>
            </a:extLst>
          </p:cNvPr>
          <p:cNvSpPr>
            <a:spLocks xmlns:a="http://schemas.openxmlformats.org/drawingml/2006/main"/>
          </p:cNvSpPr>
          <p:nvPr/>
        </p:nvSpPr>
        <p:spPr>
          <a:xfrm xmlns:a="http://schemas.openxmlformats.org/drawingml/2006/main">
            <a:off x="6248400" y="3429000"/>
            <a:ext cx="5029200" cy="165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Instructions, request,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tools, and relevant history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available for this step.</a:t>
            </a:r>
          </a:p>
        </p:txBody>
      </p:sp>
      <p:sp>
        <p:nvSpPr>
          <p:cNvPr id="155" name="16-line-8">
            <a:extLst xmlns:a="http://schemas.openxmlformats.org/drawingml/2006/main">
              <a:ext uri="{FF2B5EF4-FFF2-40B4-BE49-F238E27FC236}">
                <a16:creationId xmlns:a16="http://schemas.microsoft.com/office/drawing/2014/main" id="{BA3A9442-A0A9-4FD3-841B-BAFD06903A2A}"/>
              </a:ext>
            </a:extLst>
          </p:cNvPr>
          <p:cNvSpPr>
            <a:spLocks xmlns:a="http://schemas.openxmlformats.org/drawingml/2006/main"/>
          </p:cNvSpPr>
          <p:nvPr/>
        </p:nvSpPr>
        <p:spPr>
          <a:xfrm xmlns:a="http://schemas.openxmlformats.org/drawingml/2006/main" flipH="0" flipV="0">
            <a:off x="4826000" y="3276600"/>
            <a:ext cx="914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56" name="16-line-10">
            <a:extLst xmlns:a="http://schemas.openxmlformats.org/drawingml/2006/main">
              <a:ext uri="{FF2B5EF4-FFF2-40B4-BE49-F238E27FC236}">
                <a16:creationId xmlns:a16="http://schemas.microsoft.com/office/drawing/2014/main" id="{2FC22B2D-971B-4CE4-98C0-CF28D4ABAF13}"/>
              </a:ext>
            </a:extLst>
          </p:cNvPr>
          <p:cNvSpPr>
            <a:spLocks xmlns:a="http://schemas.openxmlformats.org/drawingml/2006/main"/>
          </p:cNvSpPr>
          <p:nvPr/>
        </p:nvSpPr>
        <p:spPr>
          <a:xfrm xmlns:a="http://schemas.openxmlformats.org/drawingml/2006/main" flipH="0" flipV="0">
            <a:off x="4826000" y="5283200"/>
            <a:ext cx="914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57" name="narrative-number">
            <a:extLst xmlns:a="http://schemas.openxmlformats.org/drawingml/2006/main">
              <a:ext uri="{FF2B5EF4-FFF2-40B4-BE49-F238E27FC236}">
                <a16:creationId xmlns:a16="http://schemas.microsoft.com/office/drawing/2014/main" id="{42640AE7-38DB-42FD-A100-9CBCEBC7623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2537797240"/>
      </p:ext>
    </p:extLst>
  </p:cSld>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8" name="!!area-name">
            <a:extLst xmlns:a="http://schemas.openxmlformats.org/drawingml/2006/main">
              <a:ext uri="{FF2B5EF4-FFF2-40B4-BE49-F238E27FC236}">
                <a16:creationId xmlns:a16="http://schemas.microsoft.com/office/drawing/2014/main" id="{B46DF8E7-574C-43C6-866E-AB705A518B6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Decisions</a:t>
            </a:r>
          </a:p>
        </p:txBody>
      </p:sp>
      <p:pic>
        <p:nvPicPr>
          <p:cNvPr id="178" name="mini-map"/>
          <p:cNvPicPr>
            <a:picLocks xmlns:a="http://schemas.openxmlformats.org/drawingml/2006/main" noChangeAspect="1"/>
          </p:cNvPicPr>
          <p:nvPr/>
        </p:nvPicPr>
        <p:blipFill>
          <a:blip xmlns:r="http://schemas.openxmlformats.org/officeDocument/2006/relationships" xmlns:a="http://schemas.openxmlformats.org/drawingml/2006/main" r:embed="Rd8076c0526d84f1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60" name="slide-title">
            <a:extLst xmlns:a="http://schemas.openxmlformats.org/drawingml/2006/main">
              <a:ext uri="{FF2B5EF4-FFF2-40B4-BE49-F238E27FC236}">
                <a16:creationId xmlns:a16="http://schemas.microsoft.com/office/drawing/2014/main" id="{3031162B-9C9E-4359-823A-D40EE599D31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Retrieval and context choices</a:t>
            </a:r>
          </a:p>
        </p:txBody>
      </p:sp>
      <p:sp>
        <p:nvSpPr>
          <p:cNvPr id="161" name="header-divider">
            <a:extLst xmlns:a="http://schemas.openxmlformats.org/drawingml/2006/main">
              <a:ext uri="{FF2B5EF4-FFF2-40B4-BE49-F238E27FC236}">
                <a16:creationId xmlns:a16="http://schemas.microsoft.com/office/drawing/2014/main" id="{32970C86-E124-40F1-8B08-F9D1272F44C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62" name="17-text-1">
            <a:extLst xmlns:a="http://schemas.openxmlformats.org/drawingml/2006/main">
              <a:ext uri="{FF2B5EF4-FFF2-40B4-BE49-F238E27FC236}">
                <a16:creationId xmlns:a16="http://schemas.microsoft.com/office/drawing/2014/main" id="{04E441DA-D8C7-4F37-9C9E-71283D8704CA}"/>
              </a:ext>
            </a:extLst>
          </p:cNvPr>
          <p:cNvSpPr>
            <a:spLocks xmlns:a="http://schemas.openxmlformats.org/drawingml/2006/main"/>
          </p:cNvSpPr>
          <p:nvPr/>
        </p:nvSpPr>
        <p:spPr>
          <a:xfrm xmlns:a="http://schemas.openxmlformats.org/drawingml/2006/main">
            <a:off x="609600" y="2438400"/>
            <a:ext cx="990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RAG</a:t>
            </a:r>
          </a:p>
        </p:txBody>
      </p:sp>
      <p:sp>
        <p:nvSpPr>
          <p:cNvPr id="163" name="17-text-2">
            <a:extLst xmlns:a="http://schemas.openxmlformats.org/drawingml/2006/main">
              <a:ext uri="{FF2B5EF4-FFF2-40B4-BE49-F238E27FC236}">
                <a16:creationId xmlns:a16="http://schemas.microsoft.com/office/drawing/2014/main" id="{A9DD7FCC-34AD-4218-91F6-E402E02E95A5}"/>
              </a:ext>
            </a:extLst>
          </p:cNvPr>
          <p:cNvSpPr>
            <a:spLocks xmlns:a="http://schemas.openxmlformats.org/drawingml/2006/main"/>
          </p:cNvSpPr>
          <p:nvPr/>
        </p:nvSpPr>
        <p:spPr>
          <a:xfrm xmlns:a="http://schemas.openxmlformats.org/drawingml/2006/main">
            <a:off x="1879600" y="2438400"/>
            <a:ext cx="970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 information and supply it as evidence for generation.</a:t>
            </a:r>
          </a:p>
        </p:txBody>
      </p:sp>
      <p:sp>
        <p:nvSpPr>
          <p:cNvPr id="164" name="17-text-3">
            <a:extLst xmlns:a="http://schemas.openxmlformats.org/drawingml/2006/main">
              <a:ext uri="{FF2B5EF4-FFF2-40B4-BE49-F238E27FC236}">
                <a16:creationId xmlns:a16="http://schemas.microsoft.com/office/drawing/2014/main" id="{4BBF9054-5B41-4412-B223-DC66AC8A486E}"/>
              </a:ext>
            </a:extLst>
          </p:cNvPr>
          <p:cNvSpPr>
            <a:spLocks xmlns:a="http://schemas.openxmlformats.org/drawingml/2006/main"/>
          </p:cNvSpPr>
          <p:nvPr/>
        </p:nvSpPr>
        <p:spPr>
          <a:xfrm xmlns:a="http://schemas.openxmlformats.org/drawingml/2006/main">
            <a:off x="6096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Authorized</a:t>
            </a:r>
          </a:p>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sources</a:t>
            </a:r>
          </a:p>
        </p:txBody>
      </p:sp>
      <p:sp>
        <p:nvSpPr>
          <p:cNvPr id="165" name="17-text-4">
            <a:extLst xmlns:a="http://schemas.openxmlformats.org/drawingml/2006/main">
              <a:ext uri="{FF2B5EF4-FFF2-40B4-BE49-F238E27FC236}">
                <a16:creationId xmlns:a16="http://schemas.microsoft.com/office/drawing/2014/main" id="{57DE1E12-4D86-42EF-A3DE-F680824C1322}"/>
              </a:ext>
            </a:extLst>
          </p:cNvPr>
          <p:cNvSpPr>
            <a:spLocks xmlns:a="http://schemas.openxmlformats.org/drawingml/2006/main"/>
          </p:cNvSpPr>
          <p:nvPr/>
        </p:nvSpPr>
        <p:spPr>
          <a:xfrm xmlns:a="http://schemas.openxmlformats.org/drawingml/2006/main">
            <a:off x="35560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Retrieval</a:t>
            </a:r>
          </a:p>
        </p:txBody>
      </p:sp>
      <p:sp>
        <p:nvSpPr>
          <p:cNvPr id="166" name="17-text-5">
            <a:extLst xmlns:a="http://schemas.openxmlformats.org/drawingml/2006/main">
              <a:ext uri="{FF2B5EF4-FFF2-40B4-BE49-F238E27FC236}">
                <a16:creationId xmlns:a16="http://schemas.microsoft.com/office/drawing/2014/main" id="{A0A298F6-B7D4-4AF5-AB2C-0AF3192E1E7C}"/>
              </a:ext>
            </a:extLst>
          </p:cNvPr>
          <p:cNvSpPr>
            <a:spLocks xmlns:a="http://schemas.openxmlformats.org/drawingml/2006/main"/>
          </p:cNvSpPr>
          <p:nvPr/>
        </p:nvSpPr>
        <p:spPr>
          <a:xfrm xmlns:a="http://schemas.openxmlformats.org/drawingml/2006/main">
            <a:off x="65024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a:t>
            </a:r>
          </a:p>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selection</a:t>
            </a:r>
          </a:p>
        </p:txBody>
      </p:sp>
      <p:sp>
        <p:nvSpPr>
          <p:cNvPr id="167" name="17-text-6">
            <a:extLst xmlns:a="http://schemas.openxmlformats.org/drawingml/2006/main">
              <a:ext uri="{FF2B5EF4-FFF2-40B4-BE49-F238E27FC236}">
                <a16:creationId xmlns:a16="http://schemas.microsoft.com/office/drawing/2014/main" id="{9FA2B418-B2D4-412C-88D8-4E15A51B9C8E}"/>
              </a:ext>
            </a:extLst>
          </p:cNvPr>
          <p:cNvSpPr>
            <a:spLocks xmlns:a="http://schemas.openxmlformats.org/drawingml/2006/main"/>
          </p:cNvSpPr>
          <p:nvPr/>
        </p:nvSpPr>
        <p:spPr>
          <a:xfrm xmlns:a="http://schemas.openxmlformats.org/drawingml/2006/main">
            <a:off x="94488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Assembled</a:t>
            </a:r>
          </a:p>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input</a:t>
            </a:r>
          </a:p>
        </p:txBody>
      </p:sp>
      <p:sp>
        <p:nvSpPr>
          <p:cNvPr id="168" name="17-line-8">
            <a:extLst xmlns:a="http://schemas.openxmlformats.org/drawingml/2006/main">
              <a:ext uri="{FF2B5EF4-FFF2-40B4-BE49-F238E27FC236}">
                <a16:creationId xmlns:a16="http://schemas.microsoft.com/office/drawing/2014/main" id="{DC6E5C8C-E267-4CA9-930E-7CC2445DEDD1}"/>
              </a:ext>
            </a:extLst>
          </p:cNvPr>
          <p:cNvSpPr>
            <a:spLocks xmlns:a="http://schemas.openxmlformats.org/drawingml/2006/main"/>
          </p:cNvSpPr>
          <p:nvPr/>
        </p:nvSpPr>
        <p:spPr>
          <a:xfrm xmlns:a="http://schemas.openxmlformats.org/drawingml/2006/main" flipH="0" flipV="0">
            <a:off x="2921000" y="3556000"/>
            <a:ext cx="457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69" name="17-line-10">
            <a:extLst xmlns:a="http://schemas.openxmlformats.org/drawingml/2006/main">
              <a:ext uri="{FF2B5EF4-FFF2-40B4-BE49-F238E27FC236}">
                <a16:creationId xmlns:a16="http://schemas.microsoft.com/office/drawing/2014/main" id="{27E71FFA-A964-4805-B8BC-2E215292B6D3}"/>
              </a:ext>
            </a:extLst>
          </p:cNvPr>
          <p:cNvSpPr>
            <a:spLocks xmlns:a="http://schemas.openxmlformats.org/drawingml/2006/main"/>
          </p:cNvSpPr>
          <p:nvPr/>
        </p:nvSpPr>
        <p:spPr>
          <a:xfrm xmlns:a="http://schemas.openxmlformats.org/drawingml/2006/main" flipH="0" flipV="0">
            <a:off x="5867400" y="3556000"/>
            <a:ext cx="457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70" name="17-line-12">
            <a:extLst xmlns:a="http://schemas.openxmlformats.org/drawingml/2006/main">
              <a:ext uri="{FF2B5EF4-FFF2-40B4-BE49-F238E27FC236}">
                <a16:creationId xmlns:a16="http://schemas.microsoft.com/office/drawing/2014/main" id="{3E402204-C802-4FBE-A057-692BCEEE80AA}"/>
              </a:ext>
            </a:extLst>
          </p:cNvPr>
          <p:cNvSpPr>
            <a:spLocks xmlns:a="http://schemas.openxmlformats.org/drawingml/2006/main"/>
          </p:cNvSpPr>
          <p:nvPr/>
        </p:nvSpPr>
        <p:spPr>
          <a:xfrm xmlns:a="http://schemas.openxmlformats.org/drawingml/2006/main" flipH="0" flipV="0">
            <a:off x="8813800" y="3556000"/>
            <a:ext cx="457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71" name="17-text-13">
            <a:extLst xmlns:a="http://schemas.openxmlformats.org/drawingml/2006/main">
              <a:ext uri="{FF2B5EF4-FFF2-40B4-BE49-F238E27FC236}">
                <a16:creationId xmlns:a16="http://schemas.microsoft.com/office/drawing/2014/main" id="{FC76D6C4-E676-43D8-8072-F1AF6A2D4EE1}"/>
              </a:ext>
            </a:extLst>
          </p:cNvPr>
          <p:cNvSpPr>
            <a:spLocks xmlns:a="http://schemas.openxmlformats.org/drawingml/2006/main"/>
          </p:cNvSpPr>
          <p:nvPr/>
        </p:nvSpPr>
        <p:spPr>
          <a:xfrm xmlns:a="http://schemas.openxmlformats.org/drawingml/2006/main">
            <a:off x="609600" y="4064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Preserve source identity, revision, and access scope.</a:t>
            </a:r>
          </a:p>
        </p:txBody>
      </p:sp>
      <p:sp>
        <p:nvSpPr>
          <p:cNvPr id="172" name="17-text-14">
            <a:extLst xmlns:a="http://schemas.openxmlformats.org/drawingml/2006/main">
              <a:ext uri="{FF2B5EF4-FFF2-40B4-BE49-F238E27FC236}">
                <a16:creationId xmlns:a16="http://schemas.microsoft.com/office/drawing/2014/main" id="{D77D1559-F745-4A55-8248-06DF18C12932}"/>
              </a:ext>
            </a:extLst>
          </p:cNvPr>
          <p:cNvSpPr>
            <a:spLocks xmlns:a="http://schemas.openxmlformats.org/drawingml/2006/main"/>
          </p:cNvSpPr>
          <p:nvPr/>
        </p:nvSpPr>
        <p:spPr>
          <a:xfrm xmlns:a="http://schemas.openxmlformats.org/drawingml/2006/main">
            <a:off x="609600" y="4699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Find the evidence</a:t>
            </a:r>
          </a:p>
        </p:txBody>
      </p:sp>
      <p:sp>
        <p:nvSpPr>
          <p:cNvPr id="173" name="17-text-15">
            <a:extLst xmlns:a="http://schemas.openxmlformats.org/drawingml/2006/main">
              <a:ext uri="{FF2B5EF4-FFF2-40B4-BE49-F238E27FC236}">
                <a16:creationId xmlns:a16="http://schemas.microsoft.com/office/drawing/2014/main" id="{9ACC876D-C6CF-4B01-9F6B-638742138935}"/>
              </a:ext>
            </a:extLst>
          </p:cNvPr>
          <p:cNvSpPr>
            <a:spLocks xmlns:a="http://schemas.openxmlformats.org/drawingml/2006/main"/>
          </p:cNvSpPr>
          <p:nvPr/>
        </p:nvSpPr>
        <p:spPr>
          <a:xfrm xmlns:a="http://schemas.openxmlformats.org/drawingml/2006/main">
            <a:off x="609600" y="51562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Keyword: terms and identifiers.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Semantic: similarity using embeddings.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Hybrid: both signals.</a:t>
            </a:r>
          </a:p>
        </p:txBody>
      </p:sp>
      <p:sp>
        <p:nvSpPr>
          <p:cNvPr id="174" name="17-text-16">
            <a:extLst xmlns:a="http://schemas.openxmlformats.org/drawingml/2006/main">
              <a:ext uri="{FF2B5EF4-FFF2-40B4-BE49-F238E27FC236}">
                <a16:creationId xmlns:a16="http://schemas.microsoft.com/office/drawing/2014/main" id="{DB0273EA-5341-4206-9862-D10565607B51}"/>
              </a:ext>
            </a:extLst>
          </p:cNvPr>
          <p:cNvSpPr>
            <a:spLocks xmlns:a="http://schemas.openxmlformats.org/drawingml/2006/main"/>
          </p:cNvSpPr>
          <p:nvPr/>
        </p:nvSpPr>
        <p:spPr>
          <a:xfrm xmlns:a="http://schemas.openxmlformats.org/drawingml/2006/main">
            <a:off x="6248400" y="4699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Manage the context</a:t>
            </a:r>
          </a:p>
        </p:txBody>
      </p:sp>
      <p:sp>
        <p:nvSpPr>
          <p:cNvPr id="175" name="17-text-17">
            <a:extLst xmlns:a="http://schemas.openxmlformats.org/drawingml/2006/main">
              <a:ext uri="{FF2B5EF4-FFF2-40B4-BE49-F238E27FC236}">
                <a16:creationId xmlns:a16="http://schemas.microsoft.com/office/drawing/2014/main" id="{FB86045A-F3D3-41F8-B27F-958066E73A09}"/>
              </a:ext>
            </a:extLst>
          </p:cNvPr>
          <p:cNvSpPr>
            <a:spLocks xmlns:a="http://schemas.openxmlformats.org/drawingml/2006/main"/>
          </p:cNvSpPr>
          <p:nvPr/>
        </p:nvSpPr>
        <p:spPr>
          <a:xfrm xmlns:a="http://schemas.openxmlformats.org/drawingml/2006/main">
            <a:off x="6248400" y="51562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Preload essentials.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Fetch detail when needed.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 and refresh useful information.</a:t>
            </a:r>
          </a:p>
        </p:txBody>
      </p:sp>
      <p:sp>
        <p:nvSpPr>
          <p:cNvPr id="176" name="narrative-number">
            <a:extLst xmlns:a="http://schemas.openxmlformats.org/drawingml/2006/main">
              <a:ext uri="{FF2B5EF4-FFF2-40B4-BE49-F238E27FC236}">
                <a16:creationId xmlns:a16="http://schemas.microsoft.com/office/drawing/2014/main" id="{128826AA-DAE9-4873-A523-8A59C046242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1471357982"/>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77" name="!!area-name">
            <a:extLst xmlns:a="http://schemas.openxmlformats.org/drawingml/2006/main">
              <a:ext uri="{FF2B5EF4-FFF2-40B4-BE49-F238E27FC236}">
                <a16:creationId xmlns:a16="http://schemas.microsoft.com/office/drawing/2014/main" id="{D2B1411F-6FFE-40CB-91DE-F65F06BF95B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Challenges and pitfalls</a:t>
            </a:r>
          </a:p>
        </p:txBody>
      </p:sp>
      <p:pic>
        <p:nvPicPr>
          <p:cNvPr id="191" name="mini-map"/>
          <p:cNvPicPr>
            <a:picLocks xmlns:a="http://schemas.openxmlformats.org/drawingml/2006/main" noChangeAspect="1"/>
          </p:cNvPicPr>
          <p:nvPr/>
        </p:nvPicPr>
        <p:blipFill>
          <a:blip xmlns:r="http://schemas.openxmlformats.org/officeDocument/2006/relationships" xmlns:a="http://schemas.openxmlformats.org/drawingml/2006/main" r:embed="R3e0fb0713900454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79" name="slide-title">
            <a:extLst xmlns:a="http://schemas.openxmlformats.org/drawingml/2006/main">
              <a:ext uri="{FF2B5EF4-FFF2-40B4-BE49-F238E27FC236}">
                <a16:creationId xmlns:a16="http://schemas.microsoft.com/office/drawing/2014/main" id="{D0B5CAD4-5DEB-4907-A2D4-B6913028814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pitfalls</a:t>
            </a:r>
          </a:p>
        </p:txBody>
      </p:sp>
      <p:sp>
        <p:nvSpPr>
          <p:cNvPr id="180" name="header-divider">
            <a:extLst xmlns:a="http://schemas.openxmlformats.org/drawingml/2006/main">
              <a:ext uri="{FF2B5EF4-FFF2-40B4-BE49-F238E27FC236}">
                <a16:creationId xmlns:a16="http://schemas.microsoft.com/office/drawing/2014/main" id="{4F588CFA-4636-4B8E-B4F8-C7B4767CEF2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81" name="18-text-1">
            <a:extLst xmlns:a="http://schemas.openxmlformats.org/drawingml/2006/main">
              <a:ext uri="{FF2B5EF4-FFF2-40B4-BE49-F238E27FC236}">
                <a16:creationId xmlns:a16="http://schemas.microsoft.com/office/drawing/2014/main" id="{A40558B4-30F0-4CF1-8E3D-09478C8F50E4}"/>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Coverage</a:t>
            </a:r>
          </a:p>
        </p:txBody>
      </p:sp>
      <p:sp>
        <p:nvSpPr>
          <p:cNvPr id="182" name="18-text-2">
            <a:extLst xmlns:a="http://schemas.openxmlformats.org/drawingml/2006/main">
              <a:ext uri="{FF2B5EF4-FFF2-40B4-BE49-F238E27FC236}">
                <a16:creationId xmlns:a16="http://schemas.microsoft.com/office/drawing/2014/main" id="{D29A5611-6338-40E8-9CD4-37D9A2F131C0}"/>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Decisive evidence can be missing.</a:t>
            </a:r>
          </a:p>
        </p:txBody>
      </p:sp>
      <p:sp>
        <p:nvSpPr>
          <p:cNvPr id="183" name="18-text-3">
            <a:extLst xmlns:a="http://schemas.openxmlformats.org/drawingml/2006/main">
              <a:ext uri="{FF2B5EF4-FFF2-40B4-BE49-F238E27FC236}">
                <a16:creationId xmlns:a16="http://schemas.microsoft.com/office/drawing/2014/main" id="{703020A8-0418-4A9A-84E0-4265D0183CDA}"/>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Summaries</a:t>
            </a:r>
          </a:p>
        </p:txBody>
      </p:sp>
      <p:sp>
        <p:nvSpPr>
          <p:cNvPr id="184" name="18-text-4">
            <a:extLst xmlns:a="http://schemas.openxmlformats.org/drawingml/2006/main">
              <a:ext uri="{FF2B5EF4-FFF2-40B4-BE49-F238E27FC236}">
                <a16:creationId xmlns:a16="http://schemas.microsoft.com/office/drawing/2014/main" id="{BBA4F11D-C526-4659-B1BB-A86C67C5CB9E}"/>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Qualifications can disappear.</a:t>
            </a:r>
          </a:p>
        </p:txBody>
      </p:sp>
      <p:sp>
        <p:nvSpPr>
          <p:cNvPr id="185" name="18-text-5">
            <a:extLst xmlns:a="http://schemas.openxmlformats.org/drawingml/2006/main">
              <a:ext uri="{FF2B5EF4-FFF2-40B4-BE49-F238E27FC236}">
                <a16:creationId xmlns:a16="http://schemas.microsoft.com/office/drawing/2014/main" id="{61881D20-FE3B-4028-A5E6-DA30B231E3A0}"/>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Sources</a:t>
            </a:r>
          </a:p>
        </p:txBody>
      </p:sp>
      <p:sp>
        <p:nvSpPr>
          <p:cNvPr id="186" name="18-text-6">
            <a:extLst xmlns:a="http://schemas.openxmlformats.org/drawingml/2006/main">
              <a:ext uri="{FF2B5EF4-FFF2-40B4-BE49-F238E27FC236}">
                <a16:creationId xmlns:a16="http://schemas.microsoft.com/office/drawing/2014/main" id="{B100CDE1-CC6E-41A4-889B-C1478AF08AC3}"/>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Versions and identities must remain traceable.</a:t>
            </a:r>
          </a:p>
        </p:txBody>
      </p:sp>
      <p:sp>
        <p:nvSpPr>
          <p:cNvPr id="187" name="18-text-7">
            <a:extLst xmlns:a="http://schemas.openxmlformats.org/drawingml/2006/main">
              <a:ext uri="{FF2B5EF4-FFF2-40B4-BE49-F238E27FC236}">
                <a16:creationId xmlns:a16="http://schemas.microsoft.com/office/drawing/2014/main" id="{D95985BF-CCC8-47F5-A80E-CE7DDE245E32}"/>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188" name="18-text-8">
            <a:extLst xmlns:a="http://schemas.openxmlformats.org/drawingml/2006/main">
              <a:ext uri="{FF2B5EF4-FFF2-40B4-BE49-F238E27FC236}">
                <a16:creationId xmlns:a16="http://schemas.microsoft.com/office/drawing/2014/main" id="{95A20988-38D5-4E3E-9E39-EEEDB33D8B29}"/>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context without curating it.</a:t>
            </a:r>
          </a:p>
        </p:txBody>
      </p:sp>
      <p:sp>
        <p:nvSpPr>
          <p:cNvPr id="189" name="narrative-number">
            <a:extLst xmlns:a="http://schemas.openxmlformats.org/drawingml/2006/main">
              <a:ext uri="{FF2B5EF4-FFF2-40B4-BE49-F238E27FC236}">
                <a16:creationId xmlns:a16="http://schemas.microsoft.com/office/drawing/2014/main" id="{79C4BA05-C451-48F0-A65C-6648E64C9A6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2570177161"/>
      </p:ext>
    </p:extLst>
  </p:cSld>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0" name="!!area-name">
            <a:extLst xmlns:a="http://schemas.openxmlformats.org/drawingml/2006/main">
              <a:ext uri="{FF2B5EF4-FFF2-40B4-BE49-F238E27FC236}">
                <a16:creationId xmlns:a16="http://schemas.microsoft.com/office/drawing/2014/main" id="{ADE7F010-68E4-4ACD-9249-3E67ED9F3DE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FRB application</a:t>
            </a:r>
          </a:p>
        </p:txBody>
      </p:sp>
      <p:pic>
        <p:nvPicPr>
          <p:cNvPr id="207" name="mini-map"/>
          <p:cNvPicPr>
            <a:picLocks xmlns:a="http://schemas.openxmlformats.org/drawingml/2006/main" noChangeAspect="1"/>
          </p:cNvPicPr>
          <p:nvPr/>
        </p:nvPicPr>
        <p:blipFill>
          <a:blip xmlns:r="http://schemas.openxmlformats.org/officeDocument/2006/relationships" xmlns:a="http://schemas.openxmlformats.org/drawingml/2006/main" r:embed="R47e35a6d019c4c9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2" name="slide-title">
            <a:extLst xmlns:a="http://schemas.openxmlformats.org/drawingml/2006/main">
              <a:ext uri="{FF2B5EF4-FFF2-40B4-BE49-F238E27FC236}">
                <a16:creationId xmlns:a16="http://schemas.microsoft.com/office/drawing/2014/main" id="{EE2D8466-9A10-44A0-A8C0-71BA841F82C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Evidence for the FRB brief</a:t>
            </a:r>
          </a:p>
        </p:txBody>
      </p:sp>
      <p:sp>
        <p:nvSpPr>
          <p:cNvPr id="193" name="header-divider">
            <a:extLst xmlns:a="http://schemas.openxmlformats.org/drawingml/2006/main">
              <a:ext uri="{FF2B5EF4-FFF2-40B4-BE49-F238E27FC236}">
                <a16:creationId xmlns:a16="http://schemas.microsoft.com/office/drawing/2014/main" id="{5EAACA03-5D88-427A-910A-F76BD9C4A61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94" name="19-text-1">
            <a:extLst xmlns:a="http://schemas.openxmlformats.org/drawingml/2006/main">
              <a:ext uri="{FF2B5EF4-FFF2-40B4-BE49-F238E27FC236}">
                <a16:creationId xmlns:a16="http://schemas.microsoft.com/office/drawing/2014/main" id="{FDC7242D-3336-462A-9C2C-AE195F33AFE9}"/>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evidence and retrieval failure.</a:t>
            </a:r>
          </a:p>
        </p:txBody>
      </p:sp>
      <p:sp>
        <p:nvSpPr>
          <p:cNvPr id="195" name="19-text-2">
            <a:extLst xmlns:a="http://schemas.openxmlformats.org/drawingml/2006/main">
              <a:ext uri="{FF2B5EF4-FFF2-40B4-BE49-F238E27FC236}">
                <a16:creationId xmlns:a16="http://schemas.microsoft.com/office/drawing/2014/main" id="{365C4FA5-D814-4BE0-9BCC-B9F8412EB5EB}"/>
              </a:ext>
            </a:extLst>
          </p:cNvPr>
          <p:cNvSpPr>
            <a:spLocks xmlns:a="http://schemas.openxmlformats.org/drawingml/2006/main"/>
          </p:cNvSpPr>
          <p:nvPr/>
        </p:nvSpPr>
        <p:spPr>
          <a:xfrm xmlns:a="http://schemas.openxmlformats.org/drawingml/2006/main">
            <a:off x="609600" y="2844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August 19,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slide 6</a:t>
            </a:r>
          </a:p>
        </p:txBody>
      </p:sp>
      <p:sp>
        <p:nvSpPr>
          <p:cNvPr id="196" name="19-text-3">
            <a:extLst xmlns:a="http://schemas.openxmlformats.org/drawingml/2006/main">
              <a:ext uri="{FF2B5EF4-FFF2-40B4-BE49-F238E27FC236}">
                <a16:creationId xmlns:a16="http://schemas.microsoft.com/office/drawing/2014/main" id="{E940DAE0-3A4C-4712-8810-0AAC0B33EFDF}"/>
              </a:ext>
            </a:extLst>
          </p:cNvPr>
          <p:cNvSpPr>
            <a:spLocks xmlns:a="http://schemas.openxmlformats.org/drawingml/2006/main"/>
          </p:cNvSpPr>
          <p:nvPr/>
        </p:nvSpPr>
        <p:spPr>
          <a:xfrm xmlns:a="http://schemas.openxmlformats.org/drawingml/2006/main">
            <a:off x="609600" y="33274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 is 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possible cause.”</a:t>
            </a:r>
          </a:p>
        </p:txBody>
      </p:sp>
      <p:sp>
        <p:nvSpPr>
          <p:cNvPr id="197" name="19-text-4">
            <a:extLst xmlns:a="http://schemas.openxmlformats.org/drawingml/2006/main">
              <a:ext uri="{FF2B5EF4-FFF2-40B4-BE49-F238E27FC236}">
                <a16:creationId xmlns:a16="http://schemas.microsoft.com/office/drawing/2014/main" id="{1CD4FBD3-89A3-47B7-AAC1-3B7078A84576}"/>
              </a:ext>
            </a:extLst>
          </p:cNvPr>
          <p:cNvSpPr>
            <a:spLocks xmlns:a="http://schemas.openxmlformats.org/drawingml/2006/main"/>
          </p:cNvSpPr>
          <p:nvPr/>
        </p:nvSpPr>
        <p:spPr>
          <a:xfrm xmlns:a="http://schemas.openxmlformats.org/drawingml/2006/main">
            <a:off x="609600" y="4368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August 22,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§3, paragraph 2 · omitted in this failure</a:t>
            </a:r>
          </a:p>
        </p:txBody>
      </p:sp>
      <p:sp>
        <p:nvSpPr>
          <p:cNvPr id="198" name="19-text-5">
            <a:extLst xmlns:a="http://schemas.openxmlformats.org/drawingml/2006/main">
              <a:ext uri="{FF2B5EF4-FFF2-40B4-BE49-F238E27FC236}">
                <a16:creationId xmlns:a16="http://schemas.microsoft.com/office/drawing/2014/main" id="{534B7D6E-546D-4625-9EC2-D0F3D7307D5D}"/>
              </a:ext>
            </a:extLst>
          </p:cNvPr>
          <p:cNvSpPr>
            <a:spLocks xmlns:a="http://schemas.openxmlformats.org/drawingml/2006/main"/>
          </p:cNvSpPr>
          <p:nvPr/>
        </p:nvSpPr>
        <p:spPr>
          <a:xfrm xmlns:a="http://schemas.openxmlformats.org/drawingml/2006/main">
            <a:off x="609600" y="50800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199" name="19-text-6">
            <a:extLst xmlns:a="http://schemas.openxmlformats.org/drawingml/2006/main">
              <a:ext uri="{FF2B5EF4-FFF2-40B4-BE49-F238E27FC236}">
                <a16:creationId xmlns:a16="http://schemas.microsoft.com/office/drawing/2014/main" id="{13743945-C65E-4972-B0FD-A3ABBE5B1F8E}"/>
              </a:ext>
            </a:extLst>
          </p:cNvPr>
          <p:cNvSpPr>
            <a:spLocks xmlns:a="http://schemas.openxmlformats.org/drawingml/2006/main"/>
          </p:cNvSpPr>
          <p:nvPr/>
        </p:nvSpPr>
        <p:spPr>
          <a:xfrm xmlns:a="http://schemas.openxmlformats.org/drawingml/2006/main">
            <a:off x="6248400" y="2844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Design</a:t>
            </a:r>
          </a:p>
        </p:txBody>
      </p:sp>
      <p:sp>
        <p:nvSpPr>
          <p:cNvPr id="200" name="19-text-7">
            <a:extLst xmlns:a="http://schemas.openxmlformats.org/drawingml/2006/main">
              <a:ext uri="{FF2B5EF4-FFF2-40B4-BE49-F238E27FC236}">
                <a16:creationId xmlns:a16="http://schemas.microsoft.com/office/drawing/2014/main" id="{E021C570-7D44-446E-B944-4AD2F4BEEA03}"/>
              </a:ext>
            </a:extLst>
          </p:cNvPr>
          <p:cNvSpPr>
            <a:spLocks xmlns:a="http://schemas.openxmlformats.org/drawingml/2006/main"/>
          </p:cNvSpPr>
          <p:nvPr/>
        </p:nvSpPr>
        <p:spPr>
          <a:xfrm xmlns:a="http://schemas.openxmlformats.org/drawingml/2006/main">
            <a:off x="6248400" y="32258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Supply both passages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their source identities.</a:t>
            </a:r>
          </a:p>
        </p:txBody>
      </p:sp>
      <p:sp>
        <p:nvSpPr>
          <p:cNvPr id="201" name="19-text-8">
            <a:extLst xmlns:a="http://schemas.openxmlformats.org/drawingml/2006/main">
              <a:ext uri="{FF2B5EF4-FFF2-40B4-BE49-F238E27FC236}">
                <a16:creationId xmlns:a16="http://schemas.microsoft.com/office/drawing/2014/main" id="{978BC577-CBB7-4AC9-899E-D5C8A9C76C86}"/>
              </a:ext>
            </a:extLst>
          </p:cNvPr>
          <p:cNvSpPr>
            <a:spLocks xmlns:a="http://schemas.openxmlformats.org/drawingml/2006/main"/>
          </p:cNvSpPr>
          <p:nvPr/>
        </p:nvSpPr>
        <p:spPr>
          <a:xfrm xmlns:a="http://schemas.openxmlformats.org/drawingml/2006/main">
            <a:off x="6248400" y="3987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Failure</a:t>
            </a:r>
          </a:p>
        </p:txBody>
      </p:sp>
      <p:sp>
        <p:nvSpPr>
          <p:cNvPr id="202" name="19-text-9">
            <a:extLst xmlns:a="http://schemas.openxmlformats.org/drawingml/2006/main">
              <a:ext uri="{FF2B5EF4-FFF2-40B4-BE49-F238E27FC236}">
                <a16:creationId xmlns:a16="http://schemas.microsoft.com/office/drawing/2014/main" id="{AAB0C465-FA7B-4F9C-A0C1-232B8C94669E}"/>
              </a:ext>
            </a:extLst>
          </p:cNvPr>
          <p:cNvSpPr>
            <a:spLocks xmlns:a="http://schemas.openxmlformats.org/drawingml/2006/main"/>
          </p:cNvSpPr>
          <p:nvPr/>
        </p:nvSpPr>
        <p:spPr>
          <a:xfrm xmlns:a="http://schemas.openxmlformats.org/drawingml/2006/main">
            <a:off x="6248400" y="4368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Retrieval misses the later minutes.</a:t>
            </a:r>
          </a:p>
        </p:txBody>
      </p:sp>
      <p:sp>
        <p:nvSpPr>
          <p:cNvPr id="203" name="19-text-10">
            <a:extLst xmlns:a="http://schemas.openxmlformats.org/drawingml/2006/main">
              <a:ext uri="{FF2B5EF4-FFF2-40B4-BE49-F238E27FC236}">
                <a16:creationId xmlns:a16="http://schemas.microsoft.com/office/drawing/2014/main" id="{C5767D2D-71FD-452E-876E-12EBF540BD49}"/>
              </a:ext>
            </a:extLst>
          </p:cNvPr>
          <p:cNvSpPr>
            <a:spLocks xmlns:a="http://schemas.openxmlformats.org/drawingml/2006/main"/>
          </p:cNvSpPr>
          <p:nvPr/>
        </p:nvSpPr>
        <p:spPr>
          <a:xfrm xmlns:a="http://schemas.openxmlformats.org/drawingml/2006/main">
            <a:off x="6248400" y="4876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a:t>
            </a:r>
          </a:p>
        </p:txBody>
      </p:sp>
      <p:sp>
        <p:nvSpPr>
          <p:cNvPr id="204" name="19-text-11">
            <a:extLst xmlns:a="http://schemas.openxmlformats.org/drawingml/2006/main">
              <a:ext uri="{FF2B5EF4-FFF2-40B4-BE49-F238E27FC236}">
                <a16:creationId xmlns:a16="http://schemas.microsoft.com/office/drawing/2014/main" id="{E494D83E-4C07-4AD6-8939-7DF505104FD9}"/>
              </a:ext>
            </a:extLst>
          </p:cNvPr>
          <p:cNvSpPr>
            <a:spLocks xmlns:a="http://schemas.openxmlformats.org/drawingml/2006/main"/>
          </p:cNvSpPr>
          <p:nvPr/>
        </p:nvSpPr>
        <p:spPr>
          <a:xfrm xmlns:a="http://schemas.openxmlformats.org/drawingml/2006/main">
            <a:off x="6248400" y="52578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Both passages reach the input.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Summary preserves uncertainty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required inspection.</a:t>
            </a:r>
          </a:p>
        </p:txBody>
      </p:sp>
      <p:sp>
        <p:nvSpPr>
          <p:cNvPr id="205" name="narrative-number">
            <a:extLst xmlns:a="http://schemas.openxmlformats.org/drawingml/2006/main">
              <a:ext uri="{FF2B5EF4-FFF2-40B4-BE49-F238E27FC236}">
                <a16:creationId xmlns:a16="http://schemas.microsoft.com/office/drawing/2014/main" id="{4045437E-DB86-4AAE-95C2-E647D1DF6A1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508318489"/>
      </p:ext>
    </p:extLst>
  </p:cSld>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6" name="!!area-name">
            <a:extLst xmlns:a="http://schemas.openxmlformats.org/drawingml/2006/main">
              <a:ext uri="{FF2B5EF4-FFF2-40B4-BE49-F238E27FC236}">
                <a16:creationId xmlns:a16="http://schemas.microsoft.com/office/drawing/2014/main" id="{57051761-68DD-494A-B59C-BA04F244913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Perspective</a:t>
            </a:r>
          </a:p>
        </p:txBody>
      </p:sp>
      <p:pic>
        <p:nvPicPr>
          <p:cNvPr id="215" name="mini-map"/>
          <p:cNvPicPr>
            <a:picLocks xmlns:a="http://schemas.openxmlformats.org/drawingml/2006/main" noChangeAspect="1"/>
          </p:cNvPicPr>
          <p:nvPr/>
        </p:nvPicPr>
        <p:blipFill>
          <a:blip xmlns:r="http://schemas.openxmlformats.org/officeDocument/2006/relationships" xmlns:a="http://schemas.openxmlformats.org/drawingml/2006/main" r:embed="R74d6f2e23dee405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08" name="header-divider">
            <a:extLst xmlns:a="http://schemas.openxmlformats.org/drawingml/2006/main">
              <a:ext uri="{FF2B5EF4-FFF2-40B4-BE49-F238E27FC236}">
                <a16:creationId xmlns:a16="http://schemas.microsoft.com/office/drawing/2014/main" id="{16524EBF-E233-4923-A612-1FA429E6E4C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09" name="20-text-1">
            <a:extLst xmlns:a="http://schemas.openxmlformats.org/drawingml/2006/main">
              <a:ext uri="{FF2B5EF4-FFF2-40B4-BE49-F238E27FC236}">
                <a16:creationId xmlns:a16="http://schemas.microsoft.com/office/drawing/2014/main" id="{BE63E2E1-E097-4B1C-B3AE-75618FFBF8E6}"/>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“Agents are only as effective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as the tools we give them.”</a:t>
            </a:r>
          </a:p>
        </p:txBody>
      </p:sp>
      <p:sp>
        <p:nvSpPr>
          <p:cNvPr id="210" name="20-text-2">
            <a:extLst xmlns:a="http://schemas.openxmlformats.org/drawingml/2006/main">
              <a:ext uri="{FF2B5EF4-FFF2-40B4-BE49-F238E27FC236}">
                <a16:creationId xmlns:a16="http://schemas.microsoft.com/office/drawing/2014/main" id="{B238F8B6-897E-4410-A8D8-BFBEFC9EA926}"/>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11" name="20-text-3">
            <a:extLst xmlns:a="http://schemas.openxmlformats.org/drawingml/2006/main">
              <a:ext uri="{FF2B5EF4-FFF2-40B4-BE49-F238E27FC236}">
                <a16:creationId xmlns:a16="http://schemas.microsoft.com/office/drawing/2014/main" id="{A1ADD883-CC9C-42E0-8133-39B95DF8D25D}"/>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Writing effective tools for agents, with agents, September 2025</a:t>
            </a:r>
          </a:p>
        </p:txBody>
      </p:sp>
      <p:pic>
        <p:nvPicPr>
          <p:cNvPr id="220" name="20-image-4"/>
          <p:cNvPicPr>
            <a:picLocks xmlns:a="http://schemas.openxmlformats.org/drawingml/2006/main" noChangeAspect="1"/>
          </p:cNvPicPr>
          <p:nvPr/>
        </p:nvPicPr>
        <p:blipFill>
          <a:blip xmlns:r="http://schemas.openxmlformats.org/officeDocument/2006/relationships" xmlns:a="http://schemas.openxmlformats.org/drawingml/2006/main" r:embed="Reb9811f588ed446c"/>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13" name="narrative-number">
            <a:extLst xmlns:a="http://schemas.openxmlformats.org/drawingml/2006/main">
              <a:ext uri="{FF2B5EF4-FFF2-40B4-BE49-F238E27FC236}">
                <a16:creationId xmlns:a16="http://schemas.microsoft.com/office/drawing/2014/main" id="{A3FF6F81-F72F-4A77-BDD6-A474BBB4490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2979169749"/>
      </p:ext>
    </p:extLst>
  </p:cSld>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14" name="!!area-name">
            <a:extLst xmlns:a="http://schemas.openxmlformats.org/drawingml/2006/main">
              <a:ext uri="{FF2B5EF4-FFF2-40B4-BE49-F238E27FC236}">
                <a16:creationId xmlns:a16="http://schemas.microsoft.com/office/drawing/2014/main" id="{E85E289D-1E23-4E21-B377-9225A34BD05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What and why</a:t>
            </a:r>
          </a:p>
        </p:txBody>
      </p:sp>
      <p:pic>
        <p:nvPicPr>
          <p:cNvPr id="224" name="mini-map"/>
          <p:cNvPicPr>
            <a:picLocks xmlns:a="http://schemas.openxmlformats.org/drawingml/2006/main" noChangeAspect="1"/>
          </p:cNvPicPr>
          <p:nvPr/>
        </p:nvPicPr>
        <p:blipFill>
          <a:blip xmlns:r="http://schemas.openxmlformats.org/officeDocument/2006/relationships" xmlns:a="http://schemas.openxmlformats.org/drawingml/2006/main" r:embed="R0c439d4f0af14d1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16" name="slide-title">
            <a:extLst xmlns:a="http://schemas.openxmlformats.org/drawingml/2006/main">
              <a:ext uri="{FF2B5EF4-FFF2-40B4-BE49-F238E27FC236}">
                <a16:creationId xmlns:a16="http://schemas.microsoft.com/office/drawing/2014/main" id="{9E371528-21AB-481E-924A-A29CEBDC9AC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Tools and connections</a:t>
            </a:r>
          </a:p>
        </p:txBody>
      </p:sp>
      <p:sp>
        <p:nvSpPr>
          <p:cNvPr id="217" name="header-divider">
            <a:extLst xmlns:a="http://schemas.openxmlformats.org/drawingml/2006/main">
              <a:ext uri="{FF2B5EF4-FFF2-40B4-BE49-F238E27FC236}">
                <a16:creationId xmlns:a16="http://schemas.microsoft.com/office/drawing/2014/main" id="{EB388606-88E0-4460-A631-17DD69E76BD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8" name="21-text-1">
            <a:extLst xmlns:a="http://schemas.openxmlformats.org/drawingml/2006/main">
              <a:ext uri="{FF2B5EF4-FFF2-40B4-BE49-F238E27FC236}">
                <a16:creationId xmlns:a16="http://schemas.microsoft.com/office/drawing/2014/main" id="{94954543-BE40-4E5C-BC7A-86BC6B9D9194}"/>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What it is</a:t>
            </a:r>
          </a:p>
        </p:txBody>
      </p:sp>
      <p:sp>
        <p:nvSpPr>
          <p:cNvPr id="219" name="21-text-2">
            <a:extLst xmlns:a="http://schemas.openxmlformats.org/drawingml/2006/main">
              <a:ext uri="{FF2B5EF4-FFF2-40B4-BE49-F238E27FC236}">
                <a16:creationId xmlns:a16="http://schemas.microsoft.com/office/drawing/2014/main" id="{EE5E2E28-9C64-4793-B1E6-BD2521FF448F}"/>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Tool: an operation with defined inputs, results, and execution rules.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MCP: a common integration interface.</a:t>
            </a:r>
          </a:p>
        </p:txBody>
      </p:sp>
      <p:sp>
        <p:nvSpPr>
          <p:cNvPr id="220" name="21-text-3">
            <a:extLst xmlns:a="http://schemas.openxmlformats.org/drawingml/2006/main">
              <a:ext uri="{FF2B5EF4-FFF2-40B4-BE49-F238E27FC236}">
                <a16:creationId xmlns:a16="http://schemas.microsoft.com/office/drawing/2014/main" id="{C728A104-B5E7-42B5-924D-D25F040662AD}"/>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Why it matters</a:t>
            </a:r>
          </a:p>
        </p:txBody>
      </p:sp>
      <p:sp>
        <p:nvSpPr>
          <p:cNvPr id="221" name="21-text-4">
            <a:extLst xmlns:a="http://schemas.openxmlformats.org/drawingml/2006/main">
              <a:ext uri="{FF2B5EF4-FFF2-40B4-BE49-F238E27FC236}">
                <a16:creationId xmlns:a16="http://schemas.microsoft.com/office/drawing/2014/main" id="{B1DC9E16-2128-4109-AEAD-5A2D7E014BFF}"/>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Useful capabilities.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Clear results.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Enforced boundaries.</a:t>
            </a:r>
          </a:p>
        </p:txBody>
      </p:sp>
      <p:sp>
        <p:nvSpPr>
          <p:cNvPr id="222" name="narrative-number">
            <a:extLst xmlns:a="http://schemas.openxmlformats.org/drawingml/2006/main">
              <a:ext uri="{FF2B5EF4-FFF2-40B4-BE49-F238E27FC236}">
                <a16:creationId xmlns:a16="http://schemas.microsoft.com/office/drawing/2014/main" id="{7CB65BFE-8DD1-4366-8327-97B4B578F88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1347175893"/>
      </p:ext>
    </p:extLst>
  </p:cSld>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3" name="!!area-name">
            <a:extLst xmlns:a="http://schemas.openxmlformats.org/drawingml/2006/main">
              <a:ext uri="{FF2B5EF4-FFF2-40B4-BE49-F238E27FC236}">
                <a16:creationId xmlns:a16="http://schemas.microsoft.com/office/drawing/2014/main" id="{C3807CF8-DC23-4AC1-AFBF-F8192BD2B42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Decisions</a:t>
            </a:r>
          </a:p>
        </p:txBody>
      </p:sp>
      <p:pic>
        <p:nvPicPr>
          <p:cNvPr id="235" name="mini-map"/>
          <p:cNvPicPr>
            <a:picLocks xmlns:a="http://schemas.openxmlformats.org/drawingml/2006/main" noChangeAspect="1"/>
          </p:cNvPicPr>
          <p:nvPr/>
        </p:nvPicPr>
        <p:blipFill>
          <a:blip xmlns:r="http://schemas.openxmlformats.org/officeDocument/2006/relationships" xmlns:a="http://schemas.openxmlformats.org/drawingml/2006/main" r:embed="Rd200edbc050e4c5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25" name="slide-title">
            <a:extLst xmlns:a="http://schemas.openxmlformats.org/drawingml/2006/main">
              <a:ext uri="{FF2B5EF4-FFF2-40B4-BE49-F238E27FC236}">
                <a16:creationId xmlns:a16="http://schemas.microsoft.com/office/drawing/2014/main" id="{0587E08F-175D-45B7-A695-EB50EB7F67D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decisions</a:t>
            </a:r>
          </a:p>
        </p:txBody>
      </p:sp>
      <p:sp>
        <p:nvSpPr>
          <p:cNvPr id="226" name="header-divider">
            <a:extLst xmlns:a="http://schemas.openxmlformats.org/drawingml/2006/main">
              <a:ext uri="{FF2B5EF4-FFF2-40B4-BE49-F238E27FC236}">
                <a16:creationId xmlns:a16="http://schemas.microsoft.com/office/drawing/2014/main" id="{11964F9D-5EA8-4DAB-943B-814E84D1334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27" name="22-text-1">
            <a:extLst xmlns:a="http://schemas.openxmlformats.org/drawingml/2006/main">
              <a:ext uri="{FF2B5EF4-FFF2-40B4-BE49-F238E27FC236}">
                <a16:creationId xmlns:a16="http://schemas.microsoft.com/office/drawing/2014/main" id="{9DD12817-D73D-431D-B059-CDA5C860AFE0}"/>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Capabilities and granularity</a:t>
            </a:r>
          </a:p>
        </p:txBody>
      </p:sp>
      <p:sp>
        <p:nvSpPr>
          <p:cNvPr id="228" name="22-text-2">
            <a:extLst xmlns:a="http://schemas.openxmlformats.org/drawingml/2006/main">
              <a:ext uri="{FF2B5EF4-FFF2-40B4-BE49-F238E27FC236}">
                <a16:creationId xmlns:a16="http://schemas.microsoft.com/office/drawing/2014/main" id="{7E961C1D-8915-43F5-90B2-5F3EA6EADA3B}"/>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Distinct operations that fit the task. Evaluate flexibility against coordination work.</a:t>
            </a:r>
          </a:p>
        </p:txBody>
      </p:sp>
      <p:sp>
        <p:nvSpPr>
          <p:cNvPr id="229" name="22-text-3">
            <a:extLst xmlns:a="http://schemas.openxmlformats.org/drawingml/2006/main">
              <a:ext uri="{FF2B5EF4-FFF2-40B4-BE49-F238E27FC236}">
                <a16:creationId xmlns:a16="http://schemas.microsoft.com/office/drawing/2014/main" id="{12032F26-2F79-44A3-8EFF-CA76A6200BA0}"/>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 usable contract</a:t>
            </a:r>
          </a:p>
        </p:txBody>
      </p:sp>
      <p:sp>
        <p:nvSpPr>
          <p:cNvPr id="230" name="22-text-4">
            <a:extLst xmlns:a="http://schemas.openxmlformats.org/drawingml/2006/main">
              <a:ext uri="{FF2B5EF4-FFF2-40B4-BE49-F238E27FC236}">
                <a16:creationId xmlns:a16="http://schemas.microsoft.com/office/drawing/2014/main" id="{5892CBB5-924F-487C-9AB0-765588B6733C}"/>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Descriptions, inputs, results, and errors must agree.</a:t>
            </a:r>
          </a:p>
        </p:txBody>
      </p:sp>
      <p:sp>
        <p:nvSpPr>
          <p:cNvPr id="231" name="22-text-5">
            <a:extLst xmlns:a="http://schemas.openxmlformats.org/drawingml/2006/main">
              <a:ext uri="{FF2B5EF4-FFF2-40B4-BE49-F238E27FC236}">
                <a16:creationId xmlns:a16="http://schemas.microsoft.com/office/drawing/2014/main" id="{9F986743-20A7-407B-A46C-35887C4A4648}"/>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Permitted execution</a:t>
            </a:r>
          </a:p>
        </p:txBody>
      </p:sp>
      <p:sp>
        <p:nvSpPr>
          <p:cNvPr id="232" name="22-text-6">
            <a:extLst xmlns:a="http://schemas.openxmlformats.org/drawingml/2006/main">
              <a:ext uri="{FF2B5EF4-FFF2-40B4-BE49-F238E27FC236}">
                <a16:creationId xmlns:a16="http://schemas.microsoft.com/office/drawing/2014/main" id="{77920A5E-81B8-49B5-8D12-C0ED40ED115C}"/>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Validate and authorize in code. Scope reads and writes.</a:t>
            </a:r>
          </a:p>
        </p:txBody>
      </p:sp>
      <p:sp>
        <p:nvSpPr>
          <p:cNvPr id="233" name="narrative-number">
            <a:extLst xmlns:a="http://schemas.openxmlformats.org/drawingml/2006/main">
              <a:ext uri="{FF2B5EF4-FFF2-40B4-BE49-F238E27FC236}">
                <a16:creationId xmlns:a16="http://schemas.microsoft.com/office/drawing/2014/main" id="{152BCABF-0488-4CA5-9447-AEAA91623B1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2841925541"/>
      </p:ext>
    </p:extLst>
  </p:cSld>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34" name="!!area-name">
            <a:extLst xmlns:a="http://schemas.openxmlformats.org/drawingml/2006/main">
              <a:ext uri="{FF2B5EF4-FFF2-40B4-BE49-F238E27FC236}">
                <a16:creationId xmlns:a16="http://schemas.microsoft.com/office/drawing/2014/main" id="{92C6BE08-F788-48D5-AE6A-FAC18BDC6D1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Challenges and pitfalls</a:t>
            </a:r>
          </a:p>
        </p:txBody>
      </p:sp>
      <p:pic>
        <p:nvPicPr>
          <p:cNvPr id="248" name="mini-map"/>
          <p:cNvPicPr>
            <a:picLocks xmlns:a="http://schemas.openxmlformats.org/drawingml/2006/main" noChangeAspect="1"/>
          </p:cNvPicPr>
          <p:nvPr/>
        </p:nvPicPr>
        <p:blipFill>
          <a:blip xmlns:r="http://schemas.openxmlformats.org/officeDocument/2006/relationships" xmlns:a="http://schemas.openxmlformats.org/drawingml/2006/main" r:embed="R6829e8a51730428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36" name="slide-title">
            <a:extLst xmlns:a="http://schemas.openxmlformats.org/drawingml/2006/main">
              <a:ext uri="{FF2B5EF4-FFF2-40B4-BE49-F238E27FC236}">
                <a16:creationId xmlns:a16="http://schemas.microsoft.com/office/drawing/2014/main" id="{0B1F8293-2AEF-402C-91B8-1D5D284F238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pitfalls</a:t>
            </a:r>
          </a:p>
        </p:txBody>
      </p:sp>
      <p:sp>
        <p:nvSpPr>
          <p:cNvPr id="237" name="header-divider">
            <a:extLst xmlns:a="http://schemas.openxmlformats.org/drawingml/2006/main">
              <a:ext uri="{FF2B5EF4-FFF2-40B4-BE49-F238E27FC236}">
                <a16:creationId xmlns:a16="http://schemas.microsoft.com/office/drawing/2014/main" id="{2882926C-975C-4F35-89D6-7E16CD7DEFB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38" name="23-text-1">
            <a:extLst xmlns:a="http://schemas.openxmlformats.org/drawingml/2006/main">
              <a:ext uri="{FF2B5EF4-FFF2-40B4-BE49-F238E27FC236}">
                <a16:creationId xmlns:a16="http://schemas.microsoft.com/office/drawing/2014/main" id="{C80B6351-12BF-4640-BB74-04C4A6C02961}"/>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set</a:t>
            </a:r>
          </a:p>
        </p:txBody>
      </p:sp>
      <p:sp>
        <p:nvSpPr>
          <p:cNvPr id="239" name="23-text-2">
            <a:extLst xmlns:a="http://schemas.openxmlformats.org/drawingml/2006/main">
              <a:ext uri="{FF2B5EF4-FFF2-40B4-BE49-F238E27FC236}">
                <a16:creationId xmlns:a16="http://schemas.microsoft.com/office/drawing/2014/main" id="{8464F0C7-872B-4CBA-B052-262781EBF045}"/>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Overlapping purposes confuse selection.</a:t>
            </a:r>
          </a:p>
        </p:txBody>
      </p:sp>
      <p:sp>
        <p:nvSpPr>
          <p:cNvPr id="240" name="23-text-3">
            <a:extLst xmlns:a="http://schemas.openxmlformats.org/drawingml/2006/main">
              <a:ext uri="{FF2B5EF4-FFF2-40B4-BE49-F238E27FC236}">
                <a16:creationId xmlns:a16="http://schemas.microsoft.com/office/drawing/2014/main" id="{3A1E2156-952E-4EB0-8D06-27F0D297D7FB}"/>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Contract</a:t>
            </a:r>
          </a:p>
        </p:txBody>
      </p:sp>
      <p:sp>
        <p:nvSpPr>
          <p:cNvPr id="241" name="23-text-4">
            <a:extLst xmlns:a="http://schemas.openxmlformats.org/drawingml/2006/main">
              <a:ext uri="{FF2B5EF4-FFF2-40B4-BE49-F238E27FC236}">
                <a16:creationId xmlns:a16="http://schemas.microsoft.com/office/drawing/2014/main" id="{11B03283-8497-4229-8FA0-B682EC25131F}"/>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Description, schema, and behavior can drift.</a:t>
            </a:r>
          </a:p>
        </p:txBody>
      </p:sp>
      <p:sp>
        <p:nvSpPr>
          <p:cNvPr id="242" name="23-text-5">
            <a:extLst xmlns:a="http://schemas.openxmlformats.org/drawingml/2006/main">
              <a:ext uri="{FF2B5EF4-FFF2-40B4-BE49-F238E27FC236}">
                <a16:creationId xmlns:a16="http://schemas.microsoft.com/office/drawing/2014/main" id="{691554D4-3891-40EC-8810-8F8459A47949}"/>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Outcomes</a:t>
            </a:r>
          </a:p>
        </p:txBody>
      </p:sp>
      <p:sp>
        <p:nvSpPr>
          <p:cNvPr id="243" name="23-text-6">
            <a:extLst xmlns:a="http://schemas.openxmlformats.org/drawingml/2006/main">
              <a:ext uri="{FF2B5EF4-FFF2-40B4-BE49-F238E27FC236}">
                <a16:creationId xmlns:a16="http://schemas.microsoft.com/office/drawing/2014/main" id="{6CA00868-6980-4E63-BA48-4AFFA275B4BC}"/>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Success, failure, and uncertainty need distinct results.</a:t>
            </a:r>
          </a:p>
        </p:txBody>
      </p:sp>
      <p:sp>
        <p:nvSpPr>
          <p:cNvPr id="244" name="23-text-7">
            <a:extLst xmlns:a="http://schemas.openxmlformats.org/drawingml/2006/main">
              <a:ext uri="{FF2B5EF4-FFF2-40B4-BE49-F238E27FC236}">
                <a16:creationId xmlns:a16="http://schemas.microsoft.com/office/drawing/2014/main" id="{F5140BFA-020C-4B24-9476-4D368F1F0D80}"/>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45" name="23-text-8">
            <a:extLst xmlns:a="http://schemas.openxmlformats.org/drawingml/2006/main">
              <a:ext uri="{FF2B5EF4-FFF2-40B4-BE49-F238E27FC236}">
                <a16:creationId xmlns:a16="http://schemas.microsoft.com/office/drawing/2014/main" id="{A83111B3-A0E6-4B58-B6E3-BD42044551CF}"/>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Copying APIs without evaluating task fit.</a:t>
            </a:r>
          </a:p>
        </p:txBody>
      </p:sp>
      <p:sp>
        <p:nvSpPr>
          <p:cNvPr id="246" name="narrative-number">
            <a:extLst xmlns:a="http://schemas.openxmlformats.org/drawingml/2006/main">
              <a:ext uri="{FF2B5EF4-FFF2-40B4-BE49-F238E27FC236}">
                <a16:creationId xmlns:a16="http://schemas.microsoft.com/office/drawing/2014/main" id="{E5A0A11E-125E-487F-B196-C8FC03D76ED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488510753"/>
      </p:ext>
    </p:extLst>
  </p:cSld>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7" name="!!area-name">
            <a:extLst xmlns:a="http://schemas.openxmlformats.org/drawingml/2006/main">
              <a:ext uri="{FF2B5EF4-FFF2-40B4-BE49-F238E27FC236}">
                <a16:creationId xmlns:a16="http://schemas.microsoft.com/office/drawing/2014/main" id="{7B4FBAE0-7C2B-43C7-A753-AF6DB44D570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FRB application</a:t>
            </a:r>
          </a:p>
        </p:txBody>
      </p:sp>
      <p:pic>
        <p:nvPicPr>
          <p:cNvPr id="255" name="mini-map"/>
          <p:cNvPicPr>
            <a:picLocks xmlns:a="http://schemas.openxmlformats.org/drawingml/2006/main" noChangeAspect="1"/>
          </p:cNvPicPr>
          <p:nvPr/>
        </p:nvPicPr>
        <p:blipFill>
          <a:blip xmlns:r="http://schemas.openxmlformats.org/officeDocument/2006/relationships" xmlns:a="http://schemas.openxmlformats.org/drawingml/2006/main" r:embed="R03d00e46d68b4f6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49" name="slide-title">
            <a:extLst xmlns:a="http://schemas.openxmlformats.org/drawingml/2006/main">
              <a:ext uri="{FF2B5EF4-FFF2-40B4-BE49-F238E27FC236}">
                <a16:creationId xmlns:a16="http://schemas.microsoft.com/office/drawing/2014/main" id="{31E4CF54-5988-4237-9CBF-362E5B5B59B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Export cited brief</a:t>
            </a:r>
          </a:p>
        </p:txBody>
      </p:sp>
      <p:sp>
        <p:nvSpPr>
          <p:cNvPr id="250" name="header-divider">
            <a:extLst xmlns:a="http://schemas.openxmlformats.org/drawingml/2006/main">
              <a:ext uri="{FF2B5EF4-FFF2-40B4-BE49-F238E27FC236}">
                <a16:creationId xmlns:a16="http://schemas.microsoft.com/office/drawing/2014/main" id="{295D7539-9A47-4687-97F9-26D3342A264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51" name="24-text-1">
            <a:extLst xmlns:a="http://schemas.openxmlformats.org/drawingml/2006/main">
              <a:ext uri="{FF2B5EF4-FFF2-40B4-BE49-F238E27FC236}">
                <a16:creationId xmlns:a16="http://schemas.microsoft.com/office/drawing/2014/main" id="{F411C510-BE06-42FC-AF7E-14E823E423CA}"/>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Export cited brief contract.</a:t>
            </a:r>
          </a:p>
        </p:txBody>
      </p:sp>
      <p:graphicFrame>
        <p:nvGraphicFramePr>
          <p:cNvPr id="259" name="24-table-2"/>
          <p:cNvGraphicFramePr/>
          <p:nvPr/>
        </p:nvGraphicFramePr>
        <p:xfrm>
          <a:off xmlns:a="http://schemas.openxmlformats.org/drawingml/2006/main" x="609600" y="2895600"/>
          <a:ext xmlns:a="http://schemas.openxmlformats.org/drawingml/2006/main" cx="10972800" cy="3352800"/>
        </p:xfrm>
        <a:graphic xmlns:a="http://schemas.openxmlformats.org/drawingml/2006/main">
          <a:graphicData uri="http://schemas.openxmlformats.org/drawingml/2006/table">
            <a:tbl>
              <a:tblPr firstRow="0" firstCol="0" lastCol="0" bandRow="0" bandCol="0"/>
              <a:tblGrid>
                <a:gridCol w="2844800"/>
                <a:gridCol w="8128000"/>
              </a:tblGrid>
              <a:tr h="457200">
                <a:tc>
                  <a:txBody>
                    <a:bodyPr>
                      <a:noAutofit/>
                    </a:bodyPr>
                    <a:lstStyle/>
                    <a:p>
                      <a:pPr>
                        <a:lnSpc>
                          <a:spcPct val="125000"/>
                        </a:lnSpc>
                        <a:buNone/>
                      </a:pPr>
                      <a:r>
                        <a:rPr sz="2000" b="1">
                          <a:solidFill>
                            <a:srgbClr val="F948BE"/>
                          </a:solidFill>
                          <a:latin typeface="Helvetica"/>
                          <a:ea typeface="Helvetica"/>
                          <a:cs typeface="Helvetica"/>
                        </a:rPr>
                        <a:t>Contract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Requirement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58800">
                <a:tc>
                  <a:txBody>
                    <a:bodyPr>
                      <a:noAutofit/>
                    </a:bodyPr>
                    <a:lstStyle/>
                    <a:p>
                      <a:pPr>
                        <a:lnSpc>
                          <a:spcPct val="125000"/>
                        </a:lnSpc>
                        <a:buNone/>
                      </a:pPr>
                      <a:r>
                        <a:rPr sz="2000" b="0">
                          <a:solidFill>
                            <a:srgbClr val="FFFCF5"/>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Checked draft, citations, destination.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Exact draft passed verification.</a:t>
                      </a:r>
                    </a:p>
                    <a:p>
                      <a:pPr>
                        <a:lnSpc>
                          <a:spcPct val="125000"/>
                        </a:lnSpc>
                        <a:buNone/>
                      </a:pPr>
                      <a:r>
                        <a:rPr sz="2000" b="0">
                          <a:solidFill>
                            <a:srgbClr val="FFFCF5"/>
                          </a:solidFill>
                          <a:latin typeface="Helvetica"/>
                          <a:ea typeface="Helvetica"/>
                          <a:cs typeface="Helvetica"/>
                        </a:rPr>
                        <a:t>Access and destination permitted.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Output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Matching content and citations, with uncertainty preserved.</a:t>
                      </a:r>
                    </a:p>
                    <a:p>
                      <a:pPr>
                        <a:lnSpc>
                          <a:spcPct val="125000"/>
                        </a:lnSpc>
                        <a:buNone/>
                      </a:pPr>
                      <a:r>
                        <a:rPr sz="2000" b="0">
                          <a:solidFill>
                            <a:srgbClr val="FFFCF5"/>
                          </a:solidFill>
                          <a:latin typeface="Helvetica"/>
                          <a:ea typeface="Helvetica"/>
                          <a:cs typeface="Helvetica"/>
                        </a:rPr>
                        <a:t>Export receipt.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Failure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Known failure or unknown outcome stays explicit.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53" name="narrative-number">
            <a:extLst xmlns:a="http://schemas.openxmlformats.org/drawingml/2006/main">
              <a:ext uri="{FF2B5EF4-FFF2-40B4-BE49-F238E27FC236}">
                <a16:creationId xmlns:a16="http://schemas.microsoft.com/office/drawing/2014/main" id="{E100C249-DD2B-4A96-A760-CE06F4DBF0B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2933561116"/>
      </p:ext>
    </p:extLst>
  </p:cSld>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54" name="!!area-name">
            <a:extLst xmlns:a="http://schemas.openxmlformats.org/drawingml/2006/main">
              <a:ext uri="{FF2B5EF4-FFF2-40B4-BE49-F238E27FC236}">
                <a16:creationId xmlns:a16="http://schemas.microsoft.com/office/drawing/2014/main" id="{D0FE69F6-C033-4821-AE31-352BBDC97BF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Perspective</a:t>
            </a:r>
          </a:p>
        </p:txBody>
      </p:sp>
      <p:pic>
        <p:nvPicPr>
          <p:cNvPr id="263" name="mini-map"/>
          <p:cNvPicPr>
            <a:picLocks xmlns:a="http://schemas.openxmlformats.org/drawingml/2006/main" noChangeAspect="1"/>
          </p:cNvPicPr>
          <p:nvPr/>
        </p:nvPicPr>
        <p:blipFill>
          <a:blip xmlns:r="http://schemas.openxmlformats.org/officeDocument/2006/relationships" xmlns:a="http://schemas.openxmlformats.org/drawingml/2006/main" r:embed="Rb6970733a2cf454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56" name="header-divider">
            <a:extLst xmlns:a="http://schemas.openxmlformats.org/drawingml/2006/main">
              <a:ext uri="{FF2B5EF4-FFF2-40B4-BE49-F238E27FC236}">
                <a16:creationId xmlns:a16="http://schemas.microsoft.com/office/drawing/2014/main" id="{845D8A24-68E6-4A3A-9DCF-9C2A1E54E68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57" name="25-text-1">
            <a:extLst xmlns:a="http://schemas.openxmlformats.org/drawingml/2006/main">
              <a:ext uri="{FF2B5EF4-FFF2-40B4-BE49-F238E27FC236}">
                <a16:creationId xmlns:a16="http://schemas.microsoft.com/office/drawing/2014/main" id="{27664917-0852-48F1-9F78-05A0CF9BB6B9}"/>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“we recommend finding the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simplest solution possible,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only increasing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complexity when needed.”</a:t>
            </a:r>
          </a:p>
        </p:txBody>
      </p:sp>
      <p:sp>
        <p:nvSpPr>
          <p:cNvPr id="258" name="25-text-2">
            <a:extLst xmlns:a="http://schemas.openxmlformats.org/drawingml/2006/main">
              <a:ext uri="{FF2B5EF4-FFF2-40B4-BE49-F238E27FC236}">
                <a16:creationId xmlns:a16="http://schemas.microsoft.com/office/drawing/2014/main" id="{D413308F-011E-4534-9EA5-89A2D8A1C998}"/>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59" name="25-text-3">
            <a:extLst xmlns:a="http://schemas.openxmlformats.org/drawingml/2006/main">
              <a:ext uri="{FF2B5EF4-FFF2-40B4-BE49-F238E27FC236}">
                <a16:creationId xmlns:a16="http://schemas.microsoft.com/office/drawing/2014/main" id="{B20414E7-B0B5-4792-A4FA-FE87DAA71965}"/>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Building effective agents, December 2024</a:t>
            </a:r>
          </a:p>
        </p:txBody>
      </p:sp>
      <p:pic>
        <p:nvPicPr>
          <p:cNvPr id="268" name="25-image-4"/>
          <p:cNvPicPr>
            <a:picLocks xmlns:a="http://schemas.openxmlformats.org/drawingml/2006/main" noChangeAspect="1"/>
          </p:cNvPicPr>
          <p:nvPr/>
        </p:nvPicPr>
        <p:blipFill>
          <a:blip xmlns:r="http://schemas.openxmlformats.org/officeDocument/2006/relationships" xmlns:a="http://schemas.openxmlformats.org/drawingml/2006/main" r:embed="R1f0ade9e190d446d"/>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61" name="narrative-number">
            <a:extLst xmlns:a="http://schemas.openxmlformats.org/drawingml/2006/main">
              <a:ext uri="{FF2B5EF4-FFF2-40B4-BE49-F238E27FC236}">
                <a16:creationId xmlns:a16="http://schemas.microsoft.com/office/drawing/2014/main" id="{45EEF020-4603-4DD3-A87B-6E55E978070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177054582"/>
      </p:ext>
    </p:extLst>
  </p:cSld>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2" name="!!area-name">
            <a:extLst xmlns:a="http://schemas.openxmlformats.org/drawingml/2006/main">
              <a:ext uri="{FF2B5EF4-FFF2-40B4-BE49-F238E27FC236}">
                <a16:creationId xmlns:a16="http://schemas.microsoft.com/office/drawing/2014/main" id="{E3A70772-1EF5-44DA-9D87-E682628D7FF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What and why</a:t>
            </a:r>
          </a:p>
        </p:txBody>
      </p:sp>
      <p:pic>
        <p:nvPicPr>
          <p:cNvPr id="272" name="mini-map"/>
          <p:cNvPicPr>
            <a:picLocks xmlns:a="http://schemas.openxmlformats.org/drawingml/2006/main" noChangeAspect="1"/>
          </p:cNvPicPr>
          <p:nvPr/>
        </p:nvPicPr>
        <p:blipFill>
          <a:blip xmlns:r="http://schemas.openxmlformats.org/officeDocument/2006/relationships" xmlns:a="http://schemas.openxmlformats.org/drawingml/2006/main" r:embed="Re77842a5d58a4bf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64" name="slide-title">
            <a:extLst xmlns:a="http://schemas.openxmlformats.org/drawingml/2006/main">
              <a:ext uri="{FF2B5EF4-FFF2-40B4-BE49-F238E27FC236}">
                <a16:creationId xmlns:a16="http://schemas.microsoft.com/office/drawing/2014/main" id="{3B38AB6B-2612-4549-B8FB-C3842CD2270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control</a:t>
            </a:r>
          </a:p>
        </p:txBody>
      </p:sp>
      <p:sp>
        <p:nvSpPr>
          <p:cNvPr id="265" name="header-divider">
            <a:extLst xmlns:a="http://schemas.openxmlformats.org/drawingml/2006/main">
              <a:ext uri="{FF2B5EF4-FFF2-40B4-BE49-F238E27FC236}">
                <a16:creationId xmlns:a16="http://schemas.microsoft.com/office/drawing/2014/main" id="{226127AA-C8BB-4D54-A710-193378D55BA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66" name="26-text-1">
            <a:extLst xmlns:a="http://schemas.openxmlformats.org/drawingml/2006/main">
              <a:ext uri="{FF2B5EF4-FFF2-40B4-BE49-F238E27FC236}">
                <a16:creationId xmlns:a16="http://schemas.microsoft.com/office/drawing/2014/main" id="{290CA113-8E9F-4AF1-A15C-224E4968CFC2}"/>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What it is</a:t>
            </a:r>
          </a:p>
        </p:txBody>
      </p:sp>
      <p:sp>
        <p:nvSpPr>
          <p:cNvPr id="267" name="26-text-2">
            <a:extLst xmlns:a="http://schemas.openxmlformats.org/drawingml/2006/main">
              <a:ext uri="{FF2B5EF4-FFF2-40B4-BE49-F238E27FC236}">
                <a16:creationId xmlns:a16="http://schemas.microsoft.com/office/drawing/2014/main" id="{2B6727FD-1582-446B-A052-435A8717CCF5}"/>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Sequence work, carry state, coordinate, stop, and recover.</a:t>
            </a:r>
          </a:p>
        </p:txBody>
      </p:sp>
      <p:sp>
        <p:nvSpPr>
          <p:cNvPr id="268" name="26-text-3">
            <a:extLst xmlns:a="http://schemas.openxmlformats.org/drawingml/2006/main">
              <a:ext uri="{FF2B5EF4-FFF2-40B4-BE49-F238E27FC236}">
                <a16:creationId xmlns:a16="http://schemas.microsoft.com/office/drawing/2014/main" id="{CA58F3B9-323D-40AA-A518-7621076E2164}"/>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Why it matters</a:t>
            </a:r>
          </a:p>
        </p:txBody>
      </p:sp>
      <p:sp>
        <p:nvSpPr>
          <p:cNvPr id="269" name="26-text-4">
            <a:extLst xmlns:a="http://schemas.openxmlformats.org/drawingml/2006/main">
              <a:ext uri="{FF2B5EF4-FFF2-40B4-BE49-F238E27FC236}">
                <a16:creationId xmlns:a16="http://schemas.microsoft.com/office/drawing/2014/main" id="{0417FAFC-C88D-4AED-9A36-DC845D6F20A6}"/>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Reach checked outcomes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within enforced limits.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Combine code-controlled paths and model judgment.</a:t>
            </a:r>
          </a:p>
        </p:txBody>
      </p:sp>
      <p:sp>
        <p:nvSpPr>
          <p:cNvPr id="270" name="narrative-number">
            <a:extLst xmlns:a="http://schemas.openxmlformats.org/drawingml/2006/main">
              <a:ext uri="{FF2B5EF4-FFF2-40B4-BE49-F238E27FC236}">
                <a16:creationId xmlns:a16="http://schemas.microsoft.com/office/drawing/2014/main" id="{C8033FD1-170A-4062-90A4-36DBB6E87A3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90622635"/>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71" name="!!area-name">
            <a:extLst xmlns:a="http://schemas.openxmlformats.org/drawingml/2006/main">
              <a:ext uri="{FF2B5EF4-FFF2-40B4-BE49-F238E27FC236}">
                <a16:creationId xmlns:a16="http://schemas.microsoft.com/office/drawing/2014/main" id="{B92C715A-9BB0-47AB-A314-CCB5CFB0E7D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Decisions</a:t>
            </a:r>
          </a:p>
        </p:txBody>
      </p:sp>
      <p:pic>
        <p:nvPicPr>
          <p:cNvPr id="283" name="mini-map"/>
          <p:cNvPicPr>
            <a:picLocks xmlns:a="http://schemas.openxmlformats.org/drawingml/2006/main" noChangeAspect="1"/>
          </p:cNvPicPr>
          <p:nvPr/>
        </p:nvPicPr>
        <p:blipFill>
          <a:blip xmlns:r="http://schemas.openxmlformats.org/officeDocument/2006/relationships" xmlns:a="http://schemas.openxmlformats.org/drawingml/2006/main" r:embed="Rf85fa1c182324bd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73" name="slide-title">
            <a:extLst xmlns:a="http://schemas.openxmlformats.org/drawingml/2006/main">
              <a:ext uri="{FF2B5EF4-FFF2-40B4-BE49-F238E27FC236}">
                <a16:creationId xmlns:a16="http://schemas.microsoft.com/office/drawing/2014/main" id="{A01D7126-9785-4547-8EAF-9F932B25EEB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Orchestration decisions</a:t>
            </a:r>
          </a:p>
        </p:txBody>
      </p:sp>
      <p:sp>
        <p:nvSpPr>
          <p:cNvPr id="274" name="header-divider">
            <a:extLst xmlns:a="http://schemas.openxmlformats.org/drawingml/2006/main">
              <a:ext uri="{FF2B5EF4-FFF2-40B4-BE49-F238E27FC236}">
                <a16:creationId xmlns:a16="http://schemas.microsoft.com/office/drawing/2014/main" id="{AD53BFAD-D4B1-42F1-AC5E-E30D43A5C8B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5" name="27-text-1">
            <a:extLst xmlns:a="http://schemas.openxmlformats.org/drawingml/2006/main">
              <a:ext uri="{FF2B5EF4-FFF2-40B4-BE49-F238E27FC236}">
                <a16:creationId xmlns:a16="http://schemas.microsoft.com/office/drawing/2014/main" id="{6F56EC6B-4989-40E8-9CE4-3B4D11B9DE37}"/>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Who chooses the next step?</a:t>
            </a:r>
          </a:p>
        </p:txBody>
      </p:sp>
      <p:sp>
        <p:nvSpPr>
          <p:cNvPr id="276" name="27-text-2">
            <a:extLst xmlns:a="http://schemas.openxmlformats.org/drawingml/2006/main">
              <a:ext uri="{FF2B5EF4-FFF2-40B4-BE49-F238E27FC236}">
                <a16:creationId xmlns:a16="http://schemas.microsoft.com/office/drawing/2014/main" id="{2D1FB9FF-AA55-40D3-B0F6-C01892A14112}"/>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for required gates. Model judgment where adaptation helps.</a:t>
            </a:r>
          </a:p>
        </p:txBody>
      </p:sp>
      <p:sp>
        <p:nvSpPr>
          <p:cNvPr id="277" name="27-text-3">
            <a:extLst xmlns:a="http://schemas.openxmlformats.org/drawingml/2006/main">
              <a:ext uri="{FF2B5EF4-FFF2-40B4-BE49-F238E27FC236}">
                <a16:creationId xmlns:a16="http://schemas.microsoft.com/office/drawing/2014/main" id="{96ED99EC-62A2-42C2-8497-7531492DFCB9}"/>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When should work be delegated?</a:t>
            </a:r>
          </a:p>
        </p:txBody>
      </p:sp>
      <p:sp>
        <p:nvSpPr>
          <p:cNvPr id="278" name="27-text-4">
            <a:extLst xmlns:a="http://schemas.openxmlformats.org/drawingml/2006/main">
              <a:ext uri="{FF2B5EF4-FFF2-40B4-BE49-F238E27FC236}">
                <a16:creationId xmlns:a16="http://schemas.microsoft.com/office/drawing/2014/main" id="{48C2F31F-84FE-4A89-9185-A7A26164F0B4}"/>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Begin with a bounded workflow. Add workers after measured benefit.</a:t>
            </a:r>
          </a:p>
        </p:txBody>
      </p:sp>
      <p:sp>
        <p:nvSpPr>
          <p:cNvPr id="279" name="27-text-5">
            <a:extLst xmlns:a="http://schemas.openxmlformats.org/drawingml/2006/main">
              <a:ext uri="{FF2B5EF4-FFF2-40B4-BE49-F238E27FC236}">
                <a16:creationId xmlns:a16="http://schemas.microsoft.com/office/drawing/2014/main" id="{2653D7BE-B459-4352-A9E1-1E80EF451971}"/>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How does work stop or recover?</a:t>
            </a:r>
          </a:p>
        </p:txBody>
      </p:sp>
      <p:sp>
        <p:nvSpPr>
          <p:cNvPr id="280" name="27-text-6">
            <a:extLst xmlns:a="http://schemas.openxmlformats.org/drawingml/2006/main">
              <a:ext uri="{FF2B5EF4-FFF2-40B4-BE49-F238E27FC236}">
                <a16:creationId xmlns:a16="http://schemas.microsoft.com/office/drawing/2014/main" id="{E62457DE-BFE0-4247-8C30-875885B7B0AC}"/>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checks, saved state, bounded retries, and handoff.</a:t>
            </a:r>
          </a:p>
        </p:txBody>
      </p:sp>
      <p:sp>
        <p:nvSpPr>
          <p:cNvPr id="281" name="narrative-number">
            <a:extLst xmlns:a="http://schemas.openxmlformats.org/drawingml/2006/main">
              <a:ext uri="{FF2B5EF4-FFF2-40B4-BE49-F238E27FC236}">
                <a16:creationId xmlns:a16="http://schemas.microsoft.com/office/drawing/2014/main" id="{AB919F5D-6678-48B7-BDCF-BB9858A1843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27</a:t>
            </a:r>
          </a:p>
        </p:txBody>
      </p:sp>
    </p:spTree>
    <p:extLst>
      <p:ext uri="{BB962C8B-B14F-4D97-AF65-F5344CB8AC3E}">
        <p14:creationId xmlns:p14="http://schemas.microsoft.com/office/powerpoint/2010/main" val="2349695109"/>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2" name="!!area-name">
            <a:extLst xmlns:a="http://schemas.openxmlformats.org/drawingml/2006/main">
              <a:ext uri="{FF2B5EF4-FFF2-40B4-BE49-F238E27FC236}">
                <a16:creationId xmlns:a16="http://schemas.microsoft.com/office/drawing/2014/main" id="{8A65D72E-9452-4BDF-89B7-A5CE6EC5097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Challenges and pitfalls</a:t>
            </a:r>
          </a:p>
        </p:txBody>
      </p:sp>
      <p:pic>
        <p:nvPicPr>
          <p:cNvPr id="296" name="mini-map"/>
          <p:cNvPicPr>
            <a:picLocks xmlns:a="http://schemas.openxmlformats.org/drawingml/2006/main" noChangeAspect="1"/>
          </p:cNvPicPr>
          <p:nvPr/>
        </p:nvPicPr>
        <p:blipFill>
          <a:blip xmlns:r="http://schemas.openxmlformats.org/officeDocument/2006/relationships" xmlns:a="http://schemas.openxmlformats.org/drawingml/2006/main" r:embed="R434970dad5a54bd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84" name="slide-title">
            <a:extLst xmlns:a="http://schemas.openxmlformats.org/drawingml/2006/main">
              <a:ext uri="{FF2B5EF4-FFF2-40B4-BE49-F238E27FC236}">
                <a16:creationId xmlns:a16="http://schemas.microsoft.com/office/drawing/2014/main" id="{D81F76B3-E856-4A6F-8D95-592010D3562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pitfalls</a:t>
            </a:r>
          </a:p>
        </p:txBody>
      </p:sp>
      <p:sp>
        <p:nvSpPr>
          <p:cNvPr id="285" name="header-divider">
            <a:extLst xmlns:a="http://schemas.openxmlformats.org/drawingml/2006/main">
              <a:ext uri="{FF2B5EF4-FFF2-40B4-BE49-F238E27FC236}">
                <a16:creationId xmlns:a16="http://schemas.microsoft.com/office/drawing/2014/main" id="{3A9991C1-B950-4FC5-AD62-CDE9575B368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86" name="28-text-1">
            <a:extLst xmlns:a="http://schemas.openxmlformats.org/drawingml/2006/main">
              <a:ext uri="{FF2B5EF4-FFF2-40B4-BE49-F238E27FC236}">
                <a16:creationId xmlns:a16="http://schemas.microsoft.com/office/drawing/2014/main" id="{23A46702-A8E8-4603-BC57-2B6E439290EC}"/>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Gates</a:t>
            </a:r>
          </a:p>
        </p:txBody>
      </p:sp>
      <p:sp>
        <p:nvSpPr>
          <p:cNvPr id="287" name="28-text-2">
            <a:extLst xmlns:a="http://schemas.openxmlformats.org/drawingml/2006/main">
              <a:ext uri="{FF2B5EF4-FFF2-40B4-BE49-F238E27FC236}">
                <a16:creationId xmlns:a16="http://schemas.microsoft.com/office/drawing/2014/main" id="{38CAB579-A51A-40D3-AC05-7CAC07C20BD3}"/>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proposed plan does not enforce prerequisites.</a:t>
            </a:r>
          </a:p>
        </p:txBody>
      </p:sp>
      <p:sp>
        <p:nvSpPr>
          <p:cNvPr id="288" name="28-text-3">
            <a:extLst xmlns:a="http://schemas.openxmlformats.org/drawingml/2006/main">
              <a:ext uri="{FF2B5EF4-FFF2-40B4-BE49-F238E27FC236}">
                <a16:creationId xmlns:a16="http://schemas.microsoft.com/office/drawing/2014/main" id="{9F454E1D-FB32-4E7F-A06D-AC3225CF2F13}"/>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Progress</a:t>
            </a:r>
          </a:p>
        </p:txBody>
      </p:sp>
      <p:sp>
        <p:nvSpPr>
          <p:cNvPr id="289" name="28-text-4">
            <a:extLst xmlns:a="http://schemas.openxmlformats.org/drawingml/2006/main">
              <a:ext uri="{FF2B5EF4-FFF2-40B4-BE49-F238E27FC236}">
                <a16:creationId xmlns:a16="http://schemas.microsoft.com/office/drawing/2014/main" id="{CECE3DD4-DC5A-453A-85C0-1C372D1AD603}"/>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Repeated work can exhaust the budget.</a:t>
            </a:r>
          </a:p>
        </p:txBody>
      </p:sp>
      <p:sp>
        <p:nvSpPr>
          <p:cNvPr id="290" name="28-text-5">
            <a:extLst xmlns:a="http://schemas.openxmlformats.org/drawingml/2006/main">
              <a:ext uri="{FF2B5EF4-FFF2-40B4-BE49-F238E27FC236}">
                <a16:creationId xmlns:a16="http://schemas.microsoft.com/office/drawing/2014/main" id="{171009F1-4119-484C-B54F-1CE09AD7AD8C}"/>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291" name="28-text-6">
            <a:extLst xmlns:a="http://schemas.openxmlformats.org/drawingml/2006/main">
              <a:ext uri="{FF2B5EF4-FFF2-40B4-BE49-F238E27FC236}">
                <a16:creationId xmlns:a16="http://schemas.microsoft.com/office/drawing/2014/main" id="{EB4C8AC9-8EB9-4203-B107-6D882A0F4AB3}"/>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timeout does not establish failure.</a:t>
            </a:r>
          </a:p>
        </p:txBody>
      </p:sp>
      <p:sp>
        <p:nvSpPr>
          <p:cNvPr id="292" name="28-text-7">
            <a:extLst xmlns:a="http://schemas.openxmlformats.org/drawingml/2006/main">
              <a:ext uri="{FF2B5EF4-FFF2-40B4-BE49-F238E27FC236}">
                <a16:creationId xmlns:a16="http://schemas.microsoft.com/office/drawing/2014/main" id="{5B29DDD6-C342-4E43-9AAD-BB8D8E18CBB2}"/>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93" name="28-text-8">
            <a:extLst xmlns:a="http://schemas.openxmlformats.org/drawingml/2006/main">
              <a:ext uri="{FF2B5EF4-FFF2-40B4-BE49-F238E27FC236}">
                <a16:creationId xmlns:a16="http://schemas.microsoft.com/office/drawing/2014/main" id="{23CDFA0C-3D3F-42CC-A554-11E40F7A3703}"/>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multiple agents before trying a workflow.</a:t>
            </a:r>
          </a:p>
        </p:txBody>
      </p:sp>
      <p:sp>
        <p:nvSpPr>
          <p:cNvPr id="294" name="narrative-number">
            <a:extLst xmlns:a="http://schemas.openxmlformats.org/drawingml/2006/main">
              <a:ext uri="{FF2B5EF4-FFF2-40B4-BE49-F238E27FC236}">
                <a16:creationId xmlns:a16="http://schemas.microsoft.com/office/drawing/2014/main" id="{460966E4-65F2-4658-83DF-8EC2560ED13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28</a:t>
            </a:r>
          </a:p>
        </p:txBody>
      </p:sp>
    </p:spTree>
    <p:extLst>
      <p:ext uri="{BB962C8B-B14F-4D97-AF65-F5344CB8AC3E}">
        <p14:creationId xmlns:p14="http://schemas.microsoft.com/office/powerpoint/2010/main" val="353685505"/>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95" name="!!area-name">
            <a:extLst xmlns:a="http://schemas.openxmlformats.org/drawingml/2006/main">
              <a:ext uri="{FF2B5EF4-FFF2-40B4-BE49-F238E27FC236}">
                <a16:creationId xmlns:a16="http://schemas.microsoft.com/office/drawing/2014/main" id="{B0AEBC4D-5C9B-41A4-9A54-202586C2A2C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FRB application</a:t>
            </a:r>
          </a:p>
        </p:txBody>
      </p:sp>
      <p:pic>
        <p:nvPicPr>
          <p:cNvPr id="316" name="mini-map"/>
          <p:cNvPicPr>
            <a:picLocks xmlns:a="http://schemas.openxmlformats.org/drawingml/2006/main" noChangeAspect="1"/>
          </p:cNvPicPr>
          <p:nvPr/>
        </p:nvPicPr>
        <p:blipFill>
          <a:blip xmlns:r="http://schemas.openxmlformats.org/officeDocument/2006/relationships" xmlns:a="http://schemas.openxmlformats.org/drawingml/2006/main" r:embed="Ref7fc52f45cc4ca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97" name="slide-title">
            <a:extLst xmlns:a="http://schemas.openxmlformats.org/drawingml/2006/main">
              <a:ext uri="{FF2B5EF4-FFF2-40B4-BE49-F238E27FC236}">
                <a16:creationId xmlns:a16="http://schemas.microsoft.com/office/drawing/2014/main" id="{6A0DA623-5F3C-42EA-B9FD-A79703E8B7F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Workflow for the FRB brief</a:t>
            </a:r>
          </a:p>
        </p:txBody>
      </p:sp>
      <p:sp>
        <p:nvSpPr>
          <p:cNvPr id="298" name="header-divider">
            <a:extLst xmlns:a="http://schemas.openxmlformats.org/drawingml/2006/main">
              <a:ext uri="{FF2B5EF4-FFF2-40B4-BE49-F238E27FC236}">
                <a16:creationId xmlns:a16="http://schemas.microsoft.com/office/drawing/2014/main" id="{427E5E84-6429-44B5-AFA9-F7E0B2272CD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9" name="29-text-1">
            <a:extLst xmlns:a="http://schemas.openxmlformats.org/drawingml/2006/main">
              <a:ext uri="{FF2B5EF4-FFF2-40B4-BE49-F238E27FC236}">
                <a16:creationId xmlns:a16="http://schemas.microsoft.com/office/drawing/2014/main" id="{15E7D6A3-F07D-4644-A55A-569C23BDD54D}"/>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bounded workflow.</a:t>
            </a:r>
          </a:p>
        </p:txBody>
      </p:sp>
      <p:sp>
        <p:nvSpPr>
          <p:cNvPr id="300" name="29-text-2">
            <a:extLst xmlns:a="http://schemas.openxmlformats.org/drawingml/2006/main">
              <a:ext uri="{FF2B5EF4-FFF2-40B4-BE49-F238E27FC236}">
                <a16:creationId xmlns:a16="http://schemas.microsoft.com/office/drawing/2014/main" id="{EAA85C95-241B-473F-A5E8-46DEB314F44B}"/>
              </a:ext>
            </a:extLst>
          </p:cNvPr>
          <p:cNvSpPr>
            <a:spLocks xmlns:a="http://schemas.openxmlformats.org/drawingml/2006/main"/>
          </p:cNvSpPr>
          <p:nvPr/>
        </p:nvSpPr>
        <p:spPr>
          <a:xfrm xmlns:a="http://schemas.openxmlformats.org/drawingml/2006/main">
            <a:off x="609600" y="28448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301" name="29-text-3">
            <a:extLst xmlns:a="http://schemas.openxmlformats.org/drawingml/2006/main">
              <a:ext uri="{FF2B5EF4-FFF2-40B4-BE49-F238E27FC236}">
                <a16:creationId xmlns:a16="http://schemas.microsoft.com/office/drawing/2014/main" id="{F091276C-28BA-4C11-88A1-B8DB7E30C48B}"/>
              </a:ext>
            </a:extLst>
          </p:cNvPr>
          <p:cNvSpPr>
            <a:spLocks xmlns:a="http://schemas.openxmlformats.org/drawingml/2006/main"/>
          </p:cNvSpPr>
          <p:nvPr/>
        </p:nvSpPr>
        <p:spPr>
          <a:xfrm xmlns:a="http://schemas.openxmlformats.org/drawingml/2006/main">
            <a:off x="1219200" y="28448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Retrieve the packet.</a:t>
            </a:r>
          </a:p>
        </p:txBody>
      </p:sp>
      <p:sp>
        <p:nvSpPr>
          <p:cNvPr id="302" name="29-text-4">
            <a:extLst xmlns:a="http://schemas.openxmlformats.org/drawingml/2006/main">
              <a:ext uri="{FF2B5EF4-FFF2-40B4-BE49-F238E27FC236}">
                <a16:creationId xmlns:a16="http://schemas.microsoft.com/office/drawing/2014/main" id="{C5B52944-0A42-4C3F-BF2D-20D2EBE7C4C4}"/>
              </a:ext>
            </a:extLst>
          </p:cNvPr>
          <p:cNvSpPr>
            <a:spLocks xmlns:a="http://schemas.openxmlformats.org/drawingml/2006/main"/>
          </p:cNvSpPr>
          <p:nvPr/>
        </p:nvSpPr>
        <p:spPr>
          <a:xfrm xmlns:a="http://schemas.openxmlformats.org/drawingml/2006/main">
            <a:off x="6248400" y="28448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303" name="29-text-5">
            <a:extLst xmlns:a="http://schemas.openxmlformats.org/drawingml/2006/main">
              <a:ext uri="{FF2B5EF4-FFF2-40B4-BE49-F238E27FC236}">
                <a16:creationId xmlns:a16="http://schemas.microsoft.com/office/drawing/2014/main" id="{19D0A3DD-EE46-4BC6-BDAF-3EC2437F89D4}"/>
              </a:ext>
            </a:extLst>
          </p:cNvPr>
          <p:cNvSpPr>
            <a:spLocks xmlns:a="http://schemas.openxmlformats.org/drawingml/2006/main"/>
          </p:cNvSpPr>
          <p:nvPr/>
        </p:nvSpPr>
        <p:spPr>
          <a:xfrm xmlns:a="http://schemas.openxmlformats.org/drawingml/2006/main">
            <a:off x="6858000" y="28448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evidence.</a:t>
            </a:r>
          </a:p>
        </p:txBody>
      </p:sp>
      <p:sp>
        <p:nvSpPr>
          <p:cNvPr id="304" name="29-text-6">
            <a:extLst xmlns:a="http://schemas.openxmlformats.org/drawingml/2006/main">
              <a:ext uri="{FF2B5EF4-FFF2-40B4-BE49-F238E27FC236}">
                <a16:creationId xmlns:a16="http://schemas.microsoft.com/office/drawing/2014/main" id="{BE02FA9E-6A93-4147-A8B5-65C8EF45BEDE}"/>
              </a:ext>
            </a:extLst>
          </p:cNvPr>
          <p:cNvSpPr>
            <a:spLocks xmlns:a="http://schemas.openxmlformats.org/drawingml/2006/main"/>
          </p:cNvSpPr>
          <p:nvPr/>
        </p:nvSpPr>
        <p:spPr>
          <a:xfrm xmlns:a="http://schemas.openxmlformats.org/drawingml/2006/main">
            <a:off x="609600" y="35560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305" name="29-text-7">
            <a:extLst xmlns:a="http://schemas.openxmlformats.org/drawingml/2006/main">
              <a:ext uri="{FF2B5EF4-FFF2-40B4-BE49-F238E27FC236}">
                <a16:creationId xmlns:a16="http://schemas.microsoft.com/office/drawing/2014/main" id="{E61CF353-A8AA-40AF-A47D-874CACBF02FD}"/>
              </a:ext>
            </a:extLst>
          </p:cNvPr>
          <p:cNvSpPr>
            <a:spLocks xmlns:a="http://schemas.openxmlformats.org/drawingml/2006/main"/>
          </p:cNvSpPr>
          <p:nvPr/>
        </p:nvSpPr>
        <p:spPr>
          <a:xfrm xmlns:a="http://schemas.openxmlformats.org/drawingml/2006/main">
            <a:off x="1219200" y="35560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Compare cases.</a:t>
            </a:r>
          </a:p>
        </p:txBody>
      </p:sp>
      <p:sp>
        <p:nvSpPr>
          <p:cNvPr id="306" name="29-text-8">
            <a:extLst xmlns:a="http://schemas.openxmlformats.org/drawingml/2006/main">
              <a:ext uri="{FF2B5EF4-FFF2-40B4-BE49-F238E27FC236}">
                <a16:creationId xmlns:a16="http://schemas.microsoft.com/office/drawing/2014/main" id="{672A15EF-0EA0-4071-AEDD-73409762775F}"/>
              </a:ext>
            </a:extLst>
          </p:cNvPr>
          <p:cNvSpPr>
            <a:spLocks xmlns:a="http://schemas.openxmlformats.org/drawingml/2006/main"/>
          </p:cNvSpPr>
          <p:nvPr/>
        </p:nvSpPr>
        <p:spPr>
          <a:xfrm xmlns:a="http://schemas.openxmlformats.org/drawingml/2006/main">
            <a:off x="6248400" y="35560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307" name="29-text-9">
            <a:extLst xmlns:a="http://schemas.openxmlformats.org/drawingml/2006/main">
              <a:ext uri="{FF2B5EF4-FFF2-40B4-BE49-F238E27FC236}">
                <a16:creationId xmlns:a16="http://schemas.microsoft.com/office/drawing/2014/main" id="{5361E625-4F41-4D1E-9480-87ABD371174B}"/>
              </a:ext>
            </a:extLst>
          </p:cNvPr>
          <p:cNvSpPr>
            <a:spLocks xmlns:a="http://schemas.openxmlformats.org/drawingml/2006/main"/>
          </p:cNvSpPr>
          <p:nvPr/>
        </p:nvSpPr>
        <p:spPr>
          <a:xfrm xmlns:a="http://schemas.openxmlformats.org/drawingml/2006/main">
            <a:off x="6858000" y="35560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Reconcile findings.</a:t>
            </a:r>
          </a:p>
        </p:txBody>
      </p:sp>
      <p:sp>
        <p:nvSpPr>
          <p:cNvPr id="308" name="29-text-10">
            <a:extLst xmlns:a="http://schemas.openxmlformats.org/drawingml/2006/main">
              <a:ext uri="{FF2B5EF4-FFF2-40B4-BE49-F238E27FC236}">
                <a16:creationId xmlns:a16="http://schemas.microsoft.com/office/drawing/2014/main" id="{9FE92761-6426-4594-881A-C07E31C0CDB7}"/>
              </a:ext>
            </a:extLst>
          </p:cNvPr>
          <p:cNvSpPr>
            <a:spLocks xmlns:a="http://schemas.openxmlformats.org/drawingml/2006/main"/>
          </p:cNvSpPr>
          <p:nvPr/>
        </p:nvSpPr>
        <p:spPr>
          <a:xfrm xmlns:a="http://schemas.openxmlformats.org/drawingml/2006/main">
            <a:off x="609600" y="42672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
        <p:nvSpPr>
          <p:cNvPr id="309" name="29-text-11">
            <a:extLst xmlns:a="http://schemas.openxmlformats.org/drawingml/2006/main">
              <a:ext uri="{FF2B5EF4-FFF2-40B4-BE49-F238E27FC236}">
                <a16:creationId xmlns:a16="http://schemas.microsoft.com/office/drawing/2014/main" id="{043BEB24-EE07-4DFB-8AD6-C70A9D26DC62}"/>
              </a:ext>
            </a:extLst>
          </p:cNvPr>
          <p:cNvSpPr>
            <a:spLocks xmlns:a="http://schemas.openxmlformats.org/drawingml/2006/main"/>
          </p:cNvSpPr>
          <p:nvPr/>
        </p:nvSpPr>
        <p:spPr>
          <a:xfrm xmlns:a="http://schemas.openxmlformats.org/drawingml/2006/main">
            <a:off x="1219200" y="42672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Verify the brief.</a:t>
            </a:r>
          </a:p>
        </p:txBody>
      </p:sp>
      <p:sp>
        <p:nvSpPr>
          <p:cNvPr id="310" name="29-text-12">
            <a:extLst xmlns:a="http://schemas.openxmlformats.org/drawingml/2006/main">
              <a:ext uri="{FF2B5EF4-FFF2-40B4-BE49-F238E27FC236}">
                <a16:creationId xmlns:a16="http://schemas.microsoft.com/office/drawing/2014/main" id="{714D3C42-53D6-4D7B-8E08-0ABB510D0771}"/>
              </a:ext>
            </a:extLst>
          </p:cNvPr>
          <p:cNvSpPr>
            <a:spLocks xmlns:a="http://schemas.openxmlformats.org/drawingml/2006/main"/>
          </p:cNvSpPr>
          <p:nvPr/>
        </p:nvSpPr>
        <p:spPr>
          <a:xfrm xmlns:a="http://schemas.openxmlformats.org/drawingml/2006/main">
            <a:off x="6248400" y="42672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
        <p:nvSpPr>
          <p:cNvPr id="311" name="29-text-13">
            <a:extLst xmlns:a="http://schemas.openxmlformats.org/drawingml/2006/main">
              <a:ext uri="{FF2B5EF4-FFF2-40B4-BE49-F238E27FC236}">
                <a16:creationId xmlns:a16="http://schemas.microsoft.com/office/drawing/2014/main" id="{F897BCC0-74E6-48E8-A5BF-0F03D43B51EE}"/>
              </a:ext>
            </a:extLst>
          </p:cNvPr>
          <p:cNvSpPr>
            <a:spLocks xmlns:a="http://schemas.openxmlformats.org/drawingml/2006/main"/>
          </p:cNvSpPr>
          <p:nvPr/>
        </p:nvSpPr>
        <p:spPr>
          <a:xfrm xmlns:a="http://schemas.openxmlformats.org/drawingml/2006/main">
            <a:off x="6858000" y="42672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Export.</a:t>
            </a:r>
          </a:p>
        </p:txBody>
      </p:sp>
      <p:sp>
        <p:nvSpPr>
          <p:cNvPr id="312" name="29-text-14">
            <a:extLst xmlns:a="http://schemas.openxmlformats.org/drawingml/2006/main">
              <a:ext uri="{FF2B5EF4-FFF2-40B4-BE49-F238E27FC236}">
                <a16:creationId xmlns:a16="http://schemas.microsoft.com/office/drawing/2014/main" id="{D1529E45-813B-4862-B278-6CAD3CC224D8}"/>
              </a:ext>
            </a:extLst>
          </p:cNvPr>
          <p:cNvSpPr>
            <a:spLocks xmlns:a="http://schemas.openxmlformats.org/drawingml/2006/main"/>
          </p:cNvSpPr>
          <p:nvPr/>
        </p:nvSpPr>
        <p:spPr>
          <a:xfrm xmlns:a="http://schemas.openxmlformats.org/drawingml/2006/main">
            <a:off x="609600" y="497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Export only after checks pass on the exact draft.</a:t>
            </a:r>
          </a:p>
        </p:txBody>
      </p:sp>
      <p:sp>
        <p:nvSpPr>
          <p:cNvPr id="313" name="29-text-15">
            <a:extLst xmlns:a="http://schemas.openxmlformats.org/drawingml/2006/main">
              <a:ext uri="{FF2B5EF4-FFF2-40B4-BE49-F238E27FC236}">
                <a16:creationId xmlns:a16="http://schemas.microsoft.com/office/drawing/2014/main" id="{3F764BF7-6D3F-4CF0-B3F6-8D03D6DDDA97}"/>
              </a:ext>
            </a:extLst>
          </p:cNvPr>
          <p:cNvSpPr>
            <a:spLocks xmlns:a="http://schemas.openxmlformats.org/drawingml/2006/main"/>
          </p:cNvSpPr>
          <p:nvPr/>
        </p:nvSpPr>
        <p:spPr>
          <a:xfrm xmlns:a="http://schemas.openxmlformats.org/drawingml/2006/main">
            <a:off x="609600" y="55118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an unknown export outcome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before deciding whether to retry.</a:t>
            </a:r>
          </a:p>
        </p:txBody>
      </p:sp>
      <p:sp>
        <p:nvSpPr>
          <p:cNvPr id="314" name="narrative-number">
            <a:extLst xmlns:a="http://schemas.openxmlformats.org/drawingml/2006/main">
              <a:ext uri="{FF2B5EF4-FFF2-40B4-BE49-F238E27FC236}">
                <a16:creationId xmlns:a16="http://schemas.microsoft.com/office/drawing/2014/main" id="{13F4FDDA-BDB7-479C-B3BD-C1078434597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29</a:t>
            </a:r>
          </a:p>
        </p:txBody>
      </p:sp>
    </p:spTree>
    <p:extLst>
      <p:ext uri="{BB962C8B-B14F-4D97-AF65-F5344CB8AC3E}">
        <p14:creationId xmlns:p14="http://schemas.microsoft.com/office/powerpoint/2010/main" val="3238299875"/>
      </p:ext>
    </p:extLst>
  </p:cSld>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15" name="!!area-name">
            <a:extLst xmlns:a="http://schemas.openxmlformats.org/drawingml/2006/main">
              <a:ext uri="{FF2B5EF4-FFF2-40B4-BE49-F238E27FC236}">
                <a16:creationId xmlns:a16="http://schemas.microsoft.com/office/drawing/2014/main" id="{88C15854-F0B3-4698-948B-3D81318E8FA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Perspective</a:t>
            </a:r>
          </a:p>
        </p:txBody>
      </p:sp>
      <p:pic>
        <p:nvPicPr>
          <p:cNvPr id="324" name="mini-map"/>
          <p:cNvPicPr>
            <a:picLocks xmlns:a="http://schemas.openxmlformats.org/drawingml/2006/main" noChangeAspect="1"/>
          </p:cNvPicPr>
          <p:nvPr/>
        </p:nvPicPr>
        <p:blipFill>
          <a:blip xmlns:r="http://schemas.openxmlformats.org/officeDocument/2006/relationships" xmlns:a="http://schemas.openxmlformats.org/drawingml/2006/main" r:embed="Rb771de8df4034b2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17" name="header-divider">
            <a:extLst xmlns:a="http://schemas.openxmlformats.org/drawingml/2006/main">
              <a:ext uri="{FF2B5EF4-FFF2-40B4-BE49-F238E27FC236}">
                <a16:creationId xmlns:a16="http://schemas.microsoft.com/office/drawing/2014/main" id="{5011F400-0335-41BC-AE62-1FB55B9C4E0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18" name="30-text-1">
            <a:extLst xmlns:a="http://schemas.openxmlformats.org/drawingml/2006/main">
              <a:ext uri="{FF2B5EF4-FFF2-40B4-BE49-F238E27FC236}">
                <a16:creationId xmlns:a16="http://schemas.microsoft.com/office/drawing/2014/main" id="{4B99A7A8-07D0-409E-B5D8-98CFB4094834}"/>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“Error analysis is the most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important activity in evals.”</a:t>
            </a:r>
          </a:p>
        </p:txBody>
      </p:sp>
      <p:sp>
        <p:nvSpPr>
          <p:cNvPr id="319" name="30-text-2">
            <a:extLst xmlns:a="http://schemas.openxmlformats.org/drawingml/2006/main">
              <a:ext uri="{FF2B5EF4-FFF2-40B4-BE49-F238E27FC236}">
                <a16:creationId xmlns:a16="http://schemas.microsoft.com/office/drawing/2014/main" id="{9320C58A-5494-4C4F-9EB9-1CA2BEFD8805}"/>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and Shreya Shankar</a:t>
            </a:r>
          </a:p>
        </p:txBody>
      </p:sp>
      <p:sp>
        <p:nvSpPr>
          <p:cNvPr id="320" name="30-text-3">
            <a:extLst xmlns:a="http://schemas.openxmlformats.org/drawingml/2006/main">
              <a:ext uri="{FF2B5EF4-FFF2-40B4-BE49-F238E27FC236}">
                <a16:creationId xmlns:a16="http://schemas.microsoft.com/office/drawing/2014/main" id="{B303BB59-B8D1-4951-9A76-02496AFA1C94}"/>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AI Evals: Everything You Need to Know, September 2026</a:t>
            </a:r>
          </a:p>
        </p:txBody>
      </p:sp>
      <p:pic>
        <p:nvPicPr>
          <p:cNvPr id="329" name="30-image-4"/>
          <p:cNvPicPr>
            <a:picLocks xmlns:a="http://schemas.openxmlformats.org/drawingml/2006/main" noChangeAspect="1"/>
          </p:cNvPicPr>
          <p:nvPr/>
        </p:nvPicPr>
        <p:blipFill>
          <a:blip xmlns:r="http://schemas.openxmlformats.org/officeDocument/2006/relationships" xmlns:a="http://schemas.openxmlformats.org/drawingml/2006/main" r:embed="R5d413448a66e4a99"/>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322" name="narrative-number">
            <a:extLst xmlns:a="http://schemas.openxmlformats.org/drawingml/2006/main">
              <a:ext uri="{FF2B5EF4-FFF2-40B4-BE49-F238E27FC236}">
                <a16:creationId xmlns:a16="http://schemas.microsoft.com/office/drawing/2014/main" id="{EFA3105A-9C03-4B77-93FF-BAB95BB22E8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30</a:t>
            </a:r>
          </a:p>
        </p:txBody>
      </p:sp>
    </p:spTree>
    <p:extLst>
      <p:ext uri="{BB962C8B-B14F-4D97-AF65-F5344CB8AC3E}">
        <p14:creationId xmlns:p14="http://schemas.microsoft.com/office/powerpoint/2010/main" val="3240311150"/>
      </p:ext>
    </p:extLst>
  </p:cSld>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23" name="!!area-name">
            <a:extLst xmlns:a="http://schemas.openxmlformats.org/drawingml/2006/main">
              <a:ext uri="{FF2B5EF4-FFF2-40B4-BE49-F238E27FC236}">
                <a16:creationId xmlns:a16="http://schemas.microsoft.com/office/drawing/2014/main" id="{C1AF477E-DCF8-45CF-A94B-6D11F66A9EE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What and why</a:t>
            </a:r>
          </a:p>
        </p:txBody>
      </p:sp>
      <p:pic>
        <p:nvPicPr>
          <p:cNvPr id="333" name="mini-map"/>
          <p:cNvPicPr>
            <a:picLocks xmlns:a="http://schemas.openxmlformats.org/drawingml/2006/main" noChangeAspect="1"/>
          </p:cNvPicPr>
          <p:nvPr/>
        </p:nvPicPr>
        <p:blipFill>
          <a:blip xmlns:r="http://schemas.openxmlformats.org/officeDocument/2006/relationships" xmlns:a="http://schemas.openxmlformats.org/drawingml/2006/main" r:embed="R8be87c9126e74e5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25" name="slide-title">
            <a:extLst xmlns:a="http://schemas.openxmlformats.org/drawingml/2006/main">
              <a:ext uri="{FF2B5EF4-FFF2-40B4-BE49-F238E27FC236}">
                <a16:creationId xmlns:a16="http://schemas.microsoft.com/office/drawing/2014/main" id="{99F88AA0-5284-4D62-ABD0-B5BB2EEEAF4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Verification and evaluation</a:t>
            </a:r>
          </a:p>
        </p:txBody>
      </p:sp>
      <p:sp>
        <p:nvSpPr>
          <p:cNvPr id="326" name="header-divider">
            <a:extLst xmlns:a="http://schemas.openxmlformats.org/drawingml/2006/main">
              <a:ext uri="{FF2B5EF4-FFF2-40B4-BE49-F238E27FC236}">
                <a16:creationId xmlns:a16="http://schemas.microsoft.com/office/drawing/2014/main" id="{C12E75E1-4BDA-413E-9082-67EDE0F5B13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27" name="31-text-1">
            <a:extLst xmlns:a="http://schemas.openxmlformats.org/drawingml/2006/main">
              <a:ext uri="{FF2B5EF4-FFF2-40B4-BE49-F238E27FC236}">
                <a16:creationId xmlns:a16="http://schemas.microsoft.com/office/drawing/2014/main" id="{6B7B599D-0B0C-4915-8A25-A7747E6EA02D}"/>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What it is</a:t>
            </a:r>
          </a:p>
        </p:txBody>
      </p:sp>
      <p:sp>
        <p:nvSpPr>
          <p:cNvPr id="328" name="31-text-2">
            <a:extLst xmlns:a="http://schemas.openxmlformats.org/drawingml/2006/main">
              <a:ext uri="{FF2B5EF4-FFF2-40B4-BE49-F238E27FC236}">
                <a16:creationId xmlns:a16="http://schemas.microsoft.com/office/drawing/2014/main" id="{CC7B4433-6CEE-48D9-A8AB-424011037DBF}"/>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Verification: acceptance of this result.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behavior across cases and repeated trials.</a:t>
            </a:r>
          </a:p>
        </p:txBody>
      </p:sp>
      <p:sp>
        <p:nvSpPr>
          <p:cNvPr id="329" name="31-text-3">
            <a:extLst xmlns:a="http://schemas.openxmlformats.org/drawingml/2006/main">
              <a:ext uri="{FF2B5EF4-FFF2-40B4-BE49-F238E27FC236}">
                <a16:creationId xmlns:a16="http://schemas.microsoft.com/office/drawing/2014/main" id="{FCA181DF-5926-4AEE-90C2-445BABED59DB}"/>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Why it matters</a:t>
            </a:r>
          </a:p>
        </p:txBody>
      </p:sp>
      <p:sp>
        <p:nvSpPr>
          <p:cNvPr id="330" name="31-text-4">
            <a:extLst xmlns:a="http://schemas.openxmlformats.org/drawingml/2006/main">
              <a:ext uri="{FF2B5EF4-FFF2-40B4-BE49-F238E27FC236}">
                <a16:creationId xmlns:a16="http://schemas.microsoft.com/office/drawing/2014/main" id="{E459F80D-4CC9-4ABB-BD68-93AD2185DCC8}"/>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Ordinary tests remain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Check outcomes, required constraints, and consistency.</a:t>
            </a:r>
          </a:p>
        </p:txBody>
      </p:sp>
      <p:sp>
        <p:nvSpPr>
          <p:cNvPr id="331" name="narrative-number">
            <a:extLst xmlns:a="http://schemas.openxmlformats.org/drawingml/2006/main">
              <a:ext uri="{FF2B5EF4-FFF2-40B4-BE49-F238E27FC236}">
                <a16:creationId xmlns:a16="http://schemas.microsoft.com/office/drawing/2014/main" id="{99C1F923-58B7-4298-85D5-B8A3DA474F5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31</a:t>
            </a:r>
          </a:p>
        </p:txBody>
      </p:sp>
    </p:spTree>
    <p:extLst>
      <p:ext uri="{BB962C8B-B14F-4D97-AF65-F5344CB8AC3E}">
        <p14:creationId xmlns:p14="http://schemas.microsoft.com/office/powerpoint/2010/main" val="402810331"/>
      </p:ext>
    </p:extLst>
  </p:cSld>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32" name="!!area-name">
            <a:extLst xmlns:a="http://schemas.openxmlformats.org/drawingml/2006/main">
              <a:ext uri="{FF2B5EF4-FFF2-40B4-BE49-F238E27FC236}">
                <a16:creationId xmlns:a16="http://schemas.microsoft.com/office/drawing/2014/main" id="{C5BE444E-2338-4223-92CD-5E559086958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Decisions</a:t>
            </a:r>
          </a:p>
        </p:txBody>
      </p:sp>
      <p:pic>
        <p:nvPicPr>
          <p:cNvPr id="344" name="mini-map"/>
          <p:cNvPicPr>
            <a:picLocks xmlns:a="http://schemas.openxmlformats.org/drawingml/2006/main" noChangeAspect="1"/>
          </p:cNvPicPr>
          <p:nvPr/>
        </p:nvPicPr>
        <p:blipFill>
          <a:blip xmlns:r="http://schemas.openxmlformats.org/officeDocument/2006/relationships" xmlns:a="http://schemas.openxmlformats.org/drawingml/2006/main" r:embed="R8a2c451a1ba0458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34" name="slide-title">
            <a:extLst xmlns:a="http://schemas.openxmlformats.org/drawingml/2006/main">
              <a:ext uri="{FF2B5EF4-FFF2-40B4-BE49-F238E27FC236}">
                <a16:creationId xmlns:a16="http://schemas.microsoft.com/office/drawing/2014/main" id="{4B5B2655-E032-4D96-A47D-05B88A0CBFC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decisions</a:t>
            </a:r>
          </a:p>
        </p:txBody>
      </p:sp>
      <p:sp>
        <p:nvSpPr>
          <p:cNvPr id="335" name="header-divider">
            <a:extLst xmlns:a="http://schemas.openxmlformats.org/drawingml/2006/main">
              <a:ext uri="{FF2B5EF4-FFF2-40B4-BE49-F238E27FC236}">
                <a16:creationId xmlns:a16="http://schemas.microsoft.com/office/drawing/2014/main" id="{F20E609D-55A9-4653-81D7-08AB7D56226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36" name="32-text-1">
            <a:extLst xmlns:a="http://schemas.openxmlformats.org/drawingml/2006/main">
              <a:ext uri="{FF2B5EF4-FFF2-40B4-BE49-F238E27FC236}">
                <a16:creationId xmlns:a16="http://schemas.microsoft.com/office/drawing/2014/main" id="{E8D3313D-0B3E-4837-A52B-C903DCCF8E8A}"/>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What counts as success?</a:t>
            </a:r>
          </a:p>
        </p:txBody>
      </p:sp>
      <p:sp>
        <p:nvSpPr>
          <p:cNvPr id="337" name="32-text-2">
            <a:extLst xmlns:a="http://schemas.openxmlformats.org/drawingml/2006/main">
              <a:ext uri="{FF2B5EF4-FFF2-40B4-BE49-F238E27FC236}">
                <a16:creationId xmlns:a16="http://schemas.microsoft.com/office/drawing/2014/main" id="{930ECED3-83D8-4A1C-9D13-AB0AC1F2883E}"/>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Outcomes, serious failures, and useful limitations.</a:t>
            </a:r>
          </a:p>
        </p:txBody>
      </p:sp>
      <p:sp>
        <p:nvSpPr>
          <p:cNvPr id="338" name="32-text-3">
            <a:extLst xmlns:a="http://schemas.openxmlformats.org/drawingml/2006/main">
              <a:ext uri="{FF2B5EF4-FFF2-40B4-BE49-F238E27FC236}">
                <a16:creationId xmlns:a16="http://schemas.microsoft.com/office/drawing/2014/main" id="{D9679AEE-6084-439C-9250-EF205BF2C918}"/>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checks fit?</a:t>
            </a:r>
          </a:p>
        </p:txBody>
      </p:sp>
      <p:sp>
        <p:nvSpPr>
          <p:cNvPr id="339" name="32-text-4">
            <a:extLst xmlns:a="http://schemas.openxmlformats.org/drawingml/2006/main">
              <a:ext uri="{FF2B5EF4-FFF2-40B4-BE49-F238E27FC236}">
                <a16:creationId xmlns:a16="http://schemas.microsoft.com/office/drawing/2014/main" id="{5EF54008-4444-4662-8CC9-5843BC00D9E3}"/>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checks, model graders, expert review. Evaluate grader agreement.</a:t>
            </a:r>
          </a:p>
        </p:txBody>
      </p:sp>
      <p:sp>
        <p:nvSpPr>
          <p:cNvPr id="340" name="32-text-5">
            <a:extLst xmlns:a="http://schemas.openxmlformats.org/drawingml/2006/main">
              <a:ext uri="{FF2B5EF4-FFF2-40B4-BE49-F238E27FC236}">
                <a16:creationId xmlns:a16="http://schemas.microsoft.com/office/drawing/2014/main" id="{D237AE14-3406-43F4-96DC-4C6BA2F5B251}"/>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cases and trials?</a:t>
            </a:r>
          </a:p>
        </p:txBody>
      </p:sp>
      <p:sp>
        <p:nvSpPr>
          <p:cNvPr id="341" name="32-text-6">
            <a:extLst xmlns:a="http://schemas.openxmlformats.org/drawingml/2006/main">
              <a:ext uri="{FF2B5EF4-FFF2-40B4-BE49-F238E27FC236}">
                <a16:creationId xmlns:a16="http://schemas.microsoft.com/office/drawing/2014/main" id="{4C6BA344-CD76-4E4C-B9B8-B751583F160B}"/>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Representative work, known failures, and repeated attempts.</a:t>
            </a:r>
          </a:p>
        </p:txBody>
      </p:sp>
      <p:sp>
        <p:nvSpPr>
          <p:cNvPr id="342" name="narrative-number">
            <a:extLst xmlns:a="http://schemas.openxmlformats.org/drawingml/2006/main">
              <a:ext uri="{FF2B5EF4-FFF2-40B4-BE49-F238E27FC236}">
                <a16:creationId xmlns:a16="http://schemas.microsoft.com/office/drawing/2014/main" id="{1873BA4E-4E4F-4FFF-B470-C8C02B5B9B5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32</a:t>
            </a:r>
          </a:p>
        </p:txBody>
      </p:sp>
    </p:spTree>
    <p:extLst>
      <p:ext uri="{BB962C8B-B14F-4D97-AF65-F5344CB8AC3E}">
        <p14:creationId xmlns:p14="http://schemas.microsoft.com/office/powerpoint/2010/main" val="3654266525"/>
      </p:ext>
    </p:extLst>
  </p:cSld>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3" name="!!area-name">
            <a:extLst xmlns:a="http://schemas.openxmlformats.org/drawingml/2006/main">
              <a:ext uri="{FF2B5EF4-FFF2-40B4-BE49-F238E27FC236}">
                <a16:creationId xmlns:a16="http://schemas.microsoft.com/office/drawing/2014/main" id="{BA942CC8-00F3-4F6A-88DE-8DCF8E67444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Challenges and pitfalls</a:t>
            </a:r>
          </a:p>
        </p:txBody>
      </p:sp>
      <p:pic>
        <p:nvPicPr>
          <p:cNvPr id="358" name="mini-map"/>
          <p:cNvPicPr>
            <a:picLocks xmlns:a="http://schemas.openxmlformats.org/drawingml/2006/main" noChangeAspect="1"/>
          </p:cNvPicPr>
          <p:nvPr/>
        </p:nvPicPr>
        <p:blipFill>
          <a:blip xmlns:r="http://schemas.openxmlformats.org/officeDocument/2006/relationships" xmlns:a="http://schemas.openxmlformats.org/drawingml/2006/main" r:embed="R0dbb40fb98b941a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45" name="slide-title">
            <a:extLst xmlns:a="http://schemas.openxmlformats.org/drawingml/2006/main">
              <a:ext uri="{FF2B5EF4-FFF2-40B4-BE49-F238E27FC236}">
                <a16:creationId xmlns:a16="http://schemas.microsoft.com/office/drawing/2014/main" id="{39A8ACA9-6F9E-4C6E-A6C9-99699B96829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pitfalls</a:t>
            </a:r>
          </a:p>
        </p:txBody>
      </p:sp>
      <p:sp>
        <p:nvSpPr>
          <p:cNvPr id="346" name="header-divider">
            <a:extLst xmlns:a="http://schemas.openxmlformats.org/drawingml/2006/main">
              <a:ext uri="{FF2B5EF4-FFF2-40B4-BE49-F238E27FC236}">
                <a16:creationId xmlns:a16="http://schemas.microsoft.com/office/drawing/2014/main" id="{29E33068-9815-4830-BBD7-1EFB8C7A01E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7" name="33-text-1">
            <a:extLst xmlns:a="http://schemas.openxmlformats.org/drawingml/2006/main">
              <a:ext uri="{FF2B5EF4-FFF2-40B4-BE49-F238E27FC236}">
                <a16:creationId xmlns:a16="http://schemas.microsoft.com/office/drawing/2014/main" id="{F3DD0CD3-7FFC-461B-8277-0CB9EB19F103}"/>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Outcome</a:t>
            </a:r>
          </a:p>
        </p:txBody>
      </p:sp>
      <p:sp>
        <p:nvSpPr>
          <p:cNvPr id="348" name="33-text-2">
            <a:extLst xmlns:a="http://schemas.openxmlformats.org/drawingml/2006/main">
              <a:ext uri="{FF2B5EF4-FFF2-40B4-BE49-F238E27FC236}">
                <a16:creationId xmlns:a16="http://schemas.microsoft.com/office/drawing/2014/main" id="{40604FAA-D55D-4E74-A596-D1A3795B942E}"/>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actual result.</a:t>
            </a:r>
          </a:p>
        </p:txBody>
      </p:sp>
      <p:sp>
        <p:nvSpPr>
          <p:cNvPr id="349" name="33-text-3">
            <a:extLst xmlns:a="http://schemas.openxmlformats.org/drawingml/2006/main">
              <a:ext uri="{FF2B5EF4-FFF2-40B4-BE49-F238E27FC236}">
                <a16:creationId xmlns:a16="http://schemas.microsoft.com/office/drawing/2014/main" id="{A6D79D62-4F58-4BED-B5D5-1AE55455ABE5}"/>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350" name="33-text-4">
            <a:extLst xmlns:a="http://schemas.openxmlformats.org/drawingml/2006/main">
              <a:ext uri="{FF2B5EF4-FFF2-40B4-BE49-F238E27FC236}">
                <a16:creationId xmlns:a16="http://schemas.microsoft.com/office/drawing/2014/main" id="{AA80476C-1E8A-42D5-97A0-A2925402D7FF}"/>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disagreement with expert judgment.</a:t>
            </a:r>
          </a:p>
        </p:txBody>
      </p:sp>
      <p:sp>
        <p:nvSpPr>
          <p:cNvPr id="351" name="33-text-5">
            <a:extLst xmlns:a="http://schemas.openxmlformats.org/drawingml/2006/main">
              <a:ext uri="{FF2B5EF4-FFF2-40B4-BE49-F238E27FC236}">
                <a16:creationId xmlns:a16="http://schemas.microsoft.com/office/drawing/2014/main" id="{51DD69A9-8135-4C19-AF1D-F7957C169D2A}"/>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Coverage</a:t>
            </a:r>
          </a:p>
        </p:txBody>
      </p:sp>
      <p:sp>
        <p:nvSpPr>
          <p:cNvPr id="352" name="33-text-6">
            <a:extLst xmlns:a="http://schemas.openxmlformats.org/drawingml/2006/main">
              <a:ext uri="{FF2B5EF4-FFF2-40B4-BE49-F238E27FC236}">
                <a16:creationId xmlns:a16="http://schemas.microsoft.com/office/drawing/2014/main" id="{4B6B36B7-758C-4EAF-9D2E-5D0963D3D612}"/>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 failures and recheck after changes.</a:t>
            </a:r>
          </a:p>
        </p:txBody>
      </p:sp>
      <p:sp>
        <p:nvSpPr>
          <p:cNvPr id="353" name="33-text-7">
            <a:extLst xmlns:a="http://schemas.openxmlformats.org/drawingml/2006/main">
              <a:ext uri="{FF2B5EF4-FFF2-40B4-BE49-F238E27FC236}">
                <a16:creationId xmlns:a16="http://schemas.microsoft.com/office/drawing/2014/main" id="{2EF80BE7-ED0C-48B2-8CB4-A1BF53A33B62}"/>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result and the trace before choosing a repair.</a:t>
            </a:r>
          </a:p>
        </p:txBody>
      </p:sp>
      <p:sp>
        <p:nvSpPr>
          <p:cNvPr id="354" name="33-text-8">
            <a:extLst xmlns:a="http://schemas.openxmlformats.org/drawingml/2006/main">
              <a:ext uri="{FF2B5EF4-FFF2-40B4-BE49-F238E27FC236}">
                <a16:creationId xmlns:a16="http://schemas.microsoft.com/office/drawing/2014/main" id="{9A1DFD21-205B-4E7D-8FB2-FF55CC07485B}"/>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Pitfall</a:t>
            </a:r>
          </a:p>
        </p:txBody>
      </p:sp>
      <p:sp>
        <p:nvSpPr>
          <p:cNvPr id="355" name="33-text-9">
            <a:extLst xmlns:a="http://schemas.openxmlformats.org/drawingml/2006/main">
              <a:ext uri="{FF2B5EF4-FFF2-40B4-BE49-F238E27FC236}">
                <a16:creationId xmlns:a16="http://schemas.microsoft.com/office/drawing/2014/main" id="{37D66E47-C79C-4CBC-ABA2-C51E0F68FC1E}"/>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Using a generic judge</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error analysis or result checks.</a:t>
            </a:r>
          </a:p>
        </p:txBody>
      </p:sp>
      <p:sp>
        <p:nvSpPr>
          <p:cNvPr id="356" name="narrative-number">
            <a:extLst xmlns:a="http://schemas.openxmlformats.org/drawingml/2006/main">
              <a:ext uri="{FF2B5EF4-FFF2-40B4-BE49-F238E27FC236}">
                <a16:creationId xmlns:a16="http://schemas.microsoft.com/office/drawing/2014/main" id="{E692134B-9448-4DF4-B248-2CC286FC1A7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33</a:t>
            </a:r>
          </a:p>
        </p:txBody>
      </p:sp>
    </p:spTree>
    <p:extLst>
      <p:ext uri="{BB962C8B-B14F-4D97-AF65-F5344CB8AC3E}">
        <p14:creationId xmlns:p14="http://schemas.microsoft.com/office/powerpoint/2010/main" val="372602676"/>
      </p:ext>
    </p:extLst>
  </p:cSld>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57" name="!!area-name">
            <a:extLst xmlns:a="http://schemas.openxmlformats.org/drawingml/2006/main">
              <a:ext uri="{FF2B5EF4-FFF2-40B4-BE49-F238E27FC236}">
                <a16:creationId xmlns:a16="http://schemas.microsoft.com/office/drawing/2014/main" id="{2701448D-7BE3-44B8-A7CC-624F90E81F6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FRB application</a:t>
            </a:r>
          </a:p>
        </p:txBody>
      </p:sp>
      <p:pic>
        <p:nvPicPr>
          <p:cNvPr id="373" name="mini-map"/>
          <p:cNvPicPr>
            <a:picLocks xmlns:a="http://schemas.openxmlformats.org/drawingml/2006/main" noChangeAspect="1"/>
          </p:cNvPicPr>
          <p:nvPr/>
        </p:nvPicPr>
        <p:blipFill>
          <a:blip xmlns:r="http://schemas.openxmlformats.org/officeDocument/2006/relationships" xmlns:a="http://schemas.openxmlformats.org/drawingml/2006/main" r:embed="R7a0b388870c94ef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59" name="slide-title">
            <a:extLst xmlns:a="http://schemas.openxmlformats.org/drawingml/2006/main">
              <a:ext uri="{FF2B5EF4-FFF2-40B4-BE49-F238E27FC236}">
                <a16:creationId xmlns:a16="http://schemas.microsoft.com/office/drawing/2014/main" id="{06859E19-B767-4C2B-956C-10A464CC9DA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Does the source support the claim?</a:t>
            </a:r>
          </a:p>
        </p:txBody>
      </p:sp>
      <p:sp>
        <p:nvSpPr>
          <p:cNvPr id="360" name="header-divider">
            <a:extLst xmlns:a="http://schemas.openxmlformats.org/drawingml/2006/main">
              <a:ext uri="{FF2B5EF4-FFF2-40B4-BE49-F238E27FC236}">
                <a16:creationId xmlns:a16="http://schemas.microsoft.com/office/drawing/2014/main" id="{B3ADCE19-9DFC-4DB9-A846-5D75BD80593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1" name="34-text-1">
            <a:extLst xmlns:a="http://schemas.openxmlformats.org/drawingml/2006/main">
              <a:ext uri="{FF2B5EF4-FFF2-40B4-BE49-F238E27FC236}">
                <a16:creationId xmlns:a16="http://schemas.microsoft.com/office/drawing/2014/main" id="{9296C658-3803-41D1-A05F-1E4E1F7ED1FA}"/>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source-support check.</a:t>
            </a:r>
          </a:p>
        </p:txBody>
      </p:sp>
      <p:sp>
        <p:nvSpPr>
          <p:cNvPr id="362" name="34-text-2">
            <a:extLst xmlns:a="http://schemas.openxmlformats.org/drawingml/2006/main">
              <a:ext uri="{FF2B5EF4-FFF2-40B4-BE49-F238E27FC236}">
                <a16:creationId xmlns:a16="http://schemas.microsoft.com/office/drawing/2014/main" id="{0BDC477E-AC05-4BF1-9717-3111DF9E5020}"/>
              </a:ext>
            </a:extLst>
          </p:cNvPr>
          <p:cNvSpPr>
            <a:spLocks xmlns:a="http://schemas.openxmlformats.org/drawingml/2006/main"/>
          </p:cNvSpPr>
          <p:nvPr/>
        </p:nvSpPr>
        <p:spPr>
          <a:xfrm xmlns:a="http://schemas.openxmlformats.org/drawingml/2006/main">
            <a:off x="609600" y="284480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p:txBody>
      </p:sp>
      <p:sp>
        <p:nvSpPr>
          <p:cNvPr id="363" name="34-text-3">
            <a:extLst xmlns:a="http://schemas.openxmlformats.org/drawingml/2006/main">
              <a:ext uri="{FF2B5EF4-FFF2-40B4-BE49-F238E27FC236}">
                <a16:creationId xmlns:a16="http://schemas.microsoft.com/office/drawing/2014/main" id="{8957F9D9-0532-4A34-8B39-F1F7624A072F}"/>
              </a:ext>
            </a:extLst>
          </p:cNvPr>
          <p:cNvSpPr>
            <a:spLocks xmlns:a="http://schemas.openxmlformats.org/drawingml/2006/main"/>
          </p:cNvSpPr>
          <p:nvPr/>
        </p:nvSpPr>
        <p:spPr>
          <a:xfrm xmlns:a="http://schemas.openxmlformats.org/drawingml/2006/main">
            <a:off x="609600" y="3251200"/>
            <a:ext cx="5334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364" name="34-text-4">
            <a:extLst xmlns:a="http://schemas.openxmlformats.org/drawingml/2006/main">
              <a:ext uri="{FF2B5EF4-FFF2-40B4-BE49-F238E27FC236}">
                <a16:creationId xmlns:a16="http://schemas.microsoft.com/office/drawing/2014/main" id="{8D06CAAA-1717-4403-A173-DD77675FFAAB}"/>
              </a:ext>
            </a:extLst>
          </p:cNvPr>
          <p:cNvSpPr>
            <a:spLocks xmlns:a="http://schemas.openxmlformats.org/drawingml/2006/main"/>
          </p:cNvSpPr>
          <p:nvPr/>
        </p:nvSpPr>
        <p:spPr>
          <a:xfrm xmlns:a="http://schemas.openxmlformats.org/drawingml/2006/main">
            <a:off x="6248400" y="284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Answer citing these minutes</a:t>
            </a:r>
          </a:p>
        </p:txBody>
      </p:sp>
      <p:sp>
        <p:nvSpPr>
          <p:cNvPr id="365" name="34-text-5">
            <a:extLst xmlns:a="http://schemas.openxmlformats.org/drawingml/2006/main">
              <a:ext uri="{FF2B5EF4-FFF2-40B4-BE49-F238E27FC236}">
                <a16:creationId xmlns:a16="http://schemas.microsoft.com/office/drawing/2014/main" id="{49332573-CF04-40AB-B134-749CFB9FFABB}"/>
              </a:ext>
            </a:extLst>
          </p:cNvPr>
          <p:cNvSpPr>
            <a:spLocks xmlns:a="http://schemas.openxmlformats.org/drawingml/2006/main"/>
          </p:cNvSpPr>
          <p:nvPr/>
        </p:nvSpPr>
        <p:spPr>
          <a:xfrm xmlns:a="http://schemas.openxmlformats.org/drawingml/2006/main">
            <a:off x="6248400" y="3251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board confirmed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a:t>
            </a:r>
          </a:p>
        </p:txBody>
      </p:sp>
      <p:sp>
        <p:nvSpPr>
          <p:cNvPr id="366" name="34-text-6">
            <a:extLst xmlns:a="http://schemas.openxmlformats.org/drawingml/2006/main">
              <a:ext uri="{FF2B5EF4-FFF2-40B4-BE49-F238E27FC236}">
                <a16:creationId xmlns:a16="http://schemas.microsoft.com/office/drawing/2014/main" id="{2F40049A-7F15-4939-BDE8-A0BD0D83A499}"/>
              </a:ext>
            </a:extLst>
          </p:cNvPr>
          <p:cNvSpPr>
            <a:spLocks xmlns:a="http://schemas.openxmlformats.org/drawingml/2006/main"/>
          </p:cNvSpPr>
          <p:nvPr/>
        </p:nvSpPr>
        <p:spPr>
          <a:xfrm xmlns:a="http://schemas.openxmlformats.org/drawingml/2006/main">
            <a:off x="609600" y="49022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Citation exists: PASS</a:t>
            </a:r>
          </a:p>
        </p:txBody>
      </p:sp>
      <p:sp>
        <p:nvSpPr>
          <p:cNvPr id="367" name="34-text-7">
            <a:extLst xmlns:a="http://schemas.openxmlformats.org/drawingml/2006/main">
              <a:ext uri="{FF2B5EF4-FFF2-40B4-BE49-F238E27FC236}">
                <a16:creationId xmlns:a16="http://schemas.microsoft.com/office/drawing/2014/main" id="{D62F1680-B887-4ED5-A4AD-5DDB40F06A9B}"/>
              </a:ext>
            </a:extLst>
          </p:cNvPr>
          <p:cNvSpPr>
            <a:spLocks xmlns:a="http://schemas.openxmlformats.org/drawingml/2006/main"/>
          </p:cNvSpPr>
          <p:nvPr/>
        </p:nvSpPr>
        <p:spPr>
          <a:xfrm xmlns:a="http://schemas.openxmlformats.org/drawingml/2006/main">
            <a:off x="609600" y="538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Claim supported: FAIL</a:t>
            </a:r>
          </a:p>
        </p:txBody>
      </p:sp>
      <p:sp>
        <p:nvSpPr>
          <p:cNvPr id="368" name="34-text-8">
            <a:extLst xmlns:a="http://schemas.openxmlformats.org/drawingml/2006/main">
              <a:ext uri="{FF2B5EF4-FFF2-40B4-BE49-F238E27FC236}">
                <a16:creationId xmlns:a16="http://schemas.microsoft.com/office/drawing/2014/main" id="{15BED193-67B1-43F5-9D86-4DF7E000D6C2}"/>
              </a:ext>
            </a:extLst>
          </p:cNvPr>
          <p:cNvSpPr>
            <a:spLocks xmlns:a="http://schemas.openxmlformats.org/drawingml/2006/main"/>
          </p:cNvSpPr>
          <p:nvPr/>
        </p:nvSpPr>
        <p:spPr>
          <a:xfrm xmlns:a="http://schemas.openxmlformats.org/drawingml/2006/main">
            <a:off x="6248400" y="4445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Expected</a:t>
            </a:r>
          </a:p>
        </p:txBody>
      </p:sp>
      <p:sp>
        <p:nvSpPr>
          <p:cNvPr id="369" name="34-text-9">
            <a:extLst xmlns:a="http://schemas.openxmlformats.org/drawingml/2006/main">
              <a:ext uri="{FF2B5EF4-FFF2-40B4-BE49-F238E27FC236}">
                <a16:creationId xmlns:a16="http://schemas.microsoft.com/office/drawing/2014/main" id="{596D49A0-2D53-4329-A498-F57BF012F7A0}"/>
              </a:ext>
            </a:extLst>
          </p:cNvPr>
          <p:cNvSpPr>
            <a:spLocks xmlns:a="http://schemas.openxmlformats.org/drawingml/2006/main"/>
          </p:cNvSpPr>
          <p:nvPr/>
        </p:nvSpPr>
        <p:spPr>
          <a:xfrm xmlns:a="http://schemas.openxmlformats.org/drawingml/2006/main">
            <a:off x="6248400" y="48768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370" name="34-text-10">
            <a:extLst xmlns:a="http://schemas.openxmlformats.org/drawingml/2006/main">
              <a:ext uri="{FF2B5EF4-FFF2-40B4-BE49-F238E27FC236}">
                <a16:creationId xmlns:a16="http://schemas.microsoft.com/office/drawing/2014/main" id="{AC51FF4C-E7C7-4EFB-9904-2F6EB5944306}"/>
              </a:ext>
            </a:extLst>
          </p:cNvPr>
          <p:cNvSpPr>
            <a:spLocks xmlns:a="http://schemas.openxmlformats.org/drawingml/2006/main"/>
          </p:cNvSpPr>
          <p:nvPr/>
        </p:nvSpPr>
        <p:spPr>
          <a:xfrm xmlns:a="http://schemas.openxmlformats.org/drawingml/2006/main">
            <a:off x="609600" y="584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this failure as a regression case.</a:t>
            </a:r>
          </a:p>
        </p:txBody>
      </p:sp>
      <p:sp>
        <p:nvSpPr>
          <p:cNvPr id="371" name="narrative-number">
            <a:extLst xmlns:a="http://schemas.openxmlformats.org/drawingml/2006/main">
              <a:ext uri="{FF2B5EF4-FFF2-40B4-BE49-F238E27FC236}">
                <a16:creationId xmlns:a16="http://schemas.microsoft.com/office/drawing/2014/main" id="{8A69FBD8-CF17-43BA-ABC4-F2593906EDC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34</a:t>
            </a:r>
          </a:p>
        </p:txBody>
      </p:sp>
    </p:spTree>
    <p:extLst>
      <p:ext uri="{BB962C8B-B14F-4D97-AF65-F5344CB8AC3E}">
        <p14:creationId xmlns:p14="http://schemas.microsoft.com/office/powerpoint/2010/main" val="3592697412"/>
      </p:ext>
    </p:extLst>
  </p:cSld>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72" name="!!area-name">
            <a:extLst xmlns:a="http://schemas.openxmlformats.org/drawingml/2006/main">
              <a:ext uri="{FF2B5EF4-FFF2-40B4-BE49-F238E27FC236}">
                <a16:creationId xmlns:a16="http://schemas.microsoft.com/office/drawing/2014/main" id="{09FA9DEF-3A42-429C-95D3-78408510F60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Perspective</a:t>
            </a:r>
          </a:p>
        </p:txBody>
      </p:sp>
      <p:pic>
        <p:nvPicPr>
          <p:cNvPr id="381" name="mini-map"/>
          <p:cNvPicPr>
            <a:picLocks xmlns:a="http://schemas.openxmlformats.org/drawingml/2006/main" noChangeAspect="1"/>
          </p:cNvPicPr>
          <p:nvPr/>
        </p:nvPicPr>
        <p:blipFill>
          <a:blip xmlns:r="http://schemas.openxmlformats.org/officeDocument/2006/relationships" xmlns:a="http://schemas.openxmlformats.org/drawingml/2006/main" r:embed="Rec105cb03f5b44f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74" name="header-divider">
            <a:extLst xmlns:a="http://schemas.openxmlformats.org/drawingml/2006/main">
              <a:ext uri="{FF2B5EF4-FFF2-40B4-BE49-F238E27FC236}">
                <a16:creationId xmlns:a16="http://schemas.microsoft.com/office/drawing/2014/main" id="{E442635E-0D07-4E87-AE2F-2EC782684B8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75" name="35-text-1">
            <a:extLst xmlns:a="http://schemas.openxmlformats.org/drawingml/2006/main">
              <a:ext uri="{FF2B5EF4-FFF2-40B4-BE49-F238E27FC236}">
                <a16:creationId xmlns:a16="http://schemas.microsoft.com/office/drawing/2014/main" id="{541FC164-EF54-4174-9AA9-34A78868B4E4}"/>
              </a:ext>
            </a:extLst>
          </p:cNvPr>
          <p:cNvSpPr>
            <a:spLocks xmlns:a="http://schemas.openxmlformats.org/drawingml/2006/main"/>
          </p:cNvSpPr>
          <p:nvPr/>
        </p:nvSpPr>
        <p:spPr>
          <a:xfrm xmlns:a="http://schemas.openxmlformats.org/drawingml/2006/main">
            <a:off x="609600" y="2438400"/>
            <a:ext cx="7213600" cy="340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next wave of agent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failures won't be about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what agents can't do.</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It'll be about what teams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can't observe.”</a:t>
            </a:r>
          </a:p>
        </p:txBody>
      </p:sp>
      <p:pic>
        <p:nvPicPr>
          <p:cNvPr id="384" name="35-image-2"/>
          <p:cNvPicPr>
            <a:picLocks xmlns:a="http://schemas.openxmlformats.org/drawingml/2006/main" noChangeAspect="1"/>
          </p:cNvPicPr>
          <p:nvPr/>
        </p:nvPicPr>
        <p:blipFill>
          <a:blip xmlns:r="http://schemas.openxmlformats.org/officeDocument/2006/relationships" xmlns:a="http://schemas.openxmlformats.org/drawingml/2006/main" r:embed="Re18772da8f524346"/>
          <a:stretch xmlns:a="http://schemas.openxmlformats.org/drawingml/2006/main"/>
        </p:blipFill>
        <p:spPr>
          <a:xfrm xmlns:a="http://schemas.openxmlformats.org/drawingml/2006/main">
            <a:off x="8432800" y="2438400"/>
            <a:ext cx="2844800" cy="2844800"/>
          </a:xfrm>
          <a:prstGeom xmlns:a="http://schemas.openxmlformats.org/drawingml/2006/main" prst="rect">
            <a:avLst/>
          </a:prstGeom>
        </p:spPr>
      </p:pic>
      <p:sp>
        <p:nvSpPr>
          <p:cNvPr id="377" name="35-text-3">
            <a:extLst xmlns:a="http://schemas.openxmlformats.org/drawingml/2006/main">
              <a:ext uri="{FF2B5EF4-FFF2-40B4-BE49-F238E27FC236}">
                <a16:creationId xmlns:a16="http://schemas.microsoft.com/office/drawing/2014/main" id="{B417DFF5-718C-4041-BA2B-9D8E8DF7973F}"/>
              </a:ext>
            </a:extLst>
          </p:cNvPr>
          <p:cNvSpPr>
            <a:spLocks xmlns:a="http://schemas.openxmlformats.org/drawingml/2006/main"/>
          </p:cNvSpPr>
          <p:nvPr/>
        </p:nvSpPr>
        <p:spPr>
          <a:xfrm xmlns:a="http://schemas.openxmlformats.org/drawingml/2006/main">
            <a:off x="8128000" y="5334000"/>
            <a:ext cx="34544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Guillermo Rauch</a:t>
            </a:r>
          </a:p>
        </p:txBody>
      </p:sp>
      <p:sp>
        <p:nvSpPr>
          <p:cNvPr id="378" name="35-text-4">
            <a:extLst xmlns:a="http://schemas.openxmlformats.org/drawingml/2006/main">
              <a:ext uri="{FF2B5EF4-FFF2-40B4-BE49-F238E27FC236}">
                <a16:creationId xmlns:a16="http://schemas.microsoft.com/office/drawing/2014/main" id="{57CED682-5519-43F5-96E9-0F26BCA05868}"/>
              </a:ext>
            </a:extLst>
          </p:cNvPr>
          <p:cNvSpPr>
            <a:spLocks xmlns:a="http://schemas.openxmlformats.org/drawingml/2006/main"/>
          </p:cNvSpPr>
          <p:nvPr/>
        </p:nvSpPr>
        <p:spPr>
          <a:xfrm xmlns:a="http://schemas.openxmlformats.org/drawingml/2006/main">
            <a:off x="8128000" y="5740400"/>
            <a:ext cx="345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State of AI Engineering,</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Datadog, 2026</a:t>
            </a:r>
          </a:p>
        </p:txBody>
      </p:sp>
      <p:sp>
        <p:nvSpPr>
          <p:cNvPr id="379" name="narrative-number">
            <a:extLst xmlns:a="http://schemas.openxmlformats.org/drawingml/2006/main">
              <a:ext uri="{FF2B5EF4-FFF2-40B4-BE49-F238E27FC236}">
                <a16:creationId xmlns:a16="http://schemas.microsoft.com/office/drawing/2014/main" id="{DE4EA589-CDB0-4CA7-B8F8-9874F6B0DFC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35</a:t>
            </a:r>
          </a:p>
        </p:txBody>
      </p:sp>
    </p:spTree>
    <p:extLst>
      <p:ext uri="{BB962C8B-B14F-4D97-AF65-F5344CB8AC3E}">
        <p14:creationId xmlns:p14="http://schemas.microsoft.com/office/powerpoint/2010/main" val="1042789321"/>
      </p:ext>
    </p:extLst>
  </p:cSld>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0" name="!!area-name">
            <a:extLst xmlns:a="http://schemas.openxmlformats.org/drawingml/2006/main">
              <a:ext uri="{FF2B5EF4-FFF2-40B4-BE49-F238E27FC236}">
                <a16:creationId xmlns:a16="http://schemas.microsoft.com/office/drawing/2014/main" id="{996C9231-734E-4EEF-B283-A98612002B4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What and why</a:t>
            </a:r>
          </a:p>
        </p:txBody>
      </p:sp>
      <p:pic>
        <p:nvPicPr>
          <p:cNvPr id="390" name="mini-map"/>
          <p:cNvPicPr>
            <a:picLocks xmlns:a="http://schemas.openxmlformats.org/drawingml/2006/main" noChangeAspect="1"/>
          </p:cNvPicPr>
          <p:nvPr/>
        </p:nvPicPr>
        <p:blipFill>
          <a:blip xmlns:r="http://schemas.openxmlformats.org/officeDocument/2006/relationships" xmlns:a="http://schemas.openxmlformats.org/drawingml/2006/main" r:embed="R809fb9dec6174c7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82" name="slide-title">
            <a:extLst xmlns:a="http://schemas.openxmlformats.org/drawingml/2006/main">
              <a:ext uri="{FF2B5EF4-FFF2-40B4-BE49-F238E27FC236}">
                <a16:creationId xmlns:a16="http://schemas.microsoft.com/office/drawing/2014/main" id="{F32DA231-A481-444C-A679-2703D8AB6DD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AgentOps</a:t>
            </a:r>
          </a:p>
        </p:txBody>
      </p:sp>
      <p:sp>
        <p:nvSpPr>
          <p:cNvPr id="383" name="header-divider">
            <a:extLst xmlns:a="http://schemas.openxmlformats.org/drawingml/2006/main">
              <a:ext uri="{FF2B5EF4-FFF2-40B4-BE49-F238E27FC236}">
                <a16:creationId xmlns:a16="http://schemas.microsoft.com/office/drawing/2014/main" id="{61557D0F-81A3-49D9-836C-1F14EC6B262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84" name="36-text-1">
            <a:extLst xmlns:a="http://schemas.openxmlformats.org/drawingml/2006/main">
              <a:ext uri="{FF2B5EF4-FFF2-40B4-BE49-F238E27FC236}">
                <a16:creationId xmlns:a16="http://schemas.microsoft.com/office/drawing/2014/main" id="{DA0C274A-8A33-4742-97B4-B941E29D9C96}"/>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What it is</a:t>
            </a:r>
          </a:p>
        </p:txBody>
      </p:sp>
      <p:sp>
        <p:nvSpPr>
          <p:cNvPr id="385" name="36-text-2">
            <a:extLst xmlns:a="http://schemas.openxmlformats.org/drawingml/2006/main">
              <a:ext uri="{FF2B5EF4-FFF2-40B4-BE49-F238E27FC236}">
                <a16:creationId xmlns:a16="http://schemas.microsoft.com/office/drawing/2014/main" id="{77B954E6-7D99-48A0-AFB1-21C26A7E92A0}"/>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Operate agentic systems with observability, enforced controls, and accountable response.</a:t>
            </a:r>
          </a:p>
        </p:txBody>
      </p:sp>
      <p:sp>
        <p:nvSpPr>
          <p:cNvPr id="386" name="36-text-3">
            <a:extLst xmlns:a="http://schemas.openxmlformats.org/drawingml/2006/main">
              <a:ext uri="{FF2B5EF4-FFF2-40B4-BE49-F238E27FC236}">
                <a16:creationId xmlns:a16="http://schemas.microsoft.com/office/drawing/2014/main" id="{C4A41A4C-0913-4B58-BC5D-E68B8930258C}"/>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Why it matters</a:t>
            </a:r>
          </a:p>
        </p:txBody>
      </p:sp>
      <p:sp>
        <p:nvSpPr>
          <p:cNvPr id="387" name="36-text-4">
            <a:extLst xmlns:a="http://schemas.openxmlformats.org/drawingml/2006/main">
              <a:ext uri="{FF2B5EF4-FFF2-40B4-BE49-F238E27FC236}">
                <a16:creationId xmlns:a16="http://schemas.microsoft.com/office/drawing/2014/main" id="{C862AFFC-792D-4A57-90EF-35B03D99736E}"/>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Behavior, access, cost, and latency change over time.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Failures need an accountable response.</a:t>
            </a:r>
          </a:p>
        </p:txBody>
      </p:sp>
      <p:sp>
        <p:nvSpPr>
          <p:cNvPr id="388" name="narrative-number">
            <a:extLst xmlns:a="http://schemas.openxmlformats.org/drawingml/2006/main">
              <a:ext uri="{FF2B5EF4-FFF2-40B4-BE49-F238E27FC236}">
                <a16:creationId xmlns:a16="http://schemas.microsoft.com/office/drawing/2014/main" id="{A3CFCD59-12A3-4D8E-BE72-41B5D256973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36</a:t>
            </a:r>
          </a:p>
        </p:txBody>
      </p:sp>
    </p:spTree>
    <p:extLst>
      <p:ext uri="{BB962C8B-B14F-4D97-AF65-F5344CB8AC3E}">
        <p14:creationId xmlns:p14="http://schemas.microsoft.com/office/powerpoint/2010/main" val="1688351074"/>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9" name="!!area-name">
            <a:extLst xmlns:a="http://schemas.openxmlformats.org/drawingml/2006/main">
              <a:ext uri="{FF2B5EF4-FFF2-40B4-BE49-F238E27FC236}">
                <a16:creationId xmlns:a16="http://schemas.microsoft.com/office/drawing/2014/main" id="{B4021DE8-C7E4-4BC6-A7C7-E6B0DD4D683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Decisions</a:t>
            </a:r>
          </a:p>
        </p:txBody>
      </p:sp>
      <p:pic>
        <p:nvPicPr>
          <p:cNvPr id="403" name="mini-map"/>
          <p:cNvPicPr>
            <a:picLocks xmlns:a="http://schemas.openxmlformats.org/drawingml/2006/main" noChangeAspect="1"/>
          </p:cNvPicPr>
          <p:nvPr/>
        </p:nvPicPr>
        <p:blipFill>
          <a:blip xmlns:r="http://schemas.openxmlformats.org/officeDocument/2006/relationships" xmlns:a="http://schemas.openxmlformats.org/drawingml/2006/main" r:embed="Rb9d927b114394ae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91" name="slide-title">
            <a:extLst xmlns:a="http://schemas.openxmlformats.org/drawingml/2006/main">
              <a:ext uri="{FF2B5EF4-FFF2-40B4-BE49-F238E27FC236}">
                <a16:creationId xmlns:a16="http://schemas.microsoft.com/office/drawing/2014/main" id="{80DC19A8-A45D-4492-9D7A-E47CF821A13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Production decisions</a:t>
            </a:r>
          </a:p>
        </p:txBody>
      </p:sp>
      <p:sp>
        <p:nvSpPr>
          <p:cNvPr id="392" name="header-divider">
            <a:extLst xmlns:a="http://schemas.openxmlformats.org/drawingml/2006/main">
              <a:ext uri="{FF2B5EF4-FFF2-40B4-BE49-F238E27FC236}">
                <a16:creationId xmlns:a16="http://schemas.microsoft.com/office/drawing/2014/main" id="{AB313AE0-4C36-421E-A0F5-E8EFC5B0EF1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3" name="37-text-1">
            <a:extLst xmlns:a="http://schemas.openxmlformats.org/drawingml/2006/main">
              <a:ext uri="{FF2B5EF4-FFF2-40B4-BE49-F238E27FC236}">
                <a16:creationId xmlns:a16="http://schemas.microsoft.com/office/drawing/2014/main" id="{C37DF35E-B40C-4A7A-BBA7-F33896841493}"/>
              </a:ext>
            </a:extLst>
          </p:cNvPr>
          <p:cNvSpPr>
            <a:spLocks xmlns:a="http://schemas.openxmlformats.org/drawingml/2006/main"/>
          </p:cNvSpPr>
          <p:nvPr/>
        </p:nvSpPr>
        <p:spPr>
          <a:xfrm xmlns:a="http://schemas.openxmlformats.org/drawingml/2006/main">
            <a:off x="609600" y="24384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Authority</a:t>
            </a:r>
          </a:p>
        </p:txBody>
      </p:sp>
      <p:sp>
        <p:nvSpPr>
          <p:cNvPr id="394" name="37-text-2">
            <a:extLst xmlns:a="http://schemas.openxmlformats.org/drawingml/2006/main">
              <a:ext uri="{FF2B5EF4-FFF2-40B4-BE49-F238E27FC236}">
                <a16:creationId xmlns:a16="http://schemas.microsoft.com/office/drawing/2014/main" id="{676C3101-DC97-44E3-A413-819F6B711A1B}"/>
              </a:ext>
            </a:extLst>
          </p:cNvPr>
          <p:cNvSpPr>
            <a:spLocks xmlns:a="http://schemas.openxmlformats.org/drawingml/2006/main"/>
          </p:cNvSpPr>
          <p:nvPr/>
        </p:nvSpPr>
        <p:spPr>
          <a:xfrm xmlns:a="http://schemas.openxmlformats.org/drawingml/2006/main">
            <a:off x="4368800" y="24384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identity, scope, and permitted destinations.</a:t>
            </a:r>
          </a:p>
        </p:txBody>
      </p:sp>
      <p:sp>
        <p:nvSpPr>
          <p:cNvPr id="395" name="37-text-3">
            <a:extLst xmlns:a="http://schemas.openxmlformats.org/drawingml/2006/main">
              <a:ext uri="{FF2B5EF4-FFF2-40B4-BE49-F238E27FC236}">
                <a16:creationId xmlns:a16="http://schemas.microsoft.com/office/drawing/2014/main" id="{6A691501-9F14-4A1E-A030-C4F41B7D8CE9}"/>
              </a:ext>
            </a:extLst>
          </p:cNvPr>
          <p:cNvSpPr>
            <a:spLocks xmlns:a="http://schemas.openxmlformats.org/drawingml/2006/main"/>
          </p:cNvSpPr>
          <p:nvPr/>
        </p:nvSpPr>
        <p:spPr>
          <a:xfrm xmlns:a="http://schemas.openxmlformats.org/drawingml/2006/main">
            <a:off x="609600" y="33528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Observation</a:t>
            </a:r>
          </a:p>
        </p:txBody>
      </p:sp>
      <p:sp>
        <p:nvSpPr>
          <p:cNvPr id="396" name="37-text-4">
            <a:extLst xmlns:a="http://schemas.openxmlformats.org/drawingml/2006/main">
              <a:ext uri="{FF2B5EF4-FFF2-40B4-BE49-F238E27FC236}">
                <a16:creationId xmlns:a16="http://schemas.microsoft.com/office/drawing/2014/main" id="{2A30227A-190E-493E-A62E-7CCFC70242B8}"/>
              </a:ext>
            </a:extLst>
          </p:cNvPr>
          <p:cNvSpPr>
            <a:spLocks xmlns:a="http://schemas.openxmlformats.org/drawingml/2006/main"/>
          </p:cNvSpPr>
          <p:nvPr/>
        </p:nvSpPr>
        <p:spPr>
          <a:xfrm xmlns:a="http://schemas.openxmlformats.org/drawingml/2006/main">
            <a:off x="4368800" y="33528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Connect evidence to outcomes, quality, cost, and latency.</a:t>
            </a:r>
          </a:p>
        </p:txBody>
      </p:sp>
      <p:sp>
        <p:nvSpPr>
          <p:cNvPr id="397" name="37-text-5">
            <a:extLst xmlns:a="http://schemas.openxmlformats.org/drawingml/2006/main">
              <a:ext uri="{FF2B5EF4-FFF2-40B4-BE49-F238E27FC236}">
                <a16:creationId xmlns:a16="http://schemas.microsoft.com/office/drawing/2014/main" id="{0901D4D0-8707-481A-84AF-EB48636181D9}"/>
              </a:ext>
            </a:extLst>
          </p:cNvPr>
          <p:cNvSpPr>
            <a:spLocks xmlns:a="http://schemas.openxmlformats.org/drawingml/2006/main"/>
          </p:cNvSpPr>
          <p:nvPr/>
        </p:nvSpPr>
        <p:spPr>
          <a:xfrm xmlns:a="http://schemas.openxmlformats.org/drawingml/2006/main">
            <a:off x="609600" y="42672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Limits and handoff</a:t>
            </a:r>
          </a:p>
        </p:txBody>
      </p:sp>
      <p:sp>
        <p:nvSpPr>
          <p:cNvPr id="398" name="37-text-6">
            <a:extLst xmlns:a="http://schemas.openxmlformats.org/drawingml/2006/main">
              <a:ext uri="{FF2B5EF4-FFF2-40B4-BE49-F238E27FC236}">
                <a16:creationId xmlns:a16="http://schemas.microsoft.com/office/drawing/2014/main" id="{F20D4FD8-FCD4-41B1-B0EB-1EB15B0F417B}"/>
              </a:ext>
            </a:extLst>
          </p:cNvPr>
          <p:cNvSpPr>
            <a:spLocks xmlns:a="http://schemas.openxmlformats.org/drawingml/2006/main"/>
          </p:cNvSpPr>
          <p:nvPr/>
        </p:nvSpPr>
        <p:spPr>
          <a:xfrm xmlns:a="http://schemas.openxmlformats.org/drawingml/2006/main">
            <a:off x="4368800" y="42672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Set the policy and assign the authorized responder.</a:t>
            </a:r>
          </a:p>
        </p:txBody>
      </p:sp>
      <p:sp>
        <p:nvSpPr>
          <p:cNvPr id="399" name="37-text-7">
            <a:extLst xmlns:a="http://schemas.openxmlformats.org/drawingml/2006/main">
              <a:ext uri="{FF2B5EF4-FFF2-40B4-BE49-F238E27FC236}">
                <a16:creationId xmlns:a16="http://schemas.microsoft.com/office/drawing/2014/main" id="{737A363E-7318-4141-86BE-E84A5B6A27CE}"/>
              </a:ext>
            </a:extLst>
          </p:cNvPr>
          <p:cNvSpPr>
            <a:spLocks xmlns:a="http://schemas.openxmlformats.org/drawingml/2006/main"/>
          </p:cNvSpPr>
          <p:nvPr/>
        </p:nvSpPr>
        <p:spPr>
          <a:xfrm xmlns:a="http://schemas.openxmlformats.org/drawingml/2006/main">
            <a:off x="609600" y="51816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Changes and incidents</a:t>
            </a:r>
          </a:p>
        </p:txBody>
      </p:sp>
      <p:sp>
        <p:nvSpPr>
          <p:cNvPr id="400" name="37-text-8">
            <a:extLst xmlns:a="http://schemas.openxmlformats.org/drawingml/2006/main">
              <a:ext uri="{FF2B5EF4-FFF2-40B4-BE49-F238E27FC236}">
                <a16:creationId xmlns:a16="http://schemas.microsoft.com/office/drawing/2014/main" id="{EDB3872D-96F0-420A-8011-2233E4DEDBC9}"/>
              </a:ext>
            </a:extLst>
          </p:cNvPr>
          <p:cNvSpPr>
            <a:spLocks xmlns:a="http://schemas.openxmlformats.org/drawingml/2006/main"/>
          </p:cNvSpPr>
          <p:nvPr/>
        </p:nvSpPr>
        <p:spPr>
          <a:xfrm xmlns:a="http://schemas.openxmlformats.org/drawingml/2006/main">
            <a:off x="4368800" y="51816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changes. Keep a way to restrict or revert configuration.</a:t>
            </a:r>
          </a:p>
        </p:txBody>
      </p:sp>
      <p:sp>
        <p:nvSpPr>
          <p:cNvPr id="401" name="narrative-number">
            <a:extLst xmlns:a="http://schemas.openxmlformats.org/drawingml/2006/main">
              <a:ext uri="{FF2B5EF4-FFF2-40B4-BE49-F238E27FC236}">
                <a16:creationId xmlns:a16="http://schemas.microsoft.com/office/drawing/2014/main" id="{462A50D5-7643-4854-9292-71E4B4858DB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37</a:t>
            </a:r>
          </a:p>
        </p:txBody>
      </p:sp>
    </p:spTree>
    <p:extLst>
      <p:ext uri="{BB962C8B-B14F-4D97-AF65-F5344CB8AC3E}">
        <p14:creationId xmlns:p14="http://schemas.microsoft.com/office/powerpoint/2010/main" val="4276006500"/>
      </p:ext>
    </p:extLst>
  </p:cSld>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2" name="!!area-name">
            <a:extLst xmlns:a="http://schemas.openxmlformats.org/drawingml/2006/main">
              <a:ext uri="{FF2B5EF4-FFF2-40B4-BE49-F238E27FC236}">
                <a16:creationId xmlns:a16="http://schemas.microsoft.com/office/drawing/2014/main" id="{51BCBA3B-0E6A-4E56-99CF-232A5AABF53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Challenges and pitfalls</a:t>
            </a:r>
          </a:p>
        </p:txBody>
      </p:sp>
      <p:pic>
        <p:nvPicPr>
          <p:cNvPr id="417" name="mini-map"/>
          <p:cNvPicPr>
            <a:picLocks xmlns:a="http://schemas.openxmlformats.org/drawingml/2006/main" noChangeAspect="1"/>
          </p:cNvPicPr>
          <p:nvPr/>
        </p:nvPicPr>
        <p:blipFill>
          <a:blip xmlns:r="http://schemas.openxmlformats.org/officeDocument/2006/relationships" xmlns:a="http://schemas.openxmlformats.org/drawingml/2006/main" r:embed="Rbd8efa1bdb9e47d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04" name="slide-title">
            <a:extLst xmlns:a="http://schemas.openxmlformats.org/drawingml/2006/main">
              <a:ext uri="{FF2B5EF4-FFF2-40B4-BE49-F238E27FC236}">
                <a16:creationId xmlns:a16="http://schemas.microsoft.com/office/drawing/2014/main" id="{98D12494-EBA4-480F-AAC0-2686AD6DE04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Risks across integrations</a:t>
            </a:r>
          </a:p>
        </p:txBody>
      </p:sp>
      <p:sp>
        <p:nvSpPr>
          <p:cNvPr id="405" name="header-divider">
            <a:extLst xmlns:a="http://schemas.openxmlformats.org/drawingml/2006/main">
              <a:ext uri="{FF2B5EF4-FFF2-40B4-BE49-F238E27FC236}">
                <a16:creationId xmlns:a16="http://schemas.microsoft.com/office/drawing/2014/main" id="{EA9A612E-4551-4620-B287-1B28BF88359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6" name="38-text-1">
            <a:extLst xmlns:a="http://schemas.openxmlformats.org/drawingml/2006/main">
              <a:ext uri="{FF2B5EF4-FFF2-40B4-BE49-F238E27FC236}">
                <a16:creationId xmlns:a16="http://schemas.microsoft.com/office/drawing/2014/main" id="{6BDAABF9-16C2-44C1-88C7-846A915F7A6A}"/>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Private data</a:t>
            </a:r>
          </a:p>
        </p:txBody>
      </p:sp>
      <p:sp>
        <p:nvSpPr>
          <p:cNvPr id="407" name="38-text-2">
            <a:extLst xmlns:a="http://schemas.openxmlformats.org/drawingml/2006/main">
              <a:ext uri="{FF2B5EF4-FFF2-40B4-BE49-F238E27FC236}">
                <a16:creationId xmlns:a16="http://schemas.microsoft.com/office/drawing/2014/main" id="{98D4AE60-9452-4BD5-A060-932AFDD76716}"/>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Information the system can access.</a:t>
            </a:r>
          </a:p>
        </p:txBody>
      </p:sp>
      <p:sp>
        <p:nvSpPr>
          <p:cNvPr id="408" name="38-text-3">
            <a:extLst xmlns:a="http://schemas.openxmlformats.org/drawingml/2006/main">
              <a:ext uri="{FF2B5EF4-FFF2-40B4-BE49-F238E27FC236}">
                <a16:creationId xmlns:a16="http://schemas.microsoft.com/office/drawing/2014/main" id="{4D4C63A4-C83C-4B15-9FF4-94687899699B}"/>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Untrusted content</a:t>
            </a:r>
          </a:p>
        </p:txBody>
      </p:sp>
      <p:sp>
        <p:nvSpPr>
          <p:cNvPr id="409" name="38-text-4">
            <a:extLst xmlns:a="http://schemas.openxmlformats.org/drawingml/2006/main">
              <a:ext uri="{FF2B5EF4-FFF2-40B4-BE49-F238E27FC236}">
                <a16:creationId xmlns:a16="http://schemas.microsoft.com/office/drawing/2014/main" id="{1FBCC0C6-9373-4069-9A5B-5A841C47DDC5}"/>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can arrive inside documents.</a:t>
            </a:r>
          </a:p>
        </p:txBody>
      </p:sp>
      <p:sp>
        <p:nvSpPr>
          <p:cNvPr id="410" name="38-text-5">
            <a:extLst xmlns:a="http://schemas.openxmlformats.org/drawingml/2006/main">
              <a:ext uri="{FF2B5EF4-FFF2-40B4-BE49-F238E27FC236}">
                <a16:creationId xmlns:a16="http://schemas.microsoft.com/office/drawing/2014/main" id="{596FA134-2D1C-40F2-BC1D-4AE4858F0104}"/>
              </a:ext>
            </a:extLst>
          </p:cNvPr>
          <p:cNvSpPr>
            <a:spLocks xmlns:a="http://schemas.openxmlformats.org/drawingml/2006/main"/>
          </p:cNvSpPr>
          <p:nvPr/>
        </p:nvSpPr>
        <p:spPr>
          <a:xfrm xmlns:a="http://schemas.openxmlformats.org/drawingml/2006/main">
            <a:off x="609600" y="40132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External communication</a:t>
            </a:r>
          </a:p>
        </p:txBody>
      </p:sp>
      <p:sp>
        <p:nvSpPr>
          <p:cNvPr id="411" name="38-text-6">
            <a:extLst xmlns:a="http://schemas.openxmlformats.org/drawingml/2006/main">
              <a:ext uri="{FF2B5EF4-FFF2-40B4-BE49-F238E27FC236}">
                <a16:creationId xmlns:a16="http://schemas.microsoft.com/office/drawing/2014/main" id="{73FEF113-B2E7-4620-A70E-7669FEC2DC99}"/>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Outbound actions can carry information.</a:t>
            </a:r>
          </a:p>
        </p:txBody>
      </p:sp>
      <p:sp>
        <p:nvSpPr>
          <p:cNvPr id="412" name="38-text-7">
            <a:extLst xmlns:a="http://schemas.openxmlformats.org/drawingml/2006/main">
              <a:ext uri="{FF2B5EF4-FFF2-40B4-BE49-F238E27FC236}">
                <a16:creationId xmlns:a16="http://schemas.microsoft.com/office/drawing/2014/main" id="{B398A558-7A4D-4BCC-B22C-75B09D0C0BED}"/>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probabilistic filter is insufficient as the sole security boundary.</a:t>
            </a:r>
          </a:p>
        </p:txBody>
      </p:sp>
      <p:sp>
        <p:nvSpPr>
          <p:cNvPr id="413" name="38-text-8">
            <a:extLst xmlns:a="http://schemas.openxmlformats.org/drawingml/2006/main">
              <a:ext uri="{FF2B5EF4-FFF2-40B4-BE49-F238E27FC236}">
                <a16:creationId xmlns:a16="http://schemas.microsoft.com/office/drawing/2014/main" id="{1C02C343-A616-41ED-AB55-1D26520E390B}"/>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Pitfall</a:t>
            </a:r>
          </a:p>
        </p:txBody>
      </p:sp>
      <p:sp>
        <p:nvSpPr>
          <p:cNvPr id="414" name="38-text-9">
            <a:extLst xmlns:a="http://schemas.openxmlformats.org/drawingml/2006/main">
              <a:ext uri="{FF2B5EF4-FFF2-40B4-BE49-F238E27FC236}">
                <a16:creationId xmlns:a16="http://schemas.microsoft.com/office/drawing/2014/main" id="{7D415D50-EB3B-4D0D-8CE0-84B65B05597C}"/>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Combining private data, untrusted content,</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outbound access without reviewing the risk.</a:t>
            </a:r>
          </a:p>
        </p:txBody>
      </p:sp>
      <p:sp>
        <p:nvSpPr>
          <p:cNvPr id="415" name="narrative-number">
            <a:extLst xmlns:a="http://schemas.openxmlformats.org/drawingml/2006/main">
              <a:ext uri="{FF2B5EF4-FFF2-40B4-BE49-F238E27FC236}">
                <a16:creationId xmlns:a16="http://schemas.microsoft.com/office/drawing/2014/main" id="{86E856E8-1A2B-4776-9FAF-711BB23136F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38</a:t>
            </a:r>
          </a:p>
        </p:txBody>
      </p:sp>
    </p:spTree>
    <p:extLst>
      <p:ext uri="{BB962C8B-B14F-4D97-AF65-F5344CB8AC3E}">
        <p14:creationId xmlns:p14="http://schemas.microsoft.com/office/powerpoint/2010/main" val="4176216628"/>
      </p:ext>
    </p:extLst>
  </p:cSld>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6" name="!!area-name">
            <a:extLst xmlns:a="http://schemas.openxmlformats.org/drawingml/2006/main">
              <a:ext uri="{FF2B5EF4-FFF2-40B4-BE49-F238E27FC236}">
                <a16:creationId xmlns:a16="http://schemas.microsoft.com/office/drawing/2014/main" id="{FDBB9490-1E1D-49ED-8131-4A5D9E2881A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FRB application</a:t>
            </a:r>
          </a:p>
        </p:txBody>
      </p:sp>
      <p:pic>
        <p:nvPicPr>
          <p:cNvPr id="424" name="mini-map"/>
          <p:cNvPicPr>
            <a:picLocks xmlns:a="http://schemas.openxmlformats.org/drawingml/2006/main" noChangeAspect="1"/>
          </p:cNvPicPr>
          <p:nvPr/>
        </p:nvPicPr>
        <p:blipFill>
          <a:blip xmlns:r="http://schemas.openxmlformats.org/officeDocument/2006/relationships" xmlns:a="http://schemas.openxmlformats.org/drawingml/2006/main" r:embed="R9b129d146234457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18" name="slide-title">
            <a:extLst xmlns:a="http://schemas.openxmlformats.org/drawingml/2006/main">
              <a:ext uri="{FF2B5EF4-FFF2-40B4-BE49-F238E27FC236}">
                <a16:creationId xmlns:a16="http://schemas.microsoft.com/office/drawing/2014/main" id="{F8C94567-B75C-4A65-A6F5-A5A6D3A7D7E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FRB operating agreement</a:t>
            </a:r>
          </a:p>
        </p:txBody>
      </p:sp>
      <p:sp>
        <p:nvSpPr>
          <p:cNvPr id="419" name="header-divider">
            <a:extLst xmlns:a="http://schemas.openxmlformats.org/drawingml/2006/main">
              <a:ext uri="{FF2B5EF4-FFF2-40B4-BE49-F238E27FC236}">
                <a16:creationId xmlns:a16="http://schemas.microsoft.com/office/drawing/2014/main" id="{14407E52-93C3-4494-80AF-DA43D3B9D4C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20" name="39-text-1">
            <a:extLst xmlns:a="http://schemas.openxmlformats.org/drawingml/2006/main">
              <a:ext uri="{FF2B5EF4-FFF2-40B4-BE49-F238E27FC236}">
                <a16:creationId xmlns:a16="http://schemas.microsoft.com/office/drawing/2014/main" id="{C9D3CFC5-C9F3-4E0D-973F-149B7509C841}"/>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operating agreement.</a:t>
            </a:r>
          </a:p>
        </p:txBody>
      </p:sp>
      <p:graphicFrame>
        <p:nvGraphicFramePr>
          <p:cNvPr id="428" name="39-table-2"/>
          <p:cNvGraphicFramePr/>
          <p:nvPr/>
        </p:nvGraphicFramePr>
        <p:xfrm>
          <a:off xmlns:a="http://schemas.openxmlformats.org/drawingml/2006/main" x="609600" y="2895600"/>
          <a:ext xmlns:a="http://schemas.openxmlformats.org/drawingml/2006/main" cx="10972800" cy="3098800"/>
        </p:xfrm>
        <a:graphic xmlns:a="http://schemas.openxmlformats.org/drawingml/2006/main">
          <a:graphicData uri="http://schemas.openxmlformats.org/drawingml/2006/table">
            <a:tbl>
              <a:tblPr firstRow="0" firstCol="0" lastCol="0" bandRow="0" bandCol="0"/>
              <a:tblGrid>
                <a:gridCol w="2844800"/>
                <a:gridCol w="8128000"/>
              </a:tblGrid>
              <a:tr h="457200">
                <a:tc>
                  <a:txBody>
                    <a:bodyPr>
                      <a:noAutofit/>
                    </a:bodyPr>
                    <a:lstStyle/>
                    <a:p>
                      <a:pPr>
                        <a:lnSpc>
                          <a:spcPct val="125000"/>
                        </a:lnSpc>
                        <a:buNone/>
                      </a:pPr>
                      <a:r>
                        <a:rPr sz="2000" b="1">
                          <a:solidFill>
                            <a:srgbClr val="FDAD00"/>
                          </a:solidFill>
                          <a:latin typeface="Helvetica"/>
                          <a:ea typeface="Helvetica"/>
                          <a:cs typeface="Helvetica"/>
                        </a:rPr>
                        <a:t>Responsibility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DAD00"/>
                          </a:solidFill>
                          <a:latin typeface="Helvetica"/>
                          <a:ea typeface="Helvetica"/>
                          <a:cs typeface="Helvetica"/>
                        </a:rPr>
                        <a:t>FRB rule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Approved scope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Records, services, destinations, traces, and eval artifacts.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Evidence and signals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Revisions, checks, export state.</a:t>
                      </a:r>
                    </a:p>
                    <a:p>
                      <a:pPr>
                        <a:lnSpc>
                          <a:spcPct val="125000"/>
                        </a:lnSpc>
                        <a:buNone/>
                      </a:pPr>
                      <a:r>
                        <a:rPr sz="2000" b="0">
                          <a:solidFill>
                            <a:srgbClr val="FFFCF5"/>
                          </a:solidFill>
                          <a:latin typeface="Helvetica"/>
                          <a:ea typeface="Helvetica"/>
                          <a:cs typeface="Helvetica"/>
                        </a:rPr>
                        <a:t>Quality, freshness, cost,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limits. An assigned, authorized responder.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Accountability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Review changes. People own official findings and records.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22" name="narrative-number">
            <a:extLst xmlns:a="http://schemas.openxmlformats.org/drawingml/2006/main">
              <a:ext uri="{FF2B5EF4-FFF2-40B4-BE49-F238E27FC236}">
                <a16:creationId xmlns:a16="http://schemas.microsoft.com/office/drawing/2014/main" id="{0DEBAF2A-BFC8-42CE-B22D-F15DDB0CBB0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39</a:t>
            </a:r>
          </a:p>
        </p:txBody>
      </p:sp>
    </p:spTree>
    <p:extLst>
      <p:ext uri="{BB962C8B-B14F-4D97-AF65-F5344CB8AC3E}">
        <p14:creationId xmlns:p14="http://schemas.microsoft.com/office/powerpoint/2010/main" val="2071762394"/>
      </p:ext>
    </p:extLst>
  </p:cSld>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425" name="40-image-1"/>
          <p:cNvPicPr>
            <a:picLocks xmlns:a="http://schemas.openxmlformats.org/drawingml/2006/main" noChangeAspect="1"/>
          </p:cNvPicPr>
          <p:nvPr/>
        </p:nvPicPr>
        <p:blipFill>
          <a:blip xmlns:r="http://schemas.openxmlformats.org/officeDocument/2006/relationships" xmlns:a="http://schemas.openxmlformats.org/drawingml/2006/main" r:embed="R7575a939f8fd46d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424" name="narrative-number">
            <a:extLst xmlns:a="http://schemas.openxmlformats.org/drawingml/2006/main">
              <a:ext uri="{FF2B5EF4-FFF2-40B4-BE49-F238E27FC236}">
                <a16:creationId xmlns:a16="http://schemas.microsoft.com/office/drawing/2014/main" id="{2FF873B0-3913-4B2C-B7C1-AA6B96730F1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40</a:t>
            </a:r>
          </a:p>
        </p:txBody>
      </p:sp>
    </p:spTree>
    <p:extLst>
      <p:ext uri="{BB962C8B-B14F-4D97-AF65-F5344CB8AC3E}">
        <p14:creationId xmlns:p14="http://schemas.microsoft.com/office/powerpoint/2010/main" val="1104417673"/>
      </p:ext>
    </p:extLst>
  </p:cSld>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5" name="section-label">
            <a:extLst xmlns:a="http://schemas.openxmlformats.org/drawingml/2006/main">
              <a:ext uri="{FF2B5EF4-FFF2-40B4-BE49-F238E27FC236}">
                <a16:creationId xmlns:a16="http://schemas.microsoft.com/office/drawing/2014/main" id="{FEC9FDB6-2077-40D4-9EA6-9B5B37D94D72}"/>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426" name="section-rule">
            <a:extLst xmlns:a="http://schemas.openxmlformats.org/drawingml/2006/main">
              <a:ext uri="{FF2B5EF4-FFF2-40B4-BE49-F238E27FC236}">
                <a16:creationId xmlns:a16="http://schemas.microsoft.com/office/drawing/2014/main" id="{2E350D16-C8C8-472D-AA8B-5491D4FF8429}"/>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27" name="section-title">
            <a:extLst xmlns:a="http://schemas.openxmlformats.org/drawingml/2006/main">
              <a:ext uri="{FF2B5EF4-FFF2-40B4-BE49-F238E27FC236}">
                <a16:creationId xmlns:a16="http://schemas.microsoft.com/office/drawing/2014/main" id="{DC467FE3-C75A-45E3-AB7C-9201ECA3FEFF}"/>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428" name="narrative-number">
            <a:extLst xmlns:a="http://schemas.openxmlformats.org/drawingml/2006/main">
              <a:ext uri="{FF2B5EF4-FFF2-40B4-BE49-F238E27FC236}">
                <a16:creationId xmlns:a16="http://schemas.microsoft.com/office/drawing/2014/main" id="{6D7169E4-1448-44BA-B8AD-649492284BF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41</a:t>
            </a:r>
          </a:p>
        </p:txBody>
      </p:sp>
    </p:spTree>
    <p:extLst>
      <p:ext uri="{BB962C8B-B14F-4D97-AF65-F5344CB8AC3E}">
        <p14:creationId xmlns:p14="http://schemas.microsoft.com/office/powerpoint/2010/main" val="2230816104"/>
      </p:ext>
    </p:extLst>
  </p:cSld>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9" name="!!area-name">
            <a:extLst xmlns:a="http://schemas.openxmlformats.org/drawingml/2006/main">
              <a:ext uri="{FF2B5EF4-FFF2-40B4-BE49-F238E27FC236}">
                <a16:creationId xmlns:a16="http://schemas.microsoft.com/office/drawing/2014/main" id="{BF0E91DE-EBB5-4A70-B514-0F3EB61E44A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436" name="mini-map"/>
          <p:cNvPicPr>
            <a:picLocks xmlns:a="http://schemas.openxmlformats.org/drawingml/2006/main" noChangeAspect="1"/>
          </p:cNvPicPr>
          <p:nvPr/>
        </p:nvPicPr>
        <p:blipFill>
          <a:blip xmlns:r="http://schemas.openxmlformats.org/officeDocument/2006/relationships" xmlns:a="http://schemas.openxmlformats.org/drawingml/2006/main" r:embed="R4153fa6f982d410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31" name="slide-title">
            <a:extLst xmlns:a="http://schemas.openxmlformats.org/drawingml/2006/main">
              <a:ext uri="{FF2B5EF4-FFF2-40B4-BE49-F238E27FC236}">
                <a16:creationId xmlns:a16="http://schemas.microsoft.com/office/drawing/2014/main" id="{A8C2F3E9-1EC5-46D1-9483-787E03DDC41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432" name="header-divider">
            <a:extLst xmlns:a="http://schemas.openxmlformats.org/drawingml/2006/main">
              <a:ext uri="{FF2B5EF4-FFF2-40B4-BE49-F238E27FC236}">
                <a16:creationId xmlns:a16="http://schemas.microsoft.com/office/drawing/2014/main" id="{596527D3-34E6-49EE-98BE-5E3A1169340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39" name="42-table-1"/>
          <p:cNvGraphicFramePr/>
          <p:nvPr/>
        </p:nvGraphicFramePr>
        <p:xfrm>
          <a:off xmlns:a="http://schemas.openxmlformats.org/drawingml/2006/main" x="609600" y="2438400"/>
          <a:ext xmlns:a="http://schemas.openxmlformats.org/drawingml/2006/main" cx="10972800" cy="3733800"/>
        </p:xfrm>
        <a:graphic xmlns:a="http://schemas.openxmlformats.org/drawingml/2006/main">
          <a:graphicData uri="http://schemas.openxmlformats.org/drawingml/2006/table">
            <a:tbl>
              <a:tblPr firstRow="0" firstCol="0" lastCol="0" bandRow="0" bandCol="0"/>
              <a:tblGrid>
                <a:gridCol w="5334000"/>
                <a:gridCol w="304800"/>
                <a:gridCol w="5334000"/>
              </a:tblGrid>
              <a:tr h="533400">
                <a:tc>
                  <a:txBody>
                    <a:bodyPr>
                      <a:noAutofit/>
                    </a:bodyPr>
                    <a:lstStyle/>
                    <a:p>
                      <a:pPr>
                        <a:lnSpc>
                          <a:spcPct val="125000"/>
                        </a:lnSpc>
                        <a:buNone/>
                      </a:pPr>
                      <a:r>
                        <a:rPr sz="2400" b="1">
                          <a:solidFill>
                            <a:srgbClr val="01B66D"/>
                          </a:solidFill>
                          <a:latin typeface="Helvetica"/>
                          <a:ea typeface="Helvetica"/>
                          <a:cs typeface="Helvetica"/>
                        </a:rPr>
                        <a:t>Existing skill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Application in an AI system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Bounded workflows and clear state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Tool contracts and explicit outcomes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Evals and regression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Debugging and 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Traces of model calls and tool actions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access and action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Production operations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Quality, cost, latency, and recovery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34" name="narrative-number">
            <a:extLst xmlns:a="http://schemas.openxmlformats.org/drawingml/2006/main">
              <a:ext uri="{FF2B5EF4-FFF2-40B4-BE49-F238E27FC236}">
                <a16:creationId xmlns:a16="http://schemas.microsoft.com/office/drawing/2014/main" id="{2AD5BB0C-610E-4250-84CF-63502560967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42</a:t>
            </a:r>
          </a:p>
        </p:txBody>
      </p:sp>
    </p:spTree>
    <p:extLst>
      <p:ext uri="{BB962C8B-B14F-4D97-AF65-F5344CB8AC3E}">
        <p14:creationId xmlns:p14="http://schemas.microsoft.com/office/powerpoint/2010/main" val="786637330"/>
      </p:ext>
    </p:extLst>
  </p:cSld>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35" name="!!area-name">
            <a:extLst xmlns:a="http://schemas.openxmlformats.org/drawingml/2006/main">
              <a:ext uri="{FF2B5EF4-FFF2-40B4-BE49-F238E27FC236}">
                <a16:creationId xmlns:a16="http://schemas.microsoft.com/office/drawing/2014/main" id="{D8A446CA-A8C0-44E6-81E1-08B3E8180DE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you add</a:t>
            </a:r>
          </a:p>
        </p:txBody>
      </p:sp>
      <p:pic>
        <p:nvPicPr>
          <p:cNvPr id="442" name="mini-map"/>
          <p:cNvPicPr>
            <a:picLocks xmlns:a="http://schemas.openxmlformats.org/drawingml/2006/main" noChangeAspect="1"/>
          </p:cNvPicPr>
          <p:nvPr/>
        </p:nvPicPr>
        <p:blipFill>
          <a:blip xmlns:r="http://schemas.openxmlformats.org/officeDocument/2006/relationships" xmlns:a="http://schemas.openxmlformats.org/drawingml/2006/main" r:embed="R1236a25393484d2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37" name="slide-title">
            <a:extLst xmlns:a="http://schemas.openxmlformats.org/drawingml/2006/main">
              <a:ext uri="{FF2B5EF4-FFF2-40B4-BE49-F238E27FC236}">
                <a16:creationId xmlns:a16="http://schemas.microsoft.com/office/drawing/2014/main" id="{ADD6B44D-A3BB-4837-93D4-67D5B9CE6F9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you add</a:t>
            </a:r>
          </a:p>
        </p:txBody>
      </p:sp>
      <p:sp>
        <p:nvSpPr>
          <p:cNvPr id="438" name="header-divider">
            <a:extLst xmlns:a="http://schemas.openxmlformats.org/drawingml/2006/main">
              <a:ext uri="{FF2B5EF4-FFF2-40B4-BE49-F238E27FC236}">
                <a16:creationId xmlns:a16="http://schemas.microsoft.com/office/drawing/2014/main" id="{40C72979-0D93-40D4-899C-1C2D325C29C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45" name="43-table-1"/>
          <p:cNvGraphicFramePr/>
          <p:nvPr/>
        </p:nvGraphicFramePr>
        <p:xfrm>
          <a:off xmlns:a="http://schemas.openxmlformats.org/drawingml/2006/main" x="609600" y="2438400"/>
          <a:ext xmlns:a="http://schemas.openxmlformats.org/drawingml/2006/main" cx="10972800" cy="3810000"/>
        </p:xfrm>
        <a:graphic xmlns:a="http://schemas.openxmlformats.org/drawingml/2006/main">
          <a:graphicData uri="http://schemas.openxmlformats.org/drawingml/2006/table">
            <a:tbl>
              <a:tblPr firstRow="0" firstCol="0" lastCol="0" bandRow="0" bandCol="0"/>
              <a:tblGrid>
                <a:gridCol w="3454400"/>
                <a:gridCol w="304800"/>
                <a:gridCol w="7213600"/>
              </a:tblGrid>
              <a:tr h="508000">
                <a:tc>
                  <a:txBody>
                    <a:bodyPr>
                      <a:noAutofit/>
                    </a:bodyPr>
                    <a:lstStyle/>
                    <a:p>
                      <a:pPr>
                        <a:lnSpc>
                          <a:spcPct val="125000"/>
                        </a:lnSpc>
                        <a:buNone/>
                      </a:pPr>
                      <a:r>
                        <a:rPr sz="2400" b="1">
                          <a:solidFill>
                            <a:srgbClr val="01B66D"/>
                          </a:solidFill>
                          <a:latin typeface="Helvetica"/>
                          <a:ea typeface="Helvetica"/>
                          <a:cs typeface="Helvetica"/>
                        </a:rPr>
                        <a:t>Area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Competency to develop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Model Selection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Recognize failure patterns and evaluate task fit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Context Engineering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Select evidence and preserve its meaning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Tools &amp; Extensibility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how the model selects and uses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Orchestration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 model-selected actions and handle interruption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Verification &amp; Evals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Define quality and measure behavior across repeated trials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62000">
                <a:tc>
                  <a:txBody>
                    <a:bodyPr>
                      <a:noAutofit/>
                    </a:bodyPr>
                    <a:lstStyle/>
                    <a:p>
                      <a:pPr>
                        <a:lnSpc>
                          <a:spcPct val="125000"/>
                        </a:lnSpc>
                        <a:buNone/>
                      </a:pPr>
                      <a:r>
                        <a:rPr sz="2000" b="0">
                          <a:solidFill>
                            <a:srgbClr val="FFFCF5"/>
                          </a:solidFill>
                          <a:latin typeface="Helvetica"/>
                          <a:ea typeface="Helvetica"/>
                          <a:cs typeface="Helvetica"/>
                        </a:rPr>
                        <a:t>AgentOps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Investigate quality changes and manage</a:t>
                      </a:r>
                    </a:p>
                    <a:p>
                      <a:pPr>
                        <a:lnSpc>
                          <a:spcPct val="125000"/>
                        </a:lnSpc>
                        <a:buNone/>
                      </a:pPr>
                      <a:r>
                        <a:rPr sz="2000" b="0">
                          <a:solidFill>
                            <a:srgbClr val="FFFCF5"/>
                          </a:solidFill>
                          <a:latin typeface="Helvetica"/>
                          <a:ea typeface="Helvetica"/>
                          <a:cs typeface="Helvetica"/>
                        </a:rPr>
                        <a:t>security, cost, and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40" name="narrative-number">
            <a:extLst xmlns:a="http://schemas.openxmlformats.org/drawingml/2006/main">
              <a:ext uri="{FF2B5EF4-FFF2-40B4-BE49-F238E27FC236}">
                <a16:creationId xmlns:a16="http://schemas.microsoft.com/office/drawing/2014/main" id="{E67E2717-BC34-442C-82F4-BF6085C9565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43</a:t>
            </a:r>
          </a:p>
        </p:txBody>
      </p:sp>
    </p:spTree>
    <p:extLst>
      <p:ext uri="{BB962C8B-B14F-4D97-AF65-F5344CB8AC3E}">
        <p14:creationId xmlns:p14="http://schemas.microsoft.com/office/powerpoint/2010/main" val="2499348586"/>
      </p:ext>
    </p:extLst>
  </p:cSld>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41" name="!!area-name">
            <a:extLst xmlns:a="http://schemas.openxmlformats.org/drawingml/2006/main">
              <a:ext uri="{FF2B5EF4-FFF2-40B4-BE49-F238E27FC236}">
                <a16:creationId xmlns:a16="http://schemas.microsoft.com/office/drawing/2014/main" id="{4776CFD2-11F5-4878-B6BE-CF1BF0608F73}"/>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442" name="header-divider">
            <a:extLst xmlns:a="http://schemas.openxmlformats.org/drawingml/2006/main">
              <a:ext uri="{FF2B5EF4-FFF2-40B4-BE49-F238E27FC236}">
                <a16:creationId xmlns:a16="http://schemas.microsoft.com/office/drawing/2014/main" id="{637D179D-380E-4185-8729-84BE2D0E2802}"/>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3" name="44-shape-1">
            <a:extLst xmlns:a="http://schemas.openxmlformats.org/drawingml/2006/main">
              <a:ext uri="{FF2B5EF4-FFF2-40B4-BE49-F238E27FC236}">
                <a16:creationId xmlns:a16="http://schemas.microsoft.com/office/drawing/2014/main" id="{D53C07B0-AFFE-41F5-A5F0-F690EDC4A71E}"/>
              </a:ext>
            </a:extLst>
          </p:cNvPr>
          <p:cNvSpPr>
            <a:spLocks xmlns:a="http://schemas.openxmlformats.org/drawingml/2006/main"/>
          </p:cNvSpPr>
          <p:nvPr/>
        </p:nvSpPr>
        <p:spPr>
          <a:xfrm xmlns:a="http://schemas.openxmlformats.org/drawingml/2006/main">
            <a:off x="0" y="12700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44" name="44-shape-2">
            <a:extLst xmlns:a="http://schemas.openxmlformats.org/drawingml/2006/main">
              <a:ext uri="{FF2B5EF4-FFF2-40B4-BE49-F238E27FC236}">
                <a16:creationId xmlns:a16="http://schemas.microsoft.com/office/drawing/2014/main" id="{407C3C7B-62FB-4BCF-AF50-2E5B7ADE9608}"/>
              </a:ext>
            </a:extLst>
          </p:cNvPr>
          <p:cNvSpPr>
            <a:spLocks xmlns:a="http://schemas.openxmlformats.org/drawingml/2006/main"/>
          </p:cNvSpPr>
          <p:nvPr/>
        </p:nvSpPr>
        <p:spPr>
          <a:xfrm xmlns:a="http://schemas.openxmlformats.org/drawingml/2006/main">
            <a:off x="0" y="1270000"/>
            <a:ext cx="3454400" cy="7620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445" name="44-text-3">
            <a:extLst xmlns:a="http://schemas.openxmlformats.org/drawingml/2006/main">
              <a:ext uri="{FF2B5EF4-FFF2-40B4-BE49-F238E27FC236}">
                <a16:creationId xmlns:a16="http://schemas.microsoft.com/office/drawing/2014/main" id="{752F1DBA-FCC9-41E0-8343-34A79B080A4A}"/>
              </a:ext>
            </a:extLst>
          </p:cNvPr>
          <p:cNvSpPr>
            <a:spLocks xmlns:a="http://schemas.openxmlformats.org/drawingml/2006/main"/>
          </p:cNvSpPr>
          <p:nvPr/>
        </p:nvSpPr>
        <p:spPr>
          <a:xfrm xmlns:a="http://schemas.openxmlformats.org/drawingml/2006/main">
            <a:off x="609600" y="13081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 Selection</a:t>
            </a:r>
          </a:p>
        </p:txBody>
      </p:sp>
      <p:sp>
        <p:nvSpPr>
          <p:cNvPr id="446" name="44-text-4">
            <a:extLst xmlns:a="http://schemas.openxmlformats.org/drawingml/2006/main">
              <a:ext uri="{FF2B5EF4-FFF2-40B4-BE49-F238E27FC236}">
                <a16:creationId xmlns:a16="http://schemas.microsoft.com/office/drawing/2014/main" id="{57D78DC9-E0BA-4D92-A523-972D891644AD}"/>
              </a:ext>
            </a:extLst>
          </p:cNvPr>
          <p:cNvSpPr>
            <a:spLocks xmlns:a="http://schemas.openxmlformats.org/drawingml/2006/main"/>
          </p:cNvSpPr>
          <p:nvPr/>
        </p:nvSpPr>
        <p:spPr>
          <a:xfrm xmlns:a="http://schemas.openxmlformats.org/drawingml/2006/main">
            <a:off x="3759200" y="13081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Selecting or changing models without testing them on your task.</a:t>
            </a:r>
          </a:p>
        </p:txBody>
      </p:sp>
      <p:sp>
        <p:nvSpPr>
          <p:cNvPr id="447" name="44-shape-5">
            <a:extLst xmlns:a="http://schemas.openxmlformats.org/drawingml/2006/main">
              <a:ext uri="{FF2B5EF4-FFF2-40B4-BE49-F238E27FC236}">
                <a16:creationId xmlns:a16="http://schemas.microsoft.com/office/drawing/2014/main" id="{FEFF79B7-9637-47E7-80DC-70E4A545938B}"/>
              </a:ext>
            </a:extLst>
          </p:cNvPr>
          <p:cNvSpPr>
            <a:spLocks xmlns:a="http://schemas.openxmlformats.org/drawingml/2006/main"/>
          </p:cNvSpPr>
          <p:nvPr/>
        </p:nvSpPr>
        <p:spPr>
          <a:xfrm xmlns:a="http://schemas.openxmlformats.org/drawingml/2006/main">
            <a:off x="0" y="21082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48" name="44-shape-6">
            <a:extLst xmlns:a="http://schemas.openxmlformats.org/drawingml/2006/main">
              <a:ext uri="{FF2B5EF4-FFF2-40B4-BE49-F238E27FC236}">
                <a16:creationId xmlns:a16="http://schemas.microsoft.com/office/drawing/2014/main" id="{6551D1B6-6F59-4B4A-AEE1-F0C72FDBABCA}"/>
              </a:ext>
            </a:extLst>
          </p:cNvPr>
          <p:cNvSpPr>
            <a:spLocks xmlns:a="http://schemas.openxmlformats.org/drawingml/2006/main"/>
          </p:cNvSpPr>
          <p:nvPr/>
        </p:nvSpPr>
        <p:spPr>
          <a:xfrm xmlns:a="http://schemas.openxmlformats.org/drawingml/2006/main">
            <a:off x="0" y="2108200"/>
            <a:ext cx="34544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49" name="44-text-7">
            <a:extLst xmlns:a="http://schemas.openxmlformats.org/drawingml/2006/main">
              <a:ext uri="{FF2B5EF4-FFF2-40B4-BE49-F238E27FC236}">
                <a16:creationId xmlns:a16="http://schemas.microsoft.com/office/drawing/2014/main" id="{D7F446E3-0705-4942-B993-0B00355D7805}"/>
              </a:ext>
            </a:extLst>
          </p:cNvPr>
          <p:cNvSpPr>
            <a:spLocks xmlns:a="http://schemas.openxmlformats.org/drawingml/2006/main"/>
          </p:cNvSpPr>
          <p:nvPr/>
        </p:nvSpPr>
        <p:spPr>
          <a:xfrm xmlns:a="http://schemas.openxmlformats.org/drawingml/2006/main">
            <a:off x="609600" y="21463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Engineering</a:t>
            </a:r>
          </a:p>
        </p:txBody>
      </p:sp>
      <p:sp>
        <p:nvSpPr>
          <p:cNvPr id="450" name="44-text-8">
            <a:extLst xmlns:a="http://schemas.openxmlformats.org/drawingml/2006/main">
              <a:ext uri="{FF2B5EF4-FFF2-40B4-BE49-F238E27FC236}">
                <a16:creationId xmlns:a16="http://schemas.microsoft.com/office/drawing/2014/main" id="{4D36A88E-2032-493B-B44E-9032A303AF88}"/>
              </a:ext>
            </a:extLst>
          </p:cNvPr>
          <p:cNvSpPr>
            <a:spLocks xmlns:a="http://schemas.openxmlformats.org/drawingml/2006/main"/>
          </p:cNvSpPr>
          <p:nvPr/>
        </p:nvSpPr>
        <p:spPr>
          <a:xfrm xmlns:a="http://schemas.openxmlformats.org/drawingml/2006/main">
            <a:off x="3759200" y="21463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context without curating it.</a:t>
            </a:r>
          </a:p>
        </p:txBody>
      </p:sp>
      <p:sp>
        <p:nvSpPr>
          <p:cNvPr id="451" name="44-shape-9">
            <a:extLst xmlns:a="http://schemas.openxmlformats.org/drawingml/2006/main">
              <a:ext uri="{FF2B5EF4-FFF2-40B4-BE49-F238E27FC236}">
                <a16:creationId xmlns:a16="http://schemas.microsoft.com/office/drawing/2014/main" id="{6D15300A-5892-4C54-AA30-1773343A3DA3}"/>
              </a:ext>
            </a:extLst>
          </p:cNvPr>
          <p:cNvSpPr>
            <a:spLocks xmlns:a="http://schemas.openxmlformats.org/drawingml/2006/main"/>
          </p:cNvSpPr>
          <p:nvPr/>
        </p:nvSpPr>
        <p:spPr>
          <a:xfrm xmlns:a="http://schemas.openxmlformats.org/drawingml/2006/main">
            <a:off x="0" y="29464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52" name="44-shape-10">
            <a:extLst xmlns:a="http://schemas.openxmlformats.org/drawingml/2006/main">
              <a:ext uri="{FF2B5EF4-FFF2-40B4-BE49-F238E27FC236}">
                <a16:creationId xmlns:a16="http://schemas.microsoft.com/office/drawing/2014/main" id="{96C9B37D-9E71-4E81-9677-E151B98E68EE}"/>
              </a:ext>
            </a:extLst>
          </p:cNvPr>
          <p:cNvSpPr>
            <a:spLocks xmlns:a="http://schemas.openxmlformats.org/drawingml/2006/main"/>
          </p:cNvSpPr>
          <p:nvPr/>
        </p:nvSpPr>
        <p:spPr>
          <a:xfrm xmlns:a="http://schemas.openxmlformats.org/drawingml/2006/main">
            <a:off x="0" y="2946400"/>
            <a:ext cx="34544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53" name="44-text-11">
            <a:extLst xmlns:a="http://schemas.openxmlformats.org/drawingml/2006/main">
              <a:ext uri="{FF2B5EF4-FFF2-40B4-BE49-F238E27FC236}">
                <a16:creationId xmlns:a16="http://schemas.microsoft.com/office/drawing/2014/main" id="{9D649BA8-F9B9-41D6-ABF0-E8CE16EC307E}"/>
              </a:ext>
            </a:extLst>
          </p:cNvPr>
          <p:cNvSpPr>
            <a:spLocks xmlns:a="http://schemas.openxmlformats.org/drawingml/2006/main"/>
          </p:cNvSpPr>
          <p:nvPr/>
        </p:nvSpPr>
        <p:spPr>
          <a:xfrm xmlns:a="http://schemas.openxmlformats.org/drawingml/2006/main">
            <a:off x="609600" y="29845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 &amp;</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Extensibility</a:t>
            </a:r>
          </a:p>
        </p:txBody>
      </p:sp>
      <p:sp>
        <p:nvSpPr>
          <p:cNvPr id="454" name="44-text-12">
            <a:extLst xmlns:a="http://schemas.openxmlformats.org/drawingml/2006/main">
              <a:ext uri="{FF2B5EF4-FFF2-40B4-BE49-F238E27FC236}">
                <a16:creationId xmlns:a16="http://schemas.microsoft.com/office/drawing/2014/main" id="{41A2296B-2107-46FD-ACF1-D98A19DCE312}"/>
              </a:ext>
            </a:extLst>
          </p:cNvPr>
          <p:cNvSpPr>
            <a:spLocks xmlns:a="http://schemas.openxmlformats.org/drawingml/2006/main"/>
          </p:cNvSpPr>
          <p:nvPr/>
        </p:nvSpPr>
        <p:spPr>
          <a:xfrm xmlns:a="http://schemas.openxmlformats.org/drawingml/2006/main">
            <a:off x="3759200" y="29845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APIs without evaluating task fit.</a:t>
            </a:r>
          </a:p>
        </p:txBody>
      </p:sp>
      <p:sp>
        <p:nvSpPr>
          <p:cNvPr id="455" name="44-shape-13">
            <a:extLst xmlns:a="http://schemas.openxmlformats.org/drawingml/2006/main">
              <a:ext uri="{FF2B5EF4-FFF2-40B4-BE49-F238E27FC236}">
                <a16:creationId xmlns:a16="http://schemas.microsoft.com/office/drawing/2014/main" id="{7A07DFE5-5111-40E5-830B-D7BD2279E0FF}"/>
              </a:ext>
            </a:extLst>
          </p:cNvPr>
          <p:cNvSpPr>
            <a:spLocks xmlns:a="http://schemas.openxmlformats.org/drawingml/2006/main"/>
          </p:cNvSpPr>
          <p:nvPr/>
        </p:nvSpPr>
        <p:spPr>
          <a:xfrm xmlns:a="http://schemas.openxmlformats.org/drawingml/2006/main">
            <a:off x="0" y="37846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56" name="44-shape-14">
            <a:extLst xmlns:a="http://schemas.openxmlformats.org/drawingml/2006/main">
              <a:ext uri="{FF2B5EF4-FFF2-40B4-BE49-F238E27FC236}">
                <a16:creationId xmlns:a16="http://schemas.microsoft.com/office/drawing/2014/main" id="{68FFF9D4-88A4-4281-A0F5-BD38E59BB126}"/>
              </a:ext>
            </a:extLst>
          </p:cNvPr>
          <p:cNvSpPr>
            <a:spLocks xmlns:a="http://schemas.openxmlformats.org/drawingml/2006/main"/>
          </p:cNvSpPr>
          <p:nvPr/>
        </p:nvSpPr>
        <p:spPr>
          <a:xfrm xmlns:a="http://schemas.openxmlformats.org/drawingml/2006/main">
            <a:off x="0" y="3784600"/>
            <a:ext cx="34544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57" name="44-text-15">
            <a:extLst xmlns:a="http://schemas.openxmlformats.org/drawingml/2006/main">
              <a:ext uri="{FF2B5EF4-FFF2-40B4-BE49-F238E27FC236}">
                <a16:creationId xmlns:a16="http://schemas.microsoft.com/office/drawing/2014/main" id="{CCA22E44-71D1-4749-92C4-5C0945C17026}"/>
              </a:ext>
            </a:extLst>
          </p:cNvPr>
          <p:cNvSpPr>
            <a:spLocks xmlns:a="http://schemas.openxmlformats.org/drawingml/2006/main"/>
          </p:cNvSpPr>
          <p:nvPr/>
        </p:nvSpPr>
        <p:spPr>
          <a:xfrm xmlns:a="http://schemas.openxmlformats.org/drawingml/2006/main">
            <a:off x="609600" y="38227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458" name="44-text-16">
            <a:extLst xmlns:a="http://schemas.openxmlformats.org/drawingml/2006/main">
              <a:ext uri="{FF2B5EF4-FFF2-40B4-BE49-F238E27FC236}">
                <a16:creationId xmlns:a16="http://schemas.microsoft.com/office/drawing/2014/main" id="{142F1083-EC58-4B6F-840C-6DA573CCFC84}"/>
              </a:ext>
            </a:extLst>
          </p:cNvPr>
          <p:cNvSpPr>
            <a:spLocks xmlns:a="http://schemas.openxmlformats.org/drawingml/2006/main"/>
          </p:cNvSpPr>
          <p:nvPr/>
        </p:nvSpPr>
        <p:spPr>
          <a:xfrm xmlns:a="http://schemas.openxmlformats.org/drawingml/2006/main">
            <a:off x="3759200" y="38227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multiple agents before trying a workflow.</a:t>
            </a:r>
          </a:p>
        </p:txBody>
      </p:sp>
      <p:sp>
        <p:nvSpPr>
          <p:cNvPr id="459" name="44-shape-17">
            <a:extLst xmlns:a="http://schemas.openxmlformats.org/drawingml/2006/main">
              <a:ext uri="{FF2B5EF4-FFF2-40B4-BE49-F238E27FC236}">
                <a16:creationId xmlns:a16="http://schemas.microsoft.com/office/drawing/2014/main" id="{999E8784-7661-4D1D-AE2D-60996CFC8113}"/>
              </a:ext>
            </a:extLst>
          </p:cNvPr>
          <p:cNvSpPr>
            <a:spLocks xmlns:a="http://schemas.openxmlformats.org/drawingml/2006/main"/>
          </p:cNvSpPr>
          <p:nvPr/>
        </p:nvSpPr>
        <p:spPr>
          <a:xfrm xmlns:a="http://schemas.openxmlformats.org/drawingml/2006/main">
            <a:off x="0" y="46228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60" name="44-shape-18">
            <a:extLst xmlns:a="http://schemas.openxmlformats.org/drawingml/2006/main">
              <a:ext uri="{FF2B5EF4-FFF2-40B4-BE49-F238E27FC236}">
                <a16:creationId xmlns:a16="http://schemas.microsoft.com/office/drawing/2014/main" id="{431F5FBA-497B-489C-A109-F97D2408A148}"/>
              </a:ext>
            </a:extLst>
          </p:cNvPr>
          <p:cNvSpPr>
            <a:spLocks xmlns:a="http://schemas.openxmlformats.org/drawingml/2006/main"/>
          </p:cNvSpPr>
          <p:nvPr/>
        </p:nvSpPr>
        <p:spPr>
          <a:xfrm xmlns:a="http://schemas.openxmlformats.org/drawingml/2006/main">
            <a:off x="0" y="4622800"/>
            <a:ext cx="3454400" cy="7620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461" name="44-text-19">
            <a:extLst xmlns:a="http://schemas.openxmlformats.org/drawingml/2006/main">
              <a:ext uri="{FF2B5EF4-FFF2-40B4-BE49-F238E27FC236}">
                <a16:creationId xmlns:a16="http://schemas.microsoft.com/office/drawing/2014/main" id="{65C0D22B-45C5-46FF-8458-B09D584B269B}"/>
              </a:ext>
            </a:extLst>
          </p:cNvPr>
          <p:cNvSpPr>
            <a:spLocks xmlns:a="http://schemas.openxmlformats.org/drawingml/2006/main"/>
          </p:cNvSpPr>
          <p:nvPr/>
        </p:nvSpPr>
        <p:spPr>
          <a:xfrm xmlns:a="http://schemas.openxmlformats.org/drawingml/2006/main">
            <a:off x="609600" y="46609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Verification</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&amp; Evals</a:t>
            </a:r>
          </a:p>
        </p:txBody>
      </p:sp>
      <p:sp>
        <p:nvSpPr>
          <p:cNvPr id="462" name="44-text-20">
            <a:extLst xmlns:a="http://schemas.openxmlformats.org/drawingml/2006/main">
              <a:ext uri="{FF2B5EF4-FFF2-40B4-BE49-F238E27FC236}">
                <a16:creationId xmlns:a16="http://schemas.microsoft.com/office/drawing/2014/main" id="{18E13BB7-3D19-4ED6-8ABE-821ECC3941A6}"/>
              </a:ext>
            </a:extLst>
          </p:cNvPr>
          <p:cNvSpPr>
            <a:spLocks xmlns:a="http://schemas.openxmlformats.org/drawingml/2006/main"/>
          </p:cNvSpPr>
          <p:nvPr/>
        </p:nvSpPr>
        <p:spPr>
          <a:xfrm xmlns:a="http://schemas.openxmlformats.org/drawingml/2006/main">
            <a:off x="3759200" y="46609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Using a generic judge without error analysis or result checks.</a:t>
            </a:r>
          </a:p>
        </p:txBody>
      </p:sp>
      <p:sp>
        <p:nvSpPr>
          <p:cNvPr id="463" name="44-shape-21">
            <a:extLst xmlns:a="http://schemas.openxmlformats.org/drawingml/2006/main">
              <a:ext uri="{FF2B5EF4-FFF2-40B4-BE49-F238E27FC236}">
                <a16:creationId xmlns:a16="http://schemas.microsoft.com/office/drawing/2014/main" id="{8418AF6A-9480-4EED-94F8-05618586935F}"/>
              </a:ext>
            </a:extLst>
          </p:cNvPr>
          <p:cNvSpPr>
            <a:spLocks xmlns:a="http://schemas.openxmlformats.org/drawingml/2006/main"/>
          </p:cNvSpPr>
          <p:nvPr/>
        </p:nvSpPr>
        <p:spPr>
          <a:xfrm xmlns:a="http://schemas.openxmlformats.org/drawingml/2006/main">
            <a:off x="0" y="54610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64" name="44-shape-22">
            <a:extLst xmlns:a="http://schemas.openxmlformats.org/drawingml/2006/main">
              <a:ext uri="{FF2B5EF4-FFF2-40B4-BE49-F238E27FC236}">
                <a16:creationId xmlns:a16="http://schemas.microsoft.com/office/drawing/2014/main" id="{67AFD319-6A8A-4328-A4E9-B7FDC8EF54E7}"/>
              </a:ext>
            </a:extLst>
          </p:cNvPr>
          <p:cNvSpPr>
            <a:spLocks xmlns:a="http://schemas.openxmlformats.org/drawingml/2006/main"/>
          </p:cNvSpPr>
          <p:nvPr/>
        </p:nvSpPr>
        <p:spPr>
          <a:xfrm xmlns:a="http://schemas.openxmlformats.org/drawingml/2006/main">
            <a:off x="0" y="5461000"/>
            <a:ext cx="3454400" cy="7620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65" name="44-text-23">
            <a:extLst xmlns:a="http://schemas.openxmlformats.org/drawingml/2006/main">
              <a:ext uri="{FF2B5EF4-FFF2-40B4-BE49-F238E27FC236}">
                <a16:creationId xmlns:a16="http://schemas.microsoft.com/office/drawing/2014/main" id="{2E8D3404-A874-49E4-B8C2-7A9FC03A0903}"/>
              </a:ext>
            </a:extLst>
          </p:cNvPr>
          <p:cNvSpPr>
            <a:spLocks xmlns:a="http://schemas.openxmlformats.org/drawingml/2006/main"/>
          </p:cNvSpPr>
          <p:nvPr/>
        </p:nvSpPr>
        <p:spPr>
          <a:xfrm xmlns:a="http://schemas.openxmlformats.org/drawingml/2006/main">
            <a:off x="609600" y="54991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AgentOps</a:t>
            </a:r>
          </a:p>
        </p:txBody>
      </p:sp>
      <p:sp>
        <p:nvSpPr>
          <p:cNvPr id="466" name="44-text-24">
            <a:extLst xmlns:a="http://schemas.openxmlformats.org/drawingml/2006/main">
              <a:ext uri="{FF2B5EF4-FFF2-40B4-BE49-F238E27FC236}">
                <a16:creationId xmlns:a16="http://schemas.microsoft.com/office/drawing/2014/main" id="{33E660EF-FFA1-4A3F-AA00-2C82E88E5E59}"/>
              </a:ext>
            </a:extLst>
          </p:cNvPr>
          <p:cNvSpPr>
            <a:spLocks xmlns:a="http://schemas.openxmlformats.org/drawingml/2006/main"/>
          </p:cNvSpPr>
          <p:nvPr/>
        </p:nvSpPr>
        <p:spPr>
          <a:xfrm xmlns:a="http://schemas.openxmlformats.org/drawingml/2006/main">
            <a:off x="3759200" y="54991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Combining private data, untrusted content, and outbound access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without reviewing the risk.</a:t>
            </a:r>
          </a:p>
        </p:txBody>
      </p:sp>
      <p:sp>
        <p:nvSpPr>
          <p:cNvPr id="467" name="narrative-number">
            <a:extLst xmlns:a="http://schemas.openxmlformats.org/drawingml/2006/main">
              <a:ext uri="{FF2B5EF4-FFF2-40B4-BE49-F238E27FC236}">
                <a16:creationId xmlns:a16="http://schemas.microsoft.com/office/drawing/2014/main" id="{502D30AC-FD41-4972-A520-04C32D1E7C0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44</a:t>
            </a:r>
          </a:p>
        </p:txBody>
      </p:sp>
    </p:spTree>
    <p:extLst>
      <p:ext uri="{BB962C8B-B14F-4D97-AF65-F5344CB8AC3E}">
        <p14:creationId xmlns:p14="http://schemas.microsoft.com/office/powerpoint/2010/main" val="3019223367"/>
      </p:ext>
    </p:extLst>
  </p:cSld>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8" name="!!area-name">
            <a:extLst xmlns:a="http://schemas.openxmlformats.org/drawingml/2006/main">
              <a:ext uri="{FF2B5EF4-FFF2-40B4-BE49-F238E27FC236}">
                <a16:creationId xmlns:a16="http://schemas.microsoft.com/office/drawing/2014/main" id="{C1C4BEC2-FFEF-4426-A0F0-A8E4DE47632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486" name="mini-map"/>
          <p:cNvPicPr>
            <a:picLocks xmlns:a="http://schemas.openxmlformats.org/drawingml/2006/main" noChangeAspect="1"/>
          </p:cNvPicPr>
          <p:nvPr/>
        </p:nvPicPr>
        <p:blipFill>
          <a:blip xmlns:r="http://schemas.openxmlformats.org/officeDocument/2006/relationships" xmlns:a="http://schemas.openxmlformats.org/drawingml/2006/main" r:embed="R4c979155dd524ed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70" name="slide-title">
            <a:extLst xmlns:a="http://schemas.openxmlformats.org/drawingml/2006/main">
              <a:ext uri="{FF2B5EF4-FFF2-40B4-BE49-F238E27FC236}">
                <a16:creationId xmlns:a16="http://schemas.microsoft.com/office/drawing/2014/main" id="{7F5C8029-76C7-4424-98F4-C8EE2709FB2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471" name="header-divider">
            <a:extLst xmlns:a="http://schemas.openxmlformats.org/drawingml/2006/main">
              <a:ext uri="{FF2B5EF4-FFF2-40B4-BE49-F238E27FC236}">
                <a16:creationId xmlns:a16="http://schemas.microsoft.com/office/drawing/2014/main" id="{531F3FA8-CA9E-4CCE-AB9F-FDF8A7723DF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72" name="45-shape-1">
            <a:extLst xmlns:a="http://schemas.openxmlformats.org/drawingml/2006/main">
              <a:ext uri="{FF2B5EF4-FFF2-40B4-BE49-F238E27FC236}">
                <a16:creationId xmlns:a16="http://schemas.microsoft.com/office/drawing/2014/main" id="{37B571E1-70B7-4EE9-BE30-D72D7BCEACAC}"/>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73" name="45-text-2">
            <a:extLst xmlns:a="http://schemas.openxmlformats.org/drawingml/2006/main">
              <a:ext uri="{FF2B5EF4-FFF2-40B4-BE49-F238E27FC236}">
                <a16:creationId xmlns:a16="http://schemas.microsoft.com/office/drawing/2014/main" id="{06054CCB-859C-4D96-9B1E-AB6E4737B617}"/>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474" name="45-text-3">
            <a:extLst xmlns:a="http://schemas.openxmlformats.org/drawingml/2006/main">
              <a:ext uri="{FF2B5EF4-FFF2-40B4-BE49-F238E27FC236}">
                <a16:creationId xmlns:a16="http://schemas.microsoft.com/office/drawing/2014/main" id="{D33906AF-583B-4D95-B712-8D631AFCFED7}"/>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Choose one narrow task.</a:t>
            </a:r>
          </a:p>
        </p:txBody>
      </p:sp>
      <p:sp>
        <p:nvSpPr>
          <p:cNvPr id="475" name="45-shape-4">
            <a:extLst xmlns:a="http://schemas.openxmlformats.org/drawingml/2006/main">
              <a:ext uri="{FF2B5EF4-FFF2-40B4-BE49-F238E27FC236}">
                <a16:creationId xmlns:a16="http://schemas.microsoft.com/office/drawing/2014/main" id="{2003C38A-A4CE-4DB2-A245-E74EA2F51C16}"/>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76" name="45-text-5">
            <a:extLst xmlns:a="http://schemas.openxmlformats.org/drawingml/2006/main">
              <a:ext uri="{FF2B5EF4-FFF2-40B4-BE49-F238E27FC236}">
                <a16:creationId xmlns:a16="http://schemas.microsoft.com/office/drawing/2014/main" id="{C7FDB624-F948-426A-9B98-CA445AF02B29}"/>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477" name="45-text-6">
            <a:extLst xmlns:a="http://schemas.openxmlformats.org/drawingml/2006/main">
              <a:ext uri="{FF2B5EF4-FFF2-40B4-BE49-F238E27FC236}">
                <a16:creationId xmlns:a16="http://schemas.microsoft.com/office/drawing/2014/main" id="{6E1E4894-CA55-4D10-8E78-36C27DB1C4D1}"/>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one model call.</a:t>
            </a:r>
          </a:p>
        </p:txBody>
      </p:sp>
      <p:sp>
        <p:nvSpPr>
          <p:cNvPr id="478" name="45-shape-7">
            <a:extLst xmlns:a="http://schemas.openxmlformats.org/drawingml/2006/main">
              <a:ext uri="{FF2B5EF4-FFF2-40B4-BE49-F238E27FC236}">
                <a16:creationId xmlns:a16="http://schemas.microsoft.com/office/drawing/2014/main" id="{15062383-CF0C-486B-A3A9-94BE331BD284}"/>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79" name="45-text-8">
            <a:extLst xmlns:a="http://schemas.openxmlformats.org/drawingml/2006/main">
              <a:ext uri="{FF2B5EF4-FFF2-40B4-BE49-F238E27FC236}">
                <a16:creationId xmlns:a16="http://schemas.microsoft.com/office/drawing/2014/main" id="{127033C4-5710-4958-BC5D-9217F955AD24}"/>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480" name="45-text-9">
            <a:extLst xmlns:a="http://schemas.openxmlformats.org/drawingml/2006/main">
              <a:ext uri="{FF2B5EF4-FFF2-40B4-BE49-F238E27FC236}">
                <a16:creationId xmlns:a16="http://schemas.microsoft.com/office/drawing/2014/main" id="{53D095D8-A00A-4A59-8A5F-0DFE2561F7CF}"/>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Turn failures into checks.</a:t>
            </a:r>
          </a:p>
        </p:txBody>
      </p:sp>
      <p:sp>
        <p:nvSpPr>
          <p:cNvPr id="481" name="45-shape-10">
            <a:extLst xmlns:a="http://schemas.openxmlformats.org/drawingml/2006/main">
              <a:ext uri="{FF2B5EF4-FFF2-40B4-BE49-F238E27FC236}">
                <a16:creationId xmlns:a16="http://schemas.microsoft.com/office/drawing/2014/main" id="{0EA9FD50-0E53-4BBB-84A6-AD39BF80D0CC}"/>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82" name="45-text-11">
            <a:extLst xmlns:a="http://schemas.openxmlformats.org/drawingml/2006/main">
              <a:ext uri="{FF2B5EF4-FFF2-40B4-BE49-F238E27FC236}">
                <a16:creationId xmlns:a16="http://schemas.microsoft.com/office/drawing/2014/main" id="{AC006877-A403-4164-9231-A13866B939E7}"/>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483" name="45-text-12">
            <a:extLst xmlns:a="http://schemas.openxmlformats.org/drawingml/2006/main">
              <a:ext uri="{FF2B5EF4-FFF2-40B4-BE49-F238E27FC236}">
                <a16:creationId xmlns:a16="http://schemas.microsoft.com/office/drawing/2014/main" id="{EC4A2D50-7CDB-48B2-9638-7D0D2F36818D}"/>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when evals justify it.</a:t>
            </a:r>
          </a:p>
        </p:txBody>
      </p:sp>
      <p:sp>
        <p:nvSpPr>
          <p:cNvPr id="484" name="narrative-number">
            <a:extLst xmlns:a="http://schemas.openxmlformats.org/drawingml/2006/main">
              <a:ext uri="{FF2B5EF4-FFF2-40B4-BE49-F238E27FC236}">
                <a16:creationId xmlns:a16="http://schemas.microsoft.com/office/drawing/2014/main" id="{15E26E7B-10D1-46F3-A5FA-2E8EFCBEA7D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1669118367"/>
      </p:ext>
    </p:extLst>
  </p:cSld>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85" name="!!area-name">
            <a:extLst xmlns:a="http://schemas.openxmlformats.org/drawingml/2006/main">
              <a:ext uri="{FF2B5EF4-FFF2-40B4-BE49-F238E27FC236}">
                <a16:creationId xmlns:a16="http://schemas.microsoft.com/office/drawing/2014/main" id="{4FD008C5-8104-40C6-B3DE-ED25AC2CA06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495" name="mini-map"/>
          <p:cNvPicPr>
            <a:picLocks xmlns:a="http://schemas.openxmlformats.org/drawingml/2006/main" noChangeAspect="1"/>
          </p:cNvPicPr>
          <p:nvPr/>
        </p:nvPicPr>
        <p:blipFill>
          <a:blip xmlns:r="http://schemas.openxmlformats.org/officeDocument/2006/relationships" xmlns:a="http://schemas.openxmlformats.org/drawingml/2006/main" r:embed="R5c5707f7c5c44d8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87" name="slide-title">
            <a:extLst xmlns:a="http://schemas.openxmlformats.org/drawingml/2006/main">
              <a:ext uri="{FF2B5EF4-FFF2-40B4-BE49-F238E27FC236}">
                <a16:creationId xmlns:a16="http://schemas.microsoft.com/office/drawing/2014/main" id="{18E1B8A5-CCAA-4272-8365-44D4D4E62DB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488" name="header-divider">
            <a:extLst xmlns:a="http://schemas.openxmlformats.org/drawingml/2006/main">
              <a:ext uri="{FF2B5EF4-FFF2-40B4-BE49-F238E27FC236}">
                <a16:creationId xmlns:a16="http://schemas.microsoft.com/office/drawing/2014/main" id="{A93EACA5-4CA3-4831-AFB1-6BDDC69279B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89" name="45-text-13">
            <a:extLst xmlns:a="http://schemas.openxmlformats.org/drawingml/2006/main">
              <a:ext uri="{FF2B5EF4-FFF2-40B4-BE49-F238E27FC236}">
                <a16:creationId xmlns:a16="http://schemas.microsoft.com/office/drawing/2014/main" id="{DBC1CC88-7FFD-43AC-AA1A-C3CC051E8234}"/>
              </a:ext>
            </a:extLst>
          </p:cNvPr>
          <p:cNvSpPr>
            <a:spLocks xmlns:a="http://schemas.openxmlformats.org/drawingml/2006/main"/>
          </p:cNvSpPr>
          <p:nvPr/>
        </p:nvSpPr>
        <p:spPr>
          <a:xfrm xmlns:a="http://schemas.openxmlformats.org/drawingml/2006/main">
            <a:off x="609600" y="2438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Review 20 to 50 outputs for one task.</a:t>
            </a:r>
          </a:p>
        </p:txBody>
      </p:sp>
      <p:sp>
        <p:nvSpPr>
          <p:cNvPr id="490" name="45-text-14">
            <a:extLst xmlns:a="http://schemas.openxmlformats.org/drawingml/2006/main">
              <a:ext uri="{FF2B5EF4-FFF2-40B4-BE49-F238E27FC236}">
                <a16:creationId xmlns:a16="http://schemas.microsoft.com/office/drawing/2014/main" id="{78C7CBBF-96DC-4B0F-8B28-52C68BC2E715}"/>
              </a:ext>
            </a:extLst>
          </p:cNvPr>
          <p:cNvSpPr>
            <a:spLocks xmlns:a="http://schemas.openxmlformats.org/drawingml/2006/main"/>
          </p:cNvSpPr>
          <p:nvPr/>
        </p:nvSpPr>
        <p:spPr>
          <a:xfrm xmlns:a="http://schemas.openxmlformats.org/drawingml/2006/main">
            <a:off x="609600" y="3251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Record the input, observed behavior,</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expected behavior, and check.</a:t>
            </a:r>
          </a:p>
        </p:txBody>
      </p:sp>
      <p:sp>
        <p:nvSpPr>
          <p:cNvPr id="491" name="45-text-15">
            <a:extLst xmlns:a="http://schemas.openxmlformats.org/drawingml/2006/main">
              <a:ext uri="{FF2B5EF4-FFF2-40B4-BE49-F238E27FC236}">
                <a16:creationId xmlns:a16="http://schemas.microsoft.com/office/drawing/2014/main" id="{76A754FB-02A3-43F2-A61E-AAADE3B3F41E}"/>
              </a:ext>
            </a:extLst>
          </p:cNvPr>
          <p:cNvSpPr>
            <a:spLocks xmlns:a="http://schemas.openxmlformats.org/drawingml/2006/main"/>
          </p:cNvSpPr>
          <p:nvPr/>
        </p:nvSpPr>
        <p:spPr>
          <a:xfrm xmlns:a="http://schemas.openxmlformats.org/drawingml/2006/main">
            <a:off x="609600" y="4343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example. Use the same record for your task.</a:t>
            </a:r>
          </a:p>
        </p:txBody>
      </p:sp>
      <p:graphicFrame>
        <p:nvGraphicFramePr>
          <p:cNvPr id="501" name="45-table-16"/>
          <p:cNvGraphicFramePr/>
          <p:nvPr/>
        </p:nvGraphicFramePr>
        <p:xfrm>
          <a:off xmlns:a="http://schemas.openxmlformats.org/drawingml/2006/main" x="609600" y="4749800"/>
          <a:ext xmlns:a="http://schemas.openxmlformats.org/drawingml/2006/main" cx="10972800" cy="1371600"/>
        </p:xfrm>
        <a:graphic xmlns:a="http://schemas.openxmlformats.org/drawingml/2006/main">
          <a:graphicData uri="http://schemas.openxmlformats.org/drawingml/2006/table">
            <a:tbl>
              <a:tblPr firstRow="0" firstCol="0" lastCol="0" bandRow="0" bandCol="0"/>
              <a:tblGrid>
                <a:gridCol w="2743200"/>
                <a:gridCol w="2743200"/>
                <a:gridCol w="2743200"/>
                <a:gridCol w="2743200"/>
              </a:tblGrid>
              <a:tr h="406400">
                <a:tc>
                  <a:txBody>
                    <a:bodyPr>
                      <a:noAutofit/>
                    </a:bodyPr>
                    <a:lstStyle/>
                    <a:p>
                      <a:pPr>
                        <a:lnSpc>
                          <a:spcPct val="125000"/>
                        </a:lnSpc>
                        <a:buNone/>
                      </a:pPr>
                      <a:r>
                        <a:rPr sz="2000" b="1">
                          <a:solidFill>
                            <a:srgbClr val="01B66D"/>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Observed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Expected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Check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65200">
                <a:tc>
                  <a:txBody>
                    <a:bodyPr>
                      <a:noAutofit/>
                    </a:bodyPr>
                    <a:lstStyle/>
                    <a:p>
                      <a:pPr>
                        <a:lnSpc>
                          <a:spcPct val="125000"/>
                        </a:lnSpc>
                        <a:buNone/>
                      </a:pPr>
                      <a:r>
                        <a:rPr sz="2000" b="0">
                          <a:solidFill>
                            <a:srgbClr val="FFFCF5"/>
                          </a:solidFill>
                          <a:latin typeface="Helvetica"/>
                          <a:ea typeface="Helvetica"/>
                          <a:cs typeface="Helvetica"/>
                        </a:rPr>
                        <a:t>FRB-042</a:t>
                      </a:r>
                    </a:p>
                    <a:p>
                      <a:pPr>
                        <a:lnSpc>
                          <a:spcPct val="125000"/>
                        </a:lnSpc>
                        <a:buNone/>
                      </a:pPr>
                      <a:r>
                        <a:rPr sz="2000" b="0">
                          <a:solidFill>
                            <a:srgbClr val="FFFCF5"/>
                          </a:solidFill>
                          <a:latin typeface="Helvetica"/>
                          <a:ea typeface="Helvetica"/>
                          <a:cs typeface="Helvetica"/>
                        </a:rPr>
                        <a:t>summary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Bearing wear</a:t>
                      </a:r>
                    </a:p>
                    <a:p>
                      <a:pPr>
                        <a:lnSpc>
                          <a:spcPct val="125000"/>
                        </a:lnSpc>
                        <a:buNone/>
                      </a:pPr>
                      <a:r>
                        <a:rPr sz="2000" b="0">
                          <a:solidFill>
                            <a:srgbClr val="FFFCF5"/>
                          </a:solidFill>
                          <a:latin typeface="Helvetica"/>
                          <a:ea typeface="Helvetica"/>
                          <a:cs typeface="Helvetica"/>
                        </a:rPr>
                        <a:t>confirmed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Cause remains</a:t>
                      </a:r>
                    </a:p>
                    <a:p>
                      <a:pPr>
                        <a:lnSpc>
                          <a:spcPct val="125000"/>
                        </a:lnSpc>
                        <a:buNone/>
                      </a:pPr>
                      <a:r>
                        <a:rPr sz="2000" b="0">
                          <a:solidFill>
                            <a:srgbClr val="FFFCF5"/>
                          </a:solidFill>
                          <a:latin typeface="Helvetica"/>
                          <a:ea typeface="Helvetica"/>
                          <a:cs typeface="Helvetica"/>
                        </a:rPr>
                        <a:t>unresolved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Does the source</a:t>
                      </a:r>
                    </a:p>
                    <a:p>
                      <a:pPr>
                        <a:lnSpc>
                          <a:spcPct val="125000"/>
                        </a:lnSpc>
                        <a:buNone/>
                      </a:pPr>
                      <a:r>
                        <a:rPr sz="2000" b="0">
                          <a:solidFill>
                            <a:srgbClr val="FFFCF5"/>
                          </a:solidFill>
                          <a:latin typeface="Helvetica"/>
                          <a:ea typeface="Helvetica"/>
                          <a:cs typeface="Helvetica"/>
                        </a:rPr>
                        <a:t>support the claim?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93" name="narrative-number">
            <a:extLst xmlns:a="http://schemas.openxmlformats.org/drawingml/2006/main">
              <a:ext uri="{FF2B5EF4-FFF2-40B4-BE49-F238E27FC236}">
                <a16:creationId xmlns:a16="http://schemas.microsoft.com/office/drawing/2014/main" id="{F934F0E7-2C1A-4985-80E4-6E6F6BA0654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1772842217"/>
      </p:ext>
    </p:extLst>
  </p:cSld>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94" name="slide-title">
            <a:extLst xmlns:a="http://schemas.openxmlformats.org/drawingml/2006/main">
              <a:ext uri="{FF2B5EF4-FFF2-40B4-BE49-F238E27FC236}">
                <a16:creationId xmlns:a16="http://schemas.microsoft.com/office/drawing/2014/main" id="{0F37CC97-A637-4531-A840-1115D9176DD5}"/>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495" name="header-divider">
            <a:extLst xmlns:a="http://schemas.openxmlformats.org/drawingml/2006/main">
              <a:ext uri="{FF2B5EF4-FFF2-40B4-BE49-F238E27FC236}">
                <a16:creationId xmlns:a16="http://schemas.microsoft.com/office/drawing/2014/main" id="{81E7014B-9A84-4619-A77F-85CDFD6CF5F2}"/>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96" name="46-text-1">
            <a:extLst xmlns:a="http://schemas.openxmlformats.org/drawingml/2006/main">
              <a:ext uri="{FF2B5EF4-FFF2-40B4-BE49-F238E27FC236}">
                <a16:creationId xmlns:a16="http://schemas.microsoft.com/office/drawing/2014/main" id="{9403149C-64D3-4BC5-85E4-2DB44569A0D8}"/>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497" name="46-text-2">
            <a:extLst xmlns:a="http://schemas.openxmlformats.org/drawingml/2006/main">
              <a:ext uri="{FF2B5EF4-FFF2-40B4-BE49-F238E27FC236}">
                <a16:creationId xmlns:a16="http://schemas.microsoft.com/office/drawing/2014/main" id="{1BD57321-64CB-4A22-AC96-D77143BA562C}"/>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498" name="46-text-3">
            <a:extLst xmlns:a="http://schemas.openxmlformats.org/drawingml/2006/main">
              <a:ext uri="{FF2B5EF4-FFF2-40B4-BE49-F238E27FC236}">
                <a16:creationId xmlns:a16="http://schemas.microsoft.com/office/drawing/2014/main" id="{57E583C9-2830-47E4-B865-29F5AECCE5EB}"/>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499" name="46-text-4">
            <a:extLst xmlns:a="http://schemas.openxmlformats.org/drawingml/2006/main">
              <a:ext uri="{FF2B5EF4-FFF2-40B4-BE49-F238E27FC236}">
                <a16:creationId xmlns:a16="http://schemas.microsoft.com/office/drawing/2014/main" id="{6D32DBB7-2F84-4F77-A61E-54AD67E138F4}"/>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500" name="46-text-5">
            <a:extLst xmlns:a="http://schemas.openxmlformats.org/drawingml/2006/main">
              <a:ext uri="{FF2B5EF4-FFF2-40B4-BE49-F238E27FC236}">
                <a16:creationId xmlns:a16="http://schemas.microsoft.com/office/drawing/2014/main" id="{16ECEDA3-A3FE-4B33-8834-2C5EAAE6C1C7}"/>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501" name="46-text-6">
            <a:extLst xmlns:a="http://schemas.openxmlformats.org/drawingml/2006/main">
              <a:ext uri="{FF2B5EF4-FFF2-40B4-BE49-F238E27FC236}">
                <a16:creationId xmlns:a16="http://schemas.microsoft.com/office/drawing/2014/main" id="{C14065E2-51F3-4F32-AA18-88C556A3DA70}"/>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502" name="46-text-7">
            <a:extLst xmlns:a="http://schemas.openxmlformats.org/drawingml/2006/main">
              <a:ext uri="{FF2B5EF4-FFF2-40B4-BE49-F238E27FC236}">
                <a16:creationId xmlns:a16="http://schemas.microsoft.com/office/drawing/2014/main" id="{7BCC191C-ABC0-444A-AAAF-049A636E35A4}"/>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503" name="46-text-8">
            <a:extLst xmlns:a="http://schemas.openxmlformats.org/drawingml/2006/main">
              <a:ext uri="{FF2B5EF4-FFF2-40B4-BE49-F238E27FC236}">
                <a16:creationId xmlns:a16="http://schemas.microsoft.com/office/drawing/2014/main" id="{B79D0DAE-B7DE-4A3A-B25B-0F243A39566A}"/>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504" name="46-text-9">
            <a:extLst xmlns:a="http://schemas.openxmlformats.org/drawingml/2006/main">
              <a:ext uri="{FF2B5EF4-FFF2-40B4-BE49-F238E27FC236}">
                <a16:creationId xmlns:a16="http://schemas.microsoft.com/office/drawing/2014/main" id="{09AE80DC-E486-4AB7-B84D-797804DDF692}"/>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505" name="46-text-10">
            <a:extLst xmlns:a="http://schemas.openxmlformats.org/drawingml/2006/main">
              <a:ext uri="{FF2B5EF4-FFF2-40B4-BE49-F238E27FC236}">
                <a16:creationId xmlns:a16="http://schemas.microsoft.com/office/drawing/2014/main" id="{1DDEF6EC-3AE6-4A0A-967C-C0B81A9C1A91}"/>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506" name="46-text-11">
            <a:extLst xmlns:a="http://schemas.openxmlformats.org/drawingml/2006/main">
              <a:ext uri="{FF2B5EF4-FFF2-40B4-BE49-F238E27FC236}">
                <a16:creationId xmlns:a16="http://schemas.microsoft.com/office/drawing/2014/main" id="{C93AB143-81F6-4509-B99C-D2683EFBE21A}"/>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507" name="46-text-12">
            <a:extLst xmlns:a="http://schemas.openxmlformats.org/drawingml/2006/main">
              <a:ext uri="{FF2B5EF4-FFF2-40B4-BE49-F238E27FC236}">
                <a16:creationId xmlns:a16="http://schemas.microsoft.com/office/drawing/2014/main" id="{41E7F711-B8C1-4327-9A20-470AB56DFA29}"/>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
        <p:nvSpPr>
          <p:cNvPr id="508" name="narrative-number">
            <a:extLst xmlns:a="http://schemas.openxmlformats.org/drawingml/2006/main">
              <a:ext uri="{FF2B5EF4-FFF2-40B4-BE49-F238E27FC236}">
                <a16:creationId xmlns:a16="http://schemas.microsoft.com/office/drawing/2014/main" id="{E9BBC5BC-9504-435E-99B6-0B4CD66EE4D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46</a:t>
            </a:r>
          </a:p>
        </p:txBody>
      </p:sp>
    </p:spTree>
    <p:extLst>
      <p:ext uri="{BB962C8B-B14F-4D97-AF65-F5344CB8AC3E}">
        <p14:creationId xmlns:p14="http://schemas.microsoft.com/office/powerpoint/2010/main" val="2753134604"/>
      </p:ext>
    </p:extLst>
  </p:cSld>
</p:sld>
</file>

<file path=ppt/slides/slide5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09" name="47-text-1">
            <a:extLst xmlns:a="http://schemas.openxmlformats.org/drawingml/2006/main">
              <a:ext uri="{FF2B5EF4-FFF2-40B4-BE49-F238E27FC236}">
                <a16:creationId xmlns:a16="http://schemas.microsoft.com/office/drawing/2014/main" id="{850D356C-D088-4F93-9BA0-BEEA4F09A949}"/>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510" name="47-text-2">
            <a:extLst xmlns:a="http://schemas.openxmlformats.org/drawingml/2006/main">
              <a:ext uri="{FF2B5EF4-FFF2-40B4-BE49-F238E27FC236}">
                <a16:creationId xmlns:a16="http://schemas.microsoft.com/office/drawing/2014/main" id="{DF339FC0-80CC-475B-AC22-9D3DACDA9A90}"/>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511" name="47-text-3">
            <a:extLst xmlns:a="http://schemas.openxmlformats.org/drawingml/2006/main">
              <a:ext uri="{FF2B5EF4-FFF2-40B4-BE49-F238E27FC236}">
                <a16:creationId xmlns:a16="http://schemas.microsoft.com/office/drawing/2014/main" id="{E489A373-F7E7-432B-9283-EDB8A114B395}"/>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512" name="narrative-number">
            <a:extLst xmlns:a="http://schemas.openxmlformats.org/drawingml/2006/main">
              <a:ext uri="{FF2B5EF4-FFF2-40B4-BE49-F238E27FC236}">
                <a16:creationId xmlns:a16="http://schemas.microsoft.com/office/drawing/2014/main" id="{06258D93-F263-4FD2-A404-5001A88A410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47</a:t>
            </a:r>
          </a:p>
        </p:txBody>
      </p:sp>
    </p:spTree>
    <p:extLst>
      <p:ext uri="{BB962C8B-B14F-4D97-AF65-F5344CB8AC3E}">
        <p14:creationId xmlns:p14="http://schemas.microsoft.com/office/powerpoint/2010/main" val="269272290"/>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2026-09-16T15:59:49.9170000Z</dcterms:created>
  <dcterms:modified xsi:type="dcterms:W3CDTF">2026-09-16T15:59:49.9170000Z</dcterms:modified>
</coreProperties>
</file>