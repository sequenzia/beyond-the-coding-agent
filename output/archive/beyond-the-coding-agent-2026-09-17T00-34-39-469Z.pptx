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0190b7d31841a1" /><Relationship Type="http://schemas.openxmlformats.org/officeDocument/2006/relationships/extended-properties" Target="/docProps/app.xml" Id="R2725be9a08624404" /><Relationship Type="http://schemas.openxmlformats.org/officeDocument/2006/relationships/officeDocument" Target="/ppt/presentation.xml" Id="R703c179cb3a44cda"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c5f7b9e593444a53"/>
    <p:sldMasterId xmlns:r="http://schemas.openxmlformats.org/officeDocument/2006/relationships" id="2147483650" r:id="Rfaf60dbf0b6c40a1"/>
  </p:sldMasterIdLst>
  <p:notesMasterIdLst>
    <p:notesMasterId xmlns:r="http://schemas.openxmlformats.org/officeDocument/2006/relationships" r:id="Rea5c5798ded94fd3"/>
  </p:notesMasterIdLst>
  <p:sldIdLst>
    <p:sldId xmlns:r="http://schemas.openxmlformats.org/officeDocument/2006/relationships" id="256" r:id="Ra3ac8b7d32184fd6"/>
    <p:sldId xmlns:r="http://schemas.openxmlformats.org/officeDocument/2006/relationships" id="257" r:id="R411a010b25954efb"/>
    <p:sldId xmlns:r="http://schemas.openxmlformats.org/officeDocument/2006/relationships" id="258" r:id="Re77cf346fe5c4473"/>
    <p:sldId xmlns:r="http://schemas.openxmlformats.org/officeDocument/2006/relationships" id="259" r:id="R1850390800034ffd"/>
    <p:sldId xmlns:r="http://schemas.openxmlformats.org/officeDocument/2006/relationships" id="260" r:id="Rf954aafe8d4a48b4"/>
    <p:sldId xmlns:r="http://schemas.openxmlformats.org/officeDocument/2006/relationships" id="261" r:id="Rb9c6348aa32940c6"/>
    <p:sldId xmlns:r="http://schemas.openxmlformats.org/officeDocument/2006/relationships" id="262" r:id="R54b1b27b30754ab4"/>
    <p:sldId xmlns:r="http://schemas.openxmlformats.org/officeDocument/2006/relationships" id="263" r:id="R6790bef31298473f"/>
    <p:sldId xmlns:r="http://schemas.openxmlformats.org/officeDocument/2006/relationships" id="264" r:id="Rabdfaf1968ab4a1a"/>
    <p:sldId xmlns:r="http://schemas.openxmlformats.org/officeDocument/2006/relationships" id="265" r:id="R43dae405f5224772"/>
    <p:sldId xmlns:r="http://schemas.openxmlformats.org/officeDocument/2006/relationships" id="266" r:id="R3a42358767da4be3"/>
    <p:sldId xmlns:r="http://schemas.openxmlformats.org/officeDocument/2006/relationships" id="267" r:id="R30d1b065deb14651"/>
    <p:sldId xmlns:r="http://schemas.openxmlformats.org/officeDocument/2006/relationships" id="268" r:id="R0786cc4c1e354294"/>
    <p:sldId xmlns:r="http://schemas.openxmlformats.org/officeDocument/2006/relationships" id="269" r:id="Ra098621f935343ba"/>
    <p:sldId xmlns:r="http://schemas.openxmlformats.org/officeDocument/2006/relationships" id="270" r:id="R20b946904fa54624"/>
    <p:sldId xmlns:r="http://schemas.openxmlformats.org/officeDocument/2006/relationships" id="271" r:id="R11b637659e8f47c4"/>
    <p:sldId xmlns:r="http://schemas.openxmlformats.org/officeDocument/2006/relationships" id="272" r:id="Re83fe5921a5e427b"/>
    <p:sldId xmlns:r="http://schemas.openxmlformats.org/officeDocument/2006/relationships" id="273" r:id="R2b2356d44d6e44fe"/>
    <p:sldId xmlns:r="http://schemas.openxmlformats.org/officeDocument/2006/relationships" id="274" r:id="R9e8d1b1d23f243f4"/>
    <p:sldId xmlns:r="http://schemas.openxmlformats.org/officeDocument/2006/relationships" id="275" r:id="R9cb30439f21c4e3b"/>
    <p:sldId xmlns:r="http://schemas.openxmlformats.org/officeDocument/2006/relationships" id="276" r:id="R74d961e0f6764be6"/>
    <p:sldId xmlns:r="http://schemas.openxmlformats.org/officeDocument/2006/relationships" id="277" r:id="Reeba01eecdbb497b"/>
    <p:sldId xmlns:r="http://schemas.openxmlformats.org/officeDocument/2006/relationships" id="278" r:id="Rde750a38a6ff4bde"/>
    <p:sldId xmlns:r="http://schemas.openxmlformats.org/officeDocument/2006/relationships" id="279" r:id="R58c46dd6947349c9"/>
    <p:sldId xmlns:r="http://schemas.openxmlformats.org/officeDocument/2006/relationships" id="280" r:id="R79991c61ce5f4aed"/>
    <p:sldId xmlns:r="http://schemas.openxmlformats.org/officeDocument/2006/relationships" id="281" r:id="Rd0603831f46b416c"/>
    <p:sldId xmlns:r="http://schemas.openxmlformats.org/officeDocument/2006/relationships" id="282" r:id="Rc8774b552f124877"/>
    <p:sldId xmlns:r="http://schemas.openxmlformats.org/officeDocument/2006/relationships" id="283" r:id="R689bc1074ed5463a"/>
    <p:sldId xmlns:r="http://schemas.openxmlformats.org/officeDocument/2006/relationships" id="284" r:id="R8d13ee69e4494500"/>
    <p:sldId xmlns:r="http://schemas.openxmlformats.org/officeDocument/2006/relationships" id="285" r:id="Rb9dcba9aa8d34ec7"/>
    <p:sldId xmlns:r="http://schemas.openxmlformats.org/officeDocument/2006/relationships" id="286" r:id="Redfc6a1fc9ce4752"/>
    <p:sldId xmlns:r="http://schemas.openxmlformats.org/officeDocument/2006/relationships" id="287" r:id="Ra75432a225ac4357"/>
    <p:sldId xmlns:r="http://schemas.openxmlformats.org/officeDocument/2006/relationships" id="288" r:id="R3ae448c85e134996"/>
    <p:sldId xmlns:r="http://schemas.openxmlformats.org/officeDocument/2006/relationships" id="289" r:id="Rc38edf797234445c"/>
    <p:sldId xmlns:r="http://schemas.openxmlformats.org/officeDocument/2006/relationships" id="290" r:id="Rfc68d44968cf4792"/>
    <p:sldId xmlns:r="http://schemas.openxmlformats.org/officeDocument/2006/relationships" id="291" r:id="Rde572f7046da4db3"/>
    <p:sldId xmlns:r="http://schemas.openxmlformats.org/officeDocument/2006/relationships" id="292" r:id="Rb3176c67b8a2472e"/>
    <p:sldId xmlns:r="http://schemas.openxmlformats.org/officeDocument/2006/relationships" id="293" r:id="R05ac817e0f744c1a"/>
    <p:sldId xmlns:r="http://schemas.openxmlformats.org/officeDocument/2006/relationships" id="294" r:id="Rb3436ff5fd064a63"/>
    <p:sldId xmlns:r="http://schemas.openxmlformats.org/officeDocument/2006/relationships" id="295" r:id="R089470b4eaf14f63"/>
    <p:sldId xmlns:r="http://schemas.openxmlformats.org/officeDocument/2006/relationships" id="296" r:id="R61b254c97aab416a"/>
    <p:sldId xmlns:r="http://schemas.openxmlformats.org/officeDocument/2006/relationships" id="297" r:id="R958c4512784a4646"/>
    <p:sldId xmlns:r="http://schemas.openxmlformats.org/officeDocument/2006/relationships" id="298" r:id="R2d575973d5fb4b6e"/>
    <p:sldId xmlns:r="http://schemas.openxmlformats.org/officeDocument/2006/relationships" id="299" r:id="R046a0785ebc443cb"/>
    <p:sldId xmlns:r="http://schemas.openxmlformats.org/officeDocument/2006/relationships" id="300" r:id="Rde61ce1a8d3842b4"/>
    <p:sldId xmlns:r="http://schemas.openxmlformats.org/officeDocument/2006/relationships" id="301" r:id="R89a2c9ddb47a4420"/>
    <p:sldId xmlns:r="http://schemas.openxmlformats.org/officeDocument/2006/relationships" id="302" r:id="R70e47184073d416d"/>
    <p:sldId xmlns:r="http://schemas.openxmlformats.org/officeDocument/2006/relationships" id="303" r:id="R888dc0148e2342b3"/>
    <p:sldId xmlns:r="http://schemas.openxmlformats.org/officeDocument/2006/relationships" id="304" r:id="R346c74b6e69b487a"/>
    <p:sldId xmlns:r="http://schemas.openxmlformats.org/officeDocument/2006/relationships" id="305" r:id="R72c843f08bd8441f"/>
    <p:sldId xmlns:r="http://schemas.openxmlformats.org/officeDocument/2006/relationships" id="306" r:id="R2938b1aeb3364ae4"/>
    <p:sldId xmlns:r="http://schemas.openxmlformats.org/officeDocument/2006/relationships" id="307" r:id="R60b1e1cdc2714bae"/>
    <p:sldId xmlns:r="http://schemas.openxmlformats.org/officeDocument/2006/relationships" id="308" r:id="R9c2f48cf167f4a8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bea374c60f41d5" /><Relationship Type="http://schemas.openxmlformats.org/officeDocument/2006/relationships/slideMaster" Target="/ppt/slideMasters/slideMaster1.xml" Id="Rc5f7b9e593444a53" /><Relationship Type="http://schemas.openxmlformats.org/officeDocument/2006/relationships/slideMaster" Target="/ppt/slideMasters/slideMaster2.xml" Id="Rfaf60dbf0b6c40a1" /><Relationship Type="http://schemas.openxmlformats.org/officeDocument/2006/relationships/notesMaster" Target="/ppt/notesMasters/notesMaster1.xml" Id="Rea5c5798ded94fd3" /><Relationship Type="http://schemas.openxmlformats.org/officeDocument/2006/relationships/presProps" Target="/ppt/presProps.xml" Id="R363843ac86564c17" /><Relationship Type="http://schemas.openxmlformats.org/officeDocument/2006/relationships/tableStyles" Target="/ppt/tableStyles.xml" Id="Ra1a84d88cd02466a" /><Relationship Type="http://schemas.openxmlformats.org/officeDocument/2006/relationships/slide" Target="/ppt/slides/slide1.xml" Id="Ra3ac8b7d32184fd6" /><Relationship Type="http://schemas.openxmlformats.org/officeDocument/2006/relationships/slide" Target="/ppt/slides/slide2.xml" Id="R411a010b25954efb" /><Relationship Type="http://schemas.openxmlformats.org/officeDocument/2006/relationships/slide" Target="/ppt/slides/slide3.xml" Id="Re77cf346fe5c4473" /><Relationship Type="http://schemas.openxmlformats.org/officeDocument/2006/relationships/slide" Target="/ppt/slides/slide4.xml" Id="R1850390800034ffd" /><Relationship Type="http://schemas.openxmlformats.org/officeDocument/2006/relationships/slide" Target="/ppt/slides/slide5.xml" Id="Rf954aafe8d4a48b4" /><Relationship Type="http://schemas.openxmlformats.org/officeDocument/2006/relationships/slide" Target="/ppt/slides/slide6.xml" Id="Rb9c6348aa32940c6" /><Relationship Type="http://schemas.openxmlformats.org/officeDocument/2006/relationships/slide" Target="/ppt/slides/slide7.xml" Id="R54b1b27b30754ab4" /><Relationship Type="http://schemas.openxmlformats.org/officeDocument/2006/relationships/slide" Target="/ppt/slides/slide8.xml" Id="R6790bef31298473f" /><Relationship Type="http://schemas.openxmlformats.org/officeDocument/2006/relationships/slide" Target="/ppt/slides/slide9.xml" Id="Rabdfaf1968ab4a1a" /><Relationship Type="http://schemas.openxmlformats.org/officeDocument/2006/relationships/slide" Target="/ppt/slides/slide10.xml" Id="R43dae405f5224772" /><Relationship Type="http://schemas.openxmlformats.org/officeDocument/2006/relationships/slide" Target="/ppt/slides/slide11.xml" Id="R3a42358767da4be3" /><Relationship Type="http://schemas.openxmlformats.org/officeDocument/2006/relationships/slide" Target="/ppt/slides/slide12.xml" Id="R30d1b065deb14651" /><Relationship Type="http://schemas.openxmlformats.org/officeDocument/2006/relationships/slide" Target="/ppt/slides/slide13.xml" Id="R0786cc4c1e354294" /><Relationship Type="http://schemas.openxmlformats.org/officeDocument/2006/relationships/slide" Target="/ppt/slides/slide14.xml" Id="Ra098621f935343ba" /><Relationship Type="http://schemas.openxmlformats.org/officeDocument/2006/relationships/slide" Target="/ppt/slides/slide15.xml" Id="R20b946904fa54624" /><Relationship Type="http://schemas.openxmlformats.org/officeDocument/2006/relationships/slide" Target="/ppt/slides/slide16.xml" Id="R11b637659e8f47c4" /><Relationship Type="http://schemas.openxmlformats.org/officeDocument/2006/relationships/slide" Target="/ppt/slides/slide17.xml" Id="Re83fe5921a5e427b" /><Relationship Type="http://schemas.openxmlformats.org/officeDocument/2006/relationships/slide" Target="/ppt/slides/slide18.xml" Id="R2b2356d44d6e44fe" /><Relationship Type="http://schemas.openxmlformats.org/officeDocument/2006/relationships/slide" Target="/ppt/slides/slide19.xml" Id="R9e8d1b1d23f243f4" /><Relationship Type="http://schemas.openxmlformats.org/officeDocument/2006/relationships/slide" Target="/ppt/slides/slide20.xml" Id="R9cb30439f21c4e3b" /><Relationship Type="http://schemas.openxmlformats.org/officeDocument/2006/relationships/slide" Target="/ppt/slides/slide21.xml" Id="R74d961e0f6764be6" /><Relationship Type="http://schemas.openxmlformats.org/officeDocument/2006/relationships/slide" Target="/ppt/slides/slide22.xml" Id="Reeba01eecdbb497b" /><Relationship Type="http://schemas.openxmlformats.org/officeDocument/2006/relationships/slide" Target="/ppt/slides/slide23.xml" Id="Rde750a38a6ff4bde" /><Relationship Type="http://schemas.openxmlformats.org/officeDocument/2006/relationships/slide" Target="/ppt/slides/slide24.xml" Id="R58c46dd6947349c9" /><Relationship Type="http://schemas.openxmlformats.org/officeDocument/2006/relationships/slide" Target="/ppt/slides/slide25.xml" Id="R79991c61ce5f4aed" /><Relationship Type="http://schemas.openxmlformats.org/officeDocument/2006/relationships/slide" Target="/ppt/slides/slide26.xml" Id="Rd0603831f46b416c" /><Relationship Type="http://schemas.openxmlformats.org/officeDocument/2006/relationships/slide" Target="/ppt/slides/slide27.xml" Id="Rc8774b552f124877" /><Relationship Type="http://schemas.openxmlformats.org/officeDocument/2006/relationships/slide" Target="/ppt/slides/slide28.xml" Id="R689bc1074ed5463a" /><Relationship Type="http://schemas.openxmlformats.org/officeDocument/2006/relationships/slide" Target="/ppt/slides/slide29.xml" Id="R8d13ee69e4494500" /><Relationship Type="http://schemas.openxmlformats.org/officeDocument/2006/relationships/slide" Target="/ppt/slides/slide30.xml" Id="Rb9dcba9aa8d34ec7" /><Relationship Type="http://schemas.openxmlformats.org/officeDocument/2006/relationships/slide" Target="/ppt/slides/slide31.xml" Id="Redfc6a1fc9ce4752" /><Relationship Type="http://schemas.openxmlformats.org/officeDocument/2006/relationships/slide" Target="/ppt/slides/slide32.xml" Id="Ra75432a225ac4357" /><Relationship Type="http://schemas.openxmlformats.org/officeDocument/2006/relationships/slide" Target="/ppt/slides/slide33.xml" Id="R3ae448c85e134996" /><Relationship Type="http://schemas.openxmlformats.org/officeDocument/2006/relationships/slide" Target="/ppt/slides/slide34.xml" Id="Rc38edf797234445c" /><Relationship Type="http://schemas.openxmlformats.org/officeDocument/2006/relationships/slide" Target="/ppt/slides/slide35.xml" Id="Rfc68d44968cf4792" /><Relationship Type="http://schemas.openxmlformats.org/officeDocument/2006/relationships/slide" Target="/ppt/slides/slide36.xml" Id="Rde572f7046da4db3" /><Relationship Type="http://schemas.openxmlformats.org/officeDocument/2006/relationships/slide" Target="/ppt/slides/slide37.xml" Id="Rb3176c67b8a2472e" /><Relationship Type="http://schemas.openxmlformats.org/officeDocument/2006/relationships/slide" Target="/ppt/slides/slide38.xml" Id="R05ac817e0f744c1a" /><Relationship Type="http://schemas.openxmlformats.org/officeDocument/2006/relationships/slide" Target="/ppt/slides/slide39.xml" Id="Rb3436ff5fd064a63" /><Relationship Type="http://schemas.openxmlformats.org/officeDocument/2006/relationships/slide" Target="/ppt/slides/slide40.xml" Id="R089470b4eaf14f63" /><Relationship Type="http://schemas.openxmlformats.org/officeDocument/2006/relationships/slide" Target="/ppt/slides/slide41.xml" Id="R61b254c97aab416a" /><Relationship Type="http://schemas.openxmlformats.org/officeDocument/2006/relationships/slide" Target="/ppt/slides/slide42.xml" Id="R958c4512784a4646" /><Relationship Type="http://schemas.openxmlformats.org/officeDocument/2006/relationships/slide" Target="/ppt/slides/slide43.xml" Id="R2d575973d5fb4b6e" /><Relationship Type="http://schemas.openxmlformats.org/officeDocument/2006/relationships/slide" Target="/ppt/slides/slide44.xml" Id="R046a0785ebc443cb" /><Relationship Type="http://schemas.openxmlformats.org/officeDocument/2006/relationships/slide" Target="/ppt/slides/slide45.xml" Id="Rde61ce1a8d3842b4" /><Relationship Type="http://schemas.openxmlformats.org/officeDocument/2006/relationships/slide" Target="/ppt/slides/slide46.xml" Id="R89a2c9ddb47a4420" /><Relationship Type="http://schemas.openxmlformats.org/officeDocument/2006/relationships/slide" Target="/ppt/slides/slide47.xml" Id="R70e47184073d416d" /><Relationship Type="http://schemas.openxmlformats.org/officeDocument/2006/relationships/slide" Target="/ppt/slides/slide48.xml" Id="R888dc0148e2342b3" /><Relationship Type="http://schemas.openxmlformats.org/officeDocument/2006/relationships/slide" Target="/ppt/slides/slide49.xml" Id="R346c74b6e69b487a" /><Relationship Type="http://schemas.openxmlformats.org/officeDocument/2006/relationships/slide" Target="/ppt/slides/slide50.xml" Id="R72c843f08bd8441f" /><Relationship Type="http://schemas.openxmlformats.org/officeDocument/2006/relationships/slide" Target="/ppt/slides/slide51.xml" Id="R2938b1aeb3364ae4" /><Relationship Type="http://schemas.openxmlformats.org/officeDocument/2006/relationships/slide" Target="/ppt/slides/slide52.xml" Id="R60b1e1cdc2714bae" /><Relationship Type="http://schemas.openxmlformats.org/officeDocument/2006/relationships/slide" Target="/ppt/slides/slide53.xml" Id="R9c2f48cf167f4a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b99f82c72d144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53ba213245417c" /><Relationship Type="http://schemas.openxmlformats.org/officeDocument/2006/relationships/notesMaster" Target="/ppt/notesMasters/notesMaster1.xml" Id="R91ec75c4d78d47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634680cf48457e" /><Relationship Type="http://schemas.openxmlformats.org/officeDocument/2006/relationships/notesMaster" Target="/ppt/notesMasters/notesMaster1.xml" Id="R952288ea770e49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28a1024f5e48f2" /><Relationship Type="http://schemas.openxmlformats.org/officeDocument/2006/relationships/notesMaster" Target="/ppt/notesMasters/notesMaster1.xml" Id="R42c215ccf35d43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df98282eee4002" /><Relationship Type="http://schemas.openxmlformats.org/officeDocument/2006/relationships/notesMaster" Target="/ppt/notesMasters/notesMaster1.xml" Id="Rbac8d13c36da4a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fcad9d69d049e5" /><Relationship Type="http://schemas.openxmlformats.org/officeDocument/2006/relationships/notesMaster" Target="/ppt/notesMasters/notesMaster1.xml" Id="R4240a8125ec1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c1369c34bb4af6" /><Relationship Type="http://schemas.openxmlformats.org/officeDocument/2006/relationships/notesMaster" Target="/ppt/notesMasters/notesMaster1.xml" Id="Rc1aec7b8d1094d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79279356014d50" /><Relationship Type="http://schemas.openxmlformats.org/officeDocument/2006/relationships/notesMaster" Target="/ppt/notesMasters/notesMaster1.xml" Id="Rf2da6247fb1f4d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699608a4074ea4" /><Relationship Type="http://schemas.openxmlformats.org/officeDocument/2006/relationships/notesMaster" Target="/ppt/notesMasters/notesMaster1.xml" Id="R4d39e6987f894f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2bf2e4ac0943e7" /><Relationship Type="http://schemas.openxmlformats.org/officeDocument/2006/relationships/notesMaster" Target="/ppt/notesMasters/notesMaster1.xml" Id="R8038351dd08d4c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28bce113e24eb3" /><Relationship Type="http://schemas.openxmlformats.org/officeDocument/2006/relationships/notesMaster" Target="/ppt/notesMasters/notesMaster1.xml" Id="R037c5649db8a45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d4a36306ce4dc4" /><Relationship Type="http://schemas.openxmlformats.org/officeDocument/2006/relationships/notesMaster" Target="/ppt/notesMasters/notesMaster1.xml" Id="R466afaf2b11a46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c5ee47cd9242b6" /><Relationship Type="http://schemas.openxmlformats.org/officeDocument/2006/relationships/notesMaster" Target="/ppt/notesMasters/notesMaster1.xml" Id="Rc3be80dd347448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4918afe16140cb" /><Relationship Type="http://schemas.openxmlformats.org/officeDocument/2006/relationships/notesMaster" Target="/ppt/notesMasters/notesMaster1.xml" Id="R0952b382997146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54f8f59cd04a1b" /><Relationship Type="http://schemas.openxmlformats.org/officeDocument/2006/relationships/notesMaster" Target="/ppt/notesMasters/notesMaster1.xml" Id="R814752a6220548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760f76e29d4d2b" /><Relationship Type="http://schemas.openxmlformats.org/officeDocument/2006/relationships/notesMaster" Target="/ppt/notesMasters/notesMaster1.xml" Id="R128d616c227c41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10949dff2e4774" /><Relationship Type="http://schemas.openxmlformats.org/officeDocument/2006/relationships/notesMaster" Target="/ppt/notesMasters/notesMaster1.xml" Id="Rae7b49f9897f4c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5edbb5cd344068" /><Relationship Type="http://schemas.openxmlformats.org/officeDocument/2006/relationships/notesMaster" Target="/ppt/notesMasters/notesMaster1.xml" Id="R9548c314ead640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5d2d623b3f4610" /><Relationship Type="http://schemas.openxmlformats.org/officeDocument/2006/relationships/notesMaster" Target="/ppt/notesMasters/notesMaster1.xml" Id="R3ce490d7869b4a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dcc5ee58754b40" /><Relationship Type="http://schemas.openxmlformats.org/officeDocument/2006/relationships/notesMaster" Target="/ppt/notesMasters/notesMaster1.xml" Id="R66466aa0cd944b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25f4348b744e90" /><Relationship Type="http://schemas.openxmlformats.org/officeDocument/2006/relationships/notesMaster" Target="/ppt/notesMasters/notesMaster1.xml" Id="Ra56db34a916e4c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e74f9177ad4e42" /><Relationship Type="http://schemas.openxmlformats.org/officeDocument/2006/relationships/notesMaster" Target="/ppt/notesMasters/notesMaster1.xml" Id="R32b32e5517d54d2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8f1f49306b4a38" /><Relationship Type="http://schemas.openxmlformats.org/officeDocument/2006/relationships/notesMaster" Target="/ppt/notesMasters/notesMaster1.xml" Id="R68783a9edc2b4de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25a5d58fa9d4c17" /><Relationship Type="http://schemas.openxmlformats.org/officeDocument/2006/relationships/notesMaster" Target="/ppt/notesMasters/notesMaster1.xml" Id="R66b6ae2965794c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75507f45d84b5e" /><Relationship Type="http://schemas.openxmlformats.org/officeDocument/2006/relationships/notesMaster" Target="/ppt/notesMasters/notesMaster1.xml" Id="R7820d627b8e14f8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814f7af28d47ae" /><Relationship Type="http://schemas.openxmlformats.org/officeDocument/2006/relationships/notesMaster" Target="/ppt/notesMasters/notesMaster1.xml" Id="R97edcfa832ae47e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039dc3022014b1f" /><Relationship Type="http://schemas.openxmlformats.org/officeDocument/2006/relationships/notesMaster" Target="/ppt/notesMasters/notesMaster1.xml" Id="Re95332d58b8148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e9b58ce26d4c0b" /><Relationship Type="http://schemas.openxmlformats.org/officeDocument/2006/relationships/notesMaster" Target="/ppt/notesMasters/notesMaster1.xml" Id="R9b3a3028a8074ae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144c21f6774d21" /><Relationship Type="http://schemas.openxmlformats.org/officeDocument/2006/relationships/notesMaster" Target="/ppt/notesMasters/notesMaster1.xml" Id="R7fbe2c41843c46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a34bdd6cb04830" /><Relationship Type="http://schemas.openxmlformats.org/officeDocument/2006/relationships/notesMaster" Target="/ppt/notesMasters/notesMaster1.xml" Id="R48ecd3663c35406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403ca16896419b" /><Relationship Type="http://schemas.openxmlformats.org/officeDocument/2006/relationships/notesMaster" Target="/ppt/notesMasters/notesMaster1.xml" Id="Re27d4d03164b401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9203182a1fc4a34" /><Relationship Type="http://schemas.openxmlformats.org/officeDocument/2006/relationships/notesMaster" Target="/ppt/notesMasters/notesMaster1.xml" Id="R35b4e2eaacf2409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7cb864a51014fe2" /><Relationship Type="http://schemas.openxmlformats.org/officeDocument/2006/relationships/notesMaster" Target="/ppt/notesMasters/notesMaster1.xml" Id="Rd004bb6ea3be43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7f49250934f4c00" /><Relationship Type="http://schemas.openxmlformats.org/officeDocument/2006/relationships/notesMaster" Target="/ppt/notesMasters/notesMaster1.xml" Id="R1a1aa057e2d043c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cefa2ba90fc49cb" /><Relationship Type="http://schemas.openxmlformats.org/officeDocument/2006/relationships/notesMaster" Target="/ppt/notesMasters/notesMaster1.xml" Id="R2c2e0f534e80467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34efd044bc84b21" /><Relationship Type="http://schemas.openxmlformats.org/officeDocument/2006/relationships/notesMaster" Target="/ppt/notesMasters/notesMaster1.xml" Id="Rc0df1e066def4db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fc2f7c6e7c34102" /><Relationship Type="http://schemas.openxmlformats.org/officeDocument/2006/relationships/notesMaster" Target="/ppt/notesMasters/notesMaster1.xml" Id="R6993631fb6d846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d4c0a550b1c494d" /><Relationship Type="http://schemas.openxmlformats.org/officeDocument/2006/relationships/notesMaster" Target="/ppt/notesMasters/notesMaster1.xml" Id="Rd7a02973dbda414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33dec8ca6094391" /><Relationship Type="http://schemas.openxmlformats.org/officeDocument/2006/relationships/notesMaster" Target="/ppt/notesMasters/notesMaster1.xml" Id="Rdfcb5e7148b244d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2463f085d074d6d" /><Relationship Type="http://schemas.openxmlformats.org/officeDocument/2006/relationships/notesMaster" Target="/ppt/notesMasters/notesMaster1.xml" Id="R4c2cdc9b20344fc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b1a99b480a4145" /><Relationship Type="http://schemas.openxmlformats.org/officeDocument/2006/relationships/notesMaster" Target="/ppt/notesMasters/notesMaster1.xml" Id="R1b4399578367410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c2417f7813d415e" /><Relationship Type="http://schemas.openxmlformats.org/officeDocument/2006/relationships/notesMaster" Target="/ppt/notesMasters/notesMaster1.xml" Id="R83a1ae8569b34d6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5e19fc9dce9435f" /><Relationship Type="http://schemas.openxmlformats.org/officeDocument/2006/relationships/notesMaster" Target="/ppt/notesMasters/notesMaster1.xml" Id="R9d0caf1f1797434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a61757b344b40c8" /><Relationship Type="http://schemas.openxmlformats.org/officeDocument/2006/relationships/notesMaster" Target="/ppt/notesMasters/notesMaster1.xml" Id="Racf995e072254be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5d76efa7045494a" /><Relationship Type="http://schemas.openxmlformats.org/officeDocument/2006/relationships/notesMaster" Target="/ppt/notesMasters/notesMaster1.xml" Id="Rca762447bff4431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1bf7034c57d414d" /><Relationship Type="http://schemas.openxmlformats.org/officeDocument/2006/relationships/notesMaster" Target="/ppt/notesMasters/notesMaster1.xml" Id="R5cf098d1ccfc413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5060fe777154329" /><Relationship Type="http://schemas.openxmlformats.org/officeDocument/2006/relationships/notesMaster" Target="/ppt/notesMasters/notesMaster1.xml" Id="R7b437bea9fa0468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a79ebc495f4426a" /><Relationship Type="http://schemas.openxmlformats.org/officeDocument/2006/relationships/notesMaster" Target="/ppt/notesMasters/notesMaster1.xml" Id="R349e73f158fd4f8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db03c6a61ee4504" /><Relationship Type="http://schemas.openxmlformats.org/officeDocument/2006/relationships/notesMaster" Target="/ppt/notesMasters/notesMaster1.xml" Id="Ree5c7844623441a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3fa6ad5cccd49ff" /><Relationship Type="http://schemas.openxmlformats.org/officeDocument/2006/relationships/notesMaster" Target="/ppt/notesMasters/notesMaster1.xml" Id="R937a9383d604423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95e43f3cba848e7" /><Relationship Type="http://schemas.openxmlformats.org/officeDocument/2006/relationships/notesMaster" Target="/ppt/notesMasters/notesMaster1.xml" Id="Rb2b517f5e0994ef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4f2671e5b97448b" /><Relationship Type="http://schemas.openxmlformats.org/officeDocument/2006/relationships/notesMaster" Target="/ppt/notesMasters/notesMaster1.xml" Id="R193ecb4c8f12480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6c984f4b15c4f45" /><Relationship Type="http://schemas.openxmlformats.org/officeDocument/2006/relationships/notesMaster" Target="/ppt/notesMasters/notesMaster1.xml" Id="Rc62fb2c87774492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9a8b4361f9342ef" /><Relationship Type="http://schemas.openxmlformats.org/officeDocument/2006/relationships/notesMaster" Target="/ppt/notesMasters/notesMaster1.xml" Id="Raa50472280ed44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means operating an agentic system across many runs and releases.</a:t>
            </a:r>
            <a:r>
              <a:rPr b="0"/>
              <a:t> We need evidence that connects its behavior to the configuration in use.</a:t>
            </a:r>
          </a:p>
          <a:p xmlns:a="http://schemas.openxmlformats.org/drawingml/2006/main">
            <a:r>
              <a:t/>
            </a:r>
          </a:p>
          <a:p xmlns:a="http://schemas.openxmlformats.org/drawingml/2006/main">
            <a:r>
              <a:rPr b="0"/>
              <a:t>A trace records what happened during a task: retrieval, model calls, tool use, and checks. Each recorded operation is a span. This captures observable activity, not the model’s private reasoning.</a:t>
            </a:r>
          </a:p>
          <a:p xmlns:a="http://schemas.openxmlformats.org/drawingml/2006/main">
            <a:r>
              <a:t/>
            </a:r>
          </a:p>
          <a:p xmlns:a="http://schemas.openxmlformats.org/drawingml/2006/main">
            <a:r>
              <a:rPr b="0"/>
              <a:t>Record the configuration behind each run. Changing a prompt, model, or retrieval setup can change behavior even when the application code stays the same.</a:t>
            </a:r>
          </a:p>
          <a:p xmlns:a="http://schemas.openxmlformats.org/drawingml/2006/main">
            <a:r>
              <a:t/>
            </a:r>
          </a:p>
          <a:p xmlns:a="http://schemas.openxmlformats.org/drawingml/2006/main">
            <a:r>
              <a:rPr b="0"/>
              <a:t>Then measure outcomes: did the task succeed, how long did it take, what did it cost, and how much human review did it need? Some quality judgments require sampling or arrive later.</a:t>
            </a:r>
          </a:p>
          <a:p xmlns:a="http://schemas.openxmlformats.org/drawingml/2006/main">
            <a:r>
              <a:t/>
            </a:r>
          </a:p>
          <a:p xmlns:a="http://schemas.openxmlformats.org/drawingml/2006/main">
            <a:r>
              <a:rPr b="1"/>
              <a:t>Healthy APIs alone do not establish task success.</a:t>
            </a:r>
            <a:r>
              <a:rPr b="0"/>
              <a:t> Next come the decisions about evidence, releases, and response.</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decide what to record. Link each outcome to its trace and configuration. </a:t>
            </a:r>
            <a:r>
              <a:rPr b="1"/>
              <a:t>Keep enough evidence to investigate</a:t>
            </a:r>
            <a:r>
              <a:rPr b="0"/>
              <a:t>, while limiting sensitive content and controlling access and retention.</a:t>
            </a:r>
          </a:p>
          <a:p xmlns:a="http://schemas.openxmlformats.org/drawingml/2006/main">
            <a:r>
              <a:t/>
            </a:r>
          </a:p>
          <a:p xmlns:a="http://schemas.openxmlformats.org/drawingml/2006/main">
            <a:r>
              <a:rPr b="0"/>
              <a:t>Second, decide how changes reach users. Evaluate the candidate, then release it to a limited group. Compare similar tasks against the current tested configuration. Define when to pause or roll back. Limited exposure reduces the impact of a problem, but can take longer to reveal failures.</a:t>
            </a:r>
          </a:p>
          <a:p xmlns:a="http://schemas.openxmlformats.org/drawingml/2006/main">
            <a:r>
              <a:t/>
            </a:r>
          </a:p>
          <a:p xmlns:a="http://schemas.openxmlformats.org/drawingml/2006/main">
            <a:r>
              <a:rPr b="0"/>
              <a:t>Third, decide when to intervene and who responds. </a:t>
            </a:r>
            <a:r>
              <a:rPr b="1"/>
              <a:t>Enforce permissions, allowed destinations, and resource limits outside the model.</a:t>
            </a:r>
            <a:r>
              <a:rPr b="0"/>
              <a:t> Route failed checks, exhausted budgets, and uncertain outcomes to someone authorized to act.</a:t>
            </a:r>
          </a:p>
          <a:p xmlns:a="http://schemas.openxmlformats.org/drawingml/2006/main">
            <a:r>
              <a:t/>
            </a:r>
          </a:p>
          <a:p xmlns:a="http://schemas.openxmlformats.org/drawingml/2006/main">
            <a:r>
              <a:rPr b="1"/>
              <a:t>Rolling back a configuration does not undo completed actions.</a:t>
            </a:r>
            <a:r>
              <a:rPr b="0"/>
              <a:t> Those need separate review.</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For this audience, sensitive data includes </a:t>
            </a:r>
            <a:r>
              <a:rPr b="1"/>
              <a:t>CUI/ECI</a:t>
            </a:r>
            <a:r>
              <a:rPr b="0"/>
              <a:t>. Review where that information goes, including prompts, tool calls, and traces.</a:t>
            </a:r>
          </a:p>
          <a:p xmlns:a="http://schemas.openxmlformats.org/drawingml/2006/main">
            <a:r>
              <a:t/>
            </a:r>
          </a:p>
          <a:p xmlns:a="http://schemas.openxmlformats.org/drawingml/2006/main">
            <a:r>
              <a:rPr b="0"/>
              <a:t>An agent may read sensitive records, encounter malicious instructions in a document, and make an outbound request. Willison describes how those capabilities can combine into a path for data theft.</a:t>
            </a:r>
          </a:p>
          <a:p xmlns:a="http://schemas.openxmlformats.org/drawingml/2006/main">
            <a:r>
              <a:t/>
            </a:r>
          </a:p>
          <a:p xmlns:a="http://schemas.openxmlformats.org/drawingml/2006/main">
            <a:r>
              <a:rPr b="1"/>
              <a:t>The pitfall is combining private data, untrusted content, and outbound access without reviewing the risk.</a:t>
            </a:r>
          </a:p>
          <a:p xmlns:a="http://schemas.openxmlformats.org/drawingml/2006/main">
            <a:r>
              <a:t/>
            </a:r>
          </a:p>
          <a:p xmlns:a="http://schemas.openxmlformats.org/drawingml/2006/main">
            <a:r>
              <a:rPr b="0"/>
              <a:t>Review integrations together. Enforce approved processing, access, and destinations outside the model. </a:t>
            </a:r>
            <a:r>
              <a:rPr b="1"/>
              <a:t>A probabilistic filter is insufficient as the sole security boundary.</a:t>
            </a:r>
            <a:r>
              <a:rPr b="0"/>
              <a:t> This is one threat model, not a complete security assessment.</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cc72f7ec8245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b3a576f04ac48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9d988d0c20304d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F9173872-960B-4FCB-8D08-53669335E319}"/>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2166622ffc43bb" /><Relationship Type="http://schemas.openxmlformats.org/officeDocument/2006/relationships/slideLayout" Target="/ppt/slideLayouts/slideLayout1.xml" Id="Reb64911f04f24b5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d71374750f34ec9" /><Relationship Type="http://schemas.openxmlformats.org/officeDocument/2006/relationships/slideLayout" Target="/ppt/slideLayouts/slideLayout2.xml" Id="Rd9b8512c547e4e15" /><Relationship Type="http://schemas.openxmlformats.org/officeDocument/2006/relationships/slideLayout" Target="/ppt/slideLayouts/slideLayout3.xml" Id="Rb14611d7192841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64911f04f24b51"/>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d9b8512c547e4e15"/>
    <p:sldLayoutId xmlns:r="http://schemas.openxmlformats.org/officeDocument/2006/relationships" id="2147483652" r:id="Rb14611d7192841e5"/>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8b6cbe7b4154a15" /><Relationship Type="http://schemas.openxmlformats.org/officeDocument/2006/relationships/notesSlide" Target="/ppt/notesSlides/notesSlide1.xml" Id="Rd9eb65bf728241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5d8b94e1e9a4735" /><Relationship Type="http://schemas.openxmlformats.org/officeDocument/2006/relationships/image" Target="/ppt/media/image.png" Id="R2972f0a689cd43d8" /><Relationship Type="http://schemas.openxmlformats.org/officeDocument/2006/relationships/notesSlide" Target="/ppt/notesSlides/notesSlide2.xml" Id="Rb83682161a174c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862a8e78cf64528" /><Relationship Type="http://schemas.openxmlformats.org/officeDocument/2006/relationships/notesSlide" Target="/ppt/notesSlides/notesSlide3.xml" Id="R4a9c4c62868e49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4a08619d8e441bb" /><Relationship Type="http://schemas.openxmlformats.org/officeDocument/2006/relationships/notesSlide" Target="/ppt/notesSlides/notesSlide4.xml" Id="Ra93195d50ae54e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0d258b0f8b341f2" /><Relationship Type="http://schemas.openxmlformats.org/officeDocument/2006/relationships/notesSlide" Target="/ppt/notesSlides/notesSlide5.xml" Id="Rc1dc5c2496b345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e6ab484423f4505" /><Relationship Type="http://schemas.openxmlformats.org/officeDocument/2006/relationships/notesSlide" Target="/ppt/notesSlides/notesSlide6.xml" Id="Rd53318af479148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76c2c8dc9634273" /><Relationship Type="http://schemas.openxmlformats.org/officeDocument/2006/relationships/notesSlide" Target="/ppt/notesSlides/notesSlide7.xml" Id="R342810afe50847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37ebf0dec714415" /><Relationship Type="http://schemas.openxmlformats.org/officeDocument/2006/relationships/notesSlide" Target="/ppt/notesSlides/notesSlide8.xml" Id="R33b9b27a178943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3d2dc4b6c5941f5" /><Relationship Type="http://schemas.openxmlformats.org/officeDocument/2006/relationships/image" Target="/ppt/media/image2.png" Id="Rf96abaed055a4bac" /><Relationship Type="http://schemas.openxmlformats.org/officeDocument/2006/relationships/notesSlide" Target="/ppt/notesSlides/notesSlide9.xml" Id="R1e31ed22955e40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bf8234285524b2e" /><Relationship Type="http://schemas.openxmlformats.org/officeDocument/2006/relationships/image" Target="/ppt/media/image3.png" Id="R40f059ade9964bdc" /><Relationship Type="http://schemas.openxmlformats.org/officeDocument/2006/relationships/notesSlide" Target="/ppt/notesSlides/notesSlide10.xml" Id="R1f53d1d3f6aa4c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4f42ea6452341a4" /><Relationship Type="http://schemas.openxmlformats.org/officeDocument/2006/relationships/image" Target="/ppt/media/image4.png" Id="R2ec143356b6b4f86" /><Relationship Type="http://schemas.openxmlformats.org/officeDocument/2006/relationships/notesSlide" Target="/ppt/notesSlides/notesSlide11.xml" Id="R2c1d29333dc848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c328048e5b145f4" /><Relationship Type="http://schemas.openxmlformats.org/officeDocument/2006/relationships/image" Target="/ppt/media/image5.png" Id="R1f1d1c57b64f4f17" /><Relationship Type="http://schemas.openxmlformats.org/officeDocument/2006/relationships/notesSlide" Target="/ppt/notesSlides/notesSlide12.xml" Id="Rc12354fe721845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f388c45aad2490b" /><Relationship Type="http://schemas.openxmlformats.org/officeDocument/2006/relationships/image" Target="/ppt/media/image6.png" Id="R9989ecd6225149f1" /><Relationship Type="http://schemas.openxmlformats.org/officeDocument/2006/relationships/notesSlide" Target="/ppt/notesSlides/notesSlide13.xml" Id="Rbc217462e6c144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ae3519c6eea4a63" /><Relationship Type="http://schemas.openxmlformats.org/officeDocument/2006/relationships/image" Target="/ppt/media/image7.png" Id="Ra699889135df459c" /><Relationship Type="http://schemas.openxmlformats.org/officeDocument/2006/relationships/notesSlide" Target="/ppt/notesSlides/notesSlide14.xml" Id="R7e48ad80c52f47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dd31f0cd1274cdb" /><Relationship Type="http://schemas.openxmlformats.org/officeDocument/2006/relationships/image" Target="/ppt/media/image8.png" Id="R9ddc96a56f234d29" /><Relationship Type="http://schemas.openxmlformats.org/officeDocument/2006/relationships/notesSlide" Target="/ppt/notesSlides/notesSlide15.xml" Id="R0ca7a261765b47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ddbc955373249dc" /><Relationship Type="http://schemas.openxmlformats.org/officeDocument/2006/relationships/image" Target="/ppt/media/image9.png" Id="R90b15a1f9cef450f" /><Relationship Type="http://schemas.openxmlformats.org/officeDocument/2006/relationships/image" Target="/ppt/media/image10.png" Id="R0ad7869351f94ac2" /><Relationship Type="http://schemas.openxmlformats.org/officeDocument/2006/relationships/notesSlide" Target="/ppt/notesSlides/notesSlide16.xml" Id="Rf991a2724d1e4c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ae2a6cc7be04f81" /><Relationship Type="http://schemas.openxmlformats.org/officeDocument/2006/relationships/image" Target="/ppt/media/image11.png" Id="R1787c01fbe734fe7" /><Relationship Type="http://schemas.openxmlformats.org/officeDocument/2006/relationships/notesSlide" Target="/ppt/notesSlides/notesSlide17.xml" Id="R77fd1c2b68f94b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74bb3348eed489d" /><Relationship Type="http://schemas.openxmlformats.org/officeDocument/2006/relationships/image" Target="/ppt/media/image12.png" Id="R6d9d3220cf8b47c3" /><Relationship Type="http://schemas.openxmlformats.org/officeDocument/2006/relationships/notesSlide" Target="/ppt/notesSlides/notesSlide18.xml" Id="R71a0bcd0865042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ec9052e769c4878" /><Relationship Type="http://schemas.openxmlformats.org/officeDocument/2006/relationships/image" Target="/ppt/media/image13.png" Id="Rf7ec7e29d3d449e9" /><Relationship Type="http://schemas.openxmlformats.org/officeDocument/2006/relationships/notesSlide" Target="/ppt/notesSlides/notesSlide19.xml" Id="R2ac0fc7eb5124f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7ace212a12ba461b" /><Relationship Type="http://schemas.openxmlformats.org/officeDocument/2006/relationships/image" Target="/ppt/media/image14.png" Id="R96878ee79df94554" /><Relationship Type="http://schemas.openxmlformats.org/officeDocument/2006/relationships/notesSlide" Target="/ppt/notesSlides/notesSlide20.xml" Id="R9873d38f51ca466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049ed8f63534429" /><Relationship Type="http://schemas.openxmlformats.org/officeDocument/2006/relationships/image" Target="/ppt/media/image15.png" Id="Rba6211c51cb14c80" /><Relationship Type="http://schemas.openxmlformats.org/officeDocument/2006/relationships/image" Target="/ppt/media/image16.png" Id="R19395390ce2c4ffb" /><Relationship Type="http://schemas.openxmlformats.org/officeDocument/2006/relationships/notesSlide" Target="/ppt/notesSlides/notesSlide21.xml" Id="R1e6755101c2a4f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66f71952dac466e" /><Relationship Type="http://schemas.openxmlformats.org/officeDocument/2006/relationships/image" Target="/ppt/media/image17.png" Id="R0b464f1e4a0f49da" /><Relationship Type="http://schemas.openxmlformats.org/officeDocument/2006/relationships/notesSlide" Target="/ppt/notesSlides/notesSlide22.xml" Id="R89a1b999ae9148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b7c18101f8648cc" /><Relationship Type="http://schemas.openxmlformats.org/officeDocument/2006/relationships/image" Target="/ppt/media/image18.png" Id="Rc7a8288981144654" /><Relationship Type="http://schemas.openxmlformats.org/officeDocument/2006/relationships/notesSlide" Target="/ppt/notesSlides/notesSlide23.xml" Id="R4af59bece8b647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bfb91fcf8534f1d" /><Relationship Type="http://schemas.openxmlformats.org/officeDocument/2006/relationships/image" Target="/ppt/media/image19.png" Id="R048537b3aa9b4090" /><Relationship Type="http://schemas.openxmlformats.org/officeDocument/2006/relationships/notesSlide" Target="/ppt/notesSlides/notesSlide24.xml" Id="Rb8b7cb7795c54c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c1a31d09e914268" /><Relationship Type="http://schemas.openxmlformats.org/officeDocument/2006/relationships/image" Target="/ppt/media/image20.png" Id="R8adb82cfa90143ee" /><Relationship Type="http://schemas.openxmlformats.org/officeDocument/2006/relationships/notesSlide" Target="/ppt/notesSlides/notesSlide25.xml" Id="Rdac4dd99e0e5422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91356f1f26d4df9" /><Relationship Type="http://schemas.openxmlformats.org/officeDocument/2006/relationships/image" Target="/ppt/media/image21.png" Id="R4882285786934254" /><Relationship Type="http://schemas.openxmlformats.org/officeDocument/2006/relationships/image" Target="/ppt/media/image22.png" Id="R36357f49b71c41b5" /><Relationship Type="http://schemas.openxmlformats.org/officeDocument/2006/relationships/notesSlide" Target="/ppt/notesSlides/notesSlide26.xml" Id="Re485979a06b0412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ee52699f2d28488b" /><Relationship Type="http://schemas.openxmlformats.org/officeDocument/2006/relationships/image" Target="/ppt/media/image23.png" Id="R606dea36edc24d71" /><Relationship Type="http://schemas.openxmlformats.org/officeDocument/2006/relationships/notesSlide" Target="/ppt/notesSlides/notesSlide27.xml" Id="R132fdce94f164f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976ef6f8e8546f2" /><Relationship Type="http://schemas.openxmlformats.org/officeDocument/2006/relationships/image" Target="/ppt/media/image24.png" Id="R59650af65f4843e8" /><Relationship Type="http://schemas.openxmlformats.org/officeDocument/2006/relationships/notesSlide" Target="/ppt/notesSlides/notesSlide28.xml" Id="R92d07be6318242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0ef8f79975e3444f" /><Relationship Type="http://schemas.openxmlformats.org/officeDocument/2006/relationships/image" Target="/ppt/media/image25.png" Id="R4c70371873a14408" /><Relationship Type="http://schemas.openxmlformats.org/officeDocument/2006/relationships/notesSlide" Target="/ppt/notesSlides/notesSlide29.xml" Id="R7f50650b68df424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275bc110fe04db0" /><Relationship Type="http://schemas.openxmlformats.org/officeDocument/2006/relationships/image" Target="/ppt/media/image26.png" Id="R1cc5d05162e847e5" /><Relationship Type="http://schemas.openxmlformats.org/officeDocument/2006/relationships/notesSlide" Target="/ppt/notesSlides/notesSlide30.xml" Id="R7d4cab9bb00b44f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0cc9bc14996402e" /><Relationship Type="http://schemas.openxmlformats.org/officeDocument/2006/relationships/image" Target="/ppt/media/image27.png" Id="Rcc2b2d9a8a7246cd" /><Relationship Type="http://schemas.openxmlformats.org/officeDocument/2006/relationships/image" Target="/ppt/media/image28.png" Id="R5c196587b8784cb0" /><Relationship Type="http://schemas.openxmlformats.org/officeDocument/2006/relationships/notesSlide" Target="/ppt/notesSlides/notesSlide31.xml" Id="R6913939838ca494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1391132d4a747d0" /><Relationship Type="http://schemas.openxmlformats.org/officeDocument/2006/relationships/image" Target="/ppt/media/image29.png" Id="Rabc17ad65a7e4bd9" /><Relationship Type="http://schemas.openxmlformats.org/officeDocument/2006/relationships/notesSlide" Target="/ppt/notesSlides/notesSlide32.xml" Id="R7c8c38fccd2d49c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fb11d3d7a2ff4110" /><Relationship Type="http://schemas.openxmlformats.org/officeDocument/2006/relationships/image" Target="/ppt/media/image30.png" Id="R3a73f07bae7c4e14" /><Relationship Type="http://schemas.openxmlformats.org/officeDocument/2006/relationships/notesSlide" Target="/ppt/notesSlides/notesSlide33.xml" Id="R5ea462bbeaaf432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6cbf5d91a2fe47b3" /><Relationship Type="http://schemas.openxmlformats.org/officeDocument/2006/relationships/image" Target="/ppt/media/image31.png" Id="Rc6d135e80e2c4e94" /><Relationship Type="http://schemas.openxmlformats.org/officeDocument/2006/relationships/notesSlide" Target="/ppt/notesSlides/notesSlide34.xml" Id="Rd4979f5bedf34db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c4567a2fb1e64f17" /><Relationship Type="http://schemas.openxmlformats.org/officeDocument/2006/relationships/image" Target="/ppt/media/image32.png" Id="R3c981c7627ee4a61" /><Relationship Type="http://schemas.openxmlformats.org/officeDocument/2006/relationships/notesSlide" Target="/ppt/notesSlides/notesSlide35.xml" Id="R2b3cfec55dd4461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c54d9716a2554d04" /><Relationship Type="http://schemas.openxmlformats.org/officeDocument/2006/relationships/image" Target="/ppt/media/image33.png" Id="R36211d697d794c5e" /><Relationship Type="http://schemas.openxmlformats.org/officeDocument/2006/relationships/image" Target="/ppt/media/image34.png" Id="Reb73c0afc7084d03" /><Relationship Type="http://schemas.openxmlformats.org/officeDocument/2006/relationships/notesSlide" Target="/ppt/notesSlides/notesSlide36.xml" Id="R2f48719d1f264b1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85bdc468bcb74981" /><Relationship Type="http://schemas.openxmlformats.org/officeDocument/2006/relationships/image" Target="/ppt/media/image35.png" Id="R400b44a39bbf4f45" /><Relationship Type="http://schemas.openxmlformats.org/officeDocument/2006/relationships/notesSlide" Target="/ppt/notesSlides/notesSlide37.xml" Id="R7c925a1f77704bb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cf04facefd4640b8" /><Relationship Type="http://schemas.openxmlformats.org/officeDocument/2006/relationships/image" Target="/ppt/media/image36.png" Id="R53da48ab4b1f47f6" /><Relationship Type="http://schemas.openxmlformats.org/officeDocument/2006/relationships/notesSlide" Target="/ppt/notesSlides/notesSlide38.xml" Id="R45e05fd8c3d54ff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7780c92634724155" /><Relationship Type="http://schemas.openxmlformats.org/officeDocument/2006/relationships/image" Target="/ppt/media/image37.png" Id="R55a3cbb9e69448ae" /><Relationship Type="http://schemas.openxmlformats.org/officeDocument/2006/relationships/notesSlide" Target="/ppt/notesSlides/notesSlide39.xml" Id="Rff8ad58b47f7492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a670c60f1be8423a" /><Relationship Type="http://schemas.openxmlformats.org/officeDocument/2006/relationships/image" Target="/ppt/media/image38.png" Id="R93bd77f50c714293" /><Relationship Type="http://schemas.openxmlformats.org/officeDocument/2006/relationships/notesSlide" Target="/ppt/notesSlides/notesSlide40.xml" Id="R03b4c829c874423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2da505b6d44e4ddc" /><Relationship Type="http://schemas.openxmlformats.org/officeDocument/2006/relationships/image" Target="/ppt/media/image39.png" Id="R0c2c084195ec4058" /><Relationship Type="http://schemas.openxmlformats.org/officeDocument/2006/relationships/image" Target="/ppt/media/image40.png" Id="R42e45e82d51743cb" /><Relationship Type="http://schemas.openxmlformats.org/officeDocument/2006/relationships/notesSlide" Target="/ppt/notesSlides/notesSlide41.xml" Id="R55c6bfa5144c4be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f952367cdb0e43f6" /><Relationship Type="http://schemas.openxmlformats.org/officeDocument/2006/relationships/image" Target="/ppt/media/image41.png" Id="Rd7d6be5acb4c421e" /><Relationship Type="http://schemas.openxmlformats.org/officeDocument/2006/relationships/notesSlide" Target="/ppt/notesSlides/notesSlide42.xml" Id="Ra4c57701badc4dd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725069f0f7d41a3" /><Relationship Type="http://schemas.openxmlformats.org/officeDocument/2006/relationships/image" Target="/ppt/media/image42.png" Id="R811a33bdd4ea46c9" /><Relationship Type="http://schemas.openxmlformats.org/officeDocument/2006/relationships/notesSlide" Target="/ppt/notesSlides/notesSlide43.xml" Id="R2137a159fe4e424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263c8219266742d0" /><Relationship Type="http://schemas.openxmlformats.org/officeDocument/2006/relationships/image" Target="/ppt/media/image43.png" Id="Ra45b0e7fd3a646b3" /><Relationship Type="http://schemas.openxmlformats.org/officeDocument/2006/relationships/notesSlide" Target="/ppt/notesSlides/notesSlide44.xml" Id="R87bfef9a1d3a42d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c77ad095715e43f3" /><Relationship Type="http://schemas.openxmlformats.org/officeDocument/2006/relationships/image" Target="/ppt/media/image44.png" Id="R6a2b4623d8a14b21" /><Relationship Type="http://schemas.openxmlformats.org/officeDocument/2006/relationships/notesSlide" Target="/ppt/notesSlides/notesSlide45.xml" Id="R86a0904f15354e2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cf7cb5fd02e24f54" /><Relationship Type="http://schemas.openxmlformats.org/officeDocument/2006/relationships/image" Target="/ppt/media/image45.png" Id="R028ddb9ed09d4b7b" /><Relationship Type="http://schemas.openxmlformats.org/officeDocument/2006/relationships/notesSlide" Target="/ppt/notesSlides/notesSlide46.xml" Id="Rb49b134307c7478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35835c814b564f7d" /><Relationship Type="http://schemas.openxmlformats.org/officeDocument/2006/relationships/notesSlide" Target="/ppt/notesSlides/notesSlide47.xml" Id="R70b8da2cb09b472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df07b5ec8ff84cdc" /><Relationship Type="http://schemas.openxmlformats.org/officeDocument/2006/relationships/image" Target="/ppt/media/image46.png" Id="R6084944f90fb4e16" /><Relationship Type="http://schemas.openxmlformats.org/officeDocument/2006/relationships/notesSlide" Target="/ppt/notesSlides/notesSlide48.xml" Id="Rad6ff7e4091c4ba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7d39d96b74c24c5f" /><Relationship Type="http://schemas.openxmlformats.org/officeDocument/2006/relationships/image" Target="/ppt/media/image47.png" Id="Rb06c9ce210da4609" /><Relationship Type="http://schemas.openxmlformats.org/officeDocument/2006/relationships/notesSlide" Target="/ppt/notesSlides/notesSlide49.xml" Id="Re30194c6498844a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dcc7c2594cad4741" /><Relationship Type="http://schemas.openxmlformats.org/officeDocument/2006/relationships/notesSlide" Target="/ppt/notesSlides/notesSlide50.xml" Id="Ra7c603ddc4cd43c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f49fa1ab3d39492b" /><Relationship Type="http://schemas.openxmlformats.org/officeDocument/2006/relationships/image" Target="/ppt/media/image48.png" Id="Rd20d13e19ff14cd5" /><Relationship Type="http://schemas.openxmlformats.org/officeDocument/2006/relationships/notesSlide" Target="/ppt/notesSlides/notesSlide51.xml" Id="Rcd126d4a479a428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4142f1e6751c4fce" /><Relationship Type="http://schemas.openxmlformats.org/officeDocument/2006/relationships/notesSlide" Target="/ppt/notesSlides/notesSlide52.xml" Id="R2bff7cd054f54d1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75330503e4754fb8" /><Relationship Type="http://schemas.openxmlformats.org/officeDocument/2006/relationships/notesSlide" Target="/ppt/notesSlides/notesSlide53.xml" Id="R97afcfdbed6b4c24"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6D7C1D39-049F-4A63-B48E-35883F40FEE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23E13CBC-7516-4D96-BC32-DAEE7F172D83}"/>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189D7D1D-396D-4FFB-AD2A-77AEFF64101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179F86B4-4ADC-4346-826A-1D7441493B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272971760"/>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2972f0a689cd43d8"/>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5FAFCDFC-4135-4E78-A277-93FA833874A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4A7B7EC8-E9CE-4A5F-9603-EA4F71876808}"/>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8B471669-3AA2-4DB2-8226-BF24B318623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6B48F051-E96A-445A-979A-C0220C770D09}"/>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954E88B9-90AC-4390-A1D9-A2A4B16B8B27}"/>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66D997BA-D09C-4D8A-AF2A-F67964F9C2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19859841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3D0533B1-866C-4A04-9217-DE40B7EE5B99}"/>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60E41C9E-FCB6-49CC-A5F2-AE5B9ACFD2F2}"/>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BEB30A63-FF1B-4D67-9EB9-F66BD7FC18C5}"/>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A371F0CC-09C8-42F9-A885-4F6535A96776}"/>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23FD9163-EC37-4372-A26C-24756930486D}"/>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71416144-89A1-4F8C-8A70-C7B25BA2D9B8}"/>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60779B60-89CF-433F-B461-31A61CF50D59}"/>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D43CE342-7D23-43AA-8418-3F32BE3B3282}"/>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6EE0A8AD-C7FE-4552-9DF4-EBEEF5857163}"/>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D8063BD9-AA7B-4AE0-BB05-09F1B1C78883}"/>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CEC8864E-8F13-4A92-9E14-CE86182D4EB6}"/>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7DAB62A7-A482-4E81-82CF-1E8BCA3CA99D}"/>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48E34738-FC78-40DF-A4CE-F74D91A0696C}"/>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671E230D-C9A0-4CF4-96F0-8AE98182CB1A}"/>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B6DDBA44-FFAD-4510-AB9A-55BB2CDBC6A0}"/>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DDAB4A30-D963-4422-8246-E5044A7ED882}"/>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9C1F5176-3B9B-410F-BDD9-AB34C5B80D0F}"/>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CFA965A0-42D2-408C-8448-E67833E70A54}"/>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34FAEE40-D7FF-4F1A-8A1B-804A16715742}"/>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63190A36-1434-4481-BC82-00BA17ACE975}"/>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42520B57-5434-46DB-82D3-F76E4010B7CE}"/>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77C00EE9-D8EE-4891-BC69-C25FB86C911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98661017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CE6805E4-5CC9-4614-BD0D-B10262C1227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BAC284A3-95DC-40D5-AB75-5A47B11F81F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6A95C5D9-7AB9-4695-9322-35809F7490C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B03FF22E-CE6E-45C8-B97F-9972C495E3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776729000"/>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A9F35082-BE37-4F1F-A2DE-37D589EEAFC5}"/>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F6982A29-5582-45B0-A35E-6F56736A3C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16659F1A-6705-4F6C-BF13-B8F59940F8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458500574"/>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CEB1F16E-6863-4134-BA88-FFA873FD6EC2}"/>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AE0C21E6-182A-438B-9AAC-FA62CB65F3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56A86BCB-8AFF-409A-BD58-FEFCC9C2744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87BF679D-0BEC-4B5C-96BD-0589158FE06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CC04E5BA-548D-4443-A624-390A2C185E0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A3D1115C-8FDC-47BE-B5AE-9C74DC4E831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45BB5246-3F63-46BA-B389-B18BC07D2226}"/>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E239E491-DC0A-41A7-93BF-852F1233F1B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67C658A8-425F-4E22-AC8A-C861DE64D4D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09809926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EC21A961-07D0-4B4F-ABC4-A4A28B6C1924}"/>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CF588BCE-CA53-4C2D-8B22-DCC8BBD5D4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9BC36E91-0280-4018-A5F3-0116D516164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B29D04CB-692C-4AE3-83EA-0D5147F9611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B06815C1-F8F7-4442-AC3F-9769D8B5662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669BDBB3-C50C-434F-9068-38A9079084E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F96400DB-BD33-4B51-8E1E-039EAA296B9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1E24C802-0DBF-4E65-A477-002CD18E54D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8358D79A-BB7A-4B19-B77E-DFDC334207F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774992225"/>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D5A5F792-F527-40A0-AAD6-59D49B819A8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30C8FFF4-B1FC-48E8-98BE-8B9B6187EAA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19D4B881-4BC8-4BF4-8D9F-EE14200454D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41C6296B-08AC-4E50-BDD2-F775CF78DB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719223143"/>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f96abaed055a4b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8E96546C-772A-4D34-B200-B9CBB7BEFB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05103823"/>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40f059ade9964bd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F407A64D-D77C-49FE-8277-429C526033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3202151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2ec143356b6b4f8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5BD8F588-0234-46A7-B5D1-2C19DC7E8A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6656081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1f1d1c57b64f4f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53A60850-E632-4D3E-9AEC-0311B30675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998361257"/>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9989ecd6225149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13620008-3B9F-482F-B083-4BAFADA94C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61730729"/>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a699889135df45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1CEE7624-9233-493D-982F-F63AB56E43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4852489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6257CD4C-007C-4DDE-903A-7428C659E4A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9ddc96a56f234d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7ECE8423-9DA4-4457-BAB8-69E57927513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15FF471C-2C8C-4A13-8018-03DD5193A5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FBDF9B15-3CDB-461C-B614-A5DF34C4AA8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CA274062-051A-4654-AAD8-964E6377A30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A7714561-5AF7-4A9C-BE30-C762ABEB2534}"/>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8DD3CFE8-9652-4470-B4EC-D0C8843F1912}"/>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B6E2F82F-C00E-481F-8F09-BBAA0B67C84C}"/>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E2C24915-3578-448E-819C-35BA27D23125}"/>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000BD77C-06B7-415F-8577-81F00CCF0B39}"/>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9A0A8B77-62C4-4259-AED3-4CE21AF41181}"/>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DD6698E6-8AF3-492B-8EA6-C97A86772035}"/>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34522DFB-5EAF-4ECF-872E-82D8E60327A8}"/>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83CC4074-EE50-4C4B-98C4-8A7896DC56F3}"/>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1323A146-E3D7-4469-A528-535720DFD4E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FB03CC1E-BD21-451F-84E2-9ADF7AD51526}"/>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505A00F5-8A6F-46AA-BB4F-47CD6CBDA1D0}"/>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861B5D9A-58BC-4AD3-AA5E-CEAB38DD653E}"/>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D4F5D963-6866-42F3-AD3F-8DBB30BCC2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24958728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3A0C9696-ABE7-4B7C-8DEF-DA547C91518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90b15a1f9cef45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9963C27F-A675-479D-A88F-3CAA5F36C3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0CE4930A-1A19-4753-B56B-2E73A6BFDD1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100" name="11-text-2">
            <a:extLst xmlns:a="http://schemas.openxmlformats.org/drawingml/2006/main">
              <a:ext uri="{FF2B5EF4-FFF2-40B4-BE49-F238E27FC236}">
                <a16:creationId xmlns:a16="http://schemas.microsoft.com/office/drawing/2014/main" id="{895A6E08-FC0D-49FC-9696-5C6BEA30151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01" name="11-text-3">
            <a:extLst xmlns:a="http://schemas.openxmlformats.org/drawingml/2006/main">
              <a:ext uri="{FF2B5EF4-FFF2-40B4-BE49-F238E27FC236}">
                <a16:creationId xmlns:a16="http://schemas.microsoft.com/office/drawing/2014/main" id="{3C334878-2BAE-40E2-BA67-D9C0E8AC28F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0ad7869351f94ac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AE881D79-A58A-42AF-9163-533DF4CDCD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83904818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EBDDDF9D-A829-4E06-9EE5-E1066B65995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1787c01fbe734f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265F816C-7FAA-4631-84AF-848A15DC25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B63B905E-3458-46FF-AA7E-1184324E8AA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C35EA153-9E4D-473F-82A3-947B39A6F380}"/>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266C5FE6-A419-4CBB-8816-CF0E8B7C521F}"/>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A5CD9BC5-4A66-406F-BE33-E71EABCE2280}"/>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183F6BB7-38D6-47FA-8075-D905A5AC299E}"/>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3743FC26-8038-4F06-98C0-1FC1B809704C}"/>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D55E07F5-2CAB-47B3-A262-A07707DB94FB}"/>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E6F6B977-BA1A-442E-80B3-325207A83915}"/>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A33804EC-70AA-4E10-8C33-1EB03011B729}"/>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CABECE3A-A20B-4C13-87E9-F01F3095FC54}"/>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48D3FA1F-0F30-4A84-87B1-F8ACFAD240D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E393CE5C-FA1C-474B-9C8D-23493C3AD3FE}"/>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56369A73-0677-4192-BF6E-BEDB772776D6}"/>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0717599C-BFCA-44E9-9A0A-64F35D89588A}"/>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ADECD948-2A1A-46D4-8FDF-4C27B585D601}"/>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08A63697-8B46-412C-B7A9-9FE11B13AB11}"/>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23EC8D96-CAA8-45C7-BA0F-981770AA8A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79376047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1B3AE9A4-5C6A-4B6B-898B-EEE906C90D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6d9d3220cf8b47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4914E053-73CF-44F6-A066-590BE93D7F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6D412653-BC5F-4782-8B27-A9D6A48BCB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E07D6082-0DC6-41CA-AB4F-CBB43B09085E}"/>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0A84BB94-AA97-4219-997E-B7EC2643571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6A064AFB-D106-4568-9701-059BDBAD98C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0088938B-008E-40B9-8142-59D64C6313A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119F1C7A-D671-489F-B5EA-B8302AD5F99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F832DFAE-384D-485B-BF48-558CAD89CCF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4D7A88F8-EE48-44D0-B352-1E60AFFE2B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004722298"/>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0920306A-3EEB-4C9C-A136-4AEC2AD8609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f7ec7e29d3d449e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D07B5C5E-5B9C-41B1-8638-B2B2233204A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551833E5-0EAC-4FF6-BACA-89ACB43AC6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D813DA78-5DBC-4836-9D4C-780E33D6D09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B9ACC870-DFCC-44AB-8819-6F611CD5046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AC9E6442-1B80-4650-A746-E6ECBE5D941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6ED8B0E8-BA5B-4334-857B-3079CBD9E92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623ACF12-A164-4B85-9D98-CA15AD964DC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C20156AB-44FC-493B-9D24-521B201E25E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3B0DEEE1-7AAD-45AE-A0BE-7958FAC7164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3E2A41B5-D51E-434A-9908-66C010F60BC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49913D31-2C8A-4487-8999-9220C0FD54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77420585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59D524FB-54EE-424B-866A-0BD905E4F11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96878ee79df945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83A6ACE9-4DF2-48FF-961B-CDA2CEDB8D9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6066BA41-3C22-4927-917B-DC1C542F5A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3B5B79C5-C1EC-4583-B287-298248A6406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5B8DA479-CB9D-42FD-92DE-DF1DC9913D39}"/>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D425618D-CB86-4B74-8100-4037D3A42292}"/>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05562CBC-8D84-40E7-B035-A075FCE62BE8}"/>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B11EAA90-2716-4F80-8DC8-F5392841641A}"/>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B46A8F31-87C9-40FE-B5E6-61B6BD6A135D}"/>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16B7E175-DDC6-443F-AA20-E9DA8DF2BDBB}"/>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D14F494E-A26B-4270-BA7A-C519536C8E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74463667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06497860-16C9-4955-90DC-DA4318BDBC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ba6211c51cb14c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A3F55EA1-C151-4945-836B-1C968E627D9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B90E3A0B-2CF3-4DFD-BC33-978716F8662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AAB99889-56E4-48B7-B867-92584E8E107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8BBA9868-14FA-46FE-8270-0917E416852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19395390ce2c4ff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E5565CF0-2001-4286-9390-0BD9F8C890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181791631"/>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0711F461-D482-4A73-B1D0-3D17B5B14A1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0b464f1e4a0f49d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AC660D0A-5031-4680-A0EA-CD8D066F326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1554F5C3-D1E0-4261-9476-107AF1B9292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56643E6D-4A56-4A95-9756-51D4E3F1F4EA}"/>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F7679D9F-13E1-44AB-9AE8-D5AD630422B7}"/>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549854E6-6CD2-4D3F-9256-800EFD6A41C8}"/>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6F20015A-C2C5-4C0C-80E9-2A612900B907}"/>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B9125153-D288-498A-9D31-69B0CFA4F952}"/>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ACCEB893-83BA-4047-867F-88947AAC46C7}"/>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18C90404-337F-4DAF-8615-8FBCB4504E10}"/>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104BF752-3CE5-4DC1-8DFC-F5AA4DFEBE6A}"/>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96D5A79A-63F9-47E8-98FB-E77D6944C38B}"/>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82E11BD2-4523-4808-86D1-84BEF0C21FE3}"/>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B7ABE7F5-776F-4F59-BA04-A154DE3EF0F0}"/>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CE5F3425-ED74-4890-ACD9-A08A9B1A05A7}"/>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77795E2E-4057-4C20-9980-95DC5DC6FA15}"/>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DCD02219-79B5-4A60-A68D-8E05576120E0}"/>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EFC95DF7-65BF-4E3F-AC1D-296DEB46C584}"/>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1B52F03B-9BEE-4F1F-91E3-1C7C8A757ACF}"/>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D85387B4-64BD-4864-81EB-8BD9323A0EB3}"/>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1E882844-F6FD-40DE-B1EA-F6F851834879}"/>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0A726EA8-746A-499A-9342-F35C326FF6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31428197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94CFAE52-CC99-4D46-8461-4C90FB4347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c7a82889811446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1174F4F1-1A3A-455E-B59E-FB287A17E6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4A6A8473-DD5F-4463-9908-FCAED52D3C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CD1D7A95-AE7D-4BBA-9A45-CEEBB38E724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D948DC5C-59E1-414C-91F5-D8014A57EAC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A5DEB58C-17FA-4591-8D22-BB2A1EF8B8C5}"/>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84DA44E0-3C30-4AC4-8E5A-561F19725592}"/>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2C439541-A058-4FED-B6EE-3431EDD32F4B}"/>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D60DE33E-3BAC-4A13-96A8-07E693EEC4A5}"/>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D3C985A1-E1D8-4520-BCBA-A4EFCE31092B}"/>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1A6F6CBC-E353-4D58-B1E4-1EC417B21818}"/>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1C47C7F8-D20D-4FA6-8CB9-4606AFC9D10A}"/>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5C3B981C-DA87-4020-9B3E-AB5434F27A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551274792"/>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3EA3577F-BCB6-4F7A-945E-B8BC911F6F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048537b3aa9b40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53C3134B-138A-4484-AFAD-F4C459DE05A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74224632-63C3-4B42-843C-C5B69FE9090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C3BCD93E-990D-407A-92C3-BCEEE67D2F1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AE520B63-96FB-4D7F-8000-4EA09D74788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638D8856-D6C4-4DC0-A245-E7389F34AC03}"/>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A9988B33-6851-4469-8DFC-B8EC52837D2D}"/>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99B1AF79-E05D-4F3A-B72F-CD0DF87D8366}"/>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A8C41E37-568B-43AD-8E15-4042DE4E249D}"/>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6776D9ED-33C5-40C1-89FF-26A4034BE0F7}"/>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88B9C696-0C26-43BC-9F33-47A6CD13D4C7}"/>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6E2E87E6-3EC7-401C-967F-C7DD49ADF0E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A79F2FFC-465E-41B0-9346-3232BEF5136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C4AF22FF-3864-4E70-BD7C-4118195C92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568580854"/>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F9E20688-281B-4CC1-AF85-A4D741E55F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8adb82cfa90143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1042BBA1-B7A0-45F1-BE8B-27CA4DBF88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076C55B6-CB3B-448B-8508-15E0A0C20C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E64364D9-45B6-4490-BCBE-E26E1A585E6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D4C9AFA4-222A-4620-88B6-C69FE235CD97}"/>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F924E108-561D-4B75-B076-38E030AB4164}"/>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166F2B16-E99D-4148-8DE0-198E90DC5030}"/>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58ADEA97-9738-42DD-AE61-7FD78AAACAE5}"/>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69E66BF1-285E-4572-AF56-F338BAEF3184}"/>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F0509697-C5E7-418C-854F-F74D71630B11}"/>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CE17BBB7-DBE7-4550-8491-0D16B3B382EA}"/>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6DEA6F13-AF11-41EC-B4B8-0E6C8E38B9DE}"/>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E3AE62DC-495E-423D-BF03-103F380FC4BC}"/>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FFF2BFB6-A6EB-4B79-B300-6954A2B4C304}"/>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5A8C35E5-0C0E-4FDD-BF6E-4386FD2FF9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99006704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D3EC1583-76D9-4831-ACDD-0907E3F9AB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48822857869342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48FAF116-2DB9-4D80-8410-ED753BC05F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2AE308E4-66FC-426B-B1A0-FBEBFE4711D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2788F37C-BBDE-4698-807E-A30481DFB6D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2850E57F-1C3C-420B-8536-D2EBCF4309B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36357f49b71c41b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60CBC6E5-5711-4F56-B5BF-5D168A784E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80184218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6670DC7A-D7F3-4FCC-B1E7-473726CF18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606dea36edc24d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3E8AEA71-19FB-4EDE-A085-0DD04E167F3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9667171F-8EC2-45B3-BCA4-D4A132D096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DD025A09-CBD8-490B-9BFB-267728C9374E}"/>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B325FEBF-7579-4F87-AB61-97A4942135F4}"/>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B76C8F37-E0F6-409E-8282-FBCC292C7DCB}"/>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3BF9D128-773A-4F94-B819-45F5D606AC5D}"/>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AB4DE9D3-D4E3-4DBB-86E4-12398996FC8E}"/>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54EBA8EC-9507-41AD-8764-700A44D47203}"/>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D55F3707-9DC3-4624-90F7-B798F457474B}"/>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B3EEA075-742A-4F25-ACAA-3D1039A9C8FA}"/>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7C71434E-2473-4AAB-8395-C98B7B5CA3F7}"/>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C03B1FC3-9D94-41F0-95BF-CEE10DAC6014}"/>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8B96EF52-1E84-4877-A805-EA2D466B4996}"/>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E86CC575-E006-45FA-AF40-7D53894BCB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668079625"/>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2F9C5B00-18F2-4F1B-8653-ECCCC5744D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59650af65f4843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46E694E6-D8A1-4C74-92C9-535753EF83E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0037F86D-2344-47E6-A321-756AF44E38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77524151-7D1E-4B10-9BF3-BA675030D948}"/>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14D8B136-AA41-45B2-AF71-D83C5156F5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184513332"/>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1C0064C3-FD4B-478C-BAAA-321B9CEC61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4c70371873a1440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4F57645D-A7D6-4697-8C38-B3BC230743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ECDC9154-9055-457C-A0C3-BE8E80A3D0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ABC2948A-E876-419B-95B8-37A6A51B595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E49C93C6-FC74-43AA-928C-3A85CF1D94D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97401BB0-359C-42F2-9B9B-7D72340CA63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4BE654F8-90D1-472D-94F0-1AEF3A05248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542411D5-DA08-405F-85ED-4B4A6163582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7D74FD89-BF5D-48D1-AA2E-43577017FDE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BFD5C2E8-DB6F-41DB-AFCF-B3D2627D13FF}"/>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EE2F4F33-DA1B-4DCD-8F95-018B78D2869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D2A0D94E-60DF-4535-929F-84F0768B36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698251657"/>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4D8761ED-E73D-4DF0-B456-14DA554079B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1cc5d05162e847e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9C9A9AFA-9AE1-4ED5-A788-D526A3477D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C856CB60-F0E8-4B92-802E-EBC82537EF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5F498770-2F2B-4A37-8A92-3B87954D48C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A16479B2-7A01-498A-B35F-19C3DF0F5BF7}"/>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BA536171-F7D4-410E-818D-C54F9188D9C5}"/>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31972F2A-3E0B-4824-93B3-3F89E6B8A0D6}"/>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BC67BFA1-9B64-4122-8B62-6D1918892E51}"/>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AA70C0F0-F283-47F5-9145-0DB0A3923626}"/>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0D1BC6DD-2032-40CB-9AB6-967335596864}"/>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A275126B-C0E3-4B33-8FF4-213A370B39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890721780"/>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7F042C3B-42FF-4FD1-B8CA-28625B653E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cc2b2d9a8a7246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78022A26-DBC8-4448-840D-B63FCE45A3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C4EF3229-BC6D-4358-88B4-16C7186B4F1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D03C1E2B-0B5C-4FD0-AAD0-332AB1668CF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93A1ECA8-512B-4F9A-91E5-FF7CC6B6A8C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5c196587b8784cb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C5A829F9-C27C-4080-90F3-12BE41589A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773203787"/>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FDE1A3CE-846B-4059-BFC6-9135EC3DAA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abc17ad65a7e4bd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6F0EFA9B-101C-465C-A8CC-4A0EEC961BE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BCC64062-8F4A-4E8B-ABFC-B1F38365E9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A17C3CB9-3B12-4219-AD7A-405A1F00227E}"/>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8C014FC3-385D-40A7-9678-830866B405B4}"/>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D2A5179D-60DD-45F1-8A67-2585249F9D47}"/>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09" name="27-text-4">
            <a:extLst xmlns:a="http://schemas.openxmlformats.org/drawingml/2006/main">
              <a:ext uri="{FF2B5EF4-FFF2-40B4-BE49-F238E27FC236}">
                <a16:creationId xmlns:a16="http://schemas.microsoft.com/office/drawing/2014/main" id="{32989686-D5A2-40A2-B166-A8BAD971C68C}"/>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0" name="27-text-5">
            <a:extLst xmlns:a="http://schemas.openxmlformats.org/drawingml/2006/main">
              <a:ext uri="{FF2B5EF4-FFF2-40B4-BE49-F238E27FC236}">
                <a16:creationId xmlns:a16="http://schemas.microsoft.com/office/drawing/2014/main" id="{0F5F97AE-2AA1-4480-8F0C-2D2FC43DBBC4}"/>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1" name="27-text-6">
            <a:extLst xmlns:a="http://schemas.openxmlformats.org/drawingml/2006/main">
              <a:ext uri="{FF2B5EF4-FFF2-40B4-BE49-F238E27FC236}">
                <a16:creationId xmlns:a16="http://schemas.microsoft.com/office/drawing/2014/main" id="{B48A20B4-8066-4C13-89B4-99FE06A01069}"/>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2" name="27-line-8">
            <a:extLst xmlns:a="http://schemas.openxmlformats.org/drawingml/2006/main">
              <a:ext uri="{FF2B5EF4-FFF2-40B4-BE49-F238E27FC236}">
                <a16:creationId xmlns:a16="http://schemas.microsoft.com/office/drawing/2014/main" id="{11F668E4-9F4F-4F46-BE30-6DAD388905A7}"/>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27-line-10">
            <a:extLst xmlns:a="http://schemas.openxmlformats.org/drawingml/2006/main">
              <a:ext uri="{FF2B5EF4-FFF2-40B4-BE49-F238E27FC236}">
                <a16:creationId xmlns:a16="http://schemas.microsoft.com/office/drawing/2014/main" id="{2E9D18EF-3B88-4A3C-A6E6-D2AD9108B8AF}"/>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bounded-agent-loop-stage">
            <a:extLst xmlns:a="http://schemas.openxmlformats.org/drawingml/2006/main">
              <a:ext uri="{FF2B5EF4-FFF2-40B4-BE49-F238E27FC236}">
                <a16:creationId xmlns:a16="http://schemas.microsoft.com/office/drawing/2014/main" id="{58EB9CCF-2A5A-4A81-866F-E6B091D1E5B5}"/>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5" name="27-text-11">
            <a:extLst xmlns:a="http://schemas.openxmlformats.org/drawingml/2006/main">
              <a:ext uri="{FF2B5EF4-FFF2-40B4-BE49-F238E27FC236}">
                <a16:creationId xmlns:a16="http://schemas.microsoft.com/office/drawing/2014/main" id="{4CF500F3-D62C-4F1A-BBF6-D1EAA63BCD01}"/>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316" name="27-text-12">
            <a:extLst xmlns:a="http://schemas.openxmlformats.org/drawingml/2006/main">
              <a:ext uri="{FF2B5EF4-FFF2-40B4-BE49-F238E27FC236}">
                <a16:creationId xmlns:a16="http://schemas.microsoft.com/office/drawing/2014/main" id="{65F0813C-FF73-41E8-8FB5-C70083B08A0E}"/>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17" name="27-text-13">
            <a:extLst xmlns:a="http://schemas.openxmlformats.org/drawingml/2006/main">
              <a:ext uri="{FF2B5EF4-FFF2-40B4-BE49-F238E27FC236}">
                <a16:creationId xmlns:a16="http://schemas.microsoft.com/office/drawing/2014/main" id="{010F0F0D-95B7-495A-825D-399D4BCD4B9A}"/>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18" name="27-text-14">
            <a:extLst xmlns:a="http://schemas.openxmlformats.org/drawingml/2006/main">
              <a:ext uri="{FF2B5EF4-FFF2-40B4-BE49-F238E27FC236}">
                <a16:creationId xmlns:a16="http://schemas.microsoft.com/office/drawing/2014/main" id="{87B74467-093B-49C0-BE32-4CA01DCB0B83}"/>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line-16">
            <a:extLst xmlns:a="http://schemas.openxmlformats.org/drawingml/2006/main">
              <a:ext uri="{FF2B5EF4-FFF2-40B4-BE49-F238E27FC236}">
                <a16:creationId xmlns:a16="http://schemas.microsoft.com/office/drawing/2014/main" id="{90BC7448-D763-451D-8C69-6D85877DB0E2}"/>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8">
            <a:extLst xmlns:a="http://schemas.openxmlformats.org/drawingml/2006/main">
              <a:ext uri="{FF2B5EF4-FFF2-40B4-BE49-F238E27FC236}">
                <a16:creationId xmlns:a16="http://schemas.microsoft.com/office/drawing/2014/main" id="{FBAEE7D7-9C44-41FA-B7AD-ABFD80EBCE9D}"/>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20">
            <a:extLst xmlns:a="http://schemas.openxmlformats.org/drawingml/2006/main">
              <a:ext uri="{FF2B5EF4-FFF2-40B4-BE49-F238E27FC236}">
                <a16:creationId xmlns:a16="http://schemas.microsoft.com/office/drawing/2014/main" id="{5C5D53F9-A194-423F-A5E8-50E899C635F2}"/>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27-line-22">
            <a:extLst xmlns:a="http://schemas.openxmlformats.org/drawingml/2006/main">
              <a:ext uri="{FF2B5EF4-FFF2-40B4-BE49-F238E27FC236}">
                <a16:creationId xmlns:a16="http://schemas.microsoft.com/office/drawing/2014/main" id="{69E0C211-CE72-499B-BA72-C057A3F68B8F}"/>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3" name="27-line-24">
            <a:extLst xmlns:a="http://schemas.openxmlformats.org/drawingml/2006/main">
              <a:ext uri="{FF2B5EF4-FFF2-40B4-BE49-F238E27FC236}">
                <a16:creationId xmlns:a16="http://schemas.microsoft.com/office/drawing/2014/main" id="{03D0786A-B44B-4C49-839A-5D84186D712D}"/>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narrative-number">
            <a:extLst xmlns:a="http://schemas.openxmlformats.org/drawingml/2006/main">
              <a:ext uri="{FF2B5EF4-FFF2-40B4-BE49-F238E27FC236}">
                <a16:creationId xmlns:a16="http://schemas.microsoft.com/office/drawing/2014/main" id="{5B5C55D4-0DAC-4C19-BF1D-E1628410D0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80647903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58E45B05-649F-4D80-A49C-4DA7606988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3a73f07bae7c4e1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slide-title">
            <a:extLst xmlns:a="http://schemas.openxmlformats.org/drawingml/2006/main">
              <a:ext uri="{FF2B5EF4-FFF2-40B4-BE49-F238E27FC236}">
                <a16:creationId xmlns:a16="http://schemas.microsoft.com/office/drawing/2014/main" id="{9644CDA7-FBAD-4AEE-992B-5DE7D8EB7E4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28" name="header-divider">
            <a:extLst xmlns:a="http://schemas.openxmlformats.org/drawingml/2006/main">
              <a:ext uri="{FF2B5EF4-FFF2-40B4-BE49-F238E27FC236}">
                <a16:creationId xmlns:a16="http://schemas.microsoft.com/office/drawing/2014/main" id="{E899C23C-ED23-476A-99C2-F260D8D8C6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9" name="28-text-1">
            <a:extLst xmlns:a="http://schemas.openxmlformats.org/drawingml/2006/main">
              <a:ext uri="{FF2B5EF4-FFF2-40B4-BE49-F238E27FC236}">
                <a16:creationId xmlns:a16="http://schemas.microsoft.com/office/drawing/2014/main" id="{4F9D0731-E446-4E5E-A4A4-241F48AF377D}"/>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0" name="28-text-2">
            <a:extLst xmlns:a="http://schemas.openxmlformats.org/drawingml/2006/main">
              <a:ext uri="{FF2B5EF4-FFF2-40B4-BE49-F238E27FC236}">
                <a16:creationId xmlns:a16="http://schemas.microsoft.com/office/drawing/2014/main" id="{2808F01B-E31E-440A-97F4-8E018177D827}"/>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1" name="28-text-3">
            <a:extLst xmlns:a="http://schemas.openxmlformats.org/drawingml/2006/main">
              <a:ext uri="{FF2B5EF4-FFF2-40B4-BE49-F238E27FC236}">
                <a16:creationId xmlns:a16="http://schemas.microsoft.com/office/drawing/2014/main" id="{A2B25A3B-C381-49D9-BFD1-8D773ED11F09}"/>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2" name="28-text-4">
            <a:extLst xmlns:a="http://schemas.openxmlformats.org/drawingml/2006/main">
              <a:ext uri="{FF2B5EF4-FFF2-40B4-BE49-F238E27FC236}">
                <a16:creationId xmlns:a16="http://schemas.microsoft.com/office/drawing/2014/main" id="{56E3ABF5-7773-4003-AB4F-1F0FF9C4D063}"/>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3" name="28-text-5">
            <a:extLst xmlns:a="http://schemas.openxmlformats.org/drawingml/2006/main">
              <a:ext uri="{FF2B5EF4-FFF2-40B4-BE49-F238E27FC236}">
                <a16:creationId xmlns:a16="http://schemas.microsoft.com/office/drawing/2014/main" id="{C279929F-2C91-4708-A862-6DBBF81C5EFA}"/>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34" name="28-text-6">
            <a:extLst xmlns:a="http://schemas.openxmlformats.org/drawingml/2006/main">
              <a:ext uri="{FF2B5EF4-FFF2-40B4-BE49-F238E27FC236}">
                <a16:creationId xmlns:a16="http://schemas.microsoft.com/office/drawing/2014/main" id="{04D53C2B-4371-42B2-9845-038C37C447EB}"/>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35" name="28-text-7">
            <a:extLst xmlns:a="http://schemas.openxmlformats.org/drawingml/2006/main">
              <a:ext uri="{FF2B5EF4-FFF2-40B4-BE49-F238E27FC236}">
                <a16:creationId xmlns:a16="http://schemas.microsoft.com/office/drawing/2014/main" id="{2FE6DD62-1881-41F1-A1F5-B6A2C094127C}"/>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36" name="narrative-number">
            <a:extLst xmlns:a="http://schemas.openxmlformats.org/drawingml/2006/main">
              <a:ext uri="{FF2B5EF4-FFF2-40B4-BE49-F238E27FC236}">
                <a16:creationId xmlns:a16="http://schemas.microsoft.com/office/drawing/2014/main" id="{D9499EEF-AAE9-4015-8A09-F4E3E88CF9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04768426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374E87FA-F660-4151-8E5A-1601A034BF3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c6d135e80e2c4e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9335C76F-C763-4B80-8755-AA379285960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0" name="header-divider">
            <a:extLst xmlns:a="http://schemas.openxmlformats.org/drawingml/2006/main">
              <a:ext uri="{FF2B5EF4-FFF2-40B4-BE49-F238E27FC236}">
                <a16:creationId xmlns:a16="http://schemas.microsoft.com/office/drawing/2014/main" id="{EC20694A-EA87-46ED-8F75-C2E254C4C4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C9DB41A3-4D9D-4BEC-AA63-BDD3F457618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2" name="29-text-2">
            <a:extLst xmlns:a="http://schemas.openxmlformats.org/drawingml/2006/main">
              <a:ext uri="{FF2B5EF4-FFF2-40B4-BE49-F238E27FC236}">
                <a16:creationId xmlns:a16="http://schemas.microsoft.com/office/drawing/2014/main" id="{052FE296-3C4D-404F-A81A-C950E35DBDD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3" name="29-text-3">
            <a:extLst xmlns:a="http://schemas.openxmlformats.org/drawingml/2006/main">
              <a:ext uri="{FF2B5EF4-FFF2-40B4-BE49-F238E27FC236}">
                <a16:creationId xmlns:a16="http://schemas.microsoft.com/office/drawing/2014/main" id="{EA337F91-7424-4EE6-9CAD-8447141476A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44" name="29-text-4">
            <a:extLst xmlns:a="http://schemas.openxmlformats.org/drawingml/2006/main">
              <a:ext uri="{FF2B5EF4-FFF2-40B4-BE49-F238E27FC236}">
                <a16:creationId xmlns:a16="http://schemas.microsoft.com/office/drawing/2014/main" id="{DE7FD357-BF40-4215-B62C-EA4E99E64F9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45" name="29-text-5">
            <a:extLst xmlns:a="http://schemas.openxmlformats.org/drawingml/2006/main">
              <a:ext uri="{FF2B5EF4-FFF2-40B4-BE49-F238E27FC236}">
                <a16:creationId xmlns:a16="http://schemas.microsoft.com/office/drawing/2014/main" id="{0A6446AF-DFD8-4BE8-93BF-C230F7C412E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6" name="29-text-6">
            <a:extLst xmlns:a="http://schemas.openxmlformats.org/drawingml/2006/main">
              <a:ext uri="{FF2B5EF4-FFF2-40B4-BE49-F238E27FC236}">
                <a16:creationId xmlns:a16="http://schemas.microsoft.com/office/drawing/2014/main" id="{046BE41C-BB15-4DCF-AFA3-384908B78C3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47" name="29-text-7">
            <a:extLst xmlns:a="http://schemas.openxmlformats.org/drawingml/2006/main">
              <a:ext uri="{FF2B5EF4-FFF2-40B4-BE49-F238E27FC236}">
                <a16:creationId xmlns:a16="http://schemas.microsoft.com/office/drawing/2014/main" id="{0FF19921-4BEE-4E24-BC7E-C88A6757757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48" name="29-text-8">
            <a:extLst xmlns:a="http://schemas.openxmlformats.org/drawingml/2006/main">
              <a:ext uri="{FF2B5EF4-FFF2-40B4-BE49-F238E27FC236}">
                <a16:creationId xmlns:a16="http://schemas.microsoft.com/office/drawing/2014/main" id="{5C25C700-F454-442C-84C1-BBEFCF5C75E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49" name="narrative-number">
            <a:extLst xmlns:a="http://schemas.openxmlformats.org/drawingml/2006/main">
              <a:ext uri="{FF2B5EF4-FFF2-40B4-BE49-F238E27FC236}">
                <a16:creationId xmlns:a16="http://schemas.microsoft.com/office/drawing/2014/main" id="{B9306E6C-15DC-47DB-9946-D2F7FE9FB1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4215341799"/>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C2D1FF4D-32A3-45AE-BD3E-9076903D40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74" name="mini-map"/>
          <p:cNvPicPr>
            <a:picLocks xmlns:a="http://schemas.openxmlformats.org/drawingml/2006/main" noChangeAspect="1"/>
          </p:cNvPicPr>
          <p:nvPr/>
        </p:nvPicPr>
        <p:blipFill>
          <a:blip xmlns:r="http://schemas.openxmlformats.org/officeDocument/2006/relationships" xmlns:a="http://schemas.openxmlformats.org/drawingml/2006/main" r:embed="R3c981c7627ee4a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slide-title">
            <a:extLst xmlns:a="http://schemas.openxmlformats.org/drawingml/2006/main">
              <a:ext uri="{FF2B5EF4-FFF2-40B4-BE49-F238E27FC236}">
                <a16:creationId xmlns:a16="http://schemas.microsoft.com/office/drawing/2014/main" id="{EA471056-257F-4736-BE54-5BF86FBAAD5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3" name="header-divider">
            <a:extLst xmlns:a="http://schemas.openxmlformats.org/drawingml/2006/main">
              <a:ext uri="{FF2B5EF4-FFF2-40B4-BE49-F238E27FC236}">
                <a16:creationId xmlns:a16="http://schemas.microsoft.com/office/drawing/2014/main" id="{4ABD783D-FEE6-4211-AE4D-75CCAACABF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4" name="30-text-1">
            <a:extLst xmlns:a="http://schemas.openxmlformats.org/drawingml/2006/main">
              <a:ext uri="{FF2B5EF4-FFF2-40B4-BE49-F238E27FC236}">
                <a16:creationId xmlns:a16="http://schemas.microsoft.com/office/drawing/2014/main" id="{B0761E68-3A7E-4A3C-9BB0-2D9BEA70834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55" name="30-text-2">
            <a:extLst xmlns:a="http://schemas.openxmlformats.org/drawingml/2006/main">
              <a:ext uri="{FF2B5EF4-FFF2-40B4-BE49-F238E27FC236}">
                <a16:creationId xmlns:a16="http://schemas.microsoft.com/office/drawing/2014/main" id="{0360AEE2-7FF9-418F-9919-422AAC6E641E}"/>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56" name="30-text-3">
            <a:extLst xmlns:a="http://schemas.openxmlformats.org/drawingml/2006/main">
              <a:ext uri="{FF2B5EF4-FFF2-40B4-BE49-F238E27FC236}">
                <a16:creationId xmlns:a16="http://schemas.microsoft.com/office/drawing/2014/main" id="{DED2FD5A-FB22-417E-B80B-A9EACE6DE4F7}"/>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57" name="30-text-4">
            <a:extLst xmlns:a="http://schemas.openxmlformats.org/drawingml/2006/main">
              <a:ext uri="{FF2B5EF4-FFF2-40B4-BE49-F238E27FC236}">
                <a16:creationId xmlns:a16="http://schemas.microsoft.com/office/drawing/2014/main" id="{4F889E5A-F613-45BA-9B7C-1041D07CDA7E}"/>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58" name="30-text-5">
            <a:extLst xmlns:a="http://schemas.openxmlformats.org/drawingml/2006/main">
              <a:ext uri="{FF2B5EF4-FFF2-40B4-BE49-F238E27FC236}">
                <a16:creationId xmlns:a16="http://schemas.microsoft.com/office/drawing/2014/main" id="{5831A128-FFB8-407D-8C64-C62D36A54792}"/>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59" name="30-line-7">
            <a:extLst xmlns:a="http://schemas.openxmlformats.org/drawingml/2006/main">
              <a:ext uri="{FF2B5EF4-FFF2-40B4-BE49-F238E27FC236}">
                <a16:creationId xmlns:a16="http://schemas.microsoft.com/office/drawing/2014/main" id="{F359A312-BD92-4A30-8DF4-D0F91A51DA1B}"/>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0" name="30-text-8">
            <a:extLst xmlns:a="http://schemas.openxmlformats.org/drawingml/2006/main">
              <a:ext uri="{FF2B5EF4-FFF2-40B4-BE49-F238E27FC236}">
                <a16:creationId xmlns:a16="http://schemas.microsoft.com/office/drawing/2014/main" id="{29E2AE1D-72A3-4B67-8371-6DDF486368EF}"/>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1" name="30-text-9">
            <a:extLst xmlns:a="http://schemas.openxmlformats.org/drawingml/2006/main">
              <a:ext uri="{FF2B5EF4-FFF2-40B4-BE49-F238E27FC236}">
                <a16:creationId xmlns:a16="http://schemas.microsoft.com/office/drawing/2014/main" id="{04EEE1AA-1634-44BC-BE89-8ED960F15C61}"/>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2" name="30-line-11">
            <a:extLst xmlns:a="http://schemas.openxmlformats.org/drawingml/2006/main">
              <a:ext uri="{FF2B5EF4-FFF2-40B4-BE49-F238E27FC236}">
                <a16:creationId xmlns:a16="http://schemas.microsoft.com/office/drawing/2014/main" id="{A15EAA84-6D23-494C-B0BE-D988D1E28C44}"/>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3" name="30-line-13">
            <a:extLst xmlns:a="http://schemas.openxmlformats.org/drawingml/2006/main">
              <a:ext uri="{FF2B5EF4-FFF2-40B4-BE49-F238E27FC236}">
                <a16:creationId xmlns:a16="http://schemas.microsoft.com/office/drawing/2014/main" id="{D6616093-2063-48E7-9399-1C5DC95C80DF}"/>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4" name="30-line-15">
            <a:extLst xmlns:a="http://schemas.openxmlformats.org/drawingml/2006/main">
              <a:ext uri="{FF2B5EF4-FFF2-40B4-BE49-F238E27FC236}">
                <a16:creationId xmlns:a16="http://schemas.microsoft.com/office/drawing/2014/main" id="{D851FCE4-59F9-4A4D-B163-7C420C6BD07F}"/>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5" name="30-line-17">
            <a:extLst xmlns:a="http://schemas.openxmlformats.org/drawingml/2006/main">
              <a:ext uri="{FF2B5EF4-FFF2-40B4-BE49-F238E27FC236}">
                <a16:creationId xmlns:a16="http://schemas.microsoft.com/office/drawing/2014/main" id="{44A434B4-80AB-4FB0-9F6E-D5F66FEDAE54}"/>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6" name="30-text-18">
            <a:extLst xmlns:a="http://schemas.openxmlformats.org/drawingml/2006/main">
              <a:ext uri="{FF2B5EF4-FFF2-40B4-BE49-F238E27FC236}">
                <a16:creationId xmlns:a16="http://schemas.microsoft.com/office/drawing/2014/main" id="{313454FA-11F2-4CA6-B2FA-75101E6C824B}"/>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67" name="30-text-19">
            <a:extLst xmlns:a="http://schemas.openxmlformats.org/drawingml/2006/main">
              <a:ext uri="{FF2B5EF4-FFF2-40B4-BE49-F238E27FC236}">
                <a16:creationId xmlns:a16="http://schemas.microsoft.com/office/drawing/2014/main" id="{D14AC336-6D99-4978-8407-16F12581680B}"/>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68" name="30-line-21">
            <a:extLst xmlns:a="http://schemas.openxmlformats.org/drawingml/2006/main">
              <a:ext uri="{FF2B5EF4-FFF2-40B4-BE49-F238E27FC236}">
                <a16:creationId xmlns:a16="http://schemas.microsoft.com/office/drawing/2014/main" id="{5A2B889D-D663-46BF-9DF9-4813AB0300BE}"/>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30-text-22">
            <a:extLst xmlns:a="http://schemas.openxmlformats.org/drawingml/2006/main">
              <a:ext uri="{FF2B5EF4-FFF2-40B4-BE49-F238E27FC236}">
                <a16:creationId xmlns:a16="http://schemas.microsoft.com/office/drawing/2014/main" id="{C557FDF5-D495-491F-BB94-FB3F45505320}"/>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0" name="30-text-23">
            <a:extLst xmlns:a="http://schemas.openxmlformats.org/drawingml/2006/main">
              <a:ext uri="{FF2B5EF4-FFF2-40B4-BE49-F238E27FC236}">
                <a16:creationId xmlns:a16="http://schemas.microsoft.com/office/drawing/2014/main" id="{805AE770-224D-4856-8AC9-4BB36E962286}"/>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1" name="30-text-24">
            <a:extLst xmlns:a="http://schemas.openxmlformats.org/drawingml/2006/main">
              <a:ext uri="{FF2B5EF4-FFF2-40B4-BE49-F238E27FC236}">
                <a16:creationId xmlns:a16="http://schemas.microsoft.com/office/drawing/2014/main" id="{354FCBB8-8F3A-48B6-84EE-1D1A1A67D10E}"/>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2" name="narrative-number">
            <a:extLst xmlns:a="http://schemas.openxmlformats.org/drawingml/2006/main">
              <a:ext uri="{FF2B5EF4-FFF2-40B4-BE49-F238E27FC236}">
                <a16:creationId xmlns:a16="http://schemas.microsoft.com/office/drawing/2014/main" id="{C4BEE4C3-7591-42D1-B97C-1B78EFD9C0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72469728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6980B96B-824C-4843-B52A-35C1F859C2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36211d697d794c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3A98D009-96AD-4135-B7D6-8FF9E74ACB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31-text-1">
            <a:extLst xmlns:a="http://schemas.openxmlformats.org/drawingml/2006/main">
              <a:ext uri="{FF2B5EF4-FFF2-40B4-BE49-F238E27FC236}">
                <a16:creationId xmlns:a16="http://schemas.microsoft.com/office/drawing/2014/main" id="{E658526A-BE8C-4972-9684-C368F41EA93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77" name="31-text-2">
            <a:extLst xmlns:a="http://schemas.openxmlformats.org/drawingml/2006/main">
              <a:ext uri="{FF2B5EF4-FFF2-40B4-BE49-F238E27FC236}">
                <a16:creationId xmlns:a16="http://schemas.microsoft.com/office/drawing/2014/main" id="{E1640B09-33CF-42F0-9709-831AB434D6C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78" name="31-text-3">
            <a:extLst xmlns:a="http://schemas.openxmlformats.org/drawingml/2006/main">
              <a:ext uri="{FF2B5EF4-FFF2-40B4-BE49-F238E27FC236}">
                <a16:creationId xmlns:a16="http://schemas.microsoft.com/office/drawing/2014/main" id="{FEF21414-0A06-47FE-9315-E8AD1824DE8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87" name="31-image-4"/>
          <p:cNvPicPr>
            <a:picLocks xmlns:a="http://schemas.openxmlformats.org/drawingml/2006/main" noChangeAspect="1"/>
          </p:cNvPicPr>
          <p:nvPr/>
        </p:nvPicPr>
        <p:blipFill>
          <a:blip xmlns:r="http://schemas.openxmlformats.org/officeDocument/2006/relationships" xmlns:a="http://schemas.openxmlformats.org/drawingml/2006/main" r:embed="Reb73c0afc7084d0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0" name="narrative-number">
            <a:extLst xmlns:a="http://schemas.openxmlformats.org/drawingml/2006/main">
              <a:ext uri="{FF2B5EF4-FFF2-40B4-BE49-F238E27FC236}">
                <a16:creationId xmlns:a16="http://schemas.microsoft.com/office/drawing/2014/main" id="{42362C4D-68DC-4C92-8DE3-E1581DBC39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61337188"/>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9840D4FF-3D85-43BE-B82F-40F2188312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400b44a39bbf4f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slide-title">
            <a:extLst xmlns:a="http://schemas.openxmlformats.org/drawingml/2006/main">
              <a:ext uri="{FF2B5EF4-FFF2-40B4-BE49-F238E27FC236}">
                <a16:creationId xmlns:a16="http://schemas.microsoft.com/office/drawing/2014/main" id="{E6C483FD-AA94-402A-96FB-E9286BB6CE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84" name="header-divider">
            <a:extLst xmlns:a="http://schemas.openxmlformats.org/drawingml/2006/main">
              <a:ext uri="{FF2B5EF4-FFF2-40B4-BE49-F238E27FC236}">
                <a16:creationId xmlns:a16="http://schemas.microsoft.com/office/drawing/2014/main" id="{5AB6E12E-7714-4401-83A4-B5453754D0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5" name="32-text-1">
            <a:extLst xmlns:a="http://schemas.openxmlformats.org/drawingml/2006/main">
              <a:ext uri="{FF2B5EF4-FFF2-40B4-BE49-F238E27FC236}">
                <a16:creationId xmlns:a16="http://schemas.microsoft.com/office/drawing/2014/main" id="{042DA72D-4E19-4CEC-ABAB-F29B4CC0659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86" name="32-text-2">
            <a:extLst xmlns:a="http://schemas.openxmlformats.org/drawingml/2006/main">
              <a:ext uri="{FF2B5EF4-FFF2-40B4-BE49-F238E27FC236}">
                <a16:creationId xmlns:a16="http://schemas.microsoft.com/office/drawing/2014/main" id="{52E15E73-5B07-4A21-91BB-EDD97D8CB0B4}"/>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87" name="32-text-3">
            <a:extLst xmlns:a="http://schemas.openxmlformats.org/drawingml/2006/main">
              <a:ext uri="{FF2B5EF4-FFF2-40B4-BE49-F238E27FC236}">
                <a16:creationId xmlns:a16="http://schemas.microsoft.com/office/drawing/2014/main" id="{65EB787B-E0F1-45EF-B729-0D05313B624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88" name="32-text-4">
            <a:extLst xmlns:a="http://schemas.openxmlformats.org/drawingml/2006/main">
              <a:ext uri="{FF2B5EF4-FFF2-40B4-BE49-F238E27FC236}">
                <a16:creationId xmlns:a16="http://schemas.microsoft.com/office/drawing/2014/main" id="{8BB38EF1-DD85-4E69-A83E-91FD835F1B48}"/>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89" name="32-shape-5">
            <a:extLst xmlns:a="http://schemas.openxmlformats.org/drawingml/2006/main">
              <a:ext uri="{FF2B5EF4-FFF2-40B4-BE49-F238E27FC236}">
                <a16:creationId xmlns:a16="http://schemas.microsoft.com/office/drawing/2014/main" id="{7B0DEB3C-B1B9-4D38-ACC0-A7DEC8AB0D38}"/>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2-text-6">
            <a:extLst xmlns:a="http://schemas.openxmlformats.org/drawingml/2006/main">
              <a:ext uri="{FF2B5EF4-FFF2-40B4-BE49-F238E27FC236}">
                <a16:creationId xmlns:a16="http://schemas.microsoft.com/office/drawing/2014/main" id="{EF8EDC89-1F87-44CD-A793-57F0FA3370F4}"/>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1" name="32-text-7">
            <a:extLst xmlns:a="http://schemas.openxmlformats.org/drawingml/2006/main">
              <a:ext uri="{FF2B5EF4-FFF2-40B4-BE49-F238E27FC236}">
                <a16:creationId xmlns:a16="http://schemas.microsoft.com/office/drawing/2014/main" id="{25F5A992-F775-4BD7-A8F2-8788E207C705}"/>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92" name="32-text-8">
            <a:extLst xmlns:a="http://schemas.openxmlformats.org/drawingml/2006/main">
              <a:ext uri="{FF2B5EF4-FFF2-40B4-BE49-F238E27FC236}">
                <a16:creationId xmlns:a16="http://schemas.microsoft.com/office/drawing/2014/main" id="{FF89BF2F-7A8A-4A2C-B9CC-E651248A8D36}"/>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3" name="32-text-9">
            <a:extLst xmlns:a="http://schemas.openxmlformats.org/drawingml/2006/main">
              <a:ext uri="{FF2B5EF4-FFF2-40B4-BE49-F238E27FC236}">
                <a16:creationId xmlns:a16="http://schemas.microsoft.com/office/drawing/2014/main" id="{7CCF50A4-ACFA-4D6F-AC20-A7AA0CC15D9C}"/>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94" name="32-text-10">
            <a:extLst xmlns:a="http://schemas.openxmlformats.org/drawingml/2006/main">
              <a:ext uri="{FF2B5EF4-FFF2-40B4-BE49-F238E27FC236}">
                <a16:creationId xmlns:a16="http://schemas.microsoft.com/office/drawing/2014/main" id="{E71D2A5B-51B6-45AE-A97E-1171F0776640}"/>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2-text-11">
            <a:extLst xmlns:a="http://schemas.openxmlformats.org/drawingml/2006/main">
              <a:ext uri="{FF2B5EF4-FFF2-40B4-BE49-F238E27FC236}">
                <a16:creationId xmlns:a16="http://schemas.microsoft.com/office/drawing/2014/main" id="{C99C99AC-17D3-482D-A9F7-3C2D261E1840}"/>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96" name="narrative-number">
            <a:extLst xmlns:a="http://schemas.openxmlformats.org/drawingml/2006/main">
              <a:ext uri="{FF2B5EF4-FFF2-40B4-BE49-F238E27FC236}">
                <a16:creationId xmlns:a16="http://schemas.microsoft.com/office/drawing/2014/main" id="{9089E357-132A-4367-9D3B-55B4294D67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826308507"/>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FF7EF1A6-4950-4C64-AF96-83FD19BEA1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53da48ab4b1f47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5E058227-AB8F-4B98-AB2E-1ED58AA2D0F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0" name="header-divider">
            <a:extLst xmlns:a="http://schemas.openxmlformats.org/drawingml/2006/main">
              <a:ext uri="{FF2B5EF4-FFF2-40B4-BE49-F238E27FC236}">
                <a16:creationId xmlns:a16="http://schemas.microsoft.com/office/drawing/2014/main" id="{29032B0A-E9CC-4BF0-8F94-29E2AAB437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3-text-1">
            <a:extLst xmlns:a="http://schemas.openxmlformats.org/drawingml/2006/main">
              <a:ext uri="{FF2B5EF4-FFF2-40B4-BE49-F238E27FC236}">
                <a16:creationId xmlns:a16="http://schemas.microsoft.com/office/drawing/2014/main" id="{5D3AE224-A3C8-4D3B-95C2-45934EDD58E5}"/>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402" name="33-text-2">
            <a:extLst xmlns:a="http://schemas.openxmlformats.org/drawingml/2006/main">
              <a:ext uri="{FF2B5EF4-FFF2-40B4-BE49-F238E27FC236}">
                <a16:creationId xmlns:a16="http://schemas.microsoft.com/office/drawing/2014/main" id="{817765B2-222D-492C-B3C4-53479B0B9F07}"/>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403" name="33-text-3">
            <a:extLst xmlns:a="http://schemas.openxmlformats.org/drawingml/2006/main">
              <a:ext uri="{FF2B5EF4-FFF2-40B4-BE49-F238E27FC236}">
                <a16:creationId xmlns:a16="http://schemas.microsoft.com/office/drawing/2014/main" id="{12AEAA01-A239-4D2A-9ABB-8CFEB929C017}"/>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judge it?</a:t>
            </a:r>
          </a:p>
        </p:txBody>
      </p:sp>
      <p:sp>
        <p:nvSpPr>
          <p:cNvPr id="404" name="33-text-4">
            <a:extLst xmlns:a="http://schemas.openxmlformats.org/drawingml/2006/main">
              <a:ext uri="{FF2B5EF4-FFF2-40B4-BE49-F238E27FC236}">
                <a16:creationId xmlns:a16="http://schemas.microsoft.com/office/drawing/2014/main" id="{C77939E1-02A7-4299-8465-996CD1B4D062}"/>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405" name="33-text-5">
            <a:extLst xmlns:a="http://schemas.openxmlformats.org/drawingml/2006/main">
              <a:ext uri="{FF2B5EF4-FFF2-40B4-BE49-F238E27FC236}">
                <a16:creationId xmlns:a16="http://schemas.microsoft.com/office/drawing/2014/main" id="{0D37BDDD-5C63-4ED1-88CD-FDDC9BF099AC}"/>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406" name="33-text-6">
            <a:extLst xmlns:a="http://schemas.openxmlformats.org/drawingml/2006/main">
              <a:ext uri="{FF2B5EF4-FFF2-40B4-BE49-F238E27FC236}">
                <a16:creationId xmlns:a16="http://schemas.microsoft.com/office/drawing/2014/main" id="{59EC35EC-C3D9-40AC-A2F3-AC7133B33C08}"/>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407" name="narrative-number">
            <a:extLst xmlns:a="http://schemas.openxmlformats.org/drawingml/2006/main">
              <a:ext uri="{FF2B5EF4-FFF2-40B4-BE49-F238E27FC236}">
                <a16:creationId xmlns:a16="http://schemas.microsoft.com/office/drawing/2014/main" id="{5743F655-F114-447C-8AFA-CDDC8DE421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97926324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A80A6D2F-207B-4003-8FD0-974CEB480C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55a3cbb9e69448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F204AAD7-A576-4980-94AF-A5DB196076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1" name="header-divider">
            <a:extLst xmlns:a="http://schemas.openxmlformats.org/drawingml/2006/main">
              <a:ext uri="{FF2B5EF4-FFF2-40B4-BE49-F238E27FC236}">
                <a16:creationId xmlns:a16="http://schemas.microsoft.com/office/drawing/2014/main" id="{930C8562-11B8-450E-BA7F-9BD3A61FB9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34-text-1">
            <a:extLst xmlns:a="http://schemas.openxmlformats.org/drawingml/2006/main">
              <a:ext uri="{FF2B5EF4-FFF2-40B4-BE49-F238E27FC236}">
                <a16:creationId xmlns:a16="http://schemas.microsoft.com/office/drawing/2014/main" id="{9D6826B7-D81D-4681-B1C0-6AAFF7DB409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3" name="34-text-2">
            <a:extLst xmlns:a="http://schemas.openxmlformats.org/drawingml/2006/main">
              <a:ext uri="{FF2B5EF4-FFF2-40B4-BE49-F238E27FC236}">
                <a16:creationId xmlns:a16="http://schemas.microsoft.com/office/drawing/2014/main" id="{524AAA5F-0BE2-48A5-A644-B078A00B646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414" name="34-text-3">
            <a:extLst xmlns:a="http://schemas.openxmlformats.org/drawingml/2006/main">
              <a:ext uri="{FF2B5EF4-FFF2-40B4-BE49-F238E27FC236}">
                <a16:creationId xmlns:a16="http://schemas.microsoft.com/office/drawing/2014/main" id="{66007588-7370-4E32-A101-ECEAF2A1835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5" name="34-text-4">
            <a:extLst xmlns:a="http://schemas.openxmlformats.org/drawingml/2006/main">
              <a:ext uri="{FF2B5EF4-FFF2-40B4-BE49-F238E27FC236}">
                <a16:creationId xmlns:a16="http://schemas.microsoft.com/office/drawing/2014/main" id="{9B005E57-90FE-416C-8366-21702D95D2E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416" name="34-text-5">
            <a:extLst xmlns:a="http://schemas.openxmlformats.org/drawingml/2006/main">
              <a:ext uri="{FF2B5EF4-FFF2-40B4-BE49-F238E27FC236}">
                <a16:creationId xmlns:a16="http://schemas.microsoft.com/office/drawing/2014/main" id="{44C3E1A6-C2ED-445B-B960-559E0B4A8DD1}"/>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417" name="34-text-6">
            <a:extLst xmlns:a="http://schemas.openxmlformats.org/drawingml/2006/main">
              <a:ext uri="{FF2B5EF4-FFF2-40B4-BE49-F238E27FC236}">
                <a16:creationId xmlns:a16="http://schemas.microsoft.com/office/drawing/2014/main" id="{F832A44C-F713-4BCD-A2C5-CA34DC96950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418" name="34-text-7">
            <a:extLst xmlns:a="http://schemas.openxmlformats.org/drawingml/2006/main">
              <a:ext uri="{FF2B5EF4-FFF2-40B4-BE49-F238E27FC236}">
                <a16:creationId xmlns:a16="http://schemas.microsoft.com/office/drawing/2014/main" id="{AF5035A5-093F-43F7-A955-85F87270116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419" name="34-text-8">
            <a:extLst xmlns:a="http://schemas.openxmlformats.org/drawingml/2006/main">
              <a:ext uri="{FF2B5EF4-FFF2-40B4-BE49-F238E27FC236}">
                <a16:creationId xmlns:a16="http://schemas.microsoft.com/office/drawing/2014/main" id="{BAEE78FF-21A9-4CA0-B2A8-B6D7E6C1A59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0" name="34-text-9">
            <a:extLst xmlns:a="http://schemas.openxmlformats.org/drawingml/2006/main">
              <a:ext uri="{FF2B5EF4-FFF2-40B4-BE49-F238E27FC236}">
                <a16:creationId xmlns:a16="http://schemas.microsoft.com/office/drawing/2014/main" id="{E188BDA1-AF9E-4E8A-9D1C-71CCEAD99B3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1" name="narrative-number">
            <a:extLst xmlns:a="http://schemas.openxmlformats.org/drawingml/2006/main">
              <a:ext uri="{FF2B5EF4-FFF2-40B4-BE49-F238E27FC236}">
                <a16:creationId xmlns:a16="http://schemas.microsoft.com/office/drawing/2014/main" id="{82E35CA8-793D-4592-8CCE-1F330B4198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783718803"/>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C03FF816-C45B-4F0D-B5A5-A3369535EC4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38" name="mini-map"/>
          <p:cNvPicPr>
            <a:picLocks xmlns:a="http://schemas.openxmlformats.org/drawingml/2006/main" noChangeAspect="1"/>
          </p:cNvPicPr>
          <p:nvPr/>
        </p:nvPicPr>
        <p:blipFill>
          <a:blip xmlns:r="http://schemas.openxmlformats.org/officeDocument/2006/relationships" xmlns:a="http://schemas.openxmlformats.org/drawingml/2006/main" r:embed="R93bd77f50c7142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slide-title">
            <a:extLst xmlns:a="http://schemas.openxmlformats.org/drawingml/2006/main">
              <a:ext uri="{FF2B5EF4-FFF2-40B4-BE49-F238E27FC236}">
                <a16:creationId xmlns:a16="http://schemas.microsoft.com/office/drawing/2014/main" id="{AF705608-C783-4FD5-B48C-FEF77D59D89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5" name="header-divider">
            <a:extLst xmlns:a="http://schemas.openxmlformats.org/drawingml/2006/main">
              <a:ext uri="{FF2B5EF4-FFF2-40B4-BE49-F238E27FC236}">
                <a16:creationId xmlns:a16="http://schemas.microsoft.com/office/drawing/2014/main" id="{05A2B310-7A59-448A-A0CD-48DB9FFE99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6" name="35-text-1">
            <a:extLst xmlns:a="http://schemas.openxmlformats.org/drawingml/2006/main">
              <a:ext uri="{FF2B5EF4-FFF2-40B4-BE49-F238E27FC236}">
                <a16:creationId xmlns:a16="http://schemas.microsoft.com/office/drawing/2014/main" id="{09C99C49-E55F-49FA-A70E-C88B3A0B70F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27" name="35-text-2">
            <a:extLst xmlns:a="http://schemas.openxmlformats.org/drawingml/2006/main">
              <a:ext uri="{FF2B5EF4-FFF2-40B4-BE49-F238E27FC236}">
                <a16:creationId xmlns:a16="http://schemas.microsoft.com/office/drawing/2014/main" id="{A81A9EAD-D4B6-4453-9C26-7BDB6F6A4C5A}"/>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28" name="35-text-3">
            <a:extLst xmlns:a="http://schemas.openxmlformats.org/drawingml/2006/main">
              <a:ext uri="{FF2B5EF4-FFF2-40B4-BE49-F238E27FC236}">
                <a16:creationId xmlns:a16="http://schemas.microsoft.com/office/drawing/2014/main" id="{518C2E1A-454B-456C-AF46-4B312065F02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29" name="35-text-4">
            <a:extLst xmlns:a="http://schemas.openxmlformats.org/drawingml/2006/main">
              <a:ext uri="{FF2B5EF4-FFF2-40B4-BE49-F238E27FC236}">
                <a16:creationId xmlns:a16="http://schemas.microsoft.com/office/drawing/2014/main" id="{83BD9663-5533-4D86-B4ED-694161201140}"/>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0" name="35-text-5">
            <a:extLst xmlns:a="http://schemas.openxmlformats.org/drawingml/2006/main">
              <a:ext uri="{FF2B5EF4-FFF2-40B4-BE49-F238E27FC236}">
                <a16:creationId xmlns:a16="http://schemas.microsoft.com/office/drawing/2014/main" id="{DF4DFDAE-1103-433D-AC36-1D717A80EA82}"/>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1" name="35-text-6">
            <a:extLst xmlns:a="http://schemas.openxmlformats.org/drawingml/2006/main">
              <a:ext uri="{FF2B5EF4-FFF2-40B4-BE49-F238E27FC236}">
                <a16:creationId xmlns:a16="http://schemas.microsoft.com/office/drawing/2014/main" id="{31A7DDCE-A313-4603-A751-F6DF4CA3C42D}"/>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2" name="35-text-7">
            <a:extLst xmlns:a="http://schemas.openxmlformats.org/drawingml/2006/main">
              <a:ext uri="{FF2B5EF4-FFF2-40B4-BE49-F238E27FC236}">
                <a16:creationId xmlns:a16="http://schemas.microsoft.com/office/drawing/2014/main" id="{7BB2B6D6-99F3-4731-B690-71705F5DAE57}"/>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3" name="35-text-8">
            <a:extLst xmlns:a="http://schemas.openxmlformats.org/drawingml/2006/main">
              <a:ext uri="{FF2B5EF4-FFF2-40B4-BE49-F238E27FC236}">
                <a16:creationId xmlns:a16="http://schemas.microsoft.com/office/drawing/2014/main" id="{E924BA42-2FD7-4486-B579-8A7F0502DFDE}"/>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4" name="35-text-9">
            <a:extLst xmlns:a="http://schemas.openxmlformats.org/drawingml/2006/main">
              <a:ext uri="{FF2B5EF4-FFF2-40B4-BE49-F238E27FC236}">
                <a16:creationId xmlns:a16="http://schemas.microsoft.com/office/drawing/2014/main" id="{2ECA5628-C672-47E0-AA21-0A4157576554}"/>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5" name="35-text-10">
            <a:extLst xmlns:a="http://schemas.openxmlformats.org/drawingml/2006/main">
              <a:ext uri="{FF2B5EF4-FFF2-40B4-BE49-F238E27FC236}">
                <a16:creationId xmlns:a16="http://schemas.microsoft.com/office/drawing/2014/main" id="{5623241E-C576-4DF4-B1F6-BAA452320031}"/>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36" name="narrative-number">
            <a:extLst xmlns:a="http://schemas.openxmlformats.org/drawingml/2006/main">
              <a:ext uri="{FF2B5EF4-FFF2-40B4-BE49-F238E27FC236}">
                <a16:creationId xmlns:a16="http://schemas.microsoft.com/office/drawing/2014/main" id="{711DE3BC-F088-4C36-BD26-33184D3756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339147071"/>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7" name="!!area-name">
            <a:extLst xmlns:a="http://schemas.openxmlformats.org/drawingml/2006/main">
              <a:ext uri="{FF2B5EF4-FFF2-40B4-BE49-F238E27FC236}">
                <a16:creationId xmlns:a16="http://schemas.microsoft.com/office/drawing/2014/main" id="{5C19B08C-2763-4880-AC2C-B35DCE14D10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46" name="mini-map"/>
          <p:cNvPicPr>
            <a:picLocks xmlns:a="http://schemas.openxmlformats.org/drawingml/2006/main" noChangeAspect="1"/>
          </p:cNvPicPr>
          <p:nvPr/>
        </p:nvPicPr>
        <p:blipFill>
          <a:blip xmlns:r="http://schemas.openxmlformats.org/officeDocument/2006/relationships" xmlns:a="http://schemas.openxmlformats.org/drawingml/2006/main" r:embed="R0c2c084195ec40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9" name="header-divider">
            <a:extLst xmlns:a="http://schemas.openxmlformats.org/drawingml/2006/main">
              <a:ext uri="{FF2B5EF4-FFF2-40B4-BE49-F238E27FC236}">
                <a16:creationId xmlns:a16="http://schemas.microsoft.com/office/drawing/2014/main" id="{9F782225-A8DF-4AE9-85A0-BBD59F013E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36-text-1">
            <a:extLst xmlns:a="http://schemas.openxmlformats.org/drawingml/2006/main">
              <a:ext uri="{FF2B5EF4-FFF2-40B4-BE49-F238E27FC236}">
                <a16:creationId xmlns:a16="http://schemas.microsoft.com/office/drawing/2014/main" id="{6CC183E1-5F02-4488-A91F-81BEF3591572}"/>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49" name="36-image-2"/>
          <p:cNvPicPr>
            <a:picLocks xmlns:a="http://schemas.openxmlformats.org/drawingml/2006/main" noChangeAspect="1"/>
          </p:cNvPicPr>
          <p:nvPr/>
        </p:nvPicPr>
        <p:blipFill>
          <a:blip xmlns:r="http://schemas.openxmlformats.org/officeDocument/2006/relationships" xmlns:a="http://schemas.openxmlformats.org/drawingml/2006/main" r:embed="R42e45e82d51743cb"/>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2" name="36-text-3">
            <a:extLst xmlns:a="http://schemas.openxmlformats.org/drawingml/2006/main">
              <a:ext uri="{FF2B5EF4-FFF2-40B4-BE49-F238E27FC236}">
                <a16:creationId xmlns:a16="http://schemas.microsoft.com/office/drawing/2014/main" id="{119F0CF4-F89C-44C2-91B6-0CBE117A1715}"/>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3" name="36-text-4">
            <a:extLst xmlns:a="http://schemas.openxmlformats.org/drawingml/2006/main">
              <a:ext uri="{FF2B5EF4-FFF2-40B4-BE49-F238E27FC236}">
                <a16:creationId xmlns:a16="http://schemas.microsoft.com/office/drawing/2014/main" id="{C183BBF0-2C68-42B6-B76A-A5DC8D8A41B4}"/>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4" name="narrative-number">
            <a:extLst xmlns:a="http://schemas.openxmlformats.org/drawingml/2006/main">
              <a:ext uri="{FF2B5EF4-FFF2-40B4-BE49-F238E27FC236}">
                <a16:creationId xmlns:a16="http://schemas.microsoft.com/office/drawing/2014/main" id="{4033D474-567F-466D-A918-2057BA49D4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426085209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5" name="!!area-name">
            <a:extLst xmlns:a="http://schemas.openxmlformats.org/drawingml/2006/main">
              <a:ext uri="{FF2B5EF4-FFF2-40B4-BE49-F238E27FC236}">
                <a16:creationId xmlns:a16="http://schemas.microsoft.com/office/drawing/2014/main" id="{8E7852FF-C99B-465B-9C0C-946528885B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d7d6be5acb4c42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7" name="slide-title">
            <a:extLst xmlns:a="http://schemas.openxmlformats.org/drawingml/2006/main">
              <a:ext uri="{FF2B5EF4-FFF2-40B4-BE49-F238E27FC236}">
                <a16:creationId xmlns:a16="http://schemas.microsoft.com/office/drawing/2014/main" id="{3F6EAC8B-6E29-4110-8382-F72B7BA1AB2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48" name="header-divider">
            <a:extLst xmlns:a="http://schemas.openxmlformats.org/drawingml/2006/main">
              <a:ext uri="{FF2B5EF4-FFF2-40B4-BE49-F238E27FC236}">
                <a16:creationId xmlns:a16="http://schemas.microsoft.com/office/drawing/2014/main" id="{42D44259-DD97-41A1-B78B-FF0C0A89FCB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37-text-1">
            <a:extLst xmlns:a="http://schemas.openxmlformats.org/drawingml/2006/main">
              <a:ext uri="{FF2B5EF4-FFF2-40B4-BE49-F238E27FC236}">
                <a16:creationId xmlns:a16="http://schemas.microsoft.com/office/drawing/2014/main" id="{D06A8155-4D35-43D8-A472-25723C6172E9}"/>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AgentOps keeps deployed agents observable, controlled, and accountable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 the system changes.</a:t>
            </a:r>
          </a:p>
        </p:txBody>
      </p:sp>
      <p:sp>
        <p:nvSpPr>
          <p:cNvPr id="450" name="37-text-2">
            <a:extLst xmlns:a="http://schemas.openxmlformats.org/drawingml/2006/main">
              <a:ext uri="{FF2B5EF4-FFF2-40B4-BE49-F238E27FC236}">
                <a16:creationId xmlns:a16="http://schemas.microsoft.com/office/drawing/2014/main" id="{51079C48-93B2-493D-8839-5FF26019A860}"/>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Traces</a:t>
            </a:r>
          </a:p>
        </p:txBody>
      </p:sp>
      <p:sp>
        <p:nvSpPr>
          <p:cNvPr id="451" name="37-text-3">
            <a:extLst xmlns:a="http://schemas.openxmlformats.org/drawingml/2006/main">
              <a:ext uri="{FF2B5EF4-FFF2-40B4-BE49-F238E27FC236}">
                <a16:creationId xmlns:a16="http://schemas.microsoft.com/office/drawing/2014/main" id="{D7D55CF6-3F3C-4666-879A-A0F62CD7D29D}"/>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happened during a task</a:t>
            </a:r>
          </a:p>
        </p:txBody>
      </p:sp>
      <p:sp>
        <p:nvSpPr>
          <p:cNvPr id="452" name="37-text-4">
            <a:extLst xmlns:a="http://schemas.openxmlformats.org/drawingml/2006/main">
              <a:ext uri="{FF2B5EF4-FFF2-40B4-BE49-F238E27FC236}">
                <a16:creationId xmlns:a16="http://schemas.microsoft.com/office/drawing/2014/main" id="{9876DC76-B9CE-4F20-8E76-5C19B27A9114}"/>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versions</a:t>
            </a:r>
          </a:p>
        </p:txBody>
      </p:sp>
      <p:sp>
        <p:nvSpPr>
          <p:cNvPr id="453" name="37-text-5">
            <a:extLst xmlns:a="http://schemas.openxmlformats.org/drawingml/2006/main">
              <a:ext uri="{FF2B5EF4-FFF2-40B4-BE49-F238E27FC236}">
                <a16:creationId xmlns:a16="http://schemas.microsoft.com/office/drawing/2014/main" id="{49CEC61E-3DE2-46D1-A6E1-2C283CE316D5}"/>
              </a:ext>
            </a:extLst>
          </p:cNvPr>
          <p:cNvSpPr>
            <a:spLocks xmlns:a="http://schemas.openxmlformats.org/drawingml/2006/main"/>
          </p:cNvSpPr>
          <p:nvPr/>
        </p:nvSpPr>
        <p:spPr>
          <a:xfrm xmlns:a="http://schemas.openxmlformats.org/drawingml/2006/main">
            <a:off x="3708400" y="4851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Which model, prompts, retrieval setup,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were in use</a:t>
            </a:r>
          </a:p>
        </p:txBody>
      </p:sp>
      <p:sp>
        <p:nvSpPr>
          <p:cNvPr id="454" name="37-text-6">
            <a:extLst xmlns:a="http://schemas.openxmlformats.org/drawingml/2006/main">
              <a:ext uri="{FF2B5EF4-FFF2-40B4-BE49-F238E27FC236}">
                <a16:creationId xmlns:a16="http://schemas.microsoft.com/office/drawing/2014/main" id="{97FAEB63-1BC2-4EA6-A3F9-6F6276D92F5A}"/>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5" name="37-text-7">
            <a:extLst xmlns:a="http://schemas.openxmlformats.org/drawingml/2006/main">
              <a:ext uri="{FF2B5EF4-FFF2-40B4-BE49-F238E27FC236}">
                <a16:creationId xmlns:a16="http://schemas.microsoft.com/office/drawing/2014/main" id="{DF08E106-229D-45DB-AF26-86740D04B535}"/>
              </a:ext>
            </a:extLst>
          </p:cNvPr>
          <p:cNvSpPr>
            <a:spLocks xmlns:a="http://schemas.openxmlformats.org/drawingml/2006/main"/>
          </p:cNvSpPr>
          <p:nvPr/>
        </p:nvSpPr>
        <p:spPr>
          <a:xfrm xmlns:a="http://schemas.openxmlformats.org/drawingml/2006/main">
            <a:off x="3708400" y="5715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success, quality, completion time, cost,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human review</a:t>
            </a:r>
          </a:p>
        </p:txBody>
      </p:sp>
      <p:sp>
        <p:nvSpPr>
          <p:cNvPr id="456" name="37-text-8">
            <a:extLst xmlns:a="http://schemas.openxmlformats.org/drawingml/2006/main">
              <a:ext uri="{FF2B5EF4-FFF2-40B4-BE49-F238E27FC236}">
                <a16:creationId xmlns:a16="http://schemas.microsoft.com/office/drawing/2014/main" id="{423496EC-F294-49C6-A78E-FAA2A4F3A556}"/>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57" name="37-text-9">
            <a:extLst xmlns:a="http://schemas.openxmlformats.org/drawingml/2006/main">
              <a:ext uri="{FF2B5EF4-FFF2-40B4-BE49-F238E27FC236}">
                <a16:creationId xmlns:a16="http://schemas.microsoft.com/office/drawing/2014/main" id="{A9361477-498B-4C5A-AED5-087C40CA692F}"/>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58" name="37-text-10">
            <a:extLst xmlns:a="http://schemas.openxmlformats.org/drawingml/2006/main">
              <a:ext uri="{FF2B5EF4-FFF2-40B4-BE49-F238E27FC236}">
                <a16:creationId xmlns:a16="http://schemas.microsoft.com/office/drawing/2014/main" id="{75823CBC-D7BA-4B56-81CA-0CBA496356CF}"/>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459" name="37-text-11">
            <a:extLst xmlns:a="http://schemas.openxmlformats.org/drawingml/2006/main">
              <a:ext uri="{FF2B5EF4-FFF2-40B4-BE49-F238E27FC236}">
                <a16:creationId xmlns:a16="http://schemas.microsoft.com/office/drawing/2014/main" id="{388A63BD-A490-495F-83F7-FD233BE4B2C6}"/>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460" name="37-line-13">
            <a:extLst xmlns:a="http://schemas.openxmlformats.org/drawingml/2006/main">
              <a:ext uri="{FF2B5EF4-FFF2-40B4-BE49-F238E27FC236}">
                <a16:creationId xmlns:a16="http://schemas.microsoft.com/office/drawing/2014/main" id="{F1CFCD21-A95D-445F-B913-0A33971E3F1E}"/>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1" name="37-line-15">
            <a:extLst xmlns:a="http://schemas.openxmlformats.org/drawingml/2006/main">
              <a:ext uri="{FF2B5EF4-FFF2-40B4-BE49-F238E27FC236}">
                <a16:creationId xmlns:a16="http://schemas.microsoft.com/office/drawing/2014/main" id="{0FDB759D-1DDF-4485-8F51-C02604CF1A05}"/>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2" name="37-line-17">
            <a:extLst xmlns:a="http://schemas.openxmlformats.org/drawingml/2006/main">
              <a:ext uri="{FF2B5EF4-FFF2-40B4-BE49-F238E27FC236}">
                <a16:creationId xmlns:a16="http://schemas.microsoft.com/office/drawing/2014/main" id="{6417EDA8-78F1-4251-9513-14E34CB48DD2}"/>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3" name="37-shape-18">
            <a:extLst xmlns:a="http://schemas.openxmlformats.org/drawingml/2006/main">
              <a:ext uri="{FF2B5EF4-FFF2-40B4-BE49-F238E27FC236}">
                <a16:creationId xmlns:a16="http://schemas.microsoft.com/office/drawing/2014/main" id="{7B652EEE-94CD-4BE1-8E46-548D522AFE39}"/>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4" name="37-text-19">
            <a:extLst xmlns:a="http://schemas.openxmlformats.org/drawingml/2006/main">
              <a:ext uri="{FF2B5EF4-FFF2-40B4-BE49-F238E27FC236}">
                <a16:creationId xmlns:a16="http://schemas.microsoft.com/office/drawing/2014/main" id="{B925B419-D656-470F-82AD-9AEFDC7829D7}"/>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5" name="narrative-number">
            <a:extLst xmlns:a="http://schemas.openxmlformats.org/drawingml/2006/main">
              <a:ext uri="{FF2B5EF4-FFF2-40B4-BE49-F238E27FC236}">
                <a16:creationId xmlns:a16="http://schemas.microsoft.com/office/drawing/2014/main" id="{A4AF263B-4403-4C05-BDA1-56AB7BEB89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425493650"/>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7CA9EDA5-92D2-4F82-BC4F-10F345B6ED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78" name="mini-map"/>
          <p:cNvPicPr>
            <a:picLocks xmlns:a="http://schemas.openxmlformats.org/drawingml/2006/main" noChangeAspect="1"/>
          </p:cNvPicPr>
          <p:nvPr/>
        </p:nvPicPr>
        <p:blipFill>
          <a:blip xmlns:r="http://schemas.openxmlformats.org/officeDocument/2006/relationships" xmlns:a="http://schemas.openxmlformats.org/drawingml/2006/main" r:embed="R811a33bdd4ea46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F086141D-E22B-48EB-AA27-ED7D41CE8A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69" name="header-divider">
            <a:extLst xmlns:a="http://schemas.openxmlformats.org/drawingml/2006/main">
              <a:ext uri="{FF2B5EF4-FFF2-40B4-BE49-F238E27FC236}">
                <a16:creationId xmlns:a16="http://schemas.microsoft.com/office/drawing/2014/main" id="{996D6B8D-0CBC-47AC-ADD6-045E5B63372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38-text-1">
            <a:extLst xmlns:a="http://schemas.openxmlformats.org/drawingml/2006/main">
              <a:ext uri="{FF2B5EF4-FFF2-40B4-BE49-F238E27FC236}">
                <a16:creationId xmlns:a16="http://schemas.microsoft.com/office/drawing/2014/main" id="{0F183C54-E578-427D-BBCF-BEEF9E79246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1" name="38-text-2">
            <a:extLst xmlns:a="http://schemas.openxmlformats.org/drawingml/2006/main">
              <a:ext uri="{FF2B5EF4-FFF2-40B4-BE49-F238E27FC236}">
                <a16:creationId xmlns:a16="http://schemas.microsoft.com/office/drawing/2014/main" id="{ABDD66B2-01FD-4338-9642-9BC921DEBA6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 and protect access.</a:t>
            </a:r>
          </a:p>
        </p:txBody>
      </p:sp>
      <p:sp>
        <p:nvSpPr>
          <p:cNvPr id="472" name="38-text-3">
            <a:extLst xmlns:a="http://schemas.openxmlformats.org/drawingml/2006/main">
              <a:ext uri="{FF2B5EF4-FFF2-40B4-BE49-F238E27FC236}">
                <a16:creationId xmlns:a16="http://schemas.microsoft.com/office/drawing/2014/main" id="{E5EA659D-B142-4960-85BF-87381678754F}"/>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3" name="38-text-4">
            <a:extLst xmlns:a="http://schemas.openxmlformats.org/drawingml/2006/main">
              <a:ext uri="{FF2B5EF4-FFF2-40B4-BE49-F238E27FC236}">
                <a16:creationId xmlns:a16="http://schemas.microsoft.com/office/drawing/2014/main" id="{FADB4DD8-C7A4-4A56-8CCB-77BCE434A5CB}"/>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changes, then limit initial exposure.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pause and rollback conditions.</a:t>
            </a:r>
          </a:p>
        </p:txBody>
      </p:sp>
      <p:sp>
        <p:nvSpPr>
          <p:cNvPr id="474" name="38-text-5">
            <a:extLst xmlns:a="http://schemas.openxmlformats.org/drawingml/2006/main">
              <a:ext uri="{FF2B5EF4-FFF2-40B4-BE49-F238E27FC236}">
                <a16:creationId xmlns:a16="http://schemas.microsoft.com/office/drawing/2014/main" id="{1968B44F-F5E4-48B3-857B-74A74ABF0B89}"/>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5" name="38-text-6">
            <a:extLst xmlns:a="http://schemas.openxmlformats.org/drawingml/2006/main">
              <a:ext uri="{FF2B5EF4-FFF2-40B4-BE49-F238E27FC236}">
                <a16:creationId xmlns:a16="http://schemas.microsoft.com/office/drawing/2014/main" id="{B23F9AFA-1919-4D7A-ADA8-785C4C01442A}"/>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and resource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someone authorized to intervene.</a:t>
            </a:r>
          </a:p>
        </p:txBody>
      </p:sp>
      <p:sp>
        <p:nvSpPr>
          <p:cNvPr id="476" name="narrative-number">
            <a:extLst xmlns:a="http://schemas.openxmlformats.org/drawingml/2006/main">
              <a:ext uri="{FF2B5EF4-FFF2-40B4-BE49-F238E27FC236}">
                <a16:creationId xmlns:a16="http://schemas.microsoft.com/office/drawing/2014/main" id="{389FDD8E-D6C0-44C9-B0E0-CDC25DB9FC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543102798"/>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7" name="!!area-name">
            <a:extLst xmlns:a="http://schemas.openxmlformats.org/drawingml/2006/main">
              <a:ext uri="{FF2B5EF4-FFF2-40B4-BE49-F238E27FC236}">
                <a16:creationId xmlns:a16="http://schemas.microsoft.com/office/drawing/2014/main" id="{3FD03D5A-9541-47E5-9C75-615EB97C94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2" name="mini-map"/>
          <p:cNvPicPr>
            <a:picLocks xmlns:a="http://schemas.openxmlformats.org/drawingml/2006/main" noChangeAspect="1"/>
          </p:cNvPicPr>
          <p:nvPr/>
        </p:nvPicPr>
        <p:blipFill>
          <a:blip xmlns:r="http://schemas.openxmlformats.org/officeDocument/2006/relationships" xmlns:a="http://schemas.openxmlformats.org/drawingml/2006/main" r:embed="Ra45b0e7fd3a646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9" name="slide-title">
            <a:extLst xmlns:a="http://schemas.openxmlformats.org/drawingml/2006/main">
              <a:ext uri="{FF2B5EF4-FFF2-40B4-BE49-F238E27FC236}">
                <a16:creationId xmlns:a16="http://schemas.microsoft.com/office/drawing/2014/main" id="{B8622571-130B-4ABB-94DA-23962B85FE0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0" name="header-divider">
            <a:extLst xmlns:a="http://schemas.openxmlformats.org/drawingml/2006/main">
              <a:ext uri="{FF2B5EF4-FFF2-40B4-BE49-F238E27FC236}">
                <a16:creationId xmlns:a16="http://schemas.microsoft.com/office/drawing/2014/main" id="{DFD96DA3-5F07-4F96-B440-9121E4ACC7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1" name="39-text-1">
            <a:extLst xmlns:a="http://schemas.openxmlformats.org/drawingml/2006/main">
              <a:ext uri="{FF2B5EF4-FFF2-40B4-BE49-F238E27FC236}">
                <a16:creationId xmlns:a16="http://schemas.microsoft.com/office/drawing/2014/main" id="{1AC34370-5039-40B9-8243-F82B2612BAA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2" name="39-text-2">
            <a:extLst xmlns:a="http://schemas.openxmlformats.org/drawingml/2006/main">
              <a:ext uri="{FF2B5EF4-FFF2-40B4-BE49-F238E27FC236}">
                <a16:creationId xmlns:a16="http://schemas.microsoft.com/office/drawing/2014/main" id="{0A20822A-5A67-43B8-A9BE-34B2920D334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Sensitive records, including CUI/ECI.</a:t>
            </a:r>
          </a:p>
        </p:txBody>
      </p:sp>
      <p:sp>
        <p:nvSpPr>
          <p:cNvPr id="483" name="39-text-3">
            <a:extLst xmlns:a="http://schemas.openxmlformats.org/drawingml/2006/main">
              <a:ext uri="{FF2B5EF4-FFF2-40B4-BE49-F238E27FC236}">
                <a16:creationId xmlns:a16="http://schemas.microsoft.com/office/drawing/2014/main" id="{11B90850-9285-4C09-AFBE-2CDD8639F73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4" name="39-text-4">
            <a:extLst xmlns:a="http://schemas.openxmlformats.org/drawingml/2006/main">
              <a:ext uri="{FF2B5EF4-FFF2-40B4-BE49-F238E27FC236}">
                <a16:creationId xmlns:a16="http://schemas.microsoft.com/office/drawing/2014/main" id="{5FC0531D-7CB0-4774-8819-664790F98F1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Documents or messages may contain malicious instructions.</a:t>
            </a:r>
          </a:p>
        </p:txBody>
      </p:sp>
      <p:sp>
        <p:nvSpPr>
          <p:cNvPr id="485" name="39-text-5">
            <a:extLst xmlns:a="http://schemas.openxmlformats.org/drawingml/2006/main">
              <a:ext uri="{FF2B5EF4-FFF2-40B4-BE49-F238E27FC236}">
                <a16:creationId xmlns:a16="http://schemas.microsoft.com/office/drawing/2014/main" id="{93BD4EB5-0D3E-41A7-9769-48B3755BD99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Outbound access</a:t>
            </a:r>
          </a:p>
        </p:txBody>
      </p:sp>
      <p:sp>
        <p:nvSpPr>
          <p:cNvPr id="486" name="39-text-6">
            <a:extLst xmlns:a="http://schemas.openxmlformats.org/drawingml/2006/main">
              <a:ext uri="{FF2B5EF4-FFF2-40B4-BE49-F238E27FC236}">
                <a16:creationId xmlns:a16="http://schemas.microsoft.com/office/drawing/2014/main" id="{AA435424-89C5-4B30-B20D-D517C609D7F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Requests or actions can send information outside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approved environment.</a:t>
            </a:r>
          </a:p>
        </p:txBody>
      </p:sp>
      <p:sp>
        <p:nvSpPr>
          <p:cNvPr id="487" name="39-text-7">
            <a:extLst xmlns:a="http://schemas.openxmlformats.org/drawingml/2006/main">
              <a:ext uri="{FF2B5EF4-FFF2-40B4-BE49-F238E27FC236}">
                <a16:creationId xmlns:a16="http://schemas.microsoft.com/office/drawing/2014/main" id="{E5FFFC47-FA4D-4E22-9DCB-0F3DFDF06750}"/>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88" name="39-text-8">
            <a:extLst xmlns:a="http://schemas.openxmlformats.org/drawingml/2006/main">
              <a:ext uri="{FF2B5EF4-FFF2-40B4-BE49-F238E27FC236}">
                <a16:creationId xmlns:a16="http://schemas.microsoft.com/office/drawing/2014/main" id="{10E8048F-43C4-41B7-8604-137C6B3CDC6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89" name="39-text-9">
            <a:extLst xmlns:a="http://schemas.openxmlformats.org/drawingml/2006/main">
              <a:ext uri="{FF2B5EF4-FFF2-40B4-BE49-F238E27FC236}">
                <a16:creationId xmlns:a16="http://schemas.microsoft.com/office/drawing/2014/main" id="{A6842410-E980-4ACE-AB0A-1CB7A01F8AC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0" name="narrative-number">
            <a:extLst xmlns:a="http://schemas.openxmlformats.org/drawingml/2006/main">
              <a:ext uri="{FF2B5EF4-FFF2-40B4-BE49-F238E27FC236}">
                <a16:creationId xmlns:a16="http://schemas.microsoft.com/office/drawing/2014/main" id="{13CB0CF8-9CBD-41D8-AE39-121DE364B9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798259378"/>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1" name="!!area-name">
            <a:extLst xmlns:a="http://schemas.openxmlformats.org/drawingml/2006/main">
              <a:ext uri="{FF2B5EF4-FFF2-40B4-BE49-F238E27FC236}">
                <a16:creationId xmlns:a16="http://schemas.microsoft.com/office/drawing/2014/main" id="{A7C1072E-A167-47C9-87AC-7E68F06069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0" name="mini-map"/>
          <p:cNvPicPr>
            <a:picLocks xmlns:a="http://schemas.openxmlformats.org/drawingml/2006/main" noChangeAspect="1"/>
          </p:cNvPicPr>
          <p:nvPr/>
        </p:nvPicPr>
        <p:blipFill>
          <a:blip xmlns:r="http://schemas.openxmlformats.org/officeDocument/2006/relationships" xmlns:a="http://schemas.openxmlformats.org/drawingml/2006/main" r:embed="R6a2b4623d8a14b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3" name="slide-title">
            <a:extLst xmlns:a="http://schemas.openxmlformats.org/drawingml/2006/main">
              <a:ext uri="{FF2B5EF4-FFF2-40B4-BE49-F238E27FC236}">
                <a16:creationId xmlns:a16="http://schemas.microsoft.com/office/drawing/2014/main" id="{BB53D198-2979-4B6C-AC35-23AE46F1F4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4" name="header-divider">
            <a:extLst xmlns:a="http://schemas.openxmlformats.org/drawingml/2006/main">
              <a:ext uri="{FF2B5EF4-FFF2-40B4-BE49-F238E27FC236}">
                <a16:creationId xmlns:a16="http://schemas.microsoft.com/office/drawing/2014/main" id="{C00BCEFF-B124-4A8E-A6D5-39B188D4D6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5" name="40-text-1">
            <a:extLst xmlns:a="http://schemas.openxmlformats.org/drawingml/2006/main">
              <a:ext uri="{FF2B5EF4-FFF2-40B4-BE49-F238E27FC236}">
                <a16:creationId xmlns:a16="http://schemas.microsoft.com/office/drawing/2014/main" id="{8A0FB291-F171-451C-A7AC-FBF28D823E3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4"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7" name="40-text-3">
            <a:extLst xmlns:a="http://schemas.openxmlformats.org/drawingml/2006/main">
              <a:ext uri="{FF2B5EF4-FFF2-40B4-BE49-F238E27FC236}">
                <a16:creationId xmlns:a16="http://schemas.microsoft.com/office/drawing/2014/main" id="{FA706F30-6998-48C4-BA6A-E8E6CBE16D39}"/>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98" name="narrative-number">
            <a:extLst xmlns:a="http://schemas.openxmlformats.org/drawingml/2006/main">
              <a:ext uri="{FF2B5EF4-FFF2-40B4-BE49-F238E27FC236}">
                <a16:creationId xmlns:a16="http://schemas.microsoft.com/office/drawing/2014/main" id="{3F46EFBF-0148-41A2-938E-BA90AFA531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528485927"/>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8" name="41-image-1"/>
          <p:cNvPicPr>
            <a:picLocks xmlns:a="http://schemas.openxmlformats.org/drawingml/2006/main" noChangeAspect="1"/>
          </p:cNvPicPr>
          <p:nvPr/>
        </p:nvPicPr>
        <p:blipFill>
          <a:blip xmlns:r="http://schemas.openxmlformats.org/officeDocument/2006/relationships" xmlns:a="http://schemas.openxmlformats.org/drawingml/2006/main" r:embed="R028ddb9ed09d4b7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0" name="slide-title">
            <a:extLst xmlns:a="http://schemas.openxmlformats.org/drawingml/2006/main">
              <a:ext uri="{FF2B5EF4-FFF2-40B4-BE49-F238E27FC236}">
                <a16:creationId xmlns:a16="http://schemas.microsoft.com/office/drawing/2014/main" id="{450D9713-D8F6-4BEB-9CC2-2DF33F4348B6}"/>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1" name="area-key-1">
            <a:extLst xmlns:a="http://schemas.openxmlformats.org/drawingml/2006/main">
              <a:ext uri="{FF2B5EF4-FFF2-40B4-BE49-F238E27FC236}">
                <a16:creationId xmlns:a16="http://schemas.microsoft.com/office/drawing/2014/main" id="{7A60F8F9-47C2-46D2-A42A-5DF2C070C0C0}"/>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2" name="area-key-2">
            <a:extLst xmlns:a="http://schemas.openxmlformats.org/drawingml/2006/main">
              <a:ext uri="{FF2B5EF4-FFF2-40B4-BE49-F238E27FC236}">
                <a16:creationId xmlns:a16="http://schemas.microsoft.com/office/drawing/2014/main" id="{E5A0F21D-B2B6-43ED-AA39-7177597B1EC2}"/>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3" name="area-key-3">
            <a:extLst xmlns:a="http://schemas.openxmlformats.org/drawingml/2006/main">
              <a:ext uri="{FF2B5EF4-FFF2-40B4-BE49-F238E27FC236}">
                <a16:creationId xmlns:a16="http://schemas.microsoft.com/office/drawing/2014/main" id="{35E6B349-4C53-466E-8EAA-F69BD0041AA2}"/>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4" name="area-key-4">
            <a:extLst xmlns:a="http://schemas.openxmlformats.org/drawingml/2006/main">
              <a:ext uri="{FF2B5EF4-FFF2-40B4-BE49-F238E27FC236}">
                <a16:creationId xmlns:a16="http://schemas.microsoft.com/office/drawing/2014/main" id="{39E1FFA2-27C1-440E-A3D2-20BF8A230D8C}"/>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5" name="area-key-5">
            <a:extLst xmlns:a="http://schemas.openxmlformats.org/drawingml/2006/main">
              <a:ext uri="{FF2B5EF4-FFF2-40B4-BE49-F238E27FC236}">
                <a16:creationId xmlns:a16="http://schemas.microsoft.com/office/drawing/2014/main" id="{41A2B209-BE51-4F53-823E-378E392AD948}"/>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06" name="area-key-6">
            <a:extLst xmlns:a="http://schemas.openxmlformats.org/drawingml/2006/main">
              <a:ext uri="{FF2B5EF4-FFF2-40B4-BE49-F238E27FC236}">
                <a16:creationId xmlns:a16="http://schemas.microsoft.com/office/drawing/2014/main" id="{2ECB60EF-EA76-4986-B63E-41F8DA554A87}"/>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07" name="narrative-number">
            <a:extLst xmlns:a="http://schemas.openxmlformats.org/drawingml/2006/main">
              <a:ext uri="{FF2B5EF4-FFF2-40B4-BE49-F238E27FC236}">
                <a16:creationId xmlns:a16="http://schemas.microsoft.com/office/drawing/2014/main" id="{D024729D-BDAD-4476-9CC0-E0144FA4B1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614804683"/>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8" name="section-label">
            <a:extLst xmlns:a="http://schemas.openxmlformats.org/drawingml/2006/main">
              <a:ext uri="{FF2B5EF4-FFF2-40B4-BE49-F238E27FC236}">
                <a16:creationId xmlns:a16="http://schemas.microsoft.com/office/drawing/2014/main" id="{4D1FE7D5-259D-4CA1-A55F-0FC0B77F063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9" name="section-rule">
            <a:extLst xmlns:a="http://schemas.openxmlformats.org/drawingml/2006/main">
              <a:ext uri="{FF2B5EF4-FFF2-40B4-BE49-F238E27FC236}">
                <a16:creationId xmlns:a16="http://schemas.microsoft.com/office/drawing/2014/main" id="{44133744-356D-42D9-8EF8-2945CD5FCDC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0" name="section-title">
            <a:extLst xmlns:a="http://schemas.openxmlformats.org/drawingml/2006/main">
              <a:ext uri="{FF2B5EF4-FFF2-40B4-BE49-F238E27FC236}">
                <a16:creationId xmlns:a16="http://schemas.microsoft.com/office/drawing/2014/main" id="{405B7EA5-26A7-48E8-BF2F-A92812D6505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1" name="narrative-number">
            <a:extLst xmlns:a="http://schemas.openxmlformats.org/drawingml/2006/main">
              <a:ext uri="{FF2B5EF4-FFF2-40B4-BE49-F238E27FC236}">
                <a16:creationId xmlns:a16="http://schemas.microsoft.com/office/drawing/2014/main" id="{53E8B677-4225-4111-84E2-8C7289E280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90747418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2" name="!!area-name">
            <a:extLst xmlns:a="http://schemas.openxmlformats.org/drawingml/2006/main">
              <a:ext uri="{FF2B5EF4-FFF2-40B4-BE49-F238E27FC236}">
                <a16:creationId xmlns:a16="http://schemas.microsoft.com/office/drawing/2014/main" id="{A29481E6-01B0-4551-828E-EC750BA675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6084944f90fb4e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4" name="slide-title">
            <a:extLst xmlns:a="http://schemas.openxmlformats.org/drawingml/2006/main">
              <a:ext uri="{FF2B5EF4-FFF2-40B4-BE49-F238E27FC236}">
                <a16:creationId xmlns:a16="http://schemas.microsoft.com/office/drawing/2014/main" id="{5A69738E-0212-4846-A748-BE0DE00D22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5" name="header-divider">
            <a:extLst xmlns:a="http://schemas.openxmlformats.org/drawingml/2006/main">
              <a:ext uri="{FF2B5EF4-FFF2-40B4-BE49-F238E27FC236}">
                <a16:creationId xmlns:a16="http://schemas.microsoft.com/office/drawing/2014/main" id="{32F33603-F545-41CB-8680-60EF78A31A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2"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7" name="narrative-number">
            <a:extLst xmlns:a="http://schemas.openxmlformats.org/drawingml/2006/main">
              <a:ext uri="{FF2B5EF4-FFF2-40B4-BE49-F238E27FC236}">
                <a16:creationId xmlns:a16="http://schemas.microsoft.com/office/drawing/2014/main" id="{23D14E82-3602-4819-81B3-AF1158C124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61994910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area-name">
            <a:extLst xmlns:a="http://schemas.openxmlformats.org/drawingml/2006/main">
              <a:ext uri="{FF2B5EF4-FFF2-40B4-BE49-F238E27FC236}">
                <a16:creationId xmlns:a16="http://schemas.microsoft.com/office/drawing/2014/main" id="{601AC4AD-6B7D-488A-BA66-B24013E7AF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5" name="mini-map"/>
          <p:cNvPicPr>
            <a:picLocks xmlns:a="http://schemas.openxmlformats.org/drawingml/2006/main" noChangeAspect="1"/>
          </p:cNvPicPr>
          <p:nvPr/>
        </p:nvPicPr>
        <p:blipFill>
          <a:blip xmlns:r="http://schemas.openxmlformats.org/officeDocument/2006/relationships" xmlns:a="http://schemas.openxmlformats.org/drawingml/2006/main" r:embed="Rb06c9ce210da460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0" name="slide-title">
            <a:extLst xmlns:a="http://schemas.openxmlformats.org/drawingml/2006/main">
              <a:ext uri="{FF2B5EF4-FFF2-40B4-BE49-F238E27FC236}">
                <a16:creationId xmlns:a16="http://schemas.microsoft.com/office/drawing/2014/main" id="{C823E71C-C959-47B0-9EFF-AA7CC54FF1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1" name="header-divider">
            <a:extLst xmlns:a="http://schemas.openxmlformats.org/drawingml/2006/main">
              <a:ext uri="{FF2B5EF4-FFF2-40B4-BE49-F238E27FC236}">
                <a16:creationId xmlns:a16="http://schemas.microsoft.com/office/drawing/2014/main" id="{95E35A69-5432-4391-BF8F-E8258D26C9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8"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3" name="narrative-number">
            <a:extLst xmlns:a="http://schemas.openxmlformats.org/drawingml/2006/main">
              <a:ext uri="{FF2B5EF4-FFF2-40B4-BE49-F238E27FC236}">
                <a16:creationId xmlns:a16="http://schemas.microsoft.com/office/drawing/2014/main" id="{AFA61910-464C-4E67-9657-4B482F4B19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01129026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4" name="!!area-name">
            <a:extLst xmlns:a="http://schemas.openxmlformats.org/drawingml/2006/main">
              <a:ext uri="{FF2B5EF4-FFF2-40B4-BE49-F238E27FC236}">
                <a16:creationId xmlns:a16="http://schemas.microsoft.com/office/drawing/2014/main" id="{0DADF06A-6FF9-4F71-8872-2199F8714648}"/>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5" name="header-divider">
            <a:extLst xmlns:a="http://schemas.openxmlformats.org/drawingml/2006/main">
              <a:ext uri="{FF2B5EF4-FFF2-40B4-BE49-F238E27FC236}">
                <a16:creationId xmlns:a16="http://schemas.microsoft.com/office/drawing/2014/main" id="{FC10A8BD-5149-4179-887F-6A9537DF017A}"/>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6" name="45-shape-1">
            <a:extLst xmlns:a="http://schemas.openxmlformats.org/drawingml/2006/main">
              <a:ext uri="{FF2B5EF4-FFF2-40B4-BE49-F238E27FC236}">
                <a16:creationId xmlns:a16="http://schemas.microsoft.com/office/drawing/2014/main" id="{4ED359AA-0150-4271-9D63-09A6F2B3A660}"/>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7" name="45-shape-2">
            <a:extLst xmlns:a="http://schemas.openxmlformats.org/drawingml/2006/main">
              <a:ext uri="{FF2B5EF4-FFF2-40B4-BE49-F238E27FC236}">
                <a16:creationId xmlns:a16="http://schemas.microsoft.com/office/drawing/2014/main" id="{3257029D-494A-4F72-B53F-39A34DFCA3D4}"/>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8" name="45-text-3">
            <a:extLst xmlns:a="http://schemas.openxmlformats.org/drawingml/2006/main">
              <a:ext uri="{FF2B5EF4-FFF2-40B4-BE49-F238E27FC236}">
                <a16:creationId xmlns:a16="http://schemas.microsoft.com/office/drawing/2014/main" id="{49D11305-EE5F-4FD6-B85E-44E5012BC916}"/>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9" name="45-text-4">
            <a:extLst xmlns:a="http://schemas.openxmlformats.org/drawingml/2006/main">
              <a:ext uri="{FF2B5EF4-FFF2-40B4-BE49-F238E27FC236}">
                <a16:creationId xmlns:a16="http://schemas.microsoft.com/office/drawing/2014/main" id="{EC8A1C79-F83D-4C8A-B33C-E12D392A3890}"/>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0" name="45-shape-5">
            <a:extLst xmlns:a="http://schemas.openxmlformats.org/drawingml/2006/main">
              <a:ext uri="{FF2B5EF4-FFF2-40B4-BE49-F238E27FC236}">
                <a16:creationId xmlns:a16="http://schemas.microsoft.com/office/drawing/2014/main" id="{A516D1A8-79B2-41FB-8AB9-E31B025D0D1C}"/>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1" name="45-shape-6">
            <a:extLst xmlns:a="http://schemas.openxmlformats.org/drawingml/2006/main">
              <a:ext uri="{FF2B5EF4-FFF2-40B4-BE49-F238E27FC236}">
                <a16:creationId xmlns:a16="http://schemas.microsoft.com/office/drawing/2014/main" id="{819AC86D-415A-4A4B-95A1-32E80EBC8F65}"/>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2" name="45-text-7">
            <a:extLst xmlns:a="http://schemas.openxmlformats.org/drawingml/2006/main">
              <a:ext uri="{FF2B5EF4-FFF2-40B4-BE49-F238E27FC236}">
                <a16:creationId xmlns:a16="http://schemas.microsoft.com/office/drawing/2014/main" id="{3BDC8A6D-2FED-4FE5-ACC3-27AA7506BC6C}"/>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3" name="45-text-8">
            <a:extLst xmlns:a="http://schemas.openxmlformats.org/drawingml/2006/main">
              <a:ext uri="{FF2B5EF4-FFF2-40B4-BE49-F238E27FC236}">
                <a16:creationId xmlns:a16="http://schemas.microsoft.com/office/drawing/2014/main" id="{C6D96314-7E8E-4796-AA82-91E7A740D09F}"/>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4" name="45-shape-9">
            <a:extLst xmlns:a="http://schemas.openxmlformats.org/drawingml/2006/main">
              <a:ext uri="{FF2B5EF4-FFF2-40B4-BE49-F238E27FC236}">
                <a16:creationId xmlns:a16="http://schemas.microsoft.com/office/drawing/2014/main" id="{E8869885-B883-4519-A7ED-7A781913B7D9}"/>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5" name="45-shape-10">
            <a:extLst xmlns:a="http://schemas.openxmlformats.org/drawingml/2006/main">
              <a:ext uri="{FF2B5EF4-FFF2-40B4-BE49-F238E27FC236}">
                <a16:creationId xmlns:a16="http://schemas.microsoft.com/office/drawing/2014/main" id="{331D5202-B897-41B0-84A2-58EFF0FA75B0}"/>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6" name="45-text-11">
            <a:extLst xmlns:a="http://schemas.openxmlformats.org/drawingml/2006/main">
              <a:ext uri="{FF2B5EF4-FFF2-40B4-BE49-F238E27FC236}">
                <a16:creationId xmlns:a16="http://schemas.microsoft.com/office/drawing/2014/main" id="{3FBBC050-0EC8-4867-931A-440083292DE8}"/>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7" name="45-text-12">
            <a:extLst xmlns:a="http://schemas.openxmlformats.org/drawingml/2006/main">
              <a:ext uri="{FF2B5EF4-FFF2-40B4-BE49-F238E27FC236}">
                <a16:creationId xmlns:a16="http://schemas.microsoft.com/office/drawing/2014/main" id="{3B1FE74D-40BA-4E0F-AAB5-4DE945BDE14E}"/>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8" name="45-shape-13">
            <a:extLst xmlns:a="http://schemas.openxmlformats.org/drawingml/2006/main">
              <a:ext uri="{FF2B5EF4-FFF2-40B4-BE49-F238E27FC236}">
                <a16:creationId xmlns:a16="http://schemas.microsoft.com/office/drawing/2014/main" id="{299599A4-BF22-44D1-BA42-4AF50886B449}"/>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45-shape-14">
            <a:extLst xmlns:a="http://schemas.openxmlformats.org/drawingml/2006/main">
              <a:ext uri="{FF2B5EF4-FFF2-40B4-BE49-F238E27FC236}">
                <a16:creationId xmlns:a16="http://schemas.microsoft.com/office/drawing/2014/main" id="{09762C08-17EC-4DCA-B676-FD29644DDB2B}"/>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0" name="45-text-15">
            <a:extLst xmlns:a="http://schemas.openxmlformats.org/drawingml/2006/main">
              <a:ext uri="{FF2B5EF4-FFF2-40B4-BE49-F238E27FC236}">
                <a16:creationId xmlns:a16="http://schemas.microsoft.com/office/drawing/2014/main" id="{F1E99D46-A2BA-43E5-B627-3D5280B7119E}"/>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1" name="45-text-16">
            <a:extLst xmlns:a="http://schemas.openxmlformats.org/drawingml/2006/main">
              <a:ext uri="{FF2B5EF4-FFF2-40B4-BE49-F238E27FC236}">
                <a16:creationId xmlns:a16="http://schemas.microsoft.com/office/drawing/2014/main" id="{8F764B51-C1E2-445B-B4E7-DE8DFA4AA601}"/>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2" name="45-shape-17">
            <a:extLst xmlns:a="http://schemas.openxmlformats.org/drawingml/2006/main">
              <a:ext uri="{FF2B5EF4-FFF2-40B4-BE49-F238E27FC236}">
                <a16:creationId xmlns:a16="http://schemas.microsoft.com/office/drawing/2014/main" id="{9DBF321F-4FB7-4F79-A857-63841321C3F1}"/>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18">
            <a:extLst xmlns:a="http://schemas.openxmlformats.org/drawingml/2006/main">
              <a:ext uri="{FF2B5EF4-FFF2-40B4-BE49-F238E27FC236}">
                <a16:creationId xmlns:a16="http://schemas.microsoft.com/office/drawing/2014/main" id="{7BDF5BCD-BA51-4350-BFFB-355786D5C72B}"/>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4" name="45-text-19">
            <a:extLst xmlns:a="http://schemas.openxmlformats.org/drawingml/2006/main">
              <a:ext uri="{FF2B5EF4-FFF2-40B4-BE49-F238E27FC236}">
                <a16:creationId xmlns:a16="http://schemas.microsoft.com/office/drawing/2014/main" id="{600DC88F-72E7-47F0-8EF1-6E5251A40879}"/>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5" name="45-text-20">
            <a:extLst xmlns:a="http://schemas.openxmlformats.org/drawingml/2006/main">
              <a:ext uri="{FF2B5EF4-FFF2-40B4-BE49-F238E27FC236}">
                <a16:creationId xmlns:a16="http://schemas.microsoft.com/office/drawing/2014/main" id="{60330F78-4418-4BE2-9F7A-55E6B67B5B90}"/>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6" name="45-shape-21">
            <a:extLst xmlns:a="http://schemas.openxmlformats.org/drawingml/2006/main">
              <a:ext uri="{FF2B5EF4-FFF2-40B4-BE49-F238E27FC236}">
                <a16:creationId xmlns:a16="http://schemas.microsoft.com/office/drawing/2014/main" id="{8AD37841-8713-4AF6-8F84-4B300D46D6C7}"/>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22">
            <a:extLst xmlns:a="http://schemas.openxmlformats.org/drawingml/2006/main">
              <a:ext uri="{FF2B5EF4-FFF2-40B4-BE49-F238E27FC236}">
                <a16:creationId xmlns:a16="http://schemas.microsoft.com/office/drawing/2014/main" id="{8266D282-678B-4725-BBD2-2A36B37F428B}"/>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8" name="45-text-23">
            <a:extLst xmlns:a="http://schemas.openxmlformats.org/drawingml/2006/main">
              <a:ext uri="{FF2B5EF4-FFF2-40B4-BE49-F238E27FC236}">
                <a16:creationId xmlns:a16="http://schemas.microsoft.com/office/drawing/2014/main" id="{9DC743A8-2C1B-4640-A32D-896E8E39144A}"/>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9" name="45-text-24">
            <a:extLst xmlns:a="http://schemas.openxmlformats.org/drawingml/2006/main">
              <a:ext uri="{FF2B5EF4-FFF2-40B4-BE49-F238E27FC236}">
                <a16:creationId xmlns:a16="http://schemas.microsoft.com/office/drawing/2014/main" id="{AF7D796A-F660-4709-A9E7-FFAEAE9E2BE8}"/>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0" name="narrative-number">
            <a:extLst xmlns:a="http://schemas.openxmlformats.org/drawingml/2006/main">
              <a:ext uri="{FF2B5EF4-FFF2-40B4-BE49-F238E27FC236}">
                <a16:creationId xmlns:a16="http://schemas.microsoft.com/office/drawing/2014/main" id="{2BBED992-E745-4FB5-B31C-67177CAB65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26663931"/>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1" name="!!area-name">
            <a:extLst xmlns:a="http://schemas.openxmlformats.org/drawingml/2006/main">
              <a:ext uri="{FF2B5EF4-FFF2-40B4-BE49-F238E27FC236}">
                <a16:creationId xmlns:a16="http://schemas.microsoft.com/office/drawing/2014/main" id="{E2526982-0C4C-46CE-B2F8-0468B097B0A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9" name="mini-map"/>
          <p:cNvPicPr>
            <a:picLocks xmlns:a="http://schemas.openxmlformats.org/drawingml/2006/main" noChangeAspect="1"/>
          </p:cNvPicPr>
          <p:nvPr/>
        </p:nvPicPr>
        <p:blipFill>
          <a:blip xmlns:r="http://schemas.openxmlformats.org/officeDocument/2006/relationships" xmlns:a="http://schemas.openxmlformats.org/drawingml/2006/main" r:embed="Rd20d13e19ff14cd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3" name="slide-title">
            <a:extLst xmlns:a="http://schemas.openxmlformats.org/drawingml/2006/main">
              <a:ext uri="{FF2B5EF4-FFF2-40B4-BE49-F238E27FC236}">
                <a16:creationId xmlns:a16="http://schemas.microsoft.com/office/drawing/2014/main" id="{27BC6B34-A448-4A67-BA40-583A2683386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4" name="header-divider">
            <a:extLst xmlns:a="http://schemas.openxmlformats.org/drawingml/2006/main">
              <a:ext uri="{FF2B5EF4-FFF2-40B4-BE49-F238E27FC236}">
                <a16:creationId xmlns:a16="http://schemas.microsoft.com/office/drawing/2014/main" id="{7FBD45B9-A133-4ACD-9B08-2F63F8A9CC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5" name="46-shape-1">
            <a:extLst xmlns:a="http://schemas.openxmlformats.org/drawingml/2006/main">
              <a:ext uri="{FF2B5EF4-FFF2-40B4-BE49-F238E27FC236}">
                <a16:creationId xmlns:a16="http://schemas.microsoft.com/office/drawing/2014/main" id="{C786EFD1-EB03-403A-AFBF-AF1060F830B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6" name="46-text-2">
            <a:extLst xmlns:a="http://schemas.openxmlformats.org/drawingml/2006/main">
              <a:ext uri="{FF2B5EF4-FFF2-40B4-BE49-F238E27FC236}">
                <a16:creationId xmlns:a16="http://schemas.microsoft.com/office/drawing/2014/main" id="{99253F22-FE42-4798-B515-3D8E0E55392A}"/>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7" name="46-text-3">
            <a:extLst xmlns:a="http://schemas.openxmlformats.org/drawingml/2006/main">
              <a:ext uri="{FF2B5EF4-FFF2-40B4-BE49-F238E27FC236}">
                <a16:creationId xmlns:a16="http://schemas.microsoft.com/office/drawing/2014/main" id="{60545BB5-6E8C-48BE-AB04-C9AC91686960}"/>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8" name="46-shape-4">
            <a:extLst xmlns:a="http://schemas.openxmlformats.org/drawingml/2006/main">
              <a:ext uri="{FF2B5EF4-FFF2-40B4-BE49-F238E27FC236}">
                <a16:creationId xmlns:a16="http://schemas.microsoft.com/office/drawing/2014/main" id="{754DA125-7287-45A8-BF82-999F1FA9B7B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9" name="46-text-5">
            <a:extLst xmlns:a="http://schemas.openxmlformats.org/drawingml/2006/main">
              <a:ext uri="{FF2B5EF4-FFF2-40B4-BE49-F238E27FC236}">
                <a16:creationId xmlns:a16="http://schemas.microsoft.com/office/drawing/2014/main" id="{052F2D92-FA7F-45A5-BD7E-60EC1F4B9AC8}"/>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0" name="46-text-6">
            <a:extLst xmlns:a="http://schemas.openxmlformats.org/drawingml/2006/main">
              <a:ext uri="{FF2B5EF4-FFF2-40B4-BE49-F238E27FC236}">
                <a16:creationId xmlns:a16="http://schemas.microsoft.com/office/drawing/2014/main" id="{07290305-0679-49F7-9816-A5AF8E47283A}"/>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1" name="46-shape-7">
            <a:extLst xmlns:a="http://schemas.openxmlformats.org/drawingml/2006/main">
              <a:ext uri="{FF2B5EF4-FFF2-40B4-BE49-F238E27FC236}">
                <a16:creationId xmlns:a16="http://schemas.microsoft.com/office/drawing/2014/main" id="{FEE77C38-B807-4293-BC42-F08E9D85F175}"/>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2" name="46-text-8">
            <a:extLst xmlns:a="http://schemas.openxmlformats.org/drawingml/2006/main">
              <a:ext uri="{FF2B5EF4-FFF2-40B4-BE49-F238E27FC236}">
                <a16:creationId xmlns:a16="http://schemas.microsoft.com/office/drawing/2014/main" id="{89C94570-FDE7-42A9-819E-4B57DE94E1FC}"/>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3" name="46-text-9">
            <a:extLst xmlns:a="http://schemas.openxmlformats.org/drawingml/2006/main">
              <a:ext uri="{FF2B5EF4-FFF2-40B4-BE49-F238E27FC236}">
                <a16:creationId xmlns:a16="http://schemas.microsoft.com/office/drawing/2014/main" id="{EFF865AC-5AF6-45AA-A37D-342734CCD7DA}"/>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4" name="46-shape-10">
            <a:extLst xmlns:a="http://schemas.openxmlformats.org/drawingml/2006/main">
              <a:ext uri="{FF2B5EF4-FFF2-40B4-BE49-F238E27FC236}">
                <a16:creationId xmlns:a16="http://schemas.microsoft.com/office/drawing/2014/main" id="{E3A64740-E2C8-4930-88CA-487FBF9B6780}"/>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5" name="46-text-11">
            <a:extLst xmlns:a="http://schemas.openxmlformats.org/drawingml/2006/main">
              <a:ext uri="{FF2B5EF4-FFF2-40B4-BE49-F238E27FC236}">
                <a16:creationId xmlns:a16="http://schemas.microsoft.com/office/drawing/2014/main" id="{92C40854-2E3D-4259-A28A-B609E817A489}"/>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6" name="46-text-12">
            <a:extLst xmlns:a="http://schemas.openxmlformats.org/drawingml/2006/main">
              <a:ext uri="{FF2B5EF4-FFF2-40B4-BE49-F238E27FC236}">
                <a16:creationId xmlns:a16="http://schemas.microsoft.com/office/drawing/2014/main" id="{A8AFE7EB-8575-4557-BCB9-B775642592FA}"/>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7" name="narrative-number">
            <a:extLst xmlns:a="http://schemas.openxmlformats.org/drawingml/2006/main">
              <a:ext uri="{FF2B5EF4-FFF2-40B4-BE49-F238E27FC236}">
                <a16:creationId xmlns:a16="http://schemas.microsoft.com/office/drawing/2014/main" id="{E963EF5A-2CD8-43C6-9AA3-29CAB89F5A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23144065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8" name="47-text-1">
            <a:extLst xmlns:a="http://schemas.openxmlformats.org/drawingml/2006/main">
              <a:ext uri="{FF2B5EF4-FFF2-40B4-BE49-F238E27FC236}">
                <a16:creationId xmlns:a16="http://schemas.microsoft.com/office/drawing/2014/main" id="{01B3C833-2229-40C9-BF4F-9CB2F13AC5DC}"/>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9" name="47-text-2">
            <a:extLst xmlns:a="http://schemas.openxmlformats.org/drawingml/2006/main">
              <a:ext uri="{FF2B5EF4-FFF2-40B4-BE49-F238E27FC236}">
                <a16:creationId xmlns:a16="http://schemas.microsoft.com/office/drawing/2014/main" id="{0A20EA40-0A5E-4D5F-9584-146905D7A90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0" name="47-text-3">
            <a:extLst xmlns:a="http://schemas.openxmlformats.org/drawingml/2006/main">
              <a:ext uri="{FF2B5EF4-FFF2-40B4-BE49-F238E27FC236}">
                <a16:creationId xmlns:a16="http://schemas.microsoft.com/office/drawing/2014/main" id="{991991FD-D96C-4D7B-BB27-59530B509859}"/>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1" name="narrative-number">
            <a:extLst xmlns:a="http://schemas.openxmlformats.org/drawingml/2006/main">
              <a:ext uri="{FF2B5EF4-FFF2-40B4-BE49-F238E27FC236}">
                <a16:creationId xmlns:a16="http://schemas.microsoft.com/office/drawing/2014/main" id="{01912B97-8871-486B-9F5A-F7EB735ED3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1353018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2" name="slide-title">
            <a:extLst xmlns:a="http://schemas.openxmlformats.org/drawingml/2006/main">
              <a:ext uri="{FF2B5EF4-FFF2-40B4-BE49-F238E27FC236}">
                <a16:creationId xmlns:a16="http://schemas.microsoft.com/office/drawing/2014/main" id="{EEF7651C-9C8E-47AE-9FE1-E72C22999A38}"/>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3" name="header-divider">
            <a:extLst xmlns:a="http://schemas.openxmlformats.org/drawingml/2006/main">
              <a:ext uri="{FF2B5EF4-FFF2-40B4-BE49-F238E27FC236}">
                <a16:creationId xmlns:a16="http://schemas.microsoft.com/office/drawing/2014/main" id="{77EA612F-F4BC-45DE-B1FE-E5EF4418F6EA}"/>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4" name="48-text-1">
            <a:extLst xmlns:a="http://schemas.openxmlformats.org/drawingml/2006/main">
              <a:ext uri="{FF2B5EF4-FFF2-40B4-BE49-F238E27FC236}">
                <a16:creationId xmlns:a16="http://schemas.microsoft.com/office/drawing/2014/main" id="{D43F4263-0A19-4156-B022-D9E77B00A636}"/>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5" name="48-text-2">
            <a:extLst xmlns:a="http://schemas.openxmlformats.org/drawingml/2006/main">
              <a:ext uri="{FF2B5EF4-FFF2-40B4-BE49-F238E27FC236}">
                <a16:creationId xmlns:a16="http://schemas.microsoft.com/office/drawing/2014/main" id="{73431B63-2A89-4EC8-9BE0-0AA4081BC21F}"/>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6" name="48-text-3">
            <a:extLst xmlns:a="http://schemas.openxmlformats.org/drawingml/2006/main">
              <a:ext uri="{FF2B5EF4-FFF2-40B4-BE49-F238E27FC236}">
                <a16:creationId xmlns:a16="http://schemas.microsoft.com/office/drawing/2014/main" id="{D8855302-FE47-4663-865D-186448F23A26}"/>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77" name="48-text-4">
            <a:extLst xmlns:a="http://schemas.openxmlformats.org/drawingml/2006/main">
              <a:ext uri="{FF2B5EF4-FFF2-40B4-BE49-F238E27FC236}">
                <a16:creationId xmlns:a16="http://schemas.microsoft.com/office/drawing/2014/main" id="{38D1EC67-D2BC-4905-888C-501CDD11EC5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78" name="48-text-5">
            <a:extLst xmlns:a="http://schemas.openxmlformats.org/drawingml/2006/main">
              <a:ext uri="{FF2B5EF4-FFF2-40B4-BE49-F238E27FC236}">
                <a16:creationId xmlns:a16="http://schemas.microsoft.com/office/drawing/2014/main" id="{B7525179-EA1B-472C-B3FE-602392D6D5E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79" name="48-text-6">
            <a:extLst xmlns:a="http://schemas.openxmlformats.org/drawingml/2006/main">
              <a:ext uri="{FF2B5EF4-FFF2-40B4-BE49-F238E27FC236}">
                <a16:creationId xmlns:a16="http://schemas.microsoft.com/office/drawing/2014/main" id="{3187EC38-EE2C-448D-8D4C-DEE9CF067044}"/>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0" name="48-text-7">
            <a:extLst xmlns:a="http://schemas.openxmlformats.org/drawingml/2006/main">
              <a:ext uri="{FF2B5EF4-FFF2-40B4-BE49-F238E27FC236}">
                <a16:creationId xmlns:a16="http://schemas.microsoft.com/office/drawing/2014/main" id="{72CD7B41-F552-493A-9480-26B019D55D8B}"/>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1" name="48-text-8">
            <a:extLst xmlns:a="http://schemas.openxmlformats.org/drawingml/2006/main">
              <a:ext uri="{FF2B5EF4-FFF2-40B4-BE49-F238E27FC236}">
                <a16:creationId xmlns:a16="http://schemas.microsoft.com/office/drawing/2014/main" id="{39131EB4-A426-4C10-95D6-B98F12F28630}"/>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2" name="48-text-9">
            <a:extLst xmlns:a="http://schemas.openxmlformats.org/drawingml/2006/main">
              <a:ext uri="{FF2B5EF4-FFF2-40B4-BE49-F238E27FC236}">
                <a16:creationId xmlns:a16="http://schemas.microsoft.com/office/drawing/2014/main" id="{0D01C98B-20E3-4517-B3D0-677E76C08426}"/>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3" name="48-text-10">
            <a:extLst xmlns:a="http://schemas.openxmlformats.org/drawingml/2006/main">
              <a:ext uri="{FF2B5EF4-FFF2-40B4-BE49-F238E27FC236}">
                <a16:creationId xmlns:a16="http://schemas.microsoft.com/office/drawing/2014/main" id="{67F507A1-5DDF-4322-ADB0-F21C031D8DEF}"/>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4" name="48-text-11">
            <a:extLst xmlns:a="http://schemas.openxmlformats.org/drawingml/2006/main">
              <a:ext uri="{FF2B5EF4-FFF2-40B4-BE49-F238E27FC236}">
                <a16:creationId xmlns:a16="http://schemas.microsoft.com/office/drawing/2014/main" id="{965EBEF0-0092-4041-8F80-1184E470AFC0}"/>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5" name="48-text-12">
            <a:extLst xmlns:a="http://schemas.openxmlformats.org/drawingml/2006/main">
              <a:ext uri="{FF2B5EF4-FFF2-40B4-BE49-F238E27FC236}">
                <a16:creationId xmlns:a16="http://schemas.microsoft.com/office/drawing/2014/main" id="{16702F2B-C5F2-458B-A8C3-29131820974F}"/>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6" name="narrative-number">
            <a:extLst xmlns:a="http://schemas.openxmlformats.org/drawingml/2006/main">
              <a:ext uri="{FF2B5EF4-FFF2-40B4-BE49-F238E27FC236}">
                <a16:creationId xmlns:a16="http://schemas.microsoft.com/office/drawing/2014/main" id="{9C3A5CCA-E2AF-4A40-BF3E-0C0B70F3C6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3880547589"/>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2026-09-17T00:34:41.9500000Z</dcterms:created>
  <dcterms:modified xsi:type="dcterms:W3CDTF">2026-09-17T00:34:41.9500000Z</dcterms:modified>
</coreProperties>
</file>